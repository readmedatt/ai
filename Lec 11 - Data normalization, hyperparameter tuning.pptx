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121.xml" ContentType="application/inkml+xml"/>
  <Override PartName="/ppt/notesSlides/notesSlide8.xml" ContentType="application/vnd.openxmlformats-officedocument.presentationml.notesSlide+xml"/>
  <Override PartName="/ppt/ink/ink122.xml" ContentType="application/inkml+xml"/>
  <Override PartName="/ppt/ink/ink123.xml" ContentType="application/inkml+xml"/>
  <Override PartName="/ppt/notesSlides/notesSlide9.xml" ContentType="application/vnd.openxmlformats-officedocument.presentationml.notesSlide+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notesSlides/notesSlide10.xml" ContentType="application/vnd.openxmlformats-officedocument.presentationml.notesSlide+xml"/>
  <Override PartName="/ppt/ink/ink149.xml" ContentType="application/inkml+xml"/>
  <Override PartName="/ppt/notesSlides/notesSlide11.xml" ContentType="application/vnd.openxmlformats-officedocument.presentationml.notesSlide+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08.xml" ContentType="application/inkml+xml"/>
  <Override PartName="/ppt/ink/ink409.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8.xml" ContentType="application/inkml+xml"/>
  <Override PartName="/ppt/ink/ink419.xml" ContentType="application/inkml+xml"/>
  <Override PartName="/ppt/ink/ink420.xml" ContentType="application/inkml+xml"/>
  <Override PartName="/ppt/ink/ink421.xml" ContentType="application/inkml+xml"/>
  <Override PartName="/ppt/ink/ink422.xml" ContentType="application/inkml+xml"/>
  <Override PartName="/ppt/ink/ink423.xml" ContentType="application/inkml+xml"/>
  <Override PartName="/ppt/ink/ink424.xml" ContentType="application/inkml+xml"/>
  <Override PartName="/ppt/ink/ink425.xml" ContentType="application/inkml+xml"/>
  <Override PartName="/ppt/ink/ink426.xml" ContentType="application/inkml+xml"/>
  <Override PartName="/ppt/ink/ink427.xml" ContentType="application/inkml+xml"/>
  <Override PartName="/ppt/ink/ink428.xml" ContentType="application/inkml+xml"/>
  <Override PartName="/ppt/ink/ink429.xml" ContentType="application/inkml+xml"/>
  <Override PartName="/ppt/ink/ink430.xml" ContentType="application/inkml+xml"/>
  <Override PartName="/ppt/ink/ink431.xml" ContentType="application/inkml+xml"/>
  <Override PartName="/ppt/ink/ink432.xml" ContentType="application/inkml+xml"/>
  <Override PartName="/ppt/ink/ink433.xml" ContentType="application/inkml+xml"/>
  <Override PartName="/ppt/ink/ink434.xml" ContentType="application/inkml+xml"/>
  <Override PartName="/ppt/ink/ink435.xml" ContentType="application/inkml+xml"/>
  <Override PartName="/ppt/ink/ink436.xml" ContentType="application/inkml+xml"/>
  <Override PartName="/ppt/ink/ink437.xml" ContentType="application/inkml+xml"/>
  <Override PartName="/ppt/ink/ink438.xml" ContentType="application/inkml+xml"/>
  <Override PartName="/ppt/ink/ink439.xml" ContentType="application/inkml+xml"/>
  <Override PartName="/ppt/ink/ink440.xml" ContentType="application/inkml+xml"/>
  <Override PartName="/ppt/ink/ink441.xml" ContentType="application/inkml+xml"/>
  <Override PartName="/ppt/ink/ink442.xml" ContentType="application/inkml+xml"/>
  <Override PartName="/ppt/ink/ink443.xml" ContentType="application/inkml+xml"/>
  <Override PartName="/ppt/ink/ink444.xml" ContentType="application/inkml+xml"/>
  <Override PartName="/ppt/ink/ink445.xml" ContentType="application/inkml+xml"/>
  <Override PartName="/ppt/ink/ink446.xml" ContentType="application/inkml+xml"/>
  <Override PartName="/ppt/ink/ink447.xml" ContentType="application/inkml+xml"/>
  <Override PartName="/ppt/ink/ink448.xml" ContentType="application/inkml+xml"/>
  <Override PartName="/ppt/ink/ink449.xml" ContentType="application/inkml+xml"/>
  <Override PartName="/ppt/ink/ink450.xml" ContentType="application/inkml+xml"/>
  <Override PartName="/ppt/ink/ink451.xml" ContentType="application/inkml+xml"/>
  <Override PartName="/ppt/ink/ink452.xml" ContentType="application/inkml+xml"/>
  <Override PartName="/ppt/ink/ink453.xml" ContentType="application/inkml+xml"/>
  <Override PartName="/ppt/ink/ink454.xml" ContentType="application/inkml+xml"/>
  <Override PartName="/ppt/ink/ink455.xml" ContentType="application/inkml+xml"/>
  <Override PartName="/ppt/ink/ink456.xml" ContentType="application/inkml+xml"/>
  <Override PartName="/ppt/ink/ink457.xml" ContentType="application/inkml+xml"/>
  <Override PartName="/ppt/ink/ink458.xml" ContentType="application/inkml+xml"/>
  <Override PartName="/ppt/ink/ink459.xml" ContentType="application/inkml+xml"/>
  <Override PartName="/ppt/ink/ink460.xml" ContentType="application/inkml+xml"/>
  <Override PartName="/ppt/ink/ink461.xml" ContentType="application/inkml+xml"/>
  <Override PartName="/ppt/ink/ink462.xml" ContentType="application/inkml+xml"/>
  <Override PartName="/ppt/ink/ink463.xml" ContentType="application/inkml+xml"/>
  <Override PartName="/ppt/ink/ink464.xml" ContentType="application/inkml+xml"/>
  <Override PartName="/ppt/ink/ink465.xml" ContentType="application/inkml+xml"/>
  <Override PartName="/ppt/ink/ink466.xml" ContentType="application/inkml+xml"/>
  <Override PartName="/ppt/ink/ink467.xml" ContentType="application/inkml+xml"/>
  <Override PartName="/ppt/ink/ink468.xml" ContentType="application/inkml+xml"/>
  <Override PartName="/ppt/ink/ink469.xml" ContentType="application/inkml+xml"/>
  <Override PartName="/ppt/ink/ink470.xml" ContentType="application/inkml+xml"/>
  <Override PartName="/ppt/ink/ink471.xml" ContentType="application/inkml+xml"/>
  <Override PartName="/ppt/ink/ink472.xml" ContentType="application/inkml+xml"/>
  <Override PartName="/ppt/ink/ink473.xml" ContentType="application/inkml+xml"/>
  <Override PartName="/ppt/ink/ink474.xml" ContentType="application/inkml+xml"/>
  <Override PartName="/ppt/ink/ink475.xml" ContentType="application/inkml+xml"/>
  <Override PartName="/ppt/ink/ink476.xml" ContentType="application/inkml+xml"/>
  <Override PartName="/ppt/ink/ink477.xml" ContentType="application/inkml+xml"/>
  <Override PartName="/ppt/ink/ink478.xml" ContentType="application/inkml+xml"/>
  <Override PartName="/ppt/ink/ink479.xml" ContentType="application/inkml+xml"/>
  <Override PartName="/ppt/ink/ink480.xml" ContentType="application/inkml+xml"/>
  <Override PartName="/ppt/ink/ink481.xml" ContentType="application/inkml+xml"/>
  <Override PartName="/ppt/ink/ink482.xml" ContentType="application/inkml+xml"/>
  <Override PartName="/ppt/ink/ink483.xml" ContentType="application/inkml+xml"/>
  <Override PartName="/ppt/ink/ink484.xml" ContentType="application/inkml+xml"/>
  <Override PartName="/ppt/ink/ink485.xml" ContentType="application/inkml+xml"/>
  <Override PartName="/ppt/ink/ink486.xml" ContentType="application/inkml+xml"/>
  <Override PartName="/ppt/ink/ink487.xml" ContentType="application/inkml+xml"/>
  <Override PartName="/ppt/ink/ink488.xml" ContentType="application/inkml+xml"/>
  <Override PartName="/ppt/ink/ink489.xml" ContentType="application/inkml+xml"/>
  <Override PartName="/ppt/ink/ink490.xml" ContentType="application/inkml+xml"/>
  <Override PartName="/ppt/ink/ink491.xml" ContentType="application/inkml+xml"/>
  <Override PartName="/ppt/ink/ink492.xml" ContentType="application/inkml+xml"/>
  <Override PartName="/ppt/ink/ink493.xml" ContentType="application/inkml+xml"/>
  <Override PartName="/ppt/ink/ink494.xml" ContentType="application/inkml+xml"/>
  <Override PartName="/ppt/notesSlides/notesSlide12.xml" ContentType="application/vnd.openxmlformats-officedocument.presentationml.notesSlide+xml"/>
  <Override PartName="/ppt/ink/ink495.xml" ContentType="application/inkml+xml"/>
  <Override PartName="/ppt/ink/ink496.xml" ContentType="application/inkml+xml"/>
  <Override PartName="/ppt/ink/ink497.xml" ContentType="application/inkml+xml"/>
  <Override PartName="/ppt/ink/ink498.xml" ContentType="application/inkml+xml"/>
  <Override PartName="/ppt/ink/ink499.xml" ContentType="application/inkml+xml"/>
  <Override PartName="/ppt/ink/ink500.xml" ContentType="application/inkml+xml"/>
  <Override PartName="/ppt/ink/ink501.xml" ContentType="application/inkml+xml"/>
  <Override PartName="/ppt/ink/ink502.xml" ContentType="application/inkml+xml"/>
  <Override PartName="/ppt/ink/ink503.xml" ContentType="application/inkml+xml"/>
  <Override PartName="/ppt/ink/ink504.xml" ContentType="application/inkml+xml"/>
  <Override PartName="/ppt/ink/ink505.xml" ContentType="application/inkml+xml"/>
  <Override PartName="/ppt/ink/ink506.xml" ContentType="application/inkml+xml"/>
  <Override PartName="/ppt/ink/ink507.xml" ContentType="application/inkml+xml"/>
  <Override PartName="/ppt/ink/ink508.xml" ContentType="application/inkml+xml"/>
  <Override PartName="/ppt/ink/ink509.xml" ContentType="application/inkml+xml"/>
  <Override PartName="/ppt/ink/ink510.xml" ContentType="application/inkml+xml"/>
  <Override PartName="/ppt/ink/ink511.xml" ContentType="application/inkml+xml"/>
  <Override PartName="/ppt/ink/ink512.xml" ContentType="application/inkml+xml"/>
  <Override PartName="/ppt/ink/ink513.xml" ContentType="application/inkml+xml"/>
  <Override PartName="/ppt/ink/ink514.xml" ContentType="application/inkml+xml"/>
  <Override PartName="/ppt/ink/ink515.xml" ContentType="application/inkml+xml"/>
  <Override PartName="/ppt/ink/ink516.xml" ContentType="application/inkml+xml"/>
  <Override PartName="/ppt/ink/ink517.xml" ContentType="application/inkml+xml"/>
  <Override PartName="/ppt/ink/ink518.xml" ContentType="application/inkml+xml"/>
  <Override PartName="/ppt/ink/ink519.xml" ContentType="application/inkml+xml"/>
  <Override PartName="/ppt/ink/ink520.xml" ContentType="application/inkml+xml"/>
  <Override PartName="/ppt/ink/ink521.xml" ContentType="application/inkml+xml"/>
  <Override PartName="/ppt/ink/ink522.xml" ContentType="application/inkml+xml"/>
  <Override PartName="/ppt/ink/ink523.xml" ContentType="application/inkml+xml"/>
  <Override PartName="/ppt/ink/ink524.xml" ContentType="application/inkml+xml"/>
  <Override PartName="/ppt/ink/ink525.xml" ContentType="application/inkml+xml"/>
  <Override PartName="/ppt/ink/ink526.xml" ContentType="application/inkml+xml"/>
  <Override PartName="/ppt/ink/ink527.xml" ContentType="application/inkml+xml"/>
  <Override PartName="/ppt/ink/ink528.xml" ContentType="application/inkml+xml"/>
  <Override PartName="/ppt/ink/ink529.xml" ContentType="application/inkml+xml"/>
  <Override PartName="/ppt/ink/ink530.xml" ContentType="application/inkml+xml"/>
  <Override PartName="/ppt/ink/ink531.xml" ContentType="application/inkml+xml"/>
  <Override PartName="/ppt/ink/ink532.xml" ContentType="application/inkml+xml"/>
  <Override PartName="/ppt/ink/ink533.xml" ContentType="application/inkml+xml"/>
  <Override PartName="/ppt/ink/ink534.xml" ContentType="application/inkml+xml"/>
  <Override PartName="/ppt/ink/ink535.xml" ContentType="application/inkml+xml"/>
  <Override PartName="/ppt/ink/ink536.xml" ContentType="application/inkml+xml"/>
  <Override PartName="/ppt/ink/ink537.xml" ContentType="application/inkml+xml"/>
  <Override PartName="/ppt/ink/ink538.xml" ContentType="application/inkml+xml"/>
  <Override PartName="/ppt/ink/ink539.xml" ContentType="application/inkml+xml"/>
  <Override PartName="/ppt/ink/ink540.xml" ContentType="application/inkml+xml"/>
  <Override PartName="/ppt/ink/ink541.xml" ContentType="application/inkml+xml"/>
  <Override PartName="/ppt/ink/ink542.xml" ContentType="application/inkml+xml"/>
  <Override PartName="/ppt/ink/ink543.xml" ContentType="application/inkml+xml"/>
  <Override PartName="/ppt/ink/ink544.xml" ContentType="application/inkml+xml"/>
  <Override PartName="/ppt/ink/ink545.xml" ContentType="application/inkml+xml"/>
  <Override PartName="/ppt/ink/ink546.xml" ContentType="application/inkml+xml"/>
  <Override PartName="/ppt/ink/ink547.xml" ContentType="application/inkml+xml"/>
  <Override PartName="/ppt/ink/ink548.xml" ContentType="application/inkml+xml"/>
  <Override PartName="/ppt/ink/ink549.xml" ContentType="application/inkml+xml"/>
  <Override PartName="/ppt/ink/ink550.xml" ContentType="application/inkml+xml"/>
  <Override PartName="/ppt/ink/ink551.xml" ContentType="application/inkml+xml"/>
  <Override PartName="/ppt/ink/ink552.xml" ContentType="application/inkml+xml"/>
  <Override PartName="/ppt/ink/ink553.xml" ContentType="application/inkml+xml"/>
  <Override PartName="/ppt/ink/ink554.xml" ContentType="application/inkml+xml"/>
  <Override PartName="/ppt/ink/ink555.xml" ContentType="application/inkml+xml"/>
  <Override PartName="/ppt/ink/ink556.xml" ContentType="application/inkml+xml"/>
  <Override PartName="/ppt/ink/ink557.xml" ContentType="application/inkml+xml"/>
  <Override PartName="/ppt/ink/ink558.xml" ContentType="application/inkml+xml"/>
  <Override PartName="/ppt/ink/ink559.xml" ContentType="application/inkml+xml"/>
  <Override PartName="/ppt/ink/ink560.xml" ContentType="application/inkml+xml"/>
  <Override PartName="/ppt/ink/ink561.xml" ContentType="application/inkml+xml"/>
  <Override PartName="/ppt/ink/ink562.xml" ContentType="application/inkml+xml"/>
  <Override PartName="/ppt/ink/ink563.xml" ContentType="application/inkml+xml"/>
  <Override PartName="/ppt/ink/ink564.xml" ContentType="application/inkml+xml"/>
  <Override PartName="/ppt/ink/ink565.xml" ContentType="application/inkml+xml"/>
  <Override PartName="/ppt/ink/ink566.xml" ContentType="application/inkml+xml"/>
  <Override PartName="/ppt/ink/ink567.xml" ContentType="application/inkml+xml"/>
  <Override PartName="/ppt/ink/ink568.xml" ContentType="application/inkml+xml"/>
  <Override PartName="/ppt/ink/ink569.xml" ContentType="application/inkml+xml"/>
  <Override PartName="/ppt/ink/ink570.xml" ContentType="application/inkml+xml"/>
  <Override PartName="/ppt/ink/ink571.xml" ContentType="application/inkml+xml"/>
  <Override PartName="/ppt/ink/ink572.xml" ContentType="application/inkml+xml"/>
  <Override PartName="/ppt/ink/ink573.xml" ContentType="application/inkml+xml"/>
  <Override PartName="/ppt/ink/ink574.xml" ContentType="application/inkml+xml"/>
  <Override PartName="/ppt/ink/ink575.xml" ContentType="application/inkml+xml"/>
  <Override PartName="/ppt/ink/ink576.xml" ContentType="application/inkml+xml"/>
  <Override PartName="/ppt/ink/ink577.xml" ContentType="application/inkml+xml"/>
  <Override PartName="/ppt/ink/ink578.xml" ContentType="application/inkml+xml"/>
  <Override PartName="/ppt/ink/ink579.xml" ContentType="application/inkml+xml"/>
  <Override PartName="/ppt/ink/ink580.xml" ContentType="application/inkml+xml"/>
  <Override PartName="/ppt/ink/ink581.xml" ContentType="application/inkml+xml"/>
  <Override PartName="/ppt/ink/ink582.xml" ContentType="application/inkml+xml"/>
  <Override PartName="/ppt/ink/ink583.xml" ContentType="application/inkml+xml"/>
  <Override PartName="/ppt/ink/ink584.xml" ContentType="application/inkml+xml"/>
  <Override PartName="/ppt/ink/ink585.xml" ContentType="application/inkml+xml"/>
  <Override PartName="/ppt/ink/ink586.xml" ContentType="application/inkml+xml"/>
  <Override PartName="/ppt/ink/ink587.xml" ContentType="application/inkml+xml"/>
  <Override PartName="/ppt/ink/ink588.xml" ContentType="application/inkml+xml"/>
  <Override PartName="/ppt/ink/ink589.xml" ContentType="application/inkml+xml"/>
  <Override PartName="/ppt/ink/ink590.xml" ContentType="application/inkml+xml"/>
  <Override PartName="/ppt/ink/ink591.xml" ContentType="application/inkml+xml"/>
  <Override PartName="/ppt/ink/ink592.xml" ContentType="application/inkml+xml"/>
  <Override PartName="/ppt/ink/ink593.xml" ContentType="application/inkml+xml"/>
  <Override PartName="/ppt/ink/ink594.xml" ContentType="application/inkml+xml"/>
  <Override PartName="/ppt/ink/ink595.xml" ContentType="application/inkml+xml"/>
  <Override PartName="/ppt/ink/ink596.xml" ContentType="application/inkml+xml"/>
  <Override PartName="/ppt/ink/ink597.xml" ContentType="application/inkml+xml"/>
  <Override PartName="/ppt/ink/ink598.xml" ContentType="application/inkml+xml"/>
  <Override PartName="/ppt/ink/ink599.xml" ContentType="application/inkml+xml"/>
  <Override PartName="/ppt/ink/ink600.xml" ContentType="application/inkml+xml"/>
  <Override PartName="/ppt/notesSlides/notesSlide13.xml" ContentType="application/vnd.openxmlformats-officedocument.presentationml.notesSlide+xml"/>
  <Override PartName="/ppt/ink/ink601.xml" ContentType="application/inkml+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ink/ink602.xml" ContentType="application/inkml+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9" r:id="rId2"/>
  </p:sldMasterIdLst>
  <p:notesMasterIdLst>
    <p:notesMasterId r:id="rId27"/>
  </p:notesMasterIdLst>
  <p:sldIdLst>
    <p:sldId id="605" r:id="rId3"/>
    <p:sldId id="606" r:id="rId4"/>
    <p:sldId id="561" r:id="rId5"/>
    <p:sldId id="563" r:id="rId6"/>
    <p:sldId id="608" r:id="rId7"/>
    <p:sldId id="607" r:id="rId8"/>
    <p:sldId id="562" r:id="rId9"/>
    <p:sldId id="615" r:id="rId10"/>
    <p:sldId id="616" r:id="rId11"/>
    <p:sldId id="564" r:id="rId12"/>
    <p:sldId id="565" r:id="rId13"/>
    <p:sldId id="612" r:id="rId14"/>
    <p:sldId id="567" r:id="rId15"/>
    <p:sldId id="613" r:id="rId16"/>
    <p:sldId id="614" r:id="rId17"/>
    <p:sldId id="610" r:id="rId18"/>
    <p:sldId id="609" r:id="rId19"/>
    <p:sldId id="568" r:id="rId20"/>
    <p:sldId id="572" r:id="rId21"/>
    <p:sldId id="569" r:id="rId22"/>
    <p:sldId id="571" r:id="rId23"/>
    <p:sldId id="570" r:id="rId24"/>
    <p:sldId id="574" r:id="rId25"/>
    <p:sldId id="559"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00F093-4F05-4898-BCBC-64F9F336744D}" v="8" dt="2022-09-20T03:49:28.92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23" autoAdjust="0"/>
    <p:restoredTop sz="77323" autoAdjust="0"/>
  </p:normalViewPr>
  <p:slideViewPr>
    <p:cSldViewPr snapToGrid="0">
      <p:cViewPr varScale="1">
        <p:scale>
          <a:sx n="82" d="100"/>
          <a:sy n="82" d="100"/>
        </p:scale>
        <p:origin x="96" y="15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epika Vatsa" userId="f7100972-27fe-4ee6-8fb4-ec9b7931b409" providerId="ADAL" clId="{3291ADED-E722-4D72-B4E8-25130B6F1C00}"/>
    <pc:docChg chg="undo custSel addSld delSld modSld sldOrd">
      <pc:chgData name="Deepika Vatsa" userId="f7100972-27fe-4ee6-8fb4-ec9b7931b409" providerId="ADAL" clId="{3291ADED-E722-4D72-B4E8-25130B6F1C00}" dt="2022-08-04T09:36:26.211" v="13202" actId="20577"/>
      <pc:docMkLst>
        <pc:docMk/>
      </pc:docMkLst>
      <pc:sldChg chg="modSp mod">
        <pc:chgData name="Deepika Vatsa" userId="f7100972-27fe-4ee6-8fb4-ec9b7931b409" providerId="ADAL" clId="{3291ADED-E722-4D72-B4E8-25130B6F1C00}" dt="2022-08-03T07:51:45.010" v="7027" actId="113"/>
        <pc:sldMkLst>
          <pc:docMk/>
          <pc:sldMk cId="492309654" sldId="256"/>
        </pc:sldMkLst>
        <pc:spChg chg="mod">
          <ac:chgData name="Deepika Vatsa" userId="f7100972-27fe-4ee6-8fb4-ec9b7931b409" providerId="ADAL" clId="{3291ADED-E722-4D72-B4E8-25130B6F1C00}" dt="2022-08-02T04:23:47.475" v="176" actId="20577"/>
          <ac:spMkLst>
            <pc:docMk/>
            <pc:sldMk cId="492309654" sldId="256"/>
            <ac:spMk id="2" creationId="{E0C40C05-8385-48CA-92A2-DF37B0EE4230}"/>
          </ac:spMkLst>
        </pc:spChg>
        <pc:spChg chg="mod">
          <ac:chgData name="Deepika Vatsa" userId="f7100972-27fe-4ee6-8fb4-ec9b7931b409" providerId="ADAL" clId="{3291ADED-E722-4D72-B4E8-25130B6F1C00}" dt="2022-08-03T07:51:45.010" v="7027" actId="113"/>
          <ac:spMkLst>
            <pc:docMk/>
            <pc:sldMk cId="492309654" sldId="256"/>
            <ac:spMk id="3" creationId="{D11C1709-B620-47DC-9742-B9FB880F0527}"/>
          </ac:spMkLst>
        </pc:spChg>
      </pc:sldChg>
      <pc:sldChg chg="modSp mod">
        <pc:chgData name="Deepika Vatsa" userId="f7100972-27fe-4ee6-8fb4-ec9b7931b409" providerId="ADAL" clId="{3291ADED-E722-4D72-B4E8-25130B6F1C00}" dt="2022-08-02T05:22:27.112" v="717" actId="20577"/>
        <pc:sldMkLst>
          <pc:docMk/>
          <pc:sldMk cId="3472450693" sldId="257"/>
        </pc:sldMkLst>
        <pc:spChg chg="mod">
          <ac:chgData name="Deepika Vatsa" userId="f7100972-27fe-4ee6-8fb4-ec9b7931b409" providerId="ADAL" clId="{3291ADED-E722-4D72-B4E8-25130B6F1C00}" dt="2022-08-02T05:22:27.112" v="717" actId="20577"/>
          <ac:spMkLst>
            <pc:docMk/>
            <pc:sldMk cId="3472450693" sldId="257"/>
            <ac:spMk id="2" creationId="{62761FFB-B61B-4D55-81FD-2A4988EECDC9}"/>
          </ac:spMkLst>
        </pc:spChg>
        <pc:spChg chg="mod">
          <ac:chgData name="Deepika Vatsa" userId="f7100972-27fe-4ee6-8fb4-ec9b7931b409" providerId="ADAL" clId="{3291ADED-E722-4D72-B4E8-25130B6F1C00}" dt="2022-08-02T05:06:45.017" v="327" actId="20577"/>
          <ac:spMkLst>
            <pc:docMk/>
            <pc:sldMk cId="3472450693" sldId="257"/>
            <ac:spMk id="3" creationId="{80E36F94-92C5-49C4-89B0-FDCC3A53501B}"/>
          </ac:spMkLst>
        </pc:spChg>
      </pc:sldChg>
      <pc:sldChg chg="addSp modSp add mod modNotesTx">
        <pc:chgData name="Deepika Vatsa" userId="f7100972-27fe-4ee6-8fb4-ec9b7931b409" providerId="ADAL" clId="{3291ADED-E722-4D72-B4E8-25130B6F1C00}" dt="2022-08-02T10:04:30.526" v="5127" actId="20577"/>
        <pc:sldMkLst>
          <pc:docMk/>
          <pc:sldMk cId="0" sldId="260"/>
        </pc:sldMkLst>
        <pc:spChg chg="mod">
          <ac:chgData name="Deepika Vatsa" userId="f7100972-27fe-4ee6-8fb4-ec9b7931b409" providerId="ADAL" clId="{3291ADED-E722-4D72-B4E8-25130B6F1C00}" dt="2022-08-02T04:20:40.124" v="13" actId="1036"/>
          <ac:spMkLst>
            <pc:docMk/>
            <pc:sldMk cId="0" sldId="260"/>
            <ac:spMk id="9" creationId="{3FC51FE3-A4A7-458D-814C-D0DCC098464F}"/>
          </ac:spMkLst>
        </pc:spChg>
        <pc:spChg chg="mod">
          <ac:chgData name="Deepika Vatsa" userId="f7100972-27fe-4ee6-8fb4-ec9b7931b409" providerId="ADAL" clId="{3291ADED-E722-4D72-B4E8-25130B6F1C00}" dt="2022-08-02T04:21:39.212" v="44" actId="1036"/>
          <ac:spMkLst>
            <pc:docMk/>
            <pc:sldMk cId="0" sldId="260"/>
            <ac:spMk id="10" creationId="{BCB88034-3308-4C39-9DE6-E1200C70C5B9}"/>
          </ac:spMkLst>
        </pc:spChg>
        <pc:spChg chg="add mod">
          <ac:chgData name="Deepika Vatsa" userId="f7100972-27fe-4ee6-8fb4-ec9b7931b409" providerId="ADAL" clId="{3291ADED-E722-4D72-B4E8-25130B6F1C00}" dt="2022-08-02T04:22:03.721" v="93" actId="20577"/>
          <ac:spMkLst>
            <pc:docMk/>
            <pc:sldMk cId="0" sldId="260"/>
            <ac:spMk id="16" creationId="{CFB741DD-6D6A-4048-8211-A2948AF8B56B}"/>
          </ac:spMkLst>
        </pc:spChg>
        <pc:cxnChg chg="mod">
          <ac:chgData name="Deepika Vatsa" userId="f7100972-27fe-4ee6-8fb4-ec9b7931b409" providerId="ADAL" clId="{3291ADED-E722-4D72-B4E8-25130B6F1C00}" dt="2022-08-02T04:21:29.945" v="29" actId="13822"/>
          <ac:cxnSpMkLst>
            <pc:docMk/>
            <pc:sldMk cId="0" sldId="260"/>
            <ac:cxnSpMk id="11" creationId="{CB1315CC-DFEE-48D7-9E66-C3CD54A44B2B}"/>
          </ac:cxnSpMkLst>
        </pc:cxnChg>
        <pc:cxnChg chg="mod">
          <ac:chgData name="Deepika Vatsa" userId="f7100972-27fe-4ee6-8fb4-ec9b7931b409" providerId="ADAL" clId="{3291ADED-E722-4D72-B4E8-25130B6F1C00}" dt="2022-08-02T04:21:43.260" v="52" actId="1038"/>
          <ac:cxnSpMkLst>
            <pc:docMk/>
            <pc:sldMk cId="0" sldId="260"/>
            <ac:cxnSpMk id="13" creationId="{10A5614B-8041-438A-ADBE-CE3A4D27FA68}"/>
          </ac:cxnSpMkLst>
        </pc:cxnChg>
        <pc:cxnChg chg="mod">
          <ac:chgData name="Deepika Vatsa" userId="f7100972-27fe-4ee6-8fb4-ec9b7931b409" providerId="ADAL" clId="{3291ADED-E722-4D72-B4E8-25130B6F1C00}" dt="2022-08-02T04:20:40.124" v="13" actId="1036"/>
          <ac:cxnSpMkLst>
            <pc:docMk/>
            <pc:sldMk cId="0" sldId="260"/>
            <ac:cxnSpMk id="14" creationId="{143650B0-8620-4D0C-81AD-1E228DB707E3}"/>
          </ac:cxnSpMkLst>
        </pc:cxnChg>
      </pc:sldChg>
      <pc:sldChg chg="modSp add mod">
        <pc:chgData name="Deepika Vatsa" userId="f7100972-27fe-4ee6-8fb4-ec9b7931b409" providerId="ADAL" clId="{3291ADED-E722-4D72-B4E8-25130B6F1C00}" dt="2022-08-02T05:27:31.824" v="803" actId="20577"/>
        <pc:sldMkLst>
          <pc:docMk/>
          <pc:sldMk cId="0" sldId="444"/>
        </pc:sldMkLst>
        <pc:spChg chg="mod">
          <ac:chgData name="Deepika Vatsa" userId="f7100972-27fe-4ee6-8fb4-ec9b7931b409" providerId="ADAL" clId="{3291ADED-E722-4D72-B4E8-25130B6F1C00}" dt="2022-08-02T05:27:31.824" v="803" actId="20577"/>
          <ac:spMkLst>
            <pc:docMk/>
            <pc:sldMk cId="0" sldId="444"/>
            <ac:spMk id="3" creationId="{8742D992-CD80-4072-8891-5DE4E4E9A046}"/>
          </ac:spMkLst>
        </pc:spChg>
      </pc:sldChg>
      <pc:sldChg chg="addSp modSp add mod">
        <pc:chgData name="Deepika Vatsa" userId="f7100972-27fe-4ee6-8fb4-ec9b7931b409" providerId="ADAL" clId="{3291ADED-E722-4D72-B4E8-25130B6F1C00}" dt="2022-08-02T04:49:32.031" v="241" actId="1076"/>
        <pc:sldMkLst>
          <pc:docMk/>
          <pc:sldMk cId="0" sldId="446"/>
        </pc:sldMkLst>
        <pc:picChg chg="add mod ord">
          <ac:chgData name="Deepika Vatsa" userId="f7100972-27fe-4ee6-8fb4-ec9b7931b409" providerId="ADAL" clId="{3291ADED-E722-4D72-B4E8-25130B6F1C00}" dt="2022-08-02T04:49:32.031" v="241" actId="1076"/>
          <ac:picMkLst>
            <pc:docMk/>
            <pc:sldMk cId="0" sldId="446"/>
            <ac:picMk id="5" creationId="{C6A5244B-F656-4E88-A42A-3266EE91F6F3}"/>
          </ac:picMkLst>
        </pc:picChg>
        <pc:picChg chg="mod">
          <ac:chgData name="Deepika Vatsa" userId="f7100972-27fe-4ee6-8fb4-ec9b7931b409" providerId="ADAL" clId="{3291ADED-E722-4D72-B4E8-25130B6F1C00}" dt="2022-08-02T04:49:28.253" v="240" actId="1076"/>
          <ac:picMkLst>
            <pc:docMk/>
            <pc:sldMk cId="0" sldId="446"/>
            <ac:picMk id="10244" creationId="{33A2C098-77FB-498B-89C1-293A02B3BCFB}"/>
          </ac:picMkLst>
        </pc:picChg>
      </pc:sldChg>
      <pc:sldChg chg="modSp add mod ord">
        <pc:chgData name="Deepika Vatsa" userId="f7100972-27fe-4ee6-8fb4-ec9b7931b409" providerId="ADAL" clId="{3291ADED-E722-4D72-B4E8-25130B6F1C00}" dt="2022-08-02T10:15:49.873" v="6002"/>
        <pc:sldMkLst>
          <pc:docMk/>
          <pc:sldMk cId="0" sldId="454"/>
        </pc:sldMkLst>
        <pc:spChg chg="mod">
          <ac:chgData name="Deepika Vatsa" userId="f7100972-27fe-4ee6-8fb4-ec9b7931b409" providerId="ADAL" clId="{3291ADED-E722-4D72-B4E8-25130B6F1C00}" dt="2022-08-02T05:36:04.752" v="974" actId="20577"/>
          <ac:spMkLst>
            <pc:docMk/>
            <pc:sldMk cId="0" sldId="454"/>
            <ac:spMk id="3" creationId="{C205F30A-7C17-4484-8544-4186CC2C5D59}"/>
          </ac:spMkLst>
        </pc:spChg>
        <pc:spChg chg="mod">
          <ac:chgData name="Deepika Vatsa" userId="f7100972-27fe-4ee6-8fb4-ec9b7931b409" providerId="ADAL" clId="{3291ADED-E722-4D72-B4E8-25130B6F1C00}" dt="2022-08-02T05:35:35.807" v="972" actId="20577"/>
          <ac:spMkLst>
            <pc:docMk/>
            <pc:sldMk cId="0" sldId="454"/>
            <ac:spMk id="11266" creationId="{7D9174AF-1F1E-4E7D-A243-C1A8E99F08E4}"/>
          </ac:spMkLst>
        </pc:spChg>
      </pc:sldChg>
      <pc:sldChg chg="modSp add mod">
        <pc:chgData name="Deepika Vatsa" userId="f7100972-27fe-4ee6-8fb4-ec9b7931b409" providerId="ADAL" clId="{3291ADED-E722-4D72-B4E8-25130B6F1C00}" dt="2022-08-02T05:51:19.773" v="1476" actId="20577"/>
        <pc:sldMkLst>
          <pc:docMk/>
          <pc:sldMk cId="0" sldId="519"/>
        </pc:sldMkLst>
        <pc:spChg chg="mod">
          <ac:chgData name="Deepika Vatsa" userId="f7100972-27fe-4ee6-8fb4-ec9b7931b409" providerId="ADAL" clId="{3291ADED-E722-4D72-B4E8-25130B6F1C00}" dt="2022-08-02T05:51:19.773" v="1476" actId="20577"/>
          <ac:spMkLst>
            <pc:docMk/>
            <pc:sldMk cId="0" sldId="519"/>
            <ac:spMk id="13314" creationId="{CBAC7A8F-7EE2-476E-B83C-7B434D873662}"/>
          </ac:spMkLst>
        </pc:spChg>
      </pc:sldChg>
      <pc:sldChg chg="modSp add mod ord modNotesTx">
        <pc:chgData name="Deepika Vatsa" userId="f7100972-27fe-4ee6-8fb4-ec9b7931b409" providerId="ADAL" clId="{3291ADED-E722-4D72-B4E8-25130B6F1C00}" dt="2022-08-02T10:07:54.172" v="5433" actId="20577"/>
        <pc:sldMkLst>
          <pc:docMk/>
          <pc:sldMk cId="0" sldId="521"/>
        </pc:sldMkLst>
        <pc:spChg chg="mod">
          <ac:chgData name="Deepika Vatsa" userId="f7100972-27fe-4ee6-8fb4-ec9b7931b409" providerId="ADAL" clId="{3291ADED-E722-4D72-B4E8-25130B6F1C00}" dt="2022-08-02T10:05:28.796" v="5263" actId="20577"/>
          <ac:spMkLst>
            <pc:docMk/>
            <pc:sldMk cId="0" sldId="521"/>
            <ac:spMk id="9220" creationId="{91FFA14E-91B3-44B2-AF3A-49B6235ECEC6}"/>
          </ac:spMkLst>
        </pc:spChg>
      </pc:sldChg>
      <pc:sldChg chg="modSp add">
        <pc:chgData name="Deepika Vatsa" userId="f7100972-27fe-4ee6-8fb4-ec9b7931b409" providerId="ADAL" clId="{3291ADED-E722-4D72-B4E8-25130B6F1C00}" dt="2022-08-02T05:57:52.333" v="1653" actId="1036"/>
        <pc:sldMkLst>
          <pc:docMk/>
          <pc:sldMk cId="0" sldId="522"/>
        </pc:sldMkLst>
        <pc:spChg chg="mod">
          <ac:chgData name="Deepika Vatsa" userId="f7100972-27fe-4ee6-8fb4-ec9b7931b409" providerId="ADAL" clId="{3291ADED-E722-4D72-B4E8-25130B6F1C00}" dt="2022-08-02T05:57:45.673" v="1634" actId="1076"/>
          <ac:spMkLst>
            <pc:docMk/>
            <pc:sldMk cId="0" sldId="522"/>
            <ac:spMk id="14338" creationId="{FBD8693C-3A18-46C7-B80E-01E033CDECDC}"/>
          </ac:spMkLst>
        </pc:spChg>
        <pc:spChg chg="mod">
          <ac:chgData name="Deepika Vatsa" userId="f7100972-27fe-4ee6-8fb4-ec9b7931b409" providerId="ADAL" clId="{3291ADED-E722-4D72-B4E8-25130B6F1C00}" dt="2022-08-02T05:57:52.333" v="1653" actId="1036"/>
          <ac:spMkLst>
            <pc:docMk/>
            <pc:sldMk cId="0" sldId="522"/>
            <ac:spMk id="14344" creationId="{F3771709-78BD-404C-857F-78F9A6047677}"/>
          </ac:spMkLst>
        </pc:spChg>
        <pc:picChg chg="mod">
          <ac:chgData name="Deepika Vatsa" userId="f7100972-27fe-4ee6-8fb4-ec9b7931b409" providerId="ADAL" clId="{3291ADED-E722-4D72-B4E8-25130B6F1C00}" dt="2022-08-02T05:57:52.333" v="1653" actId="1036"/>
          <ac:picMkLst>
            <pc:docMk/>
            <pc:sldMk cId="0" sldId="522"/>
            <ac:picMk id="14342" creationId="{AED56A7C-E3E2-4205-BE15-2EBFD59166F0}"/>
          </ac:picMkLst>
        </pc:picChg>
      </pc:sldChg>
      <pc:sldChg chg="addSp modSp add">
        <pc:chgData name="Deepika Vatsa" userId="f7100972-27fe-4ee6-8fb4-ec9b7931b409" providerId="ADAL" clId="{3291ADED-E722-4D72-B4E8-25130B6F1C00}" dt="2022-08-02T05:57:34.884" v="1632" actId="1037"/>
        <pc:sldMkLst>
          <pc:docMk/>
          <pc:sldMk cId="0" sldId="523"/>
        </pc:sldMkLst>
        <pc:spChg chg="add mod">
          <ac:chgData name="Deepika Vatsa" userId="f7100972-27fe-4ee6-8fb4-ec9b7931b409" providerId="ADAL" clId="{3291ADED-E722-4D72-B4E8-25130B6F1C00}" dt="2022-08-02T05:57:34.884" v="1632" actId="1037"/>
          <ac:spMkLst>
            <pc:docMk/>
            <pc:sldMk cId="0" sldId="523"/>
            <ac:spMk id="9" creationId="{B17BC3F7-CA5E-4FEC-940A-2EC0774E93A3}"/>
          </ac:spMkLst>
        </pc:spChg>
        <pc:spChg chg="mod">
          <ac:chgData name="Deepika Vatsa" userId="f7100972-27fe-4ee6-8fb4-ec9b7931b409" providerId="ADAL" clId="{3291ADED-E722-4D72-B4E8-25130B6F1C00}" dt="2022-08-02T05:56:52.588" v="1477" actId="1076"/>
          <ac:spMkLst>
            <pc:docMk/>
            <pc:sldMk cId="0" sldId="523"/>
            <ac:spMk id="15362" creationId="{4733C1E2-24F3-4754-9834-2DBF479B7C27}"/>
          </ac:spMkLst>
        </pc:spChg>
        <pc:spChg chg="mod">
          <ac:chgData name="Deepika Vatsa" userId="f7100972-27fe-4ee6-8fb4-ec9b7931b409" providerId="ADAL" clId="{3291ADED-E722-4D72-B4E8-25130B6F1C00}" dt="2022-08-02T05:56:58.612" v="1501" actId="1035"/>
          <ac:spMkLst>
            <pc:docMk/>
            <pc:sldMk cId="0" sldId="523"/>
            <ac:spMk id="15367" creationId="{121C9651-2280-4086-A2C0-835AE7BDB729}"/>
          </ac:spMkLst>
        </pc:spChg>
        <pc:spChg chg="mod">
          <ac:chgData name="Deepika Vatsa" userId="f7100972-27fe-4ee6-8fb4-ec9b7931b409" providerId="ADAL" clId="{3291ADED-E722-4D72-B4E8-25130B6F1C00}" dt="2022-08-02T05:57:25.513" v="1611" actId="1036"/>
          <ac:spMkLst>
            <pc:docMk/>
            <pc:sldMk cId="0" sldId="523"/>
            <ac:spMk id="15368" creationId="{B2C3323A-ECE1-4DD1-BCE2-8341E5E14404}"/>
          </ac:spMkLst>
        </pc:spChg>
        <pc:picChg chg="add mod">
          <ac:chgData name="Deepika Vatsa" userId="f7100972-27fe-4ee6-8fb4-ec9b7931b409" providerId="ADAL" clId="{3291ADED-E722-4D72-B4E8-25130B6F1C00}" dt="2022-08-02T05:57:34.884" v="1632" actId="1037"/>
          <ac:picMkLst>
            <pc:docMk/>
            <pc:sldMk cId="0" sldId="523"/>
            <ac:picMk id="10" creationId="{FBA8AA4A-DF71-41F4-9D0A-AB3FBAB4F540}"/>
          </ac:picMkLst>
        </pc:picChg>
        <pc:picChg chg="mod">
          <ac:chgData name="Deepika Vatsa" userId="f7100972-27fe-4ee6-8fb4-ec9b7931b409" providerId="ADAL" clId="{3291ADED-E722-4D72-B4E8-25130B6F1C00}" dt="2022-08-02T05:56:58.612" v="1501" actId="1035"/>
          <ac:picMkLst>
            <pc:docMk/>
            <pc:sldMk cId="0" sldId="523"/>
            <ac:picMk id="15365" creationId="{831E7FDA-685A-491C-B34A-934B97194A84}"/>
          </ac:picMkLst>
        </pc:picChg>
        <pc:picChg chg="mod">
          <ac:chgData name="Deepika Vatsa" userId="f7100972-27fe-4ee6-8fb4-ec9b7931b409" providerId="ADAL" clId="{3291ADED-E722-4D72-B4E8-25130B6F1C00}" dt="2022-08-02T05:57:25.513" v="1611" actId="1036"/>
          <ac:picMkLst>
            <pc:docMk/>
            <pc:sldMk cId="0" sldId="523"/>
            <ac:picMk id="15366" creationId="{A1045A5C-B36F-4CE7-937A-5EFD0F56F6EC}"/>
          </ac:picMkLst>
        </pc:picChg>
      </pc:sldChg>
      <pc:sldChg chg="delSp add del">
        <pc:chgData name="Deepika Vatsa" userId="f7100972-27fe-4ee6-8fb4-ec9b7931b409" providerId="ADAL" clId="{3291ADED-E722-4D72-B4E8-25130B6F1C00}" dt="2022-08-02T05:57:39.918" v="1633" actId="47"/>
        <pc:sldMkLst>
          <pc:docMk/>
          <pc:sldMk cId="0" sldId="524"/>
        </pc:sldMkLst>
        <pc:spChg chg="del">
          <ac:chgData name="Deepika Vatsa" userId="f7100972-27fe-4ee6-8fb4-ec9b7931b409" providerId="ADAL" clId="{3291ADED-E722-4D72-B4E8-25130B6F1C00}" dt="2022-08-02T05:57:10.223" v="1531" actId="21"/>
          <ac:spMkLst>
            <pc:docMk/>
            <pc:sldMk cId="0" sldId="524"/>
            <ac:spMk id="16389" creationId="{A5E9E8B8-54AA-45CB-B630-7300EC928F5E}"/>
          </ac:spMkLst>
        </pc:spChg>
        <pc:picChg chg="del">
          <ac:chgData name="Deepika Vatsa" userId="f7100972-27fe-4ee6-8fb4-ec9b7931b409" providerId="ADAL" clId="{3291ADED-E722-4D72-B4E8-25130B6F1C00}" dt="2022-08-02T05:57:10.223" v="1531" actId="21"/>
          <ac:picMkLst>
            <pc:docMk/>
            <pc:sldMk cId="0" sldId="524"/>
            <ac:picMk id="16392" creationId="{DE8B858E-3707-4312-9838-072D5963F5C6}"/>
          </ac:picMkLst>
        </pc:picChg>
      </pc:sldChg>
      <pc:sldChg chg="modSp add mod">
        <pc:chgData name="Deepika Vatsa" userId="f7100972-27fe-4ee6-8fb4-ec9b7931b409" providerId="ADAL" clId="{3291ADED-E722-4D72-B4E8-25130B6F1C00}" dt="2022-08-02T05:37:15.306" v="989" actId="20577"/>
        <pc:sldMkLst>
          <pc:docMk/>
          <pc:sldMk cId="0" sldId="542"/>
        </pc:sldMkLst>
        <pc:spChg chg="mod">
          <ac:chgData name="Deepika Vatsa" userId="f7100972-27fe-4ee6-8fb4-ec9b7931b409" providerId="ADAL" clId="{3291ADED-E722-4D72-B4E8-25130B6F1C00}" dt="2022-08-02T05:37:15.306" v="989" actId="20577"/>
          <ac:spMkLst>
            <pc:docMk/>
            <pc:sldMk cId="0" sldId="542"/>
            <ac:spMk id="3" creationId="{73C816AA-8985-49DC-B97C-CF26B5B068D9}"/>
          </ac:spMkLst>
        </pc:spChg>
        <pc:spChg chg="mod">
          <ac:chgData name="Deepika Vatsa" userId="f7100972-27fe-4ee6-8fb4-ec9b7931b409" providerId="ADAL" clId="{3291ADED-E722-4D72-B4E8-25130B6F1C00}" dt="2022-08-02T05:36:58.583" v="984" actId="20577"/>
          <ac:spMkLst>
            <pc:docMk/>
            <pc:sldMk cId="0" sldId="542"/>
            <ac:spMk id="12290" creationId="{795297E3-61AF-419D-AA9F-FB176E051720}"/>
          </ac:spMkLst>
        </pc:spChg>
      </pc:sldChg>
      <pc:sldChg chg="addSp delSp modSp new mod modNotesTx">
        <pc:chgData name="Deepika Vatsa" userId="f7100972-27fe-4ee6-8fb4-ec9b7931b409" providerId="ADAL" clId="{3291ADED-E722-4D72-B4E8-25130B6F1C00}" dt="2022-08-02T09:58:53.141" v="5021" actId="20577"/>
        <pc:sldMkLst>
          <pc:docMk/>
          <pc:sldMk cId="2124192201" sldId="543"/>
        </pc:sldMkLst>
        <pc:spChg chg="del mod">
          <ac:chgData name="Deepika Vatsa" userId="f7100972-27fe-4ee6-8fb4-ec9b7931b409" providerId="ADAL" clId="{3291ADED-E722-4D72-B4E8-25130B6F1C00}" dt="2022-08-02T05:15:06.676" v="634" actId="478"/>
          <ac:spMkLst>
            <pc:docMk/>
            <pc:sldMk cId="2124192201" sldId="543"/>
            <ac:spMk id="2" creationId="{FB578C73-661F-4DC5-84B8-F64A212D389B}"/>
          </ac:spMkLst>
        </pc:spChg>
        <pc:spChg chg="del">
          <ac:chgData name="Deepika Vatsa" userId="f7100972-27fe-4ee6-8fb4-ec9b7931b409" providerId="ADAL" clId="{3291ADED-E722-4D72-B4E8-25130B6F1C00}" dt="2022-08-02T05:06:54.553" v="328" actId="478"/>
          <ac:spMkLst>
            <pc:docMk/>
            <pc:sldMk cId="2124192201" sldId="543"/>
            <ac:spMk id="3" creationId="{2B224D1B-5B72-4604-ACE4-DD246E53E398}"/>
          </ac:spMkLst>
        </pc:spChg>
        <pc:spChg chg="add mod">
          <ac:chgData name="Deepika Vatsa" userId="f7100972-27fe-4ee6-8fb4-ec9b7931b409" providerId="ADAL" clId="{3291ADED-E722-4D72-B4E8-25130B6F1C00}" dt="2022-08-02T09:50:59.852" v="4098" actId="6549"/>
          <ac:spMkLst>
            <pc:docMk/>
            <pc:sldMk cId="2124192201" sldId="543"/>
            <ac:spMk id="6" creationId="{47631036-3A0F-4E75-A879-957017069B49}"/>
          </ac:spMkLst>
        </pc:spChg>
        <pc:spChg chg="add mod">
          <ac:chgData name="Deepika Vatsa" userId="f7100972-27fe-4ee6-8fb4-ec9b7931b409" providerId="ADAL" clId="{3291ADED-E722-4D72-B4E8-25130B6F1C00}" dt="2022-08-02T09:51:03.842" v="4099" actId="6549"/>
          <ac:spMkLst>
            <pc:docMk/>
            <pc:sldMk cId="2124192201" sldId="543"/>
            <ac:spMk id="7" creationId="{8C8EC707-7EDD-44E3-9196-6FF5FB72B380}"/>
          </ac:spMkLst>
        </pc:spChg>
        <pc:spChg chg="add mod">
          <ac:chgData name="Deepika Vatsa" userId="f7100972-27fe-4ee6-8fb4-ec9b7931b409" providerId="ADAL" clId="{3291ADED-E722-4D72-B4E8-25130B6F1C00}" dt="2022-08-02T05:20:52.013" v="703" actId="1076"/>
          <ac:spMkLst>
            <pc:docMk/>
            <pc:sldMk cId="2124192201" sldId="543"/>
            <ac:spMk id="8" creationId="{4EDBCB09-D995-422D-87CD-70E194643C92}"/>
          </ac:spMkLst>
        </pc:spChg>
        <pc:spChg chg="add mod">
          <ac:chgData name="Deepika Vatsa" userId="f7100972-27fe-4ee6-8fb4-ec9b7931b409" providerId="ADAL" clId="{3291ADED-E722-4D72-B4E8-25130B6F1C00}" dt="2022-08-02T09:50:53.250" v="4097" actId="404"/>
          <ac:spMkLst>
            <pc:docMk/>
            <pc:sldMk cId="2124192201" sldId="543"/>
            <ac:spMk id="15" creationId="{BCBCDEEC-C4B5-4EB8-8B4B-EDA9E99D2F16}"/>
          </ac:spMkLst>
        </pc:spChg>
        <pc:picChg chg="add del mod ord modCrop">
          <ac:chgData name="Deepika Vatsa" userId="f7100972-27fe-4ee6-8fb4-ec9b7931b409" providerId="ADAL" clId="{3291ADED-E722-4D72-B4E8-25130B6F1C00}" dt="2022-08-02T05:08:51.252" v="333" actId="478"/>
          <ac:picMkLst>
            <pc:docMk/>
            <pc:sldMk cId="2124192201" sldId="543"/>
            <ac:picMk id="5" creationId="{EAA760CC-D0E1-431A-8755-A1CCFEED6C63}"/>
          </ac:picMkLst>
        </pc:picChg>
        <pc:picChg chg="add mod modCrop">
          <ac:chgData name="Deepika Vatsa" userId="f7100972-27fe-4ee6-8fb4-ec9b7931b409" providerId="ADAL" clId="{3291ADED-E722-4D72-B4E8-25130B6F1C00}" dt="2022-08-02T09:50:29.824" v="4070" actId="1076"/>
          <ac:picMkLst>
            <pc:docMk/>
            <pc:sldMk cId="2124192201" sldId="543"/>
            <ac:picMk id="10" creationId="{E22FD091-D2AC-48F7-854B-91EBD889B3F2}"/>
          </ac:picMkLst>
        </pc:picChg>
        <pc:picChg chg="add mod modCrop">
          <ac:chgData name="Deepika Vatsa" userId="f7100972-27fe-4ee6-8fb4-ec9b7931b409" providerId="ADAL" clId="{3291ADED-E722-4D72-B4E8-25130B6F1C00}" dt="2022-08-02T09:51:06.917" v="4100" actId="1076"/>
          <ac:picMkLst>
            <pc:docMk/>
            <pc:sldMk cId="2124192201" sldId="543"/>
            <ac:picMk id="12" creationId="{961DF107-8E6A-4173-8D7A-1EDDEDFF0A4D}"/>
          </ac:picMkLst>
        </pc:picChg>
        <pc:picChg chg="add mod">
          <ac:chgData name="Deepika Vatsa" userId="f7100972-27fe-4ee6-8fb4-ec9b7931b409" providerId="ADAL" clId="{3291ADED-E722-4D72-B4E8-25130B6F1C00}" dt="2022-08-02T05:22:06.922" v="710" actId="1076"/>
          <ac:picMkLst>
            <pc:docMk/>
            <pc:sldMk cId="2124192201" sldId="543"/>
            <ac:picMk id="14" creationId="{0DD799E7-7D4D-4C6B-92A7-A4277A6B985F}"/>
          </ac:picMkLst>
        </pc:picChg>
      </pc:sldChg>
      <pc:sldChg chg="addSp delSp modSp new del mod">
        <pc:chgData name="Deepika Vatsa" userId="f7100972-27fe-4ee6-8fb4-ec9b7931b409" providerId="ADAL" clId="{3291ADED-E722-4D72-B4E8-25130B6F1C00}" dt="2022-08-02T04:49:36.765" v="242" actId="47"/>
        <pc:sldMkLst>
          <pc:docMk/>
          <pc:sldMk cId="3812708689" sldId="543"/>
        </pc:sldMkLst>
        <pc:spChg chg="del">
          <ac:chgData name="Deepika Vatsa" userId="f7100972-27fe-4ee6-8fb4-ec9b7931b409" providerId="ADAL" clId="{3291ADED-E722-4D72-B4E8-25130B6F1C00}" dt="2022-08-02T04:48:59.826" v="233" actId="478"/>
          <ac:spMkLst>
            <pc:docMk/>
            <pc:sldMk cId="3812708689" sldId="543"/>
            <ac:spMk id="2" creationId="{27972EE3-664C-410B-AE5B-BD15536AEAB6}"/>
          </ac:spMkLst>
        </pc:spChg>
        <pc:picChg chg="add del mod modCrop">
          <ac:chgData name="Deepika Vatsa" userId="f7100972-27fe-4ee6-8fb4-ec9b7931b409" providerId="ADAL" clId="{3291ADED-E722-4D72-B4E8-25130B6F1C00}" dt="2022-08-02T04:49:11.965" v="236" actId="21"/>
          <ac:picMkLst>
            <pc:docMk/>
            <pc:sldMk cId="3812708689" sldId="543"/>
            <ac:picMk id="4" creationId="{8E850A99-AA6D-4EB0-9E72-CC82985C4DD4}"/>
          </ac:picMkLst>
        </pc:picChg>
      </pc:sldChg>
      <pc:sldChg chg="new del">
        <pc:chgData name="Deepika Vatsa" userId="f7100972-27fe-4ee6-8fb4-ec9b7931b409" providerId="ADAL" clId="{3291ADED-E722-4D72-B4E8-25130B6F1C00}" dt="2022-08-02T05:38:33.463" v="991" actId="47"/>
        <pc:sldMkLst>
          <pc:docMk/>
          <pc:sldMk cId="2707398985" sldId="544"/>
        </pc:sldMkLst>
      </pc:sldChg>
      <pc:sldChg chg="addSp modSp add mod modNotesTx">
        <pc:chgData name="Deepika Vatsa" userId="f7100972-27fe-4ee6-8fb4-ec9b7931b409" providerId="ADAL" clId="{3291ADED-E722-4D72-B4E8-25130B6F1C00}" dt="2022-08-02T10:25:31.588" v="6900" actId="20577"/>
        <pc:sldMkLst>
          <pc:docMk/>
          <pc:sldMk cId="3333838952" sldId="544"/>
        </pc:sldMkLst>
        <pc:spChg chg="add mod">
          <ac:chgData name="Deepika Vatsa" userId="f7100972-27fe-4ee6-8fb4-ec9b7931b409" providerId="ADAL" clId="{3291ADED-E722-4D72-B4E8-25130B6F1C00}" dt="2022-08-02T05:44:53.548" v="1437" actId="403"/>
          <ac:spMkLst>
            <pc:docMk/>
            <pc:sldMk cId="3333838952" sldId="544"/>
            <ac:spMk id="2" creationId="{876EC85A-9E98-431D-99DA-93047B6A1169}"/>
          </ac:spMkLst>
        </pc:spChg>
        <pc:spChg chg="mod">
          <ac:chgData name="Deepika Vatsa" userId="f7100972-27fe-4ee6-8fb4-ec9b7931b409" providerId="ADAL" clId="{3291ADED-E722-4D72-B4E8-25130B6F1C00}" dt="2022-08-02T10:17:30.436" v="6063" actId="20577"/>
          <ac:spMkLst>
            <pc:docMk/>
            <pc:sldMk cId="3333838952" sldId="544"/>
            <ac:spMk id="3" creationId="{73C816AA-8985-49DC-B97C-CF26B5B068D9}"/>
          </ac:spMkLst>
        </pc:spChg>
        <pc:spChg chg="add mod">
          <ac:chgData name="Deepika Vatsa" userId="f7100972-27fe-4ee6-8fb4-ec9b7931b409" providerId="ADAL" clId="{3291ADED-E722-4D72-B4E8-25130B6F1C00}" dt="2022-08-02T05:49:54.909" v="1466" actId="1037"/>
          <ac:spMkLst>
            <pc:docMk/>
            <pc:sldMk cId="3333838952" sldId="544"/>
            <ac:spMk id="7" creationId="{150361ED-11EB-47EB-B13D-82A3255775C2}"/>
          </ac:spMkLst>
        </pc:spChg>
        <pc:spChg chg="add mod">
          <ac:chgData name="Deepika Vatsa" userId="f7100972-27fe-4ee6-8fb4-ec9b7931b409" providerId="ADAL" clId="{3291ADED-E722-4D72-B4E8-25130B6F1C00}" dt="2022-08-02T05:44:42.431" v="1435" actId="403"/>
          <ac:spMkLst>
            <pc:docMk/>
            <pc:sldMk cId="3333838952" sldId="544"/>
            <ac:spMk id="8" creationId="{B24B5BFC-C5EC-4EEF-A678-F331A68AA639}"/>
          </ac:spMkLst>
        </pc:spChg>
        <pc:spChg chg="mod">
          <ac:chgData name="Deepika Vatsa" userId="f7100972-27fe-4ee6-8fb4-ec9b7931b409" providerId="ADAL" clId="{3291ADED-E722-4D72-B4E8-25130B6F1C00}" dt="2022-08-02T05:38:42.026" v="996" actId="20577"/>
          <ac:spMkLst>
            <pc:docMk/>
            <pc:sldMk cId="3333838952" sldId="544"/>
            <ac:spMk id="12290" creationId="{795297E3-61AF-419D-AA9F-FB176E051720}"/>
          </ac:spMkLst>
        </pc:spChg>
        <pc:picChg chg="add mod">
          <ac:chgData name="Deepika Vatsa" userId="f7100972-27fe-4ee6-8fb4-ec9b7931b409" providerId="ADAL" clId="{3291ADED-E722-4D72-B4E8-25130B6F1C00}" dt="2022-08-02T05:49:05.369" v="1440" actId="1076"/>
          <ac:picMkLst>
            <pc:docMk/>
            <pc:sldMk cId="3333838952" sldId="544"/>
            <ac:picMk id="5" creationId="{0633AD17-0538-493C-BF7B-FCBAD7595C07}"/>
          </ac:picMkLst>
        </pc:picChg>
        <pc:picChg chg="add mod">
          <ac:chgData name="Deepika Vatsa" userId="f7100972-27fe-4ee6-8fb4-ec9b7931b409" providerId="ADAL" clId="{3291ADED-E722-4D72-B4E8-25130B6F1C00}" dt="2022-08-02T05:50:01.106" v="1468" actId="1076"/>
          <ac:picMkLst>
            <pc:docMk/>
            <pc:sldMk cId="3333838952" sldId="544"/>
            <ac:picMk id="9" creationId="{22F66F09-6D24-4648-8D4B-04BBE4E1E515}"/>
          </ac:picMkLst>
        </pc:picChg>
        <pc:picChg chg="add mod">
          <ac:chgData name="Deepika Vatsa" userId="f7100972-27fe-4ee6-8fb4-ec9b7931b409" providerId="ADAL" clId="{3291ADED-E722-4D72-B4E8-25130B6F1C00}" dt="2022-08-02T05:51:06.210" v="1470" actId="1076"/>
          <ac:picMkLst>
            <pc:docMk/>
            <pc:sldMk cId="3333838952" sldId="544"/>
            <ac:picMk id="11" creationId="{9EF450B5-A787-4EA7-BA06-A5123E0609ED}"/>
          </ac:picMkLst>
        </pc:picChg>
      </pc:sldChg>
      <pc:sldChg chg="addSp delSp modSp new mod modNotesTx">
        <pc:chgData name="Deepika Vatsa" userId="f7100972-27fe-4ee6-8fb4-ec9b7931b409" providerId="ADAL" clId="{3291ADED-E722-4D72-B4E8-25130B6F1C00}" dt="2022-08-03T09:54:38.622" v="8918" actId="20577"/>
        <pc:sldMkLst>
          <pc:docMk/>
          <pc:sldMk cId="4255949818" sldId="545"/>
        </pc:sldMkLst>
        <pc:spChg chg="mod">
          <ac:chgData name="Deepika Vatsa" userId="f7100972-27fe-4ee6-8fb4-ec9b7931b409" providerId="ADAL" clId="{3291ADED-E722-4D72-B4E8-25130B6F1C00}" dt="2022-08-02T06:21:12.163" v="1857" actId="14100"/>
          <ac:spMkLst>
            <pc:docMk/>
            <pc:sldMk cId="4255949818" sldId="545"/>
            <ac:spMk id="2" creationId="{E198A5B3-AA77-4574-857A-B0BAF7ED7A51}"/>
          </ac:spMkLst>
        </pc:spChg>
        <pc:spChg chg="add mod">
          <ac:chgData name="Deepika Vatsa" userId="f7100972-27fe-4ee6-8fb4-ec9b7931b409" providerId="ADAL" clId="{3291ADED-E722-4D72-B4E8-25130B6F1C00}" dt="2022-08-02T06:03:15.895" v="1703" actId="14100"/>
          <ac:spMkLst>
            <pc:docMk/>
            <pc:sldMk cId="4255949818" sldId="545"/>
            <ac:spMk id="3" creationId="{7513A98B-7EE2-411B-9C45-C5B84E25262E}"/>
          </ac:spMkLst>
        </pc:spChg>
        <pc:spChg chg="add del mod">
          <ac:chgData name="Deepika Vatsa" userId="f7100972-27fe-4ee6-8fb4-ec9b7931b409" providerId="ADAL" clId="{3291ADED-E722-4D72-B4E8-25130B6F1C00}" dt="2022-08-02T06:25:40.535" v="1910" actId="478"/>
          <ac:spMkLst>
            <pc:docMk/>
            <pc:sldMk cId="4255949818" sldId="545"/>
            <ac:spMk id="6" creationId="{B521FFDF-D974-4507-AFF6-0CB68B7888C0}"/>
          </ac:spMkLst>
        </pc:spChg>
        <pc:spChg chg="add del mod">
          <ac:chgData name="Deepika Vatsa" userId="f7100972-27fe-4ee6-8fb4-ec9b7931b409" providerId="ADAL" clId="{3291ADED-E722-4D72-B4E8-25130B6F1C00}" dt="2022-08-02T06:25:40.535" v="1910" actId="478"/>
          <ac:spMkLst>
            <pc:docMk/>
            <pc:sldMk cId="4255949818" sldId="545"/>
            <ac:spMk id="7" creationId="{FA18092F-4840-404B-BFBD-0D6D40908BAF}"/>
          </ac:spMkLst>
        </pc:spChg>
        <pc:spChg chg="add del mod">
          <ac:chgData name="Deepika Vatsa" userId="f7100972-27fe-4ee6-8fb4-ec9b7931b409" providerId="ADAL" clId="{3291ADED-E722-4D72-B4E8-25130B6F1C00}" dt="2022-08-02T06:25:40.535" v="1910" actId="478"/>
          <ac:spMkLst>
            <pc:docMk/>
            <pc:sldMk cId="4255949818" sldId="545"/>
            <ac:spMk id="8" creationId="{E6C69D27-A4EF-4CC7-8D28-79879990C359}"/>
          </ac:spMkLst>
        </pc:spChg>
        <pc:spChg chg="add del mod">
          <ac:chgData name="Deepika Vatsa" userId="f7100972-27fe-4ee6-8fb4-ec9b7931b409" providerId="ADAL" clId="{3291ADED-E722-4D72-B4E8-25130B6F1C00}" dt="2022-08-02T06:25:40.535" v="1910" actId="478"/>
          <ac:spMkLst>
            <pc:docMk/>
            <pc:sldMk cId="4255949818" sldId="545"/>
            <ac:spMk id="9" creationId="{76E4AEF4-99F8-4669-84EB-1355F1DF246D}"/>
          </ac:spMkLst>
        </pc:spChg>
        <pc:picChg chg="add del mod">
          <ac:chgData name="Deepika Vatsa" userId="f7100972-27fe-4ee6-8fb4-ec9b7931b409" providerId="ADAL" clId="{3291ADED-E722-4D72-B4E8-25130B6F1C00}" dt="2022-08-02T06:25:33.173" v="1909" actId="478"/>
          <ac:picMkLst>
            <pc:docMk/>
            <pc:sldMk cId="4255949818" sldId="545"/>
            <ac:picMk id="5" creationId="{D39E487D-42BD-44B6-86D2-E1A0668F8BCA}"/>
          </ac:picMkLst>
        </pc:picChg>
        <pc:picChg chg="add del mod">
          <ac:chgData name="Deepika Vatsa" userId="f7100972-27fe-4ee6-8fb4-ec9b7931b409" providerId="ADAL" clId="{3291ADED-E722-4D72-B4E8-25130B6F1C00}" dt="2022-08-02T06:30:42.220" v="1918" actId="478"/>
          <ac:picMkLst>
            <pc:docMk/>
            <pc:sldMk cId="4255949818" sldId="545"/>
            <ac:picMk id="10" creationId="{88D4E2BA-BF81-4099-83C0-F70D1CCC3FFB}"/>
          </ac:picMkLst>
        </pc:picChg>
        <pc:picChg chg="add mod">
          <ac:chgData name="Deepika Vatsa" userId="f7100972-27fe-4ee6-8fb4-ec9b7931b409" providerId="ADAL" clId="{3291ADED-E722-4D72-B4E8-25130B6F1C00}" dt="2022-08-02T06:31:00.026" v="1925" actId="1076"/>
          <ac:picMkLst>
            <pc:docMk/>
            <pc:sldMk cId="4255949818" sldId="545"/>
            <ac:picMk id="12" creationId="{0582751B-1751-4F42-988E-8FD8C485FBDC}"/>
          </ac:picMkLst>
        </pc:picChg>
      </pc:sldChg>
      <pc:sldChg chg="addSp delSp modSp add del mod">
        <pc:chgData name="Deepika Vatsa" userId="f7100972-27fe-4ee6-8fb4-ec9b7931b409" providerId="ADAL" clId="{3291ADED-E722-4D72-B4E8-25130B6F1C00}" dt="2022-08-02T06:25:59.094" v="1917" actId="47"/>
        <pc:sldMkLst>
          <pc:docMk/>
          <pc:sldMk cId="1248345707" sldId="546"/>
        </pc:sldMkLst>
        <pc:picChg chg="del">
          <ac:chgData name="Deepika Vatsa" userId="f7100972-27fe-4ee6-8fb4-ec9b7931b409" providerId="ADAL" clId="{3291ADED-E722-4D72-B4E8-25130B6F1C00}" dt="2022-08-02T06:25:24.176" v="1906" actId="478"/>
          <ac:picMkLst>
            <pc:docMk/>
            <pc:sldMk cId="1248345707" sldId="546"/>
            <ac:picMk id="5" creationId="{D39E487D-42BD-44B6-86D2-E1A0668F8BCA}"/>
          </ac:picMkLst>
        </pc:picChg>
        <pc:picChg chg="add del mod">
          <ac:chgData name="Deepika Vatsa" userId="f7100972-27fe-4ee6-8fb4-ec9b7931b409" providerId="ADAL" clId="{3291ADED-E722-4D72-B4E8-25130B6F1C00}" dt="2022-08-02T06:25:44.813" v="1911" actId="21"/>
          <ac:picMkLst>
            <pc:docMk/>
            <pc:sldMk cId="1248345707" sldId="546"/>
            <ac:picMk id="10" creationId="{E485923E-3299-4004-A860-BA498B818011}"/>
          </ac:picMkLst>
        </pc:picChg>
      </pc:sldChg>
      <pc:sldChg chg="addSp delSp modSp new mod modNotesTx">
        <pc:chgData name="Deepika Vatsa" userId="f7100972-27fe-4ee6-8fb4-ec9b7931b409" providerId="ADAL" clId="{3291ADED-E722-4D72-B4E8-25130B6F1C00}" dt="2022-08-03T09:01:09.111" v="8136" actId="20577"/>
        <pc:sldMkLst>
          <pc:docMk/>
          <pc:sldMk cId="3134347243" sldId="546"/>
        </pc:sldMkLst>
        <pc:spChg chg="del mod">
          <ac:chgData name="Deepika Vatsa" userId="f7100972-27fe-4ee6-8fb4-ec9b7931b409" providerId="ADAL" clId="{3291ADED-E722-4D72-B4E8-25130B6F1C00}" dt="2022-08-02T07:15:45.072" v="1937" actId="478"/>
          <ac:spMkLst>
            <pc:docMk/>
            <pc:sldMk cId="3134347243" sldId="546"/>
            <ac:spMk id="2" creationId="{8A67B2D3-E82B-4A59-950C-83131B956037}"/>
          </ac:spMkLst>
        </pc:spChg>
        <pc:spChg chg="add mod">
          <ac:chgData name="Deepika Vatsa" userId="f7100972-27fe-4ee6-8fb4-ec9b7931b409" providerId="ADAL" clId="{3291ADED-E722-4D72-B4E8-25130B6F1C00}" dt="2022-08-03T08:59:32.327" v="8029"/>
          <ac:spMkLst>
            <pc:docMk/>
            <pc:sldMk cId="3134347243" sldId="546"/>
            <ac:spMk id="6" creationId="{4A2BBF6E-CEFD-4B3B-9213-771FB248BFDE}"/>
          </ac:spMkLst>
        </pc:spChg>
        <pc:picChg chg="add mod modCrop">
          <ac:chgData name="Deepika Vatsa" userId="f7100972-27fe-4ee6-8fb4-ec9b7931b409" providerId="ADAL" clId="{3291ADED-E722-4D72-B4E8-25130B6F1C00}" dt="2022-08-02T07:15:32.688" v="1935" actId="1076"/>
          <ac:picMkLst>
            <pc:docMk/>
            <pc:sldMk cId="3134347243" sldId="546"/>
            <ac:picMk id="4" creationId="{9E1038A7-A714-4537-AACF-317428CC9041}"/>
          </ac:picMkLst>
        </pc:picChg>
        <pc:picChg chg="add mod modCrop">
          <ac:chgData name="Deepika Vatsa" userId="f7100972-27fe-4ee6-8fb4-ec9b7931b409" providerId="ADAL" clId="{3291ADED-E722-4D72-B4E8-25130B6F1C00}" dt="2022-08-02T07:15:28.981" v="1934" actId="1076"/>
          <ac:picMkLst>
            <pc:docMk/>
            <pc:sldMk cId="3134347243" sldId="546"/>
            <ac:picMk id="5" creationId="{8BC749A2-F79D-459C-AFD0-819778A1F160}"/>
          </ac:picMkLst>
        </pc:picChg>
      </pc:sldChg>
      <pc:sldChg chg="addSp delSp modSp new mod">
        <pc:chgData name="Deepika Vatsa" userId="f7100972-27fe-4ee6-8fb4-ec9b7931b409" providerId="ADAL" clId="{3291ADED-E722-4D72-B4E8-25130B6F1C00}" dt="2022-08-03T10:11:14.517" v="9532" actId="1076"/>
        <pc:sldMkLst>
          <pc:docMk/>
          <pc:sldMk cId="1109385362" sldId="547"/>
        </pc:sldMkLst>
        <pc:spChg chg="add del">
          <ac:chgData name="Deepika Vatsa" userId="f7100972-27fe-4ee6-8fb4-ec9b7931b409" providerId="ADAL" clId="{3291ADED-E722-4D72-B4E8-25130B6F1C00}" dt="2022-08-02T07:29:45.273" v="1950" actId="478"/>
          <ac:spMkLst>
            <pc:docMk/>
            <pc:sldMk cId="1109385362" sldId="547"/>
            <ac:spMk id="2" creationId="{16647000-37EF-4977-9339-0B1B74C4DC3E}"/>
          </ac:spMkLst>
        </pc:spChg>
        <pc:spChg chg="add mod">
          <ac:chgData name="Deepika Vatsa" userId="f7100972-27fe-4ee6-8fb4-ec9b7931b409" providerId="ADAL" clId="{3291ADED-E722-4D72-B4E8-25130B6F1C00}" dt="2022-08-03T09:55:38.503" v="8932" actId="20577"/>
          <ac:spMkLst>
            <pc:docMk/>
            <pc:sldMk cId="1109385362" sldId="547"/>
            <ac:spMk id="3" creationId="{CE692883-A57E-4D91-884A-76AC513E9C94}"/>
          </ac:spMkLst>
        </pc:spChg>
        <pc:spChg chg="add mod">
          <ac:chgData name="Deepika Vatsa" userId="f7100972-27fe-4ee6-8fb4-ec9b7931b409" providerId="ADAL" clId="{3291ADED-E722-4D72-B4E8-25130B6F1C00}" dt="2022-08-03T10:11:14.517" v="9532" actId="1076"/>
          <ac:spMkLst>
            <pc:docMk/>
            <pc:sldMk cId="1109385362" sldId="547"/>
            <ac:spMk id="4" creationId="{2D57B701-10FD-461C-9863-7FD02A3164D8}"/>
          </ac:spMkLst>
        </pc:spChg>
      </pc:sldChg>
      <pc:sldChg chg="addSp delSp modSp new mod modNotesTx">
        <pc:chgData name="Deepika Vatsa" userId="f7100972-27fe-4ee6-8fb4-ec9b7931b409" providerId="ADAL" clId="{3291ADED-E722-4D72-B4E8-25130B6F1C00}" dt="2022-08-03T09:59:13.345" v="8976" actId="20577"/>
        <pc:sldMkLst>
          <pc:docMk/>
          <pc:sldMk cId="1888868402" sldId="548"/>
        </pc:sldMkLst>
        <pc:spChg chg="del">
          <ac:chgData name="Deepika Vatsa" userId="f7100972-27fe-4ee6-8fb4-ec9b7931b409" providerId="ADAL" clId="{3291ADED-E722-4D72-B4E8-25130B6F1C00}" dt="2022-08-02T07:34:38.295" v="2041" actId="478"/>
          <ac:spMkLst>
            <pc:docMk/>
            <pc:sldMk cId="1888868402" sldId="548"/>
            <ac:spMk id="2" creationId="{EEE392AC-8BD0-408E-A870-9EEFF6380150}"/>
          </ac:spMkLst>
        </pc:spChg>
        <pc:spChg chg="add mod">
          <ac:chgData name="Deepika Vatsa" userId="f7100972-27fe-4ee6-8fb4-ec9b7931b409" providerId="ADAL" clId="{3291ADED-E722-4D72-B4E8-25130B6F1C00}" dt="2022-08-03T09:59:13.345" v="8976" actId="20577"/>
          <ac:spMkLst>
            <pc:docMk/>
            <pc:sldMk cId="1888868402" sldId="548"/>
            <ac:spMk id="5" creationId="{0FDEED16-F3F7-444C-BA0B-6F43726B3E9D}"/>
          </ac:spMkLst>
        </pc:spChg>
        <pc:picChg chg="add mod modCrop">
          <ac:chgData name="Deepika Vatsa" userId="f7100972-27fe-4ee6-8fb4-ec9b7931b409" providerId="ADAL" clId="{3291ADED-E722-4D72-B4E8-25130B6F1C00}" dt="2022-08-03T09:17:01.925" v="8431" actId="14100"/>
          <ac:picMkLst>
            <pc:docMk/>
            <pc:sldMk cId="1888868402" sldId="548"/>
            <ac:picMk id="4" creationId="{0BA75463-27E0-4F69-A0DE-9CC524FCC1C3}"/>
          </ac:picMkLst>
        </pc:picChg>
      </pc:sldChg>
      <pc:sldChg chg="addSp delSp modSp new del mod">
        <pc:chgData name="Deepika Vatsa" userId="f7100972-27fe-4ee6-8fb4-ec9b7931b409" providerId="ADAL" clId="{3291ADED-E722-4D72-B4E8-25130B6F1C00}" dt="2022-08-03T10:17:50.603" v="9533" actId="47"/>
        <pc:sldMkLst>
          <pc:docMk/>
          <pc:sldMk cId="1000256191" sldId="549"/>
        </pc:sldMkLst>
        <pc:spChg chg="del">
          <ac:chgData name="Deepika Vatsa" userId="f7100972-27fe-4ee6-8fb4-ec9b7931b409" providerId="ADAL" clId="{3291ADED-E722-4D72-B4E8-25130B6F1C00}" dt="2022-08-02T07:34:58.188" v="2044" actId="478"/>
          <ac:spMkLst>
            <pc:docMk/>
            <pc:sldMk cId="1000256191" sldId="549"/>
            <ac:spMk id="2" creationId="{3330A2DE-C7D1-4794-A799-D99D78CBCF1B}"/>
          </ac:spMkLst>
        </pc:spChg>
        <pc:spChg chg="add mod">
          <ac:chgData name="Deepika Vatsa" userId="f7100972-27fe-4ee6-8fb4-ec9b7931b409" providerId="ADAL" clId="{3291ADED-E722-4D72-B4E8-25130B6F1C00}" dt="2022-08-02T07:35:19.257" v="2051" actId="404"/>
          <ac:spMkLst>
            <pc:docMk/>
            <pc:sldMk cId="1000256191" sldId="549"/>
            <ac:spMk id="4" creationId="{08D39C8E-BB5B-426A-99D1-448D577A44FE}"/>
          </ac:spMkLst>
        </pc:spChg>
      </pc:sldChg>
      <pc:sldChg chg="addSp modSp new del mod">
        <pc:chgData name="Deepika Vatsa" userId="f7100972-27fe-4ee6-8fb4-ec9b7931b409" providerId="ADAL" clId="{3291ADED-E722-4D72-B4E8-25130B6F1C00}" dt="2022-08-03T10:22:37.442" v="9655" actId="2696"/>
        <pc:sldMkLst>
          <pc:docMk/>
          <pc:sldMk cId="781658851" sldId="550"/>
        </pc:sldMkLst>
        <pc:spChg chg="mod">
          <ac:chgData name="Deepika Vatsa" userId="f7100972-27fe-4ee6-8fb4-ec9b7931b409" providerId="ADAL" clId="{3291ADED-E722-4D72-B4E8-25130B6F1C00}" dt="2022-08-02T07:40:47.077" v="2273" actId="20577"/>
          <ac:spMkLst>
            <pc:docMk/>
            <pc:sldMk cId="781658851" sldId="550"/>
            <ac:spMk id="2" creationId="{EC549642-0FBB-4ED8-92EA-65F7EBF2F73D}"/>
          </ac:spMkLst>
        </pc:spChg>
        <pc:spChg chg="add mod">
          <ac:chgData name="Deepika Vatsa" userId="f7100972-27fe-4ee6-8fb4-ec9b7931b409" providerId="ADAL" clId="{3291ADED-E722-4D72-B4E8-25130B6F1C00}" dt="2022-08-02T07:38:55.628" v="2092" actId="20577"/>
          <ac:spMkLst>
            <pc:docMk/>
            <pc:sldMk cId="781658851" sldId="550"/>
            <ac:spMk id="5" creationId="{05E18380-446B-4B6F-9EC6-98B449C15B4F}"/>
          </ac:spMkLst>
        </pc:spChg>
        <pc:picChg chg="add mod modCrop">
          <ac:chgData name="Deepika Vatsa" userId="f7100972-27fe-4ee6-8fb4-ec9b7931b409" providerId="ADAL" clId="{3291ADED-E722-4D72-B4E8-25130B6F1C00}" dt="2022-08-02T07:40:32.518" v="2265" actId="1076"/>
          <ac:picMkLst>
            <pc:docMk/>
            <pc:sldMk cId="781658851" sldId="550"/>
            <ac:picMk id="4" creationId="{BBFFEBB1-41B5-4F9C-B66C-FD24BDF1CEF6}"/>
          </ac:picMkLst>
        </pc:picChg>
      </pc:sldChg>
      <pc:sldChg chg="modSp add mod modNotesTx">
        <pc:chgData name="Deepika Vatsa" userId="f7100972-27fe-4ee6-8fb4-ec9b7931b409" providerId="ADAL" clId="{3291ADED-E722-4D72-B4E8-25130B6F1C00}" dt="2022-08-03T10:28:02.653" v="10199" actId="20577"/>
        <pc:sldMkLst>
          <pc:docMk/>
          <pc:sldMk cId="3934559713" sldId="550"/>
        </pc:sldMkLst>
        <pc:spChg chg="mod">
          <ac:chgData name="Deepika Vatsa" userId="f7100972-27fe-4ee6-8fb4-ec9b7931b409" providerId="ADAL" clId="{3291ADED-E722-4D72-B4E8-25130B6F1C00}" dt="2022-08-03T10:25:05.421" v="9755" actId="20577"/>
          <ac:spMkLst>
            <pc:docMk/>
            <pc:sldMk cId="3934559713" sldId="550"/>
            <ac:spMk id="5" creationId="{05E18380-446B-4B6F-9EC6-98B449C15B4F}"/>
          </ac:spMkLst>
        </pc:spChg>
      </pc:sldChg>
      <pc:sldChg chg="addSp modSp new del mod">
        <pc:chgData name="Deepika Vatsa" userId="f7100972-27fe-4ee6-8fb4-ec9b7931b409" providerId="ADAL" clId="{3291ADED-E722-4D72-B4E8-25130B6F1C00}" dt="2022-08-03T10:29:06.229" v="10200" actId="2696"/>
        <pc:sldMkLst>
          <pc:docMk/>
          <pc:sldMk cId="1474411663" sldId="551"/>
        </pc:sldMkLst>
        <pc:spChg chg="mod">
          <ac:chgData name="Deepika Vatsa" userId="f7100972-27fe-4ee6-8fb4-ec9b7931b409" providerId="ADAL" clId="{3291ADED-E722-4D72-B4E8-25130B6F1C00}" dt="2022-08-02T07:43:41.543" v="2375" actId="20577"/>
          <ac:spMkLst>
            <pc:docMk/>
            <pc:sldMk cId="1474411663" sldId="551"/>
            <ac:spMk id="2" creationId="{092D9BBE-F4BA-4CEA-9889-CD5E166FE24E}"/>
          </ac:spMkLst>
        </pc:spChg>
        <pc:spChg chg="add mod">
          <ac:chgData name="Deepika Vatsa" userId="f7100972-27fe-4ee6-8fb4-ec9b7931b409" providerId="ADAL" clId="{3291ADED-E722-4D72-B4E8-25130B6F1C00}" dt="2022-08-02T07:48:57.866" v="2493"/>
          <ac:spMkLst>
            <pc:docMk/>
            <pc:sldMk cId="1474411663" sldId="551"/>
            <ac:spMk id="5" creationId="{6246AC31-6A6E-4D74-9E39-0B2FA07C3FFF}"/>
          </ac:spMkLst>
        </pc:spChg>
        <pc:picChg chg="add mod modCrop">
          <ac:chgData name="Deepika Vatsa" userId="f7100972-27fe-4ee6-8fb4-ec9b7931b409" providerId="ADAL" clId="{3291ADED-E722-4D72-B4E8-25130B6F1C00}" dt="2022-08-02T07:44:30.224" v="2377" actId="14100"/>
          <ac:picMkLst>
            <pc:docMk/>
            <pc:sldMk cId="1474411663" sldId="551"/>
            <ac:picMk id="4" creationId="{E5F3E230-D84C-4FEF-9191-BA94AFF37035}"/>
          </ac:picMkLst>
        </pc:picChg>
      </pc:sldChg>
      <pc:sldChg chg="add modNotesTx">
        <pc:chgData name="Deepika Vatsa" userId="f7100972-27fe-4ee6-8fb4-ec9b7931b409" providerId="ADAL" clId="{3291ADED-E722-4D72-B4E8-25130B6F1C00}" dt="2022-08-03T10:32:29.907" v="10444" actId="20577"/>
        <pc:sldMkLst>
          <pc:docMk/>
          <pc:sldMk cId="2133940914" sldId="551"/>
        </pc:sldMkLst>
      </pc:sldChg>
      <pc:sldChg chg="addSp delSp modSp new del mod">
        <pc:chgData name="Deepika Vatsa" userId="f7100972-27fe-4ee6-8fb4-ec9b7931b409" providerId="ADAL" clId="{3291ADED-E722-4D72-B4E8-25130B6F1C00}" dt="2022-08-03T10:29:06.229" v="10200" actId="2696"/>
        <pc:sldMkLst>
          <pc:docMk/>
          <pc:sldMk cId="1618428373" sldId="552"/>
        </pc:sldMkLst>
        <pc:spChg chg="add del mod">
          <ac:chgData name="Deepika Vatsa" userId="f7100972-27fe-4ee6-8fb4-ec9b7931b409" providerId="ADAL" clId="{3291ADED-E722-4D72-B4E8-25130B6F1C00}" dt="2022-08-02T07:45:54.155" v="2477" actId="478"/>
          <ac:spMkLst>
            <pc:docMk/>
            <pc:sldMk cId="1618428373" sldId="552"/>
            <ac:spMk id="2" creationId="{5683F6F4-79F8-4442-8988-32A91B96D415}"/>
          </ac:spMkLst>
        </pc:spChg>
        <pc:spChg chg="add del">
          <ac:chgData name="Deepika Vatsa" userId="f7100972-27fe-4ee6-8fb4-ec9b7931b409" providerId="ADAL" clId="{3291ADED-E722-4D72-B4E8-25130B6F1C00}" dt="2022-08-02T07:45:57.269" v="2478" actId="478"/>
          <ac:spMkLst>
            <pc:docMk/>
            <pc:sldMk cId="1618428373" sldId="552"/>
            <ac:spMk id="3" creationId="{5271179C-A427-4F95-B6F9-C1731F04101D}"/>
          </ac:spMkLst>
        </pc:spChg>
        <pc:spChg chg="add del mod">
          <ac:chgData name="Deepika Vatsa" userId="f7100972-27fe-4ee6-8fb4-ec9b7931b409" providerId="ADAL" clId="{3291ADED-E722-4D72-B4E8-25130B6F1C00}" dt="2022-08-02T07:45:54.155" v="2477" actId="478"/>
          <ac:spMkLst>
            <pc:docMk/>
            <pc:sldMk cId="1618428373" sldId="552"/>
            <ac:spMk id="4" creationId="{DA53C79F-5592-4FE7-ADBC-F39F1B7A099A}"/>
          </ac:spMkLst>
        </pc:spChg>
        <pc:spChg chg="add mod">
          <ac:chgData name="Deepika Vatsa" userId="f7100972-27fe-4ee6-8fb4-ec9b7931b409" providerId="ADAL" clId="{3291ADED-E722-4D72-B4E8-25130B6F1C00}" dt="2022-08-02T07:48:59.431" v="2494"/>
          <ac:spMkLst>
            <pc:docMk/>
            <pc:sldMk cId="1618428373" sldId="552"/>
            <ac:spMk id="7" creationId="{923887D4-6EE8-4DE3-81C2-42ACFA588F0C}"/>
          </ac:spMkLst>
        </pc:spChg>
        <pc:picChg chg="add mod">
          <ac:chgData name="Deepika Vatsa" userId="f7100972-27fe-4ee6-8fb4-ec9b7931b409" providerId="ADAL" clId="{3291ADED-E722-4D72-B4E8-25130B6F1C00}" dt="2022-08-02T07:46:20.783" v="2487" actId="1076"/>
          <ac:picMkLst>
            <pc:docMk/>
            <pc:sldMk cId="1618428373" sldId="552"/>
            <ac:picMk id="6" creationId="{832F5D65-D7AA-4A3D-9AE9-7578A1DDFDCC}"/>
          </ac:picMkLst>
        </pc:picChg>
      </pc:sldChg>
      <pc:sldChg chg="add modNotesTx">
        <pc:chgData name="Deepika Vatsa" userId="f7100972-27fe-4ee6-8fb4-ec9b7931b409" providerId="ADAL" clId="{3291ADED-E722-4D72-B4E8-25130B6F1C00}" dt="2022-08-03T10:37:58.482" v="10958" actId="20577"/>
        <pc:sldMkLst>
          <pc:docMk/>
          <pc:sldMk cId="4272627569" sldId="552"/>
        </pc:sldMkLst>
      </pc:sldChg>
      <pc:sldChg chg="addSp delSp modSp new del mod">
        <pc:chgData name="Deepika Vatsa" userId="f7100972-27fe-4ee6-8fb4-ec9b7931b409" providerId="ADAL" clId="{3291ADED-E722-4D72-B4E8-25130B6F1C00}" dt="2022-08-03T10:29:06.229" v="10200" actId="2696"/>
        <pc:sldMkLst>
          <pc:docMk/>
          <pc:sldMk cId="900825494" sldId="553"/>
        </pc:sldMkLst>
        <pc:spChg chg="add del mod">
          <ac:chgData name="Deepika Vatsa" userId="f7100972-27fe-4ee6-8fb4-ec9b7931b409" providerId="ADAL" clId="{3291ADED-E722-4D72-B4E8-25130B6F1C00}" dt="2022-08-02T07:48:42.389" v="2492"/>
          <ac:spMkLst>
            <pc:docMk/>
            <pc:sldMk cId="900825494" sldId="553"/>
            <ac:spMk id="2" creationId="{32A92513-3495-4690-82EB-C3A07CA20CF9}"/>
          </ac:spMkLst>
        </pc:spChg>
        <pc:spChg chg="add del mod">
          <ac:chgData name="Deepika Vatsa" userId="f7100972-27fe-4ee6-8fb4-ec9b7931b409" providerId="ADAL" clId="{3291ADED-E722-4D72-B4E8-25130B6F1C00}" dt="2022-08-02T07:48:42.334" v="2490"/>
          <ac:spMkLst>
            <pc:docMk/>
            <pc:sldMk cId="900825494" sldId="553"/>
            <ac:spMk id="3" creationId="{09549FE9-176F-4809-BF15-685C8187CE43}"/>
          </ac:spMkLst>
        </pc:spChg>
        <pc:spChg chg="add mod">
          <ac:chgData name="Deepika Vatsa" userId="f7100972-27fe-4ee6-8fb4-ec9b7931b409" providerId="ADAL" clId="{3291ADED-E722-4D72-B4E8-25130B6F1C00}" dt="2022-08-02T07:49:00.989" v="2495"/>
          <ac:spMkLst>
            <pc:docMk/>
            <pc:sldMk cId="900825494" sldId="553"/>
            <ac:spMk id="4" creationId="{93C06BB6-9170-4357-A131-2DA4D117C6DE}"/>
          </ac:spMkLst>
        </pc:spChg>
      </pc:sldChg>
      <pc:sldChg chg="add">
        <pc:chgData name="Deepika Vatsa" userId="f7100972-27fe-4ee6-8fb4-ec9b7931b409" providerId="ADAL" clId="{3291ADED-E722-4D72-B4E8-25130B6F1C00}" dt="2022-08-03T10:29:12.558" v="10201"/>
        <pc:sldMkLst>
          <pc:docMk/>
          <pc:sldMk cId="3474017746" sldId="553"/>
        </pc:sldMkLst>
      </pc:sldChg>
      <pc:sldChg chg="addSp delSp modSp new mod modNotesTx">
        <pc:chgData name="Deepika Vatsa" userId="f7100972-27fe-4ee6-8fb4-ec9b7931b409" providerId="ADAL" clId="{3291ADED-E722-4D72-B4E8-25130B6F1C00}" dt="2022-08-04T08:57:53.348" v="11574" actId="20577"/>
        <pc:sldMkLst>
          <pc:docMk/>
          <pc:sldMk cId="3988423650" sldId="554"/>
        </pc:sldMkLst>
        <pc:spChg chg="del">
          <ac:chgData name="Deepika Vatsa" userId="f7100972-27fe-4ee6-8fb4-ec9b7931b409" providerId="ADAL" clId="{3291ADED-E722-4D72-B4E8-25130B6F1C00}" dt="2022-08-02T08:08:41.962" v="2539" actId="478"/>
          <ac:spMkLst>
            <pc:docMk/>
            <pc:sldMk cId="3988423650" sldId="554"/>
            <ac:spMk id="2" creationId="{84DCAB94-2473-4565-85CC-6C8E6775D491}"/>
          </ac:spMkLst>
        </pc:spChg>
        <pc:spChg chg="add mod">
          <ac:chgData name="Deepika Vatsa" userId="f7100972-27fe-4ee6-8fb4-ec9b7931b409" providerId="ADAL" clId="{3291ADED-E722-4D72-B4E8-25130B6F1C00}" dt="2022-08-02T08:11:28.132" v="2549" actId="20577"/>
          <ac:spMkLst>
            <pc:docMk/>
            <pc:sldMk cId="3988423650" sldId="554"/>
            <ac:spMk id="3" creationId="{5A68D9E4-772A-4335-A4B3-D5355BC8BB21}"/>
          </ac:spMkLst>
        </pc:spChg>
        <pc:spChg chg="add mod">
          <ac:chgData name="Deepika Vatsa" userId="f7100972-27fe-4ee6-8fb4-ec9b7931b409" providerId="ADAL" clId="{3291ADED-E722-4D72-B4E8-25130B6F1C00}" dt="2022-08-02T08:12:36.140" v="2643" actId="5793"/>
          <ac:spMkLst>
            <pc:docMk/>
            <pc:sldMk cId="3988423650" sldId="554"/>
            <ac:spMk id="8" creationId="{189FBF5D-5E19-4522-B903-7F6FD38BC976}"/>
          </ac:spMkLst>
        </pc:spChg>
        <pc:picChg chg="add del mod modCrop">
          <ac:chgData name="Deepika Vatsa" userId="f7100972-27fe-4ee6-8fb4-ec9b7931b409" providerId="ADAL" clId="{3291ADED-E722-4D72-B4E8-25130B6F1C00}" dt="2022-08-02T08:11:06.105" v="2543" actId="478"/>
          <ac:picMkLst>
            <pc:docMk/>
            <pc:sldMk cId="3988423650" sldId="554"/>
            <ac:picMk id="5" creationId="{F1ADB4E6-6A08-474C-B22E-44B99EE6D6AA}"/>
          </ac:picMkLst>
        </pc:picChg>
        <pc:picChg chg="add mod modCrop">
          <ac:chgData name="Deepika Vatsa" userId="f7100972-27fe-4ee6-8fb4-ec9b7931b409" providerId="ADAL" clId="{3291ADED-E722-4D72-B4E8-25130B6F1C00}" dt="2022-08-02T08:11:35.803" v="2551" actId="1076"/>
          <ac:picMkLst>
            <pc:docMk/>
            <pc:sldMk cId="3988423650" sldId="554"/>
            <ac:picMk id="7" creationId="{E07BF081-190D-44EE-B7F3-9C8DE7B14266}"/>
          </ac:picMkLst>
        </pc:picChg>
      </pc:sldChg>
      <pc:sldChg chg="addSp delSp modSp add mod modNotesTx">
        <pc:chgData name="Deepika Vatsa" userId="f7100972-27fe-4ee6-8fb4-ec9b7931b409" providerId="ADAL" clId="{3291ADED-E722-4D72-B4E8-25130B6F1C00}" dt="2022-08-04T09:10:34.445" v="12073" actId="20577"/>
        <pc:sldMkLst>
          <pc:docMk/>
          <pc:sldMk cId="2496126553" sldId="555"/>
        </pc:sldMkLst>
        <pc:spChg chg="mod">
          <ac:chgData name="Deepika Vatsa" userId="f7100972-27fe-4ee6-8fb4-ec9b7931b409" providerId="ADAL" clId="{3291ADED-E722-4D72-B4E8-25130B6F1C00}" dt="2022-08-02T08:31:34.707" v="2705" actId="20577"/>
          <ac:spMkLst>
            <pc:docMk/>
            <pc:sldMk cId="2496126553" sldId="555"/>
            <ac:spMk id="3" creationId="{5A68D9E4-772A-4335-A4B3-D5355BC8BB21}"/>
          </ac:spMkLst>
        </pc:spChg>
        <pc:picChg chg="add del mod modCrop">
          <ac:chgData name="Deepika Vatsa" userId="f7100972-27fe-4ee6-8fb4-ec9b7931b409" providerId="ADAL" clId="{3291ADED-E722-4D72-B4E8-25130B6F1C00}" dt="2022-08-04T09:08:37.290" v="11991" actId="478"/>
          <ac:picMkLst>
            <pc:docMk/>
            <pc:sldMk cId="2496126553" sldId="555"/>
            <ac:picMk id="4" creationId="{752A9B22-F617-44A3-91C5-FA700A0152F2}"/>
          </ac:picMkLst>
        </pc:picChg>
        <pc:picChg chg="add mod modCrop">
          <ac:chgData name="Deepika Vatsa" userId="f7100972-27fe-4ee6-8fb4-ec9b7931b409" providerId="ADAL" clId="{3291ADED-E722-4D72-B4E8-25130B6F1C00}" dt="2022-08-04T09:09:17.386" v="12000" actId="1076"/>
          <ac:picMkLst>
            <pc:docMk/>
            <pc:sldMk cId="2496126553" sldId="555"/>
            <ac:picMk id="5" creationId="{7FDC44E3-24BB-4DC5-A835-E1E563F0F38A}"/>
          </ac:picMkLst>
        </pc:picChg>
        <pc:picChg chg="del mod">
          <ac:chgData name="Deepika Vatsa" userId="f7100972-27fe-4ee6-8fb4-ec9b7931b409" providerId="ADAL" clId="{3291ADED-E722-4D72-B4E8-25130B6F1C00}" dt="2022-08-02T08:13:42.826" v="2646" actId="478"/>
          <ac:picMkLst>
            <pc:docMk/>
            <pc:sldMk cId="2496126553" sldId="555"/>
            <ac:picMk id="7" creationId="{E07BF081-190D-44EE-B7F3-9C8DE7B14266}"/>
          </ac:picMkLst>
        </pc:picChg>
      </pc:sldChg>
      <pc:sldChg chg="addSp delSp modSp add mod modNotesTx">
        <pc:chgData name="Deepika Vatsa" userId="f7100972-27fe-4ee6-8fb4-ec9b7931b409" providerId="ADAL" clId="{3291ADED-E722-4D72-B4E8-25130B6F1C00}" dt="2022-08-04T09:12:05.745" v="12117" actId="20577"/>
        <pc:sldMkLst>
          <pc:docMk/>
          <pc:sldMk cId="3542942855" sldId="556"/>
        </pc:sldMkLst>
        <pc:spChg chg="mod">
          <ac:chgData name="Deepika Vatsa" userId="f7100972-27fe-4ee6-8fb4-ec9b7931b409" providerId="ADAL" clId="{3291ADED-E722-4D72-B4E8-25130B6F1C00}" dt="2022-08-02T08:31:44.643" v="2732" actId="20577"/>
          <ac:spMkLst>
            <pc:docMk/>
            <pc:sldMk cId="3542942855" sldId="556"/>
            <ac:spMk id="3" creationId="{5A68D9E4-772A-4335-A4B3-D5355BC8BB21}"/>
          </ac:spMkLst>
        </pc:spChg>
        <pc:spChg chg="del mod">
          <ac:chgData name="Deepika Vatsa" userId="f7100972-27fe-4ee6-8fb4-ec9b7931b409" providerId="ADAL" clId="{3291ADED-E722-4D72-B4E8-25130B6F1C00}" dt="2022-08-02T08:31:47.956" v="2733" actId="478"/>
          <ac:spMkLst>
            <pc:docMk/>
            <pc:sldMk cId="3542942855" sldId="556"/>
            <ac:spMk id="8" creationId="{189FBF5D-5E19-4522-B903-7F6FD38BC976}"/>
          </ac:spMkLst>
        </pc:spChg>
        <pc:picChg chg="del">
          <ac:chgData name="Deepika Vatsa" userId="f7100972-27fe-4ee6-8fb4-ec9b7931b409" providerId="ADAL" clId="{3291ADED-E722-4D72-B4E8-25130B6F1C00}" dt="2022-08-02T08:14:53.066" v="2666" actId="478"/>
          <ac:picMkLst>
            <pc:docMk/>
            <pc:sldMk cId="3542942855" sldId="556"/>
            <ac:picMk id="4" creationId="{752A9B22-F617-44A3-91C5-FA700A0152F2}"/>
          </ac:picMkLst>
        </pc:picChg>
        <pc:picChg chg="add mod modCrop">
          <ac:chgData name="Deepika Vatsa" userId="f7100972-27fe-4ee6-8fb4-ec9b7931b409" providerId="ADAL" clId="{3291ADED-E722-4D72-B4E8-25130B6F1C00}" dt="2022-08-02T08:31:54.747" v="2736" actId="1076"/>
          <ac:picMkLst>
            <pc:docMk/>
            <pc:sldMk cId="3542942855" sldId="556"/>
            <ac:picMk id="5" creationId="{6BF35E3C-1F2B-42D7-BAD5-8F6472D5382C}"/>
          </ac:picMkLst>
        </pc:picChg>
      </pc:sldChg>
      <pc:sldChg chg="addSp delSp modSp new mod modNotesTx">
        <pc:chgData name="Deepika Vatsa" userId="f7100972-27fe-4ee6-8fb4-ec9b7931b409" providerId="ADAL" clId="{3291ADED-E722-4D72-B4E8-25130B6F1C00}" dt="2022-08-04T09:28:58.430" v="12726" actId="20577"/>
        <pc:sldMkLst>
          <pc:docMk/>
          <pc:sldMk cId="2762624031" sldId="557"/>
        </pc:sldMkLst>
        <pc:spChg chg="mod">
          <ac:chgData name="Deepika Vatsa" userId="f7100972-27fe-4ee6-8fb4-ec9b7931b409" providerId="ADAL" clId="{3291ADED-E722-4D72-B4E8-25130B6F1C00}" dt="2022-08-02T08:56:57.351" v="2826" actId="20577"/>
          <ac:spMkLst>
            <pc:docMk/>
            <pc:sldMk cId="2762624031" sldId="557"/>
            <ac:spMk id="2" creationId="{9888C39D-F166-4A1D-863D-8F9F17378625}"/>
          </ac:spMkLst>
        </pc:spChg>
        <pc:spChg chg="add mod">
          <ac:chgData name="Deepika Vatsa" userId="f7100972-27fe-4ee6-8fb4-ec9b7931b409" providerId="ADAL" clId="{3291ADED-E722-4D72-B4E8-25130B6F1C00}" dt="2022-08-02T08:55:50.311" v="2756" actId="20577"/>
          <ac:spMkLst>
            <pc:docMk/>
            <pc:sldMk cId="2762624031" sldId="557"/>
            <ac:spMk id="5" creationId="{B89011E9-2C6B-499A-90CC-F574276A9CCF}"/>
          </ac:spMkLst>
        </pc:spChg>
        <pc:picChg chg="add del mod modCrop">
          <ac:chgData name="Deepika Vatsa" userId="f7100972-27fe-4ee6-8fb4-ec9b7931b409" providerId="ADAL" clId="{3291ADED-E722-4D72-B4E8-25130B6F1C00}" dt="2022-08-02T08:59:09.163" v="2838" actId="478"/>
          <ac:picMkLst>
            <pc:docMk/>
            <pc:sldMk cId="2762624031" sldId="557"/>
            <ac:picMk id="4" creationId="{A91E4936-77DE-4AFB-A8D9-1A454EE8FF9D}"/>
          </ac:picMkLst>
        </pc:picChg>
        <pc:picChg chg="add del mod modCrop">
          <ac:chgData name="Deepika Vatsa" userId="f7100972-27fe-4ee6-8fb4-ec9b7931b409" providerId="ADAL" clId="{3291ADED-E722-4D72-B4E8-25130B6F1C00}" dt="2022-08-02T08:59:11.229" v="2839" actId="478"/>
          <ac:picMkLst>
            <pc:docMk/>
            <pc:sldMk cId="2762624031" sldId="557"/>
            <ac:picMk id="7" creationId="{AE59815B-A569-4C41-ABAF-29EDBAD9540E}"/>
          </ac:picMkLst>
        </pc:picChg>
        <pc:picChg chg="add mod modCrop">
          <ac:chgData name="Deepika Vatsa" userId="f7100972-27fe-4ee6-8fb4-ec9b7931b409" providerId="ADAL" clId="{3291ADED-E722-4D72-B4E8-25130B6F1C00}" dt="2022-08-02T08:59:38.896" v="2846" actId="14100"/>
          <ac:picMkLst>
            <pc:docMk/>
            <pc:sldMk cId="2762624031" sldId="557"/>
            <ac:picMk id="9" creationId="{C01BB7F5-2CA2-4385-9EFB-E4F3A1BBBBE3}"/>
          </ac:picMkLst>
        </pc:picChg>
      </pc:sldChg>
      <pc:sldChg chg="addSp delSp modSp new mod modNotesTx">
        <pc:chgData name="Deepika Vatsa" userId="f7100972-27fe-4ee6-8fb4-ec9b7931b409" providerId="ADAL" clId="{3291ADED-E722-4D72-B4E8-25130B6F1C00}" dt="2022-08-04T09:32:40.056" v="12908" actId="20577"/>
        <pc:sldMkLst>
          <pc:docMk/>
          <pc:sldMk cId="1537609984" sldId="558"/>
        </pc:sldMkLst>
        <pc:spChg chg="del">
          <ac:chgData name="Deepika Vatsa" userId="f7100972-27fe-4ee6-8fb4-ec9b7931b409" providerId="ADAL" clId="{3291ADED-E722-4D72-B4E8-25130B6F1C00}" dt="2022-08-02T08:58:33.400" v="2836" actId="22"/>
          <ac:spMkLst>
            <pc:docMk/>
            <pc:sldMk cId="1537609984" sldId="558"/>
            <ac:spMk id="2" creationId="{50158C4A-2F7F-4A25-A327-0C8428331654}"/>
          </ac:spMkLst>
        </pc:spChg>
        <pc:spChg chg="add mod">
          <ac:chgData name="Deepika Vatsa" userId="f7100972-27fe-4ee6-8fb4-ec9b7931b409" providerId="ADAL" clId="{3291ADED-E722-4D72-B4E8-25130B6F1C00}" dt="2022-08-02T08:59:43.356" v="2847" actId="478"/>
          <ac:spMkLst>
            <pc:docMk/>
            <pc:sldMk cId="1537609984" sldId="558"/>
            <ac:spMk id="6" creationId="{2C166842-AF8D-446D-BC43-0F1AAA1C25A1}"/>
          </ac:spMkLst>
        </pc:spChg>
        <pc:spChg chg="add mod">
          <ac:chgData name="Deepika Vatsa" userId="f7100972-27fe-4ee6-8fb4-ec9b7931b409" providerId="ADAL" clId="{3291ADED-E722-4D72-B4E8-25130B6F1C00}" dt="2022-08-02T09:00:50.460" v="2876" actId="20577"/>
          <ac:spMkLst>
            <pc:docMk/>
            <pc:sldMk cId="1537609984" sldId="558"/>
            <ac:spMk id="9" creationId="{45156CC4-0602-4FBE-89FF-A11A461B17F7}"/>
          </ac:spMkLst>
        </pc:spChg>
        <pc:picChg chg="add del mod ord modCrop">
          <ac:chgData name="Deepika Vatsa" userId="f7100972-27fe-4ee6-8fb4-ec9b7931b409" providerId="ADAL" clId="{3291ADED-E722-4D72-B4E8-25130B6F1C00}" dt="2022-08-02T08:59:43.356" v="2847" actId="478"/>
          <ac:picMkLst>
            <pc:docMk/>
            <pc:sldMk cId="1537609984" sldId="558"/>
            <ac:picMk id="4" creationId="{CFA671DB-3D7E-4D38-AEE2-4084AF349035}"/>
          </ac:picMkLst>
        </pc:picChg>
        <pc:picChg chg="add mod modCrop">
          <ac:chgData name="Deepika Vatsa" userId="f7100972-27fe-4ee6-8fb4-ec9b7931b409" providerId="ADAL" clId="{3291ADED-E722-4D72-B4E8-25130B6F1C00}" dt="2022-08-02T09:00:28.394" v="2854" actId="14100"/>
          <ac:picMkLst>
            <pc:docMk/>
            <pc:sldMk cId="1537609984" sldId="558"/>
            <ac:picMk id="8" creationId="{DA9EA2DD-7D88-4D1F-BAD8-F99317D38D5B}"/>
          </ac:picMkLst>
        </pc:picChg>
      </pc:sldChg>
      <pc:sldChg chg="addSp modSp new mod">
        <pc:chgData name="Deepika Vatsa" userId="f7100972-27fe-4ee6-8fb4-ec9b7931b409" providerId="ADAL" clId="{3291ADED-E722-4D72-B4E8-25130B6F1C00}" dt="2022-08-02T09:02:23.055" v="2978" actId="20577"/>
        <pc:sldMkLst>
          <pc:docMk/>
          <pc:sldMk cId="3962052602" sldId="559"/>
        </pc:sldMkLst>
        <pc:spChg chg="mod">
          <ac:chgData name="Deepika Vatsa" userId="f7100972-27fe-4ee6-8fb4-ec9b7931b409" providerId="ADAL" clId="{3291ADED-E722-4D72-B4E8-25130B6F1C00}" dt="2022-08-02T09:02:23.055" v="2978" actId="20577"/>
          <ac:spMkLst>
            <pc:docMk/>
            <pc:sldMk cId="3962052602" sldId="559"/>
            <ac:spMk id="2" creationId="{D3824733-69A3-4ABC-8F50-20BC8E4873AC}"/>
          </ac:spMkLst>
        </pc:spChg>
        <pc:spChg chg="add mod">
          <ac:chgData name="Deepika Vatsa" userId="f7100972-27fe-4ee6-8fb4-ec9b7931b409" providerId="ADAL" clId="{3291ADED-E722-4D72-B4E8-25130B6F1C00}" dt="2022-08-02T09:01:05.545" v="2894" actId="20577"/>
          <ac:spMkLst>
            <pc:docMk/>
            <pc:sldMk cId="3962052602" sldId="559"/>
            <ac:spMk id="3" creationId="{03FB8F68-31E1-4B1A-B435-DA5668BAF265}"/>
          </ac:spMkLst>
        </pc:spChg>
      </pc:sldChg>
      <pc:sldChg chg="modSp new mod">
        <pc:chgData name="Deepika Vatsa" userId="f7100972-27fe-4ee6-8fb4-ec9b7931b409" providerId="ADAL" clId="{3291ADED-E722-4D72-B4E8-25130B6F1C00}" dt="2022-08-04T04:06:12.018" v="10981" actId="20577"/>
        <pc:sldMkLst>
          <pc:docMk/>
          <pc:sldMk cId="2287077721" sldId="560"/>
        </pc:sldMkLst>
        <pc:spChg chg="mod">
          <ac:chgData name="Deepika Vatsa" userId="f7100972-27fe-4ee6-8fb4-ec9b7931b409" providerId="ADAL" clId="{3291ADED-E722-4D72-B4E8-25130B6F1C00}" dt="2022-08-04T04:06:12.018" v="10981" actId="20577"/>
          <ac:spMkLst>
            <pc:docMk/>
            <pc:sldMk cId="2287077721" sldId="560"/>
            <ac:spMk id="2" creationId="{1F066B02-0939-47B7-8058-E926BC315E43}"/>
          </ac:spMkLst>
        </pc:spChg>
      </pc:sldChg>
      <pc:sldChg chg="addSp delSp modSp add mod modNotesTx">
        <pc:chgData name="Deepika Vatsa" userId="f7100972-27fe-4ee6-8fb4-ec9b7931b409" providerId="ADAL" clId="{3291ADED-E722-4D72-B4E8-25130B6F1C00}" dt="2022-08-04T09:33:32.713" v="12973" actId="20577"/>
        <pc:sldMkLst>
          <pc:docMk/>
          <pc:sldMk cId="3322141314" sldId="561"/>
        </pc:sldMkLst>
        <pc:spChg chg="mod">
          <ac:chgData name="Deepika Vatsa" userId="f7100972-27fe-4ee6-8fb4-ec9b7931b409" providerId="ADAL" clId="{3291ADED-E722-4D72-B4E8-25130B6F1C00}" dt="2022-08-02T09:06:54.394" v="3139" actId="14100"/>
          <ac:spMkLst>
            <pc:docMk/>
            <pc:sldMk cId="3322141314" sldId="561"/>
            <ac:spMk id="6" creationId="{2C166842-AF8D-446D-BC43-0F1AAA1C25A1}"/>
          </ac:spMkLst>
        </pc:spChg>
        <pc:spChg chg="mod">
          <ac:chgData name="Deepika Vatsa" userId="f7100972-27fe-4ee6-8fb4-ec9b7931b409" providerId="ADAL" clId="{3291ADED-E722-4D72-B4E8-25130B6F1C00}" dt="2022-08-02T09:04:44.971" v="3017" actId="20577"/>
          <ac:spMkLst>
            <pc:docMk/>
            <pc:sldMk cId="3322141314" sldId="561"/>
            <ac:spMk id="9" creationId="{45156CC4-0602-4FBE-89FF-A11A461B17F7}"/>
          </ac:spMkLst>
        </pc:spChg>
        <pc:picChg chg="add mod modCrop">
          <ac:chgData name="Deepika Vatsa" userId="f7100972-27fe-4ee6-8fb4-ec9b7931b409" providerId="ADAL" clId="{3291ADED-E722-4D72-B4E8-25130B6F1C00}" dt="2022-08-02T09:04:30.607" v="2989" actId="1076"/>
          <ac:picMkLst>
            <pc:docMk/>
            <pc:sldMk cId="3322141314" sldId="561"/>
            <ac:picMk id="3" creationId="{A97908B4-0B7A-4239-9CC3-498D56B87664}"/>
          </ac:picMkLst>
        </pc:picChg>
        <pc:picChg chg="del">
          <ac:chgData name="Deepika Vatsa" userId="f7100972-27fe-4ee6-8fb4-ec9b7931b409" providerId="ADAL" clId="{3291ADED-E722-4D72-B4E8-25130B6F1C00}" dt="2022-08-02T09:04:01.292" v="2981" actId="478"/>
          <ac:picMkLst>
            <pc:docMk/>
            <pc:sldMk cId="3322141314" sldId="561"/>
            <ac:picMk id="8" creationId="{DA9EA2DD-7D88-4D1F-BAD8-F99317D38D5B}"/>
          </ac:picMkLst>
        </pc:picChg>
      </pc:sldChg>
      <pc:sldChg chg="addSp delSp modSp add mod modNotesTx">
        <pc:chgData name="Deepika Vatsa" userId="f7100972-27fe-4ee6-8fb4-ec9b7931b409" providerId="ADAL" clId="{3291ADED-E722-4D72-B4E8-25130B6F1C00}" dt="2022-08-04T09:36:26.211" v="13202" actId="20577"/>
        <pc:sldMkLst>
          <pc:docMk/>
          <pc:sldMk cId="3714429487" sldId="562"/>
        </pc:sldMkLst>
        <pc:spChg chg="mod">
          <ac:chgData name="Deepika Vatsa" userId="f7100972-27fe-4ee6-8fb4-ec9b7931b409" providerId="ADAL" clId="{3291ADED-E722-4D72-B4E8-25130B6F1C00}" dt="2022-08-02T09:06:22.208" v="3102" actId="14100"/>
          <ac:spMkLst>
            <pc:docMk/>
            <pc:sldMk cId="3714429487" sldId="562"/>
            <ac:spMk id="6" creationId="{2C166842-AF8D-446D-BC43-0F1AAA1C25A1}"/>
          </ac:spMkLst>
        </pc:spChg>
        <pc:spChg chg="mod">
          <ac:chgData name="Deepika Vatsa" userId="f7100972-27fe-4ee6-8fb4-ec9b7931b409" providerId="ADAL" clId="{3291ADED-E722-4D72-B4E8-25130B6F1C00}" dt="2022-08-02T09:05:52.078" v="3049" actId="20577"/>
          <ac:spMkLst>
            <pc:docMk/>
            <pc:sldMk cId="3714429487" sldId="562"/>
            <ac:spMk id="9" creationId="{45156CC4-0602-4FBE-89FF-A11A461B17F7}"/>
          </ac:spMkLst>
        </pc:spChg>
        <pc:picChg chg="del">
          <ac:chgData name="Deepika Vatsa" userId="f7100972-27fe-4ee6-8fb4-ec9b7931b409" providerId="ADAL" clId="{3291ADED-E722-4D72-B4E8-25130B6F1C00}" dt="2022-08-02T09:04:58.271" v="3031" actId="478"/>
          <ac:picMkLst>
            <pc:docMk/>
            <pc:sldMk cId="3714429487" sldId="562"/>
            <ac:picMk id="3" creationId="{A97908B4-0B7A-4239-9CC3-498D56B87664}"/>
          </ac:picMkLst>
        </pc:picChg>
        <pc:picChg chg="add mod modCrop">
          <ac:chgData name="Deepika Vatsa" userId="f7100972-27fe-4ee6-8fb4-ec9b7931b409" providerId="ADAL" clId="{3291ADED-E722-4D72-B4E8-25130B6F1C00}" dt="2022-08-02T09:05:41.930" v="3038" actId="1076"/>
          <ac:picMkLst>
            <pc:docMk/>
            <pc:sldMk cId="3714429487" sldId="562"/>
            <ac:picMk id="4" creationId="{FB326A48-5AF8-4D8A-A32C-1FBC456179CE}"/>
          </ac:picMkLst>
        </pc:picChg>
      </pc:sldChg>
      <pc:sldChg chg="addSp delSp modSp new mod modAnim modNotesTx">
        <pc:chgData name="Deepika Vatsa" userId="f7100972-27fe-4ee6-8fb4-ec9b7931b409" providerId="ADAL" clId="{3291ADED-E722-4D72-B4E8-25130B6F1C00}" dt="2022-08-02T09:48:46.839" v="4065" actId="404"/>
        <pc:sldMkLst>
          <pc:docMk/>
          <pc:sldMk cId="4122715105" sldId="563"/>
        </pc:sldMkLst>
        <pc:spChg chg="mod">
          <ac:chgData name="Deepika Vatsa" userId="f7100972-27fe-4ee6-8fb4-ec9b7931b409" providerId="ADAL" clId="{3291ADED-E722-4D72-B4E8-25130B6F1C00}" dt="2022-08-02T09:48:46.839" v="4065" actId="404"/>
          <ac:spMkLst>
            <pc:docMk/>
            <pc:sldMk cId="4122715105" sldId="563"/>
            <ac:spMk id="2" creationId="{C93A671A-1721-4DE1-B957-C07314B17682}"/>
          </ac:spMkLst>
        </pc:spChg>
        <pc:spChg chg="del">
          <ac:chgData name="Deepika Vatsa" userId="f7100972-27fe-4ee6-8fb4-ec9b7931b409" providerId="ADAL" clId="{3291ADED-E722-4D72-B4E8-25130B6F1C00}" dt="2022-08-02T09:27:42.049" v="3162"/>
          <ac:spMkLst>
            <pc:docMk/>
            <pc:sldMk cId="4122715105" sldId="563"/>
            <ac:spMk id="3" creationId="{19CAAA3D-2B4A-4B51-8B90-E09D9571968B}"/>
          </ac:spMkLst>
        </pc:spChg>
        <pc:picChg chg="add mod">
          <ac:chgData name="Deepika Vatsa" userId="f7100972-27fe-4ee6-8fb4-ec9b7931b409" providerId="ADAL" clId="{3291ADED-E722-4D72-B4E8-25130B6F1C00}" dt="2022-08-02T09:27:42.049" v="3162"/>
          <ac:picMkLst>
            <pc:docMk/>
            <pc:sldMk cId="4122715105" sldId="563"/>
            <ac:picMk id="4" creationId="{AFC9ED52-61E4-40D4-BF3A-6935F85E0C8E}"/>
          </ac:picMkLst>
        </pc:picChg>
      </pc:sldChg>
      <pc:sldChg chg="addSp delSp modSp add mod modNotesTx">
        <pc:chgData name="Deepika Vatsa" userId="f7100972-27fe-4ee6-8fb4-ec9b7931b409" providerId="ADAL" clId="{3291ADED-E722-4D72-B4E8-25130B6F1C00}" dt="2022-08-02T10:14:21.444" v="6000" actId="20577"/>
        <pc:sldMkLst>
          <pc:docMk/>
          <pc:sldMk cId="3320667722" sldId="564"/>
        </pc:sldMkLst>
        <pc:spChg chg="add mod">
          <ac:chgData name="Deepika Vatsa" userId="f7100972-27fe-4ee6-8fb4-ec9b7931b409" providerId="ADAL" clId="{3291ADED-E722-4D72-B4E8-25130B6F1C00}" dt="2022-08-02T10:08:48.046" v="5441" actId="1076"/>
          <ac:spMkLst>
            <pc:docMk/>
            <pc:sldMk cId="3320667722" sldId="564"/>
            <ac:spMk id="10" creationId="{95CD7F63-5203-405D-ACAB-5C3F8CC3A6C1}"/>
          </ac:spMkLst>
        </pc:spChg>
        <pc:spChg chg="del">
          <ac:chgData name="Deepika Vatsa" userId="f7100972-27fe-4ee6-8fb4-ec9b7931b409" providerId="ADAL" clId="{3291ADED-E722-4D72-B4E8-25130B6F1C00}" dt="2022-08-02T10:08:15.452" v="5435" actId="478"/>
          <ac:spMkLst>
            <pc:docMk/>
            <pc:sldMk cId="3320667722" sldId="564"/>
            <ac:spMk id="16" creationId="{62953A26-701A-418A-A04F-02F4B6603588}"/>
          </ac:spMkLst>
        </pc:spChg>
        <pc:spChg chg="del">
          <ac:chgData name="Deepika Vatsa" userId="f7100972-27fe-4ee6-8fb4-ec9b7931b409" providerId="ADAL" clId="{3291ADED-E722-4D72-B4E8-25130B6F1C00}" dt="2022-08-02T10:08:33.084" v="5438" actId="478"/>
          <ac:spMkLst>
            <pc:docMk/>
            <pc:sldMk cId="3320667722" sldId="564"/>
            <ac:spMk id="17" creationId="{66D4D783-0215-4CC2-80A7-8FD2F0FED8F0}"/>
          </ac:spMkLst>
        </pc:spChg>
        <pc:spChg chg="del">
          <ac:chgData name="Deepika Vatsa" userId="f7100972-27fe-4ee6-8fb4-ec9b7931b409" providerId="ADAL" clId="{3291ADED-E722-4D72-B4E8-25130B6F1C00}" dt="2022-08-02T10:08:33.084" v="5438" actId="478"/>
          <ac:spMkLst>
            <pc:docMk/>
            <pc:sldMk cId="3320667722" sldId="564"/>
            <ac:spMk id="9220" creationId="{91FFA14E-91B3-44B2-AF3A-49B6235ECEC6}"/>
          </ac:spMkLst>
        </pc:spChg>
        <pc:spChg chg="del">
          <ac:chgData name="Deepika Vatsa" userId="f7100972-27fe-4ee6-8fb4-ec9b7931b409" providerId="ADAL" clId="{3291ADED-E722-4D72-B4E8-25130B6F1C00}" dt="2022-08-02T10:08:33.084" v="5438" actId="478"/>
          <ac:spMkLst>
            <pc:docMk/>
            <pc:sldMk cId="3320667722" sldId="564"/>
            <ac:spMk id="9221" creationId="{79C111DE-5C2D-4864-B910-44A024C176B2}"/>
          </ac:spMkLst>
        </pc:spChg>
        <pc:spChg chg="del">
          <ac:chgData name="Deepika Vatsa" userId="f7100972-27fe-4ee6-8fb4-ec9b7931b409" providerId="ADAL" clId="{3291ADED-E722-4D72-B4E8-25130B6F1C00}" dt="2022-08-02T10:08:33.084" v="5438" actId="478"/>
          <ac:spMkLst>
            <pc:docMk/>
            <pc:sldMk cId="3320667722" sldId="564"/>
            <ac:spMk id="9222" creationId="{35B48C92-4549-4543-B46C-DE3FE2073E6F}"/>
          </ac:spMkLst>
        </pc:spChg>
        <pc:spChg chg="del">
          <ac:chgData name="Deepika Vatsa" userId="f7100972-27fe-4ee6-8fb4-ec9b7931b409" providerId="ADAL" clId="{3291ADED-E722-4D72-B4E8-25130B6F1C00}" dt="2022-08-02T10:08:26.472" v="5437" actId="478"/>
          <ac:spMkLst>
            <pc:docMk/>
            <pc:sldMk cId="3320667722" sldId="564"/>
            <ac:spMk id="9225" creationId="{DD6806A6-B1CD-43D6-8A30-7AF37D41D575}"/>
          </ac:spMkLst>
        </pc:spChg>
        <pc:graphicFrameChg chg="del mod">
          <ac:chgData name="Deepika Vatsa" userId="f7100972-27fe-4ee6-8fb4-ec9b7931b409" providerId="ADAL" clId="{3291ADED-E722-4D72-B4E8-25130B6F1C00}" dt="2022-08-02T10:08:33.084" v="5438" actId="478"/>
          <ac:graphicFrameMkLst>
            <pc:docMk/>
            <pc:sldMk cId="3320667722" sldId="564"/>
            <ac:graphicFrameMk id="13" creationId="{03F4E5F2-1679-4F98-A13A-11A90636D428}"/>
          </ac:graphicFrameMkLst>
        </pc:graphicFrameChg>
        <pc:graphicFrameChg chg="del">
          <ac:chgData name="Deepika Vatsa" userId="f7100972-27fe-4ee6-8fb4-ec9b7931b409" providerId="ADAL" clId="{3291ADED-E722-4D72-B4E8-25130B6F1C00}" dt="2022-08-02T10:08:33.084" v="5438" actId="478"/>
          <ac:graphicFrameMkLst>
            <pc:docMk/>
            <pc:sldMk cId="3320667722" sldId="564"/>
            <ac:graphicFrameMk id="15" creationId="{8DC750C3-D17D-4D48-922D-786C9EC08588}"/>
          </ac:graphicFrameMkLst>
        </pc:graphicFrameChg>
        <pc:picChg chg="add mod modCrop">
          <ac:chgData name="Deepika Vatsa" userId="f7100972-27fe-4ee6-8fb4-ec9b7931b409" providerId="ADAL" clId="{3291ADED-E722-4D72-B4E8-25130B6F1C00}" dt="2022-08-02T10:09:48.772" v="5449" actId="1076"/>
          <ac:picMkLst>
            <pc:docMk/>
            <pc:sldMk cId="3320667722" sldId="564"/>
            <ac:picMk id="3" creationId="{2F76B3E1-76DD-4B00-9FB5-4EDB963D9A44}"/>
          </ac:picMkLst>
        </pc:picChg>
      </pc:sldChg>
      <pc:sldChg chg="addSp modSp add mod">
        <pc:chgData name="Deepika Vatsa" userId="f7100972-27fe-4ee6-8fb4-ec9b7931b409" providerId="ADAL" clId="{3291ADED-E722-4D72-B4E8-25130B6F1C00}" dt="2022-08-03T09:15:02.740" v="8428" actId="27636"/>
        <pc:sldMkLst>
          <pc:docMk/>
          <pc:sldMk cId="2906569521" sldId="565"/>
        </pc:sldMkLst>
        <pc:spChg chg="add mod">
          <ac:chgData name="Deepika Vatsa" userId="f7100972-27fe-4ee6-8fb4-ec9b7931b409" providerId="ADAL" clId="{3291ADED-E722-4D72-B4E8-25130B6F1C00}" dt="2022-08-03T09:15:02.740" v="8428" actId="27636"/>
          <ac:spMkLst>
            <pc:docMk/>
            <pc:sldMk cId="2906569521" sldId="565"/>
            <ac:spMk id="3" creationId="{7CFE1DA2-F5A9-465D-9995-1C5AA292C499}"/>
          </ac:spMkLst>
        </pc:spChg>
        <pc:spChg chg="mod">
          <ac:chgData name="Deepika Vatsa" userId="f7100972-27fe-4ee6-8fb4-ec9b7931b409" providerId="ADAL" clId="{3291ADED-E722-4D72-B4E8-25130B6F1C00}" dt="2022-08-03T09:14:39.184" v="8380" actId="1076"/>
          <ac:spMkLst>
            <pc:docMk/>
            <pc:sldMk cId="2906569521" sldId="565"/>
            <ac:spMk id="4" creationId="{2D57B701-10FD-461C-9863-7FD02A3164D8}"/>
          </ac:spMkLst>
        </pc:spChg>
      </pc:sldChg>
      <pc:sldChg chg="addSp delSp modSp add del mod modNotesTx">
        <pc:chgData name="Deepika Vatsa" userId="f7100972-27fe-4ee6-8fb4-ec9b7931b409" providerId="ADAL" clId="{3291ADED-E722-4D72-B4E8-25130B6F1C00}" dt="2022-08-03T09:59:34.755" v="8977" actId="47"/>
        <pc:sldMkLst>
          <pc:docMk/>
          <pc:sldMk cId="2884417018" sldId="566"/>
        </pc:sldMkLst>
        <pc:spChg chg="mod">
          <ac:chgData name="Deepika Vatsa" userId="f7100972-27fe-4ee6-8fb4-ec9b7931b409" providerId="ADAL" clId="{3291ADED-E722-4D72-B4E8-25130B6F1C00}" dt="2022-08-03T09:47:05.540" v="8785" actId="27636"/>
          <ac:spMkLst>
            <pc:docMk/>
            <pc:sldMk cId="2884417018" sldId="566"/>
            <ac:spMk id="5" creationId="{0FDEED16-F3F7-444C-BA0B-6F43726B3E9D}"/>
          </ac:spMkLst>
        </pc:spChg>
        <pc:spChg chg="add mod">
          <ac:chgData name="Deepika Vatsa" userId="f7100972-27fe-4ee6-8fb4-ec9b7931b409" providerId="ADAL" clId="{3291ADED-E722-4D72-B4E8-25130B6F1C00}" dt="2022-08-03T09:51:48.407" v="8811" actId="113"/>
          <ac:spMkLst>
            <pc:docMk/>
            <pc:sldMk cId="2884417018" sldId="566"/>
            <ac:spMk id="6" creationId="{77BF17A9-34CD-4722-A21F-A29648B9496B}"/>
          </ac:spMkLst>
        </pc:spChg>
        <pc:picChg chg="del">
          <ac:chgData name="Deepika Vatsa" userId="f7100972-27fe-4ee6-8fb4-ec9b7931b409" providerId="ADAL" clId="{3291ADED-E722-4D72-B4E8-25130B6F1C00}" dt="2022-08-03T09:21:53.451" v="8694" actId="478"/>
          <ac:picMkLst>
            <pc:docMk/>
            <pc:sldMk cId="2884417018" sldId="566"/>
            <ac:picMk id="4" creationId="{0BA75463-27E0-4F69-A0DE-9CC524FCC1C3}"/>
          </ac:picMkLst>
        </pc:picChg>
      </pc:sldChg>
      <pc:sldChg chg="add del">
        <pc:chgData name="Deepika Vatsa" userId="f7100972-27fe-4ee6-8fb4-ec9b7931b409" providerId="ADAL" clId="{3291ADED-E722-4D72-B4E8-25130B6F1C00}" dt="2022-08-04T04:06:00.932" v="10968" actId="2696"/>
        <pc:sldMkLst>
          <pc:docMk/>
          <pc:sldMk cId="2784545357" sldId="567"/>
        </pc:sldMkLst>
      </pc:sldChg>
      <pc:sldChg chg="add">
        <pc:chgData name="Deepika Vatsa" userId="f7100972-27fe-4ee6-8fb4-ec9b7931b409" providerId="ADAL" clId="{3291ADED-E722-4D72-B4E8-25130B6F1C00}" dt="2022-08-04T04:06:06.118" v="10969"/>
        <pc:sldMkLst>
          <pc:docMk/>
          <pc:sldMk cId="3548862972" sldId="567"/>
        </pc:sldMkLst>
      </pc:sldChg>
      <pc:sldChg chg="add del">
        <pc:chgData name="Deepika Vatsa" userId="f7100972-27fe-4ee6-8fb4-ec9b7931b409" providerId="ADAL" clId="{3291ADED-E722-4D72-B4E8-25130B6F1C00}" dt="2022-08-03T10:10:27.433" v="9496" actId="2696"/>
        <pc:sldMkLst>
          <pc:docMk/>
          <pc:sldMk cId="3787983892" sldId="567"/>
        </pc:sldMkLst>
      </pc:sldChg>
      <pc:sldChg chg="addSp delSp modSp add mod">
        <pc:chgData name="Deepika Vatsa" userId="f7100972-27fe-4ee6-8fb4-ec9b7931b409" providerId="ADAL" clId="{3291ADED-E722-4D72-B4E8-25130B6F1C00}" dt="2022-08-03T10:20:09.479" v="9654"/>
        <pc:sldMkLst>
          <pc:docMk/>
          <pc:sldMk cId="903697734" sldId="568"/>
        </pc:sldMkLst>
        <pc:spChg chg="add del mod">
          <ac:chgData name="Deepika Vatsa" userId="f7100972-27fe-4ee6-8fb4-ec9b7931b409" providerId="ADAL" clId="{3291ADED-E722-4D72-B4E8-25130B6F1C00}" dt="2022-08-03T09:47:16.070" v="8787" actId="478"/>
          <ac:spMkLst>
            <pc:docMk/>
            <pc:sldMk cId="903697734" sldId="568"/>
            <ac:spMk id="4" creationId="{4AF1901C-45EE-42D2-BA5C-D3E229ABD086}"/>
          </ac:spMkLst>
        </pc:spChg>
        <pc:spChg chg="del">
          <ac:chgData name="Deepika Vatsa" userId="f7100972-27fe-4ee6-8fb4-ec9b7931b409" providerId="ADAL" clId="{3291ADED-E722-4D72-B4E8-25130B6F1C00}" dt="2022-08-03T09:47:19.126" v="8788" actId="478"/>
          <ac:spMkLst>
            <pc:docMk/>
            <pc:sldMk cId="903697734" sldId="568"/>
            <ac:spMk id="5" creationId="{0FDEED16-F3F7-444C-BA0B-6F43726B3E9D}"/>
          </ac:spMkLst>
        </pc:spChg>
        <pc:spChg chg="mod">
          <ac:chgData name="Deepika Vatsa" userId="f7100972-27fe-4ee6-8fb4-ec9b7931b409" providerId="ADAL" clId="{3291ADED-E722-4D72-B4E8-25130B6F1C00}" dt="2022-08-03T10:19:52.420" v="9640" actId="2711"/>
          <ac:spMkLst>
            <pc:docMk/>
            <pc:sldMk cId="903697734" sldId="568"/>
            <ac:spMk id="6" creationId="{77BF17A9-34CD-4722-A21F-A29648B9496B}"/>
          </ac:spMkLst>
        </pc:spChg>
        <pc:spChg chg="add mod">
          <ac:chgData name="Deepika Vatsa" userId="f7100972-27fe-4ee6-8fb4-ec9b7931b409" providerId="ADAL" clId="{3291ADED-E722-4D72-B4E8-25130B6F1C00}" dt="2022-08-03T10:20:09.479" v="9654"/>
          <ac:spMkLst>
            <pc:docMk/>
            <pc:sldMk cId="903697734" sldId="568"/>
            <ac:spMk id="7" creationId="{6E0E4260-E28C-412B-AD49-4D67840A5330}"/>
          </ac:spMkLst>
        </pc:spChg>
      </pc:sldChg>
      <pc:sldChg chg="modSp add del mod">
        <pc:chgData name="Deepika Vatsa" userId="f7100972-27fe-4ee6-8fb4-ec9b7931b409" providerId="ADAL" clId="{3291ADED-E722-4D72-B4E8-25130B6F1C00}" dt="2022-08-04T04:06:00.932" v="10968" actId="2696"/>
        <pc:sldMkLst>
          <pc:docMk/>
          <pc:sldMk cId="28580409" sldId="569"/>
        </pc:sldMkLst>
        <pc:spChg chg="mod">
          <ac:chgData name="Deepika Vatsa" userId="f7100972-27fe-4ee6-8fb4-ec9b7931b409" providerId="ADAL" clId="{3291ADED-E722-4D72-B4E8-25130B6F1C00}" dt="2022-08-03T10:10:46.895" v="9527" actId="20577"/>
          <ac:spMkLst>
            <pc:docMk/>
            <pc:sldMk cId="28580409" sldId="569"/>
            <ac:spMk id="7" creationId="{6E0E4260-E28C-412B-AD49-4D67840A5330}"/>
          </ac:spMkLst>
        </pc:spChg>
      </pc:sldChg>
      <pc:sldChg chg="modSp add del mod">
        <pc:chgData name="Deepika Vatsa" userId="f7100972-27fe-4ee6-8fb4-ec9b7931b409" providerId="ADAL" clId="{3291ADED-E722-4D72-B4E8-25130B6F1C00}" dt="2022-08-03T10:10:27.433" v="9496" actId="2696"/>
        <pc:sldMkLst>
          <pc:docMk/>
          <pc:sldMk cId="1672371624" sldId="569"/>
        </pc:sldMkLst>
        <pc:spChg chg="mod">
          <ac:chgData name="Deepika Vatsa" userId="f7100972-27fe-4ee6-8fb4-ec9b7931b409" providerId="ADAL" clId="{3291ADED-E722-4D72-B4E8-25130B6F1C00}" dt="2022-08-03T10:09:28.659" v="9495" actId="6549"/>
          <ac:spMkLst>
            <pc:docMk/>
            <pc:sldMk cId="1672371624" sldId="569"/>
            <ac:spMk id="6" creationId="{77BF17A9-34CD-4722-A21F-A29648B9496B}"/>
          </ac:spMkLst>
        </pc:spChg>
      </pc:sldChg>
      <pc:sldChg chg="add">
        <pc:chgData name="Deepika Vatsa" userId="f7100972-27fe-4ee6-8fb4-ec9b7931b409" providerId="ADAL" clId="{3291ADED-E722-4D72-B4E8-25130B6F1C00}" dt="2022-08-04T04:06:06.118" v="10969"/>
        <pc:sldMkLst>
          <pc:docMk/>
          <pc:sldMk cId="3078107687" sldId="569"/>
        </pc:sldMkLst>
      </pc:sldChg>
      <pc:sldChg chg="add del">
        <pc:chgData name="Deepika Vatsa" userId="f7100972-27fe-4ee6-8fb4-ec9b7931b409" providerId="ADAL" clId="{3291ADED-E722-4D72-B4E8-25130B6F1C00}" dt="2022-08-04T04:06:00.932" v="10968" actId="2696"/>
        <pc:sldMkLst>
          <pc:docMk/>
          <pc:sldMk cId="131134272" sldId="570"/>
        </pc:sldMkLst>
      </pc:sldChg>
      <pc:sldChg chg="add">
        <pc:chgData name="Deepika Vatsa" userId="f7100972-27fe-4ee6-8fb4-ec9b7931b409" providerId="ADAL" clId="{3291ADED-E722-4D72-B4E8-25130B6F1C00}" dt="2022-08-04T04:06:06.118" v="10969"/>
        <pc:sldMkLst>
          <pc:docMk/>
          <pc:sldMk cId="2887069432" sldId="570"/>
        </pc:sldMkLst>
      </pc:sldChg>
      <pc:sldChg chg="addSp delSp modSp add del mod">
        <pc:chgData name="Deepika Vatsa" userId="f7100972-27fe-4ee6-8fb4-ec9b7931b409" providerId="ADAL" clId="{3291ADED-E722-4D72-B4E8-25130B6F1C00}" dt="2022-08-03T10:10:27.433" v="9496" actId="2696"/>
        <pc:sldMkLst>
          <pc:docMk/>
          <pc:sldMk cId="3023373207" sldId="570"/>
        </pc:sldMkLst>
        <pc:spChg chg="add del">
          <ac:chgData name="Deepika Vatsa" userId="f7100972-27fe-4ee6-8fb4-ec9b7931b409" providerId="ADAL" clId="{3291ADED-E722-4D72-B4E8-25130B6F1C00}" dt="2022-08-03T09:48:10.099" v="8794"/>
          <ac:spMkLst>
            <pc:docMk/>
            <pc:sldMk cId="3023373207" sldId="570"/>
            <ac:spMk id="2" creationId="{C2AE34ED-4C01-4301-B2B5-CCCEBE8123EA}"/>
          </ac:spMkLst>
        </pc:spChg>
        <pc:spChg chg="add del">
          <ac:chgData name="Deepika Vatsa" userId="f7100972-27fe-4ee6-8fb4-ec9b7931b409" providerId="ADAL" clId="{3291ADED-E722-4D72-B4E8-25130B6F1C00}" dt="2022-08-03T09:48:14.035" v="8797"/>
          <ac:spMkLst>
            <pc:docMk/>
            <pc:sldMk cId="3023373207" sldId="570"/>
            <ac:spMk id="3" creationId="{A1901AD3-E555-4EF1-BB15-6A594A60EBA1}"/>
          </ac:spMkLst>
        </pc:spChg>
        <pc:spChg chg="add del mod">
          <ac:chgData name="Deepika Vatsa" userId="f7100972-27fe-4ee6-8fb4-ec9b7931b409" providerId="ADAL" clId="{3291ADED-E722-4D72-B4E8-25130B6F1C00}" dt="2022-08-03T09:48:37.869" v="8803"/>
          <ac:spMkLst>
            <pc:docMk/>
            <pc:sldMk cId="3023373207" sldId="570"/>
            <ac:spMk id="4" creationId="{BBE792CE-1A24-4E9E-B8F7-861563AFCE46}"/>
          </ac:spMkLst>
        </pc:spChg>
        <pc:spChg chg="add del">
          <ac:chgData name="Deepika Vatsa" userId="f7100972-27fe-4ee6-8fb4-ec9b7931b409" providerId="ADAL" clId="{3291ADED-E722-4D72-B4E8-25130B6F1C00}" dt="2022-08-03T09:48:45.723" v="8805"/>
          <ac:spMkLst>
            <pc:docMk/>
            <pc:sldMk cId="3023373207" sldId="570"/>
            <ac:spMk id="5" creationId="{5BCC875C-9B6B-49D8-849C-4FF92F2BFF9C}"/>
          </ac:spMkLst>
        </pc:spChg>
        <pc:spChg chg="add del mod">
          <ac:chgData name="Deepika Vatsa" userId="f7100972-27fe-4ee6-8fb4-ec9b7931b409" providerId="ADAL" clId="{3291ADED-E722-4D72-B4E8-25130B6F1C00}" dt="2022-08-03T09:48:45.777" v="8807"/>
          <ac:spMkLst>
            <pc:docMk/>
            <pc:sldMk cId="3023373207" sldId="570"/>
            <ac:spMk id="6" creationId="{77BF17A9-34CD-4722-A21F-A29648B9496B}"/>
          </ac:spMkLst>
        </pc:spChg>
      </pc:sldChg>
      <pc:sldChg chg="modSp add mod modNotesTx">
        <pc:chgData name="Deepika Vatsa" userId="f7100972-27fe-4ee6-8fb4-ec9b7931b409" providerId="ADAL" clId="{3291ADED-E722-4D72-B4E8-25130B6F1C00}" dt="2022-08-03T10:25:22.895" v="9830" actId="20577"/>
        <pc:sldMkLst>
          <pc:docMk/>
          <pc:sldMk cId="3015075479" sldId="571"/>
        </pc:sldMkLst>
        <pc:spChg chg="mod">
          <ac:chgData name="Deepika Vatsa" userId="f7100972-27fe-4ee6-8fb4-ec9b7931b409" providerId="ADAL" clId="{3291ADED-E722-4D72-B4E8-25130B6F1C00}" dt="2022-08-03T09:53:03.845" v="8834" actId="20577"/>
          <ac:spMkLst>
            <pc:docMk/>
            <pc:sldMk cId="3015075479" sldId="571"/>
            <ac:spMk id="5" creationId="{0FDEED16-F3F7-444C-BA0B-6F43726B3E9D}"/>
          </ac:spMkLst>
        </pc:spChg>
        <pc:spChg chg="mod">
          <ac:chgData name="Deepika Vatsa" userId="f7100972-27fe-4ee6-8fb4-ec9b7931b409" providerId="ADAL" clId="{3291ADED-E722-4D72-B4E8-25130B6F1C00}" dt="2022-08-03T09:57:35.051" v="8937" actId="113"/>
          <ac:spMkLst>
            <pc:docMk/>
            <pc:sldMk cId="3015075479" sldId="571"/>
            <ac:spMk id="6" creationId="{77BF17A9-34CD-4722-A21F-A29648B9496B}"/>
          </ac:spMkLst>
        </pc:spChg>
      </pc:sldChg>
      <pc:sldChg chg="modSp add del mod">
        <pc:chgData name="Deepika Vatsa" userId="f7100972-27fe-4ee6-8fb4-ec9b7931b409" providerId="ADAL" clId="{3291ADED-E722-4D72-B4E8-25130B6F1C00}" dt="2022-08-04T08:51:15.787" v="11030" actId="47"/>
        <pc:sldMkLst>
          <pc:docMk/>
          <pc:sldMk cId="3491494360" sldId="572"/>
        </pc:sldMkLst>
        <pc:spChg chg="mod">
          <ac:chgData name="Deepika Vatsa" userId="f7100972-27fe-4ee6-8fb4-ec9b7931b409" providerId="ADAL" clId="{3291ADED-E722-4D72-B4E8-25130B6F1C00}" dt="2022-08-03T10:20:04.244" v="9653" actId="20577"/>
          <ac:spMkLst>
            <pc:docMk/>
            <pc:sldMk cId="3491494360" sldId="572"/>
            <ac:spMk id="5" creationId="{0FDEED16-F3F7-444C-BA0B-6F43726B3E9D}"/>
          </ac:spMkLst>
        </pc:spChg>
      </pc:sldChg>
      <pc:sldChg chg="addSp delSp modSp add mod">
        <pc:chgData name="Deepika Vatsa" userId="f7100972-27fe-4ee6-8fb4-ec9b7931b409" providerId="ADAL" clId="{3291ADED-E722-4D72-B4E8-25130B6F1C00}" dt="2022-08-03T10:39:08.165" v="10967" actId="5793"/>
        <pc:sldMkLst>
          <pc:docMk/>
          <pc:sldMk cId="364232575" sldId="573"/>
        </pc:sldMkLst>
        <pc:spChg chg="mod">
          <ac:chgData name="Deepika Vatsa" userId="f7100972-27fe-4ee6-8fb4-ec9b7931b409" providerId="ADAL" clId="{3291ADED-E722-4D72-B4E8-25130B6F1C00}" dt="2022-08-03T10:39:08.165" v="10967" actId="5793"/>
          <ac:spMkLst>
            <pc:docMk/>
            <pc:sldMk cId="364232575" sldId="573"/>
            <ac:spMk id="2" creationId="{5683F6F4-79F8-4442-8988-32A91B96D415}"/>
          </ac:spMkLst>
        </pc:spChg>
        <pc:picChg chg="add mod modCrop">
          <ac:chgData name="Deepika Vatsa" userId="f7100972-27fe-4ee6-8fb4-ec9b7931b409" providerId="ADAL" clId="{3291ADED-E722-4D72-B4E8-25130B6F1C00}" dt="2022-08-03T10:39:02.130" v="10965" actId="1076"/>
          <ac:picMkLst>
            <pc:docMk/>
            <pc:sldMk cId="364232575" sldId="573"/>
            <ac:picMk id="4" creationId="{0FA52259-C317-4A3E-ABED-666C49EA67CB}"/>
          </ac:picMkLst>
        </pc:picChg>
        <pc:picChg chg="del">
          <ac:chgData name="Deepika Vatsa" userId="f7100972-27fe-4ee6-8fb4-ec9b7931b409" providerId="ADAL" clId="{3291ADED-E722-4D72-B4E8-25130B6F1C00}" dt="2022-08-03T10:38:56.581" v="10964" actId="478"/>
          <ac:picMkLst>
            <pc:docMk/>
            <pc:sldMk cId="364232575" sldId="573"/>
            <ac:picMk id="6" creationId="{832F5D65-D7AA-4A3D-9AE9-7578A1DDFDCC}"/>
          </ac:picMkLst>
        </pc:picChg>
      </pc:sldChg>
      <pc:sldChg chg="addSp delSp modSp new mod modNotesTx">
        <pc:chgData name="Deepika Vatsa" userId="f7100972-27fe-4ee6-8fb4-ec9b7931b409" providerId="ADAL" clId="{3291ADED-E722-4D72-B4E8-25130B6F1C00}" dt="2022-08-04T08:54:51.325" v="11221" actId="20577"/>
        <pc:sldMkLst>
          <pc:docMk/>
          <pc:sldMk cId="835221985" sldId="574"/>
        </pc:sldMkLst>
        <pc:spChg chg="del">
          <ac:chgData name="Deepika Vatsa" userId="f7100972-27fe-4ee6-8fb4-ec9b7931b409" providerId="ADAL" clId="{3291ADED-E722-4D72-B4E8-25130B6F1C00}" dt="2022-08-04T08:52:47.690" v="11032" actId="22"/>
          <ac:spMkLst>
            <pc:docMk/>
            <pc:sldMk cId="835221985" sldId="574"/>
            <ac:spMk id="2" creationId="{FB8C1725-BA1E-4BD6-A7FF-694DC61A0D45}"/>
          </ac:spMkLst>
        </pc:spChg>
        <pc:spChg chg="add mod">
          <ac:chgData name="Deepika Vatsa" userId="f7100972-27fe-4ee6-8fb4-ec9b7931b409" providerId="ADAL" clId="{3291ADED-E722-4D72-B4E8-25130B6F1C00}" dt="2022-08-04T08:54:10.817" v="11155" actId="5793"/>
          <ac:spMkLst>
            <pc:docMk/>
            <pc:sldMk cId="835221985" sldId="574"/>
            <ac:spMk id="5" creationId="{E9A6EA54-AA9E-4FC4-BE90-B990B93106FF}"/>
          </ac:spMkLst>
        </pc:spChg>
        <pc:picChg chg="add mod ord modCrop">
          <ac:chgData name="Deepika Vatsa" userId="f7100972-27fe-4ee6-8fb4-ec9b7931b409" providerId="ADAL" clId="{3291ADED-E722-4D72-B4E8-25130B6F1C00}" dt="2022-08-04T08:54:18.231" v="11157" actId="1076"/>
          <ac:picMkLst>
            <pc:docMk/>
            <pc:sldMk cId="835221985" sldId="574"/>
            <ac:picMk id="4" creationId="{946E8039-E9F5-4389-A5AB-23CFF355615D}"/>
          </ac:picMkLst>
        </pc:picChg>
      </pc:sldChg>
      <pc:sldChg chg="addSp delSp modSp add mod modNotesTx">
        <pc:chgData name="Deepika Vatsa" userId="f7100972-27fe-4ee6-8fb4-ec9b7931b409" providerId="ADAL" clId="{3291ADED-E722-4D72-B4E8-25130B6F1C00}" dt="2022-08-04T09:20:29.117" v="12392" actId="14100"/>
        <pc:sldMkLst>
          <pc:docMk/>
          <pc:sldMk cId="1570742894" sldId="575"/>
        </pc:sldMkLst>
        <pc:picChg chg="add del mod modCrop">
          <ac:chgData name="Deepika Vatsa" userId="f7100972-27fe-4ee6-8fb4-ec9b7931b409" providerId="ADAL" clId="{3291ADED-E722-4D72-B4E8-25130B6F1C00}" dt="2022-08-04T09:20:05.599" v="12386" actId="478"/>
          <ac:picMkLst>
            <pc:docMk/>
            <pc:sldMk cId="1570742894" sldId="575"/>
            <ac:picMk id="4" creationId="{52721FEC-A83D-4766-9442-DABEDA984876}"/>
          </ac:picMkLst>
        </pc:picChg>
        <pc:picChg chg="del">
          <ac:chgData name="Deepika Vatsa" userId="f7100972-27fe-4ee6-8fb4-ec9b7931b409" providerId="ADAL" clId="{3291ADED-E722-4D72-B4E8-25130B6F1C00}" dt="2022-08-04T09:13:54.607" v="12146" actId="478"/>
          <ac:picMkLst>
            <pc:docMk/>
            <pc:sldMk cId="1570742894" sldId="575"/>
            <ac:picMk id="5" creationId="{6BF35E3C-1F2B-42D7-BAD5-8F6472D5382C}"/>
          </ac:picMkLst>
        </pc:picChg>
        <pc:picChg chg="add mod modCrop">
          <ac:chgData name="Deepika Vatsa" userId="f7100972-27fe-4ee6-8fb4-ec9b7931b409" providerId="ADAL" clId="{3291ADED-E722-4D72-B4E8-25130B6F1C00}" dt="2022-08-04T09:20:29.117" v="12392" actId="14100"/>
          <ac:picMkLst>
            <pc:docMk/>
            <pc:sldMk cId="1570742894" sldId="575"/>
            <ac:picMk id="7" creationId="{6CDA8781-39A7-4E23-B58E-9126D96BA5B3}"/>
          </ac:picMkLst>
        </pc:picChg>
      </pc:sldChg>
      <pc:sldChg chg="addSp delSp modSp add mod modNotesTx">
        <pc:chgData name="Deepika Vatsa" userId="f7100972-27fe-4ee6-8fb4-ec9b7931b409" providerId="ADAL" clId="{3291ADED-E722-4D72-B4E8-25130B6F1C00}" dt="2022-08-04T09:21:13.806" v="12400" actId="14100"/>
        <pc:sldMkLst>
          <pc:docMk/>
          <pc:sldMk cId="1837020608" sldId="576"/>
        </pc:sldMkLst>
        <pc:picChg chg="del">
          <ac:chgData name="Deepika Vatsa" userId="f7100972-27fe-4ee6-8fb4-ec9b7931b409" providerId="ADAL" clId="{3291ADED-E722-4D72-B4E8-25130B6F1C00}" dt="2022-08-04T09:15:26.677" v="12273" actId="478"/>
          <ac:picMkLst>
            <pc:docMk/>
            <pc:sldMk cId="1837020608" sldId="576"/>
            <ac:picMk id="4" creationId="{52721FEC-A83D-4766-9442-DABEDA984876}"/>
          </ac:picMkLst>
        </pc:picChg>
        <pc:picChg chg="add del mod modCrop">
          <ac:chgData name="Deepika Vatsa" userId="f7100972-27fe-4ee6-8fb4-ec9b7931b409" providerId="ADAL" clId="{3291ADED-E722-4D72-B4E8-25130B6F1C00}" dt="2022-08-04T09:20:32.316" v="12393" actId="478"/>
          <ac:picMkLst>
            <pc:docMk/>
            <pc:sldMk cId="1837020608" sldId="576"/>
            <ac:picMk id="5" creationId="{2BB9F843-A737-45FB-A68D-73D398638239}"/>
          </ac:picMkLst>
        </pc:picChg>
        <pc:picChg chg="add mod modCrop">
          <ac:chgData name="Deepika Vatsa" userId="f7100972-27fe-4ee6-8fb4-ec9b7931b409" providerId="ADAL" clId="{3291ADED-E722-4D72-B4E8-25130B6F1C00}" dt="2022-08-04T09:21:13.806" v="12400" actId="14100"/>
          <ac:picMkLst>
            <pc:docMk/>
            <pc:sldMk cId="1837020608" sldId="576"/>
            <ac:picMk id="7" creationId="{F532A044-F3BB-4724-9436-B0EEBB7BCFB2}"/>
          </ac:picMkLst>
        </pc:picChg>
      </pc:sldChg>
      <pc:sldMasterChg chg="delSldLayout">
        <pc:chgData name="Deepika Vatsa" userId="f7100972-27fe-4ee6-8fb4-ec9b7931b409" providerId="ADAL" clId="{3291ADED-E722-4D72-B4E8-25130B6F1C00}" dt="2022-08-02T05:57:39.918" v="1633" actId="47"/>
        <pc:sldMasterMkLst>
          <pc:docMk/>
          <pc:sldMasterMk cId="3073119696" sldId="2147483648"/>
        </pc:sldMasterMkLst>
        <pc:sldLayoutChg chg="del">
          <pc:chgData name="Deepika Vatsa" userId="f7100972-27fe-4ee6-8fb4-ec9b7931b409" providerId="ADAL" clId="{3291ADED-E722-4D72-B4E8-25130B6F1C00}" dt="2022-08-02T05:57:39.918" v="1633" actId="47"/>
          <pc:sldLayoutMkLst>
            <pc:docMk/>
            <pc:sldMasterMk cId="3073119696" sldId="2147483648"/>
            <pc:sldLayoutMk cId="533581401" sldId="2147483669"/>
          </pc:sldLayoutMkLst>
        </pc:sldLayoutChg>
      </pc:sldMasterChg>
    </pc:docChg>
  </pc:docChgLst>
  <pc:docChgLst>
    <pc:chgData name="Deepika Vatsa" userId="f7100972-27fe-4ee6-8fb4-ec9b7931b409" providerId="ADAL" clId="{18AEA20C-BEAA-445F-A420-7499542A0D43}"/>
    <pc:docChg chg="undo redo custSel addSld delSld modSld">
      <pc:chgData name="Deepika Vatsa" userId="f7100972-27fe-4ee6-8fb4-ec9b7931b409" providerId="ADAL" clId="{18AEA20C-BEAA-445F-A420-7499542A0D43}" dt="2022-08-13T12:15:03.298" v="6334" actId="404"/>
      <pc:docMkLst>
        <pc:docMk/>
      </pc:docMkLst>
      <pc:sldChg chg="modSp mod">
        <pc:chgData name="Deepika Vatsa" userId="f7100972-27fe-4ee6-8fb4-ec9b7931b409" providerId="ADAL" clId="{18AEA20C-BEAA-445F-A420-7499542A0D43}" dt="2022-08-09T05:06:27.098" v="73" actId="20577"/>
        <pc:sldMkLst>
          <pc:docMk/>
          <pc:sldMk cId="492309654" sldId="256"/>
        </pc:sldMkLst>
        <pc:spChg chg="mod">
          <ac:chgData name="Deepika Vatsa" userId="f7100972-27fe-4ee6-8fb4-ec9b7931b409" providerId="ADAL" clId="{18AEA20C-BEAA-445F-A420-7499542A0D43}" dt="2022-08-09T05:06:27.098" v="73" actId="20577"/>
          <ac:spMkLst>
            <pc:docMk/>
            <pc:sldMk cId="492309654" sldId="256"/>
            <ac:spMk id="3" creationId="{D11C1709-B620-47DC-9742-B9FB880F0527}"/>
          </ac:spMkLst>
        </pc:spChg>
      </pc:sldChg>
      <pc:sldChg chg="modSp mod">
        <pc:chgData name="Deepika Vatsa" userId="f7100972-27fe-4ee6-8fb4-ec9b7931b409" providerId="ADAL" clId="{18AEA20C-BEAA-445F-A420-7499542A0D43}" dt="2022-08-09T10:34:57.342" v="3644" actId="20577"/>
        <pc:sldMkLst>
          <pc:docMk/>
          <pc:sldMk cId="3472450693" sldId="257"/>
        </pc:sldMkLst>
        <pc:spChg chg="mod">
          <ac:chgData name="Deepika Vatsa" userId="f7100972-27fe-4ee6-8fb4-ec9b7931b409" providerId="ADAL" clId="{18AEA20C-BEAA-445F-A420-7499542A0D43}" dt="2022-08-09T10:34:57.342" v="3644" actId="20577"/>
          <ac:spMkLst>
            <pc:docMk/>
            <pc:sldMk cId="3472450693" sldId="257"/>
            <ac:spMk id="3" creationId="{80E36F94-92C5-49C4-89B0-FDCC3A53501B}"/>
          </ac:spMkLst>
        </pc:spChg>
      </pc:sldChg>
      <pc:sldChg chg="modSp mod">
        <pc:chgData name="Deepika Vatsa" userId="f7100972-27fe-4ee6-8fb4-ec9b7931b409" providerId="ADAL" clId="{18AEA20C-BEAA-445F-A420-7499542A0D43}" dt="2022-08-13T12:15:03.298" v="6334" actId="404"/>
        <pc:sldMkLst>
          <pc:docMk/>
          <pc:sldMk cId="3962052602" sldId="559"/>
        </pc:sldMkLst>
        <pc:spChg chg="mod">
          <ac:chgData name="Deepika Vatsa" userId="f7100972-27fe-4ee6-8fb4-ec9b7931b409" providerId="ADAL" clId="{18AEA20C-BEAA-445F-A420-7499542A0D43}" dt="2022-08-13T12:15:03.298" v="6334" actId="404"/>
          <ac:spMkLst>
            <pc:docMk/>
            <pc:sldMk cId="3962052602" sldId="559"/>
            <ac:spMk id="2" creationId="{D3824733-69A3-4ABC-8F50-20BC8E4873AC}"/>
          </ac:spMkLst>
        </pc:spChg>
        <pc:spChg chg="mod">
          <ac:chgData name="Deepika Vatsa" userId="f7100972-27fe-4ee6-8fb4-ec9b7931b409" providerId="ADAL" clId="{18AEA20C-BEAA-445F-A420-7499542A0D43}" dt="2022-08-13T12:14:53.088" v="6330" actId="20577"/>
          <ac:spMkLst>
            <pc:docMk/>
            <pc:sldMk cId="3962052602" sldId="559"/>
            <ac:spMk id="3" creationId="{03FB8F68-31E1-4B1A-B435-DA5668BAF265}"/>
          </ac:spMkLst>
        </pc:spChg>
      </pc:sldChg>
      <pc:sldChg chg="addSp delSp modSp mod modNotesTx">
        <pc:chgData name="Deepika Vatsa" userId="f7100972-27fe-4ee6-8fb4-ec9b7931b409" providerId="ADAL" clId="{18AEA20C-BEAA-445F-A420-7499542A0D43}" dt="2022-08-09T05:16:52.773" v="1130" actId="20577"/>
        <pc:sldMkLst>
          <pc:docMk/>
          <pc:sldMk cId="4184969250" sldId="560"/>
        </pc:sldMkLst>
        <pc:spChg chg="mod">
          <ac:chgData name="Deepika Vatsa" userId="f7100972-27fe-4ee6-8fb4-ec9b7931b409" providerId="ADAL" clId="{18AEA20C-BEAA-445F-A420-7499542A0D43}" dt="2022-08-09T05:07:40.290" v="192" actId="20577"/>
          <ac:spMkLst>
            <pc:docMk/>
            <pc:sldMk cId="4184969250" sldId="560"/>
            <ac:spMk id="2" creationId="{6167DC2D-0072-445E-8CB3-E53407061CE7}"/>
          </ac:spMkLst>
        </pc:spChg>
        <pc:spChg chg="add del mod">
          <ac:chgData name="Deepika Vatsa" userId="f7100972-27fe-4ee6-8fb4-ec9b7931b409" providerId="ADAL" clId="{18AEA20C-BEAA-445F-A420-7499542A0D43}" dt="2022-08-09T05:09:07.297" v="259" actId="478"/>
          <ac:spMkLst>
            <pc:docMk/>
            <pc:sldMk cId="4184969250" sldId="560"/>
            <ac:spMk id="4" creationId="{6E4E6CCF-E14E-417B-9C04-C29E5EEED8D4}"/>
          </ac:spMkLst>
        </pc:spChg>
        <pc:spChg chg="mod">
          <ac:chgData name="Deepika Vatsa" userId="f7100972-27fe-4ee6-8fb4-ec9b7931b409" providerId="ADAL" clId="{18AEA20C-BEAA-445F-A420-7499542A0D43}" dt="2022-08-09T05:09:09.843" v="260" actId="5793"/>
          <ac:spMkLst>
            <pc:docMk/>
            <pc:sldMk cId="4184969250" sldId="560"/>
            <ac:spMk id="6" creationId="{98E0FE6E-8F22-4B9F-9E9F-E2B694DC96D4}"/>
          </ac:spMkLst>
        </pc:spChg>
        <pc:picChg chg="del">
          <ac:chgData name="Deepika Vatsa" userId="f7100972-27fe-4ee6-8fb4-ec9b7931b409" providerId="ADAL" clId="{18AEA20C-BEAA-445F-A420-7499542A0D43}" dt="2022-08-09T05:08:27.595" v="251" actId="478"/>
          <ac:picMkLst>
            <pc:docMk/>
            <pc:sldMk cId="4184969250" sldId="560"/>
            <ac:picMk id="5" creationId="{D79DD659-0D69-439F-8DFB-E316F68747FE}"/>
          </ac:picMkLst>
        </pc:picChg>
        <pc:picChg chg="add mod modCrop">
          <ac:chgData name="Deepika Vatsa" userId="f7100972-27fe-4ee6-8fb4-ec9b7931b409" providerId="ADAL" clId="{18AEA20C-BEAA-445F-A420-7499542A0D43}" dt="2022-08-09T05:08:55.149" v="257" actId="1076"/>
          <ac:picMkLst>
            <pc:docMk/>
            <pc:sldMk cId="4184969250" sldId="560"/>
            <ac:picMk id="8" creationId="{DFE7DFCE-8DE5-4ACA-8112-DF2E5EE032CE}"/>
          </ac:picMkLst>
        </pc:picChg>
      </pc:sldChg>
      <pc:sldChg chg="addSp delSp modSp mod modNotesTx">
        <pc:chgData name="Deepika Vatsa" userId="f7100972-27fe-4ee6-8fb4-ec9b7931b409" providerId="ADAL" clId="{18AEA20C-BEAA-445F-A420-7499542A0D43}" dt="2022-08-09T10:29:09.375" v="3483" actId="20577"/>
        <pc:sldMkLst>
          <pc:docMk/>
          <pc:sldMk cId="1127720626" sldId="561"/>
        </pc:sldMkLst>
        <pc:spChg chg="mod">
          <ac:chgData name="Deepika Vatsa" userId="f7100972-27fe-4ee6-8fb4-ec9b7931b409" providerId="ADAL" clId="{18AEA20C-BEAA-445F-A420-7499542A0D43}" dt="2022-08-09T06:53:31.267" v="3074" actId="20577"/>
          <ac:spMkLst>
            <pc:docMk/>
            <pc:sldMk cId="1127720626" sldId="561"/>
            <ac:spMk id="2" creationId="{6167DC2D-0072-445E-8CB3-E53407061CE7}"/>
          </ac:spMkLst>
        </pc:spChg>
        <pc:spChg chg="add mod">
          <ac:chgData name="Deepika Vatsa" userId="f7100972-27fe-4ee6-8fb4-ec9b7931b409" providerId="ADAL" clId="{18AEA20C-BEAA-445F-A420-7499542A0D43}" dt="2022-08-09T10:29:09.375" v="3483" actId="20577"/>
          <ac:spMkLst>
            <pc:docMk/>
            <pc:sldMk cId="1127720626" sldId="561"/>
            <ac:spMk id="9" creationId="{55A5BFD8-4962-4C89-86F0-4A582AD35F41}"/>
          </ac:spMkLst>
        </pc:spChg>
        <pc:picChg chg="del">
          <ac:chgData name="Deepika Vatsa" userId="f7100972-27fe-4ee6-8fb4-ec9b7931b409" providerId="ADAL" clId="{18AEA20C-BEAA-445F-A420-7499542A0D43}" dt="2022-08-09T05:17:24.679" v="1151" actId="478"/>
          <ac:picMkLst>
            <pc:docMk/>
            <pc:sldMk cId="1127720626" sldId="561"/>
            <ac:picMk id="10" creationId="{01814F26-28FF-4083-AF5E-9A822C2993DA}"/>
          </ac:picMkLst>
        </pc:picChg>
      </pc:sldChg>
      <pc:sldChg chg="del">
        <pc:chgData name="Deepika Vatsa" userId="f7100972-27fe-4ee6-8fb4-ec9b7931b409" providerId="ADAL" clId="{18AEA20C-BEAA-445F-A420-7499542A0D43}" dt="2022-08-09T05:58:25.624" v="2957" actId="47"/>
        <pc:sldMkLst>
          <pc:docMk/>
          <pc:sldMk cId="1425229445" sldId="562"/>
        </pc:sldMkLst>
      </pc:sldChg>
      <pc:sldChg chg="del">
        <pc:chgData name="Deepika Vatsa" userId="f7100972-27fe-4ee6-8fb4-ec9b7931b409" providerId="ADAL" clId="{18AEA20C-BEAA-445F-A420-7499542A0D43}" dt="2022-08-09T05:58:25.624" v="2957" actId="47"/>
        <pc:sldMkLst>
          <pc:docMk/>
          <pc:sldMk cId="2638973260" sldId="563"/>
        </pc:sldMkLst>
      </pc:sldChg>
      <pc:sldChg chg="del">
        <pc:chgData name="Deepika Vatsa" userId="f7100972-27fe-4ee6-8fb4-ec9b7931b409" providerId="ADAL" clId="{18AEA20C-BEAA-445F-A420-7499542A0D43}" dt="2022-08-09T05:58:25.624" v="2957" actId="47"/>
        <pc:sldMkLst>
          <pc:docMk/>
          <pc:sldMk cId="3588827055" sldId="564"/>
        </pc:sldMkLst>
      </pc:sldChg>
      <pc:sldChg chg="del">
        <pc:chgData name="Deepika Vatsa" userId="f7100972-27fe-4ee6-8fb4-ec9b7931b409" providerId="ADAL" clId="{18AEA20C-BEAA-445F-A420-7499542A0D43}" dt="2022-08-09T05:58:25.624" v="2957" actId="47"/>
        <pc:sldMkLst>
          <pc:docMk/>
          <pc:sldMk cId="2324140379" sldId="565"/>
        </pc:sldMkLst>
      </pc:sldChg>
      <pc:sldChg chg="del">
        <pc:chgData name="Deepika Vatsa" userId="f7100972-27fe-4ee6-8fb4-ec9b7931b409" providerId="ADAL" clId="{18AEA20C-BEAA-445F-A420-7499542A0D43}" dt="2022-08-09T05:58:25.624" v="2957" actId="47"/>
        <pc:sldMkLst>
          <pc:docMk/>
          <pc:sldMk cId="1491287628" sldId="566"/>
        </pc:sldMkLst>
      </pc:sldChg>
      <pc:sldChg chg="del">
        <pc:chgData name="Deepika Vatsa" userId="f7100972-27fe-4ee6-8fb4-ec9b7931b409" providerId="ADAL" clId="{18AEA20C-BEAA-445F-A420-7499542A0D43}" dt="2022-08-09T05:58:25.624" v="2957" actId="47"/>
        <pc:sldMkLst>
          <pc:docMk/>
          <pc:sldMk cId="382883145" sldId="567"/>
        </pc:sldMkLst>
      </pc:sldChg>
      <pc:sldChg chg="del">
        <pc:chgData name="Deepika Vatsa" userId="f7100972-27fe-4ee6-8fb4-ec9b7931b409" providerId="ADAL" clId="{18AEA20C-BEAA-445F-A420-7499542A0D43}" dt="2022-08-09T05:58:25.624" v="2957" actId="47"/>
        <pc:sldMkLst>
          <pc:docMk/>
          <pc:sldMk cId="3914029419" sldId="568"/>
        </pc:sldMkLst>
      </pc:sldChg>
      <pc:sldChg chg="del">
        <pc:chgData name="Deepika Vatsa" userId="f7100972-27fe-4ee6-8fb4-ec9b7931b409" providerId="ADAL" clId="{18AEA20C-BEAA-445F-A420-7499542A0D43}" dt="2022-08-09T05:58:25.624" v="2957" actId="47"/>
        <pc:sldMkLst>
          <pc:docMk/>
          <pc:sldMk cId="2950905892" sldId="570"/>
        </pc:sldMkLst>
      </pc:sldChg>
      <pc:sldChg chg="del">
        <pc:chgData name="Deepika Vatsa" userId="f7100972-27fe-4ee6-8fb4-ec9b7931b409" providerId="ADAL" clId="{18AEA20C-BEAA-445F-A420-7499542A0D43}" dt="2022-08-09T05:58:25.624" v="2957" actId="47"/>
        <pc:sldMkLst>
          <pc:docMk/>
          <pc:sldMk cId="3918142659" sldId="571"/>
        </pc:sldMkLst>
      </pc:sldChg>
      <pc:sldChg chg="del">
        <pc:chgData name="Deepika Vatsa" userId="f7100972-27fe-4ee6-8fb4-ec9b7931b409" providerId="ADAL" clId="{18AEA20C-BEAA-445F-A420-7499542A0D43}" dt="2022-08-09T05:58:25.624" v="2957" actId="47"/>
        <pc:sldMkLst>
          <pc:docMk/>
          <pc:sldMk cId="2848741207" sldId="572"/>
        </pc:sldMkLst>
      </pc:sldChg>
      <pc:sldChg chg="del">
        <pc:chgData name="Deepika Vatsa" userId="f7100972-27fe-4ee6-8fb4-ec9b7931b409" providerId="ADAL" clId="{18AEA20C-BEAA-445F-A420-7499542A0D43}" dt="2022-08-09T05:58:25.624" v="2957" actId="47"/>
        <pc:sldMkLst>
          <pc:docMk/>
          <pc:sldMk cId="1559947821" sldId="573"/>
        </pc:sldMkLst>
      </pc:sldChg>
      <pc:sldChg chg="del">
        <pc:chgData name="Deepika Vatsa" userId="f7100972-27fe-4ee6-8fb4-ec9b7931b409" providerId="ADAL" clId="{18AEA20C-BEAA-445F-A420-7499542A0D43}" dt="2022-08-09T05:58:25.624" v="2957" actId="47"/>
        <pc:sldMkLst>
          <pc:docMk/>
          <pc:sldMk cId="167990248" sldId="574"/>
        </pc:sldMkLst>
      </pc:sldChg>
      <pc:sldChg chg="del">
        <pc:chgData name="Deepika Vatsa" userId="f7100972-27fe-4ee6-8fb4-ec9b7931b409" providerId="ADAL" clId="{18AEA20C-BEAA-445F-A420-7499542A0D43}" dt="2022-08-09T05:58:25.624" v="2957" actId="47"/>
        <pc:sldMkLst>
          <pc:docMk/>
          <pc:sldMk cId="296850078" sldId="575"/>
        </pc:sldMkLst>
      </pc:sldChg>
      <pc:sldChg chg="del">
        <pc:chgData name="Deepika Vatsa" userId="f7100972-27fe-4ee6-8fb4-ec9b7931b409" providerId="ADAL" clId="{18AEA20C-BEAA-445F-A420-7499542A0D43}" dt="2022-08-09T05:58:25.624" v="2957" actId="47"/>
        <pc:sldMkLst>
          <pc:docMk/>
          <pc:sldMk cId="1530362619" sldId="576"/>
        </pc:sldMkLst>
      </pc:sldChg>
      <pc:sldChg chg="del">
        <pc:chgData name="Deepika Vatsa" userId="f7100972-27fe-4ee6-8fb4-ec9b7931b409" providerId="ADAL" clId="{18AEA20C-BEAA-445F-A420-7499542A0D43}" dt="2022-08-09T05:58:25.624" v="2957" actId="47"/>
        <pc:sldMkLst>
          <pc:docMk/>
          <pc:sldMk cId="2641734005" sldId="577"/>
        </pc:sldMkLst>
      </pc:sldChg>
      <pc:sldChg chg="del">
        <pc:chgData name="Deepika Vatsa" userId="f7100972-27fe-4ee6-8fb4-ec9b7931b409" providerId="ADAL" clId="{18AEA20C-BEAA-445F-A420-7499542A0D43}" dt="2022-08-09T05:58:25.624" v="2957" actId="47"/>
        <pc:sldMkLst>
          <pc:docMk/>
          <pc:sldMk cId="2988424122" sldId="578"/>
        </pc:sldMkLst>
      </pc:sldChg>
      <pc:sldChg chg="del">
        <pc:chgData name="Deepika Vatsa" userId="f7100972-27fe-4ee6-8fb4-ec9b7931b409" providerId="ADAL" clId="{18AEA20C-BEAA-445F-A420-7499542A0D43}" dt="2022-08-09T05:58:25.624" v="2957" actId="47"/>
        <pc:sldMkLst>
          <pc:docMk/>
          <pc:sldMk cId="3800443747" sldId="579"/>
        </pc:sldMkLst>
      </pc:sldChg>
      <pc:sldChg chg="del">
        <pc:chgData name="Deepika Vatsa" userId="f7100972-27fe-4ee6-8fb4-ec9b7931b409" providerId="ADAL" clId="{18AEA20C-BEAA-445F-A420-7499542A0D43}" dt="2022-08-09T05:58:25.624" v="2957" actId="47"/>
        <pc:sldMkLst>
          <pc:docMk/>
          <pc:sldMk cId="1721693448" sldId="580"/>
        </pc:sldMkLst>
      </pc:sldChg>
      <pc:sldChg chg="add del">
        <pc:chgData name="Deepika Vatsa" userId="f7100972-27fe-4ee6-8fb4-ec9b7931b409" providerId="ADAL" clId="{18AEA20C-BEAA-445F-A420-7499542A0D43}" dt="2022-08-09T05:17:13.561" v="1132" actId="2890"/>
        <pc:sldMkLst>
          <pc:docMk/>
          <pc:sldMk cId="854580351" sldId="581"/>
        </pc:sldMkLst>
      </pc:sldChg>
      <pc:sldChg chg="addSp modSp add mod modNotesTx">
        <pc:chgData name="Deepika Vatsa" userId="f7100972-27fe-4ee6-8fb4-ec9b7931b409" providerId="ADAL" clId="{18AEA20C-BEAA-445F-A420-7499542A0D43}" dt="2022-08-09T05:33:58.021" v="1759" actId="1076"/>
        <pc:sldMkLst>
          <pc:docMk/>
          <pc:sldMk cId="4266152413" sldId="581"/>
        </pc:sldMkLst>
        <pc:spChg chg="mod">
          <ac:chgData name="Deepika Vatsa" userId="f7100972-27fe-4ee6-8fb4-ec9b7931b409" providerId="ADAL" clId="{18AEA20C-BEAA-445F-A420-7499542A0D43}" dt="2022-08-09T05:28:59.092" v="1394" actId="20577"/>
          <ac:spMkLst>
            <pc:docMk/>
            <pc:sldMk cId="4266152413" sldId="581"/>
            <ac:spMk id="2" creationId="{6167DC2D-0072-445E-8CB3-E53407061CE7}"/>
          </ac:spMkLst>
        </pc:spChg>
        <pc:spChg chg="mod">
          <ac:chgData name="Deepika Vatsa" userId="f7100972-27fe-4ee6-8fb4-ec9b7931b409" providerId="ADAL" clId="{18AEA20C-BEAA-445F-A420-7499542A0D43}" dt="2022-08-09T05:33:52.843" v="1758" actId="21"/>
          <ac:spMkLst>
            <pc:docMk/>
            <pc:sldMk cId="4266152413" sldId="581"/>
            <ac:spMk id="9" creationId="{55A5BFD8-4962-4C89-86F0-4A582AD35F41}"/>
          </ac:spMkLst>
        </pc:spChg>
        <pc:picChg chg="add mod modCrop">
          <ac:chgData name="Deepika Vatsa" userId="f7100972-27fe-4ee6-8fb4-ec9b7931b409" providerId="ADAL" clId="{18AEA20C-BEAA-445F-A420-7499542A0D43}" dt="2022-08-09T05:33:58.021" v="1759" actId="1076"/>
          <ac:picMkLst>
            <pc:docMk/>
            <pc:sldMk cId="4266152413" sldId="581"/>
            <ac:picMk id="4" creationId="{91EEECDA-1D61-4EBB-8842-01E837FB89F1}"/>
          </ac:picMkLst>
        </pc:picChg>
      </pc:sldChg>
      <pc:sldChg chg="addSp delSp modSp add mod modNotesTx">
        <pc:chgData name="Deepika Vatsa" userId="f7100972-27fe-4ee6-8fb4-ec9b7931b409" providerId="ADAL" clId="{18AEA20C-BEAA-445F-A420-7499542A0D43}" dt="2022-08-09T06:01:51.357" v="2982" actId="1076"/>
        <pc:sldMkLst>
          <pc:docMk/>
          <pc:sldMk cId="3109505439" sldId="582"/>
        </pc:sldMkLst>
        <pc:spChg chg="mod">
          <ac:chgData name="Deepika Vatsa" userId="f7100972-27fe-4ee6-8fb4-ec9b7931b409" providerId="ADAL" clId="{18AEA20C-BEAA-445F-A420-7499542A0D43}" dt="2022-08-09T05:36:22.819" v="1805" actId="6549"/>
          <ac:spMkLst>
            <pc:docMk/>
            <pc:sldMk cId="3109505439" sldId="582"/>
            <ac:spMk id="9" creationId="{55A5BFD8-4962-4C89-86F0-4A582AD35F41}"/>
          </ac:spMkLst>
        </pc:spChg>
        <pc:picChg chg="del">
          <ac:chgData name="Deepika Vatsa" userId="f7100972-27fe-4ee6-8fb4-ec9b7931b409" providerId="ADAL" clId="{18AEA20C-BEAA-445F-A420-7499542A0D43}" dt="2022-08-09T05:34:05.990" v="1762" actId="478"/>
          <ac:picMkLst>
            <pc:docMk/>
            <pc:sldMk cId="3109505439" sldId="582"/>
            <ac:picMk id="4" creationId="{91EEECDA-1D61-4EBB-8842-01E837FB89F1}"/>
          </ac:picMkLst>
        </pc:picChg>
        <pc:picChg chg="add mod modCrop">
          <ac:chgData name="Deepika Vatsa" userId="f7100972-27fe-4ee6-8fb4-ec9b7931b409" providerId="ADAL" clId="{18AEA20C-BEAA-445F-A420-7499542A0D43}" dt="2022-08-09T06:01:51.357" v="2982" actId="1076"/>
          <ac:picMkLst>
            <pc:docMk/>
            <pc:sldMk cId="3109505439" sldId="582"/>
            <ac:picMk id="5" creationId="{7C2DA91B-1EFF-45D4-AA81-8DD42B6DEAFC}"/>
          </ac:picMkLst>
        </pc:picChg>
        <pc:picChg chg="add del mod modCrop">
          <ac:chgData name="Deepika Vatsa" userId="f7100972-27fe-4ee6-8fb4-ec9b7931b409" providerId="ADAL" clId="{18AEA20C-BEAA-445F-A420-7499542A0D43}" dt="2022-08-09T06:01:46.841" v="2981" actId="478"/>
          <ac:picMkLst>
            <pc:docMk/>
            <pc:sldMk cId="3109505439" sldId="582"/>
            <ac:picMk id="8" creationId="{60A5C98E-2DCB-4A57-AC25-7403C64CB1FE}"/>
          </ac:picMkLst>
        </pc:picChg>
      </pc:sldChg>
      <pc:sldChg chg="addSp delSp modSp add mod modNotesTx">
        <pc:chgData name="Deepika Vatsa" userId="f7100972-27fe-4ee6-8fb4-ec9b7931b409" providerId="ADAL" clId="{18AEA20C-BEAA-445F-A420-7499542A0D43}" dt="2022-08-09T06:03:52.032" v="2995" actId="1076"/>
        <pc:sldMkLst>
          <pc:docMk/>
          <pc:sldMk cId="2722501262" sldId="583"/>
        </pc:sldMkLst>
        <pc:spChg chg="mod">
          <ac:chgData name="Deepika Vatsa" userId="f7100972-27fe-4ee6-8fb4-ec9b7931b409" providerId="ADAL" clId="{18AEA20C-BEAA-445F-A420-7499542A0D43}" dt="2022-08-09T05:37:32.279" v="1936" actId="20577"/>
          <ac:spMkLst>
            <pc:docMk/>
            <pc:sldMk cId="2722501262" sldId="583"/>
            <ac:spMk id="2" creationId="{6167DC2D-0072-445E-8CB3-E53407061CE7}"/>
          </ac:spMkLst>
        </pc:spChg>
        <pc:spChg chg="del mod">
          <ac:chgData name="Deepika Vatsa" userId="f7100972-27fe-4ee6-8fb4-ec9b7931b409" providerId="ADAL" clId="{18AEA20C-BEAA-445F-A420-7499542A0D43}" dt="2022-08-09T05:55:27.533" v="2760" actId="478"/>
          <ac:spMkLst>
            <pc:docMk/>
            <pc:sldMk cId="2722501262" sldId="583"/>
            <ac:spMk id="9" creationId="{55A5BFD8-4962-4C89-86F0-4A582AD35F41}"/>
          </ac:spMkLst>
        </pc:spChg>
        <pc:spChg chg="add mod">
          <ac:chgData name="Deepika Vatsa" userId="f7100972-27fe-4ee6-8fb4-ec9b7931b409" providerId="ADAL" clId="{18AEA20C-BEAA-445F-A420-7499542A0D43}" dt="2022-08-09T05:38:39.257" v="2043" actId="20577"/>
          <ac:spMkLst>
            <pc:docMk/>
            <pc:sldMk cId="2722501262" sldId="583"/>
            <ac:spMk id="11" creationId="{9F5D1653-CA60-43A9-B8A2-156757479F5A}"/>
          </ac:spMkLst>
        </pc:spChg>
        <pc:picChg chg="add del mod modCrop">
          <ac:chgData name="Deepika Vatsa" userId="f7100972-27fe-4ee6-8fb4-ec9b7931b409" providerId="ADAL" clId="{18AEA20C-BEAA-445F-A420-7499542A0D43}" dt="2022-08-09T05:54:58.350" v="2754" actId="478"/>
          <ac:picMkLst>
            <pc:docMk/>
            <pc:sldMk cId="2722501262" sldId="583"/>
            <ac:picMk id="4" creationId="{BB562E27-5254-4178-BD82-F1012FF27FC6}"/>
          </ac:picMkLst>
        </pc:picChg>
        <pc:picChg chg="del">
          <ac:chgData name="Deepika Vatsa" userId="f7100972-27fe-4ee6-8fb4-ec9b7931b409" providerId="ADAL" clId="{18AEA20C-BEAA-445F-A420-7499542A0D43}" dt="2022-08-09T05:37:35.870" v="1937" actId="478"/>
          <ac:picMkLst>
            <pc:docMk/>
            <pc:sldMk cId="2722501262" sldId="583"/>
            <ac:picMk id="5" creationId="{7C2DA91B-1EFF-45D4-AA81-8DD42B6DEAFC}"/>
          </ac:picMkLst>
        </pc:picChg>
        <pc:picChg chg="del">
          <ac:chgData name="Deepika Vatsa" userId="f7100972-27fe-4ee6-8fb4-ec9b7931b409" providerId="ADAL" clId="{18AEA20C-BEAA-445F-A420-7499542A0D43}" dt="2022-08-09T05:37:35.870" v="1937" actId="478"/>
          <ac:picMkLst>
            <pc:docMk/>
            <pc:sldMk cId="2722501262" sldId="583"/>
            <ac:picMk id="8" creationId="{60A5C98E-2DCB-4A57-AC25-7403C64CB1FE}"/>
          </ac:picMkLst>
        </pc:picChg>
        <pc:picChg chg="add del mod modCrop">
          <ac:chgData name="Deepika Vatsa" userId="f7100972-27fe-4ee6-8fb4-ec9b7931b409" providerId="ADAL" clId="{18AEA20C-BEAA-445F-A420-7499542A0D43}" dt="2022-08-09T06:02:28.187" v="2984" actId="478"/>
          <ac:picMkLst>
            <pc:docMk/>
            <pc:sldMk cId="2722501262" sldId="583"/>
            <ac:picMk id="10" creationId="{B0866FBD-F951-4829-9956-0F28839A1160}"/>
          </ac:picMkLst>
        </pc:picChg>
        <pc:picChg chg="add mod modCrop">
          <ac:chgData name="Deepika Vatsa" userId="f7100972-27fe-4ee6-8fb4-ec9b7931b409" providerId="ADAL" clId="{18AEA20C-BEAA-445F-A420-7499542A0D43}" dt="2022-08-09T06:03:52.032" v="2995" actId="1076"/>
          <ac:picMkLst>
            <pc:docMk/>
            <pc:sldMk cId="2722501262" sldId="583"/>
            <ac:picMk id="13" creationId="{A27E30B4-4B2C-440A-8755-A201E687B108}"/>
          </ac:picMkLst>
        </pc:picChg>
      </pc:sldChg>
      <pc:sldChg chg="addSp delSp modSp add mod modNotesTx">
        <pc:chgData name="Deepika Vatsa" userId="f7100972-27fe-4ee6-8fb4-ec9b7931b409" providerId="ADAL" clId="{18AEA20C-BEAA-445F-A420-7499542A0D43}" dt="2022-08-10T05:40:34.715" v="6212" actId="1076"/>
        <pc:sldMkLst>
          <pc:docMk/>
          <pc:sldMk cId="2142725904" sldId="584"/>
        </pc:sldMkLst>
        <pc:spChg chg="mod">
          <ac:chgData name="Deepika Vatsa" userId="f7100972-27fe-4ee6-8fb4-ec9b7931b409" providerId="ADAL" clId="{18AEA20C-BEAA-445F-A420-7499542A0D43}" dt="2022-08-09T05:56:28.668" v="2768" actId="20577"/>
          <ac:spMkLst>
            <pc:docMk/>
            <pc:sldMk cId="2142725904" sldId="584"/>
            <ac:spMk id="2" creationId="{6167DC2D-0072-445E-8CB3-E53407061CE7}"/>
          </ac:spMkLst>
        </pc:spChg>
        <pc:spChg chg="add mod">
          <ac:chgData name="Deepika Vatsa" userId="f7100972-27fe-4ee6-8fb4-ec9b7931b409" providerId="ADAL" clId="{18AEA20C-BEAA-445F-A420-7499542A0D43}" dt="2022-08-09T05:57:18.273" v="2783" actId="20577"/>
          <ac:spMkLst>
            <pc:docMk/>
            <pc:sldMk cId="2142725904" sldId="584"/>
            <ac:spMk id="3" creationId="{00E19117-BCAB-4527-9C32-ED111B23F178}"/>
          </ac:spMkLst>
        </pc:spChg>
        <pc:spChg chg="del mod">
          <ac:chgData name="Deepika Vatsa" userId="f7100972-27fe-4ee6-8fb4-ec9b7931b409" providerId="ADAL" clId="{18AEA20C-BEAA-445F-A420-7499542A0D43}" dt="2022-08-09T05:59:28.700" v="2966" actId="478"/>
          <ac:spMkLst>
            <pc:docMk/>
            <pc:sldMk cId="2142725904" sldId="584"/>
            <ac:spMk id="11" creationId="{9F5D1653-CA60-43A9-B8A2-156757479F5A}"/>
          </ac:spMkLst>
        </pc:spChg>
        <pc:spChg chg="add mod">
          <ac:chgData name="Deepika Vatsa" userId="f7100972-27fe-4ee6-8fb4-ec9b7931b409" providerId="ADAL" clId="{18AEA20C-BEAA-445F-A420-7499542A0D43}" dt="2022-08-10T05:40:29.521" v="6211" actId="1076"/>
          <ac:spMkLst>
            <pc:docMk/>
            <pc:sldMk cId="2142725904" sldId="584"/>
            <ac:spMk id="12" creationId="{96F74A69-DF63-4903-B517-88476B4C3420}"/>
          </ac:spMkLst>
        </pc:spChg>
        <pc:spChg chg="add mod">
          <ac:chgData name="Deepika Vatsa" userId="f7100972-27fe-4ee6-8fb4-ec9b7931b409" providerId="ADAL" clId="{18AEA20C-BEAA-445F-A420-7499542A0D43}" dt="2022-08-10T05:40:15.108" v="6207" actId="1076"/>
          <ac:spMkLst>
            <pc:docMk/>
            <pc:sldMk cId="2142725904" sldId="584"/>
            <ac:spMk id="13" creationId="{43AF77B1-ABD0-43F8-8FEF-77B21989A747}"/>
          </ac:spMkLst>
        </pc:spChg>
        <pc:picChg chg="del">
          <ac:chgData name="Deepika Vatsa" userId="f7100972-27fe-4ee6-8fb4-ec9b7931b409" providerId="ADAL" clId="{18AEA20C-BEAA-445F-A420-7499542A0D43}" dt="2022-08-09T05:56:30.569" v="2769" actId="478"/>
          <ac:picMkLst>
            <pc:docMk/>
            <pc:sldMk cId="2142725904" sldId="584"/>
            <ac:picMk id="10" creationId="{B0866FBD-F951-4829-9956-0F28839A1160}"/>
          </ac:picMkLst>
        </pc:picChg>
        <pc:picChg chg="add mod modCrop">
          <ac:chgData name="Deepika Vatsa" userId="f7100972-27fe-4ee6-8fb4-ec9b7931b409" providerId="ADAL" clId="{18AEA20C-BEAA-445F-A420-7499542A0D43}" dt="2022-08-09T05:58:52.391" v="2962" actId="1076"/>
          <ac:picMkLst>
            <pc:docMk/>
            <pc:sldMk cId="2142725904" sldId="584"/>
            <ac:picMk id="14" creationId="{5B6DE97F-AE13-4566-B788-0C242F45B6FE}"/>
          </ac:picMkLst>
        </pc:picChg>
        <pc:picChg chg="add mod">
          <ac:chgData name="Deepika Vatsa" userId="f7100972-27fe-4ee6-8fb4-ec9b7931b409" providerId="ADAL" clId="{18AEA20C-BEAA-445F-A420-7499542A0D43}" dt="2022-08-10T05:40:04.468" v="6203" actId="1076"/>
          <ac:picMkLst>
            <pc:docMk/>
            <pc:sldMk cId="2142725904" sldId="584"/>
            <ac:picMk id="16" creationId="{6C240AD0-E74A-4794-AD9B-3D7B20ED838E}"/>
          </ac:picMkLst>
        </pc:picChg>
        <pc:picChg chg="add mod modCrop">
          <ac:chgData name="Deepika Vatsa" userId="f7100972-27fe-4ee6-8fb4-ec9b7931b409" providerId="ADAL" clId="{18AEA20C-BEAA-445F-A420-7499542A0D43}" dt="2022-08-10T05:40:34.715" v="6212" actId="1076"/>
          <ac:picMkLst>
            <pc:docMk/>
            <pc:sldMk cId="2142725904" sldId="584"/>
            <ac:picMk id="18" creationId="{7FF919E1-3F23-4CC5-A407-0C569E0EBFBD}"/>
          </ac:picMkLst>
        </pc:picChg>
        <pc:picChg chg="add mod">
          <ac:chgData name="Deepika Vatsa" userId="f7100972-27fe-4ee6-8fb4-ec9b7931b409" providerId="ADAL" clId="{18AEA20C-BEAA-445F-A420-7499542A0D43}" dt="2022-08-10T05:40:24.625" v="6209" actId="1076"/>
          <ac:picMkLst>
            <pc:docMk/>
            <pc:sldMk cId="2142725904" sldId="584"/>
            <ac:picMk id="20" creationId="{4252B299-8687-4623-811E-DCF415577EB3}"/>
          </ac:picMkLst>
        </pc:picChg>
      </pc:sldChg>
      <pc:sldChg chg="delSp modSp add mod">
        <pc:chgData name="Deepika Vatsa" userId="f7100972-27fe-4ee6-8fb4-ec9b7931b409" providerId="ADAL" clId="{18AEA20C-BEAA-445F-A420-7499542A0D43}" dt="2022-08-09T06:01:43.499" v="2980" actId="1076"/>
        <pc:sldMkLst>
          <pc:docMk/>
          <pc:sldMk cId="3681918962" sldId="585"/>
        </pc:sldMkLst>
        <pc:picChg chg="del">
          <ac:chgData name="Deepika Vatsa" userId="f7100972-27fe-4ee6-8fb4-ec9b7931b409" providerId="ADAL" clId="{18AEA20C-BEAA-445F-A420-7499542A0D43}" dt="2022-08-09T06:01:34.783" v="2979" actId="478"/>
          <ac:picMkLst>
            <pc:docMk/>
            <pc:sldMk cId="3681918962" sldId="585"/>
            <ac:picMk id="5" creationId="{7C2DA91B-1EFF-45D4-AA81-8DD42B6DEAFC}"/>
          </ac:picMkLst>
        </pc:picChg>
        <pc:picChg chg="mod">
          <ac:chgData name="Deepika Vatsa" userId="f7100972-27fe-4ee6-8fb4-ec9b7931b409" providerId="ADAL" clId="{18AEA20C-BEAA-445F-A420-7499542A0D43}" dt="2022-08-09T06:01:43.499" v="2980" actId="1076"/>
          <ac:picMkLst>
            <pc:docMk/>
            <pc:sldMk cId="3681918962" sldId="585"/>
            <ac:picMk id="8" creationId="{60A5C98E-2DCB-4A57-AC25-7403C64CB1FE}"/>
          </ac:picMkLst>
        </pc:picChg>
      </pc:sldChg>
      <pc:sldChg chg="add">
        <pc:chgData name="Deepika Vatsa" userId="f7100972-27fe-4ee6-8fb4-ec9b7931b409" providerId="ADAL" clId="{18AEA20C-BEAA-445F-A420-7499542A0D43}" dt="2022-08-09T06:02:06.564" v="2983" actId="2890"/>
        <pc:sldMkLst>
          <pc:docMk/>
          <pc:sldMk cId="3136226123" sldId="586"/>
        </pc:sldMkLst>
      </pc:sldChg>
      <pc:sldChg chg="addSp delSp modSp add mod">
        <pc:chgData name="Deepika Vatsa" userId="f7100972-27fe-4ee6-8fb4-ec9b7931b409" providerId="ADAL" clId="{18AEA20C-BEAA-445F-A420-7499542A0D43}" dt="2022-08-09T06:05:06.158" v="3003" actId="1076"/>
        <pc:sldMkLst>
          <pc:docMk/>
          <pc:sldMk cId="2576216198" sldId="587"/>
        </pc:sldMkLst>
        <pc:picChg chg="add mod modCrop">
          <ac:chgData name="Deepika Vatsa" userId="f7100972-27fe-4ee6-8fb4-ec9b7931b409" providerId="ADAL" clId="{18AEA20C-BEAA-445F-A420-7499542A0D43}" dt="2022-08-09T06:05:06.158" v="3003" actId="1076"/>
          <ac:picMkLst>
            <pc:docMk/>
            <pc:sldMk cId="2576216198" sldId="587"/>
            <ac:picMk id="4" creationId="{10003914-DEA4-4E32-B10E-311FA2A656F4}"/>
          </ac:picMkLst>
        </pc:picChg>
        <pc:picChg chg="del">
          <ac:chgData name="Deepika Vatsa" userId="f7100972-27fe-4ee6-8fb4-ec9b7931b409" providerId="ADAL" clId="{18AEA20C-BEAA-445F-A420-7499542A0D43}" dt="2022-08-09T06:03:18.413" v="2990" actId="478"/>
          <ac:picMkLst>
            <pc:docMk/>
            <pc:sldMk cId="2576216198" sldId="587"/>
            <ac:picMk id="13" creationId="{A27E30B4-4B2C-440A-8755-A201E687B108}"/>
          </ac:picMkLst>
        </pc:picChg>
      </pc:sldChg>
      <pc:sldChg chg="addSp delSp modSp add mod">
        <pc:chgData name="Deepika Vatsa" userId="f7100972-27fe-4ee6-8fb4-ec9b7931b409" providerId="ADAL" clId="{18AEA20C-BEAA-445F-A420-7499542A0D43}" dt="2022-08-09T06:05:15.145" v="3004" actId="1076"/>
        <pc:sldMkLst>
          <pc:docMk/>
          <pc:sldMk cId="3660427837" sldId="588"/>
        </pc:sldMkLst>
        <pc:picChg chg="del">
          <ac:chgData name="Deepika Vatsa" userId="f7100972-27fe-4ee6-8fb4-ec9b7931b409" providerId="ADAL" clId="{18AEA20C-BEAA-445F-A420-7499542A0D43}" dt="2022-08-09T06:04:32.892" v="2998" actId="478"/>
          <ac:picMkLst>
            <pc:docMk/>
            <pc:sldMk cId="3660427837" sldId="588"/>
            <ac:picMk id="4" creationId="{10003914-DEA4-4E32-B10E-311FA2A656F4}"/>
          </ac:picMkLst>
        </pc:picChg>
        <pc:picChg chg="add mod modCrop">
          <ac:chgData name="Deepika Vatsa" userId="f7100972-27fe-4ee6-8fb4-ec9b7931b409" providerId="ADAL" clId="{18AEA20C-BEAA-445F-A420-7499542A0D43}" dt="2022-08-09T06:05:15.145" v="3004" actId="1076"/>
          <ac:picMkLst>
            <pc:docMk/>
            <pc:sldMk cId="3660427837" sldId="588"/>
            <ac:picMk id="5" creationId="{F4F68D8E-5AE0-44F4-9339-C057624557E8}"/>
          </ac:picMkLst>
        </pc:picChg>
      </pc:sldChg>
      <pc:sldChg chg="delSp modSp add mod modNotesTx">
        <pc:chgData name="Deepika Vatsa" userId="f7100972-27fe-4ee6-8fb4-ec9b7931b409" providerId="ADAL" clId="{18AEA20C-BEAA-445F-A420-7499542A0D43}" dt="2022-08-09T06:55:10.775" v="3149" actId="20577"/>
        <pc:sldMkLst>
          <pc:docMk/>
          <pc:sldMk cId="4154716115" sldId="589"/>
        </pc:sldMkLst>
        <pc:spChg chg="mod">
          <ac:chgData name="Deepika Vatsa" userId="f7100972-27fe-4ee6-8fb4-ec9b7931b409" providerId="ADAL" clId="{18AEA20C-BEAA-445F-A420-7499542A0D43}" dt="2022-08-09T06:47:46.340" v="3018" actId="20577"/>
          <ac:spMkLst>
            <pc:docMk/>
            <pc:sldMk cId="4154716115" sldId="589"/>
            <ac:spMk id="2" creationId="{6167DC2D-0072-445E-8CB3-E53407061CE7}"/>
          </ac:spMkLst>
        </pc:spChg>
        <pc:spChg chg="mod">
          <ac:chgData name="Deepika Vatsa" userId="f7100972-27fe-4ee6-8fb4-ec9b7931b409" providerId="ADAL" clId="{18AEA20C-BEAA-445F-A420-7499542A0D43}" dt="2022-08-09T06:55:10.775" v="3149" actId="20577"/>
          <ac:spMkLst>
            <pc:docMk/>
            <pc:sldMk cId="4154716115" sldId="589"/>
            <ac:spMk id="6" creationId="{98E0FE6E-8F22-4B9F-9E9F-E2B694DC96D4}"/>
          </ac:spMkLst>
        </pc:spChg>
        <pc:picChg chg="del">
          <ac:chgData name="Deepika Vatsa" userId="f7100972-27fe-4ee6-8fb4-ec9b7931b409" providerId="ADAL" clId="{18AEA20C-BEAA-445F-A420-7499542A0D43}" dt="2022-08-09T06:47:56.355" v="3022" actId="478"/>
          <ac:picMkLst>
            <pc:docMk/>
            <pc:sldMk cId="4154716115" sldId="589"/>
            <ac:picMk id="8" creationId="{DFE7DFCE-8DE5-4ACA-8112-DF2E5EE032CE}"/>
          </ac:picMkLst>
        </pc:picChg>
      </pc:sldChg>
      <pc:sldChg chg="addSp delSp modSp add mod">
        <pc:chgData name="Deepika Vatsa" userId="f7100972-27fe-4ee6-8fb4-ec9b7931b409" providerId="ADAL" clId="{18AEA20C-BEAA-445F-A420-7499542A0D43}" dt="2022-08-09T06:49:52.563" v="3045" actId="14100"/>
        <pc:sldMkLst>
          <pc:docMk/>
          <pc:sldMk cId="2174576397" sldId="590"/>
        </pc:sldMkLst>
        <pc:spChg chg="del">
          <ac:chgData name="Deepika Vatsa" userId="f7100972-27fe-4ee6-8fb4-ec9b7931b409" providerId="ADAL" clId="{18AEA20C-BEAA-445F-A420-7499542A0D43}" dt="2022-08-09T06:49:25.270" v="3038" actId="478"/>
          <ac:spMkLst>
            <pc:docMk/>
            <pc:sldMk cId="2174576397" sldId="590"/>
            <ac:spMk id="6" creationId="{98E0FE6E-8F22-4B9F-9E9F-E2B694DC96D4}"/>
          </ac:spMkLst>
        </pc:spChg>
        <pc:picChg chg="add mod modCrop">
          <ac:chgData name="Deepika Vatsa" userId="f7100972-27fe-4ee6-8fb4-ec9b7931b409" providerId="ADAL" clId="{18AEA20C-BEAA-445F-A420-7499542A0D43}" dt="2022-08-09T06:49:52.563" v="3045" actId="14100"/>
          <ac:picMkLst>
            <pc:docMk/>
            <pc:sldMk cId="2174576397" sldId="590"/>
            <ac:picMk id="4" creationId="{62AFE5BE-ADFC-49B8-BDFB-C642CCC9552A}"/>
          </ac:picMkLst>
        </pc:picChg>
      </pc:sldChg>
      <pc:sldChg chg="add">
        <pc:chgData name="Deepika Vatsa" userId="f7100972-27fe-4ee6-8fb4-ec9b7931b409" providerId="ADAL" clId="{18AEA20C-BEAA-445F-A420-7499542A0D43}" dt="2022-08-09T06:53:20.284" v="3046" actId="2890"/>
        <pc:sldMkLst>
          <pc:docMk/>
          <pc:sldMk cId="2579858776" sldId="591"/>
        </pc:sldMkLst>
      </pc:sldChg>
      <pc:sldChg chg="addSp delSp modSp add mod">
        <pc:chgData name="Deepika Vatsa" userId="f7100972-27fe-4ee6-8fb4-ec9b7931b409" providerId="ADAL" clId="{18AEA20C-BEAA-445F-A420-7499542A0D43}" dt="2022-08-10T05:16:07.697" v="5166" actId="20577"/>
        <pc:sldMkLst>
          <pc:docMk/>
          <pc:sldMk cId="989767306" sldId="592"/>
        </pc:sldMkLst>
        <pc:spChg chg="mod">
          <ac:chgData name="Deepika Vatsa" userId="f7100972-27fe-4ee6-8fb4-ec9b7931b409" providerId="ADAL" clId="{18AEA20C-BEAA-445F-A420-7499542A0D43}" dt="2022-08-09T10:29:28.610" v="3494" actId="20577"/>
          <ac:spMkLst>
            <pc:docMk/>
            <pc:sldMk cId="989767306" sldId="592"/>
            <ac:spMk id="2" creationId="{6167DC2D-0072-445E-8CB3-E53407061CE7}"/>
          </ac:spMkLst>
        </pc:spChg>
        <pc:spChg chg="mod">
          <ac:chgData name="Deepika Vatsa" userId="f7100972-27fe-4ee6-8fb4-ec9b7931b409" providerId="ADAL" clId="{18AEA20C-BEAA-445F-A420-7499542A0D43}" dt="2022-08-10T05:16:07.697" v="5166" actId="20577"/>
          <ac:spMkLst>
            <pc:docMk/>
            <pc:sldMk cId="989767306" sldId="592"/>
            <ac:spMk id="9" creationId="{55A5BFD8-4962-4C89-86F0-4A582AD35F41}"/>
          </ac:spMkLst>
        </pc:spChg>
        <pc:spChg chg="add del">
          <ac:chgData name="Deepika Vatsa" userId="f7100972-27fe-4ee6-8fb4-ec9b7931b409" providerId="ADAL" clId="{18AEA20C-BEAA-445F-A420-7499542A0D43}" dt="2022-08-09T10:31:14.525" v="3511" actId="22"/>
          <ac:spMkLst>
            <pc:docMk/>
            <pc:sldMk cId="989767306" sldId="592"/>
            <ac:spMk id="12" creationId="{4AF8EA18-FD04-42D0-971F-EB012104B042}"/>
          </ac:spMkLst>
        </pc:spChg>
        <pc:picChg chg="add mod modCrop">
          <ac:chgData name="Deepika Vatsa" userId="f7100972-27fe-4ee6-8fb4-ec9b7931b409" providerId="ADAL" clId="{18AEA20C-BEAA-445F-A420-7499542A0D43}" dt="2022-08-09T10:31:44.683" v="3526" actId="1076"/>
          <ac:picMkLst>
            <pc:docMk/>
            <pc:sldMk cId="989767306" sldId="592"/>
            <ac:picMk id="4" creationId="{BD33A323-1BBF-477B-B11E-32FFF3EE6D1B}"/>
          </ac:picMkLst>
        </pc:picChg>
      </pc:sldChg>
      <pc:sldChg chg="addSp delSp modSp add mod">
        <pc:chgData name="Deepika Vatsa" userId="f7100972-27fe-4ee6-8fb4-ec9b7931b409" providerId="ADAL" clId="{18AEA20C-BEAA-445F-A420-7499542A0D43}" dt="2022-08-09T10:34:28.764" v="3618" actId="1076"/>
        <pc:sldMkLst>
          <pc:docMk/>
          <pc:sldMk cId="2664121395" sldId="593"/>
        </pc:sldMkLst>
        <pc:spChg chg="mod">
          <ac:chgData name="Deepika Vatsa" userId="f7100972-27fe-4ee6-8fb4-ec9b7931b409" providerId="ADAL" clId="{18AEA20C-BEAA-445F-A420-7499542A0D43}" dt="2022-08-09T10:34:12.613" v="3616" actId="20577"/>
          <ac:spMkLst>
            <pc:docMk/>
            <pc:sldMk cId="2664121395" sldId="593"/>
            <ac:spMk id="9" creationId="{55A5BFD8-4962-4C89-86F0-4A582AD35F41}"/>
          </ac:spMkLst>
        </pc:spChg>
        <pc:picChg chg="del">
          <ac:chgData name="Deepika Vatsa" userId="f7100972-27fe-4ee6-8fb4-ec9b7931b409" providerId="ADAL" clId="{18AEA20C-BEAA-445F-A420-7499542A0D43}" dt="2022-08-09T10:32:20.992" v="3533" actId="478"/>
          <ac:picMkLst>
            <pc:docMk/>
            <pc:sldMk cId="2664121395" sldId="593"/>
            <ac:picMk id="4" creationId="{BD33A323-1BBF-477B-B11E-32FFF3EE6D1B}"/>
          </ac:picMkLst>
        </pc:picChg>
        <pc:picChg chg="add mod modCrop">
          <ac:chgData name="Deepika Vatsa" userId="f7100972-27fe-4ee6-8fb4-ec9b7931b409" providerId="ADAL" clId="{18AEA20C-BEAA-445F-A420-7499542A0D43}" dt="2022-08-09T10:34:28.764" v="3618" actId="1076"/>
          <ac:picMkLst>
            <pc:docMk/>
            <pc:sldMk cId="2664121395" sldId="593"/>
            <ac:picMk id="5" creationId="{EA9D5853-3535-4F78-99B7-3831A2C9175E}"/>
          </ac:picMkLst>
        </pc:picChg>
      </pc:sldChg>
      <pc:sldChg chg="addSp delSp modSp add mod modNotesTx">
        <pc:chgData name="Deepika Vatsa" userId="f7100972-27fe-4ee6-8fb4-ec9b7931b409" providerId="ADAL" clId="{18AEA20C-BEAA-445F-A420-7499542A0D43}" dt="2022-08-10T04:58:46.517" v="4664" actId="5793"/>
        <pc:sldMkLst>
          <pc:docMk/>
          <pc:sldMk cId="4178212524" sldId="594"/>
        </pc:sldMkLst>
        <pc:spChg chg="mod">
          <ac:chgData name="Deepika Vatsa" userId="f7100972-27fe-4ee6-8fb4-ec9b7931b409" providerId="ADAL" clId="{18AEA20C-BEAA-445F-A420-7499542A0D43}" dt="2022-08-09T10:38:36.442" v="3663" actId="20577"/>
          <ac:spMkLst>
            <pc:docMk/>
            <pc:sldMk cId="4178212524" sldId="594"/>
            <ac:spMk id="2" creationId="{6167DC2D-0072-445E-8CB3-E53407061CE7}"/>
          </ac:spMkLst>
        </pc:spChg>
        <pc:spChg chg="add del">
          <ac:chgData name="Deepika Vatsa" userId="f7100972-27fe-4ee6-8fb4-ec9b7931b409" providerId="ADAL" clId="{18AEA20C-BEAA-445F-A420-7499542A0D43}" dt="2022-08-10T04:35:30.844" v="3669"/>
          <ac:spMkLst>
            <pc:docMk/>
            <pc:sldMk cId="4178212524" sldId="594"/>
            <ac:spMk id="3" creationId="{10135057-368B-401B-8833-2C3199051870}"/>
          </ac:spMkLst>
        </pc:spChg>
        <pc:spChg chg="mod">
          <ac:chgData name="Deepika Vatsa" userId="f7100972-27fe-4ee6-8fb4-ec9b7931b409" providerId="ADAL" clId="{18AEA20C-BEAA-445F-A420-7499542A0D43}" dt="2022-08-10T04:58:46.517" v="4664" actId="5793"/>
          <ac:spMkLst>
            <pc:docMk/>
            <pc:sldMk cId="4178212524" sldId="594"/>
            <ac:spMk id="11" creationId="{9F5D1653-CA60-43A9-B8A2-156757479F5A}"/>
          </ac:spMkLst>
        </pc:spChg>
        <pc:picChg chg="del">
          <ac:chgData name="Deepika Vatsa" userId="f7100972-27fe-4ee6-8fb4-ec9b7931b409" providerId="ADAL" clId="{18AEA20C-BEAA-445F-A420-7499542A0D43}" dt="2022-08-09T10:38:29.663" v="3647" actId="478"/>
          <ac:picMkLst>
            <pc:docMk/>
            <pc:sldMk cId="4178212524" sldId="594"/>
            <ac:picMk id="10" creationId="{B0866FBD-F951-4829-9956-0F28839A1160}"/>
          </ac:picMkLst>
        </pc:picChg>
        <pc:picChg chg="add del">
          <ac:chgData name="Deepika Vatsa" userId="f7100972-27fe-4ee6-8fb4-ec9b7931b409" providerId="ADAL" clId="{18AEA20C-BEAA-445F-A420-7499542A0D43}" dt="2022-08-10T04:35:30.844" v="3669"/>
          <ac:picMkLst>
            <pc:docMk/>
            <pc:sldMk cId="4178212524" sldId="594"/>
            <ac:picMk id="1026" creationId="{47CEC4B1-2A6F-4E1C-9701-6CA5AA632929}"/>
          </ac:picMkLst>
        </pc:picChg>
        <pc:picChg chg="add del">
          <ac:chgData name="Deepika Vatsa" userId="f7100972-27fe-4ee6-8fb4-ec9b7931b409" providerId="ADAL" clId="{18AEA20C-BEAA-445F-A420-7499542A0D43}" dt="2022-08-10T04:35:30.844" v="3669"/>
          <ac:picMkLst>
            <pc:docMk/>
            <pc:sldMk cId="4178212524" sldId="594"/>
            <ac:picMk id="1027" creationId="{F2484EEB-8A0C-4BB2-81C4-2027449095D0}"/>
          </ac:picMkLst>
        </pc:picChg>
        <pc:picChg chg="add del">
          <ac:chgData name="Deepika Vatsa" userId="f7100972-27fe-4ee6-8fb4-ec9b7931b409" providerId="ADAL" clId="{18AEA20C-BEAA-445F-A420-7499542A0D43}" dt="2022-08-10T04:35:30.844" v="3669"/>
          <ac:picMkLst>
            <pc:docMk/>
            <pc:sldMk cId="4178212524" sldId="594"/>
            <ac:picMk id="1028" creationId="{F1481D68-C936-4A2D-A526-2420B5EE0743}"/>
          </ac:picMkLst>
        </pc:picChg>
        <pc:picChg chg="add del">
          <ac:chgData name="Deepika Vatsa" userId="f7100972-27fe-4ee6-8fb4-ec9b7931b409" providerId="ADAL" clId="{18AEA20C-BEAA-445F-A420-7499542A0D43}" dt="2022-08-10T04:35:30.844" v="3669"/>
          <ac:picMkLst>
            <pc:docMk/>
            <pc:sldMk cId="4178212524" sldId="594"/>
            <ac:picMk id="1029" creationId="{C188A7E9-AD91-4215-9078-644CA36C28D7}"/>
          </ac:picMkLst>
        </pc:picChg>
        <pc:picChg chg="add del">
          <ac:chgData name="Deepika Vatsa" userId="f7100972-27fe-4ee6-8fb4-ec9b7931b409" providerId="ADAL" clId="{18AEA20C-BEAA-445F-A420-7499542A0D43}" dt="2022-08-10T04:35:30.844" v="3669"/>
          <ac:picMkLst>
            <pc:docMk/>
            <pc:sldMk cId="4178212524" sldId="594"/>
            <ac:picMk id="1030" creationId="{CBCA5B98-F976-48C7-8050-7827CD7D04B6}"/>
          </ac:picMkLst>
        </pc:picChg>
        <pc:picChg chg="add del">
          <ac:chgData name="Deepika Vatsa" userId="f7100972-27fe-4ee6-8fb4-ec9b7931b409" providerId="ADAL" clId="{18AEA20C-BEAA-445F-A420-7499542A0D43}" dt="2022-08-10T04:35:30.844" v="3669"/>
          <ac:picMkLst>
            <pc:docMk/>
            <pc:sldMk cId="4178212524" sldId="594"/>
            <ac:picMk id="1031" creationId="{B2AC34BA-9874-4D6D-996A-8F6AAC8284DB}"/>
          </ac:picMkLst>
        </pc:picChg>
      </pc:sldChg>
      <pc:sldChg chg="modSp add mod">
        <pc:chgData name="Deepika Vatsa" userId="f7100972-27fe-4ee6-8fb4-ec9b7931b409" providerId="ADAL" clId="{18AEA20C-BEAA-445F-A420-7499542A0D43}" dt="2022-08-10T04:58:39.025" v="4662" actId="5793"/>
        <pc:sldMkLst>
          <pc:docMk/>
          <pc:sldMk cId="1734510123" sldId="595"/>
        </pc:sldMkLst>
        <pc:spChg chg="mod">
          <ac:chgData name="Deepika Vatsa" userId="f7100972-27fe-4ee6-8fb4-ec9b7931b409" providerId="ADAL" clId="{18AEA20C-BEAA-445F-A420-7499542A0D43}" dt="2022-08-10T04:58:39.025" v="4662" actId="5793"/>
          <ac:spMkLst>
            <pc:docMk/>
            <pc:sldMk cId="1734510123" sldId="595"/>
            <ac:spMk id="11" creationId="{9F5D1653-CA60-43A9-B8A2-156757479F5A}"/>
          </ac:spMkLst>
        </pc:spChg>
      </pc:sldChg>
      <pc:sldChg chg="addSp delSp modSp add mod modNotesTx">
        <pc:chgData name="Deepika Vatsa" userId="f7100972-27fe-4ee6-8fb4-ec9b7931b409" providerId="ADAL" clId="{18AEA20C-BEAA-445F-A420-7499542A0D43}" dt="2022-08-10T10:45:37.955" v="6320" actId="20577"/>
        <pc:sldMkLst>
          <pc:docMk/>
          <pc:sldMk cId="1867896786" sldId="596"/>
        </pc:sldMkLst>
        <pc:spChg chg="mod">
          <ac:chgData name="Deepika Vatsa" userId="f7100972-27fe-4ee6-8fb4-ec9b7931b409" providerId="ADAL" clId="{18AEA20C-BEAA-445F-A420-7499542A0D43}" dt="2022-08-10T04:37:36.034" v="3726" actId="26606"/>
          <ac:spMkLst>
            <pc:docMk/>
            <pc:sldMk cId="1867896786" sldId="596"/>
            <ac:spMk id="2" creationId="{6167DC2D-0072-445E-8CB3-E53407061CE7}"/>
          </ac:spMkLst>
        </pc:spChg>
        <pc:spChg chg="mod">
          <ac:chgData name="Deepika Vatsa" userId="f7100972-27fe-4ee6-8fb4-ec9b7931b409" providerId="ADAL" clId="{18AEA20C-BEAA-445F-A420-7499542A0D43}" dt="2022-08-10T04:37:11.176" v="3720" actId="6549"/>
          <ac:spMkLst>
            <pc:docMk/>
            <pc:sldMk cId="1867896786" sldId="596"/>
            <ac:spMk id="11" creationId="{9F5D1653-CA60-43A9-B8A2-156757479F5A}"/>
          </ac:spMkLst>
        </pc:spChg>
        <pc:spChg chg="del">
          <ac:chgData name="Deepika Vatsa" userId="f7100972-27fe-4ee6-8fb4-ec9b7931b409" providerId="ADAL" clId="{18AEA20C-BEAA-445F-A420-7499542A0D43}" dt="2022-08-10T04:37:36.034" v="3726" actId="26606"/>
          <ac:spMkLst>
            <pc:docMk/>
            <pc:sldMk cId="1867896786" sldId="596"/>
            <ac:spMk id="15" creationId="{A8384FB5-9ADC-4DDC-881B-597D56F5B15D}"/>
          </ac:spMkLst>
        </pc:spChg>
        <pc:spChg chg="del">
          <ac:chgData name="Deepika Vatsa" userId="f7100972-27fe-4ee6-8fb4-ec9b7931b409" providerId="ADAL" clId="{18AEA20C-BEAA-445F-A420-7499542A0D43}" dt="2022-08-10T04:37:36.034" v="3726" actId="26606"/>
          <ac:spMkLst>
            <pc:docMk/>
            <pc:sldMk cId="1867896786" sldId="596"/>
            <ac:spMk id="17" creationId="{1199E1B1-A8C0-4FE8-A5A8-1CB41D69F857}"/>
          </ac:spMkLst>
        </pc:spChg>
        <pc:spChg chg="del">
          <ac:chgData name="Deepika Vatsa" userId="f7100972-27fe-4ee6-8fb4-ec9b7931b409" providerId="ADAL" clId="{18AEA20C-BEAA-445F-A420-7499542A0D43}" dt="2022-08-10T04:37:36.034" v="3726" actId="26606"/>
          <ac:spMkLst>
            <pc:docMk/>
            <pc:sldMk cId="1867896786" sldId="596"/>
            <ac:spMk id="19" creationId="{84A8DE83-DE75-4B41-9DB4-A7EC0B0DEC0B}"/>
          </ac:spMkLst>
        </pc:spChg>
        <pc:spChg chg="del">
          <ac:chgData name="Deepika Vatsa" userId="f7100972-27fe-4ee6-8fb4-ec9b7931b409" providerId="ADAL" clId="{18AEA20C-BEAA-445F-A420-7499542A0D43}" dt="2022-08-10T04:37:36.034" v="3726" actId="26606"/>
          <ac:spMkLst>
            <pc:docMk/>
            <pc:sldMk cId="1867896786" sldId="596"/>
            <ac:spMk id="21" creationId="{A7009A0A-BEF5-4EAC-AF15-E4F9F002E239}"/>
          </ac:spMkLst>
        </pc:spChg>
        <pc:spChg chg="add">
          <ac:chgData name="Deepika Vatsa" userId="f7100972-27fe-4ee6-8fb4-ec9b7931b409" providerId="ADAL" clId="{18AEA20C-BEAA-445F-A420-7499542A0D43}" dt="2022-08-10T04:37:36.034" v="3726" actId="26606"/>
          <ac:spMkLst>
            <pc:docMk/>
            <pc:sldMk cId="1867896786" sldId="596"/>
            <ac:spMk id="26" creationId="{6753252F-4873-4F63-801D-CC719279A7D5}"/>
          </ac:spMkLst>
        </pc:spChg>
        <pc:spChg chg="add">
          <ac:chgData name="Deepika Vatsa" userId="f7100972-27fe-4ee6-8fb4-ec9b7931b409" providerId="ADAL" clId="{18AEA20C-BEAA-445F-A420-7499542A0D43}" dt="2022-08-10T04:37:36.034" v="3726" actId="26606"/>
          <ac:spMkLst>
            <pc:docMk/>
            <pc:sldMk cId="1867896786" sldId="596"/>
            <ac:spMk id="28" creationId="{047C8CCB-F95D-4249-92DD-651249D3535A}"/>
          </ac:spMkLst>
        </pc:spChg>
        <pc:picChg chg="add mod ord modCrop">
          <ac:chgData name="Deepika Vatsa" userId="f7100972-27fe-4ee6-8fb4-ec9b7931b409" providerId="ADAL" clId="{18AEA20C-BEAA-445F-A420-7499542A0D43}" dt="2022-08-10T04:37:57.885" v="3734" actId="1076"/>
          <ac:picMkLst>
            <pc:docMk/>
            <pc:sldMk cId="1867896786" sldId="596"/>
            <ac:picMk id="4" creationId="{DF8E9BDD-F99D-4042-B897-C02263C89138}"/>
          </ac:picMkLst>
        </pc:picChg>
      </pc:sldChg>
      <pc:sldChg chg="addSp delSp add del setBg delDesignElem">
        <pc:chgData name="Deepika Vatsa" userId="f7100972-27fe-4ee6-8fb4-ec9b7931b409" providerId="ADAL" clId="{18AEA20C-BEAA-445F-A420-7499542A0D43}" dt="2022-08-10T04:38:34.738" v="3737"/>
        <pc:sldMkLst>
          <pc:docMk/>
          <pc:sldMk cId="3221198999" sldId="597"/>
        </pc:sldMkLst>
        <pc:spChg chg="add del">
          <ac:chgData name="Deepika Vatsa" userId="f7100972-27fe-4ee6-8fb4-ec9b7931b409" providerId="ADAL" clId="{18AEA20C-BEAA-445F-A420-7499542A0D43}" dt="2022-08-10T04:38:34.738" v="3737"/>
          <ac:spMkLst>
            <pc:docMk/>
            <pc:sldMk cId="3221198999" sldId="597"/>
            <ac:spMk id="15" creationId="{A8384FB5-9ADC-4DDC-881B-597D56F5B15D}"/>
          </ac:spMkLst>
        </pc:spChg>
        <pc:spChg chg="add del">
          <ac:chgData name="Deepika Vatsa" userId="f7100972-27fe-4ee6-8fb4-ec9b7931b409" providerId="ADAL" clId="{18AEA20C-BEAA-445F-A420-7499542A0D43}" dt="2022-08-10T04:38:34.738" v="3737"/>
          <ac:spMkLst>
            <pc:docMk/>
            <pc:sldMk cId="3221198999" sldId="597"/>
            <ac:spMk id="17" creationId="{1199E1B1-A8C0-4FE8-A5A8-1CB41D69F857}"/>
          </ac:spMkLst>
        </pc:spChg>
        <pc:spChg chg="add del">
          <ac:chgData name="Deepika Vatsa" userId="f7100972-27fe-4ee6-8fb4-ec9b7931b409" providerId="ADAL" clId="{18AEA20C-BEAA-445F-A420-7499542A0D43}" dt="2022-08-10T04:38:34.738" v="3737"/>
          <ac:spMkLst>
            <pc:docMk/>
            <pc:sldMk cId="3221198999" sldId="597"/>
            <ac:spMk id="19" creationId="{84A8DE83-DE75-4B41-9DB4-A7EC0B0DEC0B}"/>
          </ac:spMkLst>
        </pc:spChg>
        <pc:spChg chg="add del">
          <ac:chgData name="Deepika Vatsa" userId="f7100972-27fe-4ee6-8fb4-ec9b7931b409" providerId="ADAL" clId="{18AEA20C-BEAA-445F-A420-7499542A0D43}" dt="2022-08-10T04:38:34.738" v="3737"/>
          <ac:spMkLst>
            <pc:docMk/>
            <pc:sldMk cId="3221198999" sldId="597"/>
            <ac:spMk id="21" creationId="{A7009A0A-BEF5-4EAC-AF15-E4F9F002E239}"/>
          </ac:spMkLst>
        </pc:spChg>
      </pc:sldChg>
      <pc:sldChg chg="addSp modSp add mod">
        <pc:chgData name="Deepika Vatsa" userId="f7100972-27fe-4ee6-8fb4-ec9b7931b409" providerId="ADAL" clId="{18AEA20C-BEAA-445F-A420-7499542A0D43}" dt="2022-08-10T04:39:18.601" v="3749" actId="1076"/>
        <pc:sldMkLst>
          <pc:docMk/>
          <pc:sldMk cId="3441028822" sldId="597"/>
        </pc:sldMkLst>
        <pc:spChg chg="mod">
          <ac:chgData name="Deepika Vatsa" userId="f7100972-27fe-4ee6-8fb4-ec9b7931b409" providerId="ADAL" clId="{18AEA20C-BEAA-445F-A420-7499542A0D43}" dt="2022-08-10T04:38:42.877" v="3739" actId="6549"/>
          <ac:spMkLst>
            <pc:docMk/>
            <pc:sldMk cId="3441028822" sldId="597"/>
            <ac:spMk id="11" creationId="{9F5D1653-CA60-43A9-B8A2-156757479F5A}"/>
          </ac:spMkLst>
        </pc:spChg>
        <pc:picChg chg="add mod modCrop">
          <ac:chgData name="Deepika Vatsa" userId="f7100972-27fe-4ee6-8fb4-ec9b7931b409" providerId="ADAL" clId="{18AEA20C-BEAA-445F-A420-7499542A0D43}" dt="2022-08-10T04:39:18.601" v="3749" actId="1076"/>
          <ac:picMkLst>
            <pc:docMk/>
            <pc:sldMk cId="3441028822" sldId="597"/>
            <ac:picMk id="4" creationId="{05AE7B58-517F-40C3-B671-28A02ED5C599}"/>
          </ac:picMkLst>
        </pc:picChg>
      </pc:sldChg>
      <pc:sldChg chg="add">
        <pc:chgData name="Deepika Vatsa" userId="f7100972-27fe-4ee6-8fb4-ec9b7931b409" providerId="ADAL" clId="{18AEA20C-BEAA-445F-A420-7499542A0D43}" dt="2022-08-10T05:03:42.636" v="4853"/>
        <pc:sldMkLst>
          <pc:docMk/>
          <pc:sldMk cId="166715966" sldId="598"/>
        </pc:sldMkLst>
      </pc:sldChg>
      <pc:sldChg chg="addSp delSp add del setBg delDesignElem">
        <pc:chgData name="Deepika Vatsa" userId="f7100972-27fe-4ee6-8fb4-ec9b7931b409" providerId="ADAL" clId="{18AEA20C-BEAA-445F-A420-7499542A0D43}" dt="2022-08-10T05:03:42.597" v="4852"/>
        <pc:sldMkLst>
          <pc:docMk/>
          <pc:sldMk cId="1876794863" sldId="598"/>
        </pc:sldMkLst>
        <pc:spChg chg="add del">
          <ac:chgData name="Deepika Vatsa" userId="f7100972-27fe-4ee6-8fb4-ec9b7931b409" providerId="ADAL" clId="{18AEA20C-BEAA-445F-A420-7499542A0D43}" dt="2022-08-10T05:03:42.597" v="4852"/>
          <ac:spMkLst>
            <pc:docMk/>
            <pc:sldMk cId="1876794863" sldId="598"/>
            <ac:spMk id="15" creationId="{A8384FB5-9ADC-4DDC-881B-597D56F5B15D}"/>
          </ac:spMkLst>
        </pc:spChg>
        <pc:spChg chg="add del">
          <ac:chgData name="Deepika Vatsa" userId="f7100972-27fe-4ee6-8fb4-ec9b7931b409" providerId="ADAL" clId="{18AEA20C-BEAA-445F-A420-7499542A0D43}" dt="2022-08-10T05:03:42.597" v="4852"/>
          <ac:spMkLst>
            <pc:docMk/>
            <pc:sldMk cId="1876794863" sldId="598"/>
            <ac:spMk id="17" creationId="{1199E1B1-A8C0-4FE8-A5A8-1CB41D69F857}"/>
          </ac:spMkLst>
        </pc:spChg>
        <pc:spChg chg="add del">
          <ac:chgData name="Deepika Vatsa" userId="f7100972-27fe-4ee6-8fb4-ec9b7931b409" providerId="ADAL" clId="{18AEA20C-BEAA-445F-A420-7499542A0D43}" dt="2022-08-10T05:03:42.597" v="4852"/>
          <ac:spMkLst>
            <pc:docMk/>
            <pc:sldMk cId="1876794863" sldId="598"/>
            <ac:spMk id="19" creationId="{84A8DE83-DE75-4B41-9DB4-A7EC0B0DEC0B}"/>
          </ac:spMkLst>
        </pc:spChg>
        <pc:spChg chg="add del">
          <ac:chgData name="Deepika Vatsa" userId="f7100972-27fe-4ee6-8fb4-ec9b7931b409" providerId="ADAL" clId="{18AEA20C-BEAA-445F-A420-7499542A0D43}" dt="2022-08-10T05:03:42.597" v="4852"/>
          <ac:spMkLst>
            <pc:docMk/>
            <pc:sldMk cId="1876794863" sldId="598"/>
            <ac:spMk id="21" creationId="{A7009A0A-BEF5-4EAC-AF15-E4F9F002E239}"/>
          </ac:spMkLst>
        </pc:spChg>
      </pc:sldChg>
      <pc:sldChg chg="addSp delSp add del setBg delDesignElem">
        <pc:chgData name="Deepika Vatsa" userId="f7100972-27fe-4ee6-8fb4-ec9b7931b409" providerId="ADAL" clId="{18AEA20C-BEAA-445F-A420-7499542A0D43}" dt="2022-08-10T04:38:45.393" v="3742"/>
        <pc:sldMkLst>
          <pc:docMk/>
          <pc:sldMk cId="3532730297" sldId="598"/>
        </pc:sldMkLst>
        <pc:spChg chg="add del">
          <ac:chgData name="Deepika Vatsa" userId="f7100972-27fe-4ee6-8fb4-ec9b7931b409" providerId="ADAL" clId="{18AEA20C-BEAA-445F-A420-7499542A0D43}" dt="2022-08-10T04:38:45.393" v="3742"/>
          <ac:spMkLst>
            <pc:docMk/>
            <pc:sldMk cId="3532730297" sldId="598"/>
            <ac:spMk id="15" creationId="{A8384FB5-9ADC-4DDC-881B-597D56F5B15D}"/>
          </ac:spMkLst>
        </pc:spChg>
        <pc:spChg chg="add del">
          <ac:chgData name="Deepika Vatsa" userId="f7100972-27fe-4ee6-8fb4-ec9b7931b409" providerId="ADAL" clId="{18AEA20C-BEAA-445F-A420-7499542A0D43}" dt="2022-08-10T04:38:45.393" v="3742"/>
          <ac:spMkLst>
            <pc:docMk/>
            <pc:sldMk cId="3532730297" sldId="598"/>
            <ac:spMk id="17" creationId="{1199E1B1-A8C0-4FE8-A5A8-1CB41D69F857}"/>
          </ac:spMkLst>
        </pc:spChg>
        <pc:spChg chg="add del">
          <ac:chgData name="Deepika Vatsa" userId="f7100972-27fe-4ee6-8fb4-ec9b7931b409" providerId="ADAL" clId="{18AEA20C-BEAA-445F-A420-7499542A0D43}" dt="2022-08-10T04:38:45.393" v="3742"/>
          <ac:spMkLst>
            <pc:docMk/>
            <pc:sldMk cId="3532730297" sldId="598"/>
            <ac:spMk id="19" creationId="{84A8DE83-DE75-4B41-9DB4-A7EC0B0DEC0B}"/>
          </ac:spMkLst>
        </pc:spChg>
        <pc:spChg chg="add del">
          <ac:chgData name="Deepika Vatsa" userId="f7100972-27fe-4ee6-8fb4-ec9b7931b409" providerId="ADAL" clId="{18AEA20C-BEAA-445F-A420-7499542A0D43}" dt="2022-08-10T04:38:45.393" v="3742"/>
          <ac:spMkLst>
            <pc:docMk/>
            <pc:sldMk cId="3532730297" sldId="598"/>
            <ac:spMk id="21" creationId="{A7009A0A-BEF5-4EAC-AF15-E4F9F002E239}"/>
          </ac:spMkLst>
        </pc:spChg>
      </pc:sldChg>
      <pc:sldChg chg="addSp delSp modSp add del mod modNotesTx">
        <pc:chgData name="Deepika Vatsa" userId="f7100972-27fe-4ee6-8fb4-ec9b7931b409" providerId="ADAL" clId="{18AEA20C-BEAA-445F-A420-7499542A0D43}" dt="2022-08-10T05:03:38.100" v="4849" actId="2696"/>
        <pc:sldMkLst>
          <pc:docMk/>
          <pc:sldMk cId="4275091096" sldId="598"/>
        </pc:sldMkLst>
        <pc:spChg chg="mod">
          <ac:chgData name="Deepika Vatsa" userId="f7100972-27fe-4ee6-8fb4-ec9b7931b409" providerId="ADAL" clId="{18AEA20C-BEAA-445F-A420-7499542A0D43}" dt="2022-08-10T04:48:06.053" v="3845" actId="20577"/>
          <ac:spMkLst>
            <pc:docMk/>
            <pc:sldMk cId="4275091096" sldId="598"/>
            <ac:spMk id="2" creationId="{6167DC2D-0072-445E-8CB3-E53407061CE7}"/>
          </ac:spMkLst>
        </pc:spChg>
        <pc:picChg chg="del">
          <ac:chgData name="Deepika Vatsa" userId="f7100972-27fe-4ee6-8fb4-ec9b7931b409" providerId="ADAL" clId="{18AEA20C-BEAA-445F-A420-7499542A0D43}" dt="2022-08-10T04:47:23.144" v="3792" actId="478"/>
          <ac:picMkLst>
            <pc:docMk/>
            <pc:sldMk cId="4275091096" sldId="598"/>
            <ac:picMk id="4" creationId="{05AE7B58-517F-40C3-B671-28A02ED5C599}"/>
          </ac:picMkLst>
        </pc:picChg>
        <pc:picChg chg="add mod modCrop">
          <ac:chgData name="Deepika Vatsa" userId="f7100972-27fe-4ee6-8fb4-ec9b7931b409" providerId="ADAL" clId="{18AEA20C-BEAA-445F-A420-7499542A0D43}" dt="2022-08-10T04:47:50.946" v="3798" actId="1076"/>
          <ac:picMkLst>
            <pc:docMk/>
            <pc:sldMk cId="4275091096" sldId="598"/>
            <ac:picMk id="5" creationId="{49127664-B5D7-418C-AA26-A741772CC05D}"/>
          </ac:picMkLst>
        </pc:picChg>
      </pc:sldChg>
      <pc:sldChg chg="addSp delSp modSp add del mod modNotesTx">
        <pc:chgData name="Deepika Vatsa" userId="f7100972-27fe-4ee6-8fb4-ec9b7931b409" providerId="ADAL" clId="{18AEA20C-BEAA-445F-A420-7499542A0D43}" dt="2022-08-10T05:03:25.895" v="4844" actId="2696"/>
        <pc:sldMkLst>
          <pc:docMk/>
          <pc:sldMk cId="1845320860" sldId="599"/>
        </pc:sldMkLst>
        <pc:spChg chg="mod">
          <ac:chgData name="Deepika Vatsa" userId="f7100972-27fe-4ee6-8fb4-ec9b7931b409" providerId="ADAL" clId="{18AEA20C-BEAA-445F-A420-7499542A0D43}" dt="2022-08-10T05:02:33.236" v="4752" actId="20577"/>
          <ac:spMkLst>
            <pc:docMk/>
            <pc:sldMk cId="1845320860" sldId="599"/>
            <ac:spMk id="2" creationId="{6167DC2D-0072-445E-8CB3-E53407061CE7}"/>
          </ac:spMkLst>
        </pc:spChg>
        <pc:picChg chg="add del mod modCrop">
          <ac:chgData name="Deepika Vatsa" userId="f7100972-27fe-4ee6-8fb4-ec9b7931b409" providerId="ADAL" clId="{18AEA20C-BEAA-445F-A420-7499542A0D43}" dt="2022-08-10T05:01:24.090" v="4715" actId="22"/>
          <ac:picMkLst>
            <pc:docMk/>
            <pc:sldMk cId="1845320860" sldId="599"/>
            <ac:picMk id="4" creationId="{BFFC348F-8175-43C5-AC50-5A16D3D6E8BB}"/>
          </ac:picMkLst>
        </pc:picChg>
        <pc:picChg chg="del">
          <ac:chgData name="Deepika Vatsa" userId="f7100972-27fe-4ee6-8fb4-ec9b7931b409" providerId="ADAL" clId="{18AEA20C-BEAA-445F-A420-7499542A0D43}" dt="2022-08-10T05:00:48.421" v="4701" actId="478"/>
          <ac:picMkLst>
            <pc:docMk/>
            <pc:sldMk cId="1845320860" sldId="599"/>
            <ac:picMk id="5" creationId="{49127664-B5D7-418C-AA26-A741772CC05D}"/>
          </ac:picMkLst>
        </pc:picChg>
        <pc:picChg chg="add del mod modCrop">
          <ac:chgData name="Deepika Vatsa" userId="f7100972-27fe-4ee6-8fb4-ec9b7931b409" providerId="ADAL" clId="{18AEA20C-BEAA-445F-A420-7499542A0D43}" dt="2022-08-10T05:01:51.981" v="4725" actId="22"/>
          <ac:picMkLst>
            <pc:docMk/>
            <pc:sldMk cId="1845320860" sldId="599"/>
            <ac:picMk id="8" creationId="{846FD833-D073-4564-B981-96614B89C315}"/>
          </ac:picMkLst>
        </pc:picChg>
        <pc:picChg chg="add mod modCrop">
          <ac:chgData name="Deepika Vatsa" userId="f7100972-27fe-4ee6-8fb4-ec9b7931b409" providerId="ADAL" clId="{18AEA20C-BEAA-445F-A420-7499542A0D43}" dt="2022-08-10T05:02:23.219" v="4729" actId="1076"/>
          <ac:picMkLst>
            <pc:docMk/>
            <pc:sldMk cId="1845320860" sldId="599"/>
            <ac:picMk id="10" creationId="{CC4BA9E0-B325-40F5-A4B3-D944419DE46D}"/>
          </ac:picMkLst>
        </pc:picChg>
      </pc:sldChg>
      <pc:sldChg chg="addSp delSp add del setBg delDesignElem">
        <pc:chgData name="Deepika Vatsa" userId="f7100972-27fe-4ee6-8fb4-ec9b7931b409" providerId="ADAL" clId="{18AEA20C-BEAA-445F-A420-7499542A0D43}" dt="2022-08-10T05:03:32.230" v="4847"/>
        <pc:sldMkLst>
          <pc:docMk/>
          <pc:sldMk cId="2655265670" sldId="599"/>
        </pc:sldMkLst>
        <pc:spChg chg="add del">
          <ac:chgData name="Deepika Vatsa" userId="f7100972-27fe-4ee6-8fb4-ec9b7931b409" providerId="ADAL" clId="{18AEA20C-BEAA-445F-A420-7499542A0D43}" dt="2022-08-10T05:03:32.230" v="4847"/>
          <ac:spMkLst>
            <pc:docMk/>
            <pc:sldMk cId="2655265670" sldId="599"/>
            <ac:spMk id="15" creationId="{A8384FB5-9ADC-4DDC-881B-597D56F5B15D}"/>
          </ac:spMkLst>
        </pc:spChg>
        <pc:spChg chg="add del">
          <ac:chgData name="Deepika Vatsa" userId="f7100972-27fe-4ee6-8fb4-ec9b7931b409" providerId="ADAL" clId="{18AEA20C-BEAA-445F-A420-7499542A0D43}" dt="2022-08-10T05:03:32.230" v="4847"/>
          <ac:spMkLst>
            <pc:docMk/>
            <pc:sldMk cId="2655265670" sldId="599"/>
            <ac:spMk id="17" creationId="{1199E1B1-A8C0-4FE8-A5A8-1CB41D69F857}"/>
          </ac:spMkLst>
        </pc:spChg>
        <pc:spChg chg="add del">
          <ac:chgData name="Deepika Vatsa" userId="f7100972-27fe-4ee6-8fb4-ec9b7931b409" providerId="ADAL" clId="{18AEA20C-BEAA-445F-A420-7499542A0D43}" dt="2022-08-10T05:03:32.230" v="4847"/>
          <ac:spMkLst>
            <pc:docMk/>
            <pc:sldMk cId="2655265670" sldId="599"/>
            <ac:spMk id="19" creationId="{84A8DE83-DE75-4B41-9DB4-A7EC0B0DEC0B}"/>
          </ac:spMkLst>
        </pc:spChg>
        <pc:spChg chg="add del">
          <ac:chgData name="Deepika Vatsa" userId="f7100972-27fe-4ee6-8fb4-ec9b7931b409" providerId="ADAL" clId="{18AEA20C-BEAA-445F-A420-7499542A0D43}" dt="2022-08-10T05:03:32.230" v="4847"/>
          <ac:spMkLst>
            <pc:docMk/>
            <pc:sldMk cId="2655265670" sldId="599"/>
            <ac:spMk id="21" creationId="{A7009A0A-BEF5-4EAC-AF15-E4F9F002E239}"/>
          </ac:spMkLst>
        </pc:spChg>
      </pc:sldChg>
      <pc:sldChg chg="add">
        <pc:chgData name="Deepika Vatsa" userId="f7100972-27fe-4ee6-8fb4-ec9b7931b409" providerId="ADAL" clId="{18AEA20C-BEAA-445F-A420-7499542A0D43}" dt="2022-08-10T05:03:32.282" v="4848"/>
        <pc:sldMkLst>
          <pc:docMk/>
          <pc:sldMk cId="3192749011" sldId="599"/>
        </pc:sldMkLst>
      </pc:sldChg>
      <pc:sldChg chg="addSp delSp modSp add mod modNotesTx">
        <pc:chgData name="Deepika Vatsa" userId="f7100972-27fe-4ee6-8fb4-ec9b7931b409" providerId="ADAL" clId="{18AEA20C-BEAA-445F-A420-7499542A0D43}" dt="2022-08-10T05:05:39.605" v="4932" actId="20577"/>
        <pc:sldMkLst>
          <pc:docMk/>
          <pc:sldMk cId="829392238" sldId="600"/>
        </pc:sldMkLst>
        <pc:spChg chg="mod">
          <ac:chgData name="Deepika Vatsa" userId="f7100972-27fe-4ee6-8fb4-ec9b7931b409" providerId="ADAL" clId="{18AEA20C-BEAA-445F-A420-7499542A0D43}" dt="2022-08-10T05:05:39.605" v="4932" actId="20577"/>
          <ac:spMkLst>
            <pc:docMk/>
            <pc:sldMk cId="829392238" sldId="600"/>
            <ac:spMk id="2" creationId="{6167DC2D-0072-445E-8CB3-E53407061CE7}"/>
          </ac:spMkLst>
        </pc:spChg>
        <pc:picChg chg="add mod modCrop">
          <ac:chgData name="Deepika Vatsa" userId="f7100972-27fe-4ee6-8fb4-ec9b7931b409" providerId="ADAL" clId="{18AEA20C-BEAA-445F-A420-7499542A0D43}" dt="2022-08-10T05:05:17.972" v="4861" actId="1076"/>
          <ac:picMkLst>
            <pc:docMk/>
            <pc:sldMk cId="829392238" sldId="600"/>
            <ac:picMk id="4" creationId="{38446A62-73CE-4D28-AF4E-5D4FC6675053}"/>
          </ac:picMkLst>
        </pc:picChg>
        <pc:picChg chg="del">
          <ac:chgData name="Deepika Vatsa" userId="f7100972-27fe-4ee6-8fb4-ec9b7931b409" providerId="ADAL" clId="{18AEA20C-BEAA-445F-A420-7499542A0D43}" dt="2022-08-10T05:04:50.608" v="4855" actId="478"/>
          <ac:picMkLst>
            <pc:docMk/>
            <pc:sldMk cId="829392238" sldId="600"/>
            <ac:picMk id="5" creationId="{49127664-B5D7-418C-AA26-A741772CC05D}"/>
          </ac:picMkLst>
        </pc:picChg>
      </pc:sldChg>
      <pc:sldChg chg="addSp delSp modSp add mod modNotesTx">
        <pc:chgData name="Deepika Vatsa" userId="f7100972-27fe-4ee6-8fb4-ec9b7931b409" providerId="ADAL" clId="{18AEA20C-BEAA-445F-A420-7499542A0D43}" dt="2022-08-10T05:33:10.061" v="5929" actId="20577"/>
        <pc:sldMkLst>
          <pc:docMk/>
          <pc:sldMk cId="573867450" sldId="601"/>
        </pc:sldMkLst>
        <pc:spChg chg="mod">
          <ac:chgData name="Deepika Vatsa" userId="f7100972-27fe-4ee6-8fb4-ec9b7931b409" providerId="ADAL" clId="{18AEA20C-BEAA-445F-A420-7499542A0D43}" dt="2022-08-10T05:33:10.061" v="5929" actId="20577"/>
          <ac:spMkLst>
            <pc:docMk/>
            <pc:sldMk cId="573867450" sldId="601"/>
            <ac:spMk id="2" creationId="{6167DC2D-0072-445E-8CB3-E53407061CE7}"/>
          </ac:spMkLst>
        </pc:spChg>
        <pc:picChg chg="del">
          <ac:chgData name="Deepika Vatsa" userId="f7100972-27fe-4ee6-8fb4-ec9b7931b409" providerId="ADAL" clId="{18AEA20C-BEAA-445F-A420-7499542A0D43}" dt="2022-08-10T05:23:58.002" v="5168" actId="478"/>
          <ac:picMkLst>
            <pc:docMk/>
            <pc:sldMk cId="573867450" sldId="601"/>
            <ac:picMk id="4" creationId="{05AE7B58-517F-40C3-B671-28A02ED5C599}"/>
          </ac:picMkLst>
        </pc:picChg>
        <pc:picChg chg="add mod modCrop">
          <ac:chgData name="Deepika Vatsa" userId="f7100972-27fe-4ee6-8fb4-ec9b7931b409" providerId="ADAL" clId="{18AEA20C-BEAA-445F-A420-7499542A0D43}" dt="2022-08-10T05:24:50.498" v="5200" actId="1076"/>
          <ac:picMkLst>
            <pc:docMk/>
            <pc:sldMk cId="573867450" sldId="601"/>
            <ac:picMk id="5" creationId="{30312C3A-677A-482F-A98F-CF583EE27487}"/>
          </ac:picMkLst>
        </pc:picChg>
      </pc:sldChg>
      <pc:sldChg chg="addSp delSp modSp add mod modNotesTx">
        <pc:chgData name="Deepika Vatsa" userId="f7100972-27fe-4ee6-8fb4-ec9b7931b409" providerId="ADAL" clId="{18AEA20C-BEAA-445F-A420-7499542A0D43}" dt="2022-08-10T05:32:59.168" v="5896" actId="20577"/>
        <pc:sldMkLst>
          <pc:docMk/>
          <pc:sldMk cId="2339495179" sldId="602"/>
        </pc:sldMkLst>
        <pc:spChg chg="mod">
          <ac:chgData name="Deepika Vatsa" userId="f7100972-27fe-4ee6-8fb4-ec9b7931b409" providerId="ADAL" clId="{18AEA20C-BEAA-445F-A420-7499542A0D43}" dt="2022-08-10T05:32:59.168" v="5896" actId="20577"/>
          <ac:spMkLst>
            <pc:docMk/>
            <pc:sldMk cId="2339495179" sldId="602"/>
            <ac:spMk id="2" creationId="{6167DC2D-0072-445E-8CB3-E53407061CE7}"/>
          </ac:spMkLst>
        </pc:spChg>
        <pc:picChg chg="add mod modCrop">
          <ac:chgData name="Deepika Vatsa" userId="f7100972-27fe-4ee6-8fb4-ec9b7931b409" providerId="ADAL" clId="{18AEA20C-BEAA-445F-A420-7499542A0D43}" dt="2022-08-10T05:25:34.089" v="5207" actId="1076"/>
          <ac:picMkLst>
            <pc:docMk/>
            <pc:sldMk cId="2339495179" sldId="602"/>
            <ac:picMk id="4" creationId="{514D486F-82FB-40DB-9433-D8233988356F}"/>
          </ac:picMkLst>
        </pc:picChg>
        <pc:picChg chg="del">
          <ac:chgData name="Deepika Vatsa" userId="f7100972-27fe-4ee6-8fb4-ec9b7931b409" providerId="ADAL" clId="{18AEA20C-BEAA-445F-A420-7499542A0D43}" dt="2022-08-10T05:25:12.919" v="5202" actId="478"/>
          <ac:picMkLst>
            <pc:docMk/>
            <pc:sldMk cId="2339495179" sldId="602"/>
            <ac:picMk id="5" creationId="{30312C3A-677A-482F-A98F-CF583EE27487}"/>
          </ac:picMkLst>
        </pc:picChg>
      </pc:sldChg>
      <pc:sldChg chg="addSp delSp modSp add mod modNotesTx">
        <pc:chgData name="Deepika Vatsa" userId="f7100972-27fe-4ee6-8fb4-ec9b7931b409" providerId="ADAL" clId="{18AEA20C-BEAA-445F-A420-7499542A0D43}" dt="2022-08-10T05:36:43.842" v="6060" actId="1076"/>
        <pc:sldMkLst>
          <pc:docMk/>
          <pc:sldMk cId="4267505518" sldId="603"/>
        </pc:sldMkLst>
        <pc:spChg chg="mod">
          <ac:chgData name="Deepika Vatsa" userId="f7100972-27fe-4ee6-8fb4-ec9b7931b409" providerId="ADAL" clId="{18AEA20C-BEAA-445F-A420-7499542A0D43}" dt="2022-08-10T05:34:47.080" v="5975" actId="20577"/>
          <ac:spMkLst>
            <pc:docMk/>
            <pc:sldMk cId="4267505518" sldId="603"/>
            <ac:spMk id="2" creationId="{6167DC2D-0072-445E-8CB3-E53407061CE7}"/>
          </ac:spMkLst>
        </pc:spChg>
        <pc:picChg chg="del">
          <ac:chgData name="Deepika Vatsa" userId="f7100972-27fe-4ee6-8fb4-ec9b7931b409" providerId="ADAL" clId="{18AEA20C-BEAA-445F-A420-7499542A0D43}" dt="2022-08-10T05:33:44.611" v="5932" actId="478"/>
          <ac:picMkLst>
            <pc:docMk/>
            <pc:sldMk cId="4267505518" sldId="603"/>
            <ac:picMk id="4" creationId="{514D486F-82FB-40DB-9433-D8233988356F}"/>
          </ac:picMkLst>
        </pc:picChg>
        <pc:picChg chg="add del mod modCrop">
          <ac:chgData name="Deepika Vatsa" userId="f7100972-27fe-4ee6-8fb4-ec9b7931b409" providerId="ADAL" clId="{18AEA20C-BEAA-445F-A420-7499542A0D43}" dt="2022-08-10T05:35:32.744" v="6048" actId="478"/>
          <ac:picMkLst>
            <pc:docMk/>
            <pc:sldMk cId="4267505518" sldId="603"/>
            <ac:picMk id="5" creationId="{975A5F0C-68CC-448F-BDF5-37697651E8CF}"/>
          </ac:picMkLst>
        </pc:picChg>
        <pc:picChg chg="add del mod modCrop">
          <ac:chgData name="Deepika Vatsa" userId="f7100972-27fe-4ee6-8fb4-ec9b7931b409" providerId="ADAL" clId="{18AEA20C-BEAA-445F-A420-7499542A0D43}" dt="2022-08-10T05:36:19.734" v="6055" actId="478"/>
          <ac:picMkLst>
            <pc:docMk/>
            <pc:sldMk cId="4267505518" sldId="603"/>
            <ac:picMk id="8" creationId="{25716DB5-31C0-4159-BD1E-2DB0F9F3B5D9}"/>
          </ac:picMkLst>
        </pc:picChg>
        <pc:picChg chg="add mod modCrop">
          <ac:chgData name="Deepika Vatsa" userId="f7100972-27fe-4ee6-8fb4-ec9b7931b409" providerId="ADAL" clId="{18AEA20C-BEAA-445F-A420-7499542A0D43}" dt="2022-08-10T05:36:43.842" v="6060" actId="1076"/>
          <ac:picMkLst>
            <pc:docMk/>
            <pc:sldMk cId="4267505518" sldId="603"/>
            <ac:picMk id="10" creationId="{19BA0B03-7793-4AC5-8737-CC666C6E2402}"/>
          </ac:picMkLst>
        </pc:picChg>
      </pc:sldChg>
      <pc:sldChg chg="add modNotesTx">
        <pc:chgData name="Deepika Vatsa" userId="f7100972-27fe-4ee6-8fb4-ec9b7931b409" providerId="ADAL" clId="{18AEA20C-BEAA-445F-A420-7499542A0D43}" dt="2022-08-10T05:37:35.544" v="6189" actId="20577"/>
        <pc:sldMkLst>
          <pc:docMk/>
          <pc:sldMk cId="2585325527" sldId="604"/>
        </pc:sldMkLst>
      </pc:sldChg>
    </pc:docChg>
  </pc:docChgLst>
  <pc:docChgLst>
    <pc:chgData name="Deepika Vatsa" userId="f7100972-27fe-4ee6-8fb4-ec9b7931b409" providerId="ADAL" clId="{594B7771-557E-45E2-A18A-3E20D3193E86}"/>
    <pc:docChg chg="undo redo custSel addSld delSld modSld">
      <pc:chgData name="Deepika Vatsa" userId="f7100972-27fe-4ee6-8fb4-ec9b7931b409" providerId="ADAL" clId="{594B7771-557E-45E2-A18A-3E20D3193E86}" dt="2022-08-14T06:21:25.980" v="4503" actId="20577"/>
      <pc:docMkLst>
        <pc:docMk/>
      </pc:docMkLst>
      <pc:sldChg chg="modSp mod">
        <pc:chgData name="Deepika Vatsa" userId="f7100972-27fe-4ee6-8fb4-ec9b7931b409" providerId="ADAL" clId="{594B7771-557E-45E2-A18A-3E20D3193E86}" dt="2022-08-13T13:34:57.892" v="119" actId="27636"/>
        <pc:sldMkLst>
          <pc:docMk/>
          <pc:sldMk cId="492309654" sldId="256"/>
        </pc:sldMkLst>
        <pc:spChg chg="mod">
          <ac:chgData name="Deepika Vatsa" userId="f7100972-27fe-4ee6-8fb4-ec9b7931b409" providerId="ADAL" clId="{594B7771-557E-45E2-A18A-3E20D3193E86}" dt="2022-08-13T13:34:57.892" v="119" actId="27636"/>
          <ac:spMkLst>
            <pc:docMk/>
            <pc:sldMk cId="492309654" sldId="256"/>
            <ac:spMk id="3" creationId="{D11C1709-B620-47DC-9742-B9FB880F0527}"/>
          </ac:spMkLst>
        </pc:spChg>
      </pc:sldChg>
      <pc:sldChg chg="delSp modSp mod">
        <pc:chgData name="Deepika Vatsa" userId="f7100972-27fe-4ee6-8fb4-ec9b7931b409" providerId="ADAL" clId="{594B7771-557E-45E2-A18A-3E20D3193E86}" dt="2022-08-13T12:19:11.423" v="59" actId="20577"/>
        <pc:sldMkLst>
          <pc:docMk/>
          <pc:sldMk cId="3472450693" sldId="257"/>
        </pc:sldMkLst>
        <pc:spChg chg="mod">
          <ac:chgData name="Deepika Vatsa" userId="f7100972-27fe-4ee6-8fb4-ec9b7931b409" providerId="ADAL" clId="{594B7771-557E-45E2-A18A-3E20D3193E86}" dt="2022-08-13T12:19:11.423" v="59" actId="20577"/>
          <ac:spMkLst>
            <pc:docMk/>
            <pc:sldMk cId="3472450693" sldId="257"/>
            <ac:spMk id="3" creationId="{80E36F94-92C5-49C4-89B0-FDCC3A53501B}"/>
          </ac:spMkLst>
        </pc:spChg>
        <pc:graphicFrameChg chg="del mod">
          <ac:chgData name="Deepika Vatsa" userId="f7100972-27fe-4ee6-8fb4-ec9b7931b409" providerId="ADAL" clId="{594B7771-557E-45E2-A18A-3E20D3193E86}" dt="2022-08-13T12:18:23.827" v="44"/>
          <ac:graphicFrameMkLst>
            <pc:docMk/>
            <pc:sldMk cId="3472450693" sldId="257"/>
            <ac:graphicFrameMk id="4" creationId="{329C2075-3F1C-4434-BDE7-2F4E5741AF9F}"/>
          </ac:graphicFrameMkLst>
        </pc:graphicFrameChg>
      </pc:sldChg>
      <pc:sldChg chg="modSp mod">
        <pc:chgData name="Deepika Vatsa" userId="f7100972-27fe-4ee6-8fb4-ec9b7931b409" providerId="ADAL" clId="{594B7771-557E-45E2-A18A-3E20D3193E86}" dt="2022-08-14T05:02:46.024" v="3861" actId="20577"/>
        <pc:sldMkLst>
          <pc:docMk/>
          <pc:sldMk cId="3962052602" sldId="559"/>
        </pc:sldMkLst>
        <pc:spChg chg="mod">
          <ac:chgData name="Deepika Vatsa" userId="f7100972-27fe-4ee6-8fb4-ec9b7931b409" providerId="ADAL" clId="{594B7771-557E-45E2-A18A-3E20D3193E86}" dt="2022-08-14T05:02:46.024" v="3861" actId="20577"/>
          <ac:spMkLst>
            <pc:docMk/>
            <pc:sldMk cId="3962052602" sldId="559"/>
            <ac:spMk id="2" creationId="{D3824733-69A3-4ABC-8F50-20BC8E4873AC}"/>
          </ac:spMkLst>
        </pc:spChg>
      </pc:sldChg>
      <pc:sldChg chg="del">
        <pc:chgData name="Deepika Vatsa" userId="f7100972-27fe-4ee6-8fb4-ec9b7931b409" providerId="ADAL" clId="{594B7771-557E-45E2-A18A-3E20D3193E86}" dt="2022-08-13T12:20:11.156" v="69" actId="47"/>
        <pc:sldMkLst>
          <pc:docMk/>
          <pc:sldMk cId="4184969250" sldId="560"/>
        </pc:sldMkLst>
      </pc:sldChg>
      <pc:sldChg chg="modSp mod modNotesTx">
        <pc:chgData name="Deepika Vatsa" userId="f7100972-27fe-4ee6-8fb4-ec9b7931b409" providerId="ADAL" clId="{594B7771-557E-45E2-A18A-3E20D3193E86}" dt="2022-08-13T13:45:30.482" v="538" actId="27636"/>
        <pc:sldMkLst>
          <pc:docMk/>
          <pc:sldMk cId="1127720626" sldId="561"/>
        </pc:sldMkLst>
        <pc:spChg chg="mod">
          <ac:chgData name="Deepika Vatsa" userId="f7100972-27fe-4ee6-8fb4-ec9b7931b409" providerId="ADAL" clId="{594B7771-557E-45E2-A18A-3E20D3193E86}" dt="2022-08-13T13:35:07.014" v="120" actId="20577"/>
          <ac:spMkLst>
            <pc:docMk/>
            <pc:sldMk cId="1127720626" sldId="561"/>
            <ac:spMk id="2" creationId="{6167DC2D-0072-445E-8CB3-E53407061CE7}"/>
          </ac:spMkLst>
        </pc:spChg>
        <pc:spChg chg="mod">
          <ac:chgData name="Deepika Vatsa" userId="f7100972-27fe-4ee6-8fb4-ec9b7931b409" providerId="ADAL" clId="{594B7771-557E-45E2-A18A-3E20D3193E86}" dt="2022-08-13T13:45:30.482" v="538" actId="27636"/>
          <ac:spMkLst>
            <pc:docMk/>
            <pc:sldMk cId="1127720626" sldId="561"/>
            <ac:spMk id="9" creationId="{55A5BFD8-4962-4C89-86F0-4A582AD35F41}"/>
          </ac:spMkLst>
        </pc:spChg>
      </pc:sldChg>
      <pc:sldChg chg="addSp delSp modSp add mod modNotesTx">
        <pc:chgData name="Deepika Vatsa" userId="f7100972-27fe-4ee6-8fb4-ec9b7931b409" providerId="ADAL" clId="{594B7771-557E-45E2-A18A-3E20D3193E86}" dt="2022-08-13T13:50:33.447" v="866" actId="6549"/>
        <pc:sldMkLst>
          <pc:docMk/>
          <pc:sldMk cId="1907208806" sldId="562"/>
        </pc:sldMkLst>
        <pc:spChg chg="mod">
          <ac:chgData name="Deepika Vatsa" userId="f7100972-27fe-4ee6-8fb4-ec9b7931b409" providerId="ADAL" clId="{594B7771-557E-45E2-A18A-3E20D3193E86}" dt="2022-08-13T13:49:16.820" v="747" actId="20577"/>
          <ac:spMkLst>
            <pc:docMk/>
            <pc:sldMk cId="1907208806" sldId="562"/>
            <ac:spMk id="2" creationId="{6167DC2D-0072-445E-8CB3-E53407061CE7}"/>
          </ac:spMkLst>
        </pc:spChg>
        <pc:spChg chg="add del">
          <ac:chgData name="Deepika Vatsa" userId="f7100972-27fe-4ee6-8fb4-ec9b7931b409" providerId="ADAL" clId="{594B7771-557E-45E2-A18A-3E20D3193E86}" dt="2022-08-13T13:42:26.131" v="357"/>
          <ac:spMkLst>
            <pc:docMk/>
            <pc:sldMk cId="1907208806" sldId="562"/>
            <ac:spMk id="5" creationId="{06D450E8-BA10-4E60-A759-3F4690904AC4}"/>
          </ac:spMkLst>
        </pc:spChg>
        <pc:spChg chg="add del">
          <ac:chgData name="Deepika Vatsa" userId="f7100972-27fe-4ee6-8fb4-ec9b7931b409" providerId="ADAL" clId="{594B7771-557E-45E2-A18A-3E20D3193E86}" dt="2022-08-13T13:42:26.131" v="357"/>
          <ac:spMkLst>
            <pc:docMk/>
            <pc:sldMk cId="1907208806" sldId="562"/>
            <ac:spMk id="7" creationId="{16ED48FA-2AF4-49FD-A6EF-3CC88B22AFCD}"/>
          </ac:spMkLst>
        </pc:spChg>
        <pc:spChg chg="add del">
          <ac:chgData name="Deepika Vatsa" userId="f7100972-27fe-4ee6-8fb4-ec9b7931b409" providerId="ADAL" clId="{594B7771-557E-45E2-A18A-3E20D3193E86}" dt="2022-08-13T13:42:26.131" v="357"/>
          <ac:spMkLst>
            <pc:docMk/>
            <pc:sldMk cId="1907208806" sldId="562"/>
            <ac:spMk id="8" creationId="{3CE507B3-EDDD-4A91-B053-AB1B9F272F57}"/>
          </ac:spMkLst>
        </pc:spChg>
        <pc:spChg chg="mod">
          <ac:chgData name="Deepika Vatsa" userId="f7100972-27fe-4ee6-8fb4-ec9b7931b409" providerId="ADAL" clId="{594B7771-557E-45E2-A18A-3E20D3193E86}" dt="2022-08-13T13:48:41.580" v="739" actId="27636"/>
          <ac:spMkLst>
            <pc:docMk/>
            <pc:sldMk cId="1907208806" sldId="562"/>
            <ac:spMk id="9" creationId="{55A5BFD8-4962-4C89-86F0-4A582AD35F41}"/>
          </ac:spMkLst>
        </pc:spChg>
        <pc:spChg chg="add del">
          <ac:chgData name="Deepika Vatsa" userId="f7100972-27fe-4ee6-8fb4-ec9b7931b409" providerId="ADAL" clId="{594B7771-557E-45E2-A18A-3E20D3193E86}" dt="2022-08-13T13:42:26.131" v="357"/>
          <ac:spMkLst>
            <pc:docMk/>
            <pc:sldMk cId="1907208806" sldId="562"/>
            <ac:spMk id="10" creationId="{37AF3EA8-C6D0-4F21-ADE5-EEB4784627B6}"/>
          </ac:spMkLst>
        </pc:spChg>
        <pc:spChg chg="add mod">
          <ac:chgData name="Deepika Vatsa" userId="f7100972-27fe-4ee6-8fb4-ec9b7931b409" providerId="ADAL" clId="{594B7771-557E-45E2-A18A-3E20D3193E86}" dt="2022-08-13T13:48:46.193" v="741" actId="20577"/>
          <ac:spMkLst>
            <pc:docMk/>
            <pc:sldMk cId="1907208806" sldId="562"/>
            <ac:spMk id="16" creationId="{D1EE3E77-CF31-42AC-8176-12CE89CC5248}"/>
          </ac:spMkLst>
        </pc:spChg>
        <pc:picChg chg="add mod modCrop">
          <ac:chgData name="Deepika Vatsa" userId="f7100972-27fe-4ee6-8fb4-ec9b7931b409" providerId="ADAL" clId="{594B7771-557E-45E2-A18A-3E20D3193E86}" dt="2022-08-13T13:48:49.627" v="742" actId="1076"/>
          <ac:picMkLst>
            <pc:docMk/>
            <pc:sldMk cId="1907208806" sldId="562"/>
            <ac:picMk id="4" creationId="{F4ED055A-A013-4AA4-A591-4C6D12610DC3}"/>
          </ac:picMkLst>
        </pc:picChg>
        <pc:picChg chg="add mod modCrop">
          <ac:chgData name="Deepika Vatsa" userId="f7100972-27fe-4ee6-8fb4-ec9b7931b409" providerId="ADAL" clId="{594B7771-557E-45E2-A18A-3E20D3193E86}" dt="2022-08-13T13:49:08.081" v="746" actId="1076"/>
          <ac:picMkLst>
            <pc:docMk/>
            <pc:sldMk cId="1907208806" sldId="562"/>
            <ac:picMk id="12" creationId="{824B5EE7-835A-4D6B-92DF-62AAA696B513}"/>
          </ac:picMkLst>
        </pc:picChg>
      </pc:sldChg>
      <pc:sldChg chg="modSp add mod modNotesTx">
        <pc:chgData name="Deepika Vatsa" userId="f7100972-27fe-4ee6-8fb4-ec9b7931b409" providerId="ADAL" clId="{594B7771-557E-45E2-A18A-3E20D3193E86}" dt="2022-08-13T13:45:53.123" v="549" actId="12"/>
        <pc:sldMkLst>
          <pc:docMk/>
          <pc:sldMk cId="1783766294" sldId="563"/>
        </pc:sldMkLst>
        <pc:spChg chg="mod">
          <ac:chgData name="Deepika Vatsa" userId="f7100972-27fe-4ee6-8fb4-ec9b7931b409" providerId="ADAL" clId="{594B7771-557E-45E2-A18A-3E20D3193E86}" dt="2022-08-13T13:45:42.497" v="546" actId="20577"/>
          <ac:spMkLst>
            <pc:docMk/>
            <pc:sldMk cId="1783766294" sldId="563"/>
            <ac:spMk id="2" creationId="{6167DC2D-0072-445E-8CB3-E53407061CE7}"/>
          </ac:spMkLst>
        </pc:spChg>
        <pc:spChg chg="mod">
          <ac:chgData name="Deepika Vatsa" userId="f7100972-27fe-4ee6-8fb4-ec9b7931b409" providerId="ADAL" clId="{594B7771-557E-45E2-A18A-3E20D3193E86}" dt="2022-08-13T13:45:53.123" v="549" actId="12"/>
          <ac:spMkLst>
            <pc:docMk/>
            <pc:sldMk cId="1783766294" sldId="563"/>
            <ac:spMk id="9" creationId="{55A5BFD8-4962-4C89-86F0-4A582AD35F41}"/>
          </ac:spMkLst>
        </pc:spChg>
      </pc:sldChg>
      <pc:sldChg chg="addSp delSp add del setBg delDesignElem">
        <pc:chgData name="Deepika Vatsa" userId="f7100972-27fe-4ee6-8fb4-ec9b7931b409" providerId="ADAL" clId="{594B7771-557E-45E2-A18A-3E20D3193E86}" dt="2022-08-13T13:50:59.918" v="869"/>
        <pc:sldMkLst>
          <pc:docMk/>
          <pc:sldMk cId="3404470186" sldId="564"/>
        </pc:sldMkLst>
        <pc:spChg chg="add del">
          <ac:chgData name="Deepika Vatsa" userId="f7100972-27fe-4ee6-8fb4-ec9b7931b409" providerId="ADAL" clId="{594B7771-557E-45E2-A18A-3E20D3193E86}" dt="2022-08-13T13:50:59.918" v="869"/>
          <ac:spMkLst>
            <pc:docMk/>
            <pc:sldMk cId="3404470186" sldId="564"/>
            <ac:spMk id="15" creationId="{A8384FB5-9ADC-4DDC-881B-597D56F5B15D}"/>
          </ac:spMkLst>
        </pc:spChg>
        <pc:spChg chg="add del">
          <ac:chgData name="Deepika Vatsa" userId="f7100972-27fe-4ee6-8fb4-ec9b7931b409" providerId="ADAL" clId="{594B7771-557E-45E2-A18A-3E20D3193E86}" dt="2022-08-13T13:50:59.918" v="869"/>
          <ac:spMkLst>
            <pc:docMk/>
            <pc:sldMk cId="3404470186" sldId="564"/>
            <ac:spMk id="17" creationId="{1199E1B1-A8C0-4FE8-A5A8-1CB41D69F857}"/>
          </ac:spMkLst>
        </pc:spChg>
        <pc:spChg chg="add del">
          <ac:chgData name="Deepika Vatsa" userId="f7100972-27fe-4ee6-8fb4-ec9b7931b409" providerId="ADAL" clId="{594B7771-557E-45E2-A18A-3E20D3193E86}" dt="2022-08-13T13:50:59.918" v="869"/>
          <ac:spMkLst>
            <pc:docMk/>
            <pc:sldMk cId="3404470186" sldId="564"/>
            <ac:spMk id="19" creationId="{84A8DE83-DE75-4B41-9DB4-A7EC0B0DEC0B}"/>
          </ac:spMkLst>
        </pc:spChg>
        <pc:spChg chg="add del">
          <ac:chgData name="Deepika Vatsa" userId="f7100972-27fe-4ee6-8fb4-ec9b7931b409" providerId="ADAL" clId="{594B7771-557E-45E2-A18A-3E20D3193E86}" dt="2022-08-13T13:50:59.918" v="869"/>
          <ac:spMkLst>
            <pc:docMk/>
            <pc:sldMk cId="3404470186" sldId="564"/>
            <ac:spMk id="21" creationId="{A7009A0A-BEF5-4EAC-AF15-E4F9F002E239}"/>
          </ac:spMkLst>
        </pc:spChg>
      </pc:sldChg>
      <pc:sldChg chg="modSp add mod">
        <pc:chgData name="Deepika Vatsa" userId="f7100972-27fe-4ee6-8fb4-ec9b7931b409" providerId="ADAL" clId="{594B7771-557E-45E2-A18A-3E20D3193E86}" dt="2022-08-13T13:53:26.839" v="929" actId="20577"/>
        <pc:sldMkLst>
          <pc:docMk/>
          <pc:sldMk cId="4025597411" sldId="564"/>
        </pc:sldMkLst>
        <pc:spChg chg="mod">
          <ac:chgData name="Deepika Vatsa" userId="f7100972-27fe-4ee6-8fb4-ec9b7931b409" providerId="ADAL" clId="{594B7771-557E-45E2-A18A-3E20D3193E86}" dt="2022-08-13T13:51:05.378" v="877" actId="20577"/>
          <ac:spMkLst>
            <pc:docMk/>
            <pc:sldMk cId="4025597411" sldId="564"/>
            <ac:spMk id="2" creationId="{6167DC2D-0072-445E-8CB3-E53407061CE7}"/>
          </ac:spMkLst>
        </pc:spChg>
        <pc:spChg chg="mod">
          <ac:chgData name="Deepika Vatsa" userId="f7100972-27fe-4ee6-8fb4-ec9b7931b409" providerId="ADAL" clId="{594B7771-557E-45E2-A18A-3E20D3193E86}" dt="2022-08-13T13:53:26.839" v="929" actId="20577"/>
          <ac:spMkLst>
            <pc:docMk/>
            <pc:sldMk cId="4025597411" sldId="564"/>
            <ac:spMk id="9" creationId="{55A5BFD8-4962-4C89-86F0-4A582AD35F41}"/>
          </ac:spMkLst>
        </pc:spChg>
      </pc:sldChg>
      <pc:sldChg chg="addSp delSp modSp add mod modNotesTx">
        <pc:chgData name="Deepika Vatsa" userId="f7100972-27fe-4ee6-8fb4-ec9b7931b409" providerId="ADAL" clId="{594B7771-557E-45E2-A18A-3E20D3193E86}" dt="2022-08-13T14:15:31.089" v="1129" actId="403"/>
        <pc:sldMkLst>
          <pc:docMk/>
          <pc:sldMk cId="357030392" sldId="565"/>
        </pc:sldMkLst>
        <pc:spChg chg="del">
          <ac:chgData name="Deepika Vatsa" userId="f7100972-27fe-4ee6-8fb4-ec9b7931b409" providerId="ADAL" clId="{594B7771-557E-45E2-A18A-3E20D3193E86}" dt="2022-08-13T14:13:49.015" v="1052" actId="478"/>
          <ac:spMkLst>
            <pc:docMk/>
            <pc:sldMk cId="357030392" sldId="565"/>
            <ac:spMk id="6" creationId="{98E0FE6E-8F22-4B9F-9E9F-E2B694DC96D4}"/>
          </ac:spMkLst>
        </pc:spChg>
        <pc:spChg chg="mod">
          <ac:chgData name="Deepika Vatsa" userId="f7100972-27fe-4ee6-8fb4-ec9b7931b409" providerId="ADAL" clId="{594B7771-557E-45E2-A18A-3E20D3193E86}" dt="2022-08-13T14:11:23.187" v="931" actId="6549"/>
          <ac:spMkLst>
            <pc:docMk/>
            <pc:sldMk cId="357030392" sldId="565"/>
            <ac:spMk id="9" creationId="{55A5BFD8-4962-4C89-86F0-4A582AD35F41}"/>
          </ac:spMkLst>
        </pc:spChg>
        <pc:spChg chg="add mod">
          <ac:chgData name="Deepika Vatsa" userId="f7100972-27fe-4ee6-8fb4-ec9b7931b409" providerId="ADAL" clId="{594B7771-557E-45E2-A18A-3E20D3193E86}" dt="2022-08-13T14:15:31.089" v="1129" actId="403"/>
          <ac:spMkLst>
            <pc:docMk/>
            <pc:sldMk cId="357030392" sldId="565"/>
            <ac:spMk id="12" creationId="{D5B13703-7B5B-498F-8DA8-1CF30B077D58}"/>
          </ac:spMkLst>
        </pc:spChg>
        <pc:picChg chg="add mod modCrop">
          <ac:chgData name="Deepika Vatsa" userId="f7100972-27fe-4ee6-8fb4-ec9b7931b409" providerId="ADAL" clId="{594B7771-557E-45E2-A18A-3E20D3193E86}" dt="2022-08-13T14:13:55.252" v="1055" actId="1076"/>
          <ac:picMkLst>
            <pc:docMk/>
            <pc:sldMk cId="357030392" sldId="565"/>
            <ac:picMk id="4" creationId="{BD7446CC-88FB-4173-AE93-38432FA15BA6}"/>
          </ac:picMkLst>
        </pc:picChg>
      </pc:sldChg>
      <pc:sldChg chg="addSp delSp add del setBg delDesignElem">
        <pc:chgData name="Deepika Vatsa" userId="f7100972-27fe-4ee6-8fb4-ec9b7931b409" providerId="ADAL" clId="{594B7771-557E-45E2-A18A-3E20D3193E86}" dt="2022-08-13T14:16:29.996" v="1132"/>
        <pc:sldMkLst>
          <pc:docMk/>
          <pc:sldMk cId="183449245" sldId="566"/>
        </pc:sldMkLst>
        <pc:spChg chg="add del">
          <ac:chgData name="Deepika Vatsa" userId="f7100972-27fe-4ee6-8fb4-ec9b7931b409" providerId="ADAL" clId="{594B7771-557E-45E2-A18A-3E20D3193E86}" dt="2022-08-13T14:16:29.996" v="1132"/>
          <ac:spMkLst>
            <pc:docMk/>
            <pc:sldMk cId="183449245" sldId="566"/>
            <ac:spMk id="15" creationId="{A8384FB5-9ADC-4DDC-881B-597D56F5B15D}"/>
          </ac:spMkLst>
        </pc:spChg>
        <pc:spChg chg="add del">
          <ac:chgData name="Deepika Vatsa" userId="f7100972-27fe-4ee6-8fb4-ec9b7931b409" providerId="ADAL" clId="{594B7771-557E-45E2-A18A-3E20D3193E86}" dt="2022-08-13T14:16:29.996" v="1132"/>
          <ac:spMkLst>
            <pc:docMk/>
            <pc:sldMk cId="183449245" sldId="566"/>
            <ac:spMk id="17" creationId="{1199E1B1-A8C0-4FE8-A5A8-1CB41D69F857}"/>
          </ac:spMkLst>
        </pc:spChg>
        <pc:spChg chg="add del">
          <ac:chgData name="Deepika Vatsa" userId="f7100972-27fe-4ee6-8fb4-ec9b7931b409" providerId="ADAL" clId="{594B7771-557E-45E2-A18A-3E20D3193E86}" dt="2022-08-13T14:16:29.996" v="1132"/>
          <ac:spMkLst>
            <pc:docMk/>
            <pc:sldMk cId="183449245" sldId="566"/>
            <ac:spMk id="19" creationId="{84A8DE83-DE75-4B41-9DB4-A7EC0B0DEC0B}"/>
          </ac:spMkLst>
        </pc:spChg>
        <pc:spChg chg="add del">
          <ac:chgData name="Deepika Vatsa" userId="f7100972-27fe-4ee6-8fb4-ec9b7931b409" providerId="ADAL" clId="{594B7771-557E-45E2-A18A-3E20D3193E86}" dt="2022-08-13T14:16:29.996" v="1132"/>
          <ac:spMkLst>
            <pc:docMk/>
            <pc:sldMk cId="183449245" sldId="566"/>
            <ac:spMk id="21" creationId="{A7009A0A-BEF5-4EAC-AF15-E4F9F002E239}"/>
          </ac:spMkLst>
        </pc:spChg>
      </pc:sldChg>
      <pc:sldChg chg="addSp delSp add del setBg delDesignElem">
        <pc:chgData name="Deepika Vatsa" userId="f7100972-27fe-4ee6-8fb4-ec9b7931b409" providerId="ADAL" clId="{594B7771-557E-45E2-A18A-3E20D3193E86}" dt="2022-08-13T14:16:33.848" v="1135"/>
        <pc:sldMkLst>
          <pc:docMk/>
          <pc:sldMk cId="2907742033" sldId="566"/>
        </pc:sldMkLst>
        <pc:spChg chg="add del">
          <ac:chgData name="Deepika Vatsa" userId="f7100972-27fe-4ee6-8fb4-ec9b7931b409" providerId="ADAL" clId="{594B7771-557E-45E2-A18A-3E20D3193E86}" dt="2022-08-13T14:16:33.848" v="1135"/>
          <ac:spMkLst>
            <pc:docMk/>
            <pc:sldMk cId="2907742033" sldId="566"/>
            <ac:spMk id="15" creationId="{A8384FB5-9ADC-4DDC-881B-597D56F5B15D}"/>
          </ac:spMkLst>
        </pc:spChg>
        <pc:spChg chg="add del">
          <ac:chgData name="Deepika Vatsa" userId="f7100972-27fe-4ee6-8fb4-ec9b7931b409" providerId="ADAL" clId="{594B7771-557E-45E2-A18A-3E20D3193E86}" dt="2022-08-13T14:16:33.848" v="1135"/>
          <ac:spMkLst>
            <pc:docMk/>
            <pc:sldMk cId="2907742033" sldId="566"/>
            <ac:spMk id="17" creationId="{1199E1B1-A8C0-4FE8-A5A8-1CB41D69F857}"/>
          </ac:spMkLst>
        </pc:spChg>
        <pc:spChg chg="add del">
          <ac:chgData name="Deepika Vatsa" userId="f7100972-27fe-4ee6-8fb4-ec9b7931b409" providerId="ADAL" clId="{594B7771-557E-45E2-A18A-3E20D3193E86}" dt="2022-08-13T14:16:33.848" v="1135"/>
          <ac:spMkLst>
            <pc:docMk/>
            <pc:sldMk cId="2907742033" sldId="566"/>
            <ac:spMk id="19" creationId="{84A8DE83-DE75-4B41-9DB4-A7EC0B0DEC0B}"/>
          </ac:spMkLst>
        </pc:spChg>
        <pc:spChg chg="add del">
          <ac:chgData name="Deepika Vatsa" userId="f7100972-27fe-4ee6-8fb4-ec9b7931b409" providerId="ADAL" clId="{594B7771-557E-45E2-A18A-3E20D3193E86}" dt="2022-08-13T14:16:33.848" v="1135"/>
          <ac:spMkLst>
            <pc:docMk/>
            <pc:sldMk cId="2907742033" sldId="566"/>
            <ac:spMk id="21" creationId="{A7009A0A-BEF5-4EAC-AF15-E4F9F002E239}"/>
          </ac:spMkLst>
        </pc:spChg>
      </pc:sldChg>
      <pc:sldChg chg="addSp delSp modSp add mod modNotesTx">
        <pc:chgData name="Deepika Vatsa" userId="f7100972-27fe-4ee6-8fb4-ec9b7931b409" providerId="ADAL" clId="{594B7771-557E-45E2-A18A-3E20D3193E86}" dt="2022-08-13T14:31:35.678" v="1916" actId="20577"/>
        <pc:sldMkLst>
          <pc:docMk/>
          <pc:sldMk cId="2977502381" sldId="566"/>
        </pc:sldMkLst>
        <pc:spChg chg="add del">
          <ac:chgData name="Deepika Vatsa" userId="f7100972-27fe-4ee6-8fb4-ec9b7931b409" providerId="ADAL" clId="{594B7771-557E-45E2-A18A-3E20D3193E86}" dt="2022-08-13T14:22:54.568" v="1632"/>
          <ac:spMkLst>
            <pc:docMk/>
            <pc:sldMk cId="2977502381" sldId="566"/>
            <ac:spMk id="8" creationId="{93A81162-525F-497D-9DEE-411A04A9B611}"/>
          </ac:spMkLst>
        </pc:spChg>
        <pc:spChg chg="mod">
          <ac:chgData name="Deepika Vatsa" userId="f7100972-27fe-4ee6-8fb4-ec9b7931b409" providerId="ADAL" clId="{594B7771-557E-45E2-A18A-3E20D3193E86}" dt="2022-08-13T14:16:42.843" v="1139" actId="14100"/>
          <ac:spMkLst>
            <pc:docMk/>
            <pc:sldMk cId="2977502381" sldId="566"/>
            <ac:spMk id="9" creationId="{55A5BFD8-4962-4C89-86F0-4A582AD35F41}"/>
          </ac:spMkLst>
        </pc:spChg>
        <pc:spChg chg="add mod">
          <ac:chgData name="Deepika Vatsa" userId="f7100972-27fe-4ee6-8fb4-ec9b7931b409" providerId="ADAL" clId="{594B7771-557E-45E2-A18A-3E20D3193E86}" dt="2022-08-13T14:25:18.520" v="1826" actId="20577"/>
          <ac:spMkLst>
            <pc:docMk/>
            <pc:sldMk cId="2977502381" sldId="566"/>
            <ac:spMk id="10" creationId="{C42FEFAA-1BDB-469A-85CD-A4F00ACBD147}"/>
          </ac:spMkLst>
        </pc:spChg>
        <pc:spChg chg="add del">
          <ac:chgData name="Deepika Vatsa" userId="f7100972-27fe-4ee6-8fb4-ec9b7931b409" providerId="ADAL" clId="{594B7771-557E-45E2-A18A-3E20D3193E86}" dt="2022-08-13T14:22:54.568" v="1632"/>
          <ac:spMkLst>
            <pc:docMk/>
            <pc:sldMk cId="2977502381" sldId="566"/>
            <ac:spMk id="11" creationId="{1E3DD5A1-B169-4F66-B86D-137415A2E5DE}"/>
          </ac:spMkLst>
        </pc:spChg>
        <pc:spChg chg="add del">
          <ac:chgData name="Deepika Vatsa" userId="f7100972-27fe-4ee6-8fb4-ec9b7931b409" providerId="ADAL" clId="{594B7771-557E-45E2-A18A-3E20D3193E86}" dt="2022-08-13T14:22:54.568" v="1632"/>
          <ac:spMkLst>
            <pc:docMk/>
            <pc:sldMk cId="2977502381" sldId="566"/>
            <ac:spMk id="12" creationId="{EF099A37-C482-4D04-A11E-7FA333993306}"/>
          </ac:spMkLst>
        </pc:spChg>
        <pc:spChg chg="add del">
          <ac:chgData name="Deepika Vatsa" userId="f7100972-27fe-4ee6-8fb4-ec9b7931b409" providerId="ADAL" clId="{594B7771-557E-45E2-A18A-3E20D3193E86}" dt="2022-08-13T14:23:15.127" v="1654"/>
          <ac:spMkLst>
            <pc:docMk/>
            <pc:sldMk cId="2977502381" sldId="566"/>
            <ac:spMk id="13" creationId="{87397D57-E0ED-4089-B8C7-B6D07EF531BD}"/>
          </ac:spMkLst>
        </pc:spChg>
        <pc:spChg chg="add del">
          <ac:chgData name="Deepika Vatsa" userId="f7100972-27fe-4ee6-8fb4-ec9b7931b409" providerId="ADAL" clId="{594B7771-557E-45E2-A18A-3E20D3193E86}" dt="2022-08-13T14:23:15.127" v="1654"/>
          <ac:spMkLst>
            <pc:docMk/>
            <pc:sldMk cId="2977502381" sldId="566"/>
            <ac:spMk id="14" creationId="{E8B58021-0DA1-4FC1-999A-811BA6C93759}"/>
          </ac:spMkLst>
        </pc:spChg>
        <pc:spChg chg="add del">
          <ac:chgData name="Deepika Vatsa" userId="f7100972-27fe-4ee6-8fb4-ec9b7931b409" providerId="ADAL" clId="{594B7771-557E-45E2-A18A-3E20D3193E86}" dt="2022-08-13T14:23:15.127" v="1654"/>
          <ac:spMkLst>
            <pc:docMk/>
            <pc:sldMk cId="2977502381" sldId="566"/>
            <ac:spMk id="16" creationId="{2967010C-0FE9-4EA1-8B58-AB2A26CED38D}"/>
          </ac:spMkLst>
        </pc:spChg>
        <pc:picChg chg="add mod modCrop">
          <ac:chgData name="Deepika Vatsa" userId="f7100972-27fe-4ee6-8fb4-ec9b7931b409" providerId="ADAL" clId="{594B7771-557E-45E2-A18A-3E20D3193E86}" dt="2022-08-13T14:17:52.931" v="1197" actId="14100"/>
          <ac:picMkLst>
            <pc:docMk/>
            <pc:sldMk cId="2977502381" sldId="566"/>
            <ac:picMk id="4" creationId="{07B8BB6B-C944-46F6-B5F9-4D6A53E34148}"/>
          </ac:picMkLst>
        </pc:picChg>
        <pc:picChg chg="add mod modCrop">
          <ac:chgData name="Deepika Vatsa" userId="f7100972-27fe-4ee6-8fb4-ec9b7931b409" providerId="ADAL" clId="{594B7771-557E-45E2-A18A-3E20D3193E86}" dt="2022-08-13T14:24:22.521" v="1802" actId="1076"/>
          <ac:picMkLst>
            <pc:docMk/>
            <pc:sldMk cId="2977502381" sldId="566"/>
            <ac:picMk id="7" creationId="{732703AA-4BCB-46DE-A323-0B3528490C88}"/>
          </ac:picMkLst>
        </pc:picChg>
      </pc:sldChg>
      <pc:sldChg chg="delSp modSp add mod modNotesTx">
        <pc:chgData name="Deepika Vatsa" userId="f7100972-27fe-4ee6-8fb4-ec9b7931b409" providerId="ADAL" clId="{594B7771-557E-45E2-A18A-3E20D3193E86}" dt="2022-08-13T14:40:02.080" v="2168" actId="20577"/>
        <pc:sldMkLst>
          <pc:docMk/>
          <pc:sldMk cId="2899493889" sldId="567"/>
        </pc:sldMkLst>
        <pc:spChg chg="mod">
          <ac:chgData name="Deepika Vatsa" userId="f7100972-27fe-4ee6-8fb4-ec9b7931b409" providerId="ADAL" clId="{594B7771-557E-45E2-A18A-3E20D3193E86}" dt="2022-08-13T14:33:46.659" v="2111" actId="20577"/>
          <ac:spMkLst>
            <pc:docMk/>
            <pc:sldMk cId="2899493889" sldId="567"/>
            <ac:spMk id="2" creationId="{6167DC2D-0072-445E-8CB3-E53407061CE7}"/>
          </ac:spMkLst>
        </pc:spChg>
        <pc:spChg chg="mod">
          <ac:chgData name="Deepika Vatsa" userId="f7100972-27fe-4ee6-8fb4-ec9b7931b409" providerId="ADAL" clId="{594B7771-557E-45E2-A18A-3E20D3193E86}" dt="2022-08-13T14:38:32.379" v="2163" actId="27636"/>
          <ac:spMkLst>
            <pc:docMk/>
            <pc:sldMk cId="2899493889" sldId="567"/>
            <ac:spMk id="10" creationId="{C42FEFAA-1BDB-469A-85CD-A4F00ACBD147}"/>
          </ac:spMkLst>
        </pc:spChg>
        <pc:picChg chg="del">
          <ac:chgData name="Deepika Vatsa" userId="f7100972-27fe-4ee6-8fb4-ec9b7931b409" providerId="ADAL" clId="{594B7771-557E-45E2-A18A-3E20D3193E86}" dt="2022-08-13T14:32:06.073" v="1919" actId="478"/>
          <ac:picMkLst>
            <pc:docMk/>
            <pc:sldMk cId="2899493889" sldId="567"/>
            <ac:picMk id="4" creationId="{07B8BB6B-C944-46F6-B5F9-4D6A53E34148}"/>
          </ac:picMkLst>
        </pc:picChg>
        <pc:picChg chg="del">
          <ac:chgData name="Deepika Vatsa" userId="f7100972-27fe-4ee6-8fb4-ec9b7931b409" providerId="ADAL" clId="{594B7771-557E-45E2-A18A-3E20D3193E86}" dt="2022-08-13T14:32:08.070" v="1920" actId="478"/>
          <ac:picMkLst>
            <pc:docMk/>
            <pc:sldMk cId="2899493889" sldId="567"/>
            <ac:picMk id="7" creationId="{732703AA-4BCB-46DE-A323-0B3528490C88}"/>
          </ac:picMkLst>
        </pc:picChg>
      </pc:sldChg>
      <pc:sldChg chg="addSp delSp add del setBg delDesignElem">
        <pc:chgData name="Deepika Vatsa" userId="f7100972-27fe-4ee6-8fb4-ec9b7931b409" providerId="ADAL" clId="{594B7771-557E-45E2-A18A-3E20D3193E86}" dt="2022-08-13T14:16:48.562" v="1142"/>
        <pc:sldMkLst>
          <pc:docMk/>
          <pc:sldMk cId="3680039929" sldId="567"/>
        </pc:sldMkLst>
        <pc:spChg chg="add del">
          <ac:chgData name="Deepika Vatsa" userId="f7100972-27fe-4ee6-8fb4-ec9b7931b409" providerId="ADAL" clId="{594B7771-557E-45E2-A18A-3E20D3193E86}" dt="2022-08-13T14:16:48.562" v="1142"/>
          <ac:spMkLst>
            <pc:docMk/>
            <pc:sldMk cId="3680039929" sldId="567"/>
            <ac:spMk id="15" creationId="{A8384FB5-9ADC-4DDC-881B-597D56F5B15D}"/>
          </ac:spMkLst>
        </pc:spChg>
        <pc:spChg chg="add del">
          <ac:chgData name="Deepika Vatsa" userId="f7100972-27fe-4ee6-8fb4-ec9b7931b409" providerId="ADAL" clId="{594B7771-557E-45E2-A18A-3E20D3193E86}" dt="2022-08-13T14:16:48.562" v="1142"/>
          <ac:spMkLst>
            <pc:docMk/>
            <pc:sldMk cId="3680039929" sldId="567"/>
            <ac:spMk id="17" creationId="{1199E1B1-A8C0-4FE8-A5A8-1CB41D69F857}"/>
          </ac:spMkLst>
        </pc:spChg>
        <pc:spChg chg="add del">
          <ac:chgData name="Deepika Vatsa" userId="f7100972-27fe-4ee6-8fb4-ec9b7931b409" providerId="ADAL" clId="{594B7771-557E-45E2-A18A-3E20D3193E86}" dt="2022-08-13T14:16:48.562" v="1142"/>
          <ac:spMkLst>
            <pc:docMk/>
            <pc:sldMk cId="3680039929" sldId="567"/>
            <ac:spMk id="19" creationId="{84A8DE83-DE75-4B41-9DB4-A7EC0B0DEC0B}"/>
          </ac:spMkLst>
        </pc:spChg>
        <pc:spChg chg="add del">
          <ac:chgData name="Deepika Vatsa" userId="f7100972-27fe-4ee6-8fb4-ec9b7931b409" providerId="ADAL" clId="{594B7771-557E-45E2-A18A-3E20D3193E86}" dt="2022-08-13T14:16:48.562" v="1142"/>
          <ac:spMkLst>
            <pc:docMk/>
            <pc:sldMk cId="3680039929" sldId="567"/>
            <ac:spMk id="21" creationId="{A7009A0A-BEF5-4EAC-AF15-E4F9F002E239}"/>
          </ac:spMkLst>
        </pc:spChg>
      </pc:sldChg>
      <pc:sldChg chg="modSp add mod modNotesTx">
        <pc:chgData name="Deepika Vatsa" userId="f7100972-27fe-4ee6-8fb4-ec9b7931b409" providerId="ADAL" clId="{594B7771-557E-45E2-A18A-3E20D3193E86}" dt="2022-08-14T05:01:04.395" v="3786" actId="20577"/>
        <pc:sldMkLst>
          <pc:docMk/>
          <pc:sldMk cId="3510859047" sldId="568"/>
        </pc:sldMkLst>
        <pc:spChg chg="mod">
          <ac:chgData name="Deepika Vatsa" userId="f7100972-27fe-4ee6-8fb4-ec9b7931b409" providerId="ADAL" clId="{594B7771-557E-45E2-A18A-3E20D3193E86}" dt="2022-08-14T05:01:04.395" v="3786" actId="20577"/>
          <ac:spMkLst>
            <pc:docMk/>
            <pc:sldMk cId="3510859047" sldId="568"/>
            <ac:spMk id="2" creationId="{6167DC2D-0072-445E-8CB3-E53407061CE7}"/>
          </ac:spMkLst>
        </pc:spChg>
        <pc:spChg chg="mod">
          <ac:chgData name="Deepika Vatsa" userId="f7100972-27fe-4ee6-8fb4-ec9b7931b409" providerId="ADAL" clId="{594B7771-557E-45E2-A18A-3E20D3193E86}" dt="2022-08-14T05:00:35.455" v="3776" actId="27636"/>
          <ac:spMkLst>
            <pc:docMk/>
            <pc:sldMk cId="3510859047" sldId="568"/>
            <ac:spMk id="10" creationId="{C42FEFAA-1BDB-469A-85CD-A4F00ACBD147}"/>
          </ac:spMkLst>
        </pc:spChg>
      </pc:sldChg>
      <pc:sldChg chg="modSp add mod modNotesTx">
        <pc:chgData name="Deepika Vatsa" userId="f7100972-27fe-4ee6-8fb4-ec9b7931b409" providerId="ADAL" clId="{594B7771-557E-45E2-A18A-3E20D3193E86}" dt="2022-08-14T04:56:51.060" v="3710" actId="20577"/>
        <pc:sldMkLst>
          <pc:docMk/>
          <pc:sldMk cId="2237539640" sldId="569"/>
        </pc:sldMkLst>
        <pc:spChg chg="mod">
          <ac:chgData name="Deepika Vatsa" userId="f7100972-27fe-4ee6-8fb4-ec9b7931b409" providerId="ADAL" clId="{594B7771-557E-45E2-A18A-3E20D3193E86}" dt="2022-08-14T04:23:59.786" v="2571" actId="20577"/>
          <ac:spMkLst>
            <pc:docMk/>
            <pc:sldMk cId="2237539640" sldId="569"/>
            <ac:spMk id="2" creationId="{6167DC2D-0072-445E-8CB3-E53407061CE7}"/>
          </ac:spMkLst>
        </pc:spChg>
        <pc:spChg chg="mod">
          <ac:chgData name="Deepika Vatsa" userId="f7100972-27fe-4ee6-8fb4-ec9b7931b409" providerId="ADAL" clId="{594B7771-557E-45E2-A18A-3E20D3193E86}" dt="2022-08-14T04:56:51.060" v="3710" actId="20577"/>
          <ac:spMkLst>
            <pc:docMk/>
            <pc:sldMk cId="2237539640" sldId="569"/>
            <ac:spMk id="10" creationId="{C42FEFAA-1BDB-469A-85CD-A4F00ACBD147}"/>
          </ac:spMkLst>
        </pc:spChg>
      </pc:sldChg>
      <pc:sldChg chg="addSp modSp add mod modNotesTx">
        <pc:chgData name="Deepika Vatsa" userId="f7100972-27fe-4ee6-8fb4-ec9b7931b409" providerId="ADAL" clId="{594B7771-557E-45E2-A18A-3E20D3193E86}" dt="2022-08-14T05:16:14.981" v="4008"/>
        <pc:sldMkLst>
          <pc:docMk/>
          <pc:sldMk cId="622041629" sldId="570"/>
        </pc:sldMkLst>
        <pc:spChg chg="mod">
          <ac:chgData name="Deepika Vatsa" userId="f7100972-27fe-4ee6-8fb4-ec9b7931b409" providerId="ADAL" clId="{594B7771-557E-45E2-A18A-3E20D3193E86}" dt="2022-08-14T05:07:26.979" v="4001" actId="27636"/>
          <ac:spMkLst>
            <pc:docMk/>
            <pc:sldMk cId="622041629" sldId="570"/>
            <ac:spMk id="10" creationId="{C42FEFAA-1BDB-469A-85CD-A4F00ACBD147}"/>
          </ac:spMkLst>
        </pc:spChg>
        <pc:picChg chg="add mod modCrop">
          <ac:chgData name="Deepika Vatsa" userId="f7100972-27fe-4ee6-8fb4-ec9b7931b409" providerId="ADAL" clId="{594B7771-557E-45E2-A18A-3E20D3193E86}" dt="2022-08-14T05:07:34.918" v="4004" actId="14100"/>
          <ac:picMkLst>
            <pc:docMk/>
            <pc:sldMk cId="622041629" sldId="570"/>
            <ac:picMk id="4" creationId="{19675A84-601D-4226-96D7-0B27757E2CD5}"/>
          </ac:picMkLst>
        </pc:picChg>
      </pc:sldChg>
      <pc:sldChg chg="addSp delSp modSp add mod modNotesTx">
        <pc:chgData name="Deepika Vatsa" userId="f7100972-27fe-4ee6-8fb4-ec9b7931b409" providerId="ADAL" clId="{594B7771-557E-45E2-A18A-3E20D3193E86}" dt="2022-08-14T05:05:45.011" v="3938" actId="20577"/>
        <pc:sldMkLst>
          <pc:docMk/>
          <pc:sldMk cId="1020087436" sldId="571"/>
        </pc:sldMkLst>
        <pc:spChg chg="mod">
          <ac:chgData name="Deepika Vatsa" userId="f7100972-27fe-4ee6-8fb4-ec9b7931b409" providerId="ADAL" clId="{594B7771-557E-45E2-A18A-3E20D3193E86}" dt="2022-08-14T05:04:33.547" v="3928" actId="20577"/>
          <ac:spMkLst>
            <pc:docMk/>
            <pc:sldMk cId="1020087436" sldId="571"/>
            <ac:spMk id="10" creationId="{C42FEFAA-1BDB-469A-85CD-A4F00ACBD147}"/>
          </ac:spMkLst>
        </pc:spChg>
        <pc:picChg chg="add del mod modCrop">
          <ac:chgData name="Deepika Vatsa" userId="f7100972-27fe-4ee6-8fb4-ec9b7931b409" providerId="ADAL" clId="{594B7771-557E-45E2-A18A-3E20D3193E86}" dt="2022-08-14T05:03:25.022" v="3862" actId="478"/>
          <ac:picMkLst>
            <pc:docMk/>
            <pc:sldMk cId="1020087436" sldId="571"/>
            <ac:picMk id="4" creationId="{82CA4475-1EF3-48A4-8275-4AC364E461C3}"/>
          </ac:picMkLst>
        </pc:picChg>
        <pc:picChg chg="add mod modCrop">
          <ac:chgData name="Deepika Vatsa" userId="f7100972-27fe-4ee6-8fb4-ec9b7931b409" providerId="ADAL" clId="{594B7771-557E-45E2-A18A-3E20D3193E86}" dt="2022-08-14T05:03:46.718" v="3867" actId="14100"/>
          <ac:picMkLst>
            <pc:docMk/>
            <pc:sldMk cId="1020087436" sldId="571"/>
            <ac:picMk id="7" creationId="{3BC6F42B-891E-4430-97D6-EFA30795AC69}"/>
          </ac:picMkLst>
        </pc:picChg>
      </pc:sldChg>
      <pc:sldChg chg="modSp add mod modNotesTx">
        <pc:chgData name="Deepika Vatsa" userId="f7100972-27fe-4ee6-8fb4-ec9b7931b409" providerId="ADAL" clId="{594B7771-557E-45E2-A18A-3E20D3193E86}" dt="2022-08-14T05:01:46.167" v="3835" actId="20577"/>
        <pc:sldMkLst>
          <pc:docMk/>
          <pc:sldMk cId="2788033133" sldId="572"/>
        </pc:sldMkLst>
        <pc:spChg chg="mod">
          <ac:chgData name="Deepika Vatsa" userId="f7100972-27fe-4ee6-8fb4-ec9b7931b409" providerId="ADAL" clId="{594B7771-557E-45E2-A18A-3E20D3193E86}" dt="2022-08-14T05:01:46.167" v="3835" actId="20577"/>
          <ac:spMkLst>
            <pc:docMk/>
            <pc:sldMk cId="2788033133" sldId="572"/>
            <ac:spMk id="10" creationId="{C42FEFAA-1BDB-469A-85CD-A4F00ACBD147}"/>
          </ac:spMkLst>
        </pc:spChg>
      </pc:sldChg>
      <pc:sldChg chg="addSp delSp modSp add mod modNotesTx">
        <pc:chgData name="Deepika Vatsa" userId="f7100972-27fe-4ee6-8fb4-ec9b7931b409" providerId="ADAL" clId="{594B7771-557E-45E2-A18A-3E20D3193E86}" dt="2022-08-14T06:21:25.980" v="4503" actId="20577"/>
        <pc:sldMkLst>
          <pc:docMk/>
          <pc:sldMk cId="521620590" sldId="573"/>
        </pc:sldMkLst>
        <pc:spChg chg="mod">
          <ac:chgData name="Deepika Vatsa" userId="f7100972-27fe-4ee6-8fb4-ec9b7931b409" providerId="ADAL" clId="{594B7771-557E-45E2-A18A-3E20D3193E86}" dt="2022-08-14T05:41:45.744" v="4037" actId="20577"/>
          <ac:spMkLst>
            <pc:docMk/>
            <pc:sldMk cId="521620590" sldId="573"/>
            <ac:spMk id="2" creationId="{6167DC2D-0072-445E-8CB3-E53407061CE7}"/>
          </ac:spMkLst>
        </pc:spChg>
        <pc:spChg chg="add del mod">
          <ac:chgData name="Deepika Vatsa" userId="f7100972-27fe-4ee6-8fb4-ec9b7931b409" providerId="ADAL" clId="{594B7771-557E-45E2-A18A-3E20D3193E86}" dt="2022-08-14T05:57:40.941" v="4331" actId="478"/>
          <ac:spMkLst>
            <pc:docMk/>
            <pc:sldMk cId="521620590" sldId="573"/>
            <ac:spMk id="3" creationId="{F187924E-9703-44A9-9037-297530ECCDBC}"/>
          </ac:spMkLst>
        </pc:spChg>
        <pc:spChg chg="add del mod">
          <ac:chgData name="Deepika Vatsa" userId="f7100972-27fe-4ee6-8fb4-ec9b7931b409" providerId="ADAL" clId="{594B7771-557E-45E2-A18A-3E20D3193E86}" dt="2022-08-14T05:57:40.941" v="4331" actId="478"/>
          <ac:spMkLst>
            <pc:docMk/>
            <pc:sldMk cId="521620590" sldId="573"/>
            <ac:spMk id="5" creationId="{E3531A27-1831-42B8-A1B9-B64EA2C0477C}"/>
          </ac:spMkLst>
        </pc:spChg>
        <pc:spChg chg="add del mod">
          <ac:chgData name="Deepika Vatsa" userId="f7100972-27fe-4ee6-8fb4-ec9b7931b409" providerId="ADAL" clId="{594B7771-557E-45E2-A18A-3E20D3193E86}" dt="2022-08-14T05:57:40.941" v="4331" actId="478"/>
          <ac:spMkLst>
            <pc:docMk/>
            <pc:sldMk cId="521620590" sldId="573"/>
            <ac:spMk id="7" creationId="{D1B0DA12-5329-490C-A232-3991FAE9BDBB}"/>
          </ac:spMkLst>
        </pc:spChg>
        <pc:spChg chg="mod">
          <ac:chgData name="Deepika Vatsa" userId="f7100972-27fe-4ee6-8fb4-ec9b7931b409" providerId="ADAL" clId="{594B7771-557E-45E2-A18A-3E20D3193E86}" dt="2022-08-14T06:21:25.980" v="4503" actId="20577"/>
          <ac:spMkLst>
            <pc:docMk/>
            <pc:sldMk cId="521620590" sldId="573"/>
            <ac:spMk id="10" creationId="{C42FEFAA-1BDB-469A-85CD-A4F00ACBD147}"/>
          </ac:spMkLst>
        </pc:spChg>
        <pc:spChg chg="add del mod">
          <ac:chgData name="Deepika Vatsa" userId="f7100972-27fe-4ee6-8fb4-ec9b7931b409" providerId="ADAL" clId="{594B7771-557E-45E2-A18A-3E20D3193E86}" dt="2022-08-14T05:57:40.941" v="4331" actId="478"/>
          <ac:spMkLst>
            <pc:docMk/>
            <pc:sldMk cId="521620590" sldId="573"/>
            <ac:spMk id="14" creationId="{10131FA8-9FD5-409F-9852-A0BF7A958CF9}"/>
          </ac:spMkLst>
        </pc:spChg>
        <pc:picChg chg="del">
          <ac:chgData name="Deepika Vatsa" userId="f7100972-27fe-4ee6-8fb4-ec9b7931b409" providerId="ADAL" clId="{594B7771-557E-45E2-A18A-3E20D3193E86}" dt="2022-08-14T05:41:50.852" v="4039" actId="478"/>
          <ac:picMkLst>
            <pc:docMk/>
            <pc:sldMk cId="521620590" sldId="573"/>
            <ac:picMk id="4" creationId="{19675A84-601D-4226-96D7-0B27757E2CD5}"/>
          </ac:picMkLst>
        </pc:picChg>
      </pc:sldChg>
      <pc:sldChg chg="modSp add mod modNotesTx">
        <pc:chgData name="Deepika Vatsa" userId="f7100972-27fe-4ee6-8fb4-ec9b7931b409" providerId="ADAL" clId="{594B7771-557E-45E2-A18A-3E20D3193E86}" dt="2022-08-14T06:21:20.753" v="4502" actId="313"/>
        <pc:sldMkLst>
          <pc:docMk/>
          <pc:sldMk cId="218622921" sldId="574"/>
        </pc:sldMkLst>
        <pc:spChg chg="mod">
          <ac:chgData name="Deepika Vatsa" userId="f7100972-27fe-4ee6-8fb4-ec9b7931b409" providerId="ADAL" clId="{594B7771-557E-45E2-A18A-3E20D3193E86}" dt="2022-08-14T05:58:28.870" v="4338" actId="1076"/>
          <ac:spMkLst>
            <pc:docMk/>
            <pc:sldMk cId="218622921" sldId="574"/>
            <ac:spMk id="3" creationId="{F187924E-9703-44A9-9037-297530ECCDBC}"/>
          </ac:spMkLst>
        </pc:spChg>
        <pc:spChg chg="mod">
          <ac:chgData name="Deepika Vatsa" userId="f7100972-27fe-4ee6-8fb4-ec9b7931b409" providerId="ADAL" clId="{594B7771-557E-45E2-A18A-3E20D3193E86}" dt="2022-08-14T05:58:26.059" v="4337" actId="1076"/>
          <ac:spMkLst>
            <pc:docMk/>
            <pc:sldMk cId="218622921" sldId="574"/>
            <ac:spMk id="7" creationId="{D1B0DA12-5329-490C-A232-3991FAE9BDBB}"/>
          </ac:spMkLst>
        </pc:spChg>
        <pc:spChg chg="mod">
          <ac:chgData name="Deepika Vatsa" userId="f7100972-27fe-4ee6-8fb4-ec9b7931b409" providerId="ADAL" clId="{594B7771-557E-45E2-A18A-3E20D3193E86}" dt="2022-08-14T06:21:20.753" v="4502" actId="313"/>
          <ac:spMkLst>
            <pc:docMk/>
            <pc:sldMk cId="218622921" sldId="574"/>
            <ac:spMk id="10" creationId="{C42FEFAA-1BDB-469A-85CD-A4F00ACBD147}"/>
          </ac:spMkLst>
        </pc:spChg>
      </pc:sldChg>
      <pc:sldChg chg="del">
        <pc:chgData name="Deepika Vatsa" userId="f7100972-27fe-4ee6-8fb4-ec9b7931b409" providerId="ADAL" clId="{594B7771-557E-45E2-A18A-3E20D3193E86}" dt="2022-08-13T12:20:33.386" v="89" actId="47"/>
        <pc:sldMkLst>
          <pc:docMk/>
          <pc:sldMk cId="4266152413" sldId="581"/>
        </pc:sldMkLst>
      </pc:sldChg>
      <pc:sldChg chg="del">
        <pc:chgData name="Deepika Vatsa" userId="f7100972-27fe-4ee6-8fb4-ec9b7931b409" providerId="ADAL" clId="{594B7771-557E-45E2-A18A-3E20D3193E86}" dt="2022-08-13T12:20:33.386" v="89" actId="47"/>
        <pc:sldMkLst>
          <pc:docMk/>
          <pc:sldMk cId="3109505439" sldId="582"/>
        </pc:sldMkLst>
      </pc:sldChg>
      <pc:sldChg chg="del">
        <pc:chgData name="Deepika Vatsa" userId="f7100972-27fe-4ee6-8fb4-ec9b7931b409" providerId="ADAL" clId="{594B7771-557E-45E2-A18A-3E20D3193E86}" dt="2022-08-13T12:20:33.386" v="89" actId="47"/>
        <pc:sldMkLst>
          <pc:docMk/>
          <pc:sldMk cId="2722501262" sldId="583"/>
        </pc:sldMkLst>
      </pc:sldChg>
      <pc:sldChg chg="del">
        <pc:chgData name="Deepika Vatsa" userId="f7100972-27fe-4ee6-8fb4-ec9b7931b409" providerId="ADAL" clId="{594B7771-557E-45E2-A18A-3E20D3193E86}" dt="2022-08-13T12:20:33.386" v="89" actId="47"/>
        <pc:sldMkLst>
          <pc:docMk/>
          <pc:sldMk cId="2142725904" sldId="584"/>
        </pc:sldMkLst>
      </pc:sldChg>
      <pc:sldChg chg="del">
        <pc:chgData name="Deepika Vatsa" userId="f7100972-27fe-4ee6-8fb4-ec9b7931b409" providerId="ADAL" clId="{594B7771-557E-45E2-A18A-3E20D3193E86}" dt="2022-08-13T12:20:33.386" v="89" actId="47"/>
        <pc:sldMkLst>
          <pc:docMk/>
          <pc:sldMk cId="3681918962" sldId="585"/>
        </pc:sldMkLst>
      </pc:sldChg>
      <pc:sldChg chg="del">
        <pc:chgData name="Deepika Vatsa" userId="f7100972-27fe-4ee6-8fb4-ec9b7931b409" providerId="ADAL" clId="{594B7771-557E-45E2-A18A-3E20D3193E86}" dt="2022-08-13T12:20:33.386" v="89" actId="47"/>
        <pc:sldMkLst>
          <pc:docMk/>
          <pc:sldMk cId="3136226123" sldId="586"/>
        </pc:sldMkLst>
      </pc:sldChg>
      <pc:sldChg chg="del">
        <pc:chgData name="Deepika Vatsa" userId="f7100972-27fe-4ee6-8fb4-ec9b7931b409" providerId="ADAL" clId="{594B7771-557E-45E2-A18A-3E20D3193E86}" dt="2022-08-13T12:20:33.386" v="89" actId="47"/>
        <pc:sldMkLst>
          <pc:docMk/>
          <pc:sldMk cId="2576216198" sldId="587"/>
        </pc:sldMkLst>
      </pc:sldChg>
      <pc:sldChg chg="del">
        <pc:chgData name="Deepika Vatsa" userId="f7100972-27fe-4ee6-8fb4-ec9b7931b409" providerId="ADAL" clId="{594B7771-557E-45E2-A18A-3E20D3193E86}" dt="2022-08-13T12:20:33.386" v="89" actId="47"/>
        <pc:sldMkLst>
          <pc:docMk/>
          <pc:sldMk cId="3660427837" sldId="588"/>
        </pc:sldMkLst>
      </pc:sldChg>
      <pc:sldChg chg="del">
        <pc:chgData name="Deepika Vatsa" userId="f7100972-27fe-4ee6-8fb4-ec9b7931b409" providerId="ADAL" clId="{594B7771-557E-45E2-A18A-3E20D3193E86}" dt="2022-08-13T12:20:11.156" v="69" actId="47"/>
        <pc:sldMkLst>
          <pc:docMk/>
          <pc:sldMk cId="4154716115" sldId="589"/>
        </pc:sldMkLst>
      </pc:sldChg>
      <pc:sldChg chg="del">
        <pc:chgData name="Deepika Vatsa" userId="f7100972-27fe-4ee6-8fb4-ec9b7931b409" providerId="ADAL" clId="{594B7771-557E-45E2-A18A-3E20D3193E86}" dt="2022-08-13T12:20:11.156" v="69" actId="47"/>
        <pc:sldMkLst>
          <pc:docMk/>
          <pc:sldMk cId="2174576397" sldId="590"/>
        </pc:sldMkLst>
      </pc:sldChg>
      <pc:sldChg chg="del">
        <pc:chgData name="Deepika Vatsa" userId="f7100972-27fe-4ee6-8fb4-ec9b7931b409" providerId="ADAL" clId="{594B7771-557E-45E2-A18A-3E20D3193E86}" dt="2022-08-13T12:20:33.386" v="89" actId="47"/>
        <pc:sldMkLst>
          <pc:docMk/>
          <pc:sldMk cId="2579858776" sldId="591"/>
        </pc:sldMkLst>
      </pc:sldChg>
      <pc:sldChg chg="del">
        <pc:chgData name="Deepika Vatsa" userId="f7100972-27fe-4ee6-8fb4-ec9b7931b409" providerId="ADAL" clId="{594B7771-557E-45E2-A18A-3E20D3193E86}" dt="2022-08-13T12:20:33.386" v="89" actId="47"/>
        <pc:sldMkLst>
          <pc:docMk/>
          <pc:sldMk cId="989767306" sldId="592"/>
        </pc:sldMkLst>
      </pc:sldChg>
      <pc:sldChg chg="del">
        <pc:chgData name="Deepika Vatsa" userId="f7100972-27fe-4ee6-8fb4-ec9b7931b409" providerId="ADAL" clId="{594B7771-557E-45E2-A18A-3E20D3193E86}" dt="2022-08-13T12:20:33.386" v="89" actId="47"/>
        <pc:sldMkLst>
          <pc:docMk/>
          <pc:sldMk cId="2664121395" sldId="593"/>
        </pc:sldMkLst>
      </pc:sldChg>
      <pc:sldChg chg="del">
        <pc:chgData name="Deepika Vatsa" userId="f7100972-27fe-4ee6-8fb4-ec9b7931b409" providerId="ADAL" clId="{594B7771-557E-45E2-A18A-3E20D3193E86}" dt="2022-08-13T12:20:33.386" v="89" actId="47"/>
        <pc:sldMkLst>
          <pc:docMk/>
          <pc:sldMk cId="4178212524" sldId="594"/>
        </pc:sldMkLst>
      </pc:sldChg>
      <pc:sldChg chg="del">
        <pc:chgData name="Deepika Vatsa" userId="f7100972-27fe-4ee6-8fb4-ec9b7931b409" providerId="ADAL" clId="{594B7771-557E-45E2-A18A-3E20D3193E86}" dt="2022-08-13T12:20:33.386" v="89" actId="47"/>
        <pc:sldMkLst>
          <pc:docMk/>
          <pc:sldMk cId="1734510123" sldId="595"/>
        </pc:sldMkLst>
      </pc:sldChg>
      <pc:sldChg chg="del">
        <pc:chgData name="Deepika Vatsa" userId="f7100972-27fe-4ee6-8fb4-ec9b7931b409" providerId="ADAL" clId="{594B7771-557E-45E2-A18A-3E20D3193E86}" dt="2022-08-13T12:20:33.386" v="89" actId="47"/>
        <pc:sldMkLst>
          <pc:docMk/>
          <pc:sldMk cId="1867896786" sldId="596"/>
        </pc:sldMkLst>
      </pc:sldChg>
      <pc:sldChg chg="del">
        <pc:chgData name="Deepika Vatsa" userId="f7100972-27fe-4ee6-8fb4-ec9b7931b409" providerId="ADAL" clId="{594B7771-557E-45E2-A18A-3E20D3193E86}" dt="2022-08-13T12:20:33.386" v="89" actId="47"/>
        <pc:sldMkLst>
          <pc:docMk/>
          <pc:sldMk cId="3441028822" sldId="597"/>
        </pc:sldMkLst>
      </pc:sldChg>
      <pc:sldChg chg="del">
        <pc:chgData name="Deepika Vatsa" userId="f7100972-27fe-4ee6-8fb4-ec9b7931b409" providerId="ADAL" clId="{594B7771-557E-45E2-A18A-3E20D3193E86}" dt="2022-08-13T12:20:33.386" v="89" actId="47"/>
        <pc:sldMkLst>
          <pc:docMk/>
          <pc:sldMk cId="166715966" sldId="598"/>
        </pc:sldMkLst>
      </pc:sldChg>
      <pc:sldChg chg="del">
        <pc:chgData name="Deepika Vatsa" userId="f7100972-27fe-4ee6-8fb4-ec9b7931b409" providerId="ADAL" clId="{594B7771-557E-45E2-A18A-3E20D3193E86}" dt="2022-08-13T12:20:33.386" v="89" actId="47"/>
        <pc:sldMkLst>
          <pc:docMk/>
          <pc:sldMk cId="3192749011" sldId="599"/>
        </pc:sldMkLst>
      </pc:sldChg>
      <pc:sldChg chg="del">
        <pc:chgData name="Deepika Vatsa" userId="f7100972-27fe-4ee6-8fb4-ec9b7931b409" providerId="ADAL" clId="{594B7771-557E-45E2-A18A-3E20D3193E86}" dt="2022-08-13T12:20:33.386" v="89" actId="47"/>
        <pc:sldMkLst>
          <pc:docMk/>
          <pc:sldMk cId="829392238" sldId="600"/>
        </pc:sldMkLst>
      </pc:sldChg>
      <pc:sldChg chg="del">
        <pc:chgData name="Deepika Vatsa" userId="f7100972-27fe-4ee6-8fb4-ec9b7931b409" providerId="ADAL" clId="{594B7771-557E-45E2-A18A-3E20D3193E86}" dt="2022-08-13T12:20:33.386" v="89" actId="47"/>
        <pc:sldMkLst>
          <pc:docMk/>
          <pc:sldMk cId="573867450" sldId="601"/>
        </pc:sldMkLst>
      </pc:sldChg>
      <pc:sldChg chg="del">
        <pc:chgData name="Deepika Vatsa" userId="f7100972-27fe-4ee6-8fb4-ec9b7931b409" providerId="ADAL" clId="{594B7771-557E-45E2-A18A-3E20D3193E86}" dt="2022-08-13T12:20:33.386" v="89" actId="47"/>
        <pc:sldMkLst>
          <pc:docMk/>
          <pc:sldMk cId="2339495179" sldId="602"/>
        </pc:sldMkLst>
      </pc:sldChg>
      <pc:sldChg chg="del">
        <pc:chgData name="Deepika Vatsa" userId="f7100972-27fe-4ee6-8fb4-ec9b7931b409" providerId="ADAL" clId="{594B7771-557E-45E2-A18A-3E20D3193E86}" dt="2022-08-13T12:20:33.386" v="89" actId="47"/>
        <pc:sldMkLst>
          <pc:docMk/>
          <pc:sldMk cId="4267505518" sldId="603"/>
        </pc:sldMkLst>
      </pc:sldChg>
      <pc:sldChg chg="del">
        <pc:chgData name="Deepika Vatsa" userId="f7100972-27fe-4ee6-8fb4-ec9b7931b409" providerId="ADAL" clId="{594B7771-557E-45E2-A18A-3E20D3193E86}" dt="2022-08-13T12:20:33.386" v="89" actId="47"/>
        <pc:sldMkLst>
          <pc:docMk/>
          <pc:sldMk cId="2585325527" sldId="604"/>
        </pc:sldMkLst>
      </pc:sldChg>
    </pc:docChg>
  </pc:docChgLst>
  <pc:docChgLst>
    <pc:chgData name="Deepika Vatsa" userId="f7100972-27fe-4ee6-8fb4-ec9b7931b409" providerId="ADAL" clId="{0F00F093-4F05-4898-BCBC-64F9F336744D}"/>
    <pc:docChg chg="custSel addSld delSld modSld">
      <pc:chgData name="Deepika Vatsa" userId="f7100972-27fe-4ee6-8fb4-ec9b7931b409" providerId="ADAL" clId="{0F00F093-4F05-4898-BCBC-64F9F336744D}" dt="2022-09-20T03:49:41.172" v="16" actId="47"/>
      <pc:docMkLst>
        <pc:docMk/>
      </pc:docMkLst>
      <pc:sldChg chg="del">
        <pc:chgData name="Deepika Vatsa" userId="f7100972-27fe-4ee6-8fb4-ec9b7931b409" providerId="ADAL" clId="{0F00F093-4F05-4898-BCBC-64F9F336744D}" dt="2022-09-20T03:49:16.107" v="9" actId="47"/>
        <pc:sldMkLst>
          <pc:docMk/>
          <pc:sldMk cId="492309654" sldId="256"/>
        </pc:sldMkLst>
      </pc:sldChg>
      <pc:sldChg chg="del">
        <pc:chgData name="Deepika Vatsa" userId="f7100972-27fe-4ee6-8fb4-ec9b7931b409" providerId="ADAL" clId="{0F00F093-4F05-4898-BCBC-64F9F336744D}" dt="2022-09-20T03:49:41.172" v="16" actId="47"/>
        <pc:sldMkLst>
          <pc:docMk/>
          <pc:sldMk cId="3472450693" sldId="257"/>
        </pc:sldMkLst>
      </pc:sldChg>
      <pc:sldChg chg="addSp delSp modSp add del mod setBg delDesignElem">
        <pc:chgData name="Deepika Vatsa" userId="f7100972-27fe-4ee6-8fb4-ec9b7931b409" providerId="ADAL" clId="{0F00F093-4F05-4898-BCBC-64F9F336744D}" dt="2022-09-20T03:49:13.625" v="8" actId="27636"/>
        <pc:sldMkLst>
          <pc:docMk/>
          <pc:sldMk cId="5157100" sldId="605"/>
        </pc:sldMkLst>
        <pc:spChg chg="mod">
          <ac:chgData name="Deepika Vatsa" userId="f7100972-27fe-4ee6-8fb4-ec9b7931b409" providerId="ADAL" clId="{0F00F093-4F05-4898-BCBC-64F9F336744D}" dt="2022-09-20T03:49:13.625" v="8" actId="27636"/>
          <ac:spMkLst>
            <pc:docMk/>
            <pc:sldMk cId="5157100" sldId="605"/>
            <ac:spMk id="3" creationId="{D11C1709-B620-47DC-9742-B9FB880F0527}"/>
          </ac:spMkLst>
        </pc:spChg>
        <pc:spChg chg="add del">
          <ac:chgData name="Deepika Vatsa" userId="f7100972-27fe-4ee6-8fb4-ec9b7931b409" providerId="ADAL" clId="{0F00F093-4F05-4898-BCBC-64F9F336744D}" dt="2022-09-20T03:49:03.716" v="5"/>
          <ac:spMkLst>
            <pc:docMk/>
            <pc:sldMk cId="5157100" sldId="605"/>
            <ac:spMk id="24" creationId="{2A8AA5BC-4F7A-4226-8F99-6D824B226A97}"/>
          </ac:spMkLst>
        </pc:spChg>
        <pc:spChg chg="add del">
          <ac:chgData name="Deepika Vatsa" userId="f7100972-27fe-4ee6-8fb4-ec9b7931b409" providerId="ADAL" clId="{0F00F093-4F05-4898-BCBC-64F9F336744D}" dt="2022-09-20T03:49:03.716" v="5"/>
          <ac:spMkLst>
            <pc:docMk/>
            <pc:sldMk cId="5157100" sldId="605"/>
            <ac:spMk id="26" creationId="{5BC87C3E-1040-4EE4-9BDB-9537F7A1B335}"/>
          </ac:spMkLst>
        </pc:spChg>
        <pc:cxnChg chg="add del">
          <ac:chgData name="Deepika Vatsa" userId="f7100972-27fe-4ee6-8fb4-ec9b7931b409" providerId="ADAL" clId="{0F00F093-4F05-4898-BCBC-64F9F336744D}" dt="2022-09-20T03:49:03.716" v="5"/>
          <ac:cxnSpMkLst>
            <pc:docMk/>
            <pc:sldMk cId="5157100" sldId="605"/>
            <ac:cxnSpMk id="25" creationId="{911DBBF1-3229-4BD9-B3D1-B4CA571E7431}"/>
          </ac:cxnSpMkLst>
        </pc:cxnChg>
        <pc:cxnChg chg="add del">
          <ac:chgData name="Deepika Vatsa" userId="f7100972-27fe-4ee6-8fb4-ec9b7931b409" providerId="ADAL" clId="{0F00F093-4F05-4898-BCBC-64F9F336744D}" dt="2022-09-20T03:49:03.716" v="5"/>
          <ac:cxnSpMkLst>
            <pc:docMk/>
            <pc:sldMk cId="5157100" sldId="605"/>
            <ac:cxnSpMk id="27" creationId="{42CDBECE-872A-4C73-9DC1-BB4E805E2CF5}"/>
          </ac:cxnSpMkLst>
        </pc:cxnChg>
        <pc:cxnChg chg="add del">
          <ac:chgData name="Deepika Vatsa" userId="f7100972-27fe-4ee6-8fb4-ec9b7931b409" providerId="ADAL" clId="{0F00F093-4F05-4898-BCBC-64F9F336744D}" dt="2022-09-20T03:49:03.716" v="5"/>
          <ac:cxnSpMkLst>
            <pc:docMk/>
            <pc:sldMk cId="5157100" sldId="605"/>
            <ac:cxnSpMk id="28" creationId="{F5CD5A0B-CDD7-427C-AA42-2EECFDFA1811}"/>
          </ac:cxnSpMkLst>
        </pc:cxnChg>
      </pc:sldChg>
      <pc:sldChg chg="addSp delSp modSp add del mod setBg delDesignElem">
        <pc:chgData name="Deepika Vatsa" userId="f7100972-27fe-4ee6-8fb4-ec9b7931b409" providerId="ADAL" clId="{0F00F093-4F05-4898-BCBC-64F9F336744D}" dt="2022-09-20T03:49:38.721" v="15" actId="5793"/>
        <pc:sldMkLst>
          <pc:docMk/>
          <pc:sldMk cId="3877813117" sldId="606"/>
        </pc:sldMkLst>
        <pc:spChg chg="mod">
          <ac:chgData name="Deepika Vatsa" userId="f7100972-27fe-4ee6-8fb4-ec9b7931b409" providerId="ADAL" clId="{0F00F093-4F05-4898-BCBC-64F9F336744D}" dt="2022-09-20T03:49:38.721" v="15" actId="5793"/>
          <ac:spMkLst>
            <pc:docMk/>
            <pc:sldMk cId="3877813117" sldId="606"/>
            <ac:spMk id="3" creationId="{80E36F94-92C5-49C4-89B0-FDCC3A53501B}"/>
          </ac:spMkLst>
        </pc:spChg>
        <pc:spChg chg="add del">
          <ac:chgData name="Deepika Vatsa" userId="f7100972-27fe-4ee6-8fb4-ec9b7931b409" providerId="ADAL" clId="{0F00F093-4F05-4898-BCBC-64F9F336744D}" dt="2022-09-20T03:49:28.889" v="12"/>
          <ac:spMkLst>
            <pc:docMk/>
            <pc:sldMk cId="3877813117" sldId="606"/>
            <ac:spMk id="8" creationId="{100EDD19-6802-4EC3-95CE-CFFAB042CFD6}"/>
          </ac:spMkLst>
        </pc:spChg>
        <pc:spChg chg="add del">
          <ac:chgData name="Deepika Vatsa" userId="f7100972-27fe-4ee6-8fb4-ec9b7931b409" providerId="ADAL" clId="{0F00F093-4F05-4898-BCBC-64F9F336744D}" dt="2022-09-20T03:49:28.889" v="12"/>
          <ac:spMkLst>
            <pc:docMk/>
            <pc:sldMk cId="3877813117" sldId="606"/>
            <ac:spMk id="10" creationId="{DB17E863-922E-4C26-BD64-E8FD41D28661}"/>
          </ac:spMkLst>
        </pc:spChg>
      </pc:sldChg>
    </pc:docChg>
  </pc:docChgLst>
  <pc:docChgLst>
    <pc:chgData name="Deepika Vatsa" userId="f7100972-27fe-4ee6-8fb4-ec9b7931b409" providerId="ADAL" clId="{7DF3CB10-604D-4AF9-A25E-C11426117173}"/>
    <pc:docChg chg="undo custSel addSld delSld modSld">
      <pc:chgData name="Deepika Vatsa" userId="f7100972-27fe-4ee6-8fb4-ec9b7931b409" providerId="ADAL" clId="{7DF3CB10-604D-4AF9-A25E-C11426117173}" dt="2022-08-09T05:00:49.465" v="5549" actId="20577"/>
      <pc:docMkLst>
        <pc:docMk/>
      </pc:docMkLst>
      <pc:sldChg chg="modSp mod">
        <pc:chgData name="Deepika Vatsa" userId="f7100972-27fe-4ee6-8fb4-ec9b7931b409" providerId="ADAL" clId="{7DF3CB10-604D-4AF9-A25E-C11426117173}" dt="2022-08-04T09:45:47.241" v="38" actId="20577"/>
        <pc:sldMkLst>
          <pc:docMk/>
          <pc:sldMk cId="492309654" sldId="256"/>
        </pc:sldMkLst>
        <pc:spChg chg="mod">
          <ac:chgData name="Deepika Vatsa" userId="f7100972-27fe-4ee6-8fb4-ec9b7931b409" providerId="ADAL" clId="{7DF3CB10-604D-4AF9-A25E-C11426117173}" dt="2022-08-04T09:45:47.241" v="38" actId="20577"/>
          <ac:spMkLst>
            <pc:docMk/>
            <pc:sldMk cId="492309654" sldId="256"/>
            <ac:spMk id="3" creationId="{D11C1709-B620-47DC-9742-B9FB880F0527}"/>
          </ac:spMkLst>
        </pc:spChg>
      </pc:sldChg>
      <pc:sldChg chg="modSp mod">
        <pc:chgData name="Deepika Vatsa" userId="f7100972-27fe-4ee6-8fb4-ec9b7931b409" providerId="ADAL" clId="{7DF3CB10-604D-4AF9-A25E-C11426117173}" dt="2022-08-04T09:46:05.128" v="75" actId="20577"/>
        <pc:sldMkLst>
          <pc:docMk/>
          <pc:sldMk cId="3472450693" sldId="257"/>
        </pc:sldMkLst>
        <pc:spChg chg="mod">
          <ac:chgData name="Deepika Vatsa" userId="f7100972-27fe-4ee6-8fb4-ec9b7931b409" providerId="ADAL" clId="{7DF3CB10-604D-4AF9-A25E-C11426117173}" dt="2022-08-04T09:46:05.128" v="75" actId="20577"/>
          <ac:spMkLst>
            <pc:docMk/>
            <pc:sldMk cId="3472450693" sldId="257"/>
            <ac:spMk id="3" creationId="{80E36F94-92C5-49C4-89B0-FDCC3A53501B}"/>
          </ac:spMkLst>
        </pc:spChg>
      </pc:sldChg>
      <pc:sldChg chg="del">
        <pc:chgData name="Deepika Vatsa" userId="f7100972-27fe-4ee6-8fb4-ec9b7931b409" providerId="ADAL" clId="{7DF3CB10-604D-4AF9-A25E-C11426117173}" dt="2022-08-04T09:46:16.771" v="76" actId="47"/>
        <pc:sldMkLst>
          <pc:docMk/>
          <pc:sldMk cId="0" sldId="260"/>
        </pc:sldMkLst>
      </pc:sldChg>
      <pc:sldChg chg="del">
        <pc:chgData name="Deepika Vatsa" userId="f7100972-27fe-4ee6-8fb4-ec9b7931b409" providerId="ADAL" clId="{7DF3CB10-604D-4AF9-A25E-C11426117173}" dt="2022-08-04T09:46:16.771" v="76" actId="47"/>
        <pc:sldMkLst>
          <pc:docMk/>
          <pc:sldMk cId="0" sldId="444"/>
        </pc:sldMkLst>
      </pc:sldChg>
      <pc:sldChg chg="del">
        <pc:chgData name="Deepika Vatsa" userId="f7100972-27fe-4ee6-8fb4-ec9b7931b409" providerId="ADAL" clId="{7DF3CB10-604D-4AF9-A25E-C11426117173}" dt="2022-08-04T09:46:16.771" v="76" actId="47"/>
        <pc:sldMkLst>
          <pc:docMk/>
          <pc:sldMk cId="0" sldId="446"/>
        </pc:sldMkLst>
      </pc:sldChg>
      <pc:sldChg chg="del">
        <pc:chgData name="Deepika Vatsa" userId="f7100972-27fe-4ee6-8fb4-ec9b7931b409" providerId="ADAL" clId="{7DF3CB10-604D-4AF9-A25E-C11426117173}" dt="2022-08-04T09:46:16.771" v="76" actId="47"/>
        <pc:sldMkLst>
          <pc:docMk/>
          <pc:sldMk cId="0" sldId="454"/>
        </pc:sldMkLst>
      </pc:sldChg>
      <pc:sldChg chg="del">
        <pc:chgData name="Deepika Vatsa" userId="f7100972-27fe-4ee6-8fb4-ec9b7931b409" providerId="ADAL" clId="{7DF3CB10-604D-4AF9-A25E-C11426117173}" dt="2022-08-04T09:46:16.771" v="76" actId="47"/>
        <pc:sldMkLst>
          <pc:docMk/>
          <pc:sldMk cId="0" sldId="519"/>
        </pc:sldMkLst>
      </pc:sldChg>
      <pc:sldChg chg="del">
        <pc:chgData name="Deepika Vatsa" userId="f7100972-27fe-4ee6-8fb4-ec9b7931b409" providerId="ADAL" clId="{7DF3CB10-604D-4AF9-A25E-C11426117173}" dt="2022-08-04T09:46:16.771" v="76" actId="47"/>
        <pc:sldMkLst>
          <pc:docMk/>
          <pc:sldMk cId="0" sldId="521"/>
        </pc:sldMkLst>
      </pc:sldChg>
      <pc:sldChg chg="del">
        <pc:chgData name="Deepika Vatsa" userId="f7100972-27fe-4ee6-8fb4-ec9b7931b409" providerId="ADAL" clId="{7DF3CB10-604D-4AF9-A25E-C11426117173}" dt="2022-08-04T09:46:16.771" v="76" actId="47"/>
        <pc:sldMkLst>
          <pc:docMk/>
          <pc:sldMk cId="0" sldId="522"/>
        </pc:sldMkLst>
      </pc:sldChg>
      <pc:sldChg chg="del">
        <pc:chgData name="Deepika Vatsa" userId="f7100972-27fe-4ee6-8fb4-ec9b7931b409" providerId="ADAL" clId="{7DF3CB10-604D-4AF9-A25E-C11426117173}" dt="2022-08-04T09:46:16.771" v="76" actId="47"/>
        <pc:sldMkLst>
          <pc:docMk/>
          <pc:sldMk cId="0" sldId="523"/>
        </pc:sldMkLst>
      </pc:sldChg>
      <pc:sldChg chg="del">
        <pc:chgData name="Deepika Vatsa" userId="f7100972-27fe-4ee6-8fb4-ec9b7931b409" providerId="ADAL" clId="{7DF3CB10-604D-4AF9-A25E-C11426117173}" dt="2022-08-04T09:46:16.771" v="76" actId="47"/>
        <pc:sldMkLst>
          <pc:docMk/>
          <pc:sldMk cId="0" sldId="542"/>
        </pc:sldMkLst>
      </pc:sldChg>
      <pc:sldChg chg="del">
        <pc:chgData name="Deepika Vatsa" userId="f7100972-27fe-4ee6-8fb4-ec9b7931b409" providerId="ADAL" clId="{7DF3CB10-604D-4AF9-A25E-C11426117173}" dt="2022-08-04T09:46:16.771" v="76" actId="47"/>
        <pc:sldMkLst>
          <pc:docMk/>
          <pc:sldMk cId="2124192201" sldId="543"/>
        </pc:sldMkLst>
      </pc:sldChg>
      <pc:sldChg chg="del">
        <pc:chgData name="Deepika Vatsa" userId="f7100972-27fe-4ee6-8fb4-ec9b7931b409" providerId="ADAL" clId="{7DF3CB10-604D-4AF9-A25E-C11426117173}" dt="2022-08-04T09:46:16.771" v="76" actId="47"/>
        <pc:sldMkLst>
          <pc:docMk/>
          <pc:sldMk cId="3333838952" sldId="544"/>
        </pc:sldMkLst>
      </pc:sldChg>
      <pc:sldChg chg="del">
        <pc:chgData name="Deepika Vatsa" userId="f7100972-27fe-4ee6-8fb4-ec9b7931b409" providerId="ADAL" clId="{7DF3CB10-604D-4AF9-A25E-C11426117173}" dt="2022-08-04T09:46:16.771" v="76" actId="47"/>
        <pc:sldMkLst>
          <pc:docMk/>
          <pc:sldMk cId="4255949818" sldId="545"/>
        </pc:sldMkLst>
      </pc:sldChg>
      <pc:sldChg chg="del">
        <pc:chgData name="Deepika Vatsa" userId="f7100972-27fe-4ee6-8fb4-ec9b7931b409" providerId="ADAL" clId="{7DF3CB10-604D-4AF9-A25E-C11426117173}" dt="2022-08-04T09:46:16.771" v="76" actId="47"/>
        <pc:sldMkLst>
          <pc:docMk/>
          <pc:sldMk cId="3134347243" sldId="546"/>
        </pc:sldMkLst>
      </pc:sldChg>
      <pc:sldChg chg="del">
        <pc:chgData name="Deepika Vatsa" userId="f7100972-27fe-4ee6-8fb4-ec9b7931b409" providerId="ADAL" clId="{7DF3CB10-604D-4AF9-A25E-C11426117173}" dt="2022-08-04T09:46:16.771" v="76" actId="47"/>
        <pc:sldMkLst>
          <pc:docMk/>
          <pc:sldMk cId="1109385362" sldId="547"/>
        </pc:sldMkLst>
      </pc:sldChg>
      <pc:sldChg chg="del">
        <pc:chgData name="Deepika Vatsa" userId="f7100972-27fe-4ee6-8fb4-ec9b7931b409" providerId="ADAL" clId="{7DF3CB10-604D-4AF9-A25E-C11426117173}" dt="2022-08-04T09:46:16.771" v="76" actId="47"/>
        <pc:sldMkLst>
          <pc:docMk/>
          <pc:sldMk cId="1888868402" sldId="548"/>
        </pc:sldMkLst>
      </pc:sldChg>
      <pc:sldChg chg="del">
        <pc:chgData name="Deepika Vatsa" userId="f7100972-27fe-4ee6-8fb4-ec9b7931b409" providerId="ADAL" clId="{7DF3CB10-604D-4AF9-A25E-C11426117173}" dt="2022-08-04T09:46:16.771" v="76" actId="47"/>
        <pc:sldMkLst>
          <pc:docMk/>
          <pc:sldMk cId="3934559713" sldId="550"/>
        </pc:sldMkLst>
      </pc:sldChg>
      <pc:sldChg chg="del">
        <pc:chgData name="Deepika Vatsa" userId="f7100972-27fe-4ee6-8fb4-ec9b7931b409" providerId="ADAL" clId="{7DF3CB10-604D-4AF9-A25E-C11426117173}" dt="2022-08-04T09:46:16.771" v="76" actId="47"/>
        <pc:sldMkLst>
          <pc:docMk/>
          <pc:sldMk cId="2133940914" sldId="551"/>
        </pc:sldMkLst>
      </pc:sldChg>
      <pc:sldChg chg="del">
        <pc:chgData name="Deepika Vatsa" userId="f7100972-27fe-4ee6-8fb4-ec9b7931b409" providerId="ADAL" clId="{7DF3CB10-604D-4AF9-A25E-C11426117173}" dt="2022-08-04T09:46:16.771" v="76" actId="47"/>
        <pc:sldMkLst>
          <pc:docMk/>
          <pc:sldMk cId="4272627569" sldId="552"/>
        </pc:sldMkLst>
      </pc:sldChg>
      <pc:sldChg chg="del">
        <pc:chgData name="Deepika Vatsa" userId="f7100972-27fe-4ee6-8fb4-ec9b7931b409" providerId="ADAL" clId="{7DF3CB10-604D-4AF9-A25E-C11426117173}" dt="2022-08-04T09:46:16.771" v="76" actId="47"/>
        <pc:sldMkLst>
          <pc:docMk/>
          <pc:sldMk cId="3474017746" sldId="553"/>
        </pc:sldMkLst>
      </pc:sldChg>
      <pc:sldChg chg="del">
        <pc:chgData name="Deepika Vatsa" userId="f7100972-27fe-4ee6-8fb4-ec9b7931b409" providerId="ADAL" clId="{7DF3CB10-604D-4AF9-A25E-C11426117173}" dt="2022-08-04T09:46:16.771" v="76" actId="47"/>
        <pc:sldMkLst>
          <pc:docMk/>
          <pc:sldMk cId="3988423650" sldId="554"/>
        </pc:sldMkLst>
      </pc:sldChg>
      <pc:sldChg chg="del">
        <pc:chgData name="Deepika Vatsa" userId="f7100972-27fe-4ee6-8fb4-ec9b7931b409" providerId="ADAL" clId="{7DF3CB10-604D-4AF9-A25E-C11426117173}" dt="2022-08-04T09:46:16.771" v="76" actId="47"/>
        <pc:sldMkLst>
          <pc:docMk/>
          <pc:sldMk cId="2496126553" sldId="555"/>
        </pc:sldMkLst>
      </pc:sldChg>
      <pc:sldChg chg="del">
        <pc:chgData name="Deepika Vatsa" userId="f7100972-27fe-4ee6-8fb4-ec9b7931b409" providerId="ADAL" clId="{7DF3CB10-604D-4AF9-A25E-C11426117173}" dt="2022-08-04T09:46:16.771" v="76" actId="47"/>
        <pc:sldMkLst>
          <pc:docMk/>
          <pc:sldMk cId="3542942855" sldId="556"/>
        </pc:sldMkLst>
      </pc:sldChg>
      <pc:sldChg chg="del">
        <pc:chgData name="Deepika Vatsa" userId="f7100972-27fe-4ee6-8fb4-ec9b7931b409" providerId="ADAL" clId="{7DF3CB10-604D-4AF9-A25E-C11426117173}" dt="2022-08-04T09:46:16.771" v="76" actId="47"/>
        <pc:sldMkLst>
          <pc:docMk/>
          <pc:sldMk cId="2762624031" sldId="557"/>
        </pc:sldMkLst>
      </pc:sldChg>
      <pc:sldChg chg="del">
        <pc:chgData name="Deepika Vatsa" userId="f7100972-27fe-4ee6-8fb4-ec9b7931b409" providerId="ADAL" clId="{7DF3CB10-604D-4AF9-A25E-C11426117173}" dt="2022-08-04T09:46:16.771" v="76" actId="47"/>
        <pc:sldMkLst>
          <pc:docMk/>
          <pc:sldMk cId="1537609984" sldId="558"/>
        </pc:sldMkLst>
      </pc:sldChg>
      <pc:sldChg chg="del">
        <pc:chgData name="Deepika Vatsa" userId="f7100972-27fe-4ee6-8fb4-ec9b7931b409" providerId="ADAL" clId="{7DF3CB10-604D-4AF9-A25E-C11426117173}" dt="2022-08-04T09:46:20.647" v="77" actId="47"/>
        <pc:sldMkLst>
          <pc:docMk/>
          <pc:sldMk cId="2287077721" sldId="560"/>
        </pc:sldMkLst>
      </pc:sldChg>
      <pc:sldChg chg="addSp delSp modSp new mod modNotesTx">
        <pc:chgData name="Deepika Vatsa" userId="f7100972-27fe-4ee6-8fb4-ec9b7931b409" providerId="ADAL" clId="{7DF3CB10-604D-4AF9-A25E-C11426117173}" dt="2022-08-08T09:42:49.805" v="1250" actId="20577"/>
        <pc:sldMkLst>
          <pc:docMk/>
          <pc:sldMk cId="4184969250" sldId="560"/>
        </pc:sldMkLst>
        <pc:spChg chg="mod">
          <ac:chgData name="Deepika Vatsa" userId="f7100972-27fe-4ee6-8fb4-ec9b7931b409" providerId="ADAL" clId="{7DF3CB10-604D-4AF9-A25E-C11426117173}" dt="2022-08-04T09:48:05.432" v="101" actId="20577"/>
          <ac:spMkLst>
            <pc:docMk/>
            <pc:sldMk cId="4184969250" sldId="560"/>
            <ac:spMk id="2" creationId="{6167DC2D-0072-445E-8CB3-E53407061CE7}"/>
          </ac:spMkLst>
        </pc:spChg>
        <pc:spChg chg="del">
          <ac:chgData name="Deepika Vatsa" userId="f7100972-27fe-4ee6-8fb4-ec9b7931b409" providerId="ADAL" clId="{7DF3CB10-604D-4AF9-A25E-C11426117173}" dt="2022-08-04T09:50:26.660" v="309" actId="22"/>
          <ac:spMkLst>
            <pc:docMk/>
            <pc:sldMk cId="4184969250" sldId="560"/>
            <ac:spMk id="3" creationId="{D7DEA22E-3A1F-4DC7-9388-80145F29D1E6}"/>
          </ac:spMkLst>
        </pc:spChg>
        <pc:spChg chg="add mod">
          <ac:chgData name="Deepika Vatsa" userId="f7100972-27fe-4ee6-8fb4-ec9b7931b409" providerId="ADAL" clId="{7DF3CB10-604D-4AF9-A25E-C11426117173}" dt="2022-08-04T09:53:24.996" v="420" actId="20577"/>
          <ac:spMkLst>
            <pc:docMk/>
            <pc:sldMk cId="4184969250" sldId="560"/>
            <ac:spMk id="6" creationId="{98E0FE6E-8F22-4B9F-9E9F-E2B694DC96D4}"/>
          </ac:spMkLst>
        </pc:spChg>
        <pc:picChg chg="add mod ord modCrop">
          <ac:chgData name="Deepika Vatsa" userId="f7100972-27fe-4ee6-8fb4-ec9b7931b409" providerId="ADAL" clId="{7DF3CB10-604D-4AF9-A25E-C11426117173}" dt="2022-08-04T09:51:33.879" v="404" actId="1076"/>
          <ac:picMkLst>
            <pc:docMk/>
            <pc:sldMk cId="4184969250" sldId="560"/>
            <ac:picMk id="5" creationId="{D79DD659-0D69-439F-8DFB-E316F68747FE}"/>
          </ac:picMkLst>
        </pc:picChg>
      </pc:sldChg>
      <pc:sldChg chg="addSp delSp modSp add mod setBg modNotesTx">
        <pc:chgData name="Deepika Vatsa" userId="f7100972-27fe-4ee6-8fb4-ec9b7931b409" providerId="ADAL" clId="{7DF3CB10-604D-4AF9-A25E-C11426117173}" dt="2022-08-04T10:05:11.508" v="1023" actId="20577"/>
        <pc:sldMkLst>
          <pc:docMk/>
          <pc:sldMk cId="1127720626" sldId="561"/>
        </pc:sldMkLst>
        <pc:spChg chg="mod">
          <ac:chgData name="Deepika Vatsa" userId="f7100972-27fe-4ee6-8fb4-ec9b7931b409" providerId="ADAL" clId="{7DF3CB10-604D-4AF9-A25E-C11426117173}" dt="2022-08-04T10:05:11.508" v="1023" actId="20577"/>
          <ac:spMkLst>
            <pc:docMk/>
            <pc:sldMk cId="1127720626" sldId="561"/>
            <ac:spMk id="2" creationId="{6167DC2D-0072-445E-8CB3-E53407061CE7}"/>
          </ac:spMkLst>
        </pc:spChg>
        <pc:spChg chg="add del mod">
          <ac:chgData name="Deepika Vatsa" userId="f7100972-27fe-4ee6-8fb4-ec9b7931b409" providerId="ADAL" clId="{7DF3CB10-604D-4AF9-A25E-C11426117173}" dt="2022-08-04T09:55:28.382" v="449" actId="478"/>
          <ac:spMkLst>
            <pc:docMk/>
            <pc:sldMk cId="1127720626" sldId="561"/>
            <ac:spMk id="4" creationId="{23BA0E9F-8469-425C-890C-1CBE520B11DC}"/>
          </ac:spMkLst>
        </pc:spChg>
        <pc:spChg chg="mod ord">
          <ac:chgData name="Deepika Vatsa" userId="f7100972-27fe-4ee6-8fb4-ec9b7931b409" providerId="ADAL" clId="{7DF3CB10-604D-4AF9-A25E-C11426117173}" dt="2022-08-04T09:57:12.954" v="460" actId="26606"/>
          <ac:spMkLst>
            <pc:docMk/>
            <pc:sldMk cId="1127720626" sldId="561"/>
            <ac:spMk id="6" creationId="{98E0FE6E-8F22-4B9F-9E9F-E2B694DC96D4}"/>
          </ac:spMkLst>
        </pc:spChg>
        <pc:spChg chg="add">
          <ac:chgData name="Deepika Vatsa" userId="f7100972-27fe-4ee6-8fb4-ec9b7931b409" providerId="ADAL" clId="{7DF3CB10-604D-4AF9-A25E-C11426117173}" dt="2022-08-04T09:57:12.954" v="460" actId="26606"/>
          <ac:spMkLst>
            <pc:docMk/>
            <pc:sldMk cId="1127720626" sldId="561"/>
            <ac:spMk id="15" creationId="{A8384FB5-9ADC-4DDC-881B-597D56F5B15D}"/>
          </ac:spMkLst>
        </pc:spChg>
        <pc:spChg chg="add">
          <ac:chgData name="Deepika Vatsa" userId="f7100972-27fe-4ee6-8fb4-ec9b7931b409" providerId="ADAL" clId="{7DF3CB10-604D-4AF9-A25E-C11426117173}" dt="2022-08-04T09:57:12.954" v="460" actId="26606"/>
          <ac:spMkLst>
            <pc:docMk/>
            <pc:sldMk cId="1127720626" sldId="561"/>
            <ac:spMk id="17" creationId="{1199E1B1-A8C0-4FE8-A5A8-1CB41D69F857}"/>
          </ac:spMkLst>
        </pc:spChg>
        <pc:spChg chg="add">
          <ac:chgData name="Deepika Vatsa" userId="f7100972-27fe-4ee6-8fb4-ec9b7931b409" providerId="ADAL" clId="{7DF3CB10-604D-4AF9-A25E-C11426117173}" dt="2022-08-04T09:57:12.954" v="460" actId="26606"/>
          <ac:spMkLst>
            <pc:docMk/>
            <pc:sldMk cId="1127720626" sldId="561"/>
            <ac:spMk id="19" creationId="{84A8DE83-DE75-4B41-9DB4-A7EC0B0DEC0B}"/>
          </ac:spMkLst>
        </pc:spChg>
        <pc:spChg chg="add">
          <ac:chgData name="Deepika Vatsa" userId="f7100972-27fe-4ee6-8fb4-ec9b7931b409" providerId="ADAL" clId="{7DF3CB10-604D-4AF9-A25E-C11426117173}" dt="2022-08-04T09:57:12.954" v="460" actId="26606"/>
          <ac:spMkLst>
            <pc:docMk/>
            <pc:sldMk cId="1127720626" sldId="561"/>
            <ac:spMk id="21" creationId="{A7009A0A-BEF5-4EAC-AF15-E4F9F002E239}"/>
          </ac:spMkLst>
        </pc:spChg>
        <pc:picChg chg="del">
          <ac:chgData name="Deepika Vatsa" userId="f7100972-27fe-4ee6-8fb4-ec9b7931b409" providerId="ADAL" clId="{7DF3CB10-604D-4AF9-A25E-C11426117173}" dt="2022-08-04T09:54:54.018" v="447" actId="478"/>
          <ac:picMkLst>
            <pc:docMk/>
            <pc:sldMk cId="1127720626" sldId="561"/>
            <ac:picMk id="5" creationId="{D79DD659-0D69-439F-8DFB-E316F68747FE}"/>
          </ac:picMkLst>
        </pc:picChg>
        <pc:picChg chg="add mod modCrop">
          <ac:chgData name="Deepika Vatsa" userId="f7100972-27fe-4ee6-8fb4-ec9b7931b409" providerId="ADAL" clId="{7DF3CB10-604D-4AF9-A25E-C11426117173}" dt="2022-08-04T09:57:12.954" v="460" actId="26606"/>
          <ac:picMkLst>
            <pc:docMk/>
            <pc:sldMk cId="1127720626" sldId="561"/>
            <ac:picMk id="10" creationId="{01814F26-28FF-4083-AF5E-9A822C2993DA}"/>
          </ac:picMkLst>
        </pc:picChg>
      </pc:sldChg>
      <pc:sldChg chg="del">
        <pc:chgData name="Deepika Vatsa" userId="f7100972-27fe-4ee6-8fb4-ec9b7931b409" providerId="ADAL" clId="{7DF3CB10-604D-4AF9-A25E-C11426117173}" dt="2022-08-04T09:46:16.771" v="76" actId="47"/>
        <pc:sldMkLst>
          <pc:docMk/>
          <pc:sldMk cId="3322141314" sldId="561"/>
        </pc:sldMkLst>
      </pc:sldChg>
      <pc:sldChg chg="addSp delSp modSp add mod modNotesTx">
        <pc:chgData name="Deepika Vatsa" userId="f7100972-27fe-4ee6-8fb4-ec9b7931b409" providerId="ADAL" clId="{7DF3CB10-604D-4AF9-A25E-C11426117173}" dt="2022-08-08T09:46:10.326" v="1531" actId="20577"/>
        <pc:sldMkLst>
          <pc:docMk/>
          <pc:sldMk cId="1425229445" sldId="562"/>
        </pc:sldMkLst>
        <pc:spChg chg="mod">
          <ac:chgData name="Deepika Vatsa" userId="f7100972-27fe-4ee6-8fb4-ec9b7931b409" providerId="ADAL" clId="{7DF3CB10-604D-4AF9-A25E-C11426117173}" dt="2022-08-04T10:05:24.957" v="1024"/>
          <ac:spMkLst>
            <pc:docMk/>
            <pc:sldMk cId="1425229445" sldId="562"/>
            <ac:spMk id="2" creationId="{6167DC2D-0072-445E-8CB3-E53407061CE7}"/>
          </ac:spMkLst>
        </pc:spChg>
        <pc:picChg chg="add del mod modCrop">
          <ac:chgData name="Deepika Vatsa" userId="f7100972-27fe-4ee6-8fb4-ec9b7931b409" providerId="ADAL" clId="{7DF3CB10-604D-4AF9-A25E-C11426117173}" dt="2022-08-04T10:02:32.665" v="830" actId="478"/>
          <ac:picMkLst>
            <pc:docMk/>
            <pc:sldMk cId="1425229445" sldId="562"/>
            <ac:picMk id="4" creationId="{653EC175-E4F2-4CC2-9E03-D10C64FDE9CC}"/>
          </ac:picMkLst>
        </pc:picChg>
        <pc:picChg chg="add mod modCrop">
          <ac:chgData name="Deepika Vatsa" userId="f7100972-27fe-4ee6-8fb4-ec9b7931b409" providerId="ADAL" clId="{7DF3CB10-604D-4AF9-A25E-C11426117173}" dt="2022-08-04T10:02:57.964" v="835" actId="1076"/>
          <ac:picMkLst>
            <pc:docMk/>
            <pc:sldMk cId="1425229445" sldId="562"/>
            <ac:picMk id="7" creationId="{48E458B1-FD1A-49DC-879A-AF11C3B57A7F}"/>
          </ac:picMkLst>
        </pc:picChg>
        <pc:picChg chg="del">
          <ac:chgData name="Deepika Vatsa" userId="f7100972-27fe-4ee6-8fb4-ec9b7931b409" providerId="ADAL" clId="{7DF3CB10-604D-4AF9-A25E-C11426117173}" dt="2022-08-04T10:00:07.993" v="775" actId="478"/>
          <ac:picMkLst>
            <pc:docMk/>
            <pc:sldMk cId="1425229445" sldId="562"/>
            <ac:picMk id="10" creationId="{01814F26-28FF-4083-AF5E-9A822C2993DA}"/>
          </ac:picMkLst>
        </pc:picChg>
      </pc:sldChg>
      <pc:sldChg chg="del">
        <pc:chgData name="Deepika Vatsa" userId="f7100972-27fe-4ee6-8fb4-ec9b7931b409" providerId="ADAL" clId="{7DF3CB10-604D-4AF9-A25E-C11426117173}" dt="2022-08-04T09:46:16.771" v="76" actId="47"/>
        <pc:sldMkLst>
          <pc:docMk/>
          <pc:sldMk cId="3714429487" sldId="562"/>
        </pc:sldMkLst>
      </pc:sldChg>
      <pc:sldChg chg="addSp delSp modSp add mod modNotesTx">
        <pc:chgData name="Deepika Vatsa" userId="f7100972-27fe-4ee6-8fb4-ec9b7931b409" providerId="ADAL" clId="{7DF3CB10-604D-4AF9-A25E-C11426117173}" dt="2022-08-04T10:05:28.654" v="1025"/>
        <pc:sldMkLst>
          <pc:docMk/>
          <pc:sldMk cId="2638973260" sldId="563"/>
        </pc:sldMkLst>
        <pc:spChg chg="mod">
          <ac:chgData name="Deepika Vatsa" userId="f7100972-27fe-4ee6-8fb4-ec9b7931b409" providerId="ADAL" clId="{7DF3CB10-604D-4AF9-A25E-C11426117173}" dt="2022-08-04T10:05:28.654" v="1025"/>
          <ac:spMkLst>
            <pc:docMk/>
            <pc:sldMk cId="2638973260" sldId="563"/>
            <ac:spMk id="2" creationId="{6167DC2D-0072-445E-8CB3-E53407061CE7}"/>
          </ac:spMkLst>
        </pc:spChg>
        <pc:picChg chg="add mod modCrop">
          <ac:chgData name="Deepika Vatsa" userId="f7100972-27fe-4ee6-8fb4-ec9b7931b409" providerId="ADAL" clId="{7DF3CB10-604D-4AF9-A25E-C11426117173}" dt="2022-08-04T10:04:56.500" v="1006" actId="1076"/>
          <ac:picMkLst>
            <pc:docMk/>
            <pc:sldMk cId="2638973260" sldId="563"/>
            <ac:picMk id="4" creationId="{58143C11-1F00-4CE5-BE36-FD54215ACE5E}"/>
          </ac:picMkLst>
        </pc:picChg>
        <pc:picChg chg="del">
          <ac:chgData name="Deepika Vatsa" userId="f7100972-27fe-4ee6-8fb4-ec9b7931b409" providerId="ADAL" clId="{7DF3CB10-604D-4AF9-A25E-C11426117173}" dt="2022-08-04T10:04:26.967" v="999" actId="478"/>
          <ac:picMkLst>
            <pc:docMk/>
            <pc:sldMk cId="2638973260" sldId="563"/>
            <ac:picMk id="7" creationId="{48E458B1-FD1A-49DC-879A-AF11C3B57A7F}"/>
          </ac:picMkLst>
        </pc:picChg>
      </pc:sldChg>
      <pc:sldChg chg="del">
        <pc:chgData name="Deepika Vatsa" userId="f7100972-27fe-4ee6-8fb4-ec9b7931b409" providerId="ADAL" clId="{7DF3CB10-604D-4AF9-A25E-C11426117173}" dt="2022-08-04T09:45:51.237" v="39" actId="47"/>
        <pc:sldMkLst>
          <pc:docMk/>
          <pc:sldMk cId="4122715105" sldId="563"/>
        </pc:sldMkLst>
      </pc:sldChg>
      <pc:sldChg chg="del">
        <pc:chgData name="Deepika Vatsa" userId="f7100972-27fe-4ee6-8fb4-ec9b7931b409" providerId="ADAL" clId="{7DF3CB10-604D-4AF9-A25E-C11426117173}" dt="2022-08-04T09:46:16.771" v="76" actId="47"/>
        <pc:sldMkLst>
          <pc:docMk/>
          <pc:sldMk cId="3320667722" sldId="564"/>
        </pc:sldMkLst>
      </pc:sldChg>
      <pc:sldChg chg="addSp delSp modSp add mod modNotesTx">
        <pc:chgData name="Deepika Vatsa" userId="f7100972-27fe-4ee6-8fb4-ec9b7931b409" providerId="ADAL" clId="{7DF3CB10-604D-4AF9-A25E-C11426117173}" dt="2022-08-08T09:44:24.152" v="1398" actId="20577"/>
        <pc:sldMkLst>
          <pc:docMk/>
          <pc:sldMk cId="3588827055" sldId="564"/>
        </pc:sldMkLst>
        <pc:spChg chg="mod">
          <ac:chgData name="Deepika Vatsa" userId="f7100972-27fe-4ee6-8fb4-ec9b7931b409" providerId="ADAL" clId="{7DF3CB10-604D-4AF9-A25E-C11426117173}" dt="2022-08-04T10:05:39.451" v="1042" actId="20577"/>
          <ac:spMkLst>
            <pc:docMk/>
            <pc:sldMk cId="3588827055" sldId="564"/>
            <ac:spMk id="2" creationId="{6167DC2D-0072-445E-8CB3-E53407061CE7}"/>
          </ac:spMkLst>
        </pc:spChg>
        <pc:picChg chg="del">
          <ac:chgData name="Deepika Vatsa" userId="f7100972-27fe-4ee6-8fb4-ec9b7931b409" providerId="ADAL" clId="{7DF3CB10-604D-4AF9-A25E-C11426117173}" dt="2022-08-04T10:05:42.013" v="1043" actId="478"/>
          <ac:picMkLst>
            <pc:docMk/>
            <pc:sldMk cId="3588827055" sldId="564"/>
            <ac:picMk id="4" creationId="{58143C11-1F00-4CE5-BE36-FD54215ACE5E}"/>
          </ac:picMkLst>
        </pc:picChg>
        <pc:picChg chg="add mod modCrop">
          <ac:chgData name="Deepika Vatsa" userId="f7100972-27fe-4ee6-8fb4-ec9b7931b409" providerId="ADAL" clId="{7DF3CB10-604D-4AF9-A25E-C11426117173}" dt="2022-08-04T10:06:26.916" v="1048" actId="1076"/>
          <ac:picMkLst>
            <pc:docMk/>
            <pc:sldMk cId="3588827055" sldId="564"/>
            <ac:picMk id="5" creationId="{A86159EA-5C57-43E7-AC57-B8E131D6DB89}"/>
          </ac:picMkLst>
        </pc:picChg>
      </pc:sldChg>
      <pc:sldChg chg="addSp delSp modSp add mod modNotesTx">
        <pc:chgData name="Deepika Vatsa" userId="f7100972-27fe-4ee6-8fb4-ec9b7931b409" providerId="ADAL" clId="{7DF3CB10-604D-4AF9-A25E-C11426117173}" dt="2022-08-08T09:49:21.482" v="1647" actId="20577"/>
        <pc:sldMkLst>
          <pc:docMk/>
          <pc:sldMk cId="2324140379" sldId="565"/>
        </pc:sldMkLst>
        <pc:picChg chg="add mod modCrop">
          <ac:chgData name="Deepika Vatsa" userId="f7100972-27fe-4ee6-8fb4-ec9b7931b409" providerId="ADAL" clId="{7DF3CB10-604D-4AF9-A25E-C11426117173}" dt="2022-08-04T10:07:59.528" v="1147" actId="1076"/>
          <ac:picMkLst>
            <pc:docMk/>
            <pc:sldMk cId="2324140379" sldId="565"/>
            <ac:picMk id="4" creationId="{3A215E76-1486-48D1-A01E-9C5BAD8262B8}"/>
          </ac:picMkLst>
        </pc:picChg>
        <pc:picChg chg="del">
          <ac:chgData name="Deepika Vatsa" userId="f7100972-27fe-4ee6-8fb4-ec9b7931b409" providerId="ADAL" clId="{7DF3CB10-604D-4AF9-A25E-C11426117173}" dt="2022-08-04T10:07:39.044" v="1142" actId="478"/>
          <ac:picMkLst>
            <pc:docMk/>
            <pc:sldMk cId="2324140379" sldId="565"/>
            <ac:picMk id="5" creationId="{A86159EA-5C57-43E7-AC57-B8E131D6DB89}"/>
          </ac:picMkLst>
        </pc:picChg>
      </pc:sldChg>
      <pc:sldChg chg="del">
        <pc:chgData name="Deepika Vatsa" userId="f7100972-27fe-4ee6-8fb4-ec9b7931b409" providerId="ADAL" clId="{7DF3CB10-604D-4AF9-A25E-C11426117173}" dt="2022-08-04T09:46:16.771" v="76" actId="47"/>
        <pc:sldMkLst>
          <pc:docMk/>
          <pc:sldMk cId="2906569521" sldId="565"/>
        </pc:sldMkLst>
      </pc:sldChg>
      <pc:sldChg chg="addSp delSp modSp add del mod modNotesTx">
        <pc:chgData name="Deepika Vatsa" userId="f7100972-27fe-4ee6-8fb4-ec9b7931b409" providerId="ADAL" clId="{7DF3CB10-604D-4AF9-A25E-C11426117173}" dt="2022-08-08T10:35:12.898" v="3706" actId="2696"/>
        <pc:sldMkLst>
          <pc:docMk/>
          <pc:sldMk cId="275048096" sldId="566"/>
        </pc:sldMkLst>
        <pc:spChg chg="mod">
          <ac:chgData name="Deepika Vatsa" userId="f7100972-27fe-4ee6-8fb4-ec9b7931b409" providerId="ADAL" clId="{7DF3CB10-604D-4AF9-A25E-C11426117173}" dt="2022-08-08T10:31:58.182" v="3685" actId="20577"/>
          <ac:spMkLst>
            <pc:docMk/>
            <pc:sldMk cId="275048096" sldId="566"/>
            <ac:spMk id="2" creationId="{6167DC2D-0072-445E-8CB3-E53407061CE7}"/>
          </ac:spMkLst>
        </pc:spChg>
        <pc:picChg chg="del">
          <ac:chgData name="Deepika Vatsa" userId="f7100972-27fe-4ee6-8fb4-ec9b7931b409" providerId="ADAL" clId="{7DF3CB10-604D-4AF9-A25E-C11426117173}" dt="2022-08-08T09:49:36.221" v="1666" actId="478"/>
          <ac:picMkLst>
            <pc:docMk/>
            <pc:sldMk cId="275048096" sldId="566"/>
            <ac:picMk id="4" creationId="{3A215E76-1486-48D1-A01E-9C5BAD8262B8}"/>
          </ac:picMkLst>
        </pc:picChg>
        <pc:picChg chg="add mod modCrop">
          <ac:chgData name="Deepika Vatsa" userId="f7100972-27fe-4ee6-8fb4-ec9b7931b409" providerId="ADAL" clId="{7DF3CB10-604D-4AF9-A25E-C11426117173}" dt="2022-08-08T09:50:25.750" v="1672" actId="1076"/>
          <ac:picMkLst>
            <pc:docMk/>
            <pc:sldMk cId="275048096" sldId="566"/>
            <ac:picMk id="5" creationId="{3AF15D62-C287-4FF6-8A3E-345989DC418F}"/>
          </ac:picMkLst>
        </pc:picChg>
      </pc:sldChg>
      <pc:sldChg chg="add">
        <pc:chgData name="Deepika Vatsa" userId="f7100972-27fe-4ee6-8fb4-ec9b7931b409" providerId="ADAL" clId="{7DF3CB10-604D-4AF9-A25E-C11426117173}" dt="2022-08-08T10:35:26.201" v="3712"/>
        <pc:sldMkLst>
          <pc:docMk/>
          <pc:sldMk cId="1491287628" sldId="566"/>
        </pc:sldMkLst>
      </pc:sldChg>
      <pc:sldChg chg="addSp delSp add del setBg delDesignElem">
        <pc:chgData name="Deepika Vatsa" userId="f7100972-27fe-4ee6-8fb4-ec9b7931b409" providerId="ADAL" clId="{7DF3CB10-604D-4AF9-A25E-C11426117173}" dt="2022-08-08T10:35:26.120" v="3711"/>
        <pc:sldMkLst>
          <pc:docMk/>
          <pc:sldMk cId="2484627002" sldId="566"/>
        </pc:sldMkLst>
        <pc:spChg chg="add del">
          <ac:chgData name="Deepika Vatsa" userId="f7100972-27fe-4ee6-8fb4-ec9b7931b409" providerId="ADAL" clId="{7DF3CB10-604D-4AF9-A25E-C11426117173}" dt="2022-08-08T10:35:26.120" v="3711"/>
          <ac:spMkLst>
            <pc:docMk/>
            <pc:sldMk cId="2484627002" sldId="566"/>
            <ac:spMk id="15" creationId="{A8384FB5-9ADC-4DDC-881B-597D56F5B15D}"/>
          </ac:spMkLst>
        </pc:spChg>
        <pc:spChg chg="add del">
          <ac:chgData name="Deepika Vatsa" userId="f7100972-27fe-4ee6-8fb4-ec9b7931b409" providerId="ADAL" clId="{7DF3CB10-604D-4AF9-A25E-C11426117173}" dt="2022-08-08T10:35:26.120" v="3711"/>
          <ac:spMkLst>
            <pc:docMk/>
            <pc:sldMk cId="2484627002" sldId="566"/>
            <ac:spMk id="17" creationId="{1199E1B1-A8C0-4FE8-A5A8-1CB41D69F857}"/>
          </ac:spMkLst>
        </pc:spChg>
        <pc:spChg chg="add del">
          <ac:chgData name="Deepika Vatsa" userId="f7100972-27fe-4ee6-8fb4-ec9b7931b409" providerId="ADAL" clId="{7DF3CB10-604D-4AF9-A25E-C11426117173}" dt="2022-08-08T10:35:26.120" v="3711"/>
          <ac:spMkLst>
            <pc:docMk/>
            <pc:sldMk cId="2484627002" sldId="566"/>
            <ac:spMk id="19" creationId="{84A8DE83-DE75-4B41-9DB4-A7EC0B0DEC0B}"/>
          </ac:spMkLst>
        </pc:spChg>
        <pc:spChg chg="add del">
          <ac:chgData name="Deepika Vatsa" userId="f7100972-27fe-4ee6-8fb4-ec9b7931b409" providerId="ADAL" clId="{7DF3CB10-604D-4AF9-A25E-C11426117173}" dt="2022-08-08T10:35:26.120" v="3711"/>
          <ac:spMkLst>
            <pc:docMk/>
            <pc:sldMk cId="2484627002" sldId="566"/>
            <ac:spMk id="21" creationId="{A7009A0A-BEF5-4EAC-AF15-E4F9F002E239}"/>
          </ac:spMkLst>
        </pc:spChg>
      </pc:sldChg>
      <pc:sldChg chg="addSp delSp add del setBg delDesignElem">
        <pc:chgData name="Deepika Vatsa" userId="f7100972-27fe-4ee6-8fb4-ec9b7931b409" providerId="ADAL" clId="{7DF3CB10-604D-4AF9-A25E-C11426117173}" dt="2022-08-08T10:35:26.120" v="3711"/>
        <pc:sldMkLst>
          <pc:docMk/>
          <pc:sldMk cId="88701714" sldId="567"/>
        </pc:sldMkLst>
        <pc:spChg chg="add del">
          <ac:chgData name="Deepika Vatsa" userId="f7100972-27fe-4ee6-8fb4-ec9b7931b409" providerId="ADAL" clId="{7DF3CB10-604D-4AF9-A25E-C11426117173}" dt="2022-08-08T10:35:26.120" v="3711"/>
          <ac:spMkLst>
            <pc:docMk/>
            <pc:sldMk cId="88701714" sldId="567"/>
            <ac:spMk id="15" creationId="{A8384FB5-9ADC-4DDC-881B-597D56F5B15D}"/>
          </ac:spMkLst>
        </pc:spChg>
        <pc:spChg chg="add del">
          <ac:chgData name="Deepika Vatsa" userId="f7100972-27fe-4ee6-8fb4-ec9b7931b409" providerId="ADAL" clId="{7DF3CB10-604D-4AF9-A25E-C11426117173}" dt="2022-08-08T10:35:26.120" v="3711"/>
          <ac:spMkLst>
            <pc:docMk/>
            <pc:sldMk cId="88701714" sldId="567"/>
            <ac:spMk id="17" creationId="{1199E1B1-A8C0-4FE8-A5A8-1CB41D69F857}"/>
          </ac:spMkLst>
        </pc:spChg>
        <pc:spChg chg="add del">
          <ac:chgData name="Deepika Vatsa" userId="f7100972-27fe-4ee6-8fb4-ec9b7931b409" providerId="ADAL" clId="{7DF3CB10-604D-4AF9-A25E-C11426117173}" dt="2022-08-08T10:35:26.120" v="3711"/>
          <ac:spMkLst>
            <pc:docMk/>
            <pc:sldMk cId="88701714" sldId="567"/>
            <ac:spMk id="19" creationId="{84A8DE83-DE75-4B41-9DB4-A7EC0B0DEC0B}"/>
          </ac:spMkLst>
        </pc:spChg>
        <pc:spChg chg="add del">
          <ac:chgData name="Deepika Vatsa" userId="f7100972-27fe-4ee6-8fb4-ec9b7931b409" providerId="ADAL" clId="{7DF3CB10-604D-4AF9-A25E-C11426117173}" dt="2022-08-08T10:35:26.120" v="3711"/>
          <ac:spMkLst>
            <pc:docMk/>
            <pc:sldMk cId="88701714" sldId="567"/>
            <ac:spMk id="21" creationId="{A7009A0A-BEF5-4EAC-AF15-E4F9F002E239}"/>
          </ac:spMkLst>
        </pc:spChg>
      </pc:sldChg>
      <pc:sldChg chg="addSp delSp modSp add del mod modNotesTx">
        <pc:chgData name="Deepika Vatsa" userId="f7100972-27fe-4ee6-8fb4-ec9b7931b409" providerId="ADAL" clId="{7DF3CB10-604D-4AF9-A25E-C11426117173}" dt="2022-08-08T10:35:12.898" v="3706" actId="2696"/>
        <pc:sldMkLst>
          <pc:docMk/>
          <pc:sldMk cId="362831075" sldId="567"/>
        </pc:sldMkLst>
        <pc:spChg chg="del">
          <ac:chgData name="Deepika Vatsa" userId="f7100972-27fe-4ee6-8fb4-ec9b7931b409" providerId="ADAL" clId="{7DF3CB10-604D-4AF9-A25E-C11426117173}" dt="2022-08-08T10:32:32.641" v="3686" actId="478"/>
          <ac:spMkLst>
            <pc:docMk/>
            <pc:sldMk cId="362831075" sldId="567"/>
            <ac:spMk id="2" creationId="{6167DC2D-0072-445E-8CB3-E53407061CE7}"/>
          </ac:spMkLst>
        </pc:spChg>
        <pc:spChg chg="add del mod">
          <ac:chgData name="Deepika Vatsa" userId="f7100972-27fe-4ee6-8fb4-ec9b7931b409" providerId="ADAL" clId="{7DF3CB10-604D-4AF9-A25E-C11426117173}" dt="2022-08-08T10:32:39.113" v="3689" actId="478"/>
          <ac:spMkLst>
            <pc:docMk/>
            <pc:sldMk cId="362831075" sldId="567"/>
            <ac:spMk id="8" creationId="{7609A7C3-CB5A-452C-BE5D-B0C4FB7A6D17}"/>
          </ac:spMkLst>
        </pc:spChg>
        <pc:spChg chg="add mod">
          <ac:chgData name="Deepika Vatsa" userId="f7100972-27fe-4ee6-8fb4-ec9b7931b409" providerId="ADAL" clId="{7DF3CB10-604D-4AF9-A25E-C11426117173}" dt="2022-08-08T10:32:33.270" v="3688" actId="27636"/>
          <ac:spMkLst>
            <pc:docMk/>
            <pc:sldMk cId="362831075" sldId="567"/>
            <ac:spMk id="13" creationId="{1D4E646B-B48A-4751-B4FE-4A09DC06DD5F}"/>
          </ac:spMkLst>
        </pc:spChg>
        <pc:picChg chg="add mod modCrop">
          <ac:chgData name="Deepika Vatsa" userId="f7100972-27fe-4ee6-8fb4-ec9b7931b409" providerId="ADAL" clId="{7DF3CB10-604D-4AF9-A25E-C11426117173}" dt="2022-08-08T09:54:55.456" v="1931" actId="1076"/>
          <ac:picMkLst>
            <pc:docMk/>
            <pc:sldMk cId="362831075" sldId="567"/>
            <ac:picMk id="4" creationId="{BABDBA4B-489D-4B77-886E-BC192ABD938E}"/>
          </ac:picMkLst>
        </pc:picChg>
        <pc:picChg chg="del">
          <ac:chgData name="Deepika Vatsa" userId="f7100972-27fe-4ee6-8fb4-ec9b7931b409" providerId="ADAL" clId="{7DF3CB10-604D-4AF9-A25E-C11426117173}" dt="2022-08-08T09:54:34.775" v="1926" actId="478"/>
          <ac:picMkLst>
            <pc:docMk/>
            <pc:sldMk cId="362831075" sldId="567"/>
            <ac:picMk id="5" creationId="{3AF15D62-C287-4FF6-8A3E-345989DC418F}"/>
          </ac:picMkLst>
        </pc:picChg>
      </pc:sldChg>
      <pc:sldChg chg="add">
        <pc:chgData name="Deepika Vatsa" userId="f7100972-27fe-4ee6-8fb4-ec9b7931b409" providerId="ADAL" clId="{7DF3CB10-604D-4AF9-A25E-C11426117173}" dt="2022-08-08T10:35:26.201" v="3712"/>
        <pc:sldMkLst>
          <pc:docMk/>
          <pc:sldMk cId="382883145" sldId="567"/>
        </pc:sldMkLst>
      </pc:sldChg>
      <pc:sldChg chg="del">
        <pc:chgData name="Deepika Vatsa" userId="f7100972-27fe-4ee6-8fb4-ec9b7931b409" providerId="ADAL" clId="{7DF3CB10-604D-4AF9-A25E-C11426117173}" dt="2022-08-04T09:46:20.647" v="77" actId="47"/>
        <pc:sldMkLst>
          <pc:docMk/>
          <pc:sldMk cId="3548862972" sldId="567"/>
        </pc:sldMkLst>
      </pc:sldChg>
      <pc:sldChg chg="del">
        <pc:chgData name="Deepika Vatsa" userId="f7100972-27fe-4ee6-8fb4-ec9b7931b409" providerId="ADAL" clId="{7DF3CB10-604D-4AF9-A25E-C11426117173}" dt="2022-08-04T09:46:16.771" v="76" actId="47"/>
        <pc:sldMkLst>
          <pc:docMk/>
          <pc:sldMk cId="903697734" sldId="568"/>
        </pc:sldMkLst>
      </pc:sldChg>
      <pc:sldChg chg="addSp delSp add del setBg delDesignElem">
        <pc:chgData name="Deepika Vatsa" userId="f7100972-27fe-4ee6-8fb4-ec9b7931b409" providerId="ADAL" clId="{7DF3CB10-604D-4AF9-A25E-C11426117173}" dt="2022-08-08T10:35:26.120" v="3711"/>
        <pc:sldMkLst>
          <pc:docMk/>
          <pc:sldMk cId="1258238767" sldId="568"/>
        </pc:sldMkLst>
        <pc:spChg chg="add del">
          <ac:chgData name="Deepika Vatsa" userId="f7100972-27fe-4ee6-8fb4-ec9b7931b409" providerId="ADAL" clId="{7DF3CB10-604D-4AF9-A25E-C11426117173}" dt="2022-08-08T10:35:26.120" v="3711"/>
          <ac:spMkLst>
            <pc:docMk/>
            <pc:sldMk cId="1258238767" sldId="568"/>
            <ac:spMk id="15" creationId="{A8384FB5-9ADC-4DDC-881B-597D56F5B15D}"/>
          </ac:spMkLst>
        </pc:spChg>
        <pc:spChg chg="add del">
          <ac:chgData name="Deepika Vatsa" userId="f7100972-27fe-4ee6-8fb4-ec9b7931b409" providerId="ADAL" clId="{7DF3CB10-604D-4AF9-A25E-C11426117173}" dt="2022-08-08T10:35:26.120" v="3711"/>
          <ac:spMkLst>
            <pc:docMk/>
            <pc:sldMk cId="1258238767" sldId="568"/>
            <ac:spMk id="17" creationId="{1199E1B1-A8C0-4FE8-A5A8-1CB41D69F857}"/>
          </ac:spMkLst>
        </pc:spChg>
        <pc:spChg chg="add del">
          <ac:chgData name="Deepika Vatsa" userId="f7100972-27fe-4ee6-8fb4-ec9b7931b409" providerId="ADAL" clId="{7DF3CB10-604D-4AF9-A25E-C11426117173}" dt="2022-08-08T10:35:26.120" v="3711"/>
          <ac:spMkLst>
            <pc:docMk/>
            <pc:sldMk cId="1258238767" sldId="568"/>
            <ac:spMk id="19" creationId="{84A8DE83-DE75-4B41-9DB4-A7EC0B0DEC0B}"/>
          </ac:spMkLst>
        </pc:spChg>
        <pc:spChg chg="add del">
          <ac:chgData name="Deepika Vatsa" userId="f7100972-27fe-4ee6-8fb4-ec9b7931b409" providerId="ADAL" clId="{7DF3CB10-604D-4AF9-A25E-C11426117173}" dt="2022-08-08T10:35:26.120" v="3711"/>
          <ac:spMkLst>
            <pc:docMk/>
            <pc:sldMk cId="1258238767" sldId="568"/>
            <ac:spMk id="21" creationId="{A7009A0A-BEF5-4EAC-AF15-E4F9F002E239}"/>
          </ac:spMkLst>
        </pc:spChg>
      </pc:sldChg>
      <pc:sldChg chg="add">
        <pc:chgData name="Deepika Vatsa" userId="f7100972-27fe-4ee6-8fb4-ec9b7931b409" providerId="ADAL" clId="{7DF3CB10-604D-4AF9-A25E-C11426117173}" dt="2022-08-08T10:35:26.201" v="3712"/>
        <pc:sldMkLst>
          <pc:docMk/>
          <pc:sldMk cId="3914029419" sldId="568"/>
        </pc:sldMkLst>
      </pc:sldChg>
      <pc:sldChg chg="addSp delSp modSp add del mod modNotesTx">
        <pc:chgData name="Deepika Vatsa" userId="f7100972-27fe-4ee6-8fb4-ec9b7931b409" providerId="ADAL" clId="{7DF3CB10-604D-4AF9-A25E-C11426117173}" dt="2022-08-08T10:35:12.898" v="3706" actId="2696"/>
        <pc:sldMkLst>
          <pc:docMk/>
          <pc:sldMk cId="3987496133" sldId="568"/>
        </pc:sldMkLst>
        <pc:spChg chg="del">
          <ac:chgData name="Deepika Vatsa" userId="f7100972-27fe-4ee6-8fb4-ec9b7931b409" providerId="ADAL" clId="{7DF3CB10-604D-4AF9-A25E-C11426117173}" dt="2022-08-08T10:32:44.359" v="3690" actId="478"/>
          <ac:spMkLst>
            <pc:docMk/>
            <pc:sldMk cId="3987496133" sldId="568"/>
            <ac:spMk id="2" creationId="{6167DC2D-0072-445E-8CB3-E53407061CE7}"/>
          </ac:spMkLst>
        </pc:spChg>
        <pc:spChg chg="add del mod">
          <ac:chgData name="Deepika Vatsa" userId="f7100972-27fe-4ee6-8fb4-ec9b7931b409" providerId="ADAL" clId="{7DF3CB10-604D-4AF9-A25E-C11426117173}" dt="2022-08-08T10:32:48.102" v="3693" actId="478"/>
          <ac:spMkLst>
            <pc:docMk/>
            <pc:sldMk cId="3987496133" sldId="568"/>
            <ac:spMk id="8" creationId="{80B3EA73-2C6F-4391-B9C6-77FD62874D45}"/>
          </ac:spMkLst>
        </pc:spChg>
        <pc:spChg chg="add mod">
          <ac:chgData name="Deepika Vatsa" userId="f7100972-27fe-4ee6-8fb4-ec9b7931b409" providerId="ADAL" clId="{7DF3CB10-604D-4AF9-A25E-C11426117173}" dt="2022-08-08T10:32:45.576" v="3692" actId="27636"/>
          <ac:spMkLst>
            <pc:docMk/>
            <pc:sldMk cId="3987496133" sldId="568"/>
            <ac:spMk id="13" creationId="{83474153-1631-4E04-9DFE-9C390854F92F}"/>
          </ac:spMkLst>
        </pc:spChg>
        <pc:picChg chg="del">
          <ac:chgData name="Deepika Vatsa" userId="f7100972-27fe-4ee6-8fb4-ec9b7931b409" providerId="ADAL" clId="{7DF3CB10-604D-4AF9-A25E-C11426117173}" dt="2022-08-08T10:05:39.848" v="2079" actId="478"/>
          <ac:picMkLst>
            <pc:docMk/>
            <pc:sldMk cId="3987496133" sldId="568"/>
            <ac:picMk id="4" creationId="{BABDBA4B-489D-4B77-886E-BC192ABD938E}"/>
          </ac:picMkLst>
        </pc:picChg>
        <pc:picChg chg="add mod modCrop">
          <ac:chgData name="Deepika Vatsa" userId="f7100972-27fe-4ee6-8fb4-ec9b7931b409" providerId="ADAL" clId="{7DF3CB10-604D-4AF9-A25E-C11426117173}" dt="2022-08-08T10:05:59.892" v="2084" actId="1076"/>
          <ac:picMkLst>
            <pc:docMk/>
            <pc:sldMk cId="3987496133" sldId="568"/>
            <ac:picMk id="5" creationId="{F0E79B2C-F6C3-4453-9990-22A303EAFE7C}"/>
          </ac:picMkLst>
        </pc:picChg>
      </pc:sldChg>
      <pc:sldChg chg="delSp add del mod setBg delDesignElem">
        <pc:chgData name="Deepika Vatsa" userId="f7100972-27fe-4ee6-8fb4-ec9b7931b409" providerId="ADAL" clId="{7DF3CB10-604D-4AF9-A25E-C11426117173}" dt="2022-08-08T10:35:51.902" v="3719" actId="47"/>
        <pc:sldMkLst>
          <pc:docMk/>
          <pc:sldMk cId="1384638999" sldId="569"/>
        </pc:sldMkLst>
        <pc:spChg chg="del">
          <ac:chgData name="Deepika Vatsa" userId="f7100972-27fe-4ee6-8fb4-ec9b7931b409" providerId="ADAL" clId="{7DF3CB10-604D-4AF9-A25E-C11426117173}" dt="2022-08-08T10:33:14.653" v="3696"/>
          <ac:spMkLst>
            <pc:docMk/>
            <pc:sldMk cId="1384638999" sldId="569"/>
            <ac:spMk id="15" creationId="{A8384FB5-9ADC-4DDC-881B-597D56F5B15D}"/>
          </ac:spMkLst>
        </pc:spChg>
        <pc:spChg chg="del">
          <ac:chgData name="Deepika Vatsa" userId="f7100972-27fe-4ee6-8fb4-ec9b7931b409" providerId="ADAL" clId="{7DF3CB10-604D-4AF9-A25E-C11426117173}" dt="2022-08-08T10:33:14.653" v="3696"/>
          <ac:spMkLst>
            <pc:docMk/>
            <pc:sldMk cId="1384638999" sldId="569"/>
            <ac:spMk id="17" creationId="{1199E1B1-A8C0-4FE8-A5A8-1CB41D69F857}"/>
          </ac:spMkLst>
        </pc:spChg>
        <pc:spChg chg="del">
          <ac:chgData name="Deepika Vatsa" userId="f7100972-27fe-4ee6-8fb4-ec9b7931b409" providerId="ADAL" clId="{7DF3CB10-604D-4AF9-A25E-C11426117173}" dt="2022-08-08T10:33:14.653" v="3696"/>
          <ac:spMkLst>
            <pc:docMk/>
            <pc:sldMk cId="1384638999" sldId="569"/>
            <ac:spMk id="19" creationId="{84A8DE83-DE75-4B41-9DB4-A7EC0B0DEC0B}"/>
          </ac:spMkLst>
        </pc:spChg>
        <pc:spChg chg="del">
          <ac:chgData name="Deepika Vatsa" userId="f7100972-27fe-4ee6-8fb4-ec9b7931b409" providerId="ADAL" clId="{7DF3CB10-604D-4AF9-A25E-C11426117173}" dt="2022-08-08T10:33:14.653" v="3696"/>
          <ac:spMkLst>
            <pc:docMk/>
            <pc:sldMk cId="1384638999" sldId="569"/>
            <ac:spMk id="21" creationId="{A7009A0A-BEF5-4EAC-AF15-E4F9F002E239}"/>
          </ac:spMkLst>
        </pc:spChg>
        <pc:picChg chg="del">
          <ac:chgData name="Deepika Vatsa" userId="f7100972-27fe-4ee6-8fb4-ec9b7931b409" providerId="ADAL" clId="{7DF3CB10-604D-4AF9-A25E-C11426117173}" dt="2022-08-08T10:35:39.403" v="3714" actId="21"/>
          <ac:picMkLst>
            <pc:docMk/>
            <pc:sldMk cId="1384638999" sldId="569"/>
            <ac:picMk id="4" creationId="{CFAA9490-704E-46F6-A5F2-D9B7C8964714}"/>
          </ac:picMkLst>
        </pc:picChg>
      </pc:sldChg>
      <pc:sldChg chg="del">
        <pc:chgData name="Deepika Vatsa" userId="f7100972-27fe-4ee6-8fb4-ec9b7931b409" providerId="ADAL" clId="{7DF3CB10-604D-4AF9-A25E-C11426117173}" dt="2022-08-04T09:46:20.647" v="77" actId="47"/>
        <pc:sldMkLst>
          <pc:docMk/>
          <pc:sldMk cId="3078107687" sldId="569"/>
        </pc:sldMkLst>
      </pc:sldChg>
      <pc:sldChg chg="addSp delSp modSp add del mod modNotesTx">
        <pc:chgData name="Deepika Vatsa" userId="f7100972-27fe-4ee6-8fb4-ec9b7931b409" providerId="ADAL" clId="{7DF3CB10-604D-4AF9-A25E-C11426117173}" dt="2022-08-08T10:33:00.269" v="3694" actId="2696"/>
        <pc:sldMkLst>
          <pc:docMk/>
          <pc:sldMk cId="3092565799" sldId="569"/>
        </pc:sldMkLst>
        <pc:spChg chg="mod">
          <ac:chgData name="Deepika Vatsa" userId="f7100972-27fe-4ee6-8fb4-ec9b7931b409" providerId="ADAL" clId="{7DF3CB10-604D-4AF9-A25E-C11426117173}" dt="2022-08-08T10:09:22.234" v="2382" actId="20577"/>
          <ac:spMkLst>
            <pc:docMk/>
            <pc:sldMk cId="3092565799" sldId="569"/>
            <ac:spMk id="2" creationId="{6167DC2D-0072-445E-8CB3-E53407061CE7}"/>
          </ac:spMkLst>
        </pc:spChg>
        <pc:picChg chg="add mod modCrop">
          <ac:chgData name="Deepika Vatsa" userId="f7100972-27fe-4ee6-8fb4-ec9b7931b409" providerId="ADAL" clId="{7DF3CB10-604D-4AF9-A25E-C11426117173}" dt="2022-08-08T10:09:08.474" v="2344" actId="14100"/>
          <ac:picMkLst>
            <pc:docMk/>
            <pc:sldMk cId="3092565799" sldId="569"/>
            <ac:picMk id="4" creationId="{CFAA9490-704E-46F6-A5F2-D9B7C8964714}"/>
          </ac:picMkLst>
        </pc:picChg>
        <pc:picChg chg="del">
          <ac:chgData name="Deepika Vatsa" userId="f7100972-27fe-4ee6-8fb4-ec9b7931b409" providerId="ADAL" clId="{7DF3CB10-604D-4AF9-A25E-C11426117173}" dt="2022-08-08T10:08:45.584" v="2340" actId="478"/>
          <ac:picMkLst>
            <pc:docMk/>
            <pc:sldMk cId="3092565799" sldId="569"/>
            <ac:picMk id="5" creationId="{F0E79B2C-F6C3-4453-9990-22A303EAFE7C}"/>
          </ac:picMkLst>
        </pc:picChg>
      </pc:sldChg>
      <pc:sldChg chg="del">
        <pc:chgData name="Deepika Vatsa" userId="f7100972-27fe-4ee6-8fb4-ec9b7931b409" providerId="ADAL" clId="{7DF3CB10-604D-4AF9-A25E-C11426117173}" dt="2022-08-04T09:46:20.647" v="77" actId="47"/>
        <pc:sldMkLst>
          <pc:docMk/>
          <pc:sldMk cId="2887069432" sldId="570"/>
        </pc:sldMkLst>
      </pc:sldChg>
      <pc:sldChg chg="addSp delSp modSp add mod modNotesTx">
        <pc:chgData name="Deepika Vatsa" userId="f7100972-27fe-4ee6-8fb4-ec9b7931b409" providerId="ADAL" clId="{7DF3CB10-604D-4AF9-A25E-C11426117173}" dt="2022-08-08T10:34:53.871" v="3705" actId="1076"/>
        <pc:sldMkLst>
          <pc:docMk/>
          <pc:sldMk cId="2950905892" sldId="570"/>
        </pc:sldMkLst>
        <pc:spChg chg="mod">
          <ac:chgData name="Deepika Vatsa" userId="f7100972-27fe-4ee6-8fb4-ec9b7931b409" providerId="ADAL" clId="{7DF3CB10-604D-4AF9-A25E-C11426117173}" dt="2022-08-08T10:16:23.428" v="2522" actId="20577"/>
          <ac:spMkLst>
            <pc:docMk/>
            <pc:sldMk cId="2950905892" sldId="570"/>
            <ac:spMk id="2" creationId="{6167DC2D-0072-445E-8CB3-E53407061CE7}"/>
          </ac:spMkLst>
        </pc:spChg>
        <pc:spChg chg="del">
          <ac:chgData name="Deepika Vatsa" userId="f7100972-27fe-4ee6-8fb4-ec9b7931b409" providerId="ADAL" clId="{7DF3CB10-604D-4AF9-A25E-C11426117173}" dt="2022-08-08T10:33:29.415" v="3699" actId="478"/>
          <ac:spMkLst>
            <pc:docMk/>
            <pc:sldMk cId="2950905892" sldId="570"/>
            <ac:spMk id="6" creationId="{98E0FE6E-8F22-4B9F-9E9F-E2B694DC96D4}"/>
          </ac:spMkLst>
        </pc:spChg>
        <pc:picChg chg="del mod">
          <ac:chgData name="Deepika Vatsa" userId="f7100972-27fe-4ee6-8fb4-ec9b7931b409" providerId="ADAL" clId="{7DF3CB10-604D-4AF9-A25E-C11426117173}" dt="2022-08-08T10:15:38.557" v="2501" actId="478"/>
          <ac:picMkLst>
            <pc:docMk/>
            <pc:sldMk cId="2950905892" sldId="570"/>
            <ac:picMk id="4" creationId="{3A215E76-1486-48D1-A01E-9C5BAD8262B8}"/>
          </ac:picMkLst>
        </pc:picChg>
        <pc:picChg chg="add del mod modCrop">
          <ac:chgData name="Deepika Vatsa" userId="f7100972-27fe-4ee6-8fb4-ec9b7931b409" providerId="ADAL" clId="{7DF3CB10-604D-4AF9-A25E-C11426117173}" dt="2022-08-08T10:34:32.546" v="3700" actId="478"/>
          <ac:picMkLst>
            <pc:docMk/>
            <pc:sldMk cId="2950905892" sldId="570"/>
            <ac:picMk id="5" creationId="{7B53D12A-89A5-4757-9D04-7657F49E8EA9}"/>
          </ac:picMkLst>
        </pc:picChg>
        <pc:picChg chg="add mod modCrop">
          <ac:chgData name="Deepika Vatsa" userId="f7100972-27fe-4ee6-8fb4-ec9b7931b409" providerId="ADAL" clId="{7DF3CB10-604D-4AF9-A25E-C11426117173}" dt="2022-08-08T10:34:53.871" v="3705" actId="1076"/>
          <ac:picMkLst>
            <pc:docMk/>
            <pc:sldMk cId="2950905892" sldId="570"/>
            <ac:picMk id="8" creationId="{632B602B-3A99-4A31-AFBE-DC71A6406F35}"/>
          </ac:picMkLst>
        </pc:picChg>
      </pc:sldChg>
      <pc:sldChg chg="del">
        <pc:chgData name="Deepika Vatsa" userId="f7100972-27fe-4ee6-8fb4-ec9b7931b409" providerId="ADAL" clId="{7DF3CB10-604D-4AF9-A25E-C11426117173}" dt="2022-08-04T09:46:16.771" v="76" actId="47"/>
        <pc:sldMkLst>
          <pc:docMk/>
          <pc:sldMk cId="3015075479" sldId="571"/>
        </pc:sldMkLst>
      </pc:sldChg>
      <pc:sldChg chg="addSp delSp modSp add mod modNotesTx">
        <pc:chgData name="Deepika Vatsa" userId="f7100972-27fe-4ee6-8fb4-ec9b7931b409" providerId="ADAL" clId="{7DF3CB10-604D-4AF9-A25E-C11426117173}" dt="2022-08-08T10:18:49.768" v="2760" actId="20577"/>
        <pc:sldMkLst>
          <pc:docMk/>
          <pc:sldMk cId="3918142659" sldId="571"/>
        </pc:sldMkLst>
        <pc:picChg chg="add mod modCrop">
          <ac:chgData name="Deepika Vatsa" userId="f7100972-27fe-4ee6-8fb4-ec9b7931b409" providerId="ADAL" clId="{7DF3CB10-604D-4AF9-A25E-C11426117173}" dt="2022-08-08T10:18:13.428" v="2663" actId="1076"/>
          <ac:picMkLst>
            <pc:docMk/>
            <pc:sldMk cId="3918142659" sldId="571"/>
            <ac:picMk id="4" creationId="{09308707-0A5E-4464-A7C0-7172F662B14F}"/>
          </ac:picMkLst>
        </pc:picChg>
        <pc:picChg chg="del">
          <ac:chgData name="Deepika Vatsa" userId="f7100972-27fe-4ee6-8fb4-ec9b7931b409" providerId="ADAL" clId="{7DF3CB10-604D-4AF9-A25E-C11426117173}" dt="2022-08-08T10:17:03.595" v="2624" actId="478"/>
          <ac:picMkLst>
            <pc:docMk/>
            <pc:sldMk cId="3918142659" sldId="571"/>
            <ac:picMk id="5" creationId="{7B53D12A-89A5-4757-9D04-7657F49E8EA9}"/>
          </ac:picMkLst>
        </pc:picChg>
      </pc:sldChg>
      <pc:sldChg chg="addSp delSp modSp add mod modNotesTx">
        <pc:chgData name="Deepika Vatsa" userId="f7100972-27fe-4ee6-8fb4-ec9b7931b409" providerId="ADAL" clId="{7DF3CB10-604D-4AF9-A25E-C11426117173}" dt="2022-08-08T10:22:05.536" v="2997" actId="20577"/>
        <pc:sldMkLst>
          <pc:docMk/>
          <pc:sldMk cId="2848741207" sldId="572"/>
        </pc:sldMkLst>
        <pc:picChg chg="del">
          <ac:chgData name="Deepika Vatsa" userId="f7100972-27fe-4ee6-8fb4-ec9b7931b409" providerId="ADAL" clId="{7DF3CB10-604D-4AF9-A25E-C11426117173}" dt="2022-08-08T10:19:16.725" v="2762" actId="478"/>
          <ac:picMkLst>
            <pc:docMk/>
            <pc:sldMk cId="2848741207" sldId="572"/>
            <ac:picMk id="4" creationId="{09308707-0A5E-4464-A7C0-7172F662B14F}"/>
          </ac:picMkLst>
        </pc:picChg>
        <pc:picChg chg="add mod modCrop">
          <ac:chgData name="Deepika Vatsa" userId="f7100972-27fe-4ee6-8fb4-ec9b7931b409" providerId="ADAL" clId="{7DF3CB10-604D-4AF9-A25E-C11426117173}" dt="2022-08-08T10:19:40.852" v="2767" actId="1076"/>
          <ac:picMkLst>
            <pc:docMk/>
            <pc:sldMk cId="2848741207" sldId="572"/>
            <ac:picMk id="5" creationId="{019A47FE-767F-4C81-B39A-CD6B2BB2CFD6}"/>
          </ac:picMkLst>
        </pc:picChg>
      </pc:sldChg>
      <pc:sldChg chg="del">
        <pc:chgData name="Deepika Vatsa" userId="f7100972-27fe-4ee6-8fb4-ec9b7931b409" providerId="ADAL" clId="{7DF3CB10-604D-4AF9-A25E-C11426117173}" dt="2022-08-04T09:46:16.771" v="76" actId="47"/>
        <pc:sldMkLst>
          <pc:docMk/>
          <pc:sldMk cId="364232575" sldId="573"/>
        </pc:sldMkLst>
      </pc:sldChg>
      <pc:sldChg chg="addSp delSp modSp add mod modNotesTx">
        <pc:chgData name="Deepika Vatsa" userId="f7100972-27fe-4ee6-8fb4-ec9b7931b409" providerId="ADAL" clId="{7DF3CB10-604D-4AF9-A25E-C11426117173}" dt="2022-08-08T10:27:22.682" v="3335" actId="20577"/>
        <pc:sldMkLst>
          <pc:docMk/>
          <pc:sldMk cId="1559947821" sldId="573"/>
        </pc:sldMkLst>
        <pc:spChg chg="add mod">
          <ac:chgData name="Deepika Vatsa" userId="f7100972-27fe-4ee6-8fb4-ec9b7931b409" providerId="ADAL" clId="{7DF3CB10-604D-4AF9-A25E-C11426117173}" dt="2022-08-08T10:27:22.682" v="3335" actId="20577"/>
          <ac:spMkLst>
            <pc:docMk/>
            <pc:sldMk cId="1559947821" sldId="573"/>
            <ac:spMk id="9" creationId="{FDB2C1D4-0978-4D1B-AF76-F7F076E9E4EB}"/>
          </ac:spMkLst>
        </pc:spChg>
        <pc:picChg chg="del">
          <ac:chgData name="Deepika Vatsa" userId="f7100972-27fe-4ee6-8fb4-ec9b7931b409" providerId="ADAL" clId="{7DF3CB10-604D-4AF9-A25E-C11426117173}" dt="2022-08-08T10:23:35.911" v="2999" actId="478"/>
          <ac:picMkLst>
            <pc:docMk/>
            <pc:sldMk cId="1559947821" sldId="573"/>
            <ac:picMk id="5" creationId="{019A47FE-767F-4C81-B39A-CD6B2BB2CFD6}"/>
          </ac:picMkLst>
        </pc:picChg>
      </pc:sldChg>
      <pc:sldChg chg="modSp add mod">
        <pc:chgData name="Deepika Vatsa" userId="f7100972-27fe-4ee6-8fb4-ec9b7931b409" providerId="ADAL" clId="{7DF3CB10-604D-4AF9-A25E-C11426117173}" dt="2022-08-08T10:29:12.957" v="3518" actId="15"/>
        <pc:sldMkLst>
          <pc:docMk/>
          <pc:sldMk cId="167990248" sldId="574"/>
        </pc:sldMkLst>
        <pc:spChg chg="mod">
          <ac:chgData name="Deepika Vatsa" userId="f7100972-27fe-4ee6-8fb4-ec9b7931b409" providerId="ADAL" clId="{7DF3CB10-604D-4AF9-A25E-C11426117173}" dt="2022-08-08T10:29:12.957" v="3518" actId="15"/>
          <ac:spMkLst>
            <pc:docMk/>
            <pc:sldMk cId="167990248" sldId="574"/>
            <ac:spMk id="9" creationId="{FDB2C1D4-0978-4D1B-AF76-F7F076E9E4EB}"/>
          </ac:spMkLst>
        </pc:spChg>
      </pc:sldChg>
      <pc:sldChg chg="del">
        <pc:chgData name="Deepika Vatsa" userId="f7100972-27fe-4ee6-8fb4-ec9b7931b409" providerId="ADAL" clId="{7DF3CB10-604D-4AF9-A25E-C11426117173}" dt="2022-08-04T09:46:16.771" v="76" actId="47"/>
        <pc:sldMkLst>
          <pc:docMk/>
          <pc:sldMk cId="835221985" sldId="574"/>
        </pc:sldMkLst>
      </pc:sldChg>
      <pc:sldChg chg="modSp add mod">
        <pc:chgData name="Deepika Vatsa" userId="f7100972-27fe-4ee6-8fb4-ec9b7931b409" providerId="ADAL" clId="{7DF3CB10-604D-4AF9-A25E-C11426117173}" dt="2022-08-09T04:36:12.429" v="4283" actId="20577"/>
        <pc:sldMkLst>
          <pc:docMk/>
          <pc:sldMk cId="296850078" sldId="575"/>
        </pc:sldMkLst>
        <pc:spChg chg="mod">
          <ac:chgData name="Deepika Vatsa" userId="f7100972-27fe-4ee6-8fb4-ec9b7931b409" providerId="ADAL" clId="{7DF3CB10-604D-4AF9-A25E-C11426117173}" dt="2022-08-09T04:36:12.429" v="4283" actId="20577"/>
          <ac:spMkLst>
            <pc:docMk/>
            <pc:sldMk cId="296850078" sldId="575"/>
            <ac:spMk id="2" creationId="{6167DC2D-0072-445E-8CB3-E53407061CE7}"/>
          </ac:spMkLst>
        </pc:spChg>
        <pc:spChg chg="mod">
          <ac:chgData name="Deepika Vatsa" userId="f7100972-27fe-4ee6-8fb4-ec9b7931b409" providerId="ADAL" clId="{7DF3CB10-604D-4AF9-A25E-C11426117173}" dt="2022-08-09T04:35:48.519" v="4282" actId="20577"/>
          <ac:spMkLst>
            <pc:docMk/>
            <pc:sldMk cId="296850078" sldId="575"/>
            <ac:spMk id="9" creationId="{FDB2C1D4-0978-4D1B-AF76-F7F076E9E4EB}"/>
          </ac:spMkLst>
        </pc:spChg>
      </pc:sldChg>
      <pc:sldChg chg="del">
        <pc:chgData name="Deepika Vatsa" userId="f7100972-27fe-4ee6-8fb4-ec9b7931b409" providerId="ADAL" clId="{7DF3CB10-604D-4AF9-A25E-C11426117173}" dt="2022-08-04T09:46:16.771" v="76" actId="47"/>
        <pc:sldMkLst>
          <pc:docMk/>
          <pc:sldMk cId="1570742894" sldId="575"/>
        </pc:sldMkLst>
      </pc:sldChg>
      <pc:sldChg chg="addSp delSp modSp add mod modNotesTx">
        <pc:chgData name="Deepika Vatsa" userId="f7100972-27fe-4ee6-8fb4-ec9b7931b409" providerId="ADAL" clId="{7DF3CB10-604D-4AF9-A25E-C11426117173}" dt="2022-08-08T10:36:10.347" v="3762" actId="27636"/>
        <pc:sldMkLst>
          <pc:docMk/>
          <pc:sldMk cId="1530362619" sldId="576"/>
        </pc:sldMkLst>
        <pc:spChg chg="mod">
          <ac:chgData name="Deepika Vatsa" userId="f7100972-27fe-4ee6-8fb4-ec9b7931b409" providerId="ADAL" clId="{7DF3CB10-604D-4AF9-A25E-C11426117173}" dt="2022-08-08T10:36:10.347" v="3762" actId="27636"/>
          <ac:spMkLst>
            <pc:docMk/>
            <pc:sldMk cId="1530362619" sldId="576"/>
            <ac:spMk id="13" creationId="{83474153-1631-4E04-9DFE-9C390854F92F}"/>
          </ac:spMkLst>
        </pc:spChg>
        <pc:picChg chg="del mod">
          <ac:chgData name="Deepika Vatsa" userId="f7100972-27fe-4ee6-8fb4-ec9b7931b409" providerId="ADAL" clId="{7DF3CB10-604D-4AF9-A25E-C11426117173}" dt="2022-08-08T10:35:41.485" v="3716" actId="478"/>
          <ac:picMkLst>
            <pc:docMk/>
            <pc:sldMk cId="1530362619" sldId="576"/>
            <ac:picMk id="5" creationId="{F0E79B2C-F6C3-4453-9990-22A303EAFE7C}"/>
          </ac:picMkLst>
        </pc:picChg>
        <pc:picChg chg="add mod">
          <ac:chgData name="Deepika Vatsa" userId="f7100972-27fe-4ee6-8fb4-ec9b7931b409" providerId="ADAL" clId="{7DF3CB10-604D-4AF9-A25E-C11426117173}" dt="2022-08-08T10:35:42.018" v="3717"/>
          <ac:picMkLst>
            <pc:docMk/>
            <pc:sldMk cId="1530362619" sldId="576"/>
            <ac:picMk id="9" creationId="{8F1C50C3-A4CB-4815-AF13-10D269B0B5DD}"/>
          </ac:picMkLst>
        </pc:picChg>
      </pc:sldChg>
      <pc:sldChg chg="del">
        <pc:chgData name="Deepika Vatsa" userId="f7100972-27fe-4ee6-8fb4-ec9b7931b409" providerId="ADAL" clId="{7DF3CB10-604D-4AF9-A25E-C11426117173}" dt="2022-08-04T09:46:16.771" v="76" actId="47"/>
        <pc:sldMkLst>
          <pc:docMk/>
          <pc:sldMk cId="1837020608" sldId="576"/>
        </pc:sldMkLst>
      </pc:sldChg>
      <pc:sldChg chg="addSp delSp modSp add mod modNotesTx">
        <pc:chgData name="Deepika Vatsa" userId="f7100972-27fe-4ee6-8fb4-ec9b7931b409" providerId="ADAL" clId="{7DF3CB10-604D-4AF9-A25E-C11426117173}" dt="2022-08-09T04:55:20.135" v="5204" actId="1076"/>
        <pc:sldMkLst>
          <pc:docMk/>
          <pc:sldMk cId="2641734005" sldId="577"/>
        </pc:sldMkLst>
        <pc:spChg chg="mod">
          <ac:chgData name="Deepika Vatsa" userId="f7100972-27fe-4ee6-8fb4-ec9b7931b409" providerId="ADAL" clId="{7DF3CB10-604D-4AF9-A25E-C11426117173}" dt="2022-08-09T04:37:27.261" v="4284" actId="20577"/>
          <ac:spMkLst>
            <pc:docMk/>
            <pc:sldMk cId="2641734005" sldId="577"/>
            <ac:spMk id="2" creationId="{6167DC2D-0072-445E-8CB3-E53407061CE7}"/>
          </ac:spMkLst>
        </pc:spChg>
        <pc:spChg chg="mod">
          <ac:chgData name="Deepika Vatsa" userId="f7100972-27fe-4ee6-8fb4-ec9b7931b409" providerId="ADAL" clId="{7DF3CB10-604D-4AF9-A25E-C11426117173}" dt="2022-08-09T04:54:26.224" v="5198" actId="6549"/>
          <ac:spMkLst>
            <pc:docMk/>
            <pc:sldMk cId="2641734005" sldId="577"/>
            <ac:spMk id="9" creationId="{FDB2C1D4-0978-4D1B-AF76-F7F076E9E4EB}"/>
          </ac:spMkLst>
        </pc:spChg>
        <pc:picChg chg="add del mod modCrop">
          <ac:chgData name="Deepika Vatsa" userId="f7100972-27fe-4ee6-8fb4-ec9b7931b409" providerId="ADAL" clId="{7DF3CB10-604D-4AF9-A25E-C11426117173}" dt="2022-08-09T04:54:21.136" v="5197" actId="478"/>
          <ac:picMkLst>
            <pc:docMk/>
            <pc:sldMk cId="2641734005" sldId="577"/>
            <ac:picMk id="4" creationId="{E09EEA40-980F-4385-9D8A-96A4823B7FA0}"/>
          </ac:picMkLst>
        </pc:picChg>
        <pc:picChg chg="add mod modCrop">
          <ac:chgData name="Deepika Vatsa" userId="f7100972-27fe-4ee6-8fb4-ec9b7931b409" providerId="ADAL" clId="{7DF3CB10-604D-4AF9-A25E-C11426117173}" dt="2022-08-09T04:55:20.135" v="5204" actId="1076"/>
          <ac:picMkLst>
            <pc:docMk/>
            <pc:sldMk cId="2641734005" sldId="577"/>
            <ac:picMk id="7" creationId="{80BFCACC-746F-4C36-9BDB-AE268585A9C0}"/>
          </ac:picMkLst>
        </pc:picChg>
      </pc:sldChg>
      <pc:sldChg chg="modSp add mod modNotesTx">
        <pc:chgData name="Deepika Vatsa" userId="f7100972-27fe-4ee6-8fb4-ec9b7931b409" providerId="ADAL" clId="{7DF3CB10-604D-4AF9-A25E-C11426117173}" dt="2022-08-09T04:49:34.358" v="5062" actId="20577"/>
        <pc:sldMkLst>
          <pc:docMk/>
          <pc:sldMk cId="2988424122" sldId="578"/>
        </pc:sldMkLst>
        <pc:spChg chg="mod">
          <ac:chgData name="Deepika Vatsa" userId="f7100972-27fe-4ee6-8fb4-ec9b7931b409" providerId="ADAL" clId="{7DF3CB10-604D-4AF9-A25E-C11426117173}" dt="2022-08-09T04:49:34.358" v="5062" actId="20577"/>
          <ac:spMkLst>
            <pc:docMk/>
            <pc:sldMk cId="2988424122" sldId="578"/>
            <ac:spMk id="9" creationId="{FDB2C1D4-0978-4D1B-AF76-F7F076E9E4EB}"/>
          </ac:spMkLst>
        </pc:spChg>
      </pc:sldChg>
      <pc:sldChg chg="addSp delSp modSp add mod">
        <pc:chgData name="Deepika Vatsa" userId="f7100972-27fe-4ee6-8fb4-ec9b7931b409" providerId="ADAL" clId="{7DF3CB10-604D-4AF9-A25E-C11426117173}" dt="2022-08-09T04:56:38.026" v="5212" actId="1076"/>
        <pc:sldMkLst>
          <pc:docMk/>
          <pc:sldMk cId="3800443747" sldId="579"/>
        </pc:sldMkLst>
        <pc:spChg chg="mod">
          <ac:chgData name="Deepika Vatsa" userId="f7100972-27fe-4ee6-8fb4-ec9b7931b409" providerId="ADAL" clId="{7DF3CB10-604D-4AF9-A25E-C11426117173}" dt="2022-08-09T04:56:33.703" v="5211" actId="6549"/>
          <ac:spMkLst>
            <pc:docMk/>
            <pc:sldMk cId="3800443747" sldId="579"/>
            <ac:spMk id="9" creationId="{FDB2C1D4-0978-4D1B-AF76-F7F076E9E4EB}"/>
          </ac:spMkLst>
        </pc:spChg>
        <pc:picChg chg="del mod">
          <ac:chgData name="Deepika Vatsa" userId="f7100972-27fe-4ee6-8fb4-ec9b7931b409" providerId="ADAL" clId="{7DF3CB10-604D-4AF9-A25E-C11426117173}" dt="2022-08-09T04:55:24.299" v="5205" actId="478"/>
          <ac:picMkLst>
            <pc:docMk/>
            <pc:sldMk cId="3800443747" sldId="579"/>
            <ac:picMk id="4" creationId="{E09EEA40-980F-4385-9D8A-96A4823B7FA0}"/>
          </ac:picMkLst>
        </pc:picChg>
        <pc:picChg chg="add mod modCrop">
          <ac:chgData name="Deepika Vatsa" userId="f7100972-27fe-4ee6-8fb4-ec9b7931b409" providerId="ADAL" clId="{7DF3CB10-604D-4AF9-A25E-C11426117173}" dt="2022-08-09T04:56:38.026" v="5212" actId="1076"/>
          <ac:picMkLst>
            <pc:docMk/>
            <pc:sldMk cId="3800443747" sldId="579"/>
            <ac:picMk id="5" creationId="{81862486-D611-4033-BF1E-8BC2C7F5453C}"/>
          </ac:picMkLst>
        </pc:picChg>
      </pc:sldChg>
      <pc:sldChg chg="delSp modSp add mod modNotesTx">
        <pc:chgData name="Deepika Vatsa" userId="f7100972-27fe-4ee6-8fb4-ec9b7931b409" providerId="ADAL" clId="{7DF3CB10-604D-4AF9-A25E-C11426117173}" dt="2022-08-09T05:00:49.465" v="5549" actId="20577"/>
        <pc:sldMkLst>
          <pc:docMk/>
          <pc:sldMk cId="1721693448" sldId="580"/>
        </pc:sldMkLst>
        <pc:spChg chg="mod">
          <ac:chgData name="Deepika Vatsa" userId="f7100972-27fe-4ee6-8fb4-ec9b7931b409" providerId="ADAL" clId="{7DF3CB10-604D-4AF9-A25E-C11426117173}" dt="2022-08-09T05:00:49.465" v="5549" actId="20577"/>
          <ac:spMkLst>
            <pc:docMk/>
            <pc:sldMk cId="1721693448" sldId="580"/>
            <ac:spMk id="9" creationId="{FDB2C1D4-0978-4D1B-AF76-F7F076E9E4EB}"/>
          </ac:spMkLst>
        </pc:spChg>
        <pc:picChg chg="del">
          <ac:chgData name="Deepika Vatsa" userId="f7100972-27fe-4ee6-8fb4-ec9b7931b409" providerId="ADAL" clId="{7DF3CB10-604D-4AF9-A25E-C11426117173}" dt="2022-08-09T04:57:35.795" v="5215" actId="478"/>
          <ac:picMkLst>
            <pc:docMk/>
            <pc:sldMk cId="1721693448" sldId="580"/>
            <ac:picMk id="5" creationId="{81862486-D611-4033-BF1E-8BC2C7F5453C}"/>
          </ac:picMkLst>
        </pc:picChg>
      </pc:sldChg>
      <pc:sldMasterChg chg="delSldLayout">
        <pc:chgData name="Deepika Vatsa" userId="f7100972-27fe-4ee6-8fb4-ec9b7931b409" providerId="ADAL" clId="{7DF3CB10-604D-4AF9-A25E-C11426117173}" dt="2022-08-04T09:46:16.771" v="76" actId="47"/>
        <pc:sldMasterMkLst>
          <pc:docMk/>
          <pc:sldMasterMk cId="3073119696" sldId="2147483648"/>
        </pc:sldMasterMkLst>
        <pc:sldLayoutChg chg="del">
          <pc:chgData name="Deepika Vatsa" userId="f7100972-27fe-4ee6-8fb4-ec9b7931b409" providerId="ADAL" clId="{7DF3CB10-604D-4AF9-A25E-C11426117173}" dt="2022-08-04T09:46:16.771" v="76" actId="47"/>
          <pc:sldLayoutMkLst>
            <pc:docMk/>
            <pc:sldMasterMk cId="3073119696" sldId="2147483648"/>
            <pc:sldLayoutMk cId="2128605074" sldId="2147483660"/>
          </pc:sldLayoutMkLst>
        </pc:sldLayoutChg>
        <pc:sldLayoutChg chg="del">
          <pc:chgData name="Deepika Vatsa" userId="f7100972-27fe-4ee6-8fb4-ec9b7931b409" providerId="ADAL" clId="{7DF3CB10-604D-4AF9-A25E-C11426117173}" dt="2022-08-04T09:46:16.771" v="76" actId="47"/>
          <pc:sldLayoutMkLst>
            <pc:docMk/>
            <pc:sldMasterMk cId="3073119696" sldId="2147483648"/>
            <pc:sldLayoutMk cId="1804072144" sldId="2147483661"/>
          </pc:sldLayoutMkLst>
        </pc:sldLayoutChg>
        <pc:sldLayoutChg chg="del">
          <pc:chgData name="Deepika Vatsa" userId="f7100972-27fe-4ee6-8fb4-ec9b7931b409" providerId="ADAL" clId="{7DF3CB10-604D-4AF9-A25E-C11426117173}" dt="2022-08-04T09:46:16.771" v="76" actId="47"/>
          <pc:sldLayoutMkLst>
            <pc:docMk/>
            <pc:sldMasterMk cId="3073119696" sldId="2147483648"/>
            <pc:sldLayoutMk cId="3534519941" sldId="2147483662"/>
          </pc:sldLayoutMkLst>
        </pc:sldLayoutChg>
        <pc:sldLayoutChg chg="del">
          <pc:chgData name="Deepika Vatsa" userId="f7100972-27fe-4ee6-8fb4-ec9b7931b409" providerId="ADAL" clId="{7DF3CB10-604D-4AF9-A25E-C11426117173}" dt="2022-08-04T09:46:16.771" v="76" actId="47"/>
          <pc:sldLayoutMkLst>
            <pc:docMk/>
            <pc:sldMasterMk cId="3073119696" sldId="2147483648"/>
            <pc:sldLayoutMk cId="1607036142" sldId="2147483663"/>
          </pc:sldLayoutMkLst>
        </pc:sldLayoutChg>
        <pc:sldLayoutChg chg="del">
          <pc:chgData name="Deepika Vatsa" userId="f7100972-27fe-4ee6-8fb4-ec9b7931b409" providerId="ADAL" clId="{7DF3CB10-604D-4AF9-A25E-C11426117173}" dt="2022-08-04T09:46:16.771" v="76" actId="47"/>
          <pc:sldLayoutMkLst>
            <pc:docMk/>
            <pc:sldMasterMk cId="3073119696" sldId="2147483648"/>
            <pc:sldLayoutMk cId="4247484041" sldId="2147483664"/>
          </pc:sldLayoutMkLst>
        </pc:sldLayoutChg>
        <pc:sldLayoutChg chg="del">
          <pc:chgData name="Deepika Vatsa" userId="f7100972-27fe-4ee6-8fb4-ec9b7931b409" providerId="ADAL" clId="{7DF3CB10-604D-4AF9-A25E-C11426117173}" dt="2022-08-04T09:46:16.771" v="76" actId="47"/>
          <pc:sldLayoutMkLst>
            <pc:docMk/>
            <pc:sldMasterMk cId="3073119696" sldId="2147483648"/>
            <pc:sldLayoutMk cId="640320616" sldId="2147483665"/>
          </pc:sldLayoutMkLst>
        </pc:sldLayoutChg>
        <pc:sldLayoutChg chg="del">
          <pc:chgData name="Deepika Vatsa" userId="f7100972-27fe-4ee6-8fb4-ec9b7931b409" providerId="ADAL" clId="{7DF3CB10-604D-4AF9-A25E-C11426117173}" dt="2022-08-04T09:46:16.771" v="76" actId="47"/>
          <pc:sldLayoutMkLst>
            <pc:docMk/>
            <pc:sldMasterMk cId="3073119696" sldId="2147483648"/>
            <pc:sldLayoutMk cId="1251238540" sldId="2147483666"/>
          </pc:sldLayoutMkLst>
        </pc:sldLayoutChg>
        <pc:sldLayoutChg chg="del">
          <pc:chgData name="Deepika Vatsa" userId="f7100972-27fe-4ee6-8fb4-ec9b7931b409" providerId="ADAL" clId="{7DF3CB10-604D-4AF9-A25E-C11426117173}" dt="2022-08-04T09:46:16.771" v="76" actId="47"/>
          <pc:sldLayoutMkLst>
            <pc:docMk/>
            <pc:sldMasterMk cId="3073119696" sldId="2147483648"/>
            <pc:sldLayoutMk cId="1532045955" sldId="2147483667"/>
          </pc:sldLayoutMkLst>
        </pc:sldLayoutChg>
      </pc:sldMasterChg>
    </pc:docChg>
  </pc:docChgLst>
  <pc:docChgLst>
    <pc:chgData name="Deepika Vatsa" userId="f7100972-27fe-4ee6-8fb4-ec9b7931b409" providerId="ADAL" clId="{370D9028-36F8-4AB2-98A0-D65BBB10A27E}"/>
    <pc:docChg chg="custSel addSld modSld">
      <pc:chgData name="Deepika Vatsa" userId="f7100972-27fe-4ee6-8fb4-ec9b7931b409" providerId="ADAL" clId="{370D9028-36F8-4AB2-98A0-D65BBB10A27E}" dt="2022-08-14T06:33:57.843" v="23" actId="20577"/>
      <pc:docMkLst>
        <pc:docMk/>
      </pc:docMkLst>
      <pc:sldChg chg="delSp modSp add mod modNotesTx">
        <pc:chgData name="Deepika Vatsa" userId="f7100972-27fe-4ee6-8fb4-ec9b7931b409" providerId="ADAL" clId="{370D9028-36F8-4AB2-98A0-D65BBB10A27E}" dt="2022-08-14T06:33:57.843" v="23" actId="20577"/>
        <pc:sldMkLst>
          <pc:docMk/>
          <pc:sldMk cId="411671898" sldId="575"/>
        </pc:sldMkLst>
        <pc:spChg chg="mod">
          <ac:chgData name="Deepika Vatsa" userId="f7100972-27fe-4ee6-8fb4-ec9b7931b409" providerId="ADAL" clId="{370D9028-36F8-4AB2-98A0-D65BBB10A27E}" dt="2022-08-14T06:33:57.843" v="23" actId="20577"/>
          <ac:spMkLst>
            <pc:docMk/>
            <pc:sldMk cId="411671898" sldId="575"/>
            <ac:spMk id="2" creationId="{6167DC2D-0072-445E-8CB3-E53407061CE7}"/>
          </ac:spMkLst>
        </pc:spChg>
        <pc:spChg chg="del">
          <ac:chgData name="Deepika Vatsa" userId="f7100972-27fe-4ee6-8fb4-ec9b7931b409" providerId="ADAL" clId="{370D9028-36F8-4AB2-98A0-D65BBB10A27E}" dt="2022-08-14T06:33:48.215" v="5" actId="478"/>
          <ac:spMkLst>
            <pc:docMk/>
            <pc:sldMk cId="411671898" sldId="575"/>
            <ac:spMk id="3" creationId="{F187924E-9703-44A9-9037-297530ECCDBC}"/>
          </ac:spMkLst>
        </pc:spChg>
        <pc:spChg chg="del">
          <ac:chgData name="Deepika Vatsa" userId="f7100972-27fe-4ee6-8fb4-ec9b7931b409" providerId="ADAL" clId="{370D9028-36F8-4AB2-98A0-D65BBB10A27E}" dt="2022-08-14T06:33:48.215" v="5" actId="478"/>
          <ac:spMkLst>
            <pc:docMk/>
            <pc:sldMk cId="411671898" sldId="575"/>
            <ac:spMk id="5" creationId="{E3531A27-1831-42B8-A1B9-B64EA2C0477C}"/>
          </ac:spMkLst>
        </pc:spChg>
        <pc:spChg chg="del">
          <ac:chgData name="Deepika Vatsa" userId="f7100972-27fe-4ee6-8fb4-ec9b7931b409" providerId="ADAL" clId="{370D9028-36F8-4AB2-98A0-D65BBB10A27E}" dt="2022-08-14T06:33:48.215" v="5" actId="478"/>
          <ac:spMkLst>
            <pc:docMk/>
            <pc:sldMk cId="411671898" sldId="575"/>
            <ac:spMk id="7" creationId="{D1B0DA12-5329-490C-A232-3991FAE9BDBB}"/>
          </ac:spMkLst>
        </pc:spChg>
        <pc:spChg chg="mod">
          <ac:chgData name="Deepika Vatsa" userId="f7100972-27fe-4ee6-8fb4-ec9b7931b409" providerId="ADAL" clId="{370D9028-36F8-4AB2-98A0-D65BBB10A27E}" dt="2022-08-14T06:33:38.333" v="4" actId="20577"/>
          <ac:spMkLst>
            <pc:docMk/>
            <pc:sldMk cId="411671898" sldId="575"/>
            <ac:spMk id="10" creationId="{C42FEFAA-1BDB-469A-85CD-A4F00ACBD147}"/>
          </ac:spMkLst>
        </pc:spChg>
        <pc:spChg chg="del">
          <ac:chgData name="Deepika Vatsa" userId="f7100972-27fe-4ee6-8fb4-ec9b7931b409" providerId="ADAL" clId="{370D9028-36F8-4AB2-98A0-D65BBB10A27E}" dt="2022-08-14T06:33:48.215" v="5" actId="478"/>
          <ac:spMkLst>
            <pc:docMk/>
            <pc:sldMk cId="411671898" sldId="575"/>
            <ac:spMk id="14" creationId="{10131FA8-9FD5-409F-9852-A0BF7A958CF9}"/>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24.615"/>
    </inkml:context>
    <inkml:brush xml:id="br0">
      <inkml:brushProperty name="width" value="0.05" units="cm"/>
      <inkml:brushProperty name="height" value="0.05" units="cm"/>
      <inkml:brushProperty name="color" value="#E71224"/>
    </inkml:brush>
  </inkml:definitions>
  <inkml:trace contextRef="#ctx0" brushRef="#br0">231 0 4178,'0'0'5701,"-19"2"-3911,-155 21 3287,140-14-1107,30-3-2203,22 3-1474,15 0-60,0-2 1,1-1-1,59 3 1,106-8-116,-134-3-28,210-12 94,38-1-83,-182 15-105,419 9 77,-429-6-112,0-5 0,144-21 0,-87 9 237,221 11 0,-197 5-111,-198-1 333</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26.378"/>
    </inkml:context>
    <inkml:brush xml:id="br0">
      <inkml:brushProperty name="width" value="0.05" units="cm"/>
      <inkml:brushProperty name="height" value="0.05" units="cm"/>
      <inkml:brushProperty name="color" value="#E71224"/>
    </inkml:brush>
  </inkml:definitions>
  <inkml:trace contextRef="#ctx0" brushRef="#br0">192 16 11541,'0'0'2724,"-19"-2"-910,-153-9 3597,194 21-4299,16-3-611,0-2-1,1-1 1,0-2-1,47-3 1,-25 0-274,985-23 309,-1022 23-653,-14-1-184,0 1 1,0 1 0,1 0-1,-1 0 1,0 1 0,0 0 0,0 0-1,1 1 1,-2 1 0,19 6 0,0 4-2915,9 0-1803</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26.876"/>
    </inkml:context>
    <inkml:brush xml:id="br0">
      <inkml:brushProperty name="width" value="0.05" units="cm"/>
      <inkml:brushProperty name="height" value="0.05" units="cm"/>
      <inkml:brushProperty name="color" value="#E71224"/>
    </inkml:brush>
  </inkml:definitions>
  <inkml:trace contextRef="#ctx0" brushRef="#br0">240 18 15095,'-21'-3'1593,"-95"-8"408,13 8 3897,452 8-2711,-1-1-2962,92-4-262,-440 0-59,1 1 1,-1-1-1,1 0 0,-1 1 1,1-1-1,-1 1 0,0-1 1,1 0-1,-1 1 0,0-1 1,1 1-1,-1-1 0,0 1 1,0-1-1,0 1 0,1-1 1,-1 1-1,0-1 0,0 1 1,0-1-1,0 1 0,0-1 1,0 1-1,0-1 0,0 1 1,0 0-1,0-1 0,0 1 1,0-1-1,0 1 0,-1-1 1,1 1-1,0-1 0,0 1 1,0-1-1,-1 1 0,1-1 1,0 0-1,-1 1 0,1-1 1,0 1-1,-1 0 0,-17 7-3449,-6-5-2608</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02.348"/>
    </inkml:context>
    <inkml:brush xml:id="br0">
      <inkml:brushProperty name="width" value="0.05" units="cm"/>
      <inkml:brushProperty name="height" value="0.05" units="cm"/>
      <inkml:brushProperty name="color" value="#E71224"/>
    </inkml:brush>
  </inkml:definitions>
  <inkml:trace contextRef="#ctx0" brushRef="#br0">300 424 14855,'0'0'4861,"-4"-17"-2978,-14-51-93,17 65-1694,1 1 0,-1-1 0,0 0 0,0 0 0,0 1 0,0-1 0,0 1 0,-1-1-1,1 1 1,-1-1 0,1 1 0,-1 0 0,0 0 0,0 0 0,0 0 0,0 0 0,-1 0 0,1 1-1,0-1 1,-1 1 0,1-1 0,-1 1 0,1 0 0,-1 0 0,0 0 0,1 0 0,-1 1 0,0-1-1,0 1 1,0 0 0,1-1 0,-1 1 0,0 1 0,0-1 0,0 0 0,0 1 0,1-1 0,-1 1-1,-4 1 1,-4 2-136,0 0 0,0 1 0,1 1 1,-1 0-1,1 0 0,-18 15 0,18-13 26,0 1 0,1 0 1,1 1-1,-1 0 0,1 0 1,1 1-1,-7 12 0,11-17-5,0 1-1,0 1 0,0-1 1,1 0-1,0 1 1,0-1-1,1 1 0,0-1 1,0 1-1,1 0 0,0-1 1,0 1-1,2 9 0,-1-14 5,0 0 0,0 0-1,0-1 1,0 1 0,0 0-1,0-1 1,1 1 0,-1-1-1,1 0 1,0 1 0,-1-1-1,1 0 1,0 0-1,1 0 1,-1 0 0,0 0-1,0-1 1,4 3 0,0-1 3,0 0 1,0-1-1,1 0 0,-1 0 1,0 0-1,1-1 1,-1 0-1,9 1 1,-8-2 14,1 1 1,0-1 0,0 0-1,-1-1 1,1 0-1,0 0 1,-1-1 0,1 0-1,-1 0 1,0-1 0,0 0-1,0 0 1,0 0-1,12-9 1,-10 2 37,0 0 0,-1 0 1,-1-1-1,0 0 0,0 0 0,-1 0 1,0-1-1,-1 0 0,0-1 0,-1 1 1,-1-1-1,0 0 0,0 1 0,-1-1 1,-1-1-1,0 1 0,-1 0 0,-1 0 1,0 0-1,-3-17 0,0 9 4,0 0 0,-2 0-1,0 1 1,-1-1 0,-2 2 0,0-1-1,0 1 1,-2 0 0,-1 1 0,0 0 0,-23-25-1,28 37-13,0-1-1,0 1 1,-1 0-1,-10-6 1,16 11-67,0 0 0,0 0 0,0 0 0,0 1 0,0-1 0,0 0 0,-1 1 0,1 0 1,0-1-1,0 1 0,-3 0 0,4 0-38,0 0 1,0 0-1,1 1 1,-1-1-1,0 0 0,0 1 1,0-1-1,1 1 1,-1-1-1,0 1 1,1-1-1,-1 1 0,0-1 1,1 1-1,-1-1 1,0 1-1,1 0 1,-1 0-1,1-1 1,0 1-1,-1 0 0,1 0 1,-1-1-1,1 1 1,0 0-1,0 0 1,-1 0-1,1 1 1,-2 15-1871,1 0 0,0 0 1,2 19-1,3 21-4944</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02.770"/>
    </inkml:context>
    <inkml:brush xml:id="br0">
      <inkml:brushProperty name="width" value="0.05" units="cm"/>
      <inkml:brushProperty name="height" value="0.05" units="cm"/>
      <inkml:brushProperty name="color" value="#E71224"/>
    </inkml:brush>
  </inkml:definitions>
  <inkml:trace contextRef="#ctx0" brushRef="#br0">246 1 15943,'0'0'10424,"4"13"-10254,29 133-212,-32-143 21,0 1 0,0-1 0,0 0 0,0 0 0,0 0 0,1 0 1,-1 0-1,1 0 0,0 0 0,0-1 0,0 1 0,0 0 0,0-1 0,1 0 0,-1 0 1,1 1-1,0-1 0,-1-1 0,1 1 0,0 0 0,0-1 0,0 1 0,0-1 0,0 0 1,1 0-1,-1 0 0,4 0 0,-3-1-5,1 0 0,-1 0 0,1 0 0,-1-1 1,1 0-1,-1 0 0,0 0 0,1 0 0,-1-1 0,0 1 1,0-1-1,0 0 0,0 0 0,0-1 0,0 1 0,-1-1 1,1 0-1,-1 0 0,5-5 0,-6 6 29,3-3 77,-1 0 1,1 0-1,-1 0 0,0 0 1,-1-1-1,1 1 0,4-13 1,-8 17 252,0 19-213,-16 420 440,17-387-513,-2 64-22,1-106 43,-1 0 0,-1 0 0,0 0 0,0 0 0,0-1 0,-1 1 0,-1-1 0,1 0 1,-10 15-1,11-21-32,0 1 1,-1 0-1,1-1 1,-1 1 0,0-1-1,0 0 1,0 0-1,0 0 1,0-1 0,0 1-1,0-1 1,-1 1-1,1-1 1,0 0 0,-1 0-1,1-1 1,-1 1-1,1-1 1,-1 1 0,0-1-1,1 0 1,-1-1-1,1 1 1,-6-2 0,1 1-8,0-1 1,0-1 0,0 1 0,1-1 0,0-1 0,-1 1 0,1-1 0,0 0 0,-9-8 0,-30-28-155,17 14-1094,-35-24-1,51 42-339,0 0 0,0 1 1,-19-7-1,-15-2-5519</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03.145"/>
    </inkml:context>
    <inkml:brush xml:id="br0">
      <inkml:brushProperty name="width" value="0.05" units="cm"/>
      <inkml:brushProperty name="height" value="0.05" units="cm"/>
      <inkml:brushProperty name="color" value="#E71224"/>
    </inkml:brush>
  </inkml:definitions>
  <inkml:trace contextRef="#ctx0" brushRef="#br0">1 9 14839,'0'0'10186,"20"-2"-9364,52-4-88,106 5 0,96 19-429,-111-6-27,895 54-369,-1038-66-83,-18 0 109,1 0 1,-1 0-1,1 0 0,-1 0 1,0 0-1,1 0 0,-1 0 1,1 1-1,-1 0 0,0-1 1,1 1-1,-1 0 0,0 0 1,4 2-1,-6-2 14,0-1 0,0 0 0,1 0 1,-1 1-1,0-1 0,0 0 0,0 1 0,0-1 1,0 0-1,0 1 0,0-1 0,0 0 0,0 0 1,0 1-1,0-1 0,0 0 0,0 1 0,0-1 1,-1 0-1,1 1 0,0-1 0,0 0 0,0 0 1,0 1-1,0-1 0,-1 0 0,1 0 0,0 1 1,0-1-1,-1 0 0,1 0 0,0 0 0,0 1 1,-1-1-1,1 0 0,0 0 0,0 0 0,-1 0 1,1 0-1,0 1 0,-1-1 0,1 0 0,-17 8-1819,-25 7-1748,-11 3-1558</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03.470"/>
    </inkml:context>
    <inkml:brush xml:id="br0">
      <inkml:brushProperty name="width" value="0.05" units="cm"/>
      <inkml:brushProperty name="height" value="0.05" units="cm"/>
      <inkml:brushProperty name="color" value="#E71224"/>
    </inkml:brush>
  </inkml:definitions>
  <inkml:trace contextRef="#ctx0" brushRef="#br0">320 393 15319,'0'0'8519,"-22"-15"-6625,-73-40-1129,92 53-759,0 1 0,0 0 0,-1 0-1,1 0 1,0 0 0,0 0 0,-1 0-1,1 1 1,0 0 0,-1 0 0,1 0-1,0 0 1,-1 0 0,1 1 0,0-1-1,-1 1 1,1 0 0,0 0 0,0 0-1,0 0 1,0 1 0,0-1 0,0 1-1,0 0 1,0 0 0,1 0 0,-1 0-1,1 0 1,-4 5 0,-1-1-8,-4 3 7,1 1-1,0 0 0,1 1 1,0-1-1,1 2 1,-11 17-1,16-22-1,-1-1-1,1 1 1,0 0 0,1 0 0,0 1-1,0-1 1,0 1 0,1-1 0,0 1 0,0-1-1,1 1 1,0-1 0,2 14 0,-1-19-2,0 1 0,1-1 0,-1 1 0,0-1 0,1 0 0,0 0 0,-1 0 0,1 0-1,0 0 1,0 0 0,0-1 0,0 1 0,0 0 0,1-1 0,-1 0 0,0 0 0,1 1 0,-1-1 0,1 0 0,-1-1 0,1 1 0,-1 0 0,1-1 0,0 0 0,-1 1 0,1-1 0,4-1 0,7 2 27,0-1-1,0 0 1,0-2-1,13-2 1,-19 3-16,-1-1-1,0 0 1,1-1-1,-1 0 1,0 0-1,-1 0 1,1-1-1,-1 0 1,1-1 0,-1 1-1,-1-1 1,1 0-1,5-7 1,-2 2 31,-2 0 0,1-1 0,-2 0 0,1 0 1,-2 0-1,1-1 0,4-15 0,-2-1 30,-1-1 0,-2 0-1,0 0 1,-2 0 0,-2-1 0,-1-31-1,-1 49-63,0 0 0,0-1 0,-2 1-1,1 0 1,-2 0 0,0 1 0,0-1-1,-10-18 1,12 25-11,-1 1-1,0-1 1,0 1-1,-1 0 1,1 0 0,-1 0-1,0 0 1,0 0 0,0 1-1,0 0 1,0 0 0,-1 0-1,0 0 1,1 1-1,-1 0 1,0 0 0,0 0-1,0 1 1,-1-1 0,1 1-1,0 0 1,-8 0-1,9 1-84,1 0-1,-1 1 1,1-1-1,0 1 1,-1 0-1,1 0 1,0 0-1,0 0 0,-1 1 1,1-1-1,0 1 1,0 0-1,0-1 1,1 1-1,-1 1 1,0-1-1,1 0 0,0 1 1,-1-1-1,1 1 1,0 0-1,0 0 1,0 0-1,1 0 1,-3 5-1,-1 4-853,0 1 0,1 0-1,1-1 1,0 1 0,-2 21 0,1 27-4480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03.877"/>
    </inkml:context>
    <inkml:brush xml:id="br0">
      <inkml:brushProperty name="width" value="0.05" units="cm"/>
      <inkml:brushProperty name="height" value="0.05" units="cm"/>
      <inkml:brushProperty name="color" value="#E71224"/>
    </inkml:brush>
  </inkml:definitions>
  <inkml:trace contextRef="#ctx0" brushRef="#br0">0 20 15767,'0'0'3119,"20"-4"-475,66-9-376,-83 12-2214,0 0 1,1 1-1,-1 0 1,0-1-1,1 1 1,-1 0-1,0 0 1,1 1-1,-1-1 1,0 1-1,1 0 1,-1 0-1,0 0 1,0 0-1,0 0 1,0 1-1,0 0 1,0-1-1,0 1 1,0 0-1,0 0 1,-1 1-1,0-1 1,1 0-1,-1 1 1,0-1-1,0 1 1,0 0-1,0 0 1,-1 0-1,1 0 1,-1 0-1,1 0 1,-1 0-1,1 5 1,0 6-98,0 1 1,0-1-1,-1 1 1,-1 0-1,-3 29 0,3-44 47,-1 1-13,1 0 1,-1 0 0,1 0 0,0 0 0,0 0 0,0 0-1,0 0 1,0 0 0,0 0 0,0 0 0,0 0-1,0 0 1,0 0 0,0 0 0,0 0 0,1-1 0,-1 1-1,0 0 1,1 0 0,-1 0 0,1 0 0,0 1-1,15-16-43,-2-2 106,42-36 247,-29 27 681,0-1 0,28-37 0,-58 69-868,1 0 1,-1 0-1,1 1 1,0-1 0,-1 12-1,-1-1-60,0 6-215,0 0 0,2 0 1,1 1-1,1-1 0,3 30 0,-3-51 23,0-1 1,0 0 0,0 1-1,0-1 1,1 1 0,-1-1 0,0 0-1,1 0 1,-1 1 0,1-1-1,0 0 1,-1 1 0,1-1-1,0 0 1,0 0 0,0 0 0,-1 0-1,1 0 1,0 0 0,1 0-1,-1 0 1,0 0 0,0-1 0,0 1-1,0 0 1,1-1 0,1 2-1,42 0-5974,-6-5 419</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04.536"/>
    </inkml:context>
    <inkml:brush xml:id="br0">
      <inkml:brushProperty name="width" value="0.05" units="cm"/>
      <inkml:brushProperty name="height" value="0.05" units="cm"/>
      <inkml:brushProperty name="color" value="#E71224"/>
    </inkml:brush>
  </inkml:definitions>
  <inkml:trace contextRef="#ctx0" brushRef="#br0">4 0 15607,'0'0'12331,"0"10"-12101,-3 203 653,3-211-884,0-1 1,0 1 0,0 0 0,0-1-1,0 1 1,0 0 0,0-1-1,1 1 1,-1 0 0,1-1 0,-1 1-1,1 0 1,-1-1 0,1 1-1,0-1 1,0 0 0,0 1 0,0-1-1,0 0 1,0 1 0,0-1 0,1 0-1,-1 0 1,0 0 0,1 0-1,-1 0 1,1 0 0,-1 0 0,1-1-1,-1 1 1,1 0 0,-1-1-1,1 1 1,0-1 0,-1 0 0,1 0-1,0 1 1,-1-1 0,1 0 0,0 0-1,-1-1 1,1 1 0,0 0-1,-1 0 1,3-1 0,3-2 5,0 1 1,1-1 0,-1 0-1,-1-1 1,1 0-1,0 0 1,-1 0-1,8-7 1,1-2 26,-1 0 1,0-1-1,-1 0 1,-1-1-1,17-26 1,-28 47-20,0 0 0,0 0 1,1 0-1,0-1 0,0 1 1,1-1-1,5 9 0,-5-8-35,1 0-1,0 0 0,0-1 0,0 0 0,1 0 0,-1 0 0,1 0 1,1-1-1,-1 1 0,1-1 0,-1-1 0,1 1 0,0-1 0,8 3 1,-11-5 15,-1 0 1,1-1 0,-1 1-1,1 0 1,0-1 0,0 0 0,-1 0-1,1 0 1,0 0 0,-1 0 0,1 0-1,0-1 1,-1 0 0,1 1-1,0-1 1,-1 0 0,1 0 0,-1 0-1,1 0 1,-1-1 0,0 1-1,0-1 1,1 0 0,-1 1 0,0-1-1,0 0 1,-1 0 0,1 0-1,0 0 1,-1-1 0,1 1 0,-1 0-1,0-1 1,1 1 0,-1-1-1,0 1 1,0-4 0,2-3 68,0 0 0,-1 0 1,0-1-1,-1 1 0,0 0 1,-1-1-1,1 1 0,-2-1 0,-1-9 1,2 16-93,0 0 1,0 1 0,0-1-1,-1 0 1,0 1-1,1-1 1,-1 1 0,0-1-1,0 1 1,0-1 0,0 1-1,-1-1 1,1 1-1,-1 0 1,1 0 0,-1 0-1,0 0 1,0 0-1,0 0 1,0 0 0,0 1-1,0-1 1,-1 1 0,1 0-1,0-1 1,-1 1-1,1 0 1,-1 0 0,1 0-1,-1 1 1,1-1 0,-1 1-1,0-1 1,1 1-1,-4 0 1,5 0-107,0 0 1,0 1-1,0-1 1,1 0-1,-1 0 1,0 1-1,0-1 1,0 0-1,1 1 0,-1-1 1,0 1-1,1-1 1,-1 1-1,0-1 1,1 1-1,-1-1 0,1 1 1,-1 0-1,1-1 1,-1 1-1,1 0 1,-1 0-1,1-1 1,0 1-1,-1 0 0,1 0 1,-1 1-1,-2 26-4819,3-24 3768,0 22-6795</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04.912"/>
    </inkml:context>
    <inkml:brush xml:id="br0">
      <inkml:brushProperty name="width" value="0.05" units="cm"/>
      <inkml:brushProperty name="height" value="0.05" units="cm"/>
      <inkml:brushProperty name="color" value="#E71224"/>
    </inkml:brush>
  </inkml:definitions>
  <inkml:trace contextRef="#ctx0" brushRef="#br0">0 0 16392,'0'0'13558,"33"80"-13286,-31-50-224,-2-1-48,0-3 0,0-2-512,0-3-609,0-5-944,0-5-1713,8-9-1200,13-2-7460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05.240"/>
    </inkml:context>
    <inkml:brush xml:id="br0">
      <inkml:brushProperty name="width" value="0.05" units="cm"/>
      <inkml:brushProperty name="height" value="0.05" units="cm"/>
      <inkml:brushProperty name="color" value="#E71224"/>
    </inkml:brush>
  </inkml:definitions>
  <inkml:trace contextRef="#ctx0" brushRef="#br0">1 10 13622,'0'0'14391,"138"-10"-14391,-99 10-64,-11 6-817,-9 5-1248,-15 4-1488,-4 3-1378,-23 6-2208</inkml:trace>
  <inkml:trace contextRef="#ctx0" brushRef="#br0" timeOffset="1">38 184 8004,'0'0'15911,"154"29"-15687,-107-29-224,-1-3-608,-5-1-2033,-4 2-3650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05.601"/>
    </inkml:context>
    <inkml:brush xml:id="br0">
      <inkml:brushProperty name="width" value="0.05" units="cm"/>
      <inkml:brushProperty name="height" value="0.05" units="cm"/>
      <inkml:brushProperty name="color" value="#E71224"/>
    </inkml:brush>
  </inkml:definitions>
  <inkml:trace contextRef="#ctx0" brushRef="#br0">25 24 21354,'0'0'5717,"-3"21"-5439,-1-4-264,-12 94 35,15-98-51,0 1 1,1 0-1,1-1 1,0 1 0,0 0-1,8 26 1,-8-37-17,0 0 0,0 0 0,0 0 0,1 0 0,-1 0 0,1 0 1,0 0-1,0-1 0,0 1 0,0-1 0,1 1 0,-1-1 0,1 0 0,-1 0 0,1 0 0,0 0 0,0 0 0,0-1 1,0 1-1,0-1 0,0 0 0,0 0 0,0 0 0,0 0 0,1 0 0,-1-1 0,0 0 0,1 1 0,-1-1 1,5-1-1,-2 0 14,-1 0 0,0 0 0,1 0 1,-1-1-1,0 0 0,0 0 0,0 0 0,0-1 1,0 0-1,-1 0 0,1 0 0,-1 0 1,0-1-1,0 1 0,0-1 0,0 0 0,-1 0 1,4-5-1,-1-2 94,-1 0 1,0 0-1,0 0 0,-1-1 1,-1 0-1,0 0 0,0 1 1,-1-2-1,-1 1 0,0 0 1,-1-24-1,0 30-60,0 1 0,-1-1 0,0 0 1,0 1-1,0-1 0,0 0 0,-1 1 0,0 0 0,0-1 1,-1 1-1,1 0 0,-1 0 0,0 0 0,-1 0 1,1 1-1,-1 0 0,0-1 0,0 1 0,0 0 0,0 1 1,-1-1-1,0 1 0,1 0 0,-1 0 0,0 0 0,-1 1 1,-5-2-1,10 3-87,0 1 1,0-1-1,0 1 1,0-1-1,0 1 0,0 0 1,-1 0-1,1-1 1,0 1-1,0 0 1,0 0-1,-1 0 0,1 0 1,0 0-1,0 1 1,0-1-1,-1 0 1,1 1-1,0-1 1,0 0-1,0 1 0,0-1 1,0 1-1,0 0 1,0-1-1,0 1 1,0 0-1,0 0 0,-1 1 1,1 1-492,0 0 1,0 0 0,0 0-1,0 0 1,0 0-1,1 0 1,0 0-1,0 0 1,0 6 0,0 21-4835</inkml:trace>
  <inkml:trace contextRef="#ctx0" brushRef="#br0" timeOffset="1">350 176 16215,'0'0'2706</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05.959"/>
    </inkml:context>
    <inkml:brush xml:id="br0">
      <inkml:brushProperty name="width" value="0.05" units="cm"/>
      <inkml:brushProperty name="height" value="0.05" units="cm"/>
      <inkml:brushProperty name="color" value="#E71224"/>
    </inkml:brush>
  </inkml:definitions>
  <inkml:trace contextRef="#ctx0" brushRef="#br0">1 147 8340,'0'0'19614,"15"12"-18704,0-1-687,-7-6-118,0 0 1,-1 1 0,0 0 0,0 0 0,0 1 0,0 0 0,-1 0 0,-1 0 0,1 1 0,-1 0 0,8 16 0,-5-1-4,0-1 0,-2 1 0,-1 0-1,-1 1 1,3 31 0,-5 19-3208,-4-73 2522,0 0-1,0-1 0,1 1 0,-1-1 1,0 1-1,0-1 0,0 0 1,0 0-1,0 0 0,0 0 0,0 0 1,0-1-1,0 1 0,0 0 0,0-1 1,-4-1-1,-23-16-5028</inkml:trace>
  <inkml:trace contextRef="#ctx0" brushRef="#br0" timeOffset="1">29 54 17496,'0'0'8564,"155"-51"-7700,-100 49-335,-5 2-241,-7 0-96,-10 2-192,-10 10-624,-11 3-1922,-4 2-2928,-6 2-7060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09.778"/>
    </inkml:context>
    <inkml:brush xml:id="br0">
      <inkml:brushProperty name="width" value="0.05" units="cm"/>
      <inkml:brushProperty name="height" value="0.05" units="cm"/>
      <inkml:brushProperty name="color" value="#E71224"/>
    </inkml:brush>
  </inkml:definitions>
  <inkml:trace contextRef="#ctx0" brushRef="#br0">5 360 13926,'0'0'2610,"-1"-16"-756,-2-52 80,3 63-1662,0 0-1,0 0 1,1-1 0,0 1-1,0 0 1,0 0 0,0 0-1,1 0 1,0 0 0,0 0-1,1 0 1,-1 1 0,1-1-1,0 1 1,0 0 0,0 0 0,1 0-1,-1 0 1,1 0 0,0 1-1,0-1 1,1 1 0,6-4-1,-10 7-238,1 0 1,-1 0-1,0-1 0,1 1 0,-1 0 0,0 0 0,1 0 0,-1 0 0,0 1 1,1-1-1,-1 0 0,0 0 0,1 1 0,-1-1 0,0 1 0,0-1 0,1 1 1,-1 0-1,0 0 0,0-1 0,0 1 0,0 0 0,0 0 0,0 0 0,0 0 1,0 0-1,1 1 0,24 37 160,-19-29-41,30 48 71,-17-26-119,2-1 0,40 46 0,-53-68-93,1 0 0,0 0 0,0-1-1,1 0 1,0 0 0,1-2 0,0 1-1,0-2 1,0 1 0,1-2-1,16 5 1,23 0 5,0-2 0,1-3 0,93-4 0,-70-1-8,576-35 7,2 0-70,-294 42 43,74-1-163,-404-6 170,0-1-1,0-1 0,-1-2 0,1 0 0,-1-3 0,0 0 0,0-2 0,50-24 0,-63 25 79,1-1 1,-2 0-1,0-1 0,0-1 1,-1 0-1,0-1 1,-1 0-1,0-1 0,-1-1 1,-1 0-1,-1 0 0,0-1 1,0 0-1,-2-1 1,8-21-1,-9 19-27,-1 0-1,-2 0 1,1-1 0,-2 1 0,-1-1-1,0-22 1,-16 45-7148,-3 7-832</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11.327"/>
    </inkml:context>
    <inkml:brush xml:id="br0">
      <inkml:brushProperty name="width" value="0.05" units="cm"/>
      <inkml:brushProperty name="height" value="0.05" units="cm"/>
      <inkml:brushProperty name="color" value="#E71224"/>
    </inkml:brush>
  </inkml:definitions>
  <inkml:trace contextRef="#ctx0" brushRef="#br0">1 90 13670,'0'0'8444,"2"-9"-7758,-1 4-568,7-18 213,-1 20-60,2 15 175,0 11-118,-1 0 1,-1 1-1,-1-1 1,-1 2-1,2 29 1,-3-20-233,2 0 1,11 34-1,-14-58-91,1 0 0,0-1 0,0 0 0,1 0 0,0 0 0,0-1 0,1 0 0,0 0 0,1 0 1,-1-1-1,12 10 0,-12-13-2,0 0 0,0 0 0,1-1 0,0 1 0,-1-2 0,1 1 0,1-1 0,-1 0 0,0 0 0,14 1 0,79-1-38,-61-3 47,51-4 36,0-4 1,130-30-1,-82 13-43,-80 15-1,295-45 84,2 30-17,752-5-133,-636 27 398,-376 11-335,110 24 0,-22-3-16,90-13-25,-271-16 55,1 1 0,0-1 1,0 0-1,-1 0 0,1-1 0,0 1 0,-1 0 1,1-1-1,-1 0 0,0 1 0,1-1 1,-1 0-1,0 0 0,0-1 0,0 1 0,-1 0 1,1 0-1,0-1 0,-1 1 0,0-1 0,1 0 1,-1 1-1,0-1 0,1-3 0,1-5 148,1 1 0,-1-1 0,-1 1 0,0-1 0,1-14 0,16-209 1939,-19 233-2211,-1 0 0,1 0 1,0 0-1,0 0 0,-1 0 0,1 0 0,-1 1 0,1-1 0,-1 0 0,1 0 1,-1 0-1,1 1 0,-1-1 0,0 0 0,1 1 0,-1-1 0,0 0 0,0 1 1,1-1-1,-1 1 0,0-1 0,0 1 0,0 0 0,0-1 0,0 1 0,0 0 1,0-1-1,1 1 0,-1 0 0,0 0 0,0 0 0,0 0 0,0 0 1,0 0-1,0 0 0,0 0 0,0 1 0,-1-1 0,-10-1-1402,-29-7-5943</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54.345"/>
    </inkml:context>
    <inkml:brush xml:id="br0">
      <inkml:brushProperty name="width" value="0.05" units="cm"/>
      <inkml:brushProperty name="height" value="0.05" units="cm"/>
      <inkml:brushProperty name="color" value="#E71224"/>
    </inkml:brush>
  </inkml:definitions>
  <inkml:trace contextRef="#ctx0" brushRef="#br0">74 99 8052,'0'0'8697,"0"-16"-5333,0-5-2623,-1-11 158,2 2 3304,-6 93-4245,1-24 61,1 1 0,2-1 1,6 55-1,-5-92-20,0 1 0,1-1 0,-1 1 0,1 0 0,0-1 0,-1 0 1,1 1-1,1-1 0,-1 1 0,0-1 0,0 0 0,1 0 0,-1 0 1,1 0-1,0 0 0,-1 0 0,1 0 0,0 0 0,0-1 1,0 1-1,1-1 0,-1 1 0,0-1 0,1 0 0,-1 0 0,0 0 1,1 0-1,-1-1 0,1 1 0,-1-1 0,1 1 0,0-1 0,2 0 1,-1 0 2,0 0 1,0-1 0,0 0-1,0 1 1,0-1 0,-1-1-1,1 1 1,0-1-1,-1 1 1,1-1 0,-1 0-1,0 0 1,0 0 0,1-1-1,-1 1 1,-1-1 0,1 0-1,0 0 1,-1 0 0,1 0-1,1-4 1,4-8 153,-1-1 1,-1 1-1,-1-1 1,0 0-1,-1 0 1,-1-1 0,0 1-1,0-30 1,-19 445-52,1-74-18,16-225-83,0-48-10,-2 1 0,-8 58 0,9-110 46,0 0-1,0 0 1,0 0-1,0 0 0,0 0 1,0 0-1,0 0 1,0 0-1,-1 0 0,1 0 1,0 0-1,-1 0 1,1 0-1,0 0 0,-1 0 1,1 0-1,-1-1 1,1 1-1,-1 0 0,0 0 1,1 0-1,-1-1 1,0 1-1,0 0 0,1-1 1,-1 1-1,0-1 1,0 1-1,0-1 0,0 1 1,0-1-1,1 0 1,-1 1-1,0-1 0,0 0 1,0 0-1,0 0 1,0 1-1,0-1 0,0 0 1,0 0-1,0 0 1,0-1-1,0 1 0,0 0 1,0 0-1,0-1 1,0 1-1,0 0 0,0-1 1,0 1-1,0-1 1,1 1-1,-1-1 0,0 1 1,0-1-1,0 0 1,1 1-1,-1-1 0,-1-1 1,-6-5 190,1 0 0,-1-1 0,1 0 0,-8-12 0,0-2-163,1 0 1,0-1-1,2 0 0,1-1 1,0-1-1,2 0 0,1 0 1,1-1-1,1 0 1,1 0-1,-2-46 0,8 66-147,-1-1 0,1 1-1,1-1 1,-1 1 0,1 0-1,0 0 1,1 0 0,-1 0 0,1 0-1,0 0 1,1 1 0,-1-1-1,1 1 1,0 0 0,1 0-1,-1 1 1,1-1 0,6-4-1,11-8-866,1 2 0,0 0 1,25-11-1,-30 16 7,120-64-9553,-68 35-136</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54.706"/>
    </inkml:context>
    <inkml:brush xml:id="br0">
      <inkml:brushProperty name="width" value="0.05" units="cm"/>
      <inkml:brushProperty name="height" value="0.05" units="cm"/>
      <inkml:brushProperty name="color" value="#E71224"/>
    </inkml:brush>
  </inkml:definitions>
  <inkml:trace contextRef="#ctx0" brushRef="#br0">1 45 8980,'0'0'13318,"128"-45"-13878,-104 51-1521,-7 12-2017,-13 5-4018</inkml:trace>
  <inkml:trace contextRef="#ctx0" brushRef="#br0" timeOffset="1">28 198 11077,'0'0'11125,"117"6"-10581,-72-15-448,-1 1-96,-3 3-1664,-2-1-1490,4-1-4881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55.109"/>
    </inkml:context>
    <inkml:brush xml:id="br0">
      <inkml:brushProperty name="width" value="0.05" units="cm"/>
      <inkml:brushProperty name="height" value="0.05" units="cm"/>
      <inkml:brushProperty name="color" value="#E71224"/>
    </inkml:brush>
  </inkml:definitions>
  <inkml:trace contextRef="#ctx0" brushRef="#br0">19 0 17176,'0'0'10621,"-2"12"-10549,-1 14-69,-4 26-188,3 0 0,2 79 0,2-130 153,0 0 1,1 0 0,-1 1 0,0-1 0,1 0 0,-1 0 0,1 0 0,0 0 0,-1 0 0,1 0 0,0 0 0,-1 0 0,1 0 0,0 0 0,0 0 0,0-1 0,0 1 0,0 0 0,0-1 0,0 1 0,0 0 0,0-1 0,0 1 0,0-1 0,1 0 0,-1 1 0,0-1 0,0 0 0,0 0 0,1 1 0,-1-1 0,0 0 0,0 0 0,0-1 0,1 1 0,-1 0 0,0 0 0,0-1 0,0 1 0,0 0 0,2-2 0,3 1 12,-1-1 0,0 1 0,0-1-1,1-1 1,-1 1 0,-1-1 0,1 0-1,4-3 1,6-8 83,-1-1 0,-1 0 0,0-1 0,-1-1 0,-1 0 0,17-33 0,-28 102 136,1-26-202,-1-21-51,0-1 1,0 1-1,1 0 0,-1 0 1,1-1-1,1 1 1,-1 0-1,0-1 0,1 1 1,0-1-1,0 1 0,1-1 1,-1 0-1,1 0 1,0 0-1,0 0 0,0-1 1,0 1-1,1-1 1,-1 0-1,1 0 0,0 0 1,0 0-1,0-1 0,0 1 1,1-1-1,-1 0 1,1 0-1,-1-1 0,1 0 1,-1 1-1,1-1 1,0-1-1,0 1 0,-1-1 1,1 0-1,0 0 0,0 0 1,0-1-1,0 1 1,-1-1-1,10-3 0,-10 2 101,0 0 0,0 0 0,0 0 0,0 0 0,0-1 0,-1 1-1,1-1 1,-1 0 0,0 0 0,1-1 0,-1 1 0,-1 0 0,1-1-1,0 0 1,-1 0 0,0 0 0,0 0 0,0 0 0,-1 0-1,1 0 1,-1-1 0,2-7 0,0-8 352,0-1 0,-1 1 0,-1-31-1,-1 44-325,-1 0-1,1 0 0,-2 1 1,1-1-1,-1 0 1,0 1-1,0 0 0,-4-8 1,5 12-88,-1-1-1,1 0 1,0 1 0,-1-1 0,0 1 0,0 0 0,0-1 0,0 1-1,0 0 1,0 0 0,0 0 0,0 0 0,-1 1 0,1-1 0,-1 1 0,0-1-1,1 1 1,-1 0 0,0 0 0,0 0 0,-3 0 0,6 1-92,0 0 0,-1 0 0,1 0 0,-1 1 0,1-1 0,0 0-1,-1 0 1,1 0 0,0 1 0,-1-1 0,1 0 0,0 1 0,-1-1 0,1 0 0,0 1 0,-1-1 0,1 0 0,0 1 0,0-1 0,0 1 0,-1-1 0,1 0 0,0 1 0,0-1 0,0 1 0,0-1 0,0 1 0,0-1-1,0 0 1,0 1 0,0-1 0,0 1 0,0 0 0,0 22-2759,0-17 1762,0 28-3614</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55.453"/>
    </inkml:context>
    <inkml:brush xml:id="br0">
      <inkml:brushProperty name="width" value="0.05" units="cm"/>
      <inkml:brushProperty name="height" value="0.05" units="cm"/>
      <inkml:brushProperty name="color" value="#E71224"/>
    </inkml:brush>
  </inkml:definitions>
  <inkml:trace contextRef="#ctx0" brushRef="#br0">0 1 12086,'0'0'16727,"21"35"-16631,-21 0-16,0 4-80,0 2-272,0-4-1008,-4-4-1346,4-5-1472,0-8-1904</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55.811"/>
    </inkml:context>
    <inkml:brush xml:id="br0">
      <inkml:brushProperty name="width" value="0.05" units="cm"/>
      <inkml:brushProperty name="height" value="0.05" units="cm"/>
      <inkml:brushProperty name="color" value="#E71224"/>
    </inkml:brush>
  </inkml:definitions>
  <inkml:trace contextRef="#ctx0" brushRef="#br0">1 92 6931,'0'0'9901,"22"-7"-6540,76-23-1264,-94 29-1993,0-1-1,-1 1 1,1 0-1,0 1 1,0-1-1,0 1 1,0-1-1,0 1 1,0 1-1,0-1 0,0 0 1,0 1-1,0 0 1,0 0-1,0 0 1,0 0-1,-1 1 1,1-1-1,0 1 1,-1 0-1,1 0 1,-1 0-1,0 1 1,0-1-1,0 1 1,0 0-1,0 0 1,-1 0-1,1 0 1,-1 0-1,0 1 1,1-1-1,-2 1 1,1-1-1,0 1 0,1 5 1,-1-1-107,0 0 1,0 0-1,-1 0 0,0 0 0,-1 0 1,0 0-1,0 1 0,-1-1 1,0 0-1,0 0 0,-1 0 1,0 0-1,0-1 0,-1 1 1,-4 9-1,-23 31-1510,58-71 531,5-12 1285,-1-2-1,32-50 0,8-30 3314,-71 152-2704,-4-9-860,0 0 0,-2-1 0,-13 42 0,0 2-1421,8 0-3846,10-52 639</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56.156"/>
    </inkml:context>
    <inkml:brush xml:id="br0">
      <inkml:brushProperty name="width" value="0.05" units="cm"/>
      <inkml:brushProperty name="height" value="0.05" units="cm"/>
      <inkml:brushProperty name="color" value="#E71224"/>
    </inkml:brush>
  </inkml:definitions>
  <inkml:trace contextRef="#ctx0" brushRef="#br0">0 1 14791,'0'0'13142,"21"35"-12534,-17 0-416,-4 2 48,0-1-224,0-1-32,0-2-400,-6-1-1569,2-8-1665,4-4-1968</inkml:trace>
  <inkml:trace contextRef="#ctx0" brushRef="#br0" timeOffset="1">628 58 16023,'0'0'12246,"149"-26"-11894,-100 26-16,-4 0-144,3 0-192,-3 0-48,0 0-16,-6 0-832,3 0-961,-7 0-1521,-7-11-1104,-7-7-4962</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56.501"/>
    </inkml:context>
    <inkml:brush xml:id="br0">
      <inkml:brushProperty name="width" value="0.05" units="cm"/>
      <inkml:brushProperty name="height" value="0.05" units="cm"/>
      <inkml:brushProperty name="color" value="#E71224"/>
    </inkml:brush>
  </inkml:definitions>
  <inkml:trace contextRef="#ctx0" brushRef="#br0">91 0 8676,'0'0'17832,"-91"56"-16759,91 0-401,0 3-432,0 2-192,0 0-48,0 0-896,0-7-1794,0-13-2912,19-12-6372</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56.860"/>
    </inkml:context>
    <inkml:brush xml:id="br0">
      <inkml:brushProperty name="width" value="0.05" units="cm"/>
      <inkml:brushProperty name="height" value="0.05" units="cm"/>
      <inkml:brushProperty name="color" value="#E71224"/>
    </inkml:brush>
  </inkml:definitions>
  <inkml:trace contextRef="#ctx0" brushRef="#br0">101 1 6931,'0'0'21319,"3"5"-21220,-1-2-97,0 1 1,-1 0-1,1 0 1,-1 0-1,0-1 0,0 1 1,0 0-1,-1 1 1,1-1-1,-1 0 1,0 0-1,0 0 0,0 0 1,-2 8-1,-21 64 120,18-63-281,0 0 1,1 1-1,0-1 0,2 1 0,-3 19 0,7-32 138,-1-1 1,1 1-1,-1 0 1,1-1-1,0 0 1,-1 1-1,1-1 1,0 0-1,-1 0 1,1 0-1,0 0 1,-1 0-1,1 0 1,0 0-1,0-1 1,1 0-1,-2 1 12,42-7 9,-10 1-151,-1 1 0,35 1 0,-65 4 135,-1 0-1,0 0 1,0 0-1,1 0 1,-1 0 0,0 0-1,0 1 1,1-1 0,-1 0-1,0 1 1,0-1-1,0 1 1,0 0 0,0-1-1,1 1 1,-1 0 0,0 0-1,-1 0 1,1-1-1,0 1 1,0 0 0,0 0-1,0 0 1,-1 0-1,1 1 1,0-1 0,-1 0-1,1 0 1,-1 0 0,0 0-1,1 1 1,-1-1-1,0 0 1,0 0 0,1 1-1,-1 0 1,0 1 5,0-1 0,-1 0 0,1 0 0,0 0 0,-1 1 0,1-1 0,-1 0 0,1 0 0,-1 0 0,0 0 0,0 0 0,0 0 0,0 0 0,-1-1 0,1 1 0,0 0 0,-1-1 0,1 1 0,-1 0 0,1-1 0,-4 2 0,-12 6 41,0-2 1,-1 0 0,0-1-1,0 0 1,0-2 0,-1 0-1,1-1 1,-1-1 0,0-1-1,0-1 1,-34-3 0,33-4-644,12-5-3569</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57.219"/>
    </inkml:context>
    <inkml:brush xml:id="br0">
      <inkml:brushProperty name="width" value="0.05" units="cm"/>
      <inkml:brushProperty name="height" value="0.05" units="cm"/>
      <inkml:brushProperty name="color" value="#E71224"/>
    </inkml:brush>
  </inkml:definitions>
  <inkml:trace contextRef="#ctx0" brushRef="#br0">1 20 14006,'0'0'13545,"13"-3"-13070,16-3-451,0 1 0,0 2 0,0 1 0,36 1 0,-64 1-158,0 0 0,0 0 0,1 1 0,-1-1 0,0 0 0,0 0-1,0 0 1,0 1 0,0-1 0,1 1 0,-1-1 0,0 1 0,0-1 0,0 1 0,0 0 0,0-1-1,-1 1 1,1 0 0,0 0 0,0 0 0,0 0 0,-1-1 0,1 1 0,0 0 0,-1 0-1,1 0 1,-1 1 0,1-1 0,-1 0 0,1 0 0,-1 0 0,0 0 0,0 0 0,0 1 0,1-1-1,-1 0 1,0 0 0,0 0 0,-1 0 0,1 1 0,0-1 0,0 0 0,0 0 0,-1 0-1,1 0 1,-2 2 0,1 3-303,-1-1-1,-1 0 0,1-1 1,-1 1-1,0 0 0,0-1 1,0 1-1,-7 7 0,-14 7 125,17-15 685,1 1 0,0 0-1,0 0 1,0 1 0,1-1 0,-10 13-1,15-17-336,0-1 0,0 0 0,0 0 0,0 0-1,0 1 1,0-1 0,0 0 0,0 0 0,0 1-1,0-1 1,0 0 0,0 0 0,0 0 0,0 0 0,1 1-1,-1-1 1,0 0 0,0 0 0,0 0 0,0 1 0,0-1-1,0 0 1,0 0 0,1 0 0,-1 0 0,0 0-1,0 1 1,0-1 0,0 0 0,1 0 0,-1 0 0,0 0-1,0 0 1,0 0 0,1 0 0,-1 0 0,0 0 0,0 0-1,0 0 1,1 0 0,-1 0 0,0 0 0,0 0-1,0 0 1,1 0 0,-1 0 0,0 0 0,0 0 0,0 0-1,1 0 1,-1 0 0,0 0 0,0 0 0,0 0 0,0 0-1,1-1 1,-1 1 0,0 0 0,0 0 0,4 0 308,69 0 2658,14 1-2228,0-2-4549,-54-1-1848</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57.847"/>
    </inkml:context>
    <inkml:brush xml:id="br0">
      <inkml:brushProperty name="width" value="0.05" units="cm"/>
      <inkml:brushProperty name="height" value="0.05" units="cm"/>
      <inkml:brushProperty name="color" value="#E71224"/>
    </inkml:brush>
  </inkml:definitions>
  <inkml:trace contextRef="#ctx0" brushRef="#br0">0 10 20649,'0'0'6022,"2"23"-5945,-1-2-54,-1-2-11,1 0 0,0 0 0,2 1 0,0-2 0,1 1 0,10 27 0,-13-44-11,0 0-1,0 0 1,-1 0-1,1 0 1,1 0-1,-1-1 1,0 1 0,0 0-1,1-1 1,-1 1-1,1-1 1,-1 1-1,1-1 1,-1 0 0,1 0-1,0 0 1,0 1-1,0-2 1,-1 1-1,1 0 1,0 0 0,0-1-1,3 1 1,-1-1 9,-1 0 0,0 0-1,1-1 1,-1 1 0,0-1 0,0 0 0,0 0 0,0 0 0,0-1 0,0 1-1,0-1 1,0 1 0,3-4 0,9-7 36,-1-1 1,0 0-1,23-30 1,-36 41-52,42-51 576,-42 53-569,-1 0-1,0-1 1,1 1-1,-1 0 1,1 0-1,-1 0 1,0 0-1,1 0 1,-1 0-1,1 0 1,-1-1-1,0 1 1,1 0-1,-1 0 1,1 1-1,-1-1 1,0 0-1,1 0 1,-1 0-1,1 0 1,-1 0-1,0 0 1,1 0-1,-1 1 1,0-1-1,1 0 1,-1 0-1,0 0 1,1 1-1,-1-1 1,0 0-1,1 1 1,-1-1-1,0 0 1,0 1-1,0-1 1,1 0-1,-1 1 0,0-1 1,0 0-1,1 1 1,10 18-97,-10-16 114,5 7-43,0 0 1,1 0-1,1-1 0,12 14 0,-17-21 2,-1 1-1,1-1 0,0 1 1,0-1-1,0 0 0,0 0 1,0 0-1,1-1 0,-1 1 1,1-1-1,-1 1 0,1-1 1,-1-1-1,1 1 0,0 0 0,-1-1 1,1 1-1,6-2 0,-9 1 31,1-1 0,0 1-1,-1-1 1,1 0-1,-1 0 1,1 0 0,-1 0-1,0 0 1,1 0-1,-1 0 1,0-1-1,0 1 1,0 0 0,0-1-1,0 1 1,0-1-1,0 1 1,0-1-1,0 1 1,-1-1 0,1 1-1,-1-1 1,1 0-1,-1 1 1,1-4-1,4-47 386,-5 48-348,1-19 144,0 15-131,0 0 0,-1 0-1,0-1 1,0 1-1,-1 0 1,0-1-1,0 1 1,-5-13-1,-3 11-826,5 19-2054,2 22-2861,3-29 5423,-1 24-4830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58.222"/>
    </inkml:context>
    <inkml:brush xml:id="br0">
      <inkml:brushProperty name="width" value="0.05" units="cm"/>
      <inkml:brushProperty name="height" value="0.05" units="cm"/>
      <inkml:brushProperty name="color" value="#E71224"/>
    </inkml:brush>
  </inkml:definitions>
  <inkml:trace contextRef="#ctx0" brushRef="#br0">1 0 14823,'0'0'14278,"47"128"-14230,-47-85-48,0 1-576,0 1-1089,-4-5-2224,0-2-2034,4-9-11013</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59.004"/>
    </inkml:context>
    <inkml:brush xml:id="br0">
      <inkml:brushProperty name="width" value="0.05" units="cm"/>
      <inkml:brushProperty name="height" value="0.05" units="cm"/>
      <inkml:brushProperty name="color" value="#E71224"/>
    </inkml:brush>
  </inkml:definitions>
  <inkml:trace contextRef="#ctx0" brushRef="#br0">152 20 15895,'0'0'11443,"-3"-7"-10998,3 7-442,-1-1-1,1 0 0,0 1 0,0-1 0,-1 0 0,1 1 1,0-1-1,-1 0 0,1 1 0,-1-1 0,1 1 1,-1-1-1,1 1 0,-1-1 0,1 1 0,-1-1 0,1 1 1,-1 0-1,1-1 0,-1 1 0,0 0 0,1-1 1,-1 1-1,0 0 0,1 0 0,-1 0 0,0-1 0,0 1 1,1 0-1,-1 0 0,0 0 0,1 0 0,-1 0 1,0 0-1,0 1 0,1-1 0,-1 0 0,0 0 0,1 0 1,-1 1-1,0-1 0,1 0 0,-2 1 0,-2 3 29,1-1-1,0 1 0,0-1 0,0 1 0,0 0 1,0 0-1,-4 9 0,-10 23 217,-13 41 0,29-74-238,-9 24 12,1 1 0,2 0 0,0 0 0,2 1 0,1 0 0,2 0 0,0 0 0,2 0 0,5 35 1,-4-59-154,0 0 0,0 0 1,1 0-1,0 0 0,0 0 1,0 0-1,1 0 0,-1-1 1,1 1-1,0-1 0,1 0 1,-1 0-1,1 0 0,0 0 1,0-1-1,0 1 0,0-1 1,5 3-1,-4-3-573,1-1-1,-1 1 1,0-1-1,1 0 1,0-1 0,-1 1-1,1-1 1,0 0 0,0 0-1,7-1 1,17 0-4791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59.379"/>
    </inkml:context>
    <inkml:brush xml:id="br0">
      <inkml:brushProperty name="width" value="0.05" units="cm"/>
      <inkml:brushProperty name="height" value="0.05" units="cm"/>
      <inkml:brushProperty name="color" value="#E71224"/>
    </inkml:brush>
  </inkml:definitions>
  <inkml:trace contextRef="#ctx0" brushRef="#br0">118 0 14999,'0'0'9329,"-18"21"-8886,-54 68-181,69-85-250,0 0 1,0-1 0,1 1 0,-1 0-1,1 0 1,0 1 0,0-1-1,1 0 1,-1 1 0,1-1-1,0 1 1,0-1 0,0 1-1,1 0 1,0-1 0,0 1-1,0 0 1,0-1 0,1 1-1,-1-1 1,1 1 0,3 8-1,-2-10-9,0 0-1,0 0 1,1 0-1,-1 0 0,1 0 1,0-1-1,0 1 1,0-1-1,0 1 0,0-1 1,0 0-1,0 0 1,1-1-1,-1 1 0,1-1 1,-1 0-1,1 1 1,0-2-1,0 1 0,-1 0 1,1-1-1,4 1 1,-1-1 15,0 0-1,-1 0 1,1 0 0,-1-1 0,1 0 0,0 0 0,-1 0 0,0-1 0,1 0 0,-1 0-1,0-1 1,0 0 0,11-7 0,-14 7 9,1 0 1,0-1-1,-1 1 0,0-1 0,0 0 0,0 0 1,0 0-1,-1-1 0,1 1 0,-1-1 1,0 1-1,0-1 0,-1 0 0,0 1 1,1-1-1,-1 0 0,-1 0 0,1 0 0,-1-7 1,0 7-41,0 0 0,-1 0 1,0 0-1,1 1 1,-2-1-1,1 0 0,0 0 1,-1 0-1,0 1 1,0-1-1,-1 1 1,1 0-1,-1-1 0,0 1 1,0 0-1,0 1 1,0-1-1,-1 0 0,0 1 1,1 0-1,-1 0 1,-1 0-1,1 0 0,0 1 1,-1 0-1,1 0 1,-8-3-1,6 3-492,1 1 1,-1 0-1,1 0 0,-1 0 0,0 1 1,1 0-1,-1 0 0,1 0 1,-11 2-1,6 4-4292,9 9-3145</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59.723"/>
    </inkml:context>
    <inkml:brush xml:id="br0">
      <inkml:brushProperty name="width" value="0.05" units="cm"/>
      <inkml:brushProperty name="height" value="0.05" units="cm"/>
      <inkml:brushProperty name="color" value="#E71224"/>
    </inkml:brush>
  </inkml:definitions>
  <inkml:trace contextRef="#ctx0" brushRef="#br0">0 47 16103,'0'0'8564,"122"-37"-15479,-81 28-3458</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00.067"/>
    </inkml:context>
    <inkml:brush xml:id="br0">
      <inkml:brushProperty name="width" value="0.05" units="cm"/>
      <inkml:brushProperty name="height" value="0.05" units="cm"/>
      <inkml:brushProperty name="color" value="#E71224"/>
    </inkml:brush>
  </inkml:definitions>
  <inkml:trace contextRef="#ctx0" brushRef="#br0">90 332 4306,'0'0'22111,"4"15"-20723,3 8-874,1-1 0,0-1 1,2 0-1,22 36 1,-28-52-519,0 1 1,0 0 0,-1 0 0,0 0 0,0 0-1,0 1 1,-1-1 0,0 1 0,0-1 0,-1 1-1,0 0 1,0 0 0,0-1 0,-1 9 0,-1-14-75,0 0 1,0 0 0,1 0-1,-1 0 1,0 0 0,0 0-1,0 0 1,0-1 0,0 1-1,0 0 1,0-1 0,0 1-1,0 0 1,0-1 0,-1 0-1,1 1 1,0-1 0,0 0-1,0 1 1,-1-1 0,1 0-1,0 0 1,0 0 0,-1 0-1,1 0 1,-2-1 0,-39 0-2127,40 0 1981,-4 1-132,0-2-1,0 1 0,1-1 0,-1 0 1,1 0-1,-1 0 0,1-1 0,0 0 1,0 0-1,0 0 0,0-1 0,0 1 1,1-1-1,0 0 0,0-1 0,0 1 1,0-1-1,1 1 0,-1-1 0,1 0 1,0-1-1,1 1 0,-1 0 0,1-1 1,0 1-1,1-1 0,-1 0 0,1 0 0,0 1 1,1-1-1,-1 0 0,1 0 0,0 0 1,1 0-1,-1 0 0,1 0 0,0 0 1,1 1-1,-1-1 0,1 0 0,1 1 1,4-11-1,2 3 1087,1 0 1,0 0-1,1 1 1,0 0 0,1 1-1,0 0 1,0 1-1,1 1 1,1 0-1,0 0 1,0 2-1,1 0 1,-1 0-1,1 1 1,25-6-1,-6 3-142,0 2 0,42-4-1,-4 6-3250,-3 3-3325,-55 2-1571</inkml:trace>
  <inkml:trace contextRef="#ctx0" brushRef="#br0" timeOffset="1">549 1 19257,'0'0'10052,"7"12"-9718,12 22-189,-3 1 1,-1 1 0,-1 0-1,-3 1 1,0 0-1,-3 1 1,-1 0-1,4 67 1,-10-71-169,-1-1 0,-1 0 0,-12 63 1,9-81-93,0 1 1,-1-2 0,-1 1 0,0 0 0,-1-1-1,0 0 1,-2-1 0,1 0 0,-2 0 0,-13 15 0,7-10-407,-1-1 0,-1-1 1,-22 16-1,-4-10-5133</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00.442"/>
    </inkml:context>
    <inkml:brush xml:id="br0">
      <inkml:brushProperty name="width" value="0.05" units="cm"/>
      <inkml:brushProperty name="height" value="0.05" units="cm"/>
      <inkml:brushProperty name="color" value="#E71224"/>
    </inkml:brush>
  </inkml:definitions>
  <inkml:trace contextRef="#ctx0" brushRef="#br0">0 7 14231,'0'0'13766,"99"-7"-13334,-33 7-320,-4 4-48,-11 1 112,-8-3-176,-10 4-144,-4-4-976,-6 1-833,-5-1-1889,-1-2-1617</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00.789"/>
    </inkml:context>
    <inkml:brush xml:id="br0">
      <inkml:brushProperty name="width" value="0.05" units="cm"/>
      <inkml:brushProperty name="height" value="0.05" units="cm"/>
      <inkml:brushProperty name="color" value="#E71224"/>
    </inkml:brush>
  </inkml:definitions>
  <inkml:trace contextRef="#ctx0" brushRef="#br0">34 0 16424,'0'0'12629,"-3"5"-12381,0 1-173,0 1 0,1-1 1,0 1-1,0 0 0,0 0 0,1-1 0,0 1 0,0 0 0,1 11 0,6 76 491,-1-27-413,-11 115-752,-9-63-4321,12-91 973,3-12-3149</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01.211"/>
    </inkml:context>
    <inkml:brush xml:id="br0">
      <inkml:brushProperty name="width" value="0.05" units="cm"/>
      <inkml:brushProperty name="height" value="0.05" units="cm"/>
      <inkml:brushProperty name="color" value="#E71224"/>
    </inkml:brush>
  </inkml:definitions>
  <inkml:trace contextRef="#ctx0" brushRef="#br0">171 0 19913,'0'0'6979,"3"17"-6728,-1 4-243,-1 1 0,-1 0 0,0-1 0,-2 1 0,0 0 0,-2-1 0,-7 25 0,1-17-161,-1-2 0,-1 1 0,-2-1 0,-23 36-1,42-69 141,0 1-1,1 0 0,-1 0 0,1 0 0,0 1 0,1 0 0,-1 0 0,1 0 0,0 1 1,10-3-1,-4 1 13,1 0 0,0 1 0,0 1 0,27-3 0,-33 5-12,0 1 1,0 0-1,0 0 0,0 1 0,0 0 0,10 2 1,-16-2 7,0 0 1,1 0 0,-1 0 0,0 0 0,0 0-1,0 1 1,-1-1 0,1 1 0,0-1 0,0 1-1,-1 0 1,1-1 0,-1 1 0,0 0 0,1 0-1,-1 0 1,0 0 0,0 0 0,0 0 0,0 0-1,-1 1 1,1-1 0,0 0 0,-1 0 0,0 1-1,1 2 1,-1 0-1,1 0 0,-1 0-1,1 0 1,-1 0 0,-1 1-1,1-1 1,-1 0 0,0 0-1,0 0 1,0 0 0,-1-1 0,0 1-1,0 0 1,0-1 0,0 1-1,-1-1 1,1 1 0,-8 6-1,4-5 9,-1 0-1,0-1 0,0 0 1,0-1-1,-1 0 1,0 0-1,0 0 0,0-1 1,0 0-1,-13 2 1,4 0 11,-1-1 1,-1-1-1,-26 2 1,39-5-15,1 0 0,0 0 0,0 0 0,0-1 1,-1 0-1,1 0 0,0 0 0,0 0 0,0-1 1,0 0-1,0 0 0,1 0 0,-1-1 0,1 0 1,-1 0-1,-6-5 0,6 3-141,-13-15-1846,9 4-2824,5 5-2345</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15.327"/>
    </inkml:context>
    <inkml:brush xml:id="br0">
      <inkml:brushProperty name="width" value="0.05" units="cm"/>
      <inkml:brushProperty name="height" value="0.05" units="cm"/>
      <inkml:brushProperty name="color" value="#E71224"/>
    </inkml:brush>
  </inkml:definitions>
  <inkml:trace contextRef="#ctx0" brushRef="#br0">18 73 3618,'0'0'14993,"-3"-2"-13451,1 1-1446,1 0-1,1 1 1,-1-1-1,0 0 1,0 0-1,0 0 1,0 1-1,0-1 1,1 0-1,-1 0 1,0 0-1,1 0 1,-1 0 0,1 0-1,-1-1 1,1 1-1,0 0 1,-1 0-1,1 0 1,0 0-1,0 0 1,0-1-1,0 1 1,0 0-1,0 0 1,0 0-1,0 0 1,0-1-1,1 1 1,-1 0-1,0 0 1,1 0-1,-1 0 1,1 0-1,-1 0 1,1 0-1,-1 0 1,1 0 0,0 0-1,0 0 1,-1 0-1,1 0 1,0 0-1,0 1 1,0-1-1,0 0 1,0 1-1,0-1 1,0 1-1,2-2 1,10-2 81,1-1 0,0 2 0,0 0 1,1 0-1,-1 2 0,1 0 0,-1 0 0,16 2 1,-17-1-111,-10 0-69,0 0 0,0 1 0,-1-1 0,1 1-1,0 0 1,0-1 0,0 1 0,-1 1 0,1-1 0,0 0 0,-1 0 0,1 1 0,-1 0 0,1-1 0,-1 1-1,0 0 1,0 0 0,0 0 0,0 1 0,0-1 0,0 0 0,-1 1 0,1-1 0,-1 1 0,0 0 0,1-1-1,-1 1 1,0 0 0,-1 0 0,1 0 0,0-1 0,-1 1 0,0 0 0,0 0 0,0 4 0,1 1-5,-1 1-1,0-1 1,-1 0 0,0 0 0,0 1 0,-1-1 0,0 0 0,0 0 0,-1 0 0,0-1 0,-7 13 0,-13 13-110,17-27 108,0 1 0,1 0 0,0 0 0,1 0-1,-1 1 1,1-1 0,1 1 0,0 0 0,0 0 0,0 0 0,1 0 0,-2 11 0,4-17 9,1-1 0,-1 0 1,0 0-1,1 0 0,-1 0 0,1 0 1,-1 0-1,1 0 0,-1 0 0,1 0 0,0 0 1,-1-1-1,1 1 0,0 0 0,0 0 1,0-1-1,0 1 0,0 0 0,0-1 0,0 1 1,0-1-1,0 1 0,0-1 0,0 1 1,0-1-1,0 0 0,0 1 0,2-1 0,36 5 169,-33-4-139,35 2 172,77-6 0,-49-6-7622,-51 7 2218</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16.369"/>
    </inkml:context>
    <inkml:brush xml:id="br0">
      <inkml:brushProperty name="width" value="0.05" units="cm"/>
      <inkml:brushProperty name="height" value="0.05" units="cm"/>
      <inkml:brushProperty name="color" value="#E71224"/>
    </inkml:brush>
  </inkml:definitions>
  <inkml:trace contextRef="#ctx0" brushRef="#br0">0 43 10549,'0'0'8377,"11"-7"-7955,-10 7-419,5-5 133,1 1 0,0 0 0,1 0 0,-1 0 0,1 1 0,0 1 0,0-1 0,-1 1 0,2 1 0,-1-1 0,0 1 0,16 0 0,-22 2-108,0-1 1,-1 1-1,1 0 0,0-1 1,-1 1-1,1 0 1,-1 0-1,1 0 0,-1 0 1,1 0-1,-1 0 0,0 1 1,0-1-1,1 0 1,-1 1-1,0-1 0,0 1 1,0-1-1,0 1 0,-1 0 1,1-1-1,0 1 1,-1 0-1,1-1 0,-1 1 1,1 0-1,-1 0 0,0-1 1,0 1-1,0 2 1,1 58 605,-1-60-633,-2 7 13,0-1 0,0 1-1,-1 0 1,0-1 0,-1 1-1,0-1 1,0 0-1,0 0 1,-1-1 0,-1 1-1,-7 8 1,6-8 7,0 1-1,1 0 1,0 0 0,1 0-1,0 1 1,1-1 0,0 1-1,-4 12 1,8-22 10,0 1 1,0 0-1,0 0 1,0 0-1,0-1 0,1 1 1,-1 0-1,0 0 1,0 0-1,0-1 1,1 1-1,-1 0 1,0 0-1,1-1 0,-1 1 1,1 0-1,-1-1 1,1 1-1,-1-1 1,1 1-1,-1 0 0,1-1 1,0 1-1,-1-1 1,1 1-1,0-1 1,-1 0-1,1 1 1,0-1-1,0 0 0,-1 1 1,1-1-1,0 0 1,0 0-1,0 0 1,-1 0-1,3 0 0,38 3 662,-31-4-497,70 1 37,114-16-1,-190 16-179</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19.310"/>
    </inkml:context>
    <inkml:brush xml:id="br0">
      <inkml:brushProperty name="width" value="0.05" units="cm"/>
      <inkml:brushProperty name="height" value="0.05" units="cm"/>
      <inkml:brushProperty name="color" value="#E71224"/>
    </inkml:brush>
  </inkml:definitions>
  <inkml:trace contextRef="#ctx0" brushRef="#br0">65 26 5394,'0'0'13084,"-3"-4"-12679,2 2-314,0 0-1,-1 0 0,1 0 0,0 1 1,0-1-1,-1 0 0,1 1 0,-1-1 1,1 1-1,-1-1 0,-3-1 2884,41 4-2053,-26-2-772,-7 1-126,0 0 0,0 0 0,0 0 0,0 1 0,-1-1 0,1 1 0,0 0 0,0-1 0,0 1 0,0 0 0,-1 1 0,1-1 0,0 1 0,-1-1 0,1 1 0,-1 0 0,0-1 0,1 1 0,-1 1 0,0-1 0,0 0 0,0 0 0,-1 1 0,1-1 0,0 1 0,-1-1 0,0 1 0,0 0 0,0 0 0,0 0 0,0-1 0,0 1 0,-1 0 0,1 0 0,-1 0 0,0 5 0,0 0-19,0 0-1,0 0 0,-1 0 1,0 0-1,-1 0 0,0 0 0,0-1 1,-1 1-1,0-1 0,0 0 0,-1 1 1,-8 11-1,-42 42-2,39-47-2,1 1 0,-23 32-1,36-46 14,1-1 0,-1 1 0,0 0 0,1 0 0,-1-1 0,1 1 0,-1 0 0,1 0 0,-1 0 0,1 0 1,-1 0-1,1 0 0,0 0 0,0 0 0,-1-1 0,1 1 0,0 0 0,0 0 0,0 0 0,0 0 0,0 0 0,0 0 0,0 0 0,1 0 0,-1 0 0,0 0 0,0 0 0,1 0 0,-1 0 0,1 0 0,-1 0 0,1 0 0,-1-1 0,1 1 0,-1 0 0,1 0 0,0-1 0,-1 1 0,1 0 0,0-1 0,0 1 0,0-1 0,-1 1 0,1-1 0,0 1 0,0-1 0,0 1 0,0-1 0,0 0 0,1 1 0,7 0 171,0 1 0,0-1 0,0 0 0,14-1 0,-11 0-65,263 0 368</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37.392"/>
    </inkml:context>
    <inkml:brush xml:id="br0">
      <inkml:brushProperty name="width" value="0.05" units="cm"/>
      <inkml:brushProperty name="height" value="0.05" units="cm"/>
      <inkml:brushProperty name="color" value="#E71224"/>
    </inkml:brush>
  </inkml:definitions>
  <inkml:trace contextRef="#ctx0" brushRef="#br0">22 124 12134,'0'0'5535,"5"-17"-3384,0-7-1531,-4 14-312,1 0 0,1 0-1,0 0 1,0 0 0,1 0 0,7-13-1,-11 23-248,0 0 0,0 0-1,0 1 1,0-1 0,0 0 0,0 0-1,0 0 1,0 0 0,0 1-1,0-1 1,0 0 0,0 0-1,0 0 1,0 0 0,0 0-1,0 0 1,0 1 0,0-1 0,1 0-1,-1 0 1,0 0 0,0 0-1,0 0 1,0 0 0,0 0-1,0 1 1,0-1 0,1 0-1,-1 0 1,0 0 0,0 0 0,0 0-1,0 0 1,0 0 0,1 0-1,-1 0 1,0 0 0,0 0-1,0 0 1,0 0 0,0 0-1,1 0 1,-1 0 0,0 0 0,0 0-1,0 0 1,0 0 0,0 0-1,1 0 1,-1 0 0,0 0-1,0 0 1,0 0 0,0 0-1,0-1 1,0 1 0,1 0 0,1 28 513,-3 39-728,-8 24 292,-3 67-75,12-156-60,0 0 0,0 1 1,0-1-1,0 0 0,1 1 0,-1-1 0,1 0 0,0 0 0,-1 1 0,1-1 1,0 0-1,0 0 0,1 0 0,-1 0 0,0 0 0,1 0 0,-1-1 0,1 1 1,-1 0-1,1-1 0,0 1 0,0-1 0,0 0 0,-1 1 0,2-1 0,-1 0 1,0 0-1,0 0 0,0 0 0,0-1 0,0 1 0,1-1 0,3 1 0,-1 0 4,-1-1-1,0 0 1,1 0-1,-1 0 0,0-1 1,0 0-1,1 1 1,-1-1-1,0-1 0,0 1 1,0-1-1,0 1 1,0-1-1,0 0 0,-1-1 1,1 1-1,5-5 1,2-6 24,1-1 0,-2 0 1,0-1-1,0 0 0,-2 0 1,0-1-1,0 0 0,-2-1 1,0 1-1,-1-1 0,0 0 1,-2-1-1,0 1 0,1-22 1,-48 537 459,26-350-221,8-55-185,-41 254 219,51-346-286,0 1 1,-1-1-1,1 1 1,0-1-1,0 1 1,-1-1 0,1 1-1,0-1 1,-1 0-1,0 1 1,1-1-1,-1 1 1,0-1 0,0 0-1,1 0 1,-1 1-1,0-1 1,0 0-1,0 0 1,-1 0 0,1 0-1,0 0 1,0 0-1,-1-1 1,1 1-1,-2 1 1,1-3 38,0 0-1,0 0 1,1 0 0,-1 0 0,0 0-1,0 0 1,1-1 0,-1 1 0,1 0-1,-1-1 1,1 0 0,0 1 0,-1-1-1,1 0 1,0 1 0,0-1-1,0 0 1,0 0 0,0-2 0,-23-41 111,-35-96 0,53 124-159,1-1-1,1 0 1,0 0 0,1 0 0,2 0 0,-1 0-1,2-1 1,1 1 0,3-24 0,-2 33-51,2-1 0,-1 0 1,1 1-1,1 0 0,-1 0 0,2 0 0,-1 1 1,1 0-1,0 0 0,1 0 0,0 0 0,0 1 1,11-8-1,12-8-482,0 1 0,41-22 1,118-57-9603,-129 66 3749</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37.735"/>
    </inkml:context>
    <inkml:brush xml:id="br0">
      <inkml:brushProperty name="width" value="0.05" units="cm"/>
      <inkml:brushProperty name="height" value="0.05" units="cm"/>
      <inkml:brushProperty name="color" value="#E71224"/>
    </inkml:brush>
  </inkml:definitions>
  <inkml:trace contextRef="#ctx0" brushRef="#br0">1 18 14919,'0'0'6229,"18"-3"-5596,-5 1-657,15-3-172,0 1 0,0 2 0,1 1 1,34 2-1,-62-1-21,1 0 0,-1 0 0,1 1 1,-1-1-1,1 0 0,-1 1 0,0-1 1,1 1-1,-1-1 0,1 1 1,-1-1-1,0 1 0,0 0 0,1 0 1,-1 0-1,0 0 0,0 0 1,0 0-1,0 0 0,0 0 0,0 0 1,0 0-1,0 1 0,-1-1 1,1 0-1,0 0 0,-1 1 0,1-1 1,-1 1-1,1-1 0,-1 1 1,0-1-1,0 0 0,0 1 0,1-1 1,-1 1-1,-1-1 0,1 1 1,0-1-1,0 1 0,0-1 0,-1 2 1,-1 2-406,1-1 1,-1 1 0,0-1 0,0 0 0,0 0-1,0 0 1,-1 0 0,0 0 0,0-1 0,0 1-1,0-1 1,-5 5 0,-26 16 764,-20 10 5657,18-11-1274,36-23-4448,0 0 0,-1 0 0,1 0 1,0 0-1,0 0 0,0 0 0,-1 0 0,1 0 1,0 0-1,0 0 0,-1 0 0,1 1 1,0-1-1,0 0 0,0 0 0,0 0 1,-1 0-1,1 0 0,0 1 0,0-1 0,0 0 1,0 0-1,0 0 0,-1 1 0,1-1 1,0 0-1,0 0 0,0 0 0,0 1 0,0-1 1,0 0-1,0 0 0,0 0 0,0 1 1,0-1-1,0 0 0,0 0 0,0 1 0,0-1 1,0 0-1,0 0 0,0 0 0,0 1 1,0-1-1,0 0 0,0 0 0,1 0 1,-1 1-1,0-1 0,0 0 0,0 1 0,17 3 1723,34-4-1053,-43 0-398,29 1-311,73-4-2402,-74-2-2413</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38.279"/>
    </inkml:context>
    <inkml:brush xml:id="br0">
      <inkml:brushProperty name="width" value="0.05" units="cm"/>
      <inkml:brushProperty name="height" value="0.05" units="cm"/>
      <inkml:brushProperty name="color" value="#E71224"/>
    </inkml:brush>
  </inkml:definitions>
  <inkml:trace contextRef="#ctx0" brushRef="#br0">24 6 9076,'0'0'17776,"-1"-4"-17384,-6 87-263,-8 128-258,15-211 120,0 0-1,0 1 0,1-1 0,-1 0 1,0 1-1,0-1 0,0 0 0,1 1 1,-1-1-1,0 0 0,0 0 0,1 1 0,-1-1 1,0 0-1,1 0 0,-1 1 0,0-1 1,0 0-1,1 0 0,-1 0 0,1 0 1,-1 1-1,0-1 0,1 0 0,-1 0 0,0 0 1,1 0-1,-1 0 0,1 0 0,-1 0 1,0 0-1,1 0 0,-1 0 0,0 0 1,1 0-1,-1-1 0,0 1 0,1 0 0,18-6-1,-4-4 24,-1-1-1,1-1 0,-2 0 1,0-1-1,12-15 0,56-77 58,-67 149-187,-11-35 40,0 1 1,1-1 0,0 0-1,0 0 1,1-1-1,0 1 1,1-1-1,9 11 1,-12-17 36,-1 1-1,1 0 1,-1-1 0,1 0 0,0 0 0,0 0 0,0 0 0,0 0 0,0-1 0,1 1-1,-1-1 1,0 0 0,1 0 0,-1 0 0,1 0 0,-1-1 0,1 1 0,-1-1-1,1 0 1,-1 0 0,1 0 0,0-1 0,-1 1 0,1-1 0,-1 0 0,7-2-1,-6 0 55,1 1-1,-1-1 0,0 1 0,-1-1 0,1 0 0,0-1 0,-1 1 0,0-1 0,0 1 0,0-1 0,0 0 0,0 0 0,-1 0 0,0 0 0,0-1 0,0 1 0,0-1 0,-1 1 0,0-1 0,1-5 0,2-10 210,-1 0 0,-1 0 0,-1-28 0,-5 4 96,4 43-339,-1-1-1,1 1 1,0 0 0,-1-1 0,1 1-1,-1 0 1,0 0 0,1 0 0,-1 0-1,0 0 1,0 0 0,0 0 0,1 0-1,-1 0 1,0 0 0,0 0-1,-1 0 1,1 0 0,0 1 0,0-1-1,0 1 1,0-1 0,-1 1 0,1-1-1,0 1 1,0-1 0,-1 1 0,1 0-1,0 0 1,-2 0 0,2 0-87,1 0 0,0 0-1,-1 0 1,1 0 0,-1 1 0,1-1 0,0 0 0,-1 0 0,1 0-1,0 1 1,-1-1 0,1 0 0,0 0 0,0 1 0,-1-1 0,1 0-1,0 1 1,0-1 0,-1 0 0,1 1 0,0-1 0,0 1 0,0-1-1,0 0 1,-1 1 0,1-1 0,0 1 0,0-1 0,0 0 0,0 1 0,0-1-1,0 1 1,0-1 0,0 1 0,0-1 0,0 0 0,1 1 0,-1-1-1,0 1 1,0-1 0,0 5-911,0 18-3672</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38.626"/>
    </inkml:context>
    <inkml:brush xml:id="br0">
      <inkml:brushProperty name="width" value="0.05" units="cm"/>
      <inkml:brushProperty name="height" value="0.05" units="cm"/>
      <inkml:brushProperty name="color" value="#E71224"/>
    </inkml:brush>
  </inkml:definitions>
  <inkml:trace contextRef="#ctx0" brushRef="#br0">1 0 16824,'0'0'8948,"22"112"-8884,-22-79-64,0-2-528,-6-3-1521,6-4-961,0-7-2560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38.971"/>
    </inkml:context>
    <inkml:brush xml:id="br0">
      <inkml:brushProperty name="width" value="0.05" units="cm"/>
      <inkml:brushProperty name="height" value="0.05" units="cm"/>
      <inkml:brushProperty name="color" value="#E71224"/>
    </inkml:brush>
  </inkml:definitions>
  <inkml:trace contextRef="#ctx0" brushRef="#br0">1 74 17720,'0'0'4341,"24"-11"-2164,80-31-841,-100 40-1266,1 1 0,0-1 0,0 1-1,0 0 1,0 0 0,0 0 0,0 1-1,0-1 1,0 2 0,0-1 0,1 0-1,-1 1 1,0 0 0,0 0 0,0 0-1,8 4 1,-9-3-45,-1 0 0,0 1-1,0-1 1,0 1-1,-1-1 1,1 1 0,-1 0-1,1 0 1,-1 0 0,0 0-1,0 0 1,0 1-1,-1-1 1,1 1 0,-1-1-1,0 1 1,1 5 0,0-1-31,-1 1 0,0-1 1,-1 1-1,1-1 1,-2 1-1,1-1 0,-1 1 1,-1-1-1,1 1 1,-2-1-1,1 0 0,-1 0 1,0 0-1,0 0 1,-1-1-1,-7 11 0,-32 32-1266,42-49 669,20-16 61,5-8 570,-1 0-1,-1-2 1,-2-1-1,36-56 0,-6-5 2403,-55 127-1646,-18 35-844,-10 43-173,30-99-1122,0 0 1,1 27 0,4-22-2379,12-8-1237</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39.321"/>
    </inkml:context>
    <inkml:brush xml:id="br0">
      <inkml:brushProperty name="width" value="0.05" units="cm"/>
      <inkml:brushProperty name="height" value="0.05" units="cm"/>
      <inkml:brushProperty name="color" value="#E71224"/>
    </inkml:brush>
  </inkml:definitions>
  <inkml:trace contextRef="#ctx0" brushRef="#br0">31 1 15975,'0'0'11317,"0"44"-10692,0-12-273,-2 1-288,-10 2-64,-1 0-288,9-1-1393,4-5-2033,0-6-1328</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39.698"/>
    </inkml:context>
    <inkml:brush xml:id="br0">
      <inkml:brushProperty name="width" value="0.05" units="cm"/>
      <inkml:brushProperty name="height" value="0.05" units="cm"/>
      <inkml:brushProperty name="color" value="#E71224"/>
    </inkml:brush>
  </inkml:definitions>
  <inkml:trace contextRef="#ctx0" brushRef="#br0">1 154 17288,'0'0'10053,"117"-11"-9637,-55 9-240,-10 2-96,-5 0-80,-12 0-176,-12 0-481,-9 0-1167,-8 0-1586</inkml:trace>
  <inkml:trace contextRef="#ctx0" brushRef="#br0" timeOffset="1">192 0 14791,'0'0'12261,"-55"11"-11972,55 30 319,0 4-272,0 5-288,0 0 32,0-2-80,0-2-720,0-5-1601,0-10-2370,6-10-3504</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40.060"/>
    </inkml:context>
    <inkml:brush xml:id="br0">
      <inkml:brushProperty name="width" value="0.05" units="cm"/>
      <inkml:brushProperty name="height" value="0.05" units="cm"/>
      <inkml:brushProperty name="color" value="#E71224"/>
    </inkml:brush>
  </inkml:definitions>
  <inkml:trace contextRef="#ctx0" brushRef="#br0">92 1 20137,'0'0'4805,"3"16"-3796,2 13-747,-2 1 1,0 45 0,-3-62-237,-1-1-1,0 1 0,-1-1 1,0 1-1,-1-1 0,-1 0 0,0 0 1,0 0-1,-1-1 0,-7 13 1,-44 48-442,71-78 295,4-4 130,0 0-1,1 1 0,-1 2 1,2-1-1,-1 2 0,1 1 0,0 1 1,0 0-1,31-1 0,-49 6-13,-1-1-1,1 0 1,0 1 0,0 0-1,0 0 1,-1-1-1,1 2 1,0-1 0,-1 0-1,1 0 1,-1 1-1,1-1 1,-1 1 0,0 0-1,0 0 1,0 0-1,0 0 1,0 0 0,0 0-1,0 1 1,-1-1-1,1 1 1,-1-1 0,0 1-1,1-1 1,-1 1-1,0 0 1,-1 0 0,1-1-1,0 1 1,-1 5-1,1-4-1,0 0 0,-1 0 0,0 0 0,0 0 0,0 0 0,0 0 0,0 0 1,-1 0-1,0-1 0,0 1 0,0 0 0,0 0 0,-1 0 0,1-1 0,-1 1 0,0-1 0,0 1 0,0-1 0,-1 0 0,1 0 0,-1 0 0,-5 5 0,-6-1 3,-1 1 1,0-2 0,0 0 0,-1-1-1,0-1 1,0 0 0,0-1 0,0-1 0,0 0-1,-1-1 1,1-1 0,0-1 0,-32-5-1,46 6-55,0 0-1,1-1 1,-1 1-1,0-1 1,0 1-1,0-1 0,0 0 1,0 0-1,1 0 1,-1 0-1,0 0 1,1 0-1,-1-1 1,1 1-1,-1 0 0,1-1 1,0 1-1,0-1 1,0 0-1,-1 1 1,1-1-1,0-2 0,0 2-374,0 0-1,1 0 1,-1 0-1,1 0 0,0 0 1,0 0-1,0 0 1,0 0-1,0 0 0,0 0 1,1 0-1,-1 0 1,1 0-1,0-3 0,11-16-9121</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40.932"/>
    </inkml:context>
    <inkml:brush xml:id="br0">
      <inkml:brushProperty name="width" value="0.05" units="cm"/>
      <inkml:brushProperty name="height" value="0.05" units="cm"/>
      <inkml:brushProperty name="color" value="#E71224"/>
    </inkml:brush>
  </inkml:definitions>
  <inkml:trace contextRef="#ctx0" brushRef="#br0">1 1 16968,'0'0'7918,"19"1"-7411,18-1-379,69 1 409,-93 0-796,0 0 0,0 1 0,0 0 0,0 1 0,24 9 1,-36-11 18,1-1 1,-1 1 0,1 0 0,-1-1 0,1 1-1,-1 0 1,0 0 0,1 0 0,-1 0 0,0 0-1,0 0 1,0 1 0,0-1 0,0 0 0,0 0 0,0 1-1,0-1 1,0 1 0,-1-1 0,1 1 0,0-1-1,-1 1 1,1-1 0,-1 1 0,0 0 0,0-1-1,1 1 1,-1-1 0,0 1 0,0 0 0,-1-1 0,1 1-1,0 0 1,0-1 0,-1 1 0,1-1 0,-1 1-1,0-1 1,1 1 0,-1-1 0,0 1 0,0-1-1,0 0 1,0 1 0,0-1 0,0 0 0,0 0 0,-2 2-1,-5 6-1431,-1 0-1,0-1 0,0 0 1,-21 13-1,-29 14 1930,24-15 4754,-39 30 0,73-50-4832,1 1 1,-1-1-1,0 1 1,0-1-1,1 1 1,-1 0-1,0-1 0,1 1 1,-1 0-1,1-1 1,-1 1-1,1 0 0,-1 0 1,1-1-1,-1 1 1,1 0-1,0 0 0,0 0 1,-1 1-1,12 6 1560,35-8-683,-35 0-560,58 1 111,94-3-3708,-114-3-1964</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41.778"/>
    </inkml:context>
    <inkml:brush xml:id="br0">
      <inkml:brushProperty name="width" value="0.05" units="cm"/>
      <inkml:brushProperty name="height" value="0.05" units="cm"/>
      <inkml:brushProperty name="color" value="#E71224"/>
    </inkml:brush>
  </inkml:definitions>
  <inkml:trace contextRef="#ctx0" brushRef="#br0">1 1 16343,'0'0'10533,"1"0"-10186,3 12-312,-2 23 211,-5 63 0,1-64-224,1 0 0,6 59-1,-4-92-27,-1-1 0,1 1 0,-1-1 0,1 0 0,0 1 0,-1-1 0,1 0 0,0 1 0,0-1 0,-1 0 0,1 0 0,0 1 0,0-1-1,-1 0 1,1 0 0,0 0 0,0 0 0,-1 0 0,1 0 0,0 0 0,0 0 0,-1 0 0,1-1 0,0 1 0,0 0 0,0-1 0,23-6-25,-9-4 39,0 0 0,-1-2 0,-1 0 0,0 0 0,0-1 0,-2-1 0,0 0 0,10-17 0,-19 29 45,-2 6-66,0 0 0,0 1 0,0-1 1,0 1-1,0-1 0,1 1 0,0-1 0,1 6 0,-1-5 1,1 5 3,-1 0 1,2-1-1,-1 1 1,1-1-1,0 0 1,1 0-1,0 0 1,8 11-1,-10-17 9,0 1-1,0-1 1,0 0-1,0 0 1,0-1-1,0 1 1,1 0-1,-1-1 0,1 1 1,-1-1-1,1 0 1,0 0-1,-1 0 1,1 0-1,0 0 1,0-1-1,0 1 1,0-1-1,0 0 1,-1 0-1,1 0 0,0 0 1,0 0-1,0-1 1,0 1-1,0-1 1,-1 0-1,1 0 1,0 0-1,3-2 1,1 0 3,-1-1 0,0 1 1,0-2-1,0 1 0,0 0 1,-1-1-1,0 0 0,0 0 1,0-1-1,0 0 0,-1 1 1,0-1-1,0-1 0,-1 1 1,0 0-1,4-12 0,-3 7 25,0 1-1,-2-1 0,1 0 0,-1 0 0,-1 0 0,0 0 0,0 0 0,-1 0 0,-1-1 0,-2-14 0,3 25-53,0 1-1,0-1 0,0 0 0,0 0 0,0 1 1,0-1-1,0 0 0,0 0 0,0 1 1,0-1-1,0 0 0,-1 1 0,1-1 0,0 0 1,0 1-1,-1-1 0,1 0 0,-1 1 0,1-1 1,0 1-1,-1-1 0,1 1 0,-1-1 1,0 1-1,1-1 0,-1 1 0,1-1 0,-1 1 1,0 0-1,1-1 0,-1 1 0,0 0 0,1-1 1,-1 1-1,0 0 0,1 0 0,-1 0 1,0 0-1,0 0 0,1 0 0,-1 0 0,0 0 1,0 0-1,1 0 0,-1 0 0,0 0 0,1 1 1,-1-1-1,0 0 0,0 1 0,-2 0-392,1 1 1,0-1-1,0 1 0,1 0 0,-1 0 0,0-1 0,1 1 1,-1 0-1,1 1 0,-1-1 0,1 0 0,-2 5 0,-4 21-4866,5 2-4383</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42.231"/>
    </inkml:context>
    <inkml:brush xml:id="br0">
      <inkml:brushProperty name="width" value="0.05" units="cm"/>
      <inkml:brushProperty name="height" value="0.05" units="cm"/>
      <inkml:brushProperty name="color" value="#E71224"/>
    </inkml:brush>
  </inkml:definitions>
  <inkml:trace contextRef="#ctx0" brushRef="#br0">23 1 18040,'0'0'9605,"-4"109"-9477,-2-76-32,0-1-160,2-6 64,2-4-112,2-4-721,0-3-1104,0-5-1424,31-10-8597</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42.588"/>
    </inkml:context>
    <inkml:brush xml:id="br0">
      <inkml:brushProperty name="width" value="0.05" units="cm"/>
      <inkml:brushProperty name="height" value="0.05" units="cm"/>
      <inkml:brushProperty name="color" value="#E71224"/>
    </inkml:brush>
  </inkml:definitions>
  <inkml:trace contextRef="#ctx0" brushRef="#br0">189 1 16648,'0'0'11469,"-11"16"-11264,-12 24 35,1 2-1,3 0 1,1 1 0,-13 51-1,14-36-205,3 0-1,2 2 1,3-1 0,-3 74-1,12-126-164,0-1 0,0 1 0,0-1 0,1 1 0,0-1 0,0 1 0,0-1 1,1 0-1,0 0 0,1 0 0,-1 0 0,1 0 0,0 0 0,0-1 0,1 1 0,0-1 0,0 0 0,0 0 0,0 0 0,1-1 0,0 0 0,0 0 0,0 0 0,1 0 0,-1-1 0,1 1 0,0-2 0,-1 1 0,1-1 0,1 1 0,-1-2 0,7 2 0,5 1-1152,0-1 0,0 0 0,0-2-1,20 0 1,14-1-3805</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43.182"/>
    </inkml:context>
    <inkml:brush xml:id="br0">
      <inkml:brushProperty name="width" value="0.05" units="cm"/>
      <inkml:brushProperty name="height" value="0.05" units="cm"/>
      <inkml:brushProperty name="color" value="#E71224"/>
    </inkml:brush>
  </inkml:definitions>
  <inkml:trace contextRef="#ctx0" brushRef="#br0">5 56 7379,'0'0'16082,"0"-13"-14265,-1-1-1797,-1-14 2069,1 69-831,1 168-1091,0-118-4413,0-91 4030,0 1 1,0 0-1,0 0 0,0 0 0,0-1 1,0 1-1,0 0 0,0 0 1,0 0-1,0-1 0,1 1 1,-1 0-1,0 0 0,1-1 1,-1 1-1,0 0 0,1 0 1,-1-1-1,1 1 0,-1 0 1,1-1-1,-1 1 0,1-1 1,0 1-1,-1-1 0,1 1 0,0-1 1,-1 1-1,1-1 0,0 0 1,0 1-1,-1-1 0,1 0 1,0 0-1,0 1 0,-1-1 1,1 0-1,0 0 0,0 0 1,0 0-1,-1 0 0,1 0 1,0 0-1,1-1 0,12 1-6432</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43.557"/>
    </inkml:context>
    <inkml:brush xml:id="br0">
      <inkml:brushProperty name="width" value="0.05" units="cm"/>
      <inkml:brushProperty name="height" value="0.05" units="cm"/>
      <inkml:brushProperty name="color" value="#E71224"/>
    </inkml:brush>
  </inkml:definitions>
  <inkml:trace contextRef="#ctx0" brushRef="#br0">3 36 11157,'0'0'12681,"0"3"-12513,-1 48-109,0-41-37,1-1-1,-1 1 1,1-1-1,1 1 0,0-1 1,4 17-1,-4-23-18,0-1 0,0 1 0,0-1 0,1 1 0,-1-1 0,1 0 0,0 0-1,0 1 1,0-1 0,0 0 0,0-1 0,0 1 0,0 0 0,1-1 0,-1 1 0,0-1-1,1 0 1,-1 0 0,1 0 0,0 0 0,-1 0 0,1 0 0,0-1 0,0 1 0,-1-1-1,1 0 1,0 0 0,3 0 0,-2 0 6,0 1 1,0-1-1,0 0 0,0-1 0,0 1 0,0-1 1,0 1-1,0-1 0,0-1 0,0 1 1,0 0-1,-1-1 0,1 0 0,-1 0 1,1 0-1,-1 0 0,4-3 0,-4 1 15,0 1 0,-1-1 1,0 0-1,0 1 0,0-1 0,0 0 0,-1 0 0,1 0 0,-1-1 1,0 1-1,0 0 0,-1 0 0,1-1 0,-1 1 0,0-9 0,-1 7-13,1 1-1,-1-1 0,-1 1 0,1-1 1,-1 1-1,0 0 0,0-1 1,0 1-1,-1 0 0,0 0 0,0 1 1,0-1-1,0 1 0,-1-1 1,0 1-1,0 0 0,0 0 0,0 1 1,-1-1-1,1 1 0,-1 0 1,0 0-1,0 1 0,0-1 0,0 1 1,-1 0-1,1 0 0,0 1 0,-1 0 1,0 0-1,1 0 0,-1 0 1,-8 1-1,13 0-145,0 0 0,1 0 0,-1 0 1,0 0-1,0 0 0,0 0 0,1 1 0,-1-1 0,0 0 1,0 0-1,1 1 0,-1-1 0,0 0 0,1 1 0,-1-1 0,0 0 1,1 1-1,-1-1 0,0 1 0,1-1 0,-1 1 0,1 0 1,-1-1-1,1 1 0,-1-1 0,1 1 0,0 0 0,-1 0 1,1-1-1,0 1 0,0 0 0,-1-1 0,1 1 0,0 0 1,0 0-1,0 1 0,-2 19-4678</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43.993"/>
    </inkml:context>
    <inkml:brush xml:id="br0">
      <inkml:brushProperty name="width" value="0.05" units="cm"/>
      <inkml:brushProperty name="height" value="0.05" units="cm"/>
      <inkml:brushProperty name="color" value="#E71224"/>
    </inkml:brush>
  </inkml:definitions>
  <inkml:trace contextRef="#ctx0" brushRef="#br0">116 1 13286,'0'0'14711,"17"57"-14615,-19-24 16,-17 1-112,-4-3-16,1-1-544,-1-8-945,5-3-1152,1-8-833,9-6-2529</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44.650"/>
    </inkml:context>
    <inkml:brush xml:id="br0">
      <inkml:brushProperty name="width" value="0.05" units="cm"/>
      <inkml:brushProperty name="height" value="0.05" units="cm"/>
      <inkml:brushProperty name="color" value="#E71224"/>
    </inkml:brush>
  </inkml:definitions>
  <inkml:trace contextRef="#ctx0" brushRef="#br0">74 18 16408,'0'0'10100,"-8"14"-10006,-1 2-120,0 0 0,0 1 0,2 0 0,0 0 0,1 1 0,1 0 0,0 0 0,2 0 1,-3 29-1,6-46-18,0 1 0,0-1 0,1 1 0,-1 0 0,0-1 0,1 1 0,-1-1 0,1 1 0,-1-1 0,1 1 0,-1-1 0,1 0 0,0 1 0,0-1 0,0 0 0,0 1 0,0-1 0,0 0 0,0 0 0,1 0 0,-1 0 0,0 0-1,0 0 1,3 1 0,1 0-23,-1-1 0,0 1-1,0-1 1,1 0-1,-1 0 1,1-1-1,-1 1 1,1-1-1,5 0 1,-3-1 35,0 1 1,0-1-1,0 0 1,0 0-1,0-1 1,0 0-1,0 0 1,-1-1-1,1 0 1,-1 0-1,12-8 1,-14 8 30,-1-1 1,1 0-1,-1 0 1,0 0 0,0-1-1,0 1 1,-1-1-1,0 1 1,0-1-1,0 0 1,0 0 0,-1 0-1,1 0 1,-1 0-1,-1 0 1,1 0 0,-1 0-1,0-1 1,0 1-1,0 0 1,-1 0-1,-1-9 1,0 8 18,0 0 0,-1 0 1,1 0-1,-1 0 0,0 1 0,0-1 0,-1 1 0,0 0 1,0 0-1,0 0 0,-1 0 0,1 1 0,-1 0 1,0 0-1,0 0 0,-1 0 0,-9-4 0,-10-8 166,25 16-181,-1 0 1,1-1-1,0 1 1,0 0-1,0 0 1,0 0 0,0 0-1,-1 0 1,1-1-1,0 1 1,0 0-1,0 0 1,0 0 0,0 0-1,0-1 1,0 1-1,0 0 1,0 0 0,-1 0-1,1-1 1,0 1-1,0 0 1,0 0-1,0 0 1,0-1 0,0 1-1,0 0 1,1 0-1,-1 0 1,0-1-1,0 1 1,0 0 0,0 0-1,0 0 1,0 0-1,0-1 1,0 1-1,0 0 1,0 0 0,1 0-1,-1 0 1,0-1-1,0 1 1,0 0-1,0 0 1,1 0 0,-1 0-1,0 0 1,0 0-1,0 0 1,0 0 0,1-1-1,48-3-37,-33 4-11,9 0-12,0 1 1,30 4 0,-49-4 54,1 1 1,0-1 0,0 1 0,-1 1 0,1-1 0,-1 1 0,1 0-1,-1 1 1,0-1 0,0 1 0,-1 0 0,10 9 0,-13-10-8,1 1 0,-1-1 0,0 1 0,0-1 0,0 1 0,0 0 0,0 0 0,-1-1 0,0 1 0,0 0 0,0 1 0,0-1 0,-1 0 0,0 0 0,0 7 0,-10 69-45,2-19-1885,7-60 1903,1 0 0,0 1 0,0-1 0,0 0 0,1 0 0,-1 0 0,0 0-1,0 0 1,1 0 0,-1 0 0,0 0 0,1 0 0,-1 0 0,1 0 0,-1 0 0,1-1 0,-1 1 0,1 0 0,0 0 0,0 0 0,-1-1 0,1 1 0,0 0 0,0-1 0,0 1 0,0 0 0,0-1 0,0 0 0,0 1 0,0-1 0,0 1 0,0-1 0,0 0 0,0 0 0,0 1 0,0-1 0,0 0 0,0 0 0,0 0 0,0 0 0,0-1 0,0 1 0,0 0 0,0 0 0,0 0 0,0-1 0,0 1 0,0-1 0,2 0 0,2-1 53,0 0 0,-1 0 1,1 0-1,0-1 0,-1 1 1,0-1-1,1 0 1,-1-1-1,6-5 0,-7 6 22,0-1-1,-1 0 1,1 1-1,-1-1 1,1 0-1,-1-1 1,0 1-1,-1 0 1,1 0-1,-1-1 1,0 1-1,0-1 1,0 1-1,0-1 1,-1 1-1,0-1 0,0 0 1,0 1-1,-1-1 1,1 1-1,-1-1 1,0 1-1,-1-1 1,1 1-1,-1 0 1,-2-5-1,-1 0 49,0 1-1,-1 0 0,0 0 0,0 0 0,-1 1 1,0 0-1,0 1 0,-1-1 0,1 1 1,-18-9-1,14 9-6,9 6-41,0-1 0,0 0 1,1 1-1,-1-1 0,0 0 0,0 0 0,1 0 1,-1 0-1,0 0 0,1-1 0,-1 1 1,1 0-1,0-1 0,-1 1 0,1-1 0,0 1 1,0-1-1,0 0 0,-1-2 0,3 4-32,0-1 0,0 0 0,0 0 0,1 0 0,-1 0 0,0 1 0,1-1 0,-1 1 0,0-1 0,1 1 0,-1-1 0,1 1 0,-1 0 0,0 0 0,1-1 0,-1 1 0,1 0 0,2 1 0,0-1-1,13-2-18,107-5-26,-114 7 41,0 0 1,0 1-1,0 1 0,0-1 1,-1 1-1,1 1 1,0 0-1,-1 1 0,17 7 1,-23-9-3,-1 1 1,1-1-1,0 0 1,-1 1-1,0 0 1,1-1-1,-1 1 0,0 0 1,0 0-1,-1 0 1,1 0-1,-1 1 1,1-1-1,-1 0 1,0 1-1,0-1 0,-1 1 1,1-1-1,-1 1 1,1-1-1,-1 1 1,-1 4-1,0 10-50,-1 0 0,-1 0 0,-6 23 0,-2 12-1138,11-51 1110,-1-1 0,1 1 0,0-1 0,0 1 1,0 0-1,0-1 0,0 1 0,0-1 0,0 1 0,1-1 0,-1 1 1,0 0-1,1-1 0,0 1 0,-1-1 0,1 1 0,0-1 0,-1 0 0,1 1 1,0-1-1,0 0 0,0 0 0,1 1 0,-1-1 0,2 2 0,0-2 70,0-1-1,0 1 0,0 0 0,-1-1 0,1 1 1,0-1-1,0 0 0,0 0 0,0 0 0,0-1 1,0 1-1,0 0 0,0-1 0,3-1 0,-1 0 112,-1 1 0,0-1 1,1 0-1,-1 0 0,0 0 0,0-1 0,-1 1 0,1-1 0,0 0 0,-1 0 0,0-1 0,1 1 0,-1 0 0,-1-1 0,1 0 0,0 0 0,-1 0 0,0 0 1,0 0-1,0 0 0,-1-1 0,1 1 0,-1-1 0,0 1 0,0-1 0,-1 1 0,1-8 0,0 6-26,-1-1-1,0 1 1,-1 0-1,1-1 1,-1 1-1,0 0 0,-1-1 1,0 1-1,0 0 1,0 0-1,0 0 1,-1 0-1,0 1 1,0-1-1,-1 1 1,0-1-1,0 1 1,0 0-1,-6-5 1,4 5-111,0 1-1,0 0 1,-1 1 0,1 0 0,-1 0 0,1 0 0,-1 0 0,0 1 0,-12-2 0,-38 0-7824</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45.006"/>
    </inkml:context>
    <inkml:brush xml:id="br0">
      <inkml:brushProperty name="width" value="0.05" units="cm"/>
      <inkml:brushProperty name="height" value="0.05" units="cm"/>
      <inkml:brushProperty name="color" value="#E71224"/>
    </inkml:brush>
  </inkml:definitions>
  <inkml:trace contextRef="#ctx0" brushRef="#br0">149 0 19609,'0'0'6256,"7"23"-5557,-2-8-574,3 9 21,-1 0 0,-1 0 0,-2 0 0,0 0 0,0 31 0,-2 3-54,-4-1 0,-1 1 0,-4 0 0,-2-1 0,-19 69 0,-20 11-340,41-120-339,-1 0-1,-1-1 1,0 0-1,-1-1 1,-22 26-1,30-38-17,-10 8-1233,2-7-4400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45.363"/>
    </inkml:context>
    <inkml:brush xml:id="br0">
      <inkml:brushProperty name="width" value="0.05" units="cm"/>
      <inkml:brushProperty name="height" value="0.05" units="cm"/>
      <inkml:brushProperty name="color" value="#E71224"/>
    </inkml:brush>
  </inkml:definitions>
  <inkml:trace contextRef="#ctx0" brushRef="#br0">1 223 17912,'0'0'8548,"162"-6"-8260,-100 6-208,-8 0 16,-5 0-192,-6 0-416,-8-9-2017,-6-6-1873,-6-5-5251</inkml:trace>
  <inkml:trace contextRef="#ctx0" brushRef="#br0" timeOffset="1">324 1 15527,'0'0'9412,"-76"94"-8547,72-46-353,-2 2-368,-1 0-96,1-5-48,2-4-576,4-10-2321,0-9-1938</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45.725"/>
    </inkml:context>
    <inkml:brush xml:id="br0">
      <inkml:brushProperty name="width" value="0.05" units="cm"/>
      <inkml:brushProperty name="height" value="0.05" units="cm"/>
      <inkml:brushProperty name="color" value="#E71224"/>
    </inkml:brush>
  </inkml:definitions>
  <inkml:trace contextRef="#ctx0" brushRef="#br0">157 1 16680,'0'0'10498,"-6"17"-10274,-6 23-146,-2-1 1,-2-1-1,-2 0 1,-27 42-1,45-80-103,0 0 0,0 1 0,-1-1 0,1 0 0,0 0 0,-1 1 0,1-1 0,0 0 0,0 0 0,0 1 1,-1-1-1,1 0 0,0 1 0,0-1 0,0 0 0,0 1 0,0-1 0,0 1 0,-1-1 0,1 0 0,0 1 0,0-1 0,0 0 0,0 1 0,0-1 0,0 0 0,1 1 0,-1-1 0,0 1 0,0-1 0,0 0 0,0 1 1,0-1-1,0 0 0,1 1 0,-1-1 0,0 1 0,18-2-311,44-21 524,-24 8-260,-30 12 14,-1 1 1,1-1 0,-1 1 0,1 0 0,0 1 0,-1 0 0,1 0 0,10 2 0,-16-2 47,0 1-1,0-1 1,0 1 0,0 0-1,0 0 1,0 0-1,0 0 1,0 0 0,0 0-1,-1 1 1,1-1-1,0 0 1,-1 1 0,0 0-1,1-1 1,-1 1-1,0 0 1,1-1 0,-1 1-1,0 0 1,-1 0-1,1 0 1,0 0 0,0 0-1,-1 0 1,1 0 0,-1 1-1,0-1 1,0 0-1,1 0 1,-1 0 0,-1 3-1,0-2 10,1-1 0,-1 0 0,0 1-1,0-1 1,-1 0 0,1 0 0,0 1 0,-1-1 0,0 0-1,1-1 1,-1 1 0,0 0 0,0 0 0,0-1-1,0 1 1,0-1 0,0 1 0,0-1 0,-1 0 0,1 0-1,0 0 1,-1 0 0,1-1 0,-1 1 0,1-1-1,-4 1 1,-10 3 2,0-1 0,-29 2 0,33-4-68,-1 0 0,1-1 0,0-1 0,0 0 0,-23-6 0,-5-8-4627,25 8-39</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46.648"/>
    </inkml:context>
    <inkml:brush xml:id="br0">
      <inkml:brushProperty name="width" value="0.05" units="cm"/>
      <inkml:brushProperty name="height" value="0.05" units="cm"/>
      <inkml:brushProperty name="color" value="#E71224"/>
    </inkml:brush>
  </inkml:definitions>
  <inkml:trace contextRef="#ctx0" brushRef="#br0">356 662 14150,'0'0'5144,"3"-19"-3044,8-59-764,-11 76-1273,1 0-1,-1 0 0,0 1 1,0-1-1,1 0 0,-1 0 0,0 0 1,-1 0-1,1 0 0,0 0 1,-1 1-1,1-1 0,-1 0 0,1 0 1,-1 1-1,0-1 0,1 0 1,-1 0-1,0 1 0,0-1 0,-1 1 1,1-1-1,0 1 0,0 0 1,-1-1-1,1 1 0,-1 0 0,1 0 1,-1 0-1,1 0 0,-4-1 1,-1 0-2,0 1 1,0 0-1,0 0 1,0 0-1,0 1 1,0 0-1,-8 1 1,-1-1 86,2 1-115,0 1 1,0 0-1,0 1 1,0 0-1,1 1 0,-1 1 1,1 0-1,0 0 1,0 1-1,1 1 1,-1 0-1,-17 15 1,21-16-38,0 1 0,0-1 0,1 1 0,0 1 0,0 0 1,1 0-1,0 0 0,1 1 0,0-1 0,0 1 0,0 1 0,1-1 0,1 1 1,0-1-1,0 1 0,1 0 0,-2 12 0,4-19 4,0-1-1,1 0 1,-1 0-1,0 1 1,1-1 0,0 0-1,-1 0 1,1 0-1,0 0 1,0 0-1,0 0 1,0 0 0,1 0-1,-1 0 1,1 0-1,-1 0 1,1-1 0,-1 1-1,1-1 1,0 1-1,0-1 1,0 0-1,0 0 1,0 0 0,0 0-1,0 0 1,0 0-1,0 0 1,0 0 0,0-1-1,1 0 1,-1 1-1,0-1 1,4 0-1,2 1-1,1 0 1,-1-1-1,1 0 0,-1-1 0,0 0 0,1 0 0,-1-1 0,13-3 0,-12 0 11,1 0 0,-1-1 0,0 0 0,0 0 0,-1-1 0,0 0 0,0 0 0,-1-1 0,0 0 0,0 0 0,-1-1 0,0 0-1,0 0 1,5-13 0,0 0 93,-1 0 0,-1-1-1,-1-1 1,-1 1 0,5-31-1,-9 27-62,0 0-1,-1 0 1,-2 0-1,-1 0 1,0 0-1,-3 0 0,-6-28 1,6 36-26,-2 1 0,0 0 0,-1 0 0,-1 0 0,-1 1 0,0 0 0,-1 1 0,-1 0 0,0 0 0,-23-22 0,29 33-68,-1 0-1,0 0 1,0 1-1,0-1 1,-1 1 0,-11-5-1,17 9 18,-1-1 0,1 0 1,-1 0-1,0 1 0,1-1 0,-1 1 0,0-1 0,1 1 1,-1 0-1,0 0 0,0 0 0,1 0 0,-1 0 0,0 0 0,0 0 1,1 1-1,-1-1 0,0 0 0,1 1 0,-1-1 0,1 1 1,-1 0-1,0 0 0,1 0 0,-1 0 0,1 0 0,0 0 0,-1 0 1,1 0-1,0 0 0,0 0 0,0 1 0,-1-1 0,0 3 1,-4 12-1451,0 1 0,1 1 0,1-1 1,1 1-1,0 0 0,0 28 0,2-40 775,-2 59-9241</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47.223"/>
    </inkml:context>
    <inkml:brush xml:id="br0">
      <inkml:brushProperty name="width" value="0.05" units="cm"/>
      <inkml:brushProperty name="height" value="0.05" units="cm"/>
      <inkml:brushProperty name="color" value="#E71224"/>
    </inkml:brush>
  </inkml:definitions>
  <inkml:trace contextRef="#ctx0" brushRef="#br0">307 19 13942,'0'0'11611,"0"-6"-11256,0-6-309,-1 14-16,1 32-2,0-26-27,0-1 1,1 1-1,0-1 0,0 0 0,0 1 0,1-1 1,0 0-1,0 0 0,1 0 0,4 9 0,-4-14 0,-1 1 0,1-1 0,-1 1 0,1-1-1,0 0 1,0 0 0,0 0 0,0 0 0,0 0 0,0-1 0,0 0-1,1 1 1,-1-1 0,0 0 0,1-1 0,-1 1 0,1 0-1,0-1 1,-1 0 0,1 0 0,-1 0 0,1 0 0,-1-1 0,1 0-1,-1 1 1,1-1 0,-1 0 0,0 0 0,7-4 0,-5 2 3,0 0 0,0-1 0,-1 1 1,1-1-1,-1 0 0,0-1 0,0 1 0,0-1 1,-1 1-1,1-1 0,-1 0 0,0 0 1,-1-1-1,1 1 0,-1-1 0,0 1 0,1-7 1,4-30 684,-7 39-186,0 5-79,-3 25-234,-22 155 177,-54 197-1,75-365-319,-27 96 256,27-98-214,-1-2 1,0 1-1,0-1 0,-1 1 1,0-1-1,-1-1 1,-10 13-1,14-20-69,1 0-1,-1 0 1,0 0 0,0 0 0,1 0 0,-1-1-1,0 1 1,-1-1 0,1 0 0,0 0-1,0 0 1,0-1 0,-1 1 0,1-1-1,0 1 1,-1-1 0,1 0 0,0 0 0,-1-1-1,1 1 1,0-1 0,0 0 0,-1 0-1,1 0 1,0 0 0,0 0 0,0 0-1,0-1 1,0 0 0,-4-3 0,-9-6 7,0 0 0,1-1 0,-25-26 1,33 31-40,-4-4-530,-6-5 670,1-1 1,-18-25-1,11-1-3750,21 37 1768,1 0 0,-1 0 0,1 0 0,0-1 0,0-11 0,1 1-6689</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47.567"/>
    </inkml:context>
    <inkml:brush xml:id="br0">
      <inkml:brushProperty name="width" value="0.05" units="cm"/>
      <inkml:brushProperty name="height" value="0.05" units="cm"/>
      <inkml:brushProperty name="color" value="#E71224"/>
    </inkml:brush>
  </inkml:definitions>
  <inkml:trace contextRef="#ctx0" brushRef="#br0">1 1 15943,'0'0'9162,"4"2"-8618,5 2-375,0-1 0,0 0 0,1 0 0,-1-1 0,0 0 0,1-1 0,0 0-1,13 0 1,22 1-11,763 57 438,-397-32-413,-367-26-182,-33-2-122,0 1 0,-1 0 0,1 1 0,0 1 0,10 2 0,-21-4-26,0 1 0,0 0 0,0-1 1,0 1-1,0 0 0,0-1 0,0 1 1,-1 0-1,1-1 0,0 1 0,0-1 1,-1 1-1,1 0 0,0-1 1,-1 1-1,1-1 0,-1 1 0,1-1 1,-1 1-1,1-1 0,-1 0 0,1 1 1,-1-1-1,1 1 0,-1-1 0,1 0 1,-1 0-1,0 1 0,1-1 1,-2 0-1,-62 28-7563,18-10-1281</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48.083"/>
    </inkml:context>
    <inkml:brush xml:id="br0">
      <inkml:brushProperty name="width" value="0.05" units="cm"/>
      <inkml:brushProperty name="height" value="0.05" units="cm"/>
      <inkml:brushProperty name="color" value="#E71224"/>
    </inkml:brush>
  </inkml:definitions>
  <inkml:trace contextRef="#ctx0" brushRef="#br0">317 502 15207,'0'0'4231,"-12"-16"-2451,-43-49-364,52 62-1352,-1 0 0,0 0 0,0 1 0,0 0 0,-1 0 0,1 0-1,0 0 1,-1 1 0,1-1 0,-1 1 0,1 0 0,-1 1 0,0-1-1,1 1 1,-1 0 0,0 0 0,0 0 0,1 1 0,-1-1 0,0 1-1,-5 2 1,3-2 9,0 1-60,1 0-1,-1 0 1,1 1 0,0 0-1,0 0 1,0 0-1,0 1 1,1 0-1,-1 0 1,1 0-1,0 1 1,0 0-1,1 0 1,-1 0-1,1 0 1,0 1 0,0-1-1,1 1 1,0 0-1,0 0 1,0 1-1,1-1 1,0 1-1,0-1 1,1 1-1,-1-1 1,2 1-1,-1 0 1,1 9 0,0-14-20,0-1 0,1 1 1,-1 0-1,1 0 0,0 0 1,0 0-1,0 0 0,0 0 1,0-1-1,0 1 1,0-1-1,0 1 0,1 0 1,-1-1-1,0 0 0,1 1 1,-1-1-1,1 0 0,0 0 1,-1 0-1,1 0 1,0 0-1,0 0 0,0 0 1,0-1-1,0 1 0,0-1 1,0 1-1,-1-1 0,1 0 1,0 0-1,4 0 0,2 1 8,0-1-1,0 0 1,0 0-1,-1-1 0,1 0 1,0 0-1,13-4 0,-15 1 19,1 1 1,-1-1-1,1 0 0,-1 0 0,0-1 0,-1 0 0,1 0 0,-1 0 0,0-1 0,0 1 0,-1-1 0,0 0 0,0-1 0,0 1 0,-1-1 0,1 0 0,-2 0 0,1 0 0,2-14 1,1-6 168,-1 0 0,-1 0 1,-2 0-1,0-31 1,-3 44-134,0-1 1,-1 1-1,0 0 1,-1-1-1,-1 1 1,0 0 0,-1 1-1,-1-1 1,0 1-1,-1 0 1,0 1-1,-1-1 1,0 1-1,-1 1 1,0 0-1,-1 0 1,0 1-1,-1 0 1,0 0 0,0 1-1,-16-9 1,21 15-51,1 0 1,-1 0 0,0 1 0,0 0-1,0 0 1,-12-2 0,16 3-40,1 1 0,-1 0 0,1 0 0,0 0 0,-1 0 0,1 0 0,-1 0 0,1 0 0,0 0 0,-1 1 0,1-1 1,0 0-1,-1 1 0,1-1 0,0 1 0,0 0 0,-1-1 0,1 1 0,0 0 0,0 0 0,0 0 0,0 0 0,0-1 0,0 2 0,0-1 0,0 0 0,0 0 0,1 0 0,-1 0 0,0 0 0,1 1 1,-1-1-1,1 0 0,-1 1 0,0 2 0,-2 21-2539,1 1-1,0 0 1,5 45 0,2-14-7087</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48.646"/>
    </inkml:context>
    <inkml:brush xml:id="br0">
      <inkml:brushProperty name="width" value="0.05" units="cm"/>
      <inkml:brushProperty name="height" value="0.05" units="cm"/>
      <inkml:brushProperty name="color" value="#E71224"/>
    </inkml:brush>
  </inkml:definitions>
  <inkml:trace contextRef="#ctx0" brushRef="#br0">1 47 16103,'0'0'9802,"3"14"-9458,-1 14-390,-2-17 50,0-1 0,1 0 0,1 0 0,0 0 0,4 14 0,-6-22-42,1 0 0,0 0 0,1 0 1,-1 1-1,0-1 0,0 0 0,1-1 0,-1 1 1,1 0-1,0 0 0,0-1 0,-1 1 1,1-1-1,0 1 0,0-1 0,0 0 1,0 0-1,1 1 0,-1-2 0,0 1 1,0 0-1,1 0 0,-1-1 0,1 1 1,-1-1-1,0 0 0,1 0 0,2 0 0,-2 0 35,0-1 0,0 0 0,0 0-1,0 0 1,0 0 0,-1 0-1,1-1 1,0 1 0,-1-1-1,1 0 1,-1 0 0,1 0-1,-1 0 1,0 0 0,3-3 0,34-45 199,-27 34-41,-6 8-102,11-9 285,-16 18-334,0 1 0,0-1 0,0 0 0,0 0 0,0 1 0,-1-1 0,1 0 0,0 1 0,-1-1-1,1 0 1,-1 1 0,1-1 0,-1 1 0,0-1 0,1 4 0,-1-2-27,1 1 0,0-1 0,0 0 0,0 1 0,0-1 0,1 0 0,-1 0 0,1 0 0,0 0 0,0 0 0,0 0 1,0-1-1,0 1 0,1-1 0,-1 1 0,1-1 0,0 0 0,0 0 0,0 0 0,0 0 0,0 0 0,0-1 0,0 0 0,0 1 0,1-1 0,-1 0 0,0-1 0,1 1 0,-1 0 1,1-1-1,-1 0 0,1 0 0,-1 0 0,0 0 0,1-1 0,-1 1 0,1-1 0,-1 0 0,0 0 0,1 0 0,-1 0 0,0-1 0,0 1 0,0-1 0,0 0 0,0 0 0,0 0 1,0 0-1,3-4 0,-2 1 143,1 1 0,-1-1 0,0 0 0,0-1 1,-1 1-1,1-1 0,-1 1 0,0-1 0,-1 0 0,1 0 1,-1 0-1,-1-1 0,1 1 0,-1 0 0,0-1 0,0 1 1,-1-1-1,0 1 0,0-1 0,-1 1 0,0-8 1,0 14-134,1-1 1,0 0 0,0 0 0,0 1 0,-1-1 0,1 0 0,0 1-1,-1-1 1,1 0 0,-1 1 0,1-1 0,-1 1 0,1-1 0,-1 0-1,1 1 1,-1-1 0,1 1 0,-1 0 0,0-1 0,1 1 0,-1 0-1,0-1 1,1 1 0,-1 0 0,0-1 0,0 1 0,1 0 0,-1 0-1,0 0 1,0 0 0,1 0 0,-2 0 0,1 0-163,0 0 0,0 0 0,0 0 0,0 1 0,0-1 0,0 0 0,1 1 0,-1-1 0,0 0 0,0 1 0,0-1 0,0 1 0,1 0 0,-1-1 0,0 1 0,1-1 0,-1 1 0,0 0 0,1 0 0,-1-1 0,1 1 0,-1 0 0,1 0 0,-1 1 0,-3 16-3910,3 0-2301</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48.988"/>
    </inkml:context>
    <inkml:brush xml:id="br0">
      <inkml:brushProperty name="width" value="0.05" units="cm"/>
      <inkml:brushProperty name="height" value="0.05" units="cm"/>
      <inkml:brushProperty name="color" value="#E71224"/>
    </inkml:brush>
  </inkml:definitions>
  <inkml:trace contextRef="#ctx0" brushRef="#br0">0 1 15367,'0'0'11942,"14"100"-11670,-14-67-272,0 0 144,0-1-288,0-1-241,0-5-1375,0-3-1826,0-9-320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49.378"/>
    </inkml:context>
    <inkml:brush xml:id="br0">
      <inkml:brushProperty name="width" value="0.05" units="cm"/>
      <inkml:brushProperty name="height" value="0.05" units="cm"/>
      <inkml:brushProperty name="color" value="#E71224"/>
    </inkml:brush>
  </inkml:definitions>
  <inkml:trace contextRef="#ctx0" brushRef="#br0">0 4 16696,'0'0'11445,"33"-4"-11029,17 4-160,1 6-256,-3-1-16,-7 3-592,-8 1-1185,-8-2-1616,-13 3-1058,-12 3-3488</inkml:trace>
  <inkml:trace contextRef="#ctx0" brushRef="#br0" timeOffset="1">110 150 10661,'0'0'14054,"47"48"-13477,-4-48-177,-2 0-304,1 4-96,-5 0-224,-6 1-1729,-1-3-2417,1-2-10981</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49.721"/>
    </inkml:context>
    <inkml:brush xml:id="br0">
      <inkml:brushProperty name="width" value="0.05" units="cm"/>
      <inkml:brushProperty name="height" value="0.05" units="cm"/>
      <inkml:brushProperty name="color" value="#E71224"/>
    </inkml:brush>
  </inkml:definitions>
  <inkml:trace contextRef="#ctx0" brushRef="#br0">32 1 21050,'0'0'8468,"0"5"-8372,0 51 176,0 9-256,0 1 0,-10 1-32,-5-2-48,9-8-1121,6-12-1104,0-12-1713,8-16-720,17-14-2689</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50.068"/>
    </inkml:context>
    <inkml:brush xml:id="br0">
      <inkml:brushProperty name="width" value="0.05" units="cm"/>
      <inkml:brushProperty name="height" value="0.05" units="cm"/>
      <inkml:brushProperty name="color" value="#E71224"/>
    </inkml:brush>
  </inkml:definitions>
  <inkml:trace contextRef="#ctx0" brushRef="#br0">65 49 12662,'0'0'9193,"-10"20"-9049,-33 64-104,41-80-35,0 0-1,1 0 1,-1 1-1,1-1 0,0 1 1,0-1-1,1 1 0,-1-1 1,1 1-1,0 0 1,0-1-1,0 1 0,1-1 1,2 9-1,-2-11-11,0 1-1,0-1 1,0 1 0,1-1-1,-1 1 1,1-1 0,-1 0-1,1 0 1,0 0 0,0 0-1,0 0 1,0-1-1,1 1 1,-1 0 0,0-1-1,1 0 1,-1 1 0,4 0-1,-2-1 5,0 1 0,0-1-1,1 0 1,-1-1 0,0 1-1,1-1 1,-1 0 0,0 0 0,1 0-1,-1-1 1,0 0 0,1 1-1,-1-1 1,0-1 0,0 1-1,0-1 1,0 1 0,0-1-1,0-1 1,0 1 0,-1 0 0,1-1-1,-1 0 1,1 1 0,2-5-1,0-1 174,0 1 0,-1-1-1,0 0 1,0-1-1,-1 1 1,0-1 0,-1 0-1,0 0 1,0 0 0,-1 0-1,0-1 1,0 1-1,-1-1 1,-1 1 0,1-1-1,-2 1 1,1-1 0,-3-9-1,2 15-133,-1 0-1,0 1 0,1-1 1,-2 1-1,1 0 1,0 0-1,-1-1 0,1 1 1,-1 1-1,0-1 1,0 0-1,0 1 0,0-1 1,0 1-1,-1 0 1,-6-3-1,8 4-119,-1 0 0,1 0 0,-1 0 0,0 0 0,0 1 0,1-1-1,-1 1 1,0-1 0,0 1 0,-5 0 0,6 0-108,1 1-1,0-1 1,-1 0 0,1 1-1,-1-1 1,1 1 0,0 0 0,-1-1-1,1 1 1,0 0 0,0 0-1,0 0 1,-1 0 0,1 0-1,0 0 1,0 0 0,0 0-1,1 0 1,-1 0 0,0 1-1,-1 1 1,-5 21-4221</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50.424"/>
    </inkml:context>
    <inkml:brush xml:id="br0">
      <inkml:brushProperty name="width" value="0.05" units="cm"/>
      <inkml:brushProperty name="height" value="0.05" units="cm"/>
      <inkml:brushProperty name="color" value="#E71224"/>
    </inkml:brush>
  </inkml:definitions>
  <inkml:trace contextRef="#ctx0" brushRef="#br0">73 1 17288,'0'0'10885,"16"80"-10869,-28-51-16,-11 3-800,1-4-1121,1-4-1617,11-8-2161</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50.927"/>
    </inkml:context>
    <inkml:brush xml:id="br0">
      <inkml:brushProperty name="width" value="0.05" units="cm"/>
      <inkml:brushProperty name="height" value="0.05" units="cm"/>
      <inkml:brushProperty name="color" value="#E71224"/>
    </inkml:brush>
  </inkml:definitions>
  <inkml:trace contextRef="#ctx0" brushRef="#br0">64 51 16327,'0'0'10664,"-9"17"-10531,-28 60-95,34-70-46,0 0 1,0 0-1,1 0 1,0 0-1,1 0 1,0 0-1,0 1 1,0-1-1,1 0 1,1 11-1,-1 1-112,0-17 106,1 0 1,-1 0-1,0 0 1,1 0-1,-1 0 0,1-1 1,0 1-1,0 0 1,0-1-1,0 1 1,0 0-1,0-1 0,0 1 1,0-1-1,1 1 1,-1-1-1,0 0 0,1 0 1,-1 0-1,1 1 1,0-2-1,-1 1 1,1 0-1,0 0 0,0 0 1,-1-1-1,1 1 1,0-1-1,0 1 0,0-1 1,0 0-1,0 0 1,-1 0-1,5 0 0,-2 0-10,1 1 1,-1-2-1,0 1 0,1 0 0,-1-1 0,1 0 0,-1 0 0,0 0 0,0 0 0,0-1 0,1 0 0,-1 0 0,-1 0 0,8-5 0,-7 3 21,-1 0-1,1 0 1,-1-1-1,1 0 1,-1 1 0,-1-1-1,1 0 1,-1-1 0,0 1-1,0 0 1,0-1-1,-1 1 1,0-1 0,0 1-1,0-1 1,-1-6 0,0-8-18,-1-1 1,-8-41 0,7 50 21,2 10 2,-1 0 0,0 0 0,1 0 0,0 0 0,-1 0 0,1 0 0,0 0 0,0 0 0,0 0 0,0 0 0,1 0 0,-1 0 0,1 0 0,-1 1 0,1-1 0,-1 0 0,1 0 0,0 0 0,0 1 0,0-1 0,0 0 0,0 1 0,0-1 0,1 0 0,-1 1 0,0 0 0,1-1 0,-1 1 0,4-2 1,2 0 2,-1 2 0,1-1 0,0 0 0,0 1 0,0 1 0,0-1 0,10 1 0,-15 0-4,5 0-4,0-1 1,0 1-1,0 1 1,0-1-1,0 1 0,-1 1 1,1-1-1,0 1 1,0 0-1,-1 1 0,1-1 1,6 5-1,-9-4-1,0 1-1,-1-1 1,1 0 0,-1 1-1,0 0 1,0 0-1,-1 0 1,1 0 0,-1 0-1,0 1 1,0-1-1,0 1 1,0-1 0,-1 1-1,0 0 1,0-1-1,0 1 1,0 9 0,-2 50 3,0-51-34,0-1 1,1 1 0,0-1-1,1 1 1,3 12 0,-4-24 26,1 0 0,-1 0 0,1 0 1,0 1-1,0-1 0,-1-1 0,1 1 1,0 0-1,0 0 0,0 0 0,0 0 1,0-1-1,0 1 0,0 0 0,0-1 1,1 1-1,-1-1 0,0 1 0,0-1 1,0 0-1,1 1 0,-1-1 0,0 0 1,0 0-1,1 0 0,-1 0 0,0 0 1,0 0-1,1 0 0,-1 0 1,0-1-1,0 1 0,2-1 0,0 1 15,0-1 0,0 1 0,0-1 0,0 0 0,-1 0 0,1-1 0,0 1 0,0 0 0,-1-1 0,1 0 0,-1 1 0,4-4 0,-3-1-3,0 0 0,0 1 0,-1-1 0,0 0 0,0 0-1,-1 0 1,0-1 0,0 1 0,0 0 0,-1 0 0,0-1 0,-1-10 0,1 9-8,0-1 0,0 1 1,1 0-1,-1 0 1,2 0-1,-1 0 0,5-13 1,-4 17 5,0 0 0,1 0 0,-1 0 0,1 1-1,-1-1 1,1 1 0,0-1 0,1 1 0,-1 0 0,0 0 0,1 0 0,0 1 0,-1-1 0,1 1 0,0 0 0,0 0 0,1 1 0,-1-1 0,0 1-1,0 0 1,1 0 0,-1 0 0,1 0 0,-1 1 0,1 0 0,-1 0 0,1 0 0,-1 0 0,8 2 0,-8 0-3,-1-1 1,1 0-1,-1 1 1,0 0-1,0 0 1,0 0-1,0 0 1,0 0-1,0 1 1,-1-1-1,1 1 1,-1 0-1,0 0 1,0 0-1,0 0 1,0 0-1,0 0 1,2 7-1,1 2-58,0 0 0,-1 0-1,6 26 1,-8 1-794,-2-33 528,0 1-1,0-1 1,1 1 0,-1-1 0,1 0 0,1 1 0,-1-1 0,1 0 0,4 9 0,-5-14 335,0 0 0,0 0 0,0 0 1,0 0-1,0-1 0,0 1 0,0 0 0,0-1 0,0 1 0,1-1 0,-1 1 0,0-1 0,1 1 0,-1-1 1,0 0-1,0 0 0,1 0 0,-1 0 0,0 0 0,1 0 0,-1 0 0,0 0 0,1 0 0,-1 0 0,0-1 1,1 1-1,-1-1 0,0 1 0,0-1 0,0 1 0,2-2 0,1 0 209,1 0 0,-1-1 0,0 1 0,0-1 1,0 0-1,0 0 0,3-4 0,-2 1-37,-1 0 1,0-1-1,0 1 0,0-1 1,-1 0-1,0 0 1,0-1-1,-1 1 1,0 0-1,0-1 0,-1 0 1,0 1-1,0-1 1,-1 0-1,0 1 0,-1-12 1,0 15-190,1 1 1,-1-1-1,1 0 0,-1 0 1,0 1-1,-1-1 0,1 1 1,-1-1-1,1 1 1,-1-1-1,0 1 0,0 0 1,-1 0-1,1 0 0,-1 0 1,1 0-1,-1 1 1,0-1-1,0 1 0,0 0 1,0 0-1,0 0 0,-1 0 1,1 0-1,-1 1 1,1-1-1,-1 1 0,0 0 1,1 0-1,-1 0 0,0 1 1,1 0-1,-8-1 1,3 1-977,1 0 0,0 1 0,-1-1 0,1 2 1,0-1-1,-8 3 0,-17 11-8014</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22.177"/>
    </inkml:context>
    <inkml:brush xml:id="br0">
      <inkml:brushProperty name="width" value="0.05" units="cm"/>
      <inkml:brushProperty name="height" value="0.05" units="cm"/>
      <inkml:brushProperty name="color" value="#E71224"/>
    </inkml:brush>
  </inkml:definitions>
  <inkml:trace contextRef="#ctx0" brushRef="#br0">56 0 16103,'0'0'6024,"-11"2"-5466,-31 3-24,40-2 427,9 1-662,12 3 7,35 4 273,0-2 0,82 3 1,116-11-1454,-121-3-2498,-104 2-1758,5-3-5070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23.256"/>
    </inkml:context>
    <inkml:brush xml:id="br0">
      <inkml:brushProperty name="width" value="0.05" units="cm"/>
      <inkml:brushProperty name="height" value="0.05" units="cm"/>
      <inkml:brushProperty name="color" value="#E71224"/>
    </inkml:brush>
  </inkml:definitions>
  <inkml:trace contextRef="#ctx0" brushRef="#br0">79 0 13078,'0'0'7886,"-17"0"-7371,5 0-916,-36 1 2326,47 1-1052,7 0-73,37 6 125,54 2-961,162-6-1,-153-5-6514</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26.325"/>
    </inkml:context>
    <inkml:brush xml:id="br0">
      <inkml:brushProperty name="width" value="0.05" units="cm"/>
      <inkml:brushProperty name="height" value="0.05" units="cm"/>
      <inkml:brushProperty name="color" value="#E71224"/>
    </inkml:brush>
  </inkml:definitions>
  <inkml:trace contextRef="#ctx0" brushRef="#br0">46 22 15015,'0'0'10447,"-6"-7"-9844,-14-7-470,20 14-131,0 0 0,-1 0 0,1 0 0,0 0 0,-1 0 0,1 0 0,-1 0 0,1 0 0,0 0 0,-1 0 0,1 0 0,-1 0 0,1 1 0,0-1 0,-1 0 0,1 0 0,0 0 0,-1 1 0,1-1-1,0 0 1,0 0 0,-1 1 0,1-1 0,0 0 0,0 1 0,-1-1 0,1 0 0,0 1 0,0-1 0,0 0 0,0 1 0,-1 0 0,0 7 18,-1 0-1,1 0 0,1 0 1,0 15-1,-1 12 92,-3 266 260,4-300-371,0 0 0,0 0 0,0 0 0,-1-1 0,1 1 0,1 0 0,-1 0 0,0 0 0,0-1 0,0 1 0,0 0 0,0 0 0,1 0 0,-1-1 0,0 1 0,1 0 0,-1-1 0,1 1 0,-1 0 0,1-1 0,-1 1 0,1 0 0,-1-1 0,1 1 0,-1-1 0,1 1 0,0-1 0,-1 1 0,1-1 0,0 0 0,-1 1 0,1-1 0,0 0 0,0 1 0,0-1 0,-1 0 0,1 0 0,0 0 0,0 0 0,-1 0 0,1 0 0,0 0 0,0 0 0,0 0 0,-1 0 0,1 0 0,0 0 0,0-1 0,0 1 0,-1 0 0,2-1 0,3-1 23,0 0 1,0-1-1,0 0 0,0 1 0,0-1 0,5-6 0,11-8 41,-1-1 0,-1-2-1,0 0 1,-2-1 0,0 0-1,25-44 1,-41 70-111,0 0 1,1 1-1,-1-1 1,1 0-1,0 0 1,6 8-1,-7-10 39,3 6-10,1-1 0,0 1 0,1-1 0,-1 0 0,1 0 0,1 0 0,8 7 0,-11-12 9,1 1-1,-1-1 1,1 0-1,0-1 0,-1 1 1,1-1-1,0 0 1,1 0-1,-1 0 0,0-1 1,0 0-1,1 0 0,-1 0 1,10-1-1,-12 0 19,0-1-1,-1 0 1,1 0 0,0 0-1,0 0 1,-1 0-1,1-1 1,0 1-1,-1-1 1,0 1 0,1-1-1,-1 0 1,0 0-1,0 0 1,0-1-1,0 1 1,0 0 0,-1-1-1,1 1 1,-1-1-1,1 1 1,-1-1-1,2-5 1,2-4 36,-1 0 0,0 0-1,-1 0 1,2-18 0,-3 14 24,0 0 1,-1 0-1,-3-25 0,2 36-62,-1 0-1,0 0 1,0 0 0,0 0-1,-1 0 1,0 0-1,0 1 1,0-1 0,0 0-1,-1 1 1,0 0-1,0 0 1,0-1-1,-7-6 1,9 11-314,1 54-7897,0-19 3520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26.711"/>
    </inkml:context>
    <inkml:brush xml:id="br0">
      <inkml:brushProperty name="width" value="0.05" units="cm"/>
      <inkml:brushProperty name="height" value="0.05" units="cm"/>
      <inkml:brushProperty name="color" value="#E71224"/>
    </inkml:brush>
  </inkml:definitions>
  <inkml:trace contextRef="#ctx0" brushRef="#br0">31 1 14759,'0'0'12469,"0"42"-11988,-2-10-337,-2 3 0,-4-2-128,0-1-32,1-2 16,5-10-304,2-5-1265,0-8-1841,13-7-928,13 0-2161</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27.057"/>
    </inkml:context>
    <inkml:brush xml:id="br0">
      <inkml:brushProperty name="width" value="0.05" units="cm"/>
      <inkml:brushProperty name="height" value="0.05" units="cm"/>
      <inkml:brushProperty name="color" value="#E71224"/>
    </inkml:brush>
  </inkml:definitions>
  <inkml:trace contextRef="#ctx0" brushRef="#br0">0 13 15591,'0'0'11750,"41"-9"-11254,-6 7-448,0 0-16,-2 2-32,-8 0-544,-5 0-817,-5 0-1040,-5 0-929,-8 6-399,-2 7-2626</inkml:trace>
  <inkml:trace contextRef="#ctx0" brushRef="#br0" timeOffset="1">45 117 8340,'0'0'13526,"-45"58"-12181,76-58-353,4 0-464,2 0-352,0 0-176,-2 0-176,-4-2-2241,-6-4-1617,-1 1-7123</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28.364"/>
    </inkml:context>
    <inkml:brush xml:id="br0">
      <inkml:brushProperty name="width" value="0.05" units="cm"/>
      <inkml:brushProperty name="height" value="0.05" units="cm"/>
      <inkml:brushProperty name="color" value="#E71224"/>
    </inkml:brush>
  </inkml:definitions>
  <inkml:trace contextRef="#ctx0" brushRef="#br0">17 11 16536,'0'0'10805,"-3"-4"-10211,3 4-590,0 0-1,0-1 0,0 1 0,0 0 0,0-1 0,0 1 0,-1 0 1,1 0-1,0-1 0,0 1 0,0 0 0,0 0 0,0-1 1,-1 1-1,1 0 0,0 0 0,0 0 0,0-1 0,-1 1 0,1 0 1,0 0-1,0 0 0,-1 0 0,1-1 0,0 1 0,0 0 0,-1 0 1,1 0-1,0 0 0,0 0 0,-1 0 0,1 0 0,0 0 0,-1 0 1,1 0-1,0 0 0,0 0 0,-1 0 0,1 0 0,0 0 0,-1 0 1,1 0-1,0 0 0,0 0 0,-1 0 0,1 1 0,0-1 0,0 0 1,-1 0-1,1 0 0,0 1 0,-3 22 164,12 56 105,-4-44-202,-3 141-526,-3-95-4587,1-80 4800,0 0-50,-1 0 0,1 1 0,0-1-1,0 0 1,0 0 0,0 0 0,0 0 0,0 0 0,0 1 0,0-1-1,1 0 1,-1 0 0,0 0 0,1 0 0,-1 0 0,1 0 0,-1 0-1,1 0 1,-1 0 0,1 0 0,0 0 0,0 0 0,-1 0 0,1-1-1,0 1 1,0 0 0,0 0 0,0-1 0,0 1 0,0-1 0,0 1-1,0-1 1,1 1 0,26 4-11662</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28.723"/>
    </inkml:context>
    <inkml:brush xml:id="br0">
      <inkml:brushProperty name="width" value="0.05" units="cm"/>
      <inkml:brushProperty name="height" value="0.05" units="cm"/>
      <inkml:brushProperty name="color" value="#E71224"/>
    </inkml:brush>
  </inkml:definitions>
  <inkml:trace contextRef="#ctx0" brushRef="#br0">153 1 16728,'0'0'10388,"-31"92"-10340,12-64-96,-7-2-640,1-2-801,0-2-1552,7-5-337,9-6-2288</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29.069"/>
    </inkml:context>
    <inkml:brush xml:id="br0">
      <inkml:brushProperty name="width" value="0.05" units="cm"/>
      <inkml:brushProperty name="height" value="0.05" units="cm"/>
      <inkml:brushProperty name="color" value="#E71224"/>
    </inkml:brush>
  </inkml:definitions>
  <inkml:trace contextRef="#ctx0" brushRef="#br0">0 70 15479,'0'0'13115,"7"-4"-12992,-7 3-122,1 0 0,-1 1-1,1-1 1,-1 1 0,1-1-1,0 0 1,-1 1 0,1-1-1,0 1 1,0-1 0,-1 1-1,1 0 1,0-1 0,0 1-1,0 0 1,0 0 0,-1-1 0,1 1-1,0 0 1,0 0 0,0 0-1,0 0 1,0 0 0,-1 0-1,1 0 1,0 0 0,0 1-1,0-1 1,0 0 0,0 0-1,-1 1 1,1-1 0,0 1 0,0-1-1,-1 0 1,1 1 0,0-1-1,-1 1 1,1 0 0,0-1-1,-1 1 1,1 0 0,-1-1-1,1 1 1,0 1 0,1 5 8,0 0 0,-1 0 0,0 0 0,0 0 0,0 11 0,1 10 12,-1-20-85,0 1 0,0-1 0,1 0 1,0 0-1,0 0 0,6 12 0,-7-18 30,0-1 1,-1 0-1,1 0 0,0 0 0,0 0 0,-1 0 0,1 0 0,0 0 0,0-1 0,0 1 1,0 0-1,0 0 0,0-1 0,1 1 0,-1 0 0,0-1 0,0 1 0,0-1 0,3 1 1,-2-1 12,0 0 0,0-1 0,0 1 0,0 0 1,0-1-1,0 0 0,0 1 0,0-1 0,0 0 1,0 0-1,-1 0 0,1 0 0,0 0 0,-1 0 0,1-1 1,2-2-1,30-34 28,-29 30 2,1 1 0,0 0 0,0 1 1,1-1-1,-1 1 0,2 0 0,14-9 0,-21 15-21,0 1 0,0-1 0,1 1 0,-1 0 1,0 0-1,0-1 0,0 1 0,0 0 0,0 0 0,0 0 0,0 0 0,-1 0 1,1 0-1,0 0 0,0 0 0,-1 0 0,1 0 0,-1 1 0,1-1 0,-1 0 1,1 0-1,-1 1 0,0-1 0,1 2 0,1 2 13,1 2-47,0 0 1,1-1 0,0 0-1,0 0 1,0 0 0,1 0-1,0-1 1,8 8-1,-10-11 24,0 0-1,0 0 0,0 0 0,0 0 0,0-1 1,0 1-1,1-1 0,-1 0 0,0 0 0,1 0 1,-1-1-1,1 1 0,-1-1 0,1 1 0,-1-1 1,1 0-1,-1-1 0,1 1 0,6-2 0,-7 1 60,0-1-1,0 0 1,-1 1-1,1-1 1,0 0-1,-1 0 1,1 0-1,-1-1 1,0 1-1,0-1 1,0 1-1,0-1 1,0 0-1,0 1 0,-1-1 1,1 0-1,-1 0 1,0 0-1,0 0 1,0-1-1,0-2 1,3-8 113,-1 1 0,-1-1 0,1-21 1,-3 28-156,1 0 51,-1 0 0,0 0-1,0-1 1,-1 1 0,0 0 0,-3-12-1,3 17-78,0 1-1,0-1 0,1 1 1,-2-1-1,1 1 1,0-1-1,0 1 0,0 0 1,-1-1-1,1 1 0,0 0 1,-1 0-1,1 0 1,-1 0-1,1 0 0,-1 0 1,0 1-1,1-1 0,-1 0 1,0 1-1,0-1 1,0 1-1,1 0 0,-1 0 1,0 0-1,0 0 0,0 0 1,1 0-1,-1 0 1,0 0-1,-2 1 0,2 0-309,0 0-1,0 0 1,0 0 0,0 0-1,0 0 1,0 0-1,0 0 1,1 1 0,-1-1-1,1 1 1,-1-1-1,1 1 1,-1-1-1,1 1 1,0 0 0,0 0-1,0 0 1,0 0-1,0 0 1,0 0-1,1 0 1,-1 0 0,0 0-1,1 0 1,0 0-1,0 0 1,-1 0 0,2 5-1,-2 20-6264</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29.428"/>
    </inkml:context>
    <inkml:brush xml:id="br0">
      <inkml:brushProperty name="width" value="0.05" units="cm"/>
      <inkml:brushProperty name="height" value="0.05" units="cm"/>
      <inkml:brushProperty name="color" value="#E71224"/>
    </inkml:brush>
  </inkml:definitions>
  <inkml:trace contextRef="#ctx0" brushRef="#br0">28 0 15319,'0'0'11957,"-9"97"-11524,9-66-353,-4-1 80,-2-6-160,2-6-224,0-1-945,4-8-1632</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29.773"/>
    </inkml:context>
    <inkml:brush xml:id="br0">
      <inkml:brushProperty name="width" value="0.05" units="cm"/>
      <inkml:brushProperty name="height" value="0.05" units="cm"/>
      <inkml:brushProperty name="color" value="#E71224"/>
    </inkml:brush>
  </inkml:definitions>
  <inkml:trace contextRef="#ctx0" brushRef="#br0">1 14 15015,'0'0'12662,"113"-13"-12582,-80 13-80,-6 0-352,-3 0-1137,-7 0-1537,-11 7-799,-6 6-1009,-14 6-4115</inkml:trace>
  <inkml:trace contextRef="#ctx0" brushRef="#br0" timeOffset="1">1 14 4306,'27'122'15079,"-19"-122"-13030,19 0-64,6 0-625,4 0-879,0 0-369,4 0-112,2-4-1953,0-1-2561,9-3-4675</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30.197"/>
    </inkml:context>
    <inkml:brush xml:id="br0">
      <inkml:brushProperty name="width" value="0.05" units="cm"/>
      <inkml:brushProperty name="height" value="0.05" units="cm"/>
      <inkml:brushProperty name="color" value="#E71224"/>
    </inkml:brush>
  </inkml:definitions>
  <inkml:trace contextRef="#ctx0" brushRef="#br0">29 50 19305,'0'0'9361,"-3"-5"-8840,0 2-314,2 1-87,-1 1 0,1-1 0,0 1 0,-1-1 0,1 0 0,0 1 0,0-1-1,0 0 1,0 0 0,1 0 0,-1 0 0,-1-4 0,-6-9 1694,21 404-1915,-10-353-2539,8-17-5365</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31.368"/>
    </inkml:context>
    <inkml:brush xml:id="br0">
      <inkml:brushProperty name="width" value="0.05" units="cm"/>
      <inkml:brushProperty name="height" value="0.05" units="cm"/>
      <inkml:brushProperty name="color" value="#E71224"/>
    </inkml:brush>
  </inkml:definitions>
  <inkml:trace contextRef="#ctx0" brushRef="#br0">0 58 10597,'0'0'10116,"12"-9"-9096,37-26-151,-46 33-803,0 1 0,0-1-1,0 0 1,0 1 0,0 0-1,1 0 1,-1 0-1,0 0 1,1 0 0,-1 1-1,1-1 1,-1 1 0,1 0-1,-1 0 1,1 0-1,-1 1 1,1-1 0,-1 1-1,0 0 1,1 0 0,-1 0-1,0 0 1,1 1-1,-1-1 1,0 1 0,0 0-1,0 0 1,-1 0 0,1 0-1,0 0 1,-1 1 0,1-1-1,-1 1 1,0 0-1,0 0 1,0 0 0,0 0-1,-1 0 1,3 4 0,-2-1-61,0 0 1,0 0 0,-1 0 0,0 0 0,0 0 0,-1 0 0,1 1 0,-1-1-1,0 0 1,-1 0 0,0 1 0,0-1 0,0 0 0,-1 0 0,0 0-1,0 0 1,-5 10 0,-2-2 13,0-2-1,-1 0 1,-1 0-1,0 0 1,-17 13-1,-34 37 494,61-62-485,1 1 0,0-1-1,0 0 1,0 1 0,0-1 0,0 1 0,-1-1-1,1 0 1,0 1 0,0-1 0,0 1 0,0-1 0,0 1-1,0-1 1,0 0 0,1 1 0,-1-1 0,0 1 0,0-1-1,0 0 1,0 1 0,0-1 0,1 0 0,-1 1-1,0-1 1,0 0 0,0 1 0,1-1 0,-1 0 0,0 1-1,1-1 1,-1 0 0,0 0 0,1 1 0,-1-1 0,0 0-1,1 0 1,-1 0 0,0 1 0,1-1 0,-1 0-1,1 0 1,-1 0 0,0 0 0,1 0 0,-1 0 0,1 0-1,0 0 1,25 6 329,-24-6-284,52 7 1079,85 0-1,-55-7-6191,-28 0-5190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56.707"/>
    </inkml:context>
    <inkml:brush xml:id="br0">
      <inkml:brushProperty name="width" value="0.05" units="cm"/>
      <inkml:brushProperty name="height" value="0.05" units="cm"/>
      <inkml:brushProperty name="color" value="#E71224"/>
    </inkml:brush>
  </inkml:definitions>
  <inkml:trace contextRef="#ctx0" brushRef="#br0">41 68 10341,'0'0'8964,"2"-27"-6267,-2 18-2239,-2-17 325,1 26-779,1-1 0,-1 1 0,1 0 0,-1-1 0,1 1 0,-1 0-1,0-1 1,1 1 0,-1 0 0,1 0 0,-1 0 0,0 0 0,1-1 0,-1 1 0,0 0 0,1 0 0,-1 0 0,0 0 0,1 0-1,-1 1 1,1-1 0,-1 0 0,0 0 0,1 0 0,-1 0 0,0 1 0,1-1 0,-1 0 0,1 1 0,-1-1 0,1 0 0,-1 1-1,1-1 1,-1 1 0,1-1 0,-1 1 0,0 0 0,-17 13-507,24-12 1313,15-13-2607,-9-3-3636</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57.272"/>
    </inkml:context>
    <inkml:brush xml:id="br0">
      <inkml:brushProperty name="width" value="0.05" units="cm"/>
      <inkml:brushProperty name="height" value="0.05" units="cm"/>
      <inkml:brushProperty name="color" value="#E71224"/>
    </inkml:brush>
  </inkml:definitions>
  <inkml:trace contextRef="#ctx0" brushRef="#br0">1 0 11909,'0'0'10523,"4"1"-9125,25 11-599,0 1 1,-1 2 0,27 17 0,-24-13-813,2-1 1,39 16-1,-25-18 36,0-3 0,1-2 1,0-1-1,59 2 0,196-3 67,-282-9-75,18-1 7,0-2 0,-1-2 0,0-1 0,0-2 0,0-1 0,-1-3 0,-1 0 0,0-3 0,-1-1 0,0-1 0,-1-2 0,61-46 0,-92 59-4637,-12 7-1452,-8 5-2921</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32.938"/>
    </inkml:context>
    <inkml:brush xml:id="br0">
      <inkml:brushProperty name="width" value="0.05" units="cm"/>
      <inkml:brushProperty name="height" value="0.05" units="cm"/>
      <inkml:brushProperty name="color" value="#E71224"/>
    </inkml:brush>
  </inkml:definitions>
  <inkml:trace contextRef="#ctx0" brushRef="#br0">2 0 19001,'0'0'5952,"0"22"-5779,-1 178 246,1-192-417,0 0 1,1 1-1,0-1 1,1 0-1,0-1 1,0 1-1,5 10 1,-7-16-3,1-1 0,0 0 0,0 0-1,-1 0 1,1 1 0,0-1 0,0 0 0,0 0 0,0 0 0,1 0 0,-1-1 0,0 1 0,0 0 0,1 0 0,-1-1 0,0 1 0,1-1 0,-1 1 0,2 0 0,0-1 11,-1 0 0,1 0 0,-1 0 0,1-1 0,-1 1 0,1-1 0,-1 1 0,0-1 0,1 0 0,-1 0 0,0 0 0,1 0 0,-1-1 0,0 1 0,2-2 0,12-9 86,-1 0 1,0 0 0,-1-1-1,-1-1 1,0-1 0,-1 0-1,0 0 1,-1-1 0,12-25-1,-22 41-81,0 0 0,0 0 0,-1 0 0,1 1-1,0-1 1,-1 0 0,1 1 0,-1-1 0,1 1 0,0-1 0,-1 0-1,1 1 1,-1-1 0,1 1 0,-1 0 0,1-1 0,-1 1 0,0-1-1,1 1 1,-1 0 0,0-1 0,1 1 0,-1 0 0,0-1 0,0 1-1,0 0 1,1 0 0,20 41-154,-5-13 134,-10-19-43,1 0 1,0-1 0,0 0 0,1-1 0,0 0-1,1 0 1,0 0 0,9 5 0,-15-10 45,0-2 0,0 1 0,0 0 1,0 0-1,0-1 0,0 0 0,0 1 1,0-1-1,1-1 0,-1 1 0,0 0 1,1-1-1,-1 1 0,1-1 0,-1 0 1,0 0-1,1-1 0,-1 1 0,1-1 1,-1 1-1,0-1 0,0 0 0,1 0 1,-1-1-1,0 1 0,0-1 0,0 1 1,0-1-1,0 0 0,-1 0 0,4-3 1,0-2 43,0-1 1,-1 1 0,0-1 0,0 1 0,-1-2 0,0 1 0,-1 0 0,0-1 0,0 1 0,0-1 0,-1 0 0,-1 0 0,1 0 0,-1 0 0,-1 0 0,0 0 0,0 0 0,-1-1 0,0 1 0,-2-9 0,2 16-108,0-1 1,0 1-1,0 0 1,-1-1-1,1 1 1,0 0-1,-1 0 1,0 0 0,1 0-1,-1 0 1,0 1-1,0-1 1,0 0-1,-3-1 1,5 3-81,0-1-1,-1 1 1,1 0 0,-1 0 0,1-1-1,-1 1 1,1 0 0,-1 0-1,1 0 1,-1 0 0,0 0 0,1 0-1,-1 0 1,1 0 0,-1 0 0,1 0-1,-1 0 1,1 0 0,-1 0 0,1 0-1,-1 0 1,1 0 0,-1 1 0,1-1-1,-2 1 1,2 0-258,-1 0-1,0 0 1,1 0-1,-1 0 1,1 0-1,-1 0 1,1 0-1,-1 0 1,1 0-1,0 0 1,-1 0 0,1 1-1,0-1 1,0 0-1,0 0 1,0 0-1,0 2 1,0 23-8813</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33.343"/>
    </inkml:context>
    <inkml:brush xml:id="br0">
      <inkml:brushProperty name="width" value="0.05" units="cm"/>
      <inkml:brushProperty name="height" value="0.05" units="cm"/>
      <inkml:brushProperty name="color" value="#E71224"/>
    </inkml:brush>
  </inkml:definitions>
  <inkml:trace contextRef="#ctx0" brushRef="#br0">1 0 17864,'0'0'10069,"18"121"-9925,-18-83-144,0 1 0,0-3-384,-6-9-689,6-6-1392,0-8-1489</inkml:trace>
  <inkml:trace contextRef="#ctx0" brushRef="#br0" timeOffset="1">246 41 15783,'0'0'10373,"130"-8"-9909,-89 8-304,-4 0-160,-8 0-880,-9 0-1729,-11 4-1537,-9 7-784,0 4-2770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33.686"/>
    </inkml:context>
    <inkml:brush xml:id="br0">
      <inkml:brushProperty name="width" value="0.05" units="cm"/>
      <inkml:brushProperty name="height" value="0.05" units="cm"/>
      <inkml:brushProperty name="color" value="#E71224"/>
    </inkml:brush>
  </inkml:definitions>
  <inkml:trace contextRef="#ctx0" brushRef="#br0">0 1 8580,'0'0'15159,"4"40"-13494,33-40-1041,3 0 0,-3 0-592,-4 0-32,-5 0-400,-3-1-1553,2-1-2529,6 0-4578</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34.060"/>
    </inkml:context>
    <inkml:brush xml:id="br0">
      <inkml:brushProperty name="width" value="0.05" units="cm"/>
      <inkml:brushProperty name="height" value="0.05" units="cm"/>
      <inkml:brushProperty name="color" value="#E71224"/>
    </inkml:brush>
  </inkml:definitions>
  <inkml:trace contextRef="#ctx0" brushRef="#br0">10 35 18937,'0'0'9903,"0"6"-9863,-5 26-116,2 0 0,1 1 0,5 52 0,-2-83-7,-1 0 1,1 0-1,0 0 1,0-1 0,0 1-1,0 0 1,0 0-1,0-1 1,0 1-1,0-1 1,1 1 0,-1-1-1,1 0 1,-1 1-1,1-1 1,0 0-1,-1 0 1,1 0-1,0 0 1,0 0 0,0 0-1,0-1 1,-1 1-1,1-1 1,0 1-1,0-1 1,0 0 0,0 0-1,4 0 1,-1 1-1,-1-1 0,1 0 0,-1-1 0,1 1 0,-1-1 0,1 0 0,-1 0 0,1 0 0,-1 0 1,0-1-1,0 0 0,7-3 0,-1-4 275,0 1 0,0-2 0,-1 1 0,0-1 0,0 0 0,-1-1 0,-1 0 0,0 0 1,0-1-1,-1 0 0,8-22 0,-15 39-217,1 0 0,0-1 0,0 1-1,0 0 1,1 0 0,0-1 0,0 1 0,0-1 0,0 1 0,1-1 0,0 1 0,0-1-1,0 0 1,0 1 0,1-1 0,-1-1 0,1 1 0,0 0 0,0-1 0,1 1 0,-1-1-1,1 0 1,0 0 0,-1 0 0,1-1 0,0 1 0,1-1 0,-1 0 0,0 0 0,1 0-1,-1-1 1,1 0 0,6 2 0,-7-3 57,0 0-1,-1 0 0,1 0 1,0 0-1,0 0 1,-1-1-1,1 0 1,0 1-1,-1-2 1,1 1-1,-1 0 1,1-1-1,-1 1 0,0-1 1,0 0-1,1 0 1,-1 0-1,0 0 1,-1-1-1,6-5 1,-5 3 63,0 0 1,0 0 0,-1-1-1,0 1 1,0-1 0,0 1 0,0-1-1,-1 0 1,0 0 0,-1 1 0,1-1-1,-1-11 1,0 7-55,0 1 42,0-1 0,0 0 1,-1 1-1,-3-14 0,4 22-120,-1-1-1,1 0 1,-1 1-1,1-1 1,-1 0 0,0 1-1,0-1 1,1 1-1,-1-1 1,0 1-1,0 0 1,-1-1-1,1 1 1,0 0-1,0 0 1,-1 0-1,1 0 1,0 0-1,-1 0 1,1 0-1,-1 0 1,0 0-1,1 1 1,-1-1 0,1 1-1,-1-1 1,0 1-1,1 0 1,-1-1-1,-3 1 1,4 0-256,0 1 1,0-1 0,0 1 0,0-1-1,0 1 1,0-1 0,0 1 0,1 0-1,-1-1 1,0 1 0,0 0-1,1 0 1,-1-1 0,0 1 0,1 0-1,-1 0 1,0 0 0,1 0 0,-1 0-1,1 0 1,0 0 0,-1 0 0,1 0-1,0 0 1,0 0 0,0 0 0,-1 0-1,1 0 1,0 0 0,0 1-1,1-1 1,-1 0 0,0 0 0,0 1-1,0 1-789,0 22-8928</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34.417"/>
    </inkml:context>
    <inkml:brush xml:id="br0">
      <inkml:brushProperty name="width" value="0.05" units="cm"/>
      <inkml:brushProperty name="height" value="0.05" units="cm"/>
      <inkml:brushProperty name="color" value="#E71224"/>
    </inkml:brush>
  </inkml:definitions>
  <inkml:trace contextRef="#ctx0" brushRef="#br0">1 0 4370,'0'0'24395,"12"100"-24219,-12-66-96,0 1-32,0-2-48,0-3-112,0-3-592,0-2-1089,0-9-2609,0-5-2049</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34.776"/>
    </inkml:context>
    <inkml:brush xml:id="br0">
      <inkml:brushProperty name="width" value="0.05" units="cm"/>
      <inkml:brushProperty name="height" value="0.05" units="cm"/>
      <inkml:brushProperty name="color" value="#E71224"/>
    </inkml:brush>
  </inkml:definitions>
  <inkml:trace contextRef="#ctx0" brushRef="#br0">1 1 19753,'0'0'9444,"72"22"-8851,-39-19-545,4-1 32,0-2-80,0 0-176,-2 0-353,-4 0-831,-2-3-1938,4-7-2961</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35.125"/>
    </inkml:context>
    <inkml:brush xml:id="br0">
      <inkml:brushProperty name="width" value="0.05" units="cm"/>
      <inkml:brushProperty name="height" value="0.05" units="cm"/>
      <inkml:brushProperty name="color" value="#E71224"/>
    </inkml:brush>
  </inkml:definitions>
  <inkml:trace contextRef="#ctx0" brushRef="#br0">23 178 15703,'0'0'10861,"-4"-12"-10060,-13-41-116,17 51-652,-1 0 0,1-1 0,0 1-1,0 0 1,0-1 0,0 1 0,0 0-1,0 0 1,0-1 0,1 1 0,-1 0 0,1 0-1,0-1 1,-1 1 0,1 0 0,0 0 0,0 0-1,1 0 1,-1 0 0,0 0 0,1 0 0,-1 1-1,1-1 1,-1 0 0,1 1 0,0-1-1,0 1 1,0 0 0,0-1 0,0 1 0,0 0-1,4-1 1,2-2-22,0 1 0,0 1 0,1 0 0,-1 0-1,0 0 1,15 0 0,-19 2-15,0-1 0,0 1 1,0 1-1,-1-1 0,1 0 0,0 1 0,0 0 0,0 0 1,-1 0-1,1 0 0,-1 1 0,1-1 0,-1 1 0,1 0 1,-1 0-1,0 0 0,4 4 0,-3-1-4,0-1-1,-1 1 1,0 0-1,0 0 0,0 1 1,0-1-1,-1 0 1,0 1-1,0 0 1,1 10-1,0-1-217,0-1 0,-2 1 0,1 19 0,5-37-1,17-36 289,-16 24 11,0 0 0,1 1-1,1 0 1,0 1 0,1 0-1,1 0 1,-1 1 0,2 1-1,0 0 1,20-13 0,-33 24-70,1 0 1,-1 0 0,0-1-1,1 1 1,-1 0-1,0 0 1,1 0-1,-1 0 1,0-1-1,1 1 1,-1 0 0,0 0-1,1 0 1,-1 0-1,0 0 1,1 0-1,-1 0 1,0 0 0,1 0-1,-1 0 1,1 0-1,-1 0 1,0 0-1,1 0 1,-1 1-1,0-1 1,1 0 0,-1 0-1,0 0 1,1 0-1,-1 1 1,0-1-1,0 0 1,1 0 0,-1 1-1,0-1 1,0 0-1,1 0 1,-1 1-1,0-1 1,0 0-1,0 1 1,0-1 0,1 0-1,-1 1 1,0-1-1,0 1 1,2 20 120,-2-14-110,3 46-6,-3 1-1,-2-1 1,-2 1-1,-13 62 1,9-77-409,1 0 0,-1 75-1,8-112 336,0 1 0,0-1 0,0 0-1,1 1 1,-1-1 0,1 0-1,-1 0 1,1 0 0,0 1-1,0-1 1,0 0 0,0 0-1,0 0 1,1 0 0,-1-1-1,1 1 1,-1 0 0,1 0 0,-1-1-1,1 1 1,0-1 0,2 2-1,1 0-14,0-1-1,0 0 1,0 0-1,0 0 1,1-1-1,-1 1 0,0-1 1,1 0-1,6 0 1,1-1-231,-1 0 0,0 0 0,0-1 0,1-1 0,-1 0 0,0-1 0,0 0-1,14-6 1,33-28-5394,-34 17 247</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36.400"/>
    </inkml:context>
    <inkml:brush xml:id="br0">
      <inkml:brushProperty name="width" value="0.05" units="cm"/>
      <inkml:brushProperty name="height" value="0.05" units="cm"/>
      <inkml:brushProperty name="color" value="#E71224"/>
    </inkml:brush>
  </inkml:definitions>
  <inkml:trace contextRef="#ctx0" brushRef="#br0">117 115 10629,'0'0'7953,"0"-18"-5472,0-37-544,0 13 1883,-11 68-3139,-5 25-510,1 0 1,-9 68-1,-5 112 224,28-226-395,-18 223 141,17-177-155,3 0 0,10 75 0,-7-104-88,0-1 0,2 0 0,1 0 0,0-1 0,2 0 0,0 0 0,22 33-1,-23-42-270,-1-1-1,2 0 1,-1-1-1,2 0 1,-1 0-1,14 9 1,-16-13-179,0-1 0,0 0 0,1 0 0,0 0 0,0-1 0,-1-1 0,2 1 0,-1-1 0,0 0 0,11 0 0,18-1-2660,-3-1-2161</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36.839"/>
    </inkml:context>
    <inkml:brush xml:id="br0">
      <inkml:brushProperty name="width" value="0.05" units="cm"/>
      <inkml:brushProperty name="height" value="0.05" units="cm"/>
      <inkml:brushProperty name="color" value="#E71224"/>
    </inkml:brush>
  </inkml:definitions>
  <inkml:trace contextRef="#ctx0" brushRef="#br0">284 519 17160,'0'0'2361,"-4"-20"155,-19-60-107,22 77-2324,0 0-1,0 0 1,0 0 0,0 0 0,-1 0-1,0 0 1,1 0 0,-1 0 0,0 1-1,0-1 1,0 1 0,-1 0 0,1 0 0,-1-1-1,1 2 1,-1-1 0,0 0 0,0 0-1,1 1 1,-1-1 0,0 1 0,-1 0-1,1 0 1,0 0 0,0 1 0,0-1-1,0 1 1,-1-1 0,1 1 0,0 0 0,0 0-1,-1 1 1,1-1 0,0 1 0,0 0-1,-5 1 1,-2 1-90,1 0 0,0 1-1,-1 0 1,1 1 0,1-1 0,-1 2 0,1-1-1,0 1 1,-10 10 0,12-10-6,0 0-1,1 0 1,0 0-1,0 1 1,0-1-1,1 1 1,0 1 0,1-1-1,0 0 1,0 1-1,0 0 1,1-1 0,0 1-1,0 0 1,1 0-1,0 0 1,1 12 0,0-18-9,0 0 1,0 0-1,0-1 1,1 1 0,-1 0-1,1 0 1,0 0 0,-1-1-1,1 1 1,0 0-1,0-1 1,0 1 0,0-1-1,0 1 1,1-1 0,-1 1-1,0-1 1,1 0 0,-1 0-1,3 2 1,0-1-7,0 1-1,1-1 1,-1 0 0,1-1 0,-1 1-1,1-1 1,9 2 0,-3-2 8,0 0 0,0 0 0,0-1 0,0-1 1,0 0-1,19-4 0,-23 2 9,-1 0 0,1 0 0,0 0 0,-1-1 0,1 0 0,-1-1 0,0 1 0,-1-1 0,1 0 0,-1-1 0,0 1 0,0-1 0,-1 0 0,1 0 0,-1-1 0,-1 1 0,1-1 0,-1 0 0,0 0 0,3-13-1,1-5 15,-1-1 0,-1 0 0,-1 0 0,0-43-1,-3 36 56,1-8-20,-6-58 1,3 87-13,0 1 0,-2 0-1,1 0 1,-1-1 0,-1 2-1,0-1 1,0 0 0,-1 1 0,-1 0-1,-6-10 1,12 19-66,-1 0 0,1 0 0,0 1 0,-1-1 0,1 0 0,-1 0 0,0 1 0,1-1 0,-1 0 0,0 1 0,1-1 0,-1 0 0,0 1 0,1-1 0,-1 1 0,0-1 0,0 1 0,0 0 0,0-1 0,0 1 0,1 0-1,-1-1 1,0 1 0,0 0 0,0 0 0,0 0 0,-1 0 0,1 1-98,0 0 1,0-1-1,0 1 0,1 0 0,-1 0 0,0 0 0,1 0 0,-1 0 0,0 1 0,1-1 0,-1 0 0,1 0 0,0 0 0,-1 0 1,1 1-1,0-1 0,0 2 0,-3 67-5427,3-61 4720,0 44-4866</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37.245"/>
    </inkml:context>
    <inkml:brush xml:id="br0">
      <inkml:brushProperty name="width" value="0.05" units="cm"/>
      <inkml:brushProperty name="height" value="0.05" units="cm"/>
      <inkml:brushProperty name="color" value="#E71224"/>
    </inkml:brush>
  </inkml:definitions>
  <inkml:trace contextRef="#ctx0" brushRef="#br0">45 1 12502,'0'0'13937,"-5"11"-13681,-3 10-176,0 0 0,-6 29 1,12-41-87,0 0 1,1 0 0,-1 0 0,2 0 0,-1 1 0,1-1 0,1 0-1,0 1 1,0-1 0,3 10 0,-3-17-9,1 1-1,-1-1 1,1 0 0,-1 1 0,1-1-1,0 0 1,0 0 0,0 0 0,0 0-1,0-1 1,0 1 0,0 0 0,1-1-1,-1 0 1,1 1 0,-1-1 0,1 0-1,-1 0 1,1-1 0,0 1 0,-1 0-1,1-1 1,0 0 0,3 1 0,-2-1 4,0 0 1,0 0 0,0 0 0,1 0-1,-1-1 1,0 1 0,0-1 0,0 0-1,0 0 1,0-1 0,0 1 0,0-1-1,-1 0 1,1 0 0,5-4 0,1-4 116,-1 0 0,0-1 1,-1 0-1,0 0 0,-1-1 1,0 0-1,-1-1 0,10-25 1,-18 53-8,1-1 1,0 1-1,4 27 1,-2 4-13,-1-32-85,1 37 68,-10 67 0,7-103-108,0 0 0,-2 0 0,0 0 1,0 0-1,-2-1 0,0 0 0,0 0 0,-1-1 0,-10 15 0,15-26-113,0 1 0,0-1 0,-1 1 1,1-1-1,-1 0 0,1 0 0,-1 0 0,0-1 0,0 1 0,0 0 0,0-1 0,0 0 0,-3 1 0,0 0-619,-1-1 0,1 0-1,-1 0 1,0-1 0,1 0 0,-1 0 0,0 0 0,1-1-1,-10-2 1,-19-9-4161</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37.608"/>
    </inkml:context>
    <inkml:brush xml:id="br0">
      <inkml:brushProperty name="width" value="0.05" units="cm"/>
      <inkml:brushProperty name="height" value="0.05" units="cm"/>
      <inkml:brushProperty name="color" value="#E71224"/>
    </inkml:brush>
  </inkml:definitions>
  <inkml:trace contextRef="#ctx0" brushRef="#br0">1 0 15479,'0'0'10234,"22"3"-9402,514 64 1195,29-39-3480,-565-28 1377,-1 0 1,1 0-1,0 0 1,0 0-1,0 0 1,0 0-1,0 0 0,-1 0 1,1 1-1,0-1 1,0 0-1,0 0 0,0 0 1,0 0-1,-1 0 1,1 0-1,0 0 0,0 0 1,0 0-1,0 1 1,0-1-1,0 0 0,0 0 1,0 0-1,-1 0 1,1 0-1,0 1 1,0-1-1,0 0 0,0 0 1,0 0-1,0 0 1,0 0-1,0 1 0,0-1 1,0 0-1,0 0 1,0 0-1,0 0 0,0 1 1,0-1-1,0 0 1,0 0-1,0 0 0,0 0 1,0 0-1,1 1 1,-1-1-1,0 0 1,0 0-1,0 0 0,0 0 1,0 0-1,0 0 1,0 1-1,0-1 0,1 0 1,-1 0-1,0 0 1,0 0-1,0 0 0,0 0 1,-13 9-2179,-16 3-1954,-8 3-3251</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37.957"/>
    </inkml:context>
    <inkml:brush xml:id="br0">
      <inkml:brushProperty name="width" value="0.05" units="cm"/>
      <inkml:brushProperty name="height" value="0.05" units="cm"/>
      <inkml:brushProperty name="color" value="#E71224"/>
    </inkml:brush>
  </inkml:definitions>
  <inkml:trace contextRef="#ctx0" brushRef="#br0">290 305 16856,'0'0'5861,"-19"-9"-4647,-63-26-752,76 33-421,0 0 1,0 1-1,0 0 1,-1 0 0,1 0-1,0 1 1,-1 0 0,1 0-1,0 1 1,-1 0 0,1 0-1,0 0 1,0 1-1,0 0 1,0 0 0,0 1-1,0-1 1,0 1 0,1 1-1,0-1 1,-9 7 0,10-7-37,0 0 1,1 1 0,-1-1-1,1 1 1,-1 0 0,1-1 0,1 1-1,-1 1 1,0-1 0,1 0-1,0 1 1,0-1 0,0 1-1,1-1 1,-1 1 0,1 0 0,0 0-1,0 0 1,1 0 0,0 0-1,0 0 1,0-1 0,0 1 0,1 0-1,1 5 1,-1-7-6,1-1 0,-1 1 1,1-1-1,0 0 0,0 0 0,0 1 0,0-1 0,0-1 1,0 1-1,1 0 0,-1-1 0,1 1 0,-1-1 1,1 1-1,0-1 0,-1 0 0,1 0 0,0-1 1,0 1-1,0 0 0,-1-1 0,1 0 0,5 0 0,5 1 18,0 0 0,0-1 0,0-1 0,14-3-1,-20 3 34,0-2 0,0 1-1,0-1 1,0 0 0,0 0-1,0-1 1,-1 0 0,0 0-1,1-1 1,-2 0 0,1 0-1,0 0 1,-1-1 0,0 1-1,-1-1 1,1-1 0,-1 1-1,0 0 1,-1-1 0,1 0-1,-1 0 1,3-13-1,-1 5 60,-1 0-1,0-1 0,-1 1 0,-1-1 0,0 0 1,-1 0-1,-1 0 0,-1 0 0,-5-30 0,5 39-101,0 1-1,-1-1 1,-1 1-1,1 0 0,-1 0 1,0 0-1,0 0 1,0 0-1,-1 0 1,0 1-1,0 0 0,-1 0 1,1 0-1,-1 0 1,0 1-1,0 0 1,-1 0-1,1 0 0,-1 1 1,0-1-1,0 1 1,0 1-1,0-1 0,0 1 1,-1 0-1,1 1 1,-1-1-1,1 1 1,-1 1-1,0-1 0,-7 1 1,11 1-251,1-1 0,-1 1 0,1 0-1,0 0 1,-1-1 0,1 1 0,0 1 0,0-1 0,0 0 0,-1 1 0,2-1-1,-1 1 1,0-1 0,0 1 0,0 0 0,1 0 0,-1 0 0,1 0 0,-1 0 0,1 0-1,0 0 1,0 0 0,0 1 0,0-1 0,0 0 0,1 1 0,-1-1 0,1 1 0,-1-1-1,1 1 1,0 3 0,-1 26-5135</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38.509"/>
    </inkml:context>
    <inkml:brush xml:id="br0">
      <inkml:brushProperty name="width" value="0.05" units="cm"/>
      <inkml:brushProperty name="height" value="0.05" units="cm"/>
      <inkml:brushProperty name="color" value="#E71224"/>
    </inkml:brush>
  </inkml:definitions>
  <inkml:trace contextRef="#ctx0" brushRef="#br0">4 35 14391,'0'0'12691,"0"-7"-11878,0-17-569,0 21-208,0 20-62,-2 11 40,2-19-37,-1 0 0,1 0 0,0 0-1,1 0 1,3 17 0,-4-24-14,1 0-1,0 0 1,0 0 0,0 0 0,0 0-1,0 0 1,0-1 0,0 1-1,1 0 1,-1-1 0,1 1 0,-1-1-1,1 0 1,-1 1 0,1-1 0,0 0-1,0 0 1,0 0 0,-1 0-1,1 0 1,0 0 0,0-1 0,0 1-1,0-1 1,0 1 0,1-1-1,-1 0 1,0 0 0,0 0 0,3 0-1,0 0 33,0-1-1,0 1 1,0-1-1,0 0 1,0 0 0,0-1-1,0 0 1,-1 1-1,1-2 1,0 1-1,-1 0 1,0-1-1,5-4 1,4-3 113,-1-2 0,19-21 0,-12 11 239,-15 89-1099,-4-65 701,0 0 1,1 0-1,-1 0 1,0 0-1,1 0 1,-1 0-1,1 0 1,0-1-1,-1 1 1,1 0-1,0 0 1,0-1-1,0 1 0,1-1 1,-1 1-1,0-1 1,0 1-1,1-1 1,-1 0-1,1 1 1,-1-1-1,1 0 1,0 0-1,-1 0 1,1 0-1,0-1 1,0 1-1,0 0 1,-1-1-1,1 1 0,0-1 1,0 0-1,0 1 1,0-1-1,0 0 1,0 0-1,0 0 1,0-1-1,0 1 1,0 0-1,-1-1 1,3 0-1,1 0 177,-1 0 0,1-1 0,-1 1 0,1-1 0,-1 0 0,0 0 0,0-1 0,0 1-1,0-1 1,0 0 0,-1 0 0,1 0 0,-1-1 0,0 1 0,0-1 0,4-6 0,-4 2 2,0 1 0,-1-1-1,0 0 1,-1 0 0,0 1 0,0-1 0,-1 0-1,1 0 1,-2 0 0,-1-11 0,2 20-246,1-1-1,-1 0 1,0 1 0,0-1 0,0 0-1,0 1 1,0-1 0,0 0 0,0 1-1,0-1 1,0 0 0,0 0 0,0 1-1,-1-1 1,1 0 0,0 1 0,0-1-1,0 0 1,0 1 0,0-1 0,-1 0-1,1 0 1,0 1 0,0-1 0,0 0-1,-1 0 1,1 1 0,0-1 0,0 0-1,-1 0 1,1 0 0,0 1 0,0-1-1,-1 0 1,1 0 0,0 0 0,-1 0-1,1 0 1,0 0 0,-1 0 0,1 0-1,0 0 1,-1 0 0,1 0 0,0 0-1,-1 0 1,1 0 0,0 0 0,-1 0-1,1 0 1,0 0 0,-1 0 0,1 0-1,0 0 1,0-1 0,-1 1 0,1 0-1,0 0 1,0 0 0,-1-1 0,1 1-1,0 0 1,0 0 0,-1-1 0,1 1-1,0 0 1,0-1 0,-1 18-5381,1 0-3059</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38.855"/>
    </inkml:context>
    <inkml:brush xml:id="br0">
      <inkml:brushProperty name="width" value="0.05" units="cm"/>
      <inkml:brushProperty name="height" value="0.05" units="cm"/>
      <inkml:brushProperty name="color" value="#E71224"/>
    </inkml:brush>
  </inkml:definitions>
  <inkml:trace contextRef="#ctx0" brushRef="#br0">7 0 12726,'0'0'16087,"27"19"-15751,-25 5-192,-2 0-96,0 2-48,0 0-192,-9-2-672,-3-4-1361,2-5-2513,6-4-1905</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39.236"/>
    </inkml:context>
    <inkml:brush xml:id="br0">
      <inkml:brushProperty name="width" value="0.05" units="cm"/>
      <inkml:brushProperty name="height" value="0.05" units="cm"/>
      <inkml:brushProperty name="color" value="#E71224"/>
    </inkml:brush>
  </inkml:definitions>
  <inkml:trace contextRef="#ctx0" brushRef="#br0">272 1 20505,'0'0'10370,"0"0"-10001,0 6-299,1 0 1,-1-1-1,1 1 1,0 0-1,1-1 1,-1 1-1,5 9 1,3 11 133,64 301 581,-65-269-827,-3 0 0,-2 0 0,-9 103-1,3-143-180,0 0-1,-2 0 0,0-1 0,-1 0 1,-1 0-1,-1 0 0,0-1 0,-1 0 1,-1-1-1,0 0 0,-1 0 0,-21 21 1,-12 8-2664,-3-2 1,-65 46-1,56-47-2678</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41.293"/>
    </inkml:context>
    <inkml:brush xml:id="br0">
      <inkml:brushProperty name="width" value="0.05" units="cm"/>
      <inkml:brushProperty name="height" value="0.05" units="cm"/>
      <inkml:brushProperty name="color" value="#E71224"/>
    </inkml:brush>
  </inkml:definitions>
  <inkml:trace contextRef="#ctx0" brushRef="#br0">18 1 10917,'0'0'15106,"-2"2"-14197,-1 8-899,0 0 0,0 1 0,1-1 0,0 1 0,1-1 0,0 1 0,0-1 0,1 1 0,3 17 0,-2 2 13,-2-3-7,2 31-61,-1-58 36,1 1 0,-1-1 0,0 1 0,0-1 0,1 1 0,-1-1 0,0 1 0,1-1 0,-1 0 0,1 1 0,-1-1 0,0 0 0,1 1 0,-1-1 0,1 0 0,-1 1 0,1-1 0,-1 0 0,1 0 0,-1 1 0,1-1 0,-1 0 0,1 0 0,-1 0 0,1 0 0,-1 0 0,1 0 0,0 0 0,-1 0 0,1 0 0,-1 0 0,1 0 0,-1 0 1,1 0-1,-1 0 0,2-1 0,20-8-78,-10 0 103,0-2 1,-1 1 0,0-2-1,-1 1 1,16-24 0,-13 18-7,0 0 0,23-22 1,-28 84-409,-5-34 359,0-1-1,0 0 1,1 1 0,1-1 0,-1-1-1,2 1 1,-1-1 0,11 14-1,-14-21 32,0 0 0,-1 0 0,1 0 0,0 0 0,0 0 0,0-1 0,1 1 0,-1 0 0,0-1 0,0 0 0,1 1 0,-1-1 0,1 0 0,-1 0 0,1-1 0,0 1 0,-1 0 0,1-1 0,0 0 0,-1 1 0,1-1 0,0 0 0,-1 0 0,1-1 0,0 1 0,-1-1 0,1 1-1,0-1 1,-1 0 0,1 0 0,-1 0 0,1 0 0,-1 0 0,0-1 0,1 1 0,-1-1 0,0 1 0,0-1 0,4-4 0,4-4 126,0-1 0,-1 0 0,0 0 0,0-1-1,12-23 1,-18 29-90,1-1-1,-1 1 1,-1-1-1,1 0 0,-1 0 1,0 0-1,-1 0 1,0 0-1,0 0 1,0 0-1,-1 0 0,0-1 1,-2-12-1,2 20-78,0-1 0,0 1 1,0 0-1,0-1 0,0 1 0,-1 0 0,1-1 0,0 1 0,0 0 0,0-1 0,-1 1 1,1 0-1,0-1 0,0 1 0,-1 0 0,1 0 0,0-1 0,-1 1 0,1 0 0,0 0 1,-1-1-1,1 1 0,0 0 0,-1 0 0,1 0 0,0 0 0,-1 0 0,1 0 0,0 0 1,-1 0-1,1 0 0,-1 0 0,1 0 0,0 0 0,-1 0 0,1 0 0,-1 0 0,1 0 0,0 0 1,-1 0-1,1 0 0,0 0 0,-1 1 0,1-1 0,0 0 0,-1 0 0,0 1 0,0-1-257,1 1-1,-1 0 1,0-1-1,0 1 0,0 0 1,0 0-1,0-1 1,1 1-1,-1 0 1,0 0-1,1 0 0,-1 0 1,1 0-1,-1 0 1,1 0-1,-1 1 0,0 16-5765,3-1-5142</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41.727"/>
    </inkml:context>
    <inkml:brush xml:id="br0">
      <inkml:brushProperty name="width" value="0.05" units="cm"/>
      <inkml:brushProperty name="height" value="0.05" units="cm"/>
      <inkml:brushProperty name="color" value="#E71224"/>
    </inkml:brush>
  </inkml:definitions>
  <inkml:trace contextRef="#ctx0" brushRef="#br0">5 1 16199,'0'0'11254,"10"126"-11238,-10-89-16,0-4-641,0-3-1584,-10-8-2033,6-5-1584</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42.056"/>
    </inkml:context>
    <inkml:brush xml:id="br0">
      <inkml:brushProperty name="width" value="0.05" units="cm"/>
      <inkml:brushProperty name="height" value="0.05" units="cm"/>
      <inkml:brushProperty name="color" value="#E71224"/>
    </inkml:brush>
  </inkml:definitions>
  <inkml:trace contextRef="#ctx0" brushRef="#br0">1569 238 16247,'-11'-19'2215,"11"18"-2193,-15-24 1260,-28-38 0,35 52-955,-1 1 0,0 0 0,-1 1 0,0 0 1,-1 0-1,1 1 0,-2 1 0,-13-8 0,6 7-61,0 0 0,-1 2 1,0 0-1,-1 2 0,1 0 0,-39-2 0,-129 8 538,168-1-741,-46 4 56,0 3 0,1 2 0,0 4 0,0 2 0,2 3-1,0 3 1,1 2 0,2 4 0,-100 60 0,138-74-124,1 2-1,1 0 0,1 1 0,0 1 0,1 0 0,1 2 0,1 0 0,1 1 0,1 1 0,0 0 0,2 0 0,1 2 0,0-1 0,2 1 1,1 1-1,1 0 0,-7 45 0,10-41-3,2 0 0,0 1 0,3 0 0,0-1 0,2 1 0,1-1 1,14 53-1,-10-59 10,1 0 0,1-1 0,0 0 0,2 0 0,1-2-1,0 1 1,1-2 0,1 0 0,36 34 0,-24-30-36,1-1 0,1-2 0,1-1-1,0-1 1,2-1 0,0-2 0,1-1-1,0-2 1,1-1 0,0-2 0,1-1-1,0-2 1,44 3 0,-21-6 1,1-2-1,-1-2 1,0-3-1,0-3 1,-1-2 0,0-3-1,74-24 1,-77 17 78,0-1-1,-1-4 1,-1-1-1,-1-3 1,69-50-1,-100 64 15,-1-2 0,-1 0-1,-1-1 1,0-1 0,-1-1-1,-1 0 1,0-1 0,-2 0 0,0-1-1,-2-1 1,0 0 0,-2 0-1,0-1 1,-1 0 0,6-36 0,-9 34-15,-2 0 0,-1 0 0,-1 0 0,-1 0 0,-1 0 1,-2 0-1,-9-42 0,9 54-41,-1 1 1,0-1-1,-1 1 0,-1 1 0,0-1 1,0 1-1,-1 0 0,-1 0 1,0 1-1,0 0 0,-1 1 0,0-1 1,-1 2-1,0-1 0,0 2 0,-18-12 1,9 10-118,0 0 1,0 2 0,0 0-1,-1 1 1,0 1-1,0 1 1,-39-3 0,8 5-1119,1 2 1,-53 6-1,73-2-1310,-45 11 1,-25 15-6107</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58.851"/>
    </inkml:context>
    <inkml:brush xml:id="br0">
      <inkml:brushProperty name="width" value="0.05" units="cm"/>
      <inkml:brushProperty name="height" value="0.05" units="cm"/>
      <inkml:brushProperty name="color" value="#E71224"/>
    </inkml:brush>
  </inkml:definitions>
  <inkml:trace contextRef="#ctx0" brushRef="#br0">0 1 17176,'0'0'4148,"3"21"-3918,9 170 282,-13-190-500,1 0 1,0 0-1,0 0 0,0-1 0,0 1 0,0 0 1,0 0-1,0 0 0,0 0 0,0 0 1,0 0-1,0 0 0,1 0 0,-1 0 1,0 0-1,1 0 0,-1 0 0,1-1 0,-1 1 1,1 0-1,-1 0 0,1 0 0,-1-1 1,1 1-1,0 0 0,-1-1 0,1 1 0,0-1 1,0 1-1,0-1 0,-1 1 0,1-1 1,0 1-1,0-1 0,0 0 0,0 1 1,0-1-1,0 0 0,0 0 0,0 0 0,0 0 1,-1 0-1,1 0 0,0 0 0,0 0 1,0 0-1,0 0 0,0 0 0,0 0 1,0-1-1,0 1 0,0 0 0,0-1 0,-1 1 1,1-1-1,0 1 0,0-1 0,1-1 1,6-2 190,0-1 0,-1-1 0,1 1 0,9-11 0,-9 7-80,-6 6-105,1 0 0,-1 0 1,1 0-1,-1 0 0,1 0 0,0 1 0,0-1 0,0 1 0,1 0 1,3-3-1,-4 8-29,-1-1 1,0 1 0,0 0 0,-1-1-1,1 1 1,0 0 0,-1 0 0,0 0-1,0 0 1,0 0 0,0 0 0,1 4 0,0 1 12,3 5-2,0-1 0,1 0 1,0 0-1,1 0 0,1-1 0,-1 0 0,18 18 0,-22-26 0,1 0 0,-1 0-1,1 0 1,-1 0 0,1-1-1,0 1 1,0-1 0,0 0-1,1 0 1,-1-1 0,0 1-1,1-1 1,-1 0 0,1 0-1,-1-1 1,1 1 0,0-1-1,-1 0 1,1 0-1,-1-1 1,1 1 0,-1-1-1,1 0 1,-1 0 0,1 0-1,7-4 1,-6 1 14,-1 1 1,0 0-1,0-1 0,0 0 1,-1 0-1,1 0 0,-1-1 1,0 0-1,0 1 1,-1-1-1,0-1 0,1 1 1,-2 0-1,1-1 0,0 0 1,-1 1-1,0-1 0,2-11 1,-1 3 133,-1 0 0,0-1 1,-1 1-1,0 0 0,-1 0 1,-1-1-1,-3-16 0,4 29-144,-1 0 0,1 0-1,-1 0 1,0 0 0,0 0 0,0 0-1,0 0 1,0 1 0,0-1-1,0 0 1,-1 1 0,1-1 0,-1 1-1,1-1 1,-1 1 0,0 0-1,1 0 1,-4-2 0,4 2-110,0 1 1,1 0-1,-1-1 0,0 1 1,0 0-1,0 0 0,0 0 1,0 0-1,0-1 0,1 1 1,-1 0-1,0 0 0,0 1 1,0-1-1,0 0 0,0 0 1,0 0-1,1 1 0,-1-1 1,0 0-1,0 1 1,0-1-1,1 0 0,-1 1 1,0-1-1,0 1 0,1 0 1,-1-1-1,0 1 0,1-1 1,-1 1-1,1 0 0,-1 0 1,1-1-1,-1 1 0,1 0 1,0 0-1,-1 0 0,1-1 1,0 1-1,-1 0 1,1 0-1,0 1 0,-4 23-3637,3 2-1264</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59.258"/>
    </inkml:context>
    <inkml:brush xml:id="br0">
      <inkml:brushProperty name="width" value="0.05" units="cm"/>
      <inkml:brushProperty name="height" value="0.05" units="cm"/>
      <inkml:brushProperty name="color" value="#E71224"/>
    </inkml:brush>
  </inkml:definitions>
  <inkml:trace contextRef="#ctx0" brushRef="#br0">1 0 224,'0'0'24395,"12"21"-24107,-12 10-128,0 5-63,0 1-97,-2 0-65,-4-4-831,4-5-1041,2-8-496,0-7-1473</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59.802"/>
    </inkml:context>
    <inkml:brush xml:id="br0">
      <inkml:brushProperty name="width" value="0.05" units="cm"/>
      <inkml:brushProperty name="height" value="0.05" units="cm"/>
      <inkml:brushProperty name="color" value="#E71224"/>
    </inkml:brush>
  </inkml:definitions>
  <inkml:trace contextRef="#ctx0" brushRef="#br0">1 54 11157,'0'0'8361,"22"-8"-7499,73-25-206,-83 30-495,0 0 0,1 0 0,-1 2 0,0-1 0,1 1 0,-1 1-1,1 0 1,-1 1 0,16 3 0,-25-3-135,-1-1 0,1 1 0,0-1 0,-1 1 0,1 0 0,0 0 0,-1 0 0,1 1 0,-1-1 0,0 1 0,1-1-1,-1 1 1,0 0 0,0 0 0,0 0 0,0 0 0,0 0 0,0 0 0,-1 0 0,1 1 0,-1-1 0,0 0 0,1 1 0,-1 0 0,0-1 0,-1 1 0,1 0 0,0-1 0,0 5 0,-1-2-20,1 0 0,-1-1 0,0 1 0,-1 0 0,1-1 0,-1 1 0,0-1 0,0 1 1,0 0-1,-1-1 0,0 0 0,1 1 0,-2-1 0,1 0 0,0 0 0,-1 0 0,-3 4 0,-14 11 21,-1 0-1,-36 26 1,9-8 96,44-28 708,15-6-282,25-2 112,-28-1-461,37-1-192,0-2 0,0-2 0,-1-1 0,86-26 0,-104 20-3598,-11 1-2045,-2 1-1889</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4:00.147"/>
    </inkml:context>
    <inkml:brush xml:id="br0">
      <inkml:brushProperty name="width" value="0.05" units="cm"/>
      <inkml:brushProperty name="height" value="0.05" units="cm"/>
      <inkml:brushProperty name="color" value="#E71224"/>
    </inkml:brush>
  </inkml:definitions>
  <inkml:trace contextRef="#ctx0" brushRef="#br0">1 15 12806,'0'0'12277,"72"-9"-11892,-37 7-65,-2-1-320,-2 3-16,-2 0 16,-3 0-464,-7 0-1377,-7 5-881,-8 6-1311,-4 0-3027</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4:00.488"/>
    </inkml:context>
    <inkml:brush xml:id="br0">
      <inkml:brushProperty name="width" value="0.05" units="cm"/>
      <inkml:brushProperty name="height" value="0.05" units="cm"/>
      <inkml:brushProperty name="color" value="#E71224"/>
    </inkml:brush>
  </inkml:definitions>
  <inkml:trace contextRef="#ctx0" brushRef="#br0">0 25 7892,'0'0'12982,"118"-2"-12502,-91-5-336,-3 3-144,-5 0-32,-5 0-977,1 3-2144,-3-1-3042</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4:01.242"/>
    </inkml:context>
    <inkml:brush xml:id="br0">
      <inkml:brushProperty name="width" value="0.05" units="cm"/>
      <inkml:brushProperty name="height" value="0.05" units="cm"/>
      <inkml:brushProperty name="color" value="#E71224"/>
    </inkml:brush>
  </inkml:definitions>
  <inkml:trace contextRef="#ctx0" brushRef="#br0">401 408 8244,'0'0'5864,"2"-19"-3989,1 3-1524,0-1 128,0 0 0,-1 0 1,-1 0-1,0 0 0,-1 0 1,-3-20-1,2 32-375,0 0 0,-1 1 0,1-1 0,-1 1 0,0-1 0,0 1-1,0 0 1,-1-1 0,1 1 0,-1 0 0,0 1 0,0-1 0,-1 1 0,1-1 0,-1 1 0,0 0 0,1 0 0,-1 0 0,-1 1-1,1-1 1,0 1 0,-1 0 0,1 0 0,-1 1 0,1-1 0,-1 1 0,0 0 0,1 0 0,-1 1 0,0 0 0,0-1-1,-9 2 1,4 0-52,0 0-1,0 1 0,0 0 0,0 1 0,0 0 0,1 0 0,0 1 1,-1 0-1,1 1 0,1 0 0,-1 0 0,1 1 0,0 0 0,-14 14 1,6-2-31,2 0 0,0 1 0,2 1 0,0 0 0,1 0 0,0 1 0,2 1 0,1 0 0,1 0 0,0 0 0,2 1 0,1 0 0,0 0 0,2 0 0,1 0 0,0 1 0,4 25 0,-1-38-22,0 0 0,1-1 0,1 0 0,-1 0-1,1 0 1,1 0 0,0 0 0,1-1-1,-1 0 1,2 0 0,-1-1 0,1 1 0,1-2-1,-1 1 1,1-1 0,13 10 0,-7-8-1,0 0-1,0-1 1,1-1 0,0 0 0,0-1-1,0-1 1,1 0 0,0-1 0,0-1-1,20 2 1,7-2 19,0-1-1,0-3 1,-1-1-1,1-2 1,-1-3 0,0-1-1,58-18 1,-80 19-6,0 0 0,0-2-1,0 0 1,-1-1 0,-1-1 0,0 0 0,0-2 0,-2 0 0,1-1-1,-1 0 1,-1-2 0,-1 0 0,0 0 0,-1-1 0,-1-1 0,17-32 0,-23 33 113,0 0 0,0 0 1,-2-1-1,0 0 0,-1 1 1,-1-1-1,-1 0 1,0-1-1,-4-33 0,0 30 31,0 0-1,-1 1 0,-2-1 1,0 1-1,-1 1 0,-1-1 1,-19-34-1,21 45-136,-2 0 1,1 0-1,-1 1 0,0 0 0,-1 0 1,0 1-1,0 0 0,-1 1 1,0 0-1,0 1 0,-1 0 1,0 0-1,0 1 0,0 0 0,-23-5 1,0 2-147,-1 2 0,0 2 0,0 0 0,-44 3 0,61 2-605,1 1 0,-1 1 0,1 0 0,-1 1 1,1 1-1,0 1 0,1 0 0,-1 1 0,1 1 0,-23 15 0,-37 22-5932</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4:20.894"/>
    </inkml:context>
    <inkml:brush xml:id="br0">
      <inkml:brushProperty name="width" value="0.05" units="cm"/>
      <inkml:brushProperty name="height" value="0.05" units="cm"/>
      <inkml:brushProperty name="color" value="#E71224"/>
    </inkml:brush>
  </inkml:definitions>
  <inkml:trace contextRef="#ctx0" brushRef="#br0">1 1 15271,'0'0'4968,"26"1"-4184,177 9 123,-87-5-367,231 18-194,-292-11-936,-25-4-6096,-16-6-98</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4:22.162"/>
    </inkml:context>
    <inkml:brush xml:id="br0">
      <inkml:brushProperty name="width" value="0.05" units="cm"/>
      <inkml:brushProperty name="height" value="0.05" units="cm"/>
      <inkml:brushProperty name="color" value="#E71224"/>
    </inkml:brush>
  </inkml:definitions>
  <inkml:trace contextRef="#ctx0" brushRef="#br0">11 0 12502,'0'0'8105,"-8"1"-7379,8-1-716,0 0 0,0 1-1,0-1 1,0 0 0,0 0-1,0 0 1,0 0-1,0 0 1,0 0 0,1 0-1,-1 0 1,0 0 0,0 1-1,0-1 1,0 0-1,0 0 1,0 0 0,0 0-1,0 0 1,0 0-1,0 0 1,0 1 0,0-1-1,0 0 1,0 0 0,0 0-1,0 0 1,0 0-1,0 0 1,0 0 0,0 1-1,0-1 1,0 0 0,0 0-1,-1 0 1,1 0-1,0 0 1,0 0 0,0 0-1,0 0 1,0 1 0,0-1-1,0 0 1,0 0-1,0 0 1,0 0 0,-1 0-1,1 0 1,0 0-1,0 0 1,0 0 0,0 0-1,0 0 1,0 0 0,0 0-1,-1 0 1,1 0-1,0 0 1,0 0 0,0 0-1,0 0 1,0 0 0,0 0-1,0 0 1,-1 0-1,1 0 1,12 5 220,0-1-1,1 0 1,-1-1-1,1-1 1,0 0 0,0 0-1,0-1 1,25-2 0,-6 2-88,407 9 47</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4:22.941"/>
    </inkml:context>
    <inkml:brush xml:id="br0">
      <inkml:brushProperty name="width" value="0.05" units="cm"/>
      <inkml:brushProperty name="height" value="0.05" units="cm"/>
      <inkml:brushProperty name="color" value="#E71224"/>
    </inkml:brush>
  </inkml:definitions>
  <inkml:trace contextRef="#ctx0" brushRef="#br0">19 1 11509,'0'0'7505,"-5"2"-6918,-8 5 62,15-4 770,32-2 1344,-4-1-3013,766 15 615,-454-15-6873,-196 0 482,-115 0-2193</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4:25.225"/>
    </inkml:context>
    <inkml:brush xml:id="br0">
      <inkml:brushProperty name="width" value="0.05" units="cm"/>
      <inkml:brushProperty name="height" value="0.05" units="cm"/>
      <inkml:brushProperty name="color" value="#E71224"/>
    </inkml:brush>
  </inkml:definitions>
  <inkml:trace contextRef="#ctx0" brushRef="#br0">224 84 10053,'0'0'2254,"-18"-5"-26,11 3-2040,-88-22 2216,14 16 2047,59 11-2631,24 0-1086,16 0-516,115 5 831,155-11-1,-253 2-982,407-23 98,63-3-103,364 23 30,-516 5-110,-348-1 15,-3 1 3,0-1 1,-1 0-1,1 0 0,-1 0 0,1 0 0,0 0 0,-1 0 0,1 0 0,0-1 0,-1 1 0,1-1 0,-1 1 1,4-2-1,-5 2-39,-18 0-3506,-25 3-2057,11 5 484</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4:29.890"/>
    </inkml:context>
    <inkml:brush xml:id="br0">
      <inkml:brushProperty name="width" value="0.05" units="cm"/>
      <inkml:brushProperty name="height" value="0.05" units="cm"/>
      <inkml:brushProperty name="color" value="#E71224"/>
    </inkml:brush>
  </inkml:definitions>
  <inkml:trace contextRef="#ctx0" brushRef="#br0">181 117 8628,'0'0'9957,"-3"-6"-9787,3 5-162,0 0 0,-1 0 1,1 0-1,-1 0 0,0-1 0,1 1 0,-1 0 0,0 0 0,0 0 0,1 0 1,-1 1-1,0-1 0,0 0 0,0 0 0,0 0 0,0 1 0,0-1 0,0 1 1,-3-2-1,3 3 25,-1 0 0,1 0 1,0 0-1,0 0 1,-1 0-1,1 0 1,0 0-1,0 1 0,0-1 1,0 0-1,0 1 1,0-1-1,0 1 1,1-1-1,-1 1 1,0-1-1,1 1 0,0-1 1,-1 1-1,1 3 1,-4 10 381,8-17 543,5-26-256,-9 26-697,0-1 1,0 1-1,0-1 0,0 1 0,0 0 1,-1-1-1,1 1 0,-1 0 0,1 0 0,-1-1 1,0 1-1,0 0 0,0 0 0,0 0 0,-1 0 1,1 0-1,0 0 0,-1 0 0,1 0 0,-1 1 1,0-1-1,0 1 0,1-1 0,-1 1 0,0 0 1,0-1-1,-1 1 0,1 0 0,0 0 0,-4-1 1,-1 0 6,1 1 0,-1 0 0,0 0 0,-1 0 0,1 0 0,0 1 1,0 1-1,0-1 0,-10 3 0,15-2-17,0-1 1,1 1-1,-1 0 0,0 0 1,1 0-1,-1 0 0,1 1 1,0-1-1,-1 0 0,1 1 1,0-1-1,0 1 0,0-1 1,0 1-1,0-1 0,0 1 1,0 0-1,0-1 0,1 1 1,-1 0-1,1 0 0,-1 0 1,1-1-1,0 1 0,-1 2 1,1-3 1,0 1-1,-1-1 1,1 0 0,0 0 0,0 1 0,0-1 0,0 0-1,0 0 1,0 1 0,0-1 0,1 0 0,-1 0 0,0 1 0,1-1-1,-1 0 1,0 0 0,1 0 0,0 0 0,-1 1 0,1-1 0,0 0-1,-1 0 1,1 0 0,0 0 0,0-1 0,0 1 0,0 0 0,0 0-1,0 0 1,0-1 0,0 1 0,0-1 0,0 1 0,1-1-1,1 1 1,1 0 104,0-1 0,0 0 1,0 0-1,0 0 0,0-1 0,0 1 0,0-1 0,0 0 0,0 0 0,5-2 0,-8 2-57,0 0 1,1 1-1,-1-1 0,0 0 1,0 0-1,0 0 0,0 0 1,0 0-1,0 0 0,-1 0 1,1 0-1,0 0 0,0-1 0,-1 1 1,1 0-1,-1 0 0,1-1 1,-1 1-1,1 0 0,-1-1 1,0 1-1,0 0 0,0-1 0,0 1 1,0-1-1,0 1 0,0 0 1,0-1-1,0 1 0,-1 0 1,1-1-1,0 1 0,-1 0 1,0-2-1,1 2-42,-1 0 0,1 1 1,-1-1-1,0 0 0,1 1 1,-1-1-1,1 0 0,-1 1 1,0-1-1,0 1 0,1-1 0,-1 1 1,0-1-1,0 1 0,0-1 1,0 1-1,1 0 0,-1-1 0,0 1 1,0 0-1,0 0 0,0 0 1,0 0-1,0 0 0,0 0 1,0 0-1,1 0 0,-1 0 0,0 0 1,0 0-1,0 1 0,0-1 1,-1 1-1,1-1-11,0 0 0,0 1 0,-1-1 0,1 1 0,0-1 0,0 1 0,0-1 0,0 1 0,0-1 0,0 1 0,0 0 0,0 0 0,0 0 0,0-1 0,0 1 0,1 0 0,-1 0 0,0 0 0,1 0 0,-1 0 0,0 0 0,1 1 0,0-1-1,-1 0 1,1 0 0,-1 2 0,1-2 2,0 0-1,0 1 1,0-1-1,0 0 1,0 1-1,0-1 0,1 0 1,-1 1-1,0-1 1,1 0-1,-1 0 1,1 0-1,-1 1 0,1-1 1,0 0-1,0 0 1,-1 0-1,1 0 1,0 0-1,0 0 1,0 0-1,0 0 0,0-1 1,0 1-1,0 0 1,0 0-1,0-1 1,0 1-1,1-1 0,-1 1 1,2-1-1,42 2 49,-43-2-40,-1-1 3,1 0-1,-1 1 1,0-1-1,0 0 1,1 0-1,-1 1 1,0-1-1,0 0 1,0 0-1,0 0 1,0 0 0,0-1-1,0 1 1,0 0-1,-1 0 1,1-1-1,0 1 1,-1 0-1,1-1 1,-1 1-1,1 0 1,-1-1-1,0 1 1,1-1-1,-1 1 1,0-1-1,0 1 1,0-2-1,1-52-1753,-1 44 240,0 1-675,0 0-1337</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4:31.190"/>
    </inkml:context>
    <inkml:brush xml:id="br0">
      <inkml:brushProperty name="width" value="0.05" units="cm"/>
      <inkml:brushProperty name="height" value="0.05" units="cm"/>
      <inkml:brushProperty name="color" value="#E71224"/>
    </inkml:brush>
  </inkml:definitions>
  <inkml:trace contextRef="#ctx0" brushRef="#br0">62 158 10949,'0'0'8401,"-1"-4"-8251,-6-9-170,1 25-134,2 34 1456,10-61 1635,-6 11-2842,1 3-73,-1 0 0,0 0 0,0 0 0,0 0-1,1 0 1,-1 0 0,0 0 0,0 0 0,0 0-1,-1 0 1,1 0 0,0 0 0,0 0 0,-1 0-1,1 0 1,0 0 0,-1 0 0,1 0 0,-1 0-1,1 0 1,-1 0 0,1 1 0,-1-1 0,0 0-1,1 0 1,-1 1 0,0-1 0,0 0-1,0 1 1,0-1 0,-1 0 0,2 1-68,0-15-630,-4-58 963,3 69-163,0-1 1,0 1 0,-1-1-1,1 1 1,-1-1 0,0 1-1,0 0 1,0 0 0,-1 0-1,0 0 1,1 0-1,-1 1 1,-5-5 0,8 8 203,6 19-268,0 0 0,2-1-1,0 0 1,1 0 0,1-1 0,1 0 0,0 0-1,24 25 1,-3-7-12,2-2 1,60 45-1,-74-58-72,1 0-872,-8-12-3314</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4:31.537"/>
    </inkml:context>
    <inkml:brush xml:id="br0">
      <inkml:brushProperty name="width" value="0.05" units="cm"/>
      <inkml:brushProperty name="height" value="0.05" units="cm"/>
      <inkml:brushProperty name="color" value="#E71224"/>
    </inkml:brush>
  </inkml:definitions>
  <inkml:trace contextRef="#ctx0" brushRef="#br0">411 64 9476,'0'0'15015,"-64"-63"-14935,39 91 384,-8 9-175,-4 9-129,-4 10-160,-4 3-48,-7 2-1073,-3-5-2272,-3-6-2610</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4:35.253"/>
    </inkml:context>
    <inkml:brush xml:id="br0">
      <inkml:brushProperty name="width" value="0.05" units="cm"/>
      <inkml:brushProperty name="height" value="0.05" units="cm"/>
      <inkml:brushProperty name="color" value="#E71224"/>
    </inkml:brush>
  </inkml:definitions>
  <inkml:trace contextRef="#ctx0" brushRef="#br0">0 1109 8628,'0'0'9935,"3"-8"-8676,0-2-910,4-25 4209,1 115-3056,30 86-811,75 291-139,-105-428-540,69 214 53,-59-196-58,2 0 0,1-2-1,29 43 1,-50-87 1,1 0 1,-1 0-1,1 0 0,0 0 1,-1 0-1,1 0 0,0 0 1,0 0-1,-1 0 0,1 0 1,0 0-1,0-1 0,0 1 1,0 0-1,0-1 0,0 1 1,0 0-1,0-1 0,0 0 1,1 1-1,-1-1 0,0 0 1,0 1-1,0-1 0,2 0 1,-1-1 4,-1 1 1,0-1 0,1 0 0,-1 1 0,0-1-1,0 0 1,0 0 0,1 0 0,-1 0-1,0-1 1,0 1 0,0 0 0,-1 0 0,1 0-1,0-1 1,0 1 0,0-2 0,6-13 102,-1 0 0,7-34 0,-9 33-107,103-507 166,-47-10-150,-49 431-20,36-155 1,-32 202 48,3 0 1,2 1-1,2 1 0,35-61 1,-11 36 502,-39 116-565,40 542-27,6 45 12,49-9 137,-63-468-114,10 42-112,-49-189 112,0 0 0,0 1 0,0-1 0,0 0 0,0 0 0,0 1 0,0-1 0,0 0 0,0 1 0,1-1 0,-1 0 0,0 0 0,0 1 0,0-1 0,0 0 0,0 0 0,0 0 0,1 1 0,-1-1 0,0 0 0,0 0 0,0 0 0,1 1 0,-1-1 0,0 0 0,0 0 0,0 0 0,1 0 0,-1 0 0,0 1 0,0-1 0,1 0 0,-1 0 0,0 0 0,1 0 0,-1 0 0,0 0 0,0 0 0,1 0 0,-1 0 0,0 0 0,1 0 0,11-10 27,7-18 47,41-83-39,-5-3-1,40-121 0,-69 155-38,-3-2 0,-4 0-1,17-170 1,-28-159-123,-2 11 134,0 326-3,3 1 0,3 0 0,28-96 0,-34 151 46,0 0-1,1 1 1,0 0 0,2 0 0,18-27 0,-27 43-51,1 1 1,-1 0 0,0 0 0,1 0 0,-1 0 0,0 0-1,1 1 1,-1-1 0,1 0 0,-1 0 0,0 0-1,1 0 1,-1 0 0,0 0 0,1 1 0,-1-1 0,0 0-1,0 0 1,1 0 0,-1 1 0,0-1 0,1 0-1,-1 0 1,0 1 0,0-1 0,0 0 0,1 1 0,-1-1-1,0 0 1,0 1 0,0-1 0,0 0 0,0 1-1,1-1 1,-1 0 0,0 1 0,0-1 0,0 0 0,0 1-1,0-1 1,0 1 0,0-1 0,0 1 0,85 301-44,-21-67 61,118 512 60,-115-443-13,-7 41-41,-13-56 13,-45-279-31,1 4 2,0 1 1,0 0-1,1-1 0,1 0 1,1 0-1,13 26 0,-18-39-5,0 0 0,-1 0 0,1-1 0,0 1 0,0 0 0,0 0 0,0-1 0,0 1 0,0 0 0,0-1 0,0 1-1,1-1 1,-1 0 0,0 1 0,0-1 0,0 0 0,1 1 0,-1-1 0,0 0 0,0 0 0,0 0 0,1 0 0,-1 0 0,0-1 0,0 1 0,0 0 0,1 0 0,-1-1 0,0 1 0,0-1 0,0 1 0,0-1 0,0 0-1,0 1 1,0-1 0,0 0 0,0 1 0,1-3 0,38-35 100,-38 35-99,43-52 14,-1-1-1,-4-3 0,-2-1 1,-2-2-1,-4-1 0,-2-2 1,-3-1-1,36-137 0,-14-41-7,24-332-1,1-14 2,-64 532-13,37-112 1,-40 150 1,1 0 0,0 1 1,2 0-1,0 1 1,1 0-1,1 1 1,1 0-1,0 0 1,18-15-1,-30 54-119,78 727 27,-53-536 77,-10 1 0,-13 265 0,-14-275 49,2 123-19,11-281-20,2 0 1,3-1 0,1 1 0,2-1 0,19 49 0,-19-62 23,20 46-116,-27-72 81,0 0 0,0 0 0,1 0-1,-1-1 1,1 1 0,1-1 0,-1 0 0,1 0 0,8 6 0,-12-10 18,1 0 0,0 0 0,-1 0 1,1-1-1,0 1 0,-1 0 0,1-1 0,0 1 0,0-1 0,0 0 0,-1 0 1,1 0-1,0 0 0,0 0 0,0 0 0,0 0 0,-1 0 0,1-1 1,0 1-1,0-1 0,-1 0 0,1 1 0,0-1 0,-1 0 0,1 0 0,0 0 1,-1 0-1,1 0 0,-1 0 0,0 0 0,1-1 0,-1 1 0,2-2 1,5-7 11,-1 1 1,0-1-1,12-21 1,-14 21 5,80-150 1,-7-3-1,89-267 1,82-556 54,-179 681-67,-51 237 24,4 1-1,42-89 1,-63 150 9,-3 12-52,0-1 0,0 0 0,1 0-1,-1 0 1,1 1 0,1-1 0,0 8-1,1 16-52,-9 123 61,-2 154 56,15 608-38,-19-680-50,-1-2 5,14-231 31,0 0-1,0 0 1,0 0 0,0 0-1,0 0 1,1-1-1,-1 1 1,0 0 0,0 0-1,1 0 1,-1 0-1,0 0 1,1 0 0,-1-1-1,1 1 1,-1 0-1,1 0 1,0-1 0,-1 1-1,1 0 1,0-1-1,-1 1 1,1-1 0,0 1-1,0-1 1,0 1-1,-1-1 1,1 1 0,0-1-1,0 0 1,0 0-1,0 1 1,0-1 0,0 0-1,-1 0 1,1 0-1,0 0 1,0 0 0,0 0-1,0 0 1,0 0 0,0 0-1,0 0 1,0-1-1,0 1 1,-1 0 0,2-1-1,3-1 12,-1 1 0,0-1-1,1 1 1,-1-1 0,0 0-1,0-1 1,-1 1 0,8-6-1,7-12 5,-1-1-1,-1 0 1,-1-1-1,0 0 1,-2-2-1,-1 1 1,13-36-1,50-189 24,-24 66-37,-44 161 11,74-197 13,-68 189-19,2 0 0,0 1 0,2 1-1,1 0 1,24-27 0,-1 14 25,-38 37-36,0 1 1,0 0 0,1 0-1,-1 0 1,0 0-1,1 0 1,-1 1 0,1-1-1,0 1 1,-1 0-1,1 0 1,6-1 0,-2 20-67,-7-14 56,110 434-94,-74-305 55,-37-133 55,0 0-1,0 1 0,0-1 0,1 0 1,-1 0-1,0 1 0,0-1 0,1 0 0,-1 0 1,0 0-1,0 1 0,1-1 0,-1 0 1,0 0-1,1 0 0,-1 0 0,0 0 0,1 0 1,-1 0-1,0 0 0,1 0 0,-1 0 1,0 0-1,1 0 0,-1 0 0,0 0 0,0 0 1,1 0-1,-1 0 0,0 0 0,1 0 1,-1 0-1,0 0 0,1-1 0,-1 1 0,0 0 1,0 0-1,1 0 0,-1-1 0,0 1 1,0 0-1,1 0 0,-1-1 0,0 1 0,0 0 1,0 0-1,1-1 0,12-13 11,7-19 3,-2 0-1,-2-1 1,0 0 0,-3-2 0,12-44-1,-16 46-13,2 1 0,1 0 0,1 1 0,2 0 0,1 2 0,35-51 0,-51 81-2,0 0 0,0-1-1,0 1 1,1 0-1,-1 0 1,0-1 0,0 1-1,1 0 1,-1-1-1,0 1 1,0 0 0,1 0-1,-1 0 1,0-1-1,0 1 1,1 0 0,-1 0-1,0 0 1,1 0-1,-1 0 1,0 0 0,1 0-1,-1 0 1,0-1-1,1 1 1,-1 0 0,1 0-1,-1 1 1,0-1-1,1 0 1,-1 0 0,0 0-1,1 0 1,-1 0-1,1 0 1,7 14-47,1 29 19,-7-34 30,10 63-25,-7-37-59,1-1 0,2 0 1,22 60-1,-29-91 64,1 0 0,-1 0 0,0-1 0,1 1 0,0 0 1,-1-1-1,1 1 0,0-1 0,0 0 0,0 0 0,1 0 0,-1 0 0,1 0 1,-1 0-1,1 0 0,-1-1 0,1 1 0,0-1 0,5 2 0,-4-2 18,0-1 0,0 0 0,0 0 0,0 0 0,0 0 0,0-1 0,0 0 0,0 0 0,0 0 0,0 0 0,0 0 0,0-1 0,4-2 0,10-7 31,-1 0 1,0-1-1,-1-1 1,24-24-1,-35 32-44,-4 4 14,1-1-1,-1 1 0,1-1 0,0 1 0,-1-1 0,1 1 0,0 0 0,0 0 0,0 0 0,0 0 0,0 0 0,0 1 0,0-1 0,3 0 0,-4 1-42,0 0-1,-1 0 0,1 0 0,0 0 0,0 1 1,-1-1-1,1 0 0,0 1 0,0-1 0,-1 0 0,1 1 1,0-1-1,-1 1 0,1-1 0,-1 1 0,1-1 1,0 1-1,-1-1 0,1 1 0,-1 0 0,0-1 1,1 1-1,-1 0 0,1-1 0,-1 3 0,2 4-1204,0 1-1,0-1 1,-1 1-1,0-1 1,-1 1-1,0 9 1,0 0-4194</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4:41.087"/>
    </inkml:context>
    <inkml:brush xml:id="br0">
      <inkml:brushProperty name="width" value="0.05" units="cm"/>
      <inkml:brushProperty name="height" value="0.05" units="cm"/>
      <inkml:brushProperty name="color" value="#E71224"/>
    </inkml:brush>
  </inkml:definitions>
  <inkml:trace contextRef="#ctx0" brushRef="#br0">55 165 8756,'0'0'9882,"-10"-4"-9402,-22-6 132,20 5 358,30 6-234,451 34 2367,-320-28-2713,892-38 645,-153 18-772,-354 16-171,-88-45-81,-110 5 108,557-15 39,3 35-176,-622 19 39,-146-2 3,211 27 0,-176-1 156,1-8 1,294-5-1,-368-23 156,-51 5-188,51-1 0,-89 6-156,-21-6-370,-146-28-6884,89 14-243</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5:03.501"/>
    </inkml:context>
    <inkml:brush xml:id="br0">
      <inkml:brushProperty name="width" value="0.05" units="cm"/>
      <inkml:brushProperty name="height" value="0.05" units="cm"/>
      <inkml:brushProperty name="color" value="#E71224"/>
    </inkml:brush>
  </inkml:definitions>
  <inkml:trace contextRef="#ctx0" brushRef="#br0">19 590 11397,'0'0'6360,"-1"-17"-4938,-4-69 726,-1 99 1246,1 70-2926,4 1 1,3-1 0,4 0 0,4-1 0,3 0-1,28 93 1,-27-130-436,105 333 211,-81-279-144,85 164 1,50 74 10,-70-128-54,-73-153-13,3-1 0,1-2 0,3-1 0,2-2 0,71 70 0,12 11 321,26 26-181,-128-140-163,1 0 1,1-1-1,0 0 0,1-2 1,0-1-1,28 11 1,0-3 3,1-2 1,0-2 0,2-2-1,0-3 1,0-2-1,101 6 1,-155-16-26,181-8-18,-159 5 33,0-1 0,0-1 1,0-1-1,-1-1 0,0-1 0,23-11 0,21-18-13,-1-2 1,-2-3 0,61-54 0,153-166 335,-169 140-24,108-158-1,-172 216-209,-4-1 0,48-106-1,41-150 72,-72 163-178,-6-2 0,40-238 1,-81 318 54,-3-128 0,-4 55-68,15-515 61,-13 648-436,-1 22-1112,-2 14-800,-3 23-2437,-8 12-820</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5:04.862"/>
    </inkml:context>
    <inkml:brush xml:id="br0">
      <inkml:brushProperty name="width" value="0.05" units="cm"/>
      <inkml:brushProperty name="height" value="0.05" units="cm"/>
      <inkml:brushProperty name="color" value="#E71224"/>
    </inkml:brush>
  </inkml:definitions>
  <inkml:trace contextRef="#ctx0" brushRef="#br0">3 627 6435,'0'0'5394,"-1"10"-3985,1 31-27,0-40-1170,0 1 0,0 0-1,0-1 1,1 1 0,-1-1 0,1 1-1,-1-1 1,1 1 0,-1-1 0,1 1-1,0-1 1,0 1 0,0-1 0,0 0-1,6 7 6263,-15-343-3820,0-38-3587,18 383-6746,2 11 1148</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5:10.232"/>
    </inkml:context>
    <inkml:brush xml:id="br0">
      <inkml:brushProperty name="width" value="0.05" units="cm"/>
      <inkml:brushProperty name="height" value="0.05" units="cm"/>
      <inkml:brushProperty name="color" value="#E71224"/>
    </inkml:brush>
  </inkml:definitions>
  <inkml:trace contextRef="#ctx0" brushRef="#br0">32 1154 5923,'0'0'7288,"-32"-19"561,174 47-6865,547 116-231,165 68-6,-84-33-74,-351-89-511,-327-74-24,138 8 0,-145-19-5,0 4 0,98 24 0,-50-2-208,-131-28 215,-10 1-137,-11 3 9,-109 19 127,-227 59-107,42 9-24,-81 27 18,290-83-17,-170 87-1,107-33-22,-288 143-50,21 7 98,247-128-22,140-88 32,15-9 48,1 2 0,-57 44 0,21-14 124,66-48-215,1-1-1,0 0 1,0 1 0,0-1 0,0 1 0,0-1-1,0 1 1,0-1 0,0 1 0,0-1 0,0 0-1,0 1 1,0-1 0,0 1 0,1-1 0,-1 1-1,0-1 1,0 0 0,0 1 0,1-1 0,-1 0-1,0 1 1,0-1 0,1 1 0,-1-1 0,0 0-1,1 0 1,-1 1 0,0-1 0,1 0-1,-1 0 1,1 1 0,-1-1 0,0 0 0,1 0-1,-1 0 1,1 0 0,-1 0 0,0 1 0,1-1-1,-1 0 1,1 0 0,-1 0 0,1 0 0,-1 0-1,1 0 1,23 7 181,77 9-106,0-3 1,140-2 0,-51-3-38,-138-5-39,368 30 0,-5 33 0,-289-39-48,207 18 0,-290-40 86,-1 2 1,53 16-1,-51-12 46,79 11 0,-80-16 5,1-3 1,0-1-1,-1-3 0,1-1 1,58-11-1,-101 12-76,0 0 1,0 1-1,-1-1 0,1 0 0,0 0 0,-1 0 1,1 0-1,0 0 0,-1 0 0,1 0 1,-1 0-1,0 0 0,1 0 0,-1 0 0,0 0 1,1 0-1,-1 0 0,0 0 0,0 0 1,0-1-1,0 1 0,0 0 0,0 0 1,-1 0-1,1 0 0,0 0 0,0 0 0,-1 0 1,0-2-1,-9-34 281,-330-712 1873,-18-53-2029,273 552-65,-52-141-29,99 295-71,-103-179 1,55 145 16,-31-54-10,102 157 2,2-1 1,0 0-1,3-1 0,0 0 1,-6-33-1,9 29-133,-1 1 0,-2-1 1,-1 2-1,-1-1 0,-2 1 0,-18-29 1,22 45-324,0 0 0,-1 0 0,-1 1 0,0 1 0,-20-17 0,23 22-338,-1 1 0,-1 0-1,1 0 1,-1 1-1,0 1 1,-1 0-1,1 0 1,-21-4 0,-23-1-4815</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5:15.849"/>
    </inkml:context>
    <inkml:brush xml:id="br0">
      <inkml:brushProperty name="width" value="0.05" units="cm"/>
      <inkml:brushProperty name="height" value="0.05" units="cm"/>
      <inkml:brushProperty name="color" value="#E71224"/>
    </inkml:brush>
  </inkml:definitions>
  <inkml:trace contextRef="#ctx0" brushRef="#br0">0 451 18056,'0'0'6014,"5"10"-5766,64 202 1710,-69-211-1939,0 0 0,0 0 1,1-1-1,-1 1 0,0 0 0,1 0 0,-1-1 0,1 1 0,-1 0 1,1-1-1,-1 1 0,1-1 0,-1 1 0,1 0 0,0-1 1,-1 1-1,1-1 0,0 0 0,-1 1 0,1-1 0,0 1 1,-1-1-1,1 0 0,0 0 0,0 1 0,0-1 0,-1 0 0,1 0 1,0 0-1,0 0 0,0 0 0,-1 0 0,1 0 0,0 0 1,1 0-1,1-1 26,0-1 0,0 1 0,-1 0 0,1-1-1,0 1 1,-1-1 0,1 0 0,-1 0 0,3-2 0,41-42 371,53-69 1,-10 11-351,128-110 130,-95 118-2551,7 15-6987,-102 68 1205</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5:24.434"/>
    </inkml:context>
    <inkml:brush xml:id="br0">
      <inkml:brushProperty name="width" value="0.05" units="cm"/>
      <inkml:brushProperty name="height" value="0.05" units="cm"/>
      <inkml:brushProperty name="color" value="#E71224"/>
    </inkml:brush>
  </inkml:definitions>
  <inkml:trace contextRef="#ctx0" brushRef="#br0">1 538 16472,'0'0'4898,"0"-122"-4514,39 79 32,10-7 80,9 0-368,8 0-16,10 0-112,19 2-240,8 4-1392,2 1-1298,0 6-3841</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5:25.325"/>
    </inkml:context>
    <inkml:brush xml:id="br0">
      <inkml:brushProperty name="width" value="0.05" units="cm"/>
      <inkml:brushProperty name="height" value="0.05" units="cm"/>
      <inkml:brushProperty name="color" value="#E71224"/>
    </inkml:brush>
  </inkml:definitions>
  <inkml:trace contextRef="#ctx0" brushRef="#br0">29 552 12230,'0'0'14838,"-28"-7"-14694,69-29 33,23-15-129,14-14-64,19-6 144,3-3-256,1 8 128,-12 8-657,-11 14-591,-12 10-1009,-16 8-1825,-13 6-2017</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5:35.948"/>
    </inkml:context>
    <inkml:brush xml:id="br0">
      <inkml:brushProperty name="width" value="0.05" units="cm"/>
      <inkml:brushProperty name="height" value="0.05" units="cm"/>
      <inkml:brushProperty name="color" value="#E71224"/>
    </inkml:brush>
  </inkml:definitions>
  <inkml:trace contextRef="#ctx0" brushRef="#br0">0 615 18104,'0'0'5662,"1"10"-5529,0-4-82,-1-1-1,1 0 1,0 1-1,1-1 1,-1 0 0,1 0-1,0 0 1,0 0-1,1 0 1,-1-1 0,1 1-1,0-1 1,1 1-1,-1-1 1,1 0 0,-1-1-1,1 1 1,0 0-1,1-1 1,-1 0 0,1 0-1,-1 0 1,1-1-1,0 0 1,0 1 0,0-2-1,0 1 1,0-1-1,0 1 1,7-1 0,-4 0 30,0-2 1,0 1 0,0-1 0,0 0 0,0-1 0,0 0-1,0 0 1,0-1 0,-1 0 0,1 0 0,9-6-1,7-6 81,-1-1-1,22-21 1,-15 12-78,408-287 275,-341 254-1813,3 4-1,187-71 0,-179 87-2547,-15 4-2891</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9:26.028"/>
    </inkml:context>
    <inkml:brush xml:id="br0">
      <inkml:brushProperty name="width" value="0.05" units="cm"/>
      <inkml:brushProperty name="height" value="0.05" units="cm"/>
      <inkml:brushProperty name="color" value="#E71224"/>
    </inkml:brush>
  </inkml:definitions>
  <inkml:trace contextRef="#ctx0" brushRef="#br0">0 0 14503,'0'0'5018,"21"5"-4058,95 13-33,222 5-1,-112-13-732,175 32-309,-386-39-226,-15-3 261,0 0 0,0 0 0,0 0 0,0 0-1,1 0 1,-1 0 0,0 0 0,0 0 0,0 0-1,0 1 1,1-1 0,-1 0 0,0 0 0,0 0-1,0 0 1,0 0 0,0 0 0,1 0 0,-1 0-1,0 1 1,0-1 0,0 0 0,0 0 0,0 0-1,0 0 1,0 0 0,0 1 0,1-1 0,-1 0-1,0 0 1,0 0 0,0 0 0,0 1 0,0-1-1,0 0 1,0 0 0,0 0 0,0 0-1,0 1 1,0-1 0,0 0 0,0 0 0,0 0-1,0 0 1,0 1 0,0-1 0,-1 0 0,1 0-1,0 0 1,0 0 0,0 0 0,0 1 0,0-1-1,0 0 1,0 0 0,0 0 0,-1 0 0,1 0-1,0 0 1,0 1 0,0-1 0,0 0 0,0 0-1,-1 0 1,1 0 0,0 0 0,0 0 0,0 0-1,-1 0 1</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51:40.891"/>
    </inkml:context>
    <inkml:brush xml:id="br0">
      <inkml:brushProperty name="width" value="0.05" units="cm"/>
      <inkml:brushProperty name="height" value="0.05" units="cm"/>
      <inkml:brushProperty name="color" value="#E71224"/>
    </inkml:brush>
  </inkml:definitions>
  <inkml:trace contextRef="#ctx0" brushRef="#br0">5 364 15047,'0'0'7571,"0"-6"-7248,-4-15-38,3 30-79,2 50 44,-1-30-156,0-27-90,0 0 0,0 1 0,0 0 0,0 0 0,0-1-1,0 1 1,0 0 0,1 0 0,0-1 0,-1 1 0,1 0 0,1 2 0,0-4-2,-1 0 0,0 0 1,1-1-1,-1 1 0,1 0 1,-1-1-1,1 1 0,-1-1 1,1 1-1,-1-1 0,1 0 1,-1 0-1,1 0 0,-1 0 1,1 0-1,0 0 0,-1 0 1,1 0-1,-1-1 0,1 1 1,-1 0-1,2-2 0,6 0 30,-1 0 0,0-1 0,0 0 0,0-1 0,0 1 0,-1-2 0,14-8 0,51-46 243,-39 30-157,48-38-151,-26 18-349,1 3 1,3 2 0,121-67 0,-165 105-941,-1 0 1,1 1 0,0 1 0,31-5 0,-16 5-3503</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51:43.595"/>
    </inkml:context>
    <inkml:brush xml:id="br0">
      <inkml:brushProperty name="width" value="0.05" units="cm"/>
      <inkml:brushProperty name="height" value="0.05" units="cm"/>
      <inkml:brushProperty name="color" value="#E71224"/>
    </inkml:brush>
  </inkml:definitions>
  <inkml:trace contextRef="#ctx0" brushRef="#br0">15 323 14711,'0'0'9020,"-2"-4"-8631,-2 0-57,0 14-142,0 37-95,4-41-94,0 0 0,0 1 1,0-1-1,1 1 0,0-1 0,0 1 1,0-1-1,1 0 0,0 0 0,1 0 0,-1 0 1,1 0-1,0 0 0,6 7 0,-6-11 6,0 0-1,0-1 1,0 1-1,0-1 1,1 0-1,-1 0 1,1 0-1,-1 0 0,1 0 1,-1-1-1,1 0 1,-1 1-1,1-1 1,0-1-1,-1 1 1,1 0-1,-1-1 1,5-1-1,3-1 23,0 0 1,-1-1-1,1-1 0,16-8 1,230-163 276,-58 35-741,-156 114-1360,2 2 1,85-34 0,-59 34-3024</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52:32.701"/>
    </inkml:context>
    <inkml:brush xml:id="br0">
      <inkml:brushProperty name="width" value="0.05" units="cm"/>
      <inkml:brushProperty name="height" value="0.05" units="cm"/>
      <inkml:brushProperty name="color" value="#E71224"/>
    </inkml:brush>
  </inkml:definitions>
  <inkml:trace contextRef="#ctx0" brushRef="#br0">14 488 8980,'0'0'11496,"-3"-13"-10802,1 5-563,0 4-72,1 1 0,0 0 0,0 0 0,0-1 0,0 1 0,1-1 0,-1 1 0,1-1 0,0 1 0,0-1 0,0 1 0,0-1 0,1 1 0,-1 0 0,1-1 0,0 1 0,0-1 0,1 1 0,-1 0 0,0 0 0,1 0 0,0 0-1,0 0 1,0 0 0,4-5 0,14-8 230,0 1 0,1 1 0,0 0 0,2 2 0,-1 0 0,1 2 0,41-13-1,12 1-53,88-13-1,-24 13-110,1 7-1,1 6 1,267 17-1,-325 1-90,126 28 0,-159-24-97,-1 2 0,-1 2 0,80 41 1,-74-22-306,-53-40 368,-1 0 0,0-1 0,-1 1 0,1-1 0,-1 1 0,0-10-1,-1-1-5,-1-1-1,0 0 0,-1 1 0,-1-1 1,-1 1-1,0 0 0,0 0 0,-2 1 0,-9-17 1,5 13 57,0 0 0,-1 1 1,0 0-1,-2 1 0,0 1 1,-26-23-1,40 38-45,0 0-1,0 0 0,0 0 1,0-1-1,0 1 1,0 0-1,0 0 0,0 0 1,0 0-1,0 0 1,-1 0-1,1-1 0,0 1 1,0 0-1,0 0 1,0 0-1,0 0 0,0 0 1,0 0-1,-1 0 1,1-1-1,0 1 0,0 0 1,0 0-1,0 0 1,0 0-1,-1 0 1,1 0-1,0 0 0,0 0 1,0 0-1,0 0 1,-1 0-1,1 0 0,0 0 1,0 0-1,0 0 1,0 0-1,-1 0 0,1 0 1,0 0-1,0 0 1,0 0-1,0 1 0,0-1 1,-1 0-1,1 0 1,0 0-1,0 0 0,0 0 1,0 0-1,0 0 1,0 0-1,0 1 0,0-1 1,-1 0-1,1 0 1,0 0-1,4 13 18,12 18-96,6-6 105,1-2-1,52 41 0,-50-44 0,-1 0 0,-1 2 0,31 36 0,-52-56-34,-1 0 0,1-1 0,-1 1 1,1 0-1,-1 0 0,0 0 0,0 0 0,0 0 0,0 0 0,0 0 0,0 1 1,-1-1-1,1 0 0,-1 0 0,1 1 0,-1-1 0,0 0 0,0 1 1,0-1-1,0 0 0,0 1 0,-1-1 0,1 0 0,-1 1 0,1-1 1,-1 0-1,0 0 0,0 0 0,0 0 0,0 0 0,0 0 0,0 0 0,-1 0 1,1 0-1,-3 2 0,-5 3-56,0 0 1,-1 0-1,0-1 0,0-1 1,0 0-1,-12 4 0,-9 5-183,-3 5-1549,-48 33 1,13 6-3556,38-26 718</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52:33.485"/>
    </inkml:context>
    <inkml:brush xml:id="br0">
      <inkml:brushProperty name="width" value="0.05" units="cm"/>
      <inkml:brushProperty name="height" value="0.05" units="cm"/>
      <inkml:brushProperty name="color" value="#E71224"/>
    </inkml:brush>
  </inkml:definitions>
  <inkml:trace contextRef="#ctx0" brushRef="#br0">168 204 17400,'0'0'7833,"-9"-14"-7734,4 5-97,3 4-1,-1 0 0,0 1 0,0-1 0,0 0 0,-1 1 0,-5-6 0,8 9-2,0 0 1,-1 0 0,1 0-1,0 1 1,0-1-1,-1 0 1,1 1 0,-1-1-1,1 1 1,-1-1 0,1 1-1,-1 0 1,1-1 0,-1 1-1,1 0 1,-1 0-1,1 0 1,-1 0 0,1 1-1,-1-1 1,1 0 0,-1 0-1,1 1 1,-1-1 0,1 1-1,-1 0 1,1-1-1,0 1 1,-1 0 0,1 0-1,-2 1 1,-8 6-20,1 0 1,0 1-1,-15 16 1,23-22 2,0-1 1,-1 1-1,1 0 1,0 0-1,0 0 1,1 0-1,-1 0 1,1 1-1,0-1 0,-1 0 1,1 1-1,1-1 1,-1 1-1,0-1 1,1 1-1,0-1 1,0 1-1,0 6 1,5-9 1,0 0-1,0-1 1,-1 1 0,1-1 0,0 0 0,0 0-1,0 0 1,-1-1 0,8-1 0,0-2 31,-1 0 0,1-1 0,-1 0 0,0-1 0,12-8 0,-13 8-4,0 0 0,0 0 0,1 1 1,0 1-1,0-1 0,12-2 0,-11 40-167,-9-25 153,0-1-86,0 1 0,0-1 0,1 0 1,0 0-1,1 0 0,-1-1 0,10 10 1,-9-11-404,0 0 1,1-1-1,-1 0 1,1 0-1,0 0 0,0 0 1,0-1-1,7 2 1,-3-2-409,-1 0 1,0-1 0,1 0 0,-1-1-1,1 0 1,-1-1 0,1 0-1,0 0 1,-1-1 0,1 0-1,-1-1 1,0 0 0,16-6-1,-6 1 836,-1 0 0,0-2-1,21-13 1,-20 9 2725,0 0-1,26-24 1,-44 36-2567,0 0 0,0 0 0,0 1 0,0-1 0,0 0 0,0 0 0,0 0 0,0 0 0,-1-1 0,1 1-1,0 0 1,0 0 0,-1 0 0,1-1 0,-1 1 0,1 0 0,-1 0 0,0-1 0,1 1 0,-1-3 0,-1 3 12,1 1 0,-1-1-1,1 1 1,-1-1 0,0 0 0,1 1-1,-1 0 1,0-1 0,1 1 0,-1-1-1,0 1 1,0 0 0,1-1 0,-1 1-1,0 0 1,0 0 0,0 0-1,0 0 1,1 0 0,-1 0 0,0 0-1,0 0 1,-1 0 0,-5 1 287,0-1 0,1 1 0,-1 0 0,1 1 0,-1 0-1,1 0 1,-8 4 0,5-1-416,1 1 1,0 0-1,0 1 0,1 0 0,0 0 0,0 1 0,-7 9 1,11-13 1,0 0 0,1-1 0,0 1 1,-1 0-1,1 0 0,1 1 0,-1-1 1,1 0-1,0 1 0,0-1 1,0 0-1,0 1 0,1-1 0,0 1 1,0 0-1,0-1 0,0 1 0,2 6 1,-1-9-14,0 0 1,0-1-1,0 1 1,0 0-1,0-1 1,0 1-1,0-1 1,1 0-1,-1 1 1,1-1-1,-1 0 1,1 0-1,-1 0 1,1 0-1,-1 0 1,1 0-1,0 0 1,0-1-1,-1 1 1,1-1-1,0 1 1,0-1-1,0 0 1,2 1-1,54 0-220,-41-2 220,-4 1 9,-1-2 0,1 0 1,-1 0-1,0-1 1,0-1-1,0 0 0,0 0 1,0-1-1,-1-1 1,0 0-1,0-1 0,-1 1 1,0-2-1,0 0 1,0 0-1,-1-1 0,0 0 1,-1 0-1,12-18 1,-1-1 674,0-2 1,-2 0 0,-1-1 0,-2 0 0,20-66-1,-34 97-593,0 0 0,0 0 0,0 0 0,0 0 0,0 0 0,0 0 0,0 0 0,-1 0-1,1 0 1,0 0 0,0 0 0,0 0 0,0 0 0,0 0 0,0 0 0,0 0-1,-1 0 1,1 0 0,0 0 0,0 0 0,0 0 0,0 0 0,0 0 0,0 0 0,0 0-1,0 0 1,0-1 0,-1 1 0,1 0 0,0 0 0,0 0 0,0 0 0,0 0 0,0 0-1,0 0 1,0 0 0,0-1 0,0 1 0,-16 21 308,-18 36-548,21-32 175,1 1 0,2-1 0,0 2 0,2-1 1,1 2-1,1-1 0,1 0 0,-1 36 0,6-60-101,0 0 0,0 0 1,0 0-1,0 0 0,1-1 0,-1 1 0,1 0 0,0 0 0,0 0 0,0-1 0,0 1 1,0-1-1,1 1 0,-1-1 0,1 1 0,-1-1 0,1 0 0,0 0 0,0 1 0,0-1 1,0-1-1,0 1 0,1 0 0,-1-1 0,3 3 0,3-2-1032,-1 1 0,0-1-1,1 0 1,-1 0 0,1-1 0,-1 0-1,1-1 1,11 0 0,15 0-12117</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52:33.920"/>
    </inkml:context>
    <inkml:brush xml:id="br0">
      <inkml:brushProperty name="width" value="0.05" units="cm"/>
      <inkml:brushProperty name="height" value="0.05" units="cm"/>
      <inkml:brushProperty name="color" value="#E71224"/>
    </inkml:brush>
  </inkml:definitions>
  <inkml:trace contextRef="#ctx0" brushRef="#br0">1 1 14263,'0'0'8724,"125"9"-8724,-104 2-161,-2 0-1247,-5-2-1906,0 1-4449</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52:34.295"/>
    </inkml:context>
    <inkml:brush xml:id="br0">
      <inkml:brushProperty name="width" value="0.05" units="cm"/>
      <inkml:brushProperty name="height" value="0.05" units="cm"/>
      <inkml:brushProperty name="color" value="#E71224"/>
    </inkml:brush>
  </inkml:definitions>
  <inkml:trace contextRef="#ctx0" brushRef="#br0">447 0 18040,'0'0'7817,"-9"15"-7539,-46 84 293,-70 179 0,41-82-443,26-77-100,-51 123-139,105-229 770,2-8-5285,1-20-75,1 15 4648,0-29-4622</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52:34.734"/>
    </inkml:context>
    <inkml:brush xml:id="br0">
      <inkml:brushProperty name="width" value="0.05" units="cm"/>
      <inkml:brushProperty name="height" value="0.05" units="cm"/>
      <inkml:brushProperty name="color" value="#E71224"/>
    </inkml:brush>
  </inkml:definitions>
  <inkml:trace contextRef="#ctx0" brushRef="#br0">0 125 10917,'0'0'5989,"19"-11"-4457,-9 5-1259,5-2-39,-1 0 0,1 0 0,0 2 0,1 0 0,0 1 0,0 0 0,21-3 0,266-45-5,-301 53-222,-1 0 0,0 0-1,1 0 1,-1 0 0,1 0-1,-1 0 1,0 0 0,1 0-1,-1 1 1,0-1 0,0 0 0,1 1-1,-1 0 1,0-1 0,0 1-1,1-1 1,-1 1 0,0 0-1,0 0 1,0 0 0,0 0 0,0 0-1,0 0 1,0 0 0,-1 0-1,1 0 1,0 0 0,0 2-1,19 44 8,-4-8-32,-13-35-25,1 1 1,0-1 0,0 0 0,0-1 0,0 1 0,0-1-1,1 0 1,0 0 0,-1 0 0,1 0 0,0-1 0,0 0 0,1 0-1,-1 0 1,0-1 0,1 0 0,7 1 0,11 1 79,0-2 1,44-3-1,-20 0 1,-37 2-21,-1 0-1,0 0 0,1 1 1,-1 0-1,0 1 0,0 0 1,20 7-1,-10-3 21,1 0-1,0-2 1,0 0-1,1-2 1,-1 0-1,0-1 1,39-4 0,-4 1-477,-51 3-1531</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52:20.206"/>
    </inkml:context>
    <inkml:brush xml:id="br0">
      <inkml:brushProperty name="width" value="0.05" units="cm"/>
      <inkml:brushProperty name="height" value="0.05" units="cm"/>
      <inkml:brushProperty name="color" value="#E71224"/>
    </inkml:brush>
  </inkml:definitions>
  <inkml:trace contextRef="#ctx0" brushRef="#br0">0 12 15943,'0'0'8594,"5"12"-8522,0 5-35,-1-1 0,-1 0 1,0 1-1,-1-1 0,-1 1 1,0 0-1,-1 0 0,-3 21 1,-3-10-3,4-20-29,0 0 1,0-1-1,1 1 0,0 0 0,0 0 1,1 0-1,0 0 0,1 0 0,-1 0 1,3 7-1,-2-14-3,1 0 1,-1 0-1,1-1 0,-1 1 1,1-1-1,-1 1 0,1-1 1,-1 0-1,1 1 1,-1-1-1,1 0 0,-1 0 1,1 0-1,-1 0 1,1-1-1,0 1 0,-1 0 1,1-1-1,2 0 0,-2 1 13,7-3 2,0 0 0,0 0 0,-1-1 0,1 0 1,-1 0-1,0-1 0,-1 0 0,1-1 0,-1 0 1,0 0-1,10-10 0,7-10 2,33-47 0,-31 27 35,-12 25-32,-13 24-31,0-1 1,0 1-1,0 0 1,0 0-1,0 0 0,-1-1 1,0 1-1,1 0 1,-1 0-1,0 0 1,-1 5-1,2 0 47,-1 9-93,2 1 0,0-1-1,1 1 1,9 31 0,-11-46 41,0 0 0,0-1-1,0 1 1,0-1 0,0 1 0,0-1 0,1 1-1,-1-1 1,1 0 0,0 0 0,0 1 0,0-1-1,0-1 1,0 1 0,0 0 0,0 0-1,1-1 1,-1 1 0,0-1 0,1 0 0,0 0-1,-1 0 1,1 0 0,0 0 0,-1-1 0,1 1-1,0-1 1,0 1 0,-1-1 0,1 0-1,0 0 1,0-1 0,-1 1 0,1 0 0,0-1-1,0 0 1,-1 1 0,1-1 0,4-3 0,0 1 20,-1-1 0,0 1 0,0-2 0,0 1 0,-1-1 1,1 1-1,-1-1 0,0-1 0,-1 1 0,1-1 0,-1 0 0,0 0 1,0 0-1,-1-1 0,4-10 0,-1 3 21,-1 0 0,0-1 0,-1 0 0,-1 0-1,0 0 1,1-22 0,-4 29-141,0-36 390,1 43-336,-1 0 0,0 0-1,0 0 1,0 0 0,0 0 0,0 0 0,0 0 0,0 0 0,-1-1 0,1 1 0,0 0 0,0 0 0,-1 0-1,1 0 1,-1 0 0,1 1 0,-1-1 0,1 0 0,-1 0 0,0 0 0,1 0 0,-1 0 0,0 1 0,0-1-1,0 0 1,1 1 0,-1-1 0,-1 0 0,1 1-118,0 1-1,1-1 1,-1 0-1,1 1 1,-1-1-1,1 0 1,0 1 0,-1-1-1,1 1 1,-1-1-1,1 1 1,0-1-1,-1 1 1,1-1 0,0 1-1,0 0 1,-1-1-1,1 1 1,0-1 0,0 1-1,0-1 1,0 1-1,0 0 1,0-1-1,0 1 1,0 0 0,-1 3-836,-3 19-3898</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52:20.550"/>
    </inkml:context>
    <inkml:brush xml:id="br0">
      <inkml:brushProperty name="width" value="0.05" units="cm"/>
      <inkml:brushProperty name="height" value="0.05" units="cm"/>
      <inkml:brushProperty name="color" value="#E71224"/>
    </inkml:brush>
  </inkml:definitions>
  <inkml:trace contextRef="#ctx0" brushRef="#br0">0 1 14503,'0'0'8772,"33"109"-8740,-33-78-32,0-1-785,0-4-959,0-8-1346,0-6-2192</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52:20.923"/>
    </inkml:context>
    <inkml:brush xml:id="br0">
      <inkml:brushProperty name="width" value="0.05" units="cm"/>
      <inkml:brushProperty name="height" value="0.05" units="cm"/>
      <inkml:brushProperty name="color" value="#E71224"/>
    </inkml:brush>
  </inkml:definitions>
  <inkml:trace contextRef="#ctx0" brushRef="#br0">1 45 11861,'0'0'8031,"22"-9"-6884,74-23-304,-94 32-812,1-1 0,-1 0 0,1 1 0,-1-1 0,0 1 0,1 0 0,-1-1 0,1 1-1,-1 1 1,1-1 0,-1 0 0,0 0 0,1 1 0,-1 0 0,1-1 0,-1 1 0,0 0 0,0 0 0,1 0 0,-1 0 0,0 1 0,0-1 0,0 1 0,0-1-1,-1 1 1,1-1 0,0 1 0,-1 0 0,1 0 0,-1 0 0,1 0 0,-1 0 0,0 0 0,0 1 0,0-1 0,0 0 0,0 1 0,-1-1 0,1 0 0,-1 1-1,1-1 1,-1 3 0,1 3-28,0-1-1,-1 1 1,0-1-1,0 0 1,-1 1-1,0-1 1,0 0-1,-1 0 1,0 1-1,-5 12 1,-17 14-905,23-34 547,2-2 230,13-21 289,0 1 0,1 0-1,2 1 1,0 1 0,30-28 0,-35 35 126,-12 13-243,0-1 0,1 1 1,-1-1-1,0 1 1,1-1-1,-1 1 0,1-1 1,-1 1-1,0-1 1,1 1-1,-1-1 0,1 1 1,-1 0-1,1-1 1,0 1-1,-1 0 0,1 0 1,-1-1-1,1 1 1,0 0-1,-1 0 0,1 0 1,-1-1-1,1 1 1,0 0-1,-1 0 0,2 0 1,-1 17 1069,-1-4-1446,-2 20 472,-8 46-1,5-46-2123,-1 47 1,6-79 1790,0 0-1,0 0 1,0 0 0,0 0 0,0 0-1,0 0 1,0 0 0,0 0 0,0 0 0,1 0-1,-1 0 1,0 0 0,1 0 0,-1 0-1,1 0 1,-1 0 0,1 0 0,-1 0-1,1-1 1,0 1 0,-1 0 0,1 0-1,0-1 1,0 1 0,0 0 0,-1-1 0,1 1-1,0-1 1,0 1 0,0-1 0,0 0-1,0 1 1,0-1 0,0 0 0,1 1-1,25 2-6094</inkml:trace>
  <inkml:trace contextRef="#ctx0" brushRef="#br0" timeOffset="1">579 158 12614,'0'0'12421,"35"37"-12116,-33-8-305,-2 1 32,0 0 32,0-5-64,0-2-1281,0-7-1328,0-5-561</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52:21.297"/>
    </inkml:context>
    <inkml:brush xml:id="br0">
      <inkml:brushProperty name="width" value="0.05" units="cm"/>
      <inkml:brushProperty name="height" value="0.05" units="cm"/>
      <inkml:brushProperty name="color" value="#E71224"/>
    </inkml:brush>
  </inkml:definitions>
  <inkml:trace contextRef="#ctx0" brushRef="#br0">0 179 16135,'0'0'6707,"23"-4"-6098,178-25 119,-199 29-787,9-1-49,0-1 0,0 0 1,22-6-1,-32 7-181,0 1 0,1-1 0,-1 1 0,0-1 0,0 0 1,1 1-1,-1-1 0,0 0 0,0 0 0,0 0 0,0 0 0,0 0 0,0 0 0,0 0 1,0 0-1,-1-1 0,2-1 0,-2 2-254,0 0 0,0-1-1,0 1 1,0 0 0,0-1 0,0 1 0,-1 0 0,1-1 0,0 1-1,-1 0 1,1 0 0,-1 0 0,1-1 0,-1 1 0,0 0-1,1 0 1,-1 0 0,0 0 0,0 0 0,0 0 0,0 0-1,0 0 1,-1-1 0,-25-21-1841,-2 0 6947,-20-17 9860,48 57-11299,0-3-3123,3 142 1405,-1-78-2534,0 0-4230,-1-53-79</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52:22.050"/>
    </inkml:context>
    <inkml:brush xml:id="br0">
      <inkml:brushProperty name="width" value="0.05" units="cm"/>
      <inkml:brushProperty name="height" value="0.05" units="cm"/>
      <inkml:brushProperty name="color" value="#E71224"/>
    </inkml:brush>
  </inkml:definitions>
  <inkml:trace contextRef="#ctx0" brushRef="#br0">1 0 17688,'0'0'8898,"1"5"-8458,4 25-354,-2-1 1,-1 1 0,-1 0-1,-3 30 1,0 5-253,2-65 145,0 1 1,0-1 0,0 1 0,0-1 0,0 1 0,0-1 0,0 1 0,0-1 0,0 0 0,0 1 0,1-1 0,-1 1-1,0-1 1,0 1 0,0-1 0,1 0 0,-1 1 0,0-1 0,1 1 0,-1-1 0,0 0 0,1 1 0,-1-1 0,0 0 0,1 0-1,-1 1 1,1-1 0,-1 0 0,0 0 0,1 0 0,-1 1 0,1-1 0,-1 0 0,1 0 0,21-4-133,18-18 224,88-108 540,-123 165-768,-5-26 131,1 0 1,1 0-1,-1 0 1,2 0-1,-1 0 1,7 14-1,-8-20 5,0-1 1,1 1-1,0-1 0,-1 1 0,1-1 0,0 1 1,0-1-1,1 0 0,-1 0 0,0 0 0,1 0 0,-1-1 1,1 1-1,0-1 0,-1 1 0,1-1 0,0 0 0,0 0 1,0 0-1,0 0 0,0-1 0,0 1 0,0-1 1,3 0-1,-1 1 20,0-1 0,0 0 0,0-1 1,0 0-1,0 1 0,0-1 1,0-1-1,0 1 0,0-1 0,0 0 1,-1 0-1,1 0 0,-1-1 0,1 1 1,4-5-1,-4 2 40,1-1 1,-2 1-1,1-1 1,-1 0-1,0 0 0,0 0 1,0 0-1,-1-1 0,0 0 1,3-9-1,-3 4-38,0 0 0,-2 1 0,1-1-1,-1 0 1,-2-22 0,1 15-745,-1 47-19156,24-14 18017,26-2 4571,-17-4-30,-16-4-1426,0 1 410,-1 0-1,1 1 1,19 10 0,-32-15-1437,0 1 0,0 0-1,-1-1 1,1 1 0,0 0 0,-1 0 0,1 1 0,-1-1 0,0 0 0,0 1 0,0 0 0,0-1 0,0 1 0,-1 0 0,1 0 0,-1 0 0,0 0 0,1 0 0,-1 0 0,-1 0 0,1 0 0,0 7 0,-1-2-160,-1 0 1,-1 0 0,1 0-1,-1 0 1,-1-1-1,1 1 1,-1-1 0,-1 1-1,1-1 1,-1 0-1,0 0 1,-1-1 0,-10 13-1,-9 14 26,24-33-70,0 1-1,-1-1 1,1 0-1,0 1 1,-1-1-1,1 1 0,0-1 1,0 1-1,-1-1 1,1 0-1,0 1 1,0-1-1,0 1 0,-1-1 1,1 1-1,0-1 1,0 1-1,0-1 0,0 1 1,0 0-1,0-1 1,0 1-1,0-1 1,0 1-1,0-1 0,1 1 1,-1-1-1,0 1 1,0-1-1,0 0 1,1 1-1,-1-1 0,0 1 1,0-1-1,1 1 1,-1-1-1,0 0 1,1 1-1,-1-1 0,1 0 1,-1 1-1,0-1 1,1 0-1,0 1 1,33 3 39,-21-6-30,1 1-1,-1-2 1,20-5 0,54-23-1478,-29 12-4313,-13 6-4405</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52:22.801"/>
    </inkml:context>
    <inkml:brush xml:id="br0">
      <inkml:brushProperty name="width" value="0.05" units="cm"/>
      <inkml:brushProperty name="height" value="0.05" units="cm"/>
      <inkml:brushProperty name="color" value="#E71224"/>
    </inkml:brush>
  </inkml:definitions>
  <inkml:trace contextRef="#ctx0" brushRef="#br0">3 48 16520,'0'0'8585,"0"-9"-7753,-1-30-173,1 89-17,-1-30-615,1 0 0,1 1 0,0-1 0,2 1 0,0-1 1,2 0-1,0-1 0,10 27 0,-14-44-39,0 1 0,1 0 1,-1-1-1,1 1 0,-1-1 1,1 1-1,0-1 0,0 0 1,0 0-1,0 0 0,0 0 0,1 0 1,-1 0-1,1 0 0,-1-1 1,1 0-1,0 1 0,-1-1 0,1 0 1,0 0-1,0 0 0,0-1 1,0 1-1,0-1 0,-1 1 0,1-1 1,0 0-1,0 0 0,0 0 1,0-1-1,0 1 0,0-1 1,0 0-1,0 1 0,3-3 0,-4 2 18,1 0-1,0 0 1,-1-1-1,1 1 1,-1-1-1,1 0 1,-1 0-1,0 0 1,0 0-1,0 0 1,0 0-1,0 0 1,2-5-1,24-39 38,-20 33-96,2-3 167,-1 0-1,-1-1 1,0 0 0,8-31-1,-17 82-158,-1-16 19,1 1-1,2-1 1,3 36-1,-3-51 12,-1 0-1,0 0 1,1-1-1,0 1 1,0 0-1,-1-1 1,2 1-1,-1-1 1,0 1 0,0-1-1,1 1 1,-1-1-1,1 0 1,0 0-1,0 0 1,0 0-1,0 0 1,0 0-1,0 0 1,0-1-1,1 1 1,-1-1-1,1 1 1,-1-1-1,1 0 1,-1 0 0,1 0-1,0-1 1,-1 1-1,1 0 1,0-1-1,4 0 1,-1 0 26,0 0 1,1-1 0,-1 0 0,0 0-1,0 0 1,0-1 0,0 0-1,0 0 1,0-1 0,-1 1-1,11-7 1,-13 6-15,0 1-1,0 0 1,0-1 0,-1 0-1,1 0 1,-1 0-1,1 0 1,-1 0 0,0 0-1,0-1 1,0 1 0,-1-1-1,1 1 1,-1-1-1,0 0 1,0 1 0,0-1-1,0 0 1,-1 0-1,1-6 1</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52:23.271"/>
    </inkml:context>
    <inkml:brush xml:id="br0">
      <inkml:brushProperty name="width" value="0.05" units="cm"/>
      <inkml:brushProperty name="height" value="0.05" units="cm"/>
      <inkml:brushProperty name="color" value="#E71224"/>
    </inkml:brush>
  </inkml:definitions>
  <inkml:trace contextRef="#ctx0" brushRef="#br0">0 17 13110,'0'0'11504,"9"-5"-11013,-7 3-467,1 1-1,0-1 1,0 1 0,-1 0 0,1 0 0,0 0 0,0 0-1,0 1 1,0-1 0,0 1 0,0-1 0,0 1 0,1 0-1,-1 0 1,0 1 0,0-1 0,0 1 0,0-1-1,4 2 1,-1 1 3,1 1 0,-1-1 0,0 1 0,0 0 1,0 0-1,-1 1 0,1 0 0,-1 0 0,6 7 0,-6-7-15,0 1-1,-1-1 1,0 0 0,0 1-1,-1 0 1,0 0 0,0 0-1,0 1 1,0-1 0,-1 1 0,0-1-1,-1 1 1,1 0 0,-1-1-1,-1 1 1,1 0 0,-1 0-1,0 0 1,-1 0 0,-2 13 0,0-10-65,-1 1 1,0-1 0,-1 0 0,1-1 0,-2 1 0,1-1 0,-2 0-1,1 0 1,-1-1 0,0 1 0,-1-2 0,-10 9 0,15-13-74,-20 18-458,17-14-48,14-10-475,41-27 1268,-1-3 0,-2-1 1,-1-3-1,41-43 1,-21 20 1701,-63 97-777,-6-13-981,-1 0-1,0-1 1,-13 31 0,-8 35-2873,19-26-5632,7-51 650</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52:23.615"/>
    </inkml:context>
    <inkml:brush xml:id="br0">
      <inkml:brushProperty name="width" value="0.05" units="cm"/>
      <inkml:brushProperty name="height" value="0.05" units="cm"/>
      <inkml:brushProperty name="color" value="#E71224"/>
    </inkml:brush>
  </inkml:definitions>
  <inkml:trace contextRef="#ctx0" brushRef="#br0">5 0 12966,'0'0'9508,"16"6"-8809,47 21-309,-62-26-384,0-1 0,0 1 0,0 0 0,0-1 0,0 1 0,0 0 0,0 0 0,-1-1 0,1 1-1,0 0 1,0 0 0,-1 0 0,1 0 0,0 0 0,-1 0 0,1 0 0,-1 1 0,0-1 0,1 0 0,-1 0 0,0 0 0,0 0 0,1 0 0,-1 1 0,0-1 0,0 0 0,0 0 0,-1 0 0,1 1 0,0-1 0,0 0 0,-1 0 0,1 0 0,0 0 0,-1 0 0,1 0 0,-2 2 0,-24 29 27,23-30-26,-13 12-17,11-11-47,1 0 1,0 0 0,1 0-1,-1 0 1,0 1-1,1-1 1,0 1-1,-1 0 1,2 0-1,-1 0 1,0 1-1,1-1 1,-3 8-1,8-11 51,0 0 0,1 0 0,-1-1 0,1 1 0,-1-1 0,0 1-1,1-1 1,-1 0 0,1 0 0,4-1 0,-2 1 17,17-1-24,1 0-1,-1-2 1,35-8-1,25-17-4377,-54 14-755</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52:23.945"/>
    </inkml:context>
    <inkml:brush xml:id="br0">
      <inkml:brushProperty name="width" value="0.05" units="cm"/>
      <inkml:brushProperty name="height" value="0.05" units="cm"/>
      <inkml:brushProperty name="color" value="#E71224"/>
    </inkml:brush>
  </inkml:definitions>
  <inkml:trace contextRef="#ctx0" brushRef="#br0">1 171 15527,'0'0'2206,"18"-3"-634,307-9 2368,-323 12-4144,-1 0 1,1 0-1,0 0 0,0 0 0,-1 0 0,1 0 1,0 0-1,-1-1 0,1 1 0,0 0 0,-1-1 0,1 0 1,-1 1-1,1-1 0,-1 0 0,1 0 0,-1 0 1,1 0-1,0-1 0,-1 1-52,-1 0 0,1 0 1,-1 0-1,0 0 0,0 0 0,1 0 0,-1 0 0,0 0 1,0 0-1,0 0 0,0 0 0,0 0 0,-1 0 1,1 0-1,0 0 0,0 0 0,-1 0 0,1 0 1,0 0-1,-1 0 0,1 0 0,-2-1 0,-23-30-4337,7 16 5783,-3-2 336,16 12-613,0 1-1,-1 0 1,1 0 0,-1 0 0,-1 1 0,1 0 0,0 0-1,-1 0 1,0 1 0,0 0 0,0 0 0,-11-2 0,17 6-825,0-1 0,0 0 1,0 1-1,1-1 1,-1 1-1,0-1 1,0 1-1,0 0 0,0-1 1,1 1-1,-1 0 1,0-1-1,1 1 1,-1 0-1,1 0 0,-1 0 1,1 0-1,-1 0 1,1-1-1,-1 1 0,1 0 1,0 0-1,0 0 1,-1 0-1,1 0 1,0 0-1,0 2 0,-4 35 252,4-31-71,-1 89 299,-2 20-800,-10-40-4397,5-46-901</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52:24.681"/>
    </inkml:context>
    <inkml:brush xml:id="br0">
      <inkml:brushProperty name="width" value="0.05" units="cm"/>
      <inkml:brushProperty name="height" value="0.05" units="cm"/>
      <inkml:brushProperty name="color" value="#E71224"/>
    </inkml:brush>
  </inkml:definitions>
  <inkml:trace contextRef="#ctx0" brushRef="#br0">1 16 20217,'0'0'6470,"0"19"-6334,0 144-107,0-163-40,0 1-1,0-1 0,0 1 0,0-1 0,0 1 1,1-1-1,-1 1 0,0-1 0,0 1 0,0-1 1,1 0-1,-1 1 0,0-1 0,1 1 0,-1-1 1,0 0-1,1 1 0,-1-1 0,0 0 0,1 1 1,-1-1-1,1 0 0,-1 0 0,1 0 0,-1 1 1,1-1-1,-1 0 0,1 0 0,-1 0 0,1 0 1,0 0-1,24 1-86,21-12 74,2-18 1,-42 24 32,1 1-1,-1-1 1,1 1-1,0 0 0,0 1 1,0 0-1,1 0 1,-1 0-1,1 1 0,14-2 1,-20 4-17,1 1 1,-1 0-1,0 0 1,1 1 0,-1-1-1,0 0 1,0 1-1,0-1 1,0 1-1,0 0 1,0 0-1,-1-1 1,1 1 0,0 0-1,-1 1 1,1-1-1,1 4 1,-1-2 4,0-1 1,1 0 0,-1 1 0,1-1-1,-1 0 1,1-1 0,0 1-1,4 2 1,-2-3 16,-1 0 0,1 0-1,0-1 1,0 0 0,0 0 0,0 0-1,0 0 1,0-1 0,0 0 0,0 0 0,0 0-1,0-1 1,0 0 0,0 0 0,0 0-1,0 0 1,0-1 0,-1 0 0,1 0 0,-1 0-1,1 0 1,-1-1 0,0 0 0,0 0-1,0 0 1,0 0 0,4-6 0,-2 4 55,-1 0 1,0-1 0,0 0-1,-1 0 1,0 0-1,0-1 1,0 1-1,-1-1 1,0 0 0,0 0-1,-1 0 1,0 0-1,0-1 1,-1 1-1,1 0 1,-2-1 0,1-12-1,-1 19-29,0-1 0,-1 0 0,1 1 1,0-1-1,-1 1 0,1-1 0,-1 1 0,0-1 0,1 1 0,-1-1 0,0 1 1,0-1-1,0 1 0,-1-2 0,1 2-230,0 0-1,0 1 1,1-1-1,-1 1 1,0-1-1,0 1 1,0 0-1,0-1 1,1 1-1,-1 0 1,0-1 0,0 1-1,0 0 1,0 0-1,0 0 1,0 0-1,0 0 1,-2 0 0,2 0-201,-1 1 1,1-1-1,-1 1 1,1-1 0,-1 1-1,1 0 1,0 0 0,-1 0-1,1 0 1,0 0-1,0 0 1,0 0 0,-1 0-1,1 0 1,0 0 0,1 1-1,-1-1 1,0 0 0,0 1-1,0-1 1,1 1-1,-1-1 1,1 0 0,-1 1-1,1 0 1,0-1 0,0 1-1,-1 2 1,1-3 303,0 1 1,1-1-1,-1 1 0,0-1 1,1 0-1,-1 1 1,0-1-1,1 1 0,0-1 1,-1 0-1,1 1 1,0-1-1,0 0 0,0 0 1,-1 0-1,1 0 0,0 0 1,1 0-1,-1 0 1,0 0-1,0 0 0,0 0 1,1 0-1,-1-1 1,0 1-1,1 0 0,1 0 1,50 15 3347,-18-6-1512,-29-7-1394,0 0-1,0 0 1,0 0 0,0 1-1,-1 0 1,1 1 0,-1-1 0,0 1-1,-1 0 1,1 0 0,5 8-1,-8-9-311,1 0 0,-1 0-1,0 0 1,-1 1-1,1-1 1,-1 0 0,0 1-1,0-1 1,0 1 0,0-1-1,-1 1 1,0-1 0,0 1-1,0-1 1,0 1-1,-1 0 1,0-1 0,-1 6-1,1-9-52,0 1 0,1 0 0,-1 0 0,0 0 0,-1 0 0,1-1 0,0 1 0,0-1 0,-1 1 0,1-1 0,-1 1 0,1-1 0,-1 0 0,0 1-1,-2 0 1,2 0 1,-1-1-1,1 1 1,-1 0-1,1 1 1,0-1-1,0 0 1,-1 0-1,2 1 1,-3 3-1,3-5 117,18-13 1339,-5 1-911,-5 4-255,0 0 0,0 0-1,1 1 1,0 0 0,0 1-1,0 0 1,1 0 0,-1 0-1,10-2 1,-17 7-280,0 0 0,0 1 0,0-1 0,0 0 0,0 1 0,0-1 0,0 1 0,0-1 0,0 1 0,-1 0 0,1-1 0,0 1 0,0 0 0,-1 0 0,1 0-1,0-1 1,-1 1 0,1 0 0,-1 0 0,1 0 0,-1 0 0,1 0 0,-1 0 0,0 0 0,0 0 0,1 0 0,-1 0 0,0 0 0,0 0 0,0 0 0,0 0 0,0 0 0,0 0 0,0 1 0,-1 0 0,-1 45-186,2-45 173,-2 7-525,0 0-1,-1-1 1,-1 1-1,1-1 1,-1 1-1,-1-1 1,1-1 0,-1 1-1,-1 0 1,0-1-1,-8 8 1,4-2-1554,-5 6-2806</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52:25.336"/>
    </inkml:context>
    <inkml:brush xml:id="br0">
      <inkml:brushProperty name="width" value="0.05" units="cm"/>
      <inkml:brushProperty name="height" value="0.05" units="cm"/>
      <inkml:brushProperty name="color" value="#E71224"/>
    </inkml:brush>
  </inkml:definitions>
  <inkml:trace contextRef="#ctx0" brushRef="#br0">38 48 15479,'0'0'7646,"23"-8"-6995,78-24-40,-94 30-561,-1 0 0,1 1-1,-1 0 1,1 0 0,0 0-1,-1 1 1,1 0 0,0 1-1,0-1 1,-1 1 0,1 1-1,-1-1 1,1 1 0,-1 0 0,0 0-1,1 1 1,-1 0 0,0 0-1,-1 0 1,1 1 0,-1 0-1,1 0 1,6 7 0,-11-9-51,0-1 1,0 1-1,1-1 1,-1 1-1,-1 0 1,1-1-1,0 1 1,0 0-1,-1 0 1,1 0-1,-1 0 1,1-1-1,-1 1 1,0 0-1,0 0 1,0 0-1,0 0 1,0 0-1,0 0 1,0 0-1,-1-1 1,1 1-1,-1 0 1,1 0-1,-1 0 1,0 0-1,1-1 1,-1 1-1,0 0 1,0-1-1,-1 1 1,1-1-1,0 1 1,0-1-1,-1 0 1,-1 2-1,-7 5-28,0 0-1,-1-1 1,0 0-1,-19 8 1,-10 7-224,39-21 244,-1 0 1,0 1-1,1-1 1,-1 1-1,1-1 1,0 1-1,-1-1 0,1 1 1,0 0-1,0 0 1,0 0-1,0 0 1,0 0-1,1-1 1,-1 1-1,0 1 0,1-1 1,0 0-1,-1 0 1,1 0-1,0 0 1,0 0-1,0 0 1,0 0-1,1 0 1,-1 0-1,0 0 0,1 0 1,-1 0-1,1 0 1,0 0-1,0 0 1,0 0-1,0 0 1,0 0-1,0-1 0,1 1 1,-1 0-1,0-1 1,3 3-1,7 7 19,1 0-1,0 0 1,0-2 0,19 12-1,-12-8-26,-10-6 25,31 25-61,-38-30 67,0-1 0,0 1 1,0 0-1,-1 1 0,1-1 1,-1 0-1,1 0 0,-1 1 1,0-1-1,0 1 0,0-1 1,0 1-1,0-1 0,-1 1 0,2 4 1,-3-6 4,1 0 0,-1 0-1,1 0 1,0 0 0,-1 0 0,0-1 0,1 1 0,-1 0 0,0 0-1,1 0 1,-1 0 0,0-1 0,0 1 0,1 0 0,-1-1 0,0 1 0,0-1-1,0 1 1,0-1 0,0 1 0,0-1 0,0 0 0,0 1 0,0-1-1,0 0 1,0 0 0,0 0 0,0 0 0,0 0 0,-2 0 0,-41 2 232,35-2-209,4 0-52,-126-6 96,116 5-470,0-2-1,0 0 1,1 0-1,-1-2 1,1 1-1,-23-13 1,36 17 159,-1-1 0,1 0-1,-1 0 1,1 0 0,-1 0 0,1 0 0,0 0 0,-1 0-1,1 0 1,0-1 0,0 1 0,0 0 0,0-1-1,0 1 1,0-1 0,0 1 0,1-1 0,-1 0-1,0 1 1,1-1 0,-1 0 0,1 1 0,0-1 0,0 0-1,0 0 1,-1 1 0,1-1 0,1 0 0,-1 0-1,0 1 1,0-1 0,1 0 0,-1 1 0,1-1 0,-1 0-1,2-1 1,19-25-6519</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52:25.711"/>
    </inkml:context>
    <inkml:brush xml:id="br0">
      <inkml:brushProperty name="width" value="0.05" units="cm"/>
      <inkml:brushProperty name="height" value="0.05" units="cm"/>
      <inkml:brushProperty name="color" value="#E71224"/>
    </inkml:brush>
  </inkml:definitions>
  <inkml:trace contextRef="#ctx0" brushRef="#br0">0 69 14967,'0'0'2833,"18"-7"-354,-1 1-1872,0 0 0,1 2 0,-1 0 0,1 1 0,0 0 0,20 1 0,-34 1-518,1 1 0,0 0-1,0 1 1,0-1 0,0 1 0,-1 0-1,1 0 1,0 0 0,-1 1-1,1-1 1,-1 1 0,1 0-1,-1 1 1,0-1 0,0 1-1,0 0 1,0 0 0,0 0 0,-1 0-1,1 1 1,-1-1 0,0 1-1,0 0 1,0 0 0,-1 0-1,1 1 1,-1-1 0,0 0-1,0 1 1,-1 0 0,1-1 0,0 8-1,-1-6-89,0-1 0,0 0 0,-1 0 0,0 0 0,0 0-1,0 1 1,0-1 0,-1 0 0,0 0 0,-3 9 0,4-12-53,-1 0 1,0 0-1,-1 0 1,1-1-1,0 1 1,0 0-1,-1 0 1,1-1-1,-1 1 1,0-1-1,1 1 1,-1-1-1,0 0 1,0 0-1,0 0 1,0 0 0,0 0-1,0 0 1,0 0-1,0-1 1,0 1-1,0-1 1,0 1-1,0-1 1,-1 0-1,1 0 1,-3 0-1,4 0 50,1-1-1,-1 1 0,1-1 0,-1 1 1,1 0-1,-1-1 0,1 0 1,-1 1-1,1-1 0,-1 1 0,1-1 1,0 0-1,-1 1 0,1-1 1,0 1-1,0-1 0,-1 0 1,1 0-1,0 1 0,0-1 0,0 0 1,0 1-1,0-1 0,0 0 1,0 0-1,0 1 0,0-1 0,0 0 1,0 1-1,1-2 0,3-22 66,4 8 46,0-1 0,2 2 0,0-1 0,0 1 0,2 1 0,0 0 0,0 0-1,1 1 1,1 1 0,25-17 0,-39 28-95,0 1-1,0 0 1,1-1-1,-1 1 1,0 0-1,0 0 1,1-1-1,-1 1 1,0 0-1,0 0 1,1 0-1,-1-1 1,0 1-1,1 0 1,-1 0-1,0 0 1,1 0-1,-1 0 1,0 0-1,1 0 1,-1-1-1,0 1 0,1 0 1,-1 0-1,0 0 1,1 0-1,-1 1 1,0-1-1,1 0 1,-1 0-1,0 0 1,1 0-1,-1 0 1,0 0-1,1 0 1,-1 1-1,0-1 1,1 0-1,-1 0 1,0 0-1,0 1 1,1-1-1,-1 0 1,0 0-1,0 1 1,1-1-1,-1 0 1,0 1-1,0-1 0,0 0 1,0 1-1,1-1 1,-4 28 23,-16 34-147,18-61 125,-1 5-63,-28 87-699,21-29-4767,13-44 855,11-7-2436</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52:26.104"/>
    </inkml:context>
    <inkml:brush xml:id="br0">
      <inkml:brushProperty name="width" value="0.05" units="cm"/>
      <inkml:brushProperty name="height" value="0.05" units="cm"/>
      <inkml:brushProperty name="color" value="#E71224"/>
    </inkml:brush>
  </inkml:definitions>
  <inkml:trace contextRef="#ctx0" brushRef="#br0">198 1 13206,'0'0'9983,"16"9"-9478,50 28-308,-64-36-193,0 0 0,-1 1 0,1-1 0,0 0 0,-1 1 1,0-1-1,1 1 0,-1 0 0,0-1 0,0 1 0,0 0 0,0 0 0,0 0 0,0 0 0,-1 0 0,1 0 1,0 0-1,-1 0 0,0 0 0,1 0 0,-1 0 0,0 0 0,0 0 0,0 0 0,-1 0 0,1 0 1,0 0-1,-2 4 0,1-2 9,-1 1 1,0-1 0,1 0 0,-2 0 0,1 0-1,0 0 1,-1 0 0,-5 5 0,-14 12-6,18-19-24,1 0 0,0 1 1,-1 0-1,1-1 0,1 1 0,-1 1 0,0-1 0,1 0 0,-1 1 0,1-1 0,0 1 0,0 0 1,1-1-1,-1 1 0,1 0 0,0 0 0,0 0 0,-1 8 0,-2 97 208,4-108-190,-1 1 0,1-1 0,0 0 0,-1 1-1,1-1 1,-1 0 0,0 1 0,1-1 0,-1 0 0,0 0-1,0 0 1,0 1 0,0-1 0,0 0 0,0 0 0,0 0-1,0-1 1,0 1 0,0 0 0,-1 0 0,1 0 0,0-1-1,-1 1 1,1-1 0,0 1 0,-1-1 0,1 0 0,-1 1-1,1-1 1,-3 0 0,-52 3 26,47-3-22,-51-6-963,57 6 661,1-1 1,-1 0-1,1 1 1,-1-1-1,1 0 1,0 0-1,-1 0 0,1-1 1,0 1-1,0-1 1,0 1-1,0-1 1,0 1-1,0-1 1,0 0-1,0 0 0,1 0 1,-1 0-1,1 0 1,-1-1-1,0-2 1,0-12-4796</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52:26.495"/>
    </inkml:context>
    <inkml:brush xml:id="br0">
      <inkml:brushProperty name="width" value="0.05" units="cm"/>
      <inkml:brushProperty name="height" value="0.05" units="cm"/>
      <inkml:brushProperty name="color" value="#E71224"/>
    </inkml:brush>
  </inkml:definitions>
  <inkml:trace contextRef="#ctx0" brushRef="#br0">1 149 16904,'0'0'2147,"20"-1"-268,272 1 1765,-182 0-6067,-109 0 2265,0 0-1,0 0 0,0 0 1,0 0-1,0 0 0,-1 0 1,1-1-1,0 1 1,0 0-1,0 0 0,0-1 1,0 1-1,-1-1 0,1 1 1,0-1-1,0 1 0,-1-1 1,1 1-1,0-1 0,-1 0 1,1 1-1,-1-1 0,1 0 1,-1 1-1,1-1 0,-1 0 1,1 0-1,-1 1 0,0-1 1,1 0-1,-1 0 0,0 0 1,0 0-1,0 0 0,1 1 1,-1-1-1,0 0 0,0 0 1,0 0-1,-1 0 0,1 0 1,0 0-1,0 0 0,0 1 1,-1-1-1,1 0 0,0 0 1,-1 0-1,1 1 0,-1-2 1,-1-3-320,0 1 0,-1-1 0,1 1 0,-1 0 0,0 0 0,0 0 1,-7-6-1,1 2 191,-54-40 4715,59 45-3763,-1 1-1,1-1 1,-1 1 0,0 0-1,0 0 1,0 1 0,0 0-1,0 0 1,0 0 0,0 0-1,0 1 1,-11 0 0,14 0-571,0 1 0,0 0 0,0 0-1,1 0 1,-1 0 0,0 0 0,0 0 0,0 0 0,1 0 0,-1 1 0,0-1 0,1 1 0,-1-1 0,1 1 0,0-1 0,0 1 0,-1 0 0,1 0 0,0 0 0,0 0 0,1 0 0,-1 0 0,-1 4 0,-10 54 620,11-55-634,-17 168 436,17-142-3148,5 52-1,3-49-1974</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52:26.922"/>
    </inkml:context>
    <inkml:brush xml:id="br0">
      <inkml:brushProperty name="width" value="0.05" units="cm"/>
      <inkml:brushProperty name="height" value="0.05" units="cm"/>
      <inkml:brushProperty name="color" value="#E71224"/>
    </inkml:brush>
  </inkml:definitions>
  <inkml:trace contextRef="#ctx0" brushRef="#br0">144 0 16359,'0'0'8885,"3"6"-8779,-2 3-84,1 1-1,-1-1 1,0 0-1,-1 1 1,0-1-1,-1 0 1,0 1-1,0-1 1,-1 0-1,0 1 1,-4 8-1,2-4-198,-1 0 0,0 0 0,-1 0 0,-1-1 0,0 0 0,-16 21-1,22-32-272,27-5 346,-11-1 126,4 0-22,0 0-1,1 1 0,-1 1 1,33 1-1,-49 0-4,0 2 0,0-1-1,1 0 1,-1 1 0,0-1 0,0 1-1,0 0 1,0 0 0,0 0 0,-1 0 0,1 0-1,0 1 1,0 0 0,-1-1 0,1 1 0,-1 0-1,1 0 1,-1 0 0,0 1 0,0-1 0,0 0-1,0 1 1,0-1 0,-1 1 0,1 0-1,-1 0 1,0-1 0,1 1 0,-1 0 0,-1 0-1,1 0 1,0 0 0,-1 0 0,1 1 0,-1-1-1,0 5 1,-1-5 8,1-1 0,-1 0-1,0 0 1,1 0 0,-1 0 0,0 0 0,0 0-1,0 0 1,-1 0 0,1 0 0,0-1-1,-1 1 1,1 0 0,-1-1 0,0 1-1,1-1 1,-1 1 0,0-1 0,0 0 0,0 0-1,0 0 1,0 0 0,0 0 0,0 0-1,0-1 1,0 1 0,-1-1 0,1 1-1,0-1 1,-4 0 0,-11 3 9,-1-1 0,-30-1 1,39-2-21,-31 3-148,-43-1 307,78-1-637,0-1 0,0 0 0,0 0 0,0 0 0,0 0 0,0-1 0,-6-3 0,-2-2-3897</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52:28.918"/>
    </inkml:context>
    <inkml:brush xml:id="br0">
      <inkml:brushProperty name="width" value="0.05" units="cm"/>
      <inkml:brushProperty name="height" value="0.05" units="cm"/>
      <inkml:brushProperty name="color" value="#E71224"/>
    </inkml:brush>
  </inkml:definitions>
  <inkml:trace contextRef="#ctx0" brushRef="#br0">54 10 10965,'0'0'10869,"-8"-2"-10325,-37-5 982,56 7-496,159 2 469,145-3-1515,-303 0-69,-34 20-409,-151 88 534,-25 17 3,196-122-40,-1-1 1,1 1-1,0 0 0,0 0 1,-1 0-1,1 0 0,1 0 0,-1 0 1,0 0-1,0 1 0,1-1 0,-1 1 1,1-1-1,0 1 0,-2 4 1,3-7-3,0 1 0,0 0 0,0-1 0,1 1 0,-1-1 0,0 1 0,0 0 1,0-1-1,1 1 0,-1-1 0,0 1 0,0-1 0,1 1 0,-1-1 0,0 1 0,1-1 1,-1 1-1,1-1 0,-1 1 0,1-1 0,-1 0 0,1 1 0,-1-1 0,2 1 0,26 6 173,6-5-154,1-1 1,-1-2-1,1-1 0,-1-2 1,53-12-1,-28 11-5732,-27 4-1045,-11-3-156</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52:29.320"/>
    </inkml:context>
    <inkml:brush xml:id="br0">
      <inkml:brushProperty name="width" value="0.05" units="cm"/>
      <inkml:brushProperty name="height" value="0.05" units="cm"/>
      <inkml:brushProperty name="color" value="#E71224"/>
    </inkml:brush>
  </inkml:definitions>
  <inkml:trace contextRef="#ctx0" brushRef="#br0">7 23 8420,'0'0'16535,"14"-23"-16214,-10 49 111,-2 8-80,-2 3-304,0 3 80,0-3-64,-8-5-64,-2-6-16,2-8-896,8-5-897,0-5-1377</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52:29.696"/>
    </inkml:context>
    <inkml:brush xml:id="br0">
      <inkml:brushProperty name="width" value="0.05" units="cm"/>
      <inkml:brushProperty name="height" value="0.05" units="cm"/>
      <inkml:brushProperty name="color" value="#E71224"/>
    </inkml:brush>
  </inkml:definitions>
  <inkml:trace contextRef="#ctx0" brushRef="#br0">0 8 11237,'0'0'13348,"8"-1"-12836,64-5 225,-66 6-849,0 0 0,-1 1 0,1-1 0,-1 1 0,1 1 0,-1-1 0,1 1 1,-1 0-1,0 0 0,0 0 0,0 1 0,8 4 0,-12-6-83,0 0-1,0 0 1,0 0-1,0 1 1,0-1-1,0 0 1,0 0-1,-1 0 1,1 1 0,0-1-1,-1 0 1,1 1-1,0-1 1,-1 1-1,0-1 1,1 0-1,-1 1 1,0-1-1,0 1 1,0-1 0,0 1-1,0-1 1,0 1-1,0-1 1,-1 1-1,1-1 1,0 0-1,-1 1 1,1-1-1,-1 1 1,0-1-1,1 0 1,-1 1 0,0-1-1,0 0 1,0 0-1,0 0 1,0 0-1,0 0 1,0 0-1,0 0 1,0 0-1,-2 1 1,-6 6-196,-1 0-1,-1-1 1,-19 11 0,25-16 456,-9 6-20,-25 14 242,37-20-143,0-1 0,0 0 1,1 0-1,-1 1 0,1-1 1,-1 1-1,1 0 0,-1-1 1,1 1-1,0 0 0,0 0 0,0-1 1,0 1-1,0 0 0,0 0 1,0 4-1,1-6-81,0 1 1,0 0-1,0-1 0,0 1 1,0-1-1,1 1 1,-1 0-1,0-1 0,0 1 1,1-1-1,-1 1 1,0-1-1,0 1 0,1-1 1,-1 1-1,1-1 1,-1 1-1,1-1 0,-1 1 1,1-1-1,-1 1 1,1-1-1,-1 0 0,1 1 1,-1-1-1,1 0 1,-1 0-1,1 1 0,0-1 1,-1 0-1,1 0 1,1 0-1,25 3 677,-21-2-579,144 1 235,-97-2-3164,-23 0-2735</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52:40.773"/>
    </inkml:context>
    <inkml:brush xml:id="br0">
      <inkml:brushProperty name="width" value="0.05" units="cm"/>
      <inkml:brushProperty name="height" value="0.05" units="cm"/>
      <inkml:brushProperty name="color" value="#E71224"/>
    </inkml:brush>
  </inkml:definitions>
  <inkml:trace contextRef="#ctx0" brushRef="#br0">4 137 10117,'0'0'1256,"0"-16"518,0 15-1663,-1-78 2134,0 38 3822,0 198-5692,3 176 168,-2-330-545,1 0 1,0-1 0,-1 1 0,2 0-1,-1 0 1,0-1 0,0 1 0,1 0-1,-1-1 1,1 0 0,0 1 0,0-1-1,0 0 1,0 0 0,0 0 0,0 0-1,1 0 1,-1-1 0,1 1 0,-1 0-1,1-1 1,-1 0 0,1 0 0,0 0-1,0 0 1,0 0 0,0-1 0,5 2-1,12 1-7,-1 0-1,1-2 0,21 0 0,-28-1 8,257 3 34,619 39 174,11 49-314,-288-34 248,349 4-212,-438-41 256,-118-6-163,-148-9-93,214-1 269,159 9 473,-363-3-608,-66-5-25,78 23 56,86 1 198,-363-29-225,0-1 1,0 1-1,0-1 0,0 1 1,0-1-1,0 0 0,0 0 0,0 0 1,0 0-1,0 0 0,0-1 1,-1 1-1,1-1 0,0 1 0,-1-1 1,1 1-1,-1-1 0,0 0 1,0 0-1,1 1 0,-1-1 1,0 0-1,0 0 0,-1 0 0,1 0 1,0 0-1,-1-1 0,1 1 1,-1-2-1,3-11 57,0-1 0,1-29 1,-4 34 11,6-50 301,3 1 0,21-80 0,-26 125-409,-1 8-16,-1-1 1,0 0-1,0 0 0,-1 0 1,0-1-1,0 1 0,-1 0 1,0 0-1,0-1 0,-2-8 1,-1 15-191,0 0 1,-1 1-1,1-1 0,-1 1 1,1 0-1,-1 0 1,1 0-1,-1 0 0,1 1 1,-1-1-1,-5 1 1,-4-2-1756,-10-5-3674</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52:45.748"/>
    </inkml:context>
    <inkml:brush xml:id="br0">
      <inkml:brushProperty name="width" value="0.05" units="cm"/>
      <inkml:brushProperty name="height" value="0.05" units="cm"/>
      <inkml:brushProperty name="color" value="#E71224"/>
    </inkml:brush>
  </inkml:definitions>
  <inkml:trace contextRef="#ctx0" brushRef="#br0">781 63 10501,'0'0'9815,"-3"-9"-9353,-15-28 10,17 35-417,-1 0 1,0 1-1,0 0 0,0-1 1,0 1-1,0 0 0,0 0 1,0 0-1,0 0 1,0 0-1,0 1 0,-1-1 1,1 0-1,0 1 1,-1 0-1,1 0 0,0 0 1,-1 0-1,1 0 1,0 0-1,-1 0 0,1 1 1,-3 0-1,-7 0 155,6 0-188,-1 0 0,0 1 0,1-1 0,0 1 0,-1 0 0,1 1 0,0 0 0,0 0 0,0 0 0,1 1 0,-1-1 0,1 1 0,0 1 0,0-1 0,0 1 0,0 0 0,1 0 0,0 0 0,-4 7 0,-12 17 76,2 0 1,-20 46 0,28-54-61,-220 400 255,65-123-157,161-291-124,2-1-6,-1 0 0,0-1-1,0 0 1,0 1-1,-1-1 1,1 0 0,-1-1-1,0 1 1,-1-1 0,1 1-1,-1-1 1,0-1-1,-7 5 1,12-7 106,-8-42 934,4-127 776,3 180-1865,-8 39-7,-2 88-1,11-137 46,1-1 1,-1 1-1,1-1 0,-1 0 1,1 1-1,0-1 1,-1 0-1,1 1 0,0-1 1,0 0-1,0 0 0,0 0 1,0 1-1,1-1 0,-1 0 1,0-1-1,0 1 1,1 0-1,-1 0 0,0 0 1,1-1-1,-1 1 0,1-1 1,-1 1-1,1-1 0,-1 0 1,1 1-1,-1-1 1,1 0-1,-1 0 0,1 0 1,-1 0-1,1 0 0,-1-1 1,3 1-1,6-1 36,-1 1 1,1-2-1,0 1 0,15-5 0,11-9-199,0-1-1,58-36 1,-43 22-1021,47-26-2840,-33 16-2040,-18 11-3316</inkml:trace>
</inkml:ink>
</file>

<file path=ppt/ink/ink14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2-09-27T08:15:24.736"/>
    </inkml:context>
    <inkml:brush xml:id="br0">
      <inkml:brushProperty name="width" value="0.05292" units="cm"/>
      <inkml:brushProperty name="height" value="0.05292" units="cm"/>
      <inkml:brushProperty name="color" value="#FF0000"/>
    </inkml:brush>
  </inkml:definitions>
  <inkml:trace contextRef="#ctx0" brushRef="#br0">14880 11952 708 0,'0'0'258'0,"0"0"-136"16,0 0-43-16,0 0 7 16,0 0-38-16,0 0 7 15,0 0-4-15,0 0-20 16,12-42-1-16,-12 42-15 15,0 0-5-15,0 0-9 16,0 0-1-16,0 16 0 16,0 0 0-16,0 2 0 15,0-7 0-15,12-4 1 0,0-7 2 16,24 0 2-16,11-7 0 16,21-31 3-16,27-15-8 15,-15-1 2-15,15-2-3 16,-12 3 1-16,-7 7-67 15,-5 11-60-15,-11 5-109 16,19-7-443-16</inkml:trace>
  <inkml:trace contextRef="#ctx0" brushRef="#br0" timeOffset="4155.63">8072 11226 258 0,'0'0'696'0,"0"0"-585"16,0 0-45-16,0 0 18 16,0 0-53-16,0 0-31 15,0 0 0-15,119-37 7 0,-83 87 13 16,-12 2-8 0,-1-6-3-16,-11-14-5 0,0-11 5 15,0-11-2-15,8-10-2 16,16 0 5-16,47-34 50 15,20-38 14-15,36-22-45 16,24-11-15-16,0-12-14 16,-8 4 2-16,4 15-4 15,-8 13-53-15,-20 20-113 16,-12 4-358-16</inkml:trace>
  <inkml:trace contextRef="#ctx0" brushRef="#br0" timeOffset="7186.73">21935 13013 704 0,'0'0'64'15,"0"0"51"-15,0 0-5 16,0 0-34-16,0 0-33 15,0 0-6-15,0 0 1 16,-119-6-1-16,119 3 3 16,0-1-19-16,0 4 0 15,0 0-1-15,0 0-4 16,55 0 11-16,29 0 6 16,23 0-21-16,20-9-2 0,36-1-9 15,24 0 1 1,-1-1 0-16,13-3-2 0,-12 4 0 15,-36-5 0-15,-12 7 0 16,-24-6-7-16,-32 4 2 16,1 0-9-16,-17-6 3 15,-7 3-4-15,-12 3-9 16,-13 0 3-16,-3 6-16 16,-8 4-42-16,0 0 11 0,-4 0-123 15,3-9-434-15</inkml:trace>
  <inkml:trace contextRef="#ctx0" brushRef="#br0" timeOffset="8410.27">26630 12942 824 0,'0'0'129'16,"0"0"-43"-16,0 0 9 16,0 0-38-16,0 0-35 15,0 0 10-15,-119 0 21 16,111 0-34-16,8 0 5 16,0 0-6-16,0 0 2 0,36 0-1 15,43 0 13 1,48-11-1-16,16-7-23 0,-4-6-6 15,0 7-2-15,-23 0 0 16,-21 5-1-16,-24 9-6 16,-15 0-35-16,-12 3-44 15,-20 0-20-15,-12 0-128 16</inkml:trace>
  <inkml:trace contextRef="#ctx0" brushRef="#br0" timeOffset="11583.33">22169 10608 802 0,'0'0'223'15,"0"0"-98"-15,0 0-42 0,0 0-31 16,0 0-23-16,0 0-11 15,0 0-16-15,0 39 15 16,0 32 7-16,-23 15-2 16,-17 15-12-16,-16 6 3 15,9-1-2-15,-13-7-2 16,12-11-8-16,-7-11 2 16,19-17-3-16,12-11 0 0,4-20 4 15,8-11-4-15,12-11 0 16,0-7 2-16,-12 0 0 15,0-5 13-15,-11-28 2 16,-13-9-11-16,12-4 6 16,4 2-4-16,-4 6-4 15,12 14 6-15,0 5-4 16,9 13 10-16,3 6-4 16,-8 0-8-16,8 0-2 15,0 13-2-15,0 26-5 16,0 8 4-16,0-2 2 0,0-9-1 15,23-6 0-15,9-14-1 16,4-10-1-16,12-6-3 16,19 0 5-16,5-25 4 15,23-15-4-15,-4-7 0 16,1 2 0-16,-21-1-28 16,9 4-36-16,-9 9-36 15,-3 5-54-15,7 1-278 16</inkml:trace>
  <inkml:trace contextRef="#ctx0" brushRef="#br0" timeOffset="12789.63">27282 10809 641 0,'0'0'157'0,"0"0"25"0,0 0-80 15,0 0-6-15,0 0-32 16,103-195-10-16,-91 169-6 15,0 5 9-15,-12 5-8 16,4 6-2-16,-4 7-5 16,0 3-15-16,0 0-13 15,0 0-10-15,0 3-4 0,0 36-2 16,-24 18 1-16,-24 14 1 16,5 4 3-16,-5 11-3 15,0-1-2-15,-11-9 2 16,11-2 1-16,0-10-1 31,13-22 0-31,3-13 0 0,20-16 0 16,12-9-1-1,0-4 1-15,0 0 0 0,0 0 3 16,-8 0 2-16,4-14-3 16,-8-21-2-16,0-4 0 15,4-3 0-15,4 1 0 16,4-1 0-16,0 1 2 15,0 14-1-15,0 6 0 16,-8 11 9-16,8 5 4 16,-4 5-9-16,4 0 0 15,-8 0-5-15,-4 39-9 16,8 13 8-16,-4 6 1 16,8-3 0-16,0-6-1 0,0-8 0 15,0-11-1 1,44-9-1-16,-4-7 3 0,15-11 0 15,5-3 0-15,8 0 2 16,-1-10-4-16,9-18 0 16,-1-6-9-16,-3 0-47 15,-1 4-62-15,-3-5-57 16,15-10-175-16</inkml:trace>
  <inkml:trace contextRef="#ctx0" brushRef="#br0" timeOffset="-198074.91">13260 7569 1156 0,'0'0'43'0,"0"0"30"16,0 0 12-16,0 0 30 15,0 0-61-15,0 0-53 16,0 0-1-16,-20-52 0 0,55 91 8 16,-3-4 5-16,-8-2-4 15,-4-14 11-15,-8-4-6 16,0-8-8-16,0-7 7 15,12 0-7-15,27-31 23 16,37-40 17-16,19-20-36 16,20-12-7-16,-8 12-2 15,-4 15-2-15,-7 14-2 16,-17 24-45-16,-8 11-64 16,-27 0-86-16,-8 1-121 15</inkml:trace>
  <inkml:trace contextRef="#ctx0" brushRef="#br0" timeOffset="-196947.96">26293 6954 862 0,'0'0'240'0,"0"0"-140"16,0 0-18-16,0 0-7 0,0 0-42 15,0 0-21-15,198-7-1 16,-154 56 13-16,-16-4 7 16,3 2-18-16,-7-1 3 15,8-8 0-15,-8-2-10 16,0-16 3-16,0-10-7 16,-1-2 1-16,5-8 5 15,16 0 3-15,23-25 17 16,17-33 5-16,23-28-20 15,28-2-8-15,-4-8-5 16,8 9-1-16,-12 9-2 16,-7 8 1-16,-25 15-28 15,-4 9-44-15,-23 14-22 0,-21 14-39 16,9 13-41 0,-16-4-294-16</inkml:trace>
  <inkml:trace contextRef="#ctx0" brushRef="#br0" timeOffset="-192763.31">8691 13249 814 0,'0'0'244'0,"0"0"-117"0,0 0-31 16,0 0-31-16,0 0-42 15,0 0-2-15,-139 13-7 16,139-9 4-16,0-1-8 15,44 6 14-15,32-2 20 16,39-7 12-16,20 0-19 16,8 0-18-16,-4 0-8 15,12-11-5-15,-20-4-6 16,-16 5-6-16,-31 0 6 16,-29 7 0-16,-7-1 0 15,-24 4 7-15,-12 0-14 16,-1 0-5-16,-3 0-45 15,-4 0-11-15,4 0-56 16,-4 7-17-16,20-7-100 16</inkml:trace>
  <inkml:trace contextRef="#ctx0" brushRef="#br0" timeOffset="-191901.26">15452 12833 970 0,'0'0'200'0,"0"0"-102"16,0 0-4-16,0 0-19 15,0 0-41-15,0 0-18 16,0-35 5-16,0 35-19 15,0 3 1-15,0 22-3 16,12 8 13-16,20-10-13 16,-8-6 5-16,0-3-1 15,3-12-1-15,5-2 3 16,4 0 6-16,24-29 8 16,11-24-3-16,28-24-1 15,9-12-13-15,23-9-3 16,28-1-14-16,3 1-81 0,17 3-86 15,-16 0-121-15</inkml:trace>
  <inkml:trace contextRef="#ctx0" brushRef="#br0" timeOffset="-188506.57">18940 13514 742 0,'0'0'180'0,"0"0"-95"15,0 0 35-15,0 0-45 16,0 0-41-16,0 0 20 16,-76-13-7-16,76 13-1 15,0 0 1-15,0 0-8 16,0 0-12-16,0 0-7 0,0 0-6 16,0 0 12-16,52 0-17 15,28 0 16-15,23 0-9 16,12 0-3-16,4 0-11 15,24 0 5-15,4-2 5 16,4 2-5-16,-12-5 8 16,-8 2-15-16,-12 3 4 15,-7-3 3-15,-1-1-5 16,4 1 0-16,8 0-1 16,8 3 4-16,8-3-2 15,12-1-3-15,12 4 0 16,0 0 0-16,4-6 0 15,8-3-2-15,-1 2 0 16,-3-3-4-16,-4 0 6 0,8 0 1 16,-12-2-1-16,-1 5 2 15,1 0-2-15,-20-1 0 16,-8 3 0-16,-8 2-4 16,-7-6 7-16,7 2-7 15,0 4 8-15,4-2-3 16,8 3-1-16,0 2 0 15,12-5-2-15,-12 5 2 16,-8 0 0-16,-4 0 0 16,-8 0 0-16,-3 0 0 15,-9 0 0-15,4 0 2 0,-24 0-1 16,13 0-1 0,-5 0 2-16,-4 0-3 15,-3-3 2-15,15-2 0 16,-12 2 7-16,17-2-8 15,3 5 0-15,-16-3-3 0,24-5 3 16,-3 5 4-16,3-5-2 16,16 1-4-16,-8 0 1 15,-4-6 1-15,0 1 2 16,-4-5 5-16,-15 4-6 16,-13-2 3-16,-15 1 4 15,-1 4-4-15,-15 4 2 16,-1-1 3-16,-3-2-5 15,-9 6-4-15,-11-1 5 16,0-4 0-16,-12 6-1 0,0-3 1 16,-5 2 0-16,-7 2 3 15,-8 1-5-15,4 0-1 16,-4 0-2-16,-4-4 6 16,0 4-6-16,0 0 6 15,0 0-9-15,0 0 3 16,0 0-1-16,0 0-16 15,-16 0-62-15,-51 0-99 16,-13 8-85-16,-15 11-363 16</inkml:trace>
  <inkml:trace contextRef="#ctx0" brushRef="#br0" timeOffset="-182559.51">21887 12843 545 0,'0'0'103'0,"0"0"-21"16,0 0-54-16,0 0 54 15,0 0 7-15,0 0-37 16,0 0-5-16,-4 0-3 16,4 0-7-16,0 0 17 0,0 0-40 15,0 0-2-15,0 0-4 16,0 0-8-16,0 0-2 16,0 0-10-16,0 0-83 15,0 0-115-15,36 0-238 16</inkml:trace>
  <inkml:trace contextRef="#ctx0" brushRef="#br0" timeOffset="-181642.55">22868 9443 996 0,'0'0'174'15,"0"0"-50"-15,0 0-26 16,0 0-48-16,0 0-22 16,0 0-20-16,-317-14-1 15,221 56 2-15,5 7 7 16,12-3 10-16,19-4-11 0,24 3-15 16,24-3-2-16,12-1 0 15,0-8 2-15,44 4 0 16,8-5 6-16,15-8-6 15,1 4 1-15,-17-5-1 16,-7-4 1-16,-20 6 10 16,-24-8-3-16,0 5-2 15,0 2 9-15,-60 4-1 16,-31 1-3-16,-24-3-11 16,0-3-1-16,7-5-10 15,17-7-10-15,27-8 0 16,21-3-36-16,11 0-5 15,32 0-66-15,0 0-10 16,0-19-61-16,75-7-399 16</inkml:trace>
  <inkml:trace contextRef="#ctx0" brushRef="#br0" timeOffset="-180323.39">23119 9653 663 0,'0'0'311'0,"0"0"-160"16,0 0-45-16,0 0-8 16,0 0-20-16,0 0-22 15,24-69-43-15,-92 104-13 16,0 14 7-16,5 19-7 16,7 2 0-16,21 1-1 0,23-6 2 15,12-8-2-15,0-11-9 16,23-11-20-16,45-12-3 15,19-13 5-15,25-10 18 16,-5 0 6-16,20-7 3 16,-8-26-1-16,-16-5 4 15,-7-9-2-15,-29 1 1 16,-19-3-1-16,-24 4 3 16,-16-2 1-16,-8 13-2 15,0 9 13-15,0 16 2 0,-56 9-10 16,-3 0-7-16,-21 19-3 15,9 20 2-15,11 2 0 16,16-3-8-16,20-8 5 16,13-7-14-16,11-4 7 15,0-7-9-15,11-9 20 16,25-3 0-16,8 0 2 0,-4 0-1 16,-9 0 8-16,5 0 1 15,-4 0-10-15,-4 11-1 16,4-1 0-16,-5 0 1 15,5 5 1-15,4-1-1 16,0-8 0-16,-1-1 0 16,1-5 1-16,8 0 6 15,3-5 3-15,9-22 8 16,4-7-2-16,-1-12-3 16,-11-8-13-16,0-7 2 15,-5-7 4-15,-11-4 8 16,-16-1 12-16,-8-2-6 15,-4 14 18-15,-4 12-6 0,0 12-1 16,0 18 0-16,0 12 0 16,0 7-1-16,0 0-10 15,0 0-20-15,-16 32-1 16,-16 28-1-16,-4 13 4 16,17 15 1-16,15 6-3 15,4 4 0-15,0-9-2 16,0-17-13-16,0-15-6 15,23-19-9-15,25-9 12 16,-12-19 1-16,8-7 8 0,-5-3 9 16,5 0 0-1,4-19 1-15,-1-10 0 0,-11 6 1 16,-16 2 1-16,4 18-3 16,-24 3 0-16,20 0-2 15,-4 0 0-15,7 11-8 16,1 13 7-16,8 7-7 15,-8-12-12-15,0-2 4 16,7-4 2-16,-7-7 8 16,-8-6 2-16,8 0 6 15,8 0 1-15,15 0 2 0,1-15-3 16,0-6 4-16,-13 5-1 16,-15 0-2-16,-8 10 1 15,-8 2 0-15,4 4 1 16,4 0-3-16,0 0 0 15,20 0-2-15,-8 0 0 16,11 7 2-16,1 9 0 16,12-3 1-16,7 0-1 15,9-3-4-15,-8-3 4 16,3-1-15 0,-11-6-1-16,-4 0-2 15,-21 0 14-15,9 0 4 16,-16-9 0-16,-4-12 0 15,0-4 1-15,-12 0 0 16,0-7-1-16,0 6 7 0,0-3-5 16,0 16 19-16,-12 6 0 15,0 7 1-15,8 0-14 16,-8 0-4-16,-8 10-2 16,-4 37 17-16,5 3 13 15,3 24-1-15,-4 7 3 0,4 11-8 16,-8 14-2-1,-8 7-9-15,9-1-14 0,-13 2 1 16,12-14 2-16,-8-13-3 16,8-26-1-16,8-22-5 15,8-17-6-15,8-16-13 16,-3-6-22-16,-17 0-48 16,-4-33-93-16,0-39-98 15</inkml:trace>
  <inkml:trace contextRef="#ctx0" brushRef="#br0" timeOffset="-180151.39">24835 9320 1087 0,'0'0'161'0,"0"0"-82"15,0 0-68-15,0 0-11 16,0 0-67-16,0 0-115 15,139 94-741-15</inkml:trace>
  <inkml:trace contextRef="#ctx0" brushRef="#br0" timeOffset="-179051.37">28167 9769 819 0,'0'0'237'0,"0"0"-125"0,0 0-29 16,0 0 3-16,0 0-44 15,0 0-37-15,-170-20 10 16,74 80 0-16,13 8 9 16,27 9-13-16,17 0-4 15,19 1-5-15,20-16-1 16,12-5-1-16,55-8 1 16,17-17-1-16,11 1 0 15,-4-9 1-15,-11-3-1 16,-29-5 8-16,-19-1-1 15,-20 1 6-15,-12-9-5 16,0 5 3-16,0 2-6 0,-67 2 9 16,-21-7-7-16,-15-2-6 15,0-4-2-15,19-3-3 16,5 7-13-16,31-2-25 16,12-5-46-16,28 0-60 15,8 0-73-15,12 0-255 16</inkml:trace>
  <inkml:trace contextRef="#ctx0" brushRef="#br0" timeOffset="-178558.87">28716 9813 572 0,'0'0'395'16,"0"0"-209"-16,0 0-48 0,0 0-30 15,0 0-48 1,0 0-40-16,127 20 63 0,-127 76-49 15,0 10-13-15,0 3-11 16,-8-6-7-16,-8-15-3 16,-4-23 0-16,16-20-2 15,-4-23-6-15,8-13-10 16,0-9 0-16,0 0 7 0,12-16 11 16,32-23 2-1,3-6 4-15,1 7-3 0,-24 12 2 16,-4 16-5-16,-4 10 0 15,4 0-1-15,7 27-10 16,9 17 11-16,-4-2-1 16,12-7 1-16,-17-2-10 15,5-14-15-15,-8-12-8 16,12-7 10-16,-1 0 16 16,13 0 6-16,8-14 1 15,-9-17 2-15,21-4 3 16,-20 1-3-16,-9 0 15 0,-7 18 11 15,-20 6-8-15,0 10-13 16,0 0-6-16,0 23-1 16,8 16 8-16,-4 6-5 15,-5-8-3-15,-3 0-2 16,-8-9-22-16,0-2-67 16,0-3-66-16,0-11-34 15,0-3-219-15</inkml:trace>
  <inkml:trace contextRef="#ctx0" brushRef="#br0" timeOffset="-178418.28">29617 9973 992 0,'0'0'240'16,"0"0"-160"-16,0 0-69 16,0 0-11-16,0 0-25 15,0 0-79-15,100-24-81 16,-61 53-194-16</inkml:trace>
  <inkml:trace contextRef="#ctx0" brushRef="#br0" timeOffset="-178168.19">30348 9788 848 0,'0'0'309'16,"0"0"-144"-16,0 0-22 16,0 0-25-16,0 0-28 15,0 0-41-15,80-81-31 16,-80 172 4-16,-8 34 3 15,-20 29-9-15,-16 23-10 16,1 10-5-16,3 4 2 16,4-3-3-16,-8-19-2 15,21-21-7-15,15-36-10 16,8-31-9-16,0-32-19 0,0-20-18 16,0-16-46-16,0-13-28 15,0 0-17-15,0-13-53 16,0-32-558-16</inkml:trace>
  <inkml:trace contextRef="#ctx0" brushRef="#br0" timeOffset="-177304.99">29776 10778 579 0,'0'0'343'0,"0"0"-206"16,0 0-47-16,0 0-32 16,0 0-7-16,0 0-4 15,139-195-13-15,-32 153 5 16,21-7-22-16,15-2-11 15,4-3-6-15,-20-7 0 0,-20 2-1 16,-12-6-23 0,-15-8 8-16,-13-2 8 0,-15-1 8 15,-20 5 0-15,-20 19 1 16,-12 13 28-16,0 21 36 16,0 11 19-16,0 7-21 15,0 7-31-15,-20 43-30 16,-8 28 1-16,4 16 4 15,-8 8-5-15,-3 7 0 16,15-5-2-16,-4-18 0 16,20-15-9-16,4-25 9 15,0-14-4-15,0-14-10 0,0-16-5 16,24-2 11-16,35 0 8 16,9-10 0-16,3-7 4 15,-11-2-4-15,-16 13-4 16,-9 6 2-16,1 0-2 15,0 0-2-15,8 6-24 16,-9 6-7-16,1 2 4 16,-12-4 9-16,0-7 4 15,11-3 1-15,9 0 19 16,4 0 0-16,-12 0 1 16,11-6-1-16,-11-8 0 15,0-5 0-15,-12 9-1 16,-1 4 2-16,-3 3-2 0,4 3 5 15,12 0-9-15,-12 0 5 16,11 0 0-16,9 0 0 16,4 7-1-16,-1 5 0 15,13-5-5-15,-4-2-32 16,-9-5-12-16,1 0 21 16,0 0 23-16,-5-8-1 15,-7-12 7-15,-4-6 1 16,-8 0-1-16,0-9 2 15,-20-6 7-15,-4 7 7 16,0 3 17-16,0 12 22 0,-12 15-5 16,-12 4-23-16,0 0-18 15,-12 7 2-15,0 28-5 16,1 19 17-16,3 8 2 16,16 19-9-16,4 15 6 15,4 14 7-15,8 12 3 16,0 1-11-16,0-2-12 15,0-11-5-15,0-10-3 16,0-25-1-16,0-21 5 16,0-25-6-16,0-16 1 15,0-13-1-15,0 0-2 16,-12-6 1-16,0-34-33 0,-11-26-48 16,-13-13-91-16,0-27-141 15</inkml:trace>
  <inkml:trace contextRef="#ctx0" brushRef="#br0" timeOffset="-177148.86">31651 9356 1047 0,'0'0'218'16,"0"0"-90"-16,0 0-70 0,0 0-58 15,0 0-2 1,0 0-47-16,0-19-39 0,0 85-97 15,-67 6-236-15</inkml:trace>
  <inkml:trace contextRef="#ctx0" brushRef="#br0" timeOffset="-176974.59">29967 10213 979 0,'0'0'193'0,"0"0"-90"15,0 0 5-15,0 0-38 16,488-45-57-16,-277 25-5 16,-4 4-8-16,11 13-44 15,-27 3-128-15,-17 0-161 0</inkml:trace>
  <inkml:trace contextRef="#ctx0" brushRef="#br0" timeOffset="-139544.33">21490 13152 880 0,'0'0'189'16,"0"0"-50"-16,0 0-41 16,0 0-33-16,0 0-18 15,0 0-18-15,0 0-2 16,0 0 2-16,-119 0-5 15,119 0-1-15,0 0 4 16,4 0-9-16,55 0-1 16,33 1 1-16,23-1-17 15,0 0-1-15,-8 0 2 16,-11 0-4-16,-29 0 1 16,-11 0-21-16,-20 0-41 15,-12 0-31-15,-9 0-31 0,5 0-52 16,4 3-197-16</inkml:trace>
  <inkml:trace contextRef="#ctx0" brushRef="#br0" timeOffset="-138856.46">26674 12913 755 0,'0'0'260'16,"0"0"-89"-16,0 0-36 0,0 0-47 16,0 0-28-16,-314-5-12 15,306 5-5-15,8 0-4 16,0 0-13-16,0 0-9 16,20 0-1-16,40 13 13 15,43-3-10-15,-8-2-6 16,20-1-13-16,1-7-5 15,-21 4 5-15,-16 1-9 16,-19-3-15-16,-24 1-36 16,-12 2-19-16,-13 1-49 15,-11-4-77-15,0 9-174 16</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0:33.493"/>
    </inkml:context>
    <inkml:brush xml:id="br0">
      <inkml:brushProperty name="width" value="0.05" units="cm"/>
      <inkml:brushProperty name="height" value="0.05" units="cm"/>
      <inkml:brushProperty name="color" value="#E71224"/>
    </inkml:brush>
  </inkml:definitions>
  <inkml:trace contextRef="#ctx0" brushRef="#br0">67 41 10309,'0'0'10495,"-1"-6"-9742,1 3-554,0 1-105,0 0-1,0 0 1,0 0 0,0 0 0,0 0 0,-1 0 0,1 0-1,-1 0 1,1 0 0,-1 0 0,0 0 0,1 0-1,-3-3 1,-3 6 2108,1 12-1666,2 20-982,2-29 659,-26 408 630,18-230-816,3-77-14,5-77-6277,2-80-2094,6 16-628</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0:33.889"/>
    </inkml:context>
    <inkml:brush xml:id="br0">
      <inkml:brushProperty name="width" value="0.05" units="cm"/>
      <inkml:brushProperty name="height" value="0.05" units="cm"/>
      <inkml:brushProperty name="color" value="#E71224"/>
    </inkml:brush>
  </inkml:definitions>
  <inkml:trace contextRef="#ctx0" brushRef="#br0">0 47 14919,'0'0'5637,"11"-9"-5538,-5 4-80,-4 2-9,1 0-1,-1 0 0,1 1 1,0-1-1,0 1 0,0 0 1,0 0-1,1 0 0,-1 0 0,1 1 1,-1-1-1,1 1 0,-1 0 1,1 0-1,0 0 0,-1 0 1,1 1-1,0-1 0,0 1 0,0 0 1,-1 0-1,1 1 0,0-1 1,0 1-1,5 1 0,9 6 20,0 0-1,-1 2 1,0 0-1,0 1 1,-1 0-1,-1 1 1,0 1-1,0 0 1,-1 2-1,-1-1 1,-1 2-1,12 17 1,-17-24 30,-1 1 0,0 0 1,-1 0-1,-1 0 0,1 1 1,-1-1-1,-1 1 0,0 0 0,-1 0 1,0 0-1,0 0 0,-1 1 1,-1-1-1,0 0 0,-1 0 0,0 1 1,0-1-1,-1 0 0,-1 0 1,1 0-1,-2 0 0,-7 16 0,-2-5 34,-2-1 0,0 0-1,-1-1 1,-1-1-1,-1 0 1,-1-1-1,0-1 1,-1-1 0,-26 16-1,26-24-1667,20-8 1419,0 0 0,0 0 0,-1 0 0,1 0 0,0 0 0,-1 0 0,1 0-1,0 0 1,-1-1 0,1 1 0,0 0 0,0 0 0,-1 0 0,1 0 0,0 0-1,0-1 1,-1 1 0,1 0 0,0 0 0,0 0 0,0-1 0,-1 1 0,1 0-1,0 0 1,0 0 0,0-1 0,0 1 0,-1 0 0,1-1 0,0 1 0,0 0-1,0 0 1,0-1 0,0 1 0,0 0 0,0-1 0,0 1 0,0 0 0,0 0-1,0-1 1,0 1 0,0 0 0,0-1 0,0 1 0,0 0 0,0-1 0,0 1-1,0 0 1,1 0 0,-1-1 0,0 1 0,0 0 0,0 0 0,0-1 0,1 1-1,-1 0 1,0 0 0,0 0 0,1-1 0,-1 1 0,0 0 0,1 0 0,9-13-7832</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0:34.954"/>
    </inkml:context>
    <inkml:brush xml:id="br0">
      <inkml:brushProperty name="width" value="0.05" units="cm"/>
      <inkml:brushProperty name="height" value="0.05" units="cm"/>
      <inkml:brushProperty name="color" value="#E71224"/>
    </inkml:brush>
  </inkml:definitions>
  <inkml:trace contextRef="#ctx0" brushRef="#br0">199 314 12550,'0'0'8369,"-16"-3"-8084,-55-3-154,67 6-129,1 1 1,0 0-1,0 0 1,1 0-1,-1 0 0,0 1 1,0-1-1,0 1 0,1 0 1,-1 0-1,1 0 1,0 0-1,-1 0 0,1 0 1,0 1-1,0-1 0,0 1 1,1 0-1,-1-1 1,1 1-1,-3 5 0,-1 2 2,-2 1-30,0 1 0,1 0-1,0 1 1,1-1 0,0 1 0,1 0-1,1 0 1,0 1 0,0-1-1,2 0 1,-1 1 0,2 23 0,1-35 2,0-1 1,-1 0-1,1 0 1,0 1-1,0-1 1,0 0-1,0 0 1,0 0 0,0 0-1,0 0 1,0 0-1,0 0 1,1-1-1,-1 1 1,0 0-1,1-1 1,-1 1-1,0-1 1,1 1 0,-1-1-1,0 0 1,1 1-1,-1-1 1,1 0-1,-1 0 1,3 0-1,0 0 21,0 1-1,-1-1 0,1 0 1,0 0-1,0-1 1,0 1-1,0-1 0,0 0 1,5-2-1,-4 0 16,0-1-1,0 0 1,-1 0-1,1 0 1,-1-1-1,0 0 1,0 0-1,0 0 1,5-9-1,26-57 125,-29 58-107,16-40 251,-19 35 2401,-3 38-2659,1 1 0,0 0 0,2 0 0,0-1 0,7 21-1,-10-37-28,1 0-1,0-1 0,1 1 1,-1 0-1,1-1 1,-1 1-1,1-1 0,0 1 1,1-1-1,-1 0 0,0 0 1,1 0-1,0 0 1,0 0-1,-1-1 0,2 1 1,-1-1-1,0 0 0,0 0 1,1 0-1,-1 0 1,1-1-1,0 1 0,-1-1 1,1 0-1,0 0 0,0 0 1,0-1-1,-1 1 1,1-1-1,0 0 0,0 0 1,0 0-1,8-2 0,-9 0 12,1 1-1,0-1 0,0 0 0,-1 0 1,1-1-1,-1 1 0,1-1 0,-1 0 1,0 1-1,0-1 0,0-1 0,-1 1 1,1 0-1,2-5 0,29-53 42,-23 36-8,-1-1 1,-2 0 0,0-1-1,-2 0 1,4-41-1,-6 15 176,-5-101 0,1 148-6,-1 0-1,-1 0 1,1 0 0,-1 1 0,0-1-1,-4-7 1,6 12-185,0 0-1,-1 0 1,1 0-1,0 1 1,-1-1-1,1 0 1,-1 0-1,1 1 1,0-1-1,-1 0 1,0 1-1,1-1 1,-1 1-1,1-1 1,-1 1-1,0-1 1,1 1-1,-1-1 1,0 1-1,1-1 1,-1 1-1,0 0 1,0-1-1,0 1 1,1 0-1,-1 0 1,0 0-1,0 0 1,0 0-1,1 0 1,-1 0-1,0 0 1,0 0-1,0 0 1,0 0-1,1 0 1,-1 0-1,0 1 1,0-1-1,0 0 1,1 1-1,-1-1 1,0 0-1,1 1 1,-1-1-1,0 1 1,1-1-1,-1 1 1,0 0-1,1-1 1,-1 1-1,1 0 1,-1-1-1,1 1 1,0 0-1,-1-1 1,0 2-1,-4 7-19,0-1-1,1 1 0,0 0 0,0 0 1,1 1-1,0-1 0,1 1 0,0-1 1,-2 18-1,1 99 17,3-89-17,-1 8-50,0-11-114,2 0 0,5 45 0,-5-71 133,0 0 0,1 0-1,0 0 1,0 0 0,1-1-1,0 1 1,1-1 0,-1 1 0,2-1-1,-1 0 1,1 0 0,0-1-1,0 0 1,12 12 0,-13-16-16,0 1 1,0-1-1,1 1 1,-1-1-1,1-1 1,-1 1-1,1-1 1,0 1-1,0-1 1,0-1-1,0 1 1,-1-1-1,1 1 1,0-2-1,0 1 1,0 0-1,0-1 1,0 0-1,0 0 1,6-3-1,6-2-25,0 0 1,-1-2-1,0 0 0,18-11 0,-11 5-176,-1-1-1,-1 0 1,36-35 0,-52 46 253,-1 0 1,0-1-1,0 1 0,0-1 1,0 0-1,-1 0 1,0-1-1,0 1 1,0-1-1,-1 1 0,0-1 1,0 0-1,0 0 1,-1 0-1,0 0 1,0 0-1,0 0 0,-1 0 1,0 0-1,0-1 1,-1 1-1,0 0 1,-1-6-1,1 10 16,-1 1 1,1 0-1,-1 0 0,1-1 1,-1 1-1,0 0 0,1 0 0,-1 1 1,0-1-1,0 0 0,0 0 1,0 1-1,0-1 0,0 1 1,1 0-1,-1 0 0,0 0 1,0 0-1,0 0 0,0 0 1,-3 0-1,-44 7 143,43-4-157,0 1-1,0-1 0,1 2 1,-1-1-1,1 1 0,0-1 1,0 1-1,1 1 0,0-1 1,-1 1-1,2-1 0,-1 1 1,1 0-1,-5 12 0,3-6-29,0 0-1,1 0 1,1 1 0,0 0-1,0-1 1,1 1-1,0 14 1,2-25-23,0-1 1,0 1-1,0 0 0,0-1 1,0 1-1,1 0 1,-1 0-1,0-1 1,1 1-1,-1 0 0,1-1 1,-1 1-1,1-1 1,0 1-1,0-1 0,0 1 1,0-1-1,0 1 1,0-1-1,0 0 0,0 0 1,1 0-1,-1 1 1,0-1-1,1 0 0,-1 0 1,1-1-1,-1 1 1,1 0-1,-1 0 1,1-1-1,0 1 0,-1-1 1,1 0-1,0 1 1,-1-1-1,1 0 0,2 0 1,1 0 29,-1-1 1,1 1-1,-1-1 1,0 0 0,1 0-1,-1 0 1,0-1-1,0 0 1,0 0-1,0 0 1,0 0 0,0 0-1,0-1 1,4-4-1,16-18 186,-1-1 0,34-48 0,-56 75-111,0 0 0,0 0 0,1 0 1,-1 0-1,0 0 0,0 0 0,0 1 1,0-1-1,0 0 0,0 0 0,0 1 1,-1-1-1,1 1 0,0-1 0,-1 1 1,1-1-1,-1 1 0,0-1 0,1 3 1,15 40 41,-11-28-97,0 0 0,1-1 0,1 0 1,17 28-1,-21-39-36,0 0-1,0 0 1,1 0-1,-1 0 1,1-1 0,0 0-1,0 0 1,0 0 0,1 0-1,-1 0 1,1-1 0,-1 0-1,1 0 1,0 0 0,0-1-1,0 1 1,0-1 0,0 0-1,0-1 1,5 1-1,-4-1-76,0 0 0,-1 0 0,1 0 0,0-1 0,-1 0 0,1 0 0,0-1 0,-1 1 0,0-1 0,1 0 0,-1-1 0,0 1 0,0-1 0,0 0 0,0-1 0,-1 1 0,1-1 0,-1 0 0,0 0 0,0 0-1,-1 0 1,1-1 0,-1 1 0,0-1 0,0 0 0,0 0 0,3-10 0,-5 11-531,1-1 0,-1 1 0,0-1 0,-1 1 0,1-1 0,-1 1 0,0-6 0,0 9 341,0-22-5860</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0:35.298"/>
    </inkml:context>
    <inkml:brush xml:id="br0">
      <inkml:brushProperty name="width" value="0.05" units="cm"/>
      <inkml:brushProperty name="height" value="0.05" units="cm"/>
      <inkml:brushProperty name="color" value="#E71224"/>
    </inkml:brush>
  </inkml:definitions>
  <inkml:trace contextRef="#ctx0" brushRef="#br0">0 33 14118,'0'0'10213,"105"-13"-10149,-56 8-64,-5-1 48,-7 3-48,-10-1-48,-11 2 48,-6 2-16,-6 0-352,-4 6-1537,0 8-1056,0 3-3330</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1:17.253"/>
    </inkml:context>
    <inkml:brush xml:id="br0">
      <inkml:brushProperty name="width" value="0.05" units="cm"/>
      <inkml:brushProperty name="height" value="0.05" units="cm"/>
      <inkml:brushProperty name="color" value="#E71224"/>
    </inkml:brush>
  </inkml:definitions>
  <inkml:trace contextRef="#ctx0" brushRef="#br0">244 113 11397,'0'0'9090,"-8"-11"-8245,-27-31 84,34 41-887,-1 0 0,1 0 1,-1-1-1,0 1 0,1 0 0,-1 0 1,0 0-1,0 1 0,0-1 1,0 0-1,0 1 0,0-1 0,1 1 1,-1 0-1,0 0 0,-1 0 0,1 0 1,0 0-1,0 0 0,0 0 0,0 0 1,1 1-1,-1-1 0,0 1 1,0 0-1,0-1 0,-3 3 0,-1 0 27,0 1 1,0 0-1,0 0 0,1 0 0,-8 8 0,4-2 23,0 0 1,0 1-1,1 0 0,0 0 1,1 1-1,0 0 0,1 0 1,0 1-1,1 0 0,1 0 1,-4 16-1,1 5 23,2-1-1,2 1 1,1 47-1,2-67-111,1-1 0,0 0 1,1 0-1,1 0 0,0 0 0,0 0 0,1-1 1,1 1-1,0-1 0,1 0 0,0 0 1,1-1-1,0 0 0,1 0 0,0-1 0,1 0 1,0 0-1,1-1 0,0 0 0,0-1 1,0 0-1,1 0 0,1-1 0,-1-1 0,1 0 1,0 0-1,0-2 0,1 1 0,0-1 0,-1-1 1,1 0-1,1-1 0,23 1 0,-22-2-8,0-1-1,0 0 1,0-2-1,-1 1 1,1-1-1,0-1 1,-1-1-1,0 0 1,1-1-1,-2-1 1,1 0-1,-1 0 1,1-1-1,-2-1 1,1-1-1,18-15 1,-6 2 5,0-1 0,-2 0 0,0-2-1,-2 0 1,25-40 0,-36 50 20,-1-1 0,-1-1 0,0 1 1,-1-2-1,-1 1 0,-1-1 0,0 0 0,-1 0 0,-1 0 0,-1 0 0,0-23 0,-3 30 29,0 1 1,-1 0-1,-1 0 0,0 0 1,0 0-1,-1 1 0,0-1 0,0 1 1,-1 0-1,0 0 0,-1 0 1,0 1-1,-1 0 0,1 0 0,-2 1 1,1 0-1,-1 0 0,0 0 0,0 1 1,-17-9-1,15 9-143,0 0-1,0 1 1,0 1-1,0-1 1,-1 2-1,1-1 1,-1 2 0,0-1-1,0 2 1,0-1-1,0 1 1,-1 1-1,1 0 1,0 1 0,0 0-1,0 0 1,0 1-1,0 1 1,-14 5-1,-18 16-3122,3 3-1969</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1:09.986"/>
    </inkml:context>
    <inkml:brush xml:id="br0">
      <inkml:brushProperty name="width" value="0.05" units="cm"/>
      <inkml:brushProperty name="height" value="0.05" units="cm"/>
      <inkml:brushProperty name="color" value="#E71224"/>
    </inkml:brush>
  </inkml:definitions>
  <inkml:trace contextRef="#ctx0" brushRef="#br0">197 41 11365,'0'0'7708,"0"-6"-6750,0 4-871,0 1 0,0-1 0,0 1 1,0 0-1,0-1 0,0 1 1,0-1-1,-1 1 0,1 0 1,0-1-1,-1 1 0,0 0 1,1-1-1,-1 1 0,0 0 0,1 0 1,-1 0-1,0 0 0,0-1 1,-1 0-1,-1 1-13,1 0 0,0 0 1,-1 0-1,1 1 0,-1-1 0,1 1 0,-1 0 0,1-1 0,0 1 1,-1 0-1,1 1 0,-1-1 0,1 0 0,-1 1 0,-2 0 1,-1 1-44,1 0 0,-1 1 1,1-1-1,-1 1 0,1 0 1,0 1-1,1-1 1,-1 1-1,0 0 0,1 0 1,0 0-1,0 1 1,0 0-1,1-1 0,-5 10 1,-1-1 25,1 1 0,1 0 0,0 1 0,-8 28 0,8-2 51,1 0 0,2 0 0,2 1 0,5 72 0,-3-113-107,0 10 7,1 1 1,0 0-1,1-1 0,1 1 1,-1-1-1,2 0 0,0 0 1,0 0-1,1 0 0,0-1 1,0 1-1,1-1 0,1-1 0,0 1 1,0-1-1,1 0 0,0-1 1,1 0-1,-1 0 0,2-1 1,-1 0-1,1-1 0,0 0 1,0 0-1,1-1 0,-1 0 0,1-1 1,0 0-1,0-1 0,1 0 1,-1-1-1,1 0 0,0-1 1,11 0-1,-13-1 9,-1-1-1,0 0 1,1-1-1,-1 0 1,0 0 0,0-1-1,0 0 1,0-1-1,-1 0 1,1 0-1,13-10 1,-10 5-6,0 0 1,0-1-1,-2-1 0,1 0 1,-1 0-1,-1-1 1,10-15-1,-10 13 41,-1 0-1,0-1 1,-1 0 0,-1 0 0,0 0 0,-1-1 0,-1 0-1,0 0 1,-1 0 0,-1-1 0,-1 1 0,0-1-1,-1 1 1,-3-27 0,-1 31 33,1 0-1,-2 1 1,0 0-1,0 0 1,-1 0 0,0 1-1,-1 0 1,0 0-1,-1 0 1,0 1-1,-15-14 1,7 8-46,-2 1 0,1 0 0,-2 1 0,0 1 0,-29-13 0,-21 1-40,64 23-93,0 0 0,0 0 0,0 0 0,0 1 0,0-1 0,0 1 0,0 1 0,0-1 0,0 1 0,0 0 0,-10 2 0,13-2-65,1 0 0,-1 0 0,1 1 0,-1-1 0,1 0 0,0 0 0,0 1 0,-1-1-1,1 1 1,0-1 0,0 1 0,0-1 0,0 1 0,1 0 0,-1-1 0,0 1 0,1 0 0,-1 0 0,1 2 0,-5 38-4201,5-33 2932,-2 33-6032</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1:12.508"/>
    </inkml:context>
    <inkml:brush xml:id="br0">
      <inkml:brushProperty name="width" value="0.05" units="cm"/>
      <inkml:brushProperty name="height" value="0.05" units="cm"/>
      <inkml:brushProperty name="color" value="#E71224"/>
    </inkml:brush>
  </inkml:definitions>
  <inkml:trace contextRef="#ctx0" brushRef="#br0">1 74 13782,'0'0'5886,"5"-7"-5652,-3 3-204,1 0 0,0 0-1,1 1 1,-1 0-1,1-1 1,-1 1 0,1 0-1,0 1 1,0-1 0,7-2-1,-9 4-11,-1 0 0,1 0 0,0 1 0,0-1 0,-1 1 0,1 0 0,0 0 0,0-1 0,0 1 0,-1 0 1,1 0-1,0 1 0,0-1 0,0 0 0,-1 1 0,1-1 0,0 1 0,0-1 0,-1 1 0,1 0 0,-1 0 0,1-1 0,0 1 0,-1 0 0,0 1 0,1-1 0,-1 0 0,0 0 0,1 1 0,-1-1 0,0 0 0,0 1 0,0-1 0,0 1 0,0 0 0,-1-1 1,2 3-1,3 7 8,-1 1 0,0-1 0,-1 1 1,0 0-1,0 0 0,-2 0 1,1 0-1,-1 20 0,-3-6 17,0 1 0,-11 48 0,19-107 54,-5 20-31,1-1 0,1 1 0,0 0 0,5-12 0,14-29-18,-13 26 17,2 1 1,1 0-1,28-43 0,-39 68 429,-1 14 53,-2 59-435,5 95 208,-3-163-413,0 0-1,1 0 1,-1 0-1,1-1 1,0 1 0,1 0-1,-1-1 1,0 1-1,1-1 1,0 1-1,0-1 1,0 0 0,0 0-1,1 0 1,-1 0-1,1 0 1,-1 0-1,1-1 1,0 1 0,0-1-1,1 0 1,-1 0-1,0 0 1,1 0-1,5 1 1,0 0-281,1 0 0,-1-1 0,1-1 0,0 0 0,-1 0 0,1-1 0,0 0 0,19-3 0,-26 2-102,0 0-1,1 0 0,-1 0 1,0-1-1,0 1 0,0-1 1,0 0-1,0 0 0,0 0 0,0 0 1,-1-1-1,1 1 0,-1-1 1,1 0-1,-1 1 0,0-1 1,0 0-1,-1 0 0,1 0 0,0 0 1,-1-1-1,2-4 0,8-31-342,-7 13 17309,-1 66-15922,1 0 1,10 46 0,1 0-1272,-1-15-4057,-6-43-373</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1:10.992"/>
    </inkml:context>
    <inkml:brush xml:id="br0">
      <inkml:brushProperty name="width" value="0.05" units="cm"/>
      <inkml:brushProperty name="height" value="0.05" units="cm"/>
      <inkml:brushProperty name="color" value="#E71224"/>
    </inkml:brush>
  </inkml:definitions>
  <inkml:trace contextRef="#ctx0" brushRef="#br0">175 95 4866,'0'0'15127,"-6"-8"-14105,-19-24-182,24 31-813,1 0 0,-1 0 0,0 1 0,0-1-1,1 0 1,-1 1 0,0-1 0,0 1 0,0-1 0,0 1-1,0-1 1,0 1 0,0-1 0,0 1 0,0 0 0,0 0-1,0-1 1,0 1 0,0 0 0,0 0 0,0 0 0,0 0-1,0 0 1,0 1 0,0-1 0,0 0 0,0 0 0,0 1-1,0-1 1,0 0 0,0 1 0,0-1 0,0 1 0,0-1-1,0 1 1,0 0 0,1-1 0,-2 2 0,-23 30 316,23-28-233,-11 20 8,2 0 1,0 1 0,2 0-1,0 1 1,2 0-1,1 0 1,1 1 0,1-1-1,2 1 1,0 0 0,2 0-1,5 43 1,-4-59-120,2 0 0,0 0 1,0-1-1,1 1 0,0-1 0,1 1 1,0-1-1,0 0 0,1-1 1,1 0-1,-1 1 0,2-2 0,-1 1 1,1-1-1,0-1 0,1 1 1,0-1-1,0-1 0,0 0 1,1 0-1,0-1 0,0 0 0,1 0 1,-1-1-1,1-1 0,0 0 1,0 0-1,0-1 0,17 1 0,-14-4 10,-1-1 0,1 0 0,-1-1-1,1 0 1,-1-1 0,0 0 0,0-1 0,-1-1-1,1 0 1,-1-1 0,0 0 0,-1-1-1,15-12 1,-7 3 11,0 0 0,-2-1 0,0-1-1,-1 0 1,-1-1 0,20-35 0,-30 44-1,0 0 0,0 0 0,-1 0 0,-1-1 0,0 1 0,-1-1 0,0 0 0,-1 0 0,0 0 0,0 0 0,-2 0 0,1 1 0,-2-1 0,0 0 0,0 0 0,-7-20 0,4 16 64,-1 2-1,-1-1 1,0 1-1,0 0 0,-2 0 1,0 1-1,0 0 1,-1 0-1,-1 1 1,0 1-1,-1 0 1,-13-10-1,17 15-37,-1 1 0,1 0 1,-1 0-1,0 1 0,-1 0 0,1 1 0,-1 0 0,-19-4 1,2 4-104,-53 0 1,68 3 24,10 0-31,0 0 0,0 0 0,1 1 1,-1-1-1,0 0 0,1 0 0,-1 1 0,0-1 0,1 1 1,-1-1-1,0 1 0,1 0 0,-1 0 0,1 0 0,0 0 1,-1 0-1,1 0 0,0 0 0,-1 0 0,1 0 0,0 1 0,0-1 1,-1 2-1,0 1-662,0 1 1,0 0-1,0-1 1,1 1-1,0 0 0,-2 8 1,-1 11-4136</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1:13.366"/>
    </inkml:context>
    <inkml:brush xml:id="br0">
      <inkml:brushProperty name="width" value="0.05" units="cm"/>
      <inkml:brushProperty name="height" value="0.05" units="cm"/>
      <inkml:brushProperty name="color" value="#E71224"/>
    </inkml:brush>
  </inkml:definitions>
  <inkml:trace contextRef="#ctx0" brushRef="#br0">0 160 12566,'0'0'6120,"10"-17"-5693,30-50-110,-38 66-292,-1-1 0,1 0 1,-1 1-1,1-1 0,0 1 0,-1-1 0,1 1 0,0 0 0,0 0 0,0 0 0,0 0 1,0 0-1,0 0 0,0 1 0,0-1 0,1 1 0,-1-1 0,0 1 0,0 0 0,0 0 1,1 0-1,-1 0 0,0 0 0,0 0 0,0 1 0,0-1 0,1 1 0,-1 0 0,0-1 1,0 1-1,0 0 0,0 0 0,0 0 0,0 1 0,-1-1 0,1 0 0,0 1 1,-1-1-1,1 1 0,-1-1 0,1 1 0,-1 0 0,0 0 0,1 0 0,0 3 0,2 4 67,0 0-1,0 1 0,-1 0 0,-1 0 0,0 0 0,0 0 0,-1 0 0,0 0 0,-1 0 0,0 0 1,-1 1-1,-1 11 0,-1-7-54,0 0 1,0-1 0,-2 1 0,0-1-1,0 0 1,-1 0 0,-13 20-1,13-26-31,7-65 279,4 26-285,3 1 0,0 0 0,24-54 1,-17 47 573,16-62 1,-31 98 1,0 20 102,-2 58-410,1 60 122,2-119-493,1 0-1,0-1 1,2 1-1,0-1 1,9 26-1,-11-40-172,-1-1 0,1 1 0,-1 0-1,1 0 1,0-1 0,0 1 0,0-1-1,0 1 1,1-1 0,-1 0 0,1 0 0,-1 0-1,1 0 1,0 0 0,0-1 0,4 2-1,-5-2-319,1 0 1,-1 0-1,1-1 0,-1 1 0,1-1 0,-1 0 0,1 0 1,-1 0-1,1 0 0,0 0 0,-1 0 0,1-1 0,3-1 0,10-7-5871</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1:13.711"/>
    </inkml:context>
    <inkml:brush xml:id="br0">
      <inkml:brushProperty name="width" value="0.05" units="cm"/>
      <inkml:brushProperty name="height" value="0.05" units="cm"/>
      <inkml:brushProperty name="color" value="#E71224"/>
    </inkml:brush>
  </inkml:definitions>
  <inkml:trace contextRef="#ctx0" brushRef="#br0">0 1 4578,'0'0'11523,"14"0"-11088,42 0-270,-55 0-147,1 1 0,-1-1 0,1 1-1,-1-1 1,1 1 0,-1 0 0,0-1 0,1 1 0,-1 0 0,0 0 0,1 0-1,-1 0 1,0 0 0,0 0 0,0 0 0,0 1 0,0-1 0,0 0 0,0 1-1,-1-1 1,1 0 0,0 1 0,-1-1 0,1 1 0,-1-1 0,1 1 0,-1-1-1,0 3 1,1 46 774,-2-38-491,0-5-106,0 0 1,-1 0-1,1 0 0,-1 0 0,-1 0 0,1 0 0,-1-1 0,-1 1 0,-5 8 1,-11 27 1043,20-42-1202,0 0-1,0 1 1,-1-1-1,1 1 1,0-1-1,0 0 0,0 1 1,0-1-1,0 0 1,0 1-1,0-1 1,0 1-1,0-1 1,0 0-1,1 1 1,-1-1-1,0 0 1,0 1-1,0-1 0,0 0 1,0 1-1,1-1 1,-1 0-1,0 1 1,0-1-1,1 0 1,-1 1-1,0-1 1,0 0-1,1 0 1,-1 0-1,0 1 1,1-1-1,-1 0 0,0 0 1,1 0-1,-1 0 1,0 1-1,1-1 1,23 3 469,23-9-270,-14-3-225,0-1 0,55-25 0,-31 2-2784,-51 27-831</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1:14.947"/>
    </inkml:context>
    <inkml:brush xml:id="br0">
      <inkml:brushProperty name="width" value="0.05" units="cm"/>
      <inkml:brushProperty name="height" value="0.05" units="cm"/>
      <inkml:brushProperty name="color" value="#E71224"/>
    </inkml:brush>
  </inkml:definitions>
  <inkml:trace contextRef="#ctx0" brushRef="#br0">151 29 8260,'0'0'10631,"-2"-5"-9313,1 4-1252,1-1 0,-1 1-1,0-1 1,0 1 0,0 0-1,0-1 1,0 1 0,0 0-1,0 0 1,0-1 0,-1 1-1,1 0 1,0 0 0,-1 1 0,1-1-1,-1 0 1,1 0 0,-1 1-1,1-1 1,-1 1 0,1-1-1,-1 1 1,0 0 0,1-1-1,-1 1 1,1 0 0,-1 0-1,0 0 1,1 0 0,-1 1-1,0-1 1,1 0 0,-1 1-1,1-1 1,-1 1 0,0-1 0,1 1-1,0 0 1,-1 0 0,1-1-1,-1 1 1,1 0 0,0 0-1,0 1 1,-1-1 0,1 0-1,0 0 1,0 1 0,-1 2-1,-7 8 104,0 0-1,1 1 0,0 1 0,2-1 0,-1 1 0,2 0 0,0 1 0,0-1 1,-2 22-1,2-4-63,1 0 0,2 1 0,2 44 1,0-71-104,1 1 0,-1-1 0,1 0 0,1 1 0,-1-1 0,1 0 0,0 0 0,0 0 0,1 0 0,0 0 0,0-1 0,0 1 0,0-1 0,1 0 0,0 0 0,0 0 0,1 0 0,-1-1 0,1 0 0,0 0 0,0 0 1,0 0-1,1-1 0,-1 0 0,1 0 0,0 0 0,11 3 0,8 0 14,0 0 1,1-2 0,-1-1 0,1-1-1,37-2 1,-53 0-13,1 0 1,-1-1-1,0 0 0,0-1 0,0 0 1,0-1-1,0 0 0,-1-1 1,1 0-1,-1 0 0,0-1 0,14-9 1,-17 9 3,0 0 0,0 0 1,-1-1-1,1 0 0,-1 0 1,0 0-1,-1-1 0,0 0 1,0 0-1,0 0 0,-1 0 1,0 0-1,0-1 1,-1 0-1,0 1 0,2-15 1,-2 6 38,-1-1 0,0 0 0,-1 1 0,-1-1 0,-1 0 0,0 1 0,-1-1 0,-1 1 0,-1 0 0,-9-24 0,11 32-31,-1 1 0,0-1 0,-1 1-1,1 0 1,-1 0 0,-1 1 0,1-1-1,-1 1 1,0 0 0,-1 1 0,1 0-1,-1 0 1,0 0 0,0 0 0,-1 1 0,1 1-1,-1-1 1,0 1 0,0 0 0,0 1-1,0 0 1,-16-2 0,15 3-43,0 0-1,0 1 1,-1 0 0,1 0-1,0 1 1,0 0 0,0 1-1,0-1 1,0 2 0,1-1-1,-1 2 1,0-1 0,1 1-1,0 0 1,0 1 0,-9 6-1,10-5-476,0 0 0,1 1 0,-1 0 0,1 1-1,1-1 1,0 1 0,0 0 0,0 0 0,1 1-1,-4 11 1,-9 26-4917</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1:15.819"/>
    </inkml:context>
    <inkml:brush xml:id="br0">
      <inkml:brushProperty name="width" value="0.05" units="cm"/>
      <inkml:brushProperty name="height" value="0.05" units="cm"/>
      <inkml:brushProperty name="color" value="#E71224"/>
    </inkml:brush>
  </inkml:definitions>
  <inkml:trace contextRef="#ctx0" brushRef="#br0">195 44 8356,'0'0'12333,"-15"-5"-11305,4 0-857,-1 1 0,1 0 1,-19-2-1,27 6-142,1 1 1,-1-1-1,1 1 0,0 0 0,-1 0 1,1-1-1,0 2 0,0-1 0,0 0 1,0 0-1,0 1 0,0-1 0,0 1 0,0 0 1,0 0-1,1-1 0,-1 1 0,1 0 1,-1 0-1,1 1 0,0-1 0,0 0 1,0 0-1,0 0 0,0 1 0,-1 2 0,-2 5 124,-7 11 15,2 1-1,0 0 1,1 0 0,1 1-1,2 0 1,0 0-1,1 0 1,1 1 0,2-1-1,0 1 1,4 33 0,-2-52-165,0 0 0,0 0 0,0-1 0,1 1 0,0 0-1,0 0 1,0-1 0,0 0 0,1 1 0,0-1 0,0 0 0,0 0 0,0 0 0,7 5 0,-3-4 3,0 1 0,1-2-1,0 1 1,-1-1 0,1 0 0,1-1-1,14 5 1,4-2 19,0-1 0,0-1 0,1-1 1,36-2-1,-47-1-24,0-2 0,0 0-1,0-1 1,-1 0 0,1-1 0,-1-1 0,1-1 0,-2 0 0,1-1 0,26-17 0,-34 19 16,0 0 0,0-1 0,-1 0 0,0 0 0,0-1 0,0 0 0,-1 0 0,0-1 0,0 0 0,-1 0 0,0 0 0,0 0 0,-1-1 1,0 0-1,0 0 0,-1 0 0,-1 0 0,1-1 0,-2 1 0,2-15 0,-2 16 57,-1 0 0,0 0-1,0 0 1,-1-1 0,0 1 0,-1 0 0,1 0 0,-2 0 0,1 1-1,-1-1 1,0 0 0,-1 1 0,0 0 0,0 0 0,0 0-1,-1 0 1,0 1 0,0 0 0,-1 0 0,0 0 0,-7-5 0,-3-4-11,-1 2 1,0 0 0,-1 2 0,-23-13 0,31 19-120,0 1 1,-1-1-1,0 2 0,1 0 1,-2 0-1,1 0 0,0 2 1,0-1-1,-20 1 0,30 2-142,-1-1 0,1 1 0,-1-1 0,1 1 0,0 0 0,-1-1 0,1 1 0,0 0 0,-1 0 0,1 0 0,0 0 0,0 0 0,0 0-1,0 1 1,0-1 0,0 0 0,0 0 0,0 1 0,0-1 0,1 1 0,-1-1 0,0 1 0,1-1 0,0 1 0,-1-1 0,1 1 0,0-1 0,0 1 0,-1-1 0,1 1 0,1 0 0,-1-1-1,0 3 1,0 12-5364</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1:19.395"/>
    </inkml:context>
    <inkml:brush xml:id="br0">
      <inkml:brushProperty name="width" value="0.05" units="cm"/>
      <inkml:brushProperty name="height" value="0.05" units="cm"/>
      <inkml:brushProperty name="color" value="#E71224"/>
    </inkml:brush>
  </inkml:definitions>
  <inkml:trace contextRef="#ctx0" brushRef="#br0">71 292 4946,'0'0'6995,"-9"0"-5495,-28 0-306,13 0 4503,48-3-3605,217-34-1972,479-10 0,-29 11-243,-542 12 74,-30 4 106,77 5-38,-129 11-17,-55 4-1,23-2 17,56-10 1,-91 12-18,0 0 1,1 0-1,-1 0 1,0 0-1,0 0 1,1 0-1,-1 0 1,0 0-1,1-1 1,-1 1 0,0 0-1,0 0 1,1 0-1,-1 0 1,0 0-1,0-1 1,1 1-1,-1 0 1,0 0-1,0 0 1,0-1-1,1 1 1,-1 0-1,0 0 1,0-1-1,0 1 1,0 0 0,1 0-1,-1-1 1,0 1-1,0 0 1,0-1-1,0 1 1,0 0-1,0 0 1,0-1-1,0 1 1,0-1-1,-8-10 127,-16-6 23,-17 4-103,-1 1 0,-1 2-1,0 2 1,0 2 0,0 2-1,-76 2 1,157 13 162,-10-2-180,44 1 70,-54-9-96,0 1 1,1 1 0,-1 1 0,0 0 0,0 1 0,32 15-1,-47-19-3,-1 1-1,0-1 0,0 1 1,0 0-1,0 0 0,0 0 1,0 0-1,0 0 0,-1 0 1,1 1-1,-1-1 0,1 1 0,-1-1 1,0 1-1,0-1 0,0 1 1,0 0-1,-1-1 0,1 1 1,-1 0-1,0 0 0,1-1 1,-1 1-1,-1 0 0,1 0 0,0-1 1,-1 1-1,1 0 0,-1 0 1,0-1-1,-2 6 0,0 1 14,-1 1 0,-1-1 0,0 0-1,0 0 1,-1-1 0,0 0 0,-9 11 0,4-7-10,-88 91-743,31-37-2712,30-33-786</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1:21.078"/>
    </inkml:context>
    <inkml:brush xml:id="br0">
      <inkml:brushProperty name="width" value="0.05" units="cm"/>
      <inkml:brushProperty name="height" value="0.05" units="cm"/>
      <inkml:brushProperty name="color" value="#E71224"/>
    </inkml:brush>
  </inkml:definitions>
  <inkml:trace contextRef="#ctx0" brushRef="#br0">0 1381 9060,'1'0'10569,"16"-5"-10138,27-15 369,61-39-1,-31 16-504,124-68 577,373-186 388,-181 102-952,-139 66 59,-186 94-331,-2-3 1,-2-3 0,64-54-1,68-48-28,-88 67 24,-102 74-25,4-2 2,-1-1 0,0 0 0,0 0 0,0 0 0,-1 0 0,0-1 0,0 0 0,6-10 0,-10 15-9,-1 1 0,0 0 0,0-1-1,1 1 1,-1 0 0,0-1 0,0 1-1,0-1 1,0 1 0,0 0 0,0-1-1,1 1 1,-1-1 0,0 1 0,0-1-1,0 1 1,0 0 0,-1-1 0,1 1-1,0-1 1,0 1 0,0-1 0,0 1-1,0 0 1,0-1 0,-1 1 0,1 0-1,0-1 1,0 1 0,-1-1 0,1 1-1,0 0 1,0 0 0,-1-1 0,-19-6-22,-37 7-30,43 0 38,-11 2-4,-1 2-1,1 0 1,0 1-1,0 2 1,1 0-1,-26 12 0,25-10 21,22-8 52,2-1-110,22-2 53,1 0 1,-1-1 0,0-2 0,0 0-1,38-15 1,-31 11 13,-1 0 0,38-6-1,-63 15-11,0-1 0,-1 1 0,1 0 0,0 0-1,0-1 1,-1 1 0,1 1 0,0-1 0,0 0-1,-1 0 1,1 1 0,0-1 0,-1 1-1,1-1 1,0 1 0,-1 0 0,1-1 0,-1 1-1,1 0 1,-1 0 0,1 0 0,-1 0 0,0 0-1,1 1 1,-1-1 0,0 0 0,0 1 0,0-1-1,0 1 1,0-1 0,0 1 0,-1-1 0,1 1-1,0 0 1,-1-1 0,1 3 0,1 6-10,-1 0 1,0 1-1,-1-1 1,0 0-1,-1 13 0,0 4 5,0-17-29,0 0 0,-1-1 0,0 0 1,-1 1-1,1-1 0,-2 0 1,1 0-1,-1 0 0,-10 15 0,7-14-807,1 0 0,-1-1-1,-1 0 1,-12 11-1,-4-2-3287</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1:22.770"/>
    </inkml:context>
    <inkml:brush xml:id="br0">
      <inkml:brushProperty name="width" value="0.05" units="cm"/>
      <inkml:brushProperty name="height" value="0.05" units="cm"/>
      <inkml:brushProperty name="color" value="#E71224"/>
    </inkml:brush>
  </inkml:definitions>
  <inkml:trace contextRef="#ctx0" brushRef="#br0">21 23 10917,'0'0'7523,"-3"-4"-6378,2 2-867,1 1-206,0 0-1,-1 1 1,1-1 0,-1 0-1,1 0 1,-1 0 0,1 0-1,-1 0 1,1 1 0,-1-1-1,0 0 1,1 0 0,-1 1-1,0-1 1,0 1 0,0-1-1,1 0 1,-1 1 0,0 0-1,0-1 1,0 1 0,-2-1 792,4 3-782,-1 0 0,1 1 1,0-1-1,-1 0 0,1 0 1,1 0-1,-1 0 0,0 0 1,0-1-1,1 1 0,-1 0 1,1 0-1,-1-1 0,1 1 1,0-1-1,-1 0 0,1 1 1,0-1-1,0 0 0,4 2 1,51 22 367,-40-18-247,45 20-34,-2 2-1,-1 3 1,-1 3-1,73 57 1,99 71-28,-92-70-45,-81-49-121,52 53 0,-70-59 41,1-3 0,2-1 0,62 38 0,15 2-21,-68-39-91,78 37-1,52 24 80,-112-57 77,124 51-1,-182-86-54,13 6 11,1-1 1,1-2 0,-1 0-1,39 4 1,14-3-15,-78-8 38,2-43 17,-2 38-66,-1 0 1,0 0 0,0 0-1,0 1 1,-1-1 0,1 1 0,-1-1-1,0 1 1,-1-1 0,1 1 0,-1 0-1,-3-5 1,-46-48 2,26 30-11,18 18 39,-10-11 90,0 1 1,-34-28 0,214 168 722,-156-116-835,1 0 0,-2 0-1,1 1 1,0 0 0,-1 0 0,0 0 0,0 1 0,-1-1-1,0 1 1,5 12 0,-7-16-4,-1 1 0,-1-1 0,1 0 0,0 0 0,-1 0 0,1 0 0,-1 1 0,0-1 0,0 0 0,-1 0 0,1 1 0,0-1 0,-1 0 0,0 0 0,0 0 0,0 0 0,0 0 0,0 0 0,-1 0 0,1 0 0,-1 0 0,0 0 1,0-1-1,0 1 0,0-1 0,0 0 0,-1 1 0,-3 2 0,-27 19-640,0-2 0,-1-1 1,-55 25-1,-44 12-9219,85-39 974</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1:24.568"/>
    </inkml:context>
    <inkml:brush xml:id="br0">
      <inkml:brushProperty name="width" value="0.05" units="cm"/>
      <inkml:brushProperty name="height" value="0.05" units="cm"/>
      <inkml:brushProperty name="color" value="#E71224"/>
    </inkml:brush>
  </inkml:definitions>
  <inkml:trace contextRef="#ctx0" brushRef="#br0">47 348 9268,'0'0'6891,"-24"0"-3233,2-1-2757,25-2-423,38-3-174,-24 3-175,222-35 855,353-9 0,-561 46-1009,595-25-3,-505 14 134,209-14 100,-286 24-89,73-14 0,-96 12 32,0-1 1,-1-1 0,0-1-1,0-1 1,30-16-1,-48 22-82,0 0-1,-1 0 1,1 0-1,-1 0 1,0 0-1,1-1 1,-1 1-1,0 0 1,0-1-1,-1 1 0,1-1 1,0 1-1,-1-1 1,1-4-1,2-40 458,-3 46-522,-1-1 0,0 1 0,1 0 0,-1-1-1,0 1 1,0 0 0,0 0 0,0 0 0,0 0 0,0 0-1,-1 0 1,1 0 0,0 0 0,-1 0 0,1 0 0,0 0 0,-1 1-1,1-1 1,-1 1 0,1-1 0,-1 1 0,1 0 0,-1-1 0,1 1-1,-1 0 1,-2 0 0,-45-3-169,4 3 236,45 0-98,13 0-94,8 0 196,5-2-62,0 2 0,1 2 0,-1 0 0,0 1-1,-1 2 1,31 9 0,-54-14-13,-1 1-1,0-1 0,1 1 0,-1-1 0,0 1 0,0 0 1,0-1-1,1 1 0,-1 0 0,0 0 0,0 0 0,0 0 0,-1 0 1,1 0-1,0 0 0,0 0 0,0 1 0,-1-1 0,1 0 1,-1 0-1,1 1 0,-1-1 0,1 0 0,-1 1 0,0-1 0,0 0 1,1 1-1,-1-1 0,0 1 0,0-1 0,0 0 0,-1 1 1,1-1-1,0 0 0,0 1 0,-1-1 0,1 0 0,-1 1 0,1-1 1,-1 0-1,0 0 0,1 1 0,-1-1 0,-2 2 0,-4 8-2,-1-1-1,0 0 0,-19 17 1,15-15 6,10-9 1,-170 197 23,186-233-23895</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1:26.039"/>
    </inkml:context>
    <inkml:brush xml:id="br0">
      <inkml:brushProperty name="width" value="0.05" units="cm"/>
      <inkml:brushProperty name="height" value="0.05" units="cm"/>
      <inkml:brushProperty name="color" value="#E71224"/>
    </inkml:brush>
  </inkml:definitions>
  <inkml:trace contextRef="#ctx0" brushRef="#br0">40 14 11861,'0'0'8562,"-8"-2"-7871,-17-7-325,19 6-173,21 6-61,25 8 167,-1 2 0,46 21 0,-16-5-172,56 19 188,227 123 0,-348-169-315,118 72 39,236 102-1,-344-170-29,1 0 1,0-2-1,0 0 0,1-1 1,24 3-1,-40-6 231,-8-26-256,-46-45 59,-30-35-57,75 97 181,1 0 0,-2 1 0,1 0 0,-1 0 0,0 1 0,-1 0 0,1 1 0,-17-7 0,2 9 430,26 32-709,2-22 123,0-1 1,1 1-1,0-1 0,-1 0 0,2 0 0,-1 0 0,0-1 1,1 0-1,8 6 0,49 33-16,-28-25-45,29 18 171,-60-33-123,1-1-1,-1 0 1,0 1-1,0 0 0,0 0 1,0 0-1,0 0 0,-1 1 1,1-1-1,-1 0 0,0 1 1,0 0-1,1 4 1,-2-5-1,-1 0 1,1 0 0,-1 0 0,0 0 0,0 0 0,-1 0 0,1 0 0,-1 0-1,1 0 1,-1-1 0,0 1 0,0 0 0,0 0 0,0 0 0,-1-1-1,1 1 1,-1-1 0,0 1 0,1-1 0,-1 0 0,0 0 0,0 1 0,-5 2-1,-7 7-104,0-1 0,-32 17 0,15-9-462,-66 51-3949,37-19-2193,30-21-1042</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1:27.192"/>
    </inkml:context>
    <inkml:brush xml:id="br0">
      <inkml:brushProperty name="width" value="0.05" units="cm"/>
      <inkml:brushProperty name="height" value="0.05" units="cm"/>
      <inkml:brushProperty name="color" value="#E71224"/>
    </inkml:brush>
  </inkml:definitions>
  <inkml:trace contextRef="#ctx0" brushRef="#br0">11 552 8788,'0'0'9439,"-11"4"-4946,20-6-4357,-1 0 1,0 0-1,0-1 1,-1 0 0,1 0-1,0-1 1,-1 0-1,0-1 1,11-8-1,13-7 46,129-69 425,269-110 0,-334 164-367,134-46-45,-229 81-190,1 0 0,-1 0 0,0 0 1,1 0-1,-1-1 0,0 1 0,1 0 0,-1 0 0,0 0 1,1 0-1,-1-1 0,0 1 0,0 0 0,1 0 1,-1-1-1,0 1 0,0 0 0,0 0 0,1-1 0,-1 1 1,0 0-1,0-1 0,0 1 0,0 0 0,0 0 0,1-1 1,-1 1-1,0-1 0,0 1 0,0 0 0,0-1 0,0 1 1,0 0-1,0-1 0,0 1 0,0 0 0,0-1 1,-1 1-1,-8-17 33,-17-8-62,18 20 18,1 0-1,-1 1 1,0 0-1,-1 0 1,1 1 0,-1 0-1,1 0 1,-1 1 0,0 0-1,0 1 1,-14-1 0,-9 1-40,-61 6 0,85-4 43,0 0-1,0 1 1,0 0 0,0 0 0,0 1 0,0 0-1,1 0 1,-1 1 0,-9 7 0,35-7-92,11-2 8,24-3 116,0-1-1,94-18 1,-88 15-16,-58 6-10,0 0 1,-1 0-1,1 0 0,-1 0 0,1 1 1,-1-1-1,1 0 0,-1 0 1,1 1-1,-1-1 0,0 0 0,0 1 1,0-1-1,0 0 0,0 0 0,0 1 1,0-1-1,0 0 0,-1 3 0,-4 30-25,-6-12 9,-1 0-1,-1-1 1,-1 0 0,-25 28 0,-3 6 52,26-34-418,-15 22 707,22-12-7024</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1:27.878"/>
    </inkml:context>
    <inkml:brush xml:id="br0">
      <inkml:brushProperty name="width" value="0.05" units="cm"/>
      <inkml:brushProperty name="height" value="0.05" units="cm"/>
      <inkml:brushProperty name="color" value="#E71224"/>
    </inkml:brush>
  </inkml:definitions>
  <inkml:trace contextRef="#ctx0" brushRef="#br0">19 1 6659,'0'0'6131,"-3"3"-5680,-13 10 6509,40-16-5821,10-3-1165,0 3 0,0 0 0,45 3-1,-37 1-1812,-42-1 1621,1-1 1,-1 1 0,1 0 0,-1 0 0,1 0 0,-1 0 0,1 0 0,-1 1 0,1-1 0,-1 0 0,1 0 0,-1 0 0,1 0 0,-1 0 0,1 1 0,-1-1 0,0 0 0,1 0 0,-1 1 0,1-1-1,-1 0 1,0 1 0,1-1 0,-1 0 0,0 1 0,1-1 0,-1 1 0</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1:30.546"/>
    </inkml:context>
    <inkml:brush xml:id="br0">
      <inkml:brushProperty name="width" value="0.05" units="cm"/>
      <inkml:brushProperty name="height" value="0.05" units="cm"/>
      <inkml:brushProperty name="color" value="#E71224"/>
    </inkml:brush>
  </inkml:definitions>
  <inkml:trace contextRef="#ctx0" brushRef="#br0">19 4 14295,'0'0'7902,"-1"1"-7885,0-1-1,1 0 1,-1 0 0,1 0 0,-1 0-1,1 1 1,-1-1 0,0 0 0,1 1-1,-1-1 1,1 0 0,-1 1-1,1-1 1,0 1 0,-1-1 0,1 1-1,-1-1 1,1 1 0,0-1 0,-1 1-1,1-1 1,0 1 0,0 0 0,-1-1-1,1 1 1,0-1 0,0 1 0,0 0-1,-3 11 201,1 1-1,1-1 0,0 0 1,1 0-1,3 25 0,-2 4 98,-1 49 30,2-90-333,-1 0 0,1 0 0,-1 0 1,0 0-1,1 0 0,-1 0 0,1-1 0,-1 1 0,0 0 0,1-1 1,-1 0-1,0 1 0,1-1 0,-1 1 0,0-1 0,2-2 0,16-23 124,-18 22-134,1 1 0,0-1 0,0 1 0,0 0 0,1 0 0,-1 0 0,1 0 0,-1 0 0,1 1 0,0-1 0,4-2 0,-4 6-13,0 0 0,1-1 0,-1 1-1,0 0 1,0 1 0,0-1 0,0 1 0,0-1-1,0 1 1,0 0 0,0 0 0,-1 0 0,1 0 0,-1 1-1,0-1 1,1 1 0,2 4 0,24 19-46,-26-24 51,0 0 0,0-1 0,0 1 1,0-1-1,0 1 0,0-1 0,0 0 1,1 0-1,-1 0 0,0-1 0,0 1 1,1-1-1,-1 0 0,1 0 0,-1 0 1,0 0-1,1 0 0,-1-1 0,0 0 1,1 0-1,-1 0 0,0 0 0,0 0 1,0 0-1,0-1 0,0 1 0,0-1 1,0 0-1,0 0 0,-1 0 0,1-1 1,-1 1-1,1 0 0,-1-1 0,0 0 1,0 1-1,0-1 0,-1 0 0,1 0 1,0 0-1,-1 0 0,1-4 0,3-5 41,-1 0-1,-1 0 1,0 0-1,-1-1 0,0 1 1,-1-1-1,0 1 1,-1-1-1,-1 1 1,-1-16-1,1 25-38,0 1 1,1-1-1,-1 0 0,0 1 0,0-1 1,-1 1-1,1-1 0,0 1 1,-1-1-1,0 1 0,1 0 1,-1 0-1,0 0 0,0 0 0,0 0 1,-4-2-1,4 43-5587,2-14 1430,2-2-2358</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1:30.907"/>
    </inkml:context>
    <inkml:brush xml:id="br0">
      <inkml:brushProperty name="width" value="0.05" units="cm"/>
      <inkml:brushProperty name="height" value="0.05" units="cm"/>
      <inkml:brushProperty name="color" value="#E71224"/>
    </inkml:brush>
  </inkml:definitions>
  <inkml:trace contextRef="#ctx0" brushRef="#br0">1 0 13926,'0'0'10373,"4"45"-9925,2-16-432,2 3-16,0 3 0,-4 6-592,-1 0-1201,-3 1-992,0-3-1937,0-4-10149</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1:31.730"/>
    </inkml:context>
    <inkml:brush xml:id="br0">
      <inkml:brushProperty name="width" value="0.05" units="cm"/>
      <inkml:brushProperty name="height" value="0.05" units="cm"/>
      <inkml:brushProperty name="color" value="#E71224"/>
    </inkml:brush>
  </inkml:definitions>
  <inkml:trace contextRef="#ctx0" brushRef="#br0">9 0 13286,'0'0'6563,"-1"9"-6293,0 0-156,-5 62 153,5-65-255,1 0 0,1 0 0,-1 0-1,1 0 1,0 0 0,0 0 0,1 0 0,0 0 0,0 0 0,3 6 0,-5-11-9,0-1 0,1 1 1,-1-1-1,0 1 0,1 0 1,-1-1-1,1 1 0,-1-1 1,0 1-1,1-1 0,-1 1 1,1-1-1,-1 1 0,1-1 1,0 0-1,-1 1 0,1-1 1,-1 0-1,1 0 0,0 1 1,-1-1-1,1 0 0,0 0 1,-1 0-1,1 0 0,0 1 1,-1-1-1,1 0 0,0 0 1,-1-1-1,2 1 0,14-17 82,4-35 220,-19 49-230,0 2-69,-1 1 1,0 0-1,0 0 1,1 0-1,-1 0 1,0 0-1,0 0 1,1 0-1,-1 0 1,0 0-1,0 0 1,1 0-1,-1 0 1,0 0-1,0 0 1,1 0-1,-1 0 1,0 0-1,0 0 1,1 0 0,-1 0-1,0 0 1,0 0-1,0 0 1,1 0-1,-1 0 1,0 1-1,0-1 1,1 0-1,-1 0 1,0 0-1,0 0 1,0 1-1,0-1 1,1 0-1,-1 0 1,0 0-1,0 1 1,0-1-1,0 0 1,0 0-1,0 1 1,0-1-1,0 0 1,1 0-1,-1 1 1,15 19-11,2 1-5,-16-19 9,0-1 0,1 1-1,-1-1 1,1 0 0,0 0-1,-1 1 1,1-1 0,0 0-1,0 0 1,0-1 0,0 1 0,-1 0-1,1-1 1,0 1 0,0-1-1,0 0 1,0 1 0,1-1-1,-1 0 1,0 0 0,0 0 0,0-1-1,0 1 1,0 0 0,0-1-1,0 1 1,0-1 0,-1 0-1,1 0 1,0 0 0,0 0 0,2-2-1,-1 1 24,-1-1 0,1 0 0,-1 0-1,0 0 1,0 0 0,0-1 0,-1 1 0,1 0-1,-1-1 1,0 1 0,0-1 0,0 1-1,0-1 1,0 0 0,-1 1 0,0-1 0,0-4-1,0 6 81,0-1-1,0 0 0,0 0 0,0 0 1,-1 0-1,1 0 0,-1 1 0,0-1 0,0 0 1,-2-5-1,2 7-219,0 0 1,0 0-1,0-1 1,-1 1-1,1 0 0,0 0 1,-1 1-1,1-1 1,0 0-1,-1 0 0,1 1 1,-1-1-1,1 1 1,-1-1-1,1 1 0,-1-1 1,0 1-1,1 0 1,-1 0-1,1 0 0,-4 0 1</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1:32.073"/>
    </inkml:context>
    <inkml:brush xml:id="br0">
      <inkml:brushProperty name="width" value="0.05" units="cm"/>
      <inkml:brushProperty name="height" value="0.05" units="cm"/>
      <inkml:brushProperty name="color" value="#E71224"/>
    </inkml:brush>
  </inkml:definitions>
  <inkml:trace contextRef="#ctx0" brushRef="#br0">0 1 10565,'0'0'7907,"9"9"-7744,28 31-51,-36-38-97,-1-1 0,1 1 0,0-1 1,-1 1-1,1 0 0,-1-1 0,1 1 0,-1 0 0,0 0 0,0 0 0,0-1 0,0 1 0,0 0 0,0 0 0,0-1 0,0 1 1,-1 0-1,1 0 0,-1-1 0,0 1 0,1 0 0,-2 1 0,-24 35 520,13-21-21,12-16-488,1 1 1,-1-1-1,0 0 1,1 0 0,-1 0-1,0 1 1,1-1 0,0 0-1,-1 1 1,1-1-1,0 0 1,0 1 0,-1-1-1,1 1 1,0-1 0,1 0-1,-1 3 1,0-4 9,1 1 1,-1 0 0,1-1-1,-1 1 1,1 0 0,-1-1-1,1 1 1,-1-1 0,1 1-1,-1-1 1,1 1-1,0-1 1,-1 1 0,1-1-1,0 0 1,0 1 0,-1-1-1,1 0 1,0 1-1,0-1 1,1 0 0,5 1 171,1-1 1,-1 0-1,1 0 0,-1-1 1,9-1-1,-11 1-188,6-1-426,0-1 0,0 0 0,0-1 0,10-4 0,-11 3-792,-1 1-1,1 1 1,0 0 0,0 0-1,19-2 1,-11 5-11224</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1:33.481"/>
    </inkml:context>
    <inkml:brush xml:id="br0">
      <inkml:brushProperty name="width" value="0.05" units="cm"/>
      <inkml:brushProperty name="height" value="0.05" units="cm"/>
      <inkml:brushProperty name="color" value="#E71224"/>
    </inkml:brush>
  </inkml:definitions>
  <inkml:trace contextRef="#ctx0" brushRef="#br0">10 40 13926,'0'0'7305,"-6"11"-7156,5-3-116,0 1 0,0 0 0,0-1 0,1 1 0,1 0 0,-1 0 0,1-1 0,1 1 0,-1-1-1,2 1 1,-1-1 0,1 0 0,0 0 0,1 0 0,0 0 0,0 0 0,6 7 0,-9-14-28,0 0 1,0 0 0,1 0-1,-1 0 1,0-1-1,0 1 1,0 0 0,1-1-1,-1 1 1,0-1 0,1 1-1,-1-1 1,0 0-1,1 0 1,-1 1 0,0-1-1,1 0 1,-1 0-1,1 0 1,-1-1 0,0 1-1,1 0 1,-1 0 0,0-1-1,1 1 1,-1-1-1,0 1 1,0-1 0,1 1-1,-1-1 1,0 0-1,0 0 1,0 0 0,0 0-1,0 1 1,0-1 0,0 0-1,0-1 1,0 1-1,0 0 1,-1 0 0,2-2-1,5-8 57,0 1 0,0-1-1,7-18 1,-10 21-11,-4 7-37,0 0 0,0 0 0,0 1 0,1-1 0,-1 0 0,0 0 0,1 0 0,-1 0 0,0 1 0,1-1 0,-1 0 0,1 0 0,0 1 0,-1-1 0,1 0 1,0 1-1,-1-1 0,1 0 0,0 1 0,-1-1 0,1 1 0,0 0 0,0-1 0,0 1 0,0 0 0,-1-1 0,1 1 0,0 0 0,0 0 0,1-1 0,15 21 41,-16-17-54,1 0 1,0 0-1,0 0 0,0-1 0,0 1 1,0-1-1,0 1 0,1-1 0,-1 0 1,6 4-1,-6-5 1,0-1 0,1 1 0,-1 0 1,0 0-1,1-1 0,-1 1 0,0-1 0,1 0 0,-1 0 1,1 0-1,-1 0 0,0 0 0,1-1 0,-1 1 1,0 0-1,1-1 0,-1 0 0,0 0 0,1 0 0,-1 0 1,0 0-1,0 0 0,0 0 0,0-1 0,0 1 0,0-1 1,-1 1-1,1-1 0,0 0 0,-1 0 0,1 0 1,-1 0-1,0 0 0,1 0 0,0-3 0,1-1 59,0 1 0,-1 0 1,0-1-1,-1 1 0,1-1 0,-1 0 0,0 0 0,0 1 0,-1-1 0,1 0 1,-1 0-1,-1 0 0,1 0 0,-2-5 0,1 8-46,0 0 1,0 1-1,-1-1 0,1 1 1,-1-1-1,0 1 0,0 0 0,0 0 1,0 0-1,0 0 0,0 0 1,0 0-1,0 0 0,-1 1 1,1-1-1,-4-1 0,-15-2-3148</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1:33.839"/>
    </inkml:context>
    <inkml:brush xml:id="br0">
      <inkml:brushProperty name="width" value="0.05" units="cm"/>
      <inkml:brushProperty name="height" value="0.05" units="cm"/>
      <inkml:brushProperty name="color" value="#E71224"/>
    </inkml:brush>
  </inkml:definitions>
  <inkml:trace contextRef="#ctx0" brushRef="#br0">41 1 9284,'0'0'8223,"12"3"-7818,37 12-181,-48-14-212,0-1-1,0 1 1,0 0-1,0 0 1,0-1-1,-1 1 1,1 0-1,0 0 1,0 0-1,0 0 0,-1 0 1,1 0-1,-1 0 1,1 1-1,-1-1 1,1 0-1,-1 0 1,1 0-1,-1 1 1,0-1-1,0 0 1,0 0-1,0 1 0,0-1 1,0 0-1,0 0 1,0 1-1,0-1 1,-1 2-1,-13 35 333,11-30-141,2-6-158,0-1-1,0 1 1,0 0 0,1 0-1,-1-1 1,1 1-1,-1 0 1,1 0-1,-1 0 1,1 0 0,0 0-1,0 0 1,0 0-1,0 0 1,0 0-1,0 0 1,1-1-1,-1 1 1,1 0 0,-1 0-1,1 0 1,0 0-1,0-1 1,0 1-1,0 0 1,0-1-1,2 3 1,0-1-30,2-1 0,-1 0-1,0 1 1,0-2 0,1 1 0,-1 0-1,1-1 1,8 2 0,-9-3 34,0 1-1,0-1 1,0 1 0,0 0 0,-1 0 0,1 0-1,0 1 1,-1-1 0,1 1 0,-1 0 0,0 0-1,0 0 1,1 1 0,-1-1 0,-1 1 0,1 0 0,0-1-1,2 5 1,-4-6 20,-1 1-1,1 0 1,-1-1-1,0 1 1,1 0-1,-1 0 1,0-1-1,0 1 1,0 0-1,0 0 1,0 0-1,0-1 1,-1 1-1,1 0 1,0 0-1,-1-1 1,0 1-1,1 0 1,-1-1-1,0 1 1,0-1 0,0 1-1,0-1 1,0 1-1,0-1 1,0 0-1,0 1 1,-1-1-1,1 0 1,-1 0-1,1 0 1,-1 0-1,1 0 1,-1 0-1,1-1 1,-3 2-1,-10 5-153,0-1-1,-1 0 1,-20 5-1,13-4-151,5-1-493,-18 7-1855,12-6-2646,7-3-3831</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1:34.962"/>
    </inkml:context>
    <inkml:brush xml:id="br0">
      <inkml:brushProperty name="width" value="0.05" units="cm"/>
      <inkml:brushProperty name="height" value="0.05" units="cm"/>
      <inkml:brushProperty name="color" value="#E71224"/>
    </inkml:brush>
  </inkml:definitions>
  <inkml:trace contextRef="#ctx0" brushRef="#br0">21 1 13382,'0'0'7406,"-4"10"-7112,-2 19-11,1 1 1,2-1-1,0 52 1,26-88 177,10-32-139,-13 14-129,-20 25-189,0-1 1,0 1-1,1 0 1,-1 0-1,0-1 1,1 1-1,-1 0 1,1 0-1,-1 0 0,0 0 1,1-1-1,-1 1 1,0 0-1,1 0 1,-1 0-1,1 0 1,-1 0-1,1 0 0,-1 0 1,0 0-1,1 0 1,-1 0-1,1 0 1,-1 0-1,0 0 1,1 1-1,-1-1 0,1 0 1,-1 0-1,0 0 1,1 0-1,-1 1 1,0-1-1,1 0 1,-1 1-1,0-1 0,0 0 1,1 0-1,-1 1 1,0-1-1,10 14-16,-9-13 31,3 5-6,0 0 1,1 0-1,0-1 0,0 1 0,0-1 0,8 6 0,-10-9-11,0-1 1,-1 1 0,1-1-1,0 0 1,0 0 0,0 0-1,0 0 1,0 0-1,0-1 1,0 1 0,0-1-1,0 0 1,0 0 0,0 0-1,0 0 1,0-1-1,0 1 1,4-2 0,-5 1 13,0 0 0,0 0-1,0 0 1,-1-1 0,1 1 0,0-1 0,0 1 0,-1-1 0,1 0 0,-1 0-1,1 0 1,-1 0 0,0 0 0,0 0 0,0 0 0,0 0 0,0 0 0,0 0-1,-1-1 1,1 1 0,-1 0 0,1-1 0,-1 1 0,0-4 0,0-59 1107,0 63-1134,-1-1-1,0 1 0,1-1 0,-1 1 0,0-1 0,-1 1 0,1 0 0,0-1 0,-1 1 0,1 0 0,-1 0 0,1 0 0,-1 0 0,0 0 0,0 0 0,0 1 0,0-1 0,0 1 1,0-1-1,-4-1 0,5 7-1738,0 1 0,1-1 0,-1 0 0,1 0 1,0 1-1,1-1 0,0 7 0,6-2-3746</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1:35.350"/>
    </inkml:context>
    <inkml:brush xml:id="br0">
      <inkml:brushProperty name="width" value="0.05" units="cm"/>
      <inkml:brushProperty name="height" value="0.05" units="cm"/>
      <inkml:brushProperty name="color" value="#E71224"/>
    </inkml:brush>
  </inkml:definitions>
  <inkml:trace contextRef="#ctx0" brushRef="#br0">1 1 7603,'0'0'11120,"3"7"-10560,3 6-415,18 35 150,-23-46-288,1 0 0,-1 0-1,1 0 1,0-1 0,-1 1 0,1 0-1,0-1 1,0 1 0,0-1 0,0 0 0,0 1-1,0-1 1,1 0 0,-1 0 0,0 0-1,0-1 1,1 1 0,-1-1 0,1 1-1,2-1 1,-2 1 7,0-1 0,0 0 1,0 0-1,-1-1 0,1 1 0,0-1 0,0 1 1,0-1-1,-1 0 0,1 0 0,0 0 0,-1 0 1,1 0-1,-1-1 0,5-2 0,-4 0 180,0 0-1,0 0 1,0-1-1,-1 1 1,1-1-1,-1 1 1,0-1-1,1-6 1,5 53 3451,5 39-3813,4-12-5080,-11-58 1070,2-3-2599</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1:38.860"/>
    </inkml:context>
    <inkml:brush xml:id="br0">
      <inkml:brushProperty name="width" value="0.05" units="cm"/>
      <inkml:brushProperty name="height" value="0.05" units="cm"/>
      <inkml:brushProperty name="color" value="#E71224"/>
    </inkml:brush>
  </inkml:definitions>
  <inkml:trace contextRef="#ctx0" brushRef="#br0">8 11 14519,'0'0'7043,"-8"-10"-6315,10 20-542,-1 0 0,2 1 0,-1-1 0,1 0 0,9 17 0,-3-1-11,-6-18-157,4 14 40,0 0 0,1-1 0,2 0 0,0-1 0,23 35 0,-32-53-54,0-1 1,0 0-1,0 0 0,0 1 1,0-1-1,0 0 1,0 0-1,1 0 0,-1 0 1,0 0-1,1 0 0,-1-1 1,0 1-1,1 0 0,-1-1 1,1 1-1,-1-1 1,1 0-1,0 1 0,-1-1 1,1 0-1,-1 0 0,4 0 1,-3-1 11,0 1 0,1-1 0,-1 0 0,0-1 0,0 1 1,0 0-1,0 0 0,0-1 0,-1 1 0,1-1 0,0 0 0,-1 1 1,1-1-1,1-3 0,6-8 99,-2 0 0,1-1 0,9-27 0,-14 33-90,5-18 72,-7 20-60,1 0-1,-1 0 1,1 1 0,0-1-1,1 0 1,-1 1 0,1 0 0,5-7-1,-7 12-39,0 1 0,1-1 1,-1 1-1,0-1 0,0 1 0,0-1 0,1 1 0,-1 0 0,0-1 0,0 1 0,0 0 0,0 0 0,0 0 1,0 0-1,0 0 0,0 0 0,-1 0 0,1 0 0,0 1 0,-1-1 0,1 0 0,0 2 0,1 0 14,2 3-9,5 6-1,0 1 0,0-1 1,20 17-1,-26-26-3,-1-1 1,1 1 0,0-1-1,0 0 1,0 0-1,1-1 1,-1 1 0,0 0-1,1-1 1,-1 0 0,1 0-1,-1 0 1,1 0-1,0-1 1,-1 1 0,1-1-1,0 0 1,-1 0-1,1-1 1,0 1 0,4-2-1,-4 1 10,-1-1-1,0 0 1,0 0-1,-1 0 1,1 0 0,0 0-1,0 0 1,-1-1-1,0 0 1,1 1-1,-1-1 1,0 0-1,0 0 1,-1 0 0,1 0-1,-1 0 1,1-1-1,-1 1 1,0 0-1,0-1 1,-1 1 0,2-8-1,0-2 26,-1-1-1,0 0 0,0 0 1,-3-20-1,2 31-35,0 1-1,-1 0 0,1-1 1,-1 1-1,0 0 1,0-1-1,0 1 0,0 0 1,0 0-1,0 0 0,0 0 1,-1 0-1,1 0 1,-1 0-1,0 0 0,1 1 1,-1-1-1,0 1 0,0-1 1,0 1-1,0 0 0,0-1 1,0 1-1,-3-1 1,5 30-5467,0-26 5144,-1-1 0,1 1-1,0-1 1,1 1-1,-1-1 1,0 1 0,0-1-1,1 1 1,-1-1-1,0 1 1,1-1-1,0 0 1,-1 1 0,1-1-1,0 0 1,0 1-1,-1-1 1,1 0 0,1 1-1,13 8-4051</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1:39.204"/>
    </inkml:context>
    <inkml:brush xml:id="br0">
      <inkml:brushProperty name="width" value="0.05" units="cm"/>
      <inkml:brushProperty name="height" value="0.05" units="cm"/>
      <inkml:brushProperty name="color" value="#E71224"/>
    </inkml:brush>
  </inkml:definitions>
  <inkml:trace contextRef="#ctx0" brushRef="#br0">0 0 4610,'0'0'18120,"45"71"-17495,-36-38-273,-5 0-224,0 2-96,-4 1-32,2-3-224,2-7-1601,2-6-1184,3-7-1505,3-9-4979</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1:39.653"/>
    </inkml:context>
    <inkml:brush xml:id="br0">
      <inkml:brushProperty name="width" value="0.05" units="cm"/>
      <inkml:brushProperty name="height" value="0.05" units="cm"/>
      <inkml:brushProperty name="color" value="#E71224"/>
    </inkml:brush>
  </inkml:definitions>
  <inkml:trace contextRef="#ctx0" brushRef="#br0">83 0 19001,'0'0'6050,"-23"21"-5937,23 10 95,0 2-208,-6 1 0,-9-1-16,1-3-961,2-4-1312,3-8-656,5-7-1217</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1:40.155"/>
    </inkml:context>
    <inkml:brush xml:id="br0">
      <inkml:brushProperty name="width" value="0.05" units="cm"/>
      <inkml:brushProperty name="height" value="0.05" units="cm"/>
      <inkml:brushProperty name="color" value="#E71224"/>
    </inkml:brush>
  </inkml:definitions>
  <inkml:trace contextRef="#ctx0" brushRef="#br0">3 23 15591,'0'0'7713,"0"11"-7380,-1 35 58,0-19-208,0 0 1,2 0 0,6 40 0,-6-65-187,-1 1 0,1-1 1,-1 0-1,1 1 0,0-1 0,0 0 0,0 0 0,1 0 0,-1 1 0,0-1 0,1 0 0,-1-1 0,1 1 0,0 0 0,0 0 0,2 1 1,-3-2 2,1-1 0,-1 1 1,1-1-1,-1 1 1,1-1-1,-1 0 1,1 1-1,-1-1 0,1 0 1,-1 0-1,1 0 1,-1 0-1,1 0 1,-1-1-1,1 1 0,-1 0 1,1-1-1,-1 1 1,3-2-1,1-1 8,0 0 0,0 0 0,0 0 0,0-1 0,-1 0-1,0 0 1,1 0 0,-1-1 0,-1 1 0,1-1 0,3-6 0,18-39 39,-19 36-25,1 1 0,0-1 1,18-23-1,-24 37-33,-1 0-1,1 0 1,-1 0 0,1 1 0,-1-1-1,1 0 1,-1 1 0,1-1 0,-1 0 0,1 1-1,-1-1 1,1 0 0,-1 1 0,0-1-1,1 1 1,-1-1 0,0 0 0,1 1-1,-1-1 1,0 1 0,0-1 0,1 1 0,-1 0-1,0-1 1,0 1 0,0-1 0,0 1-1,0-1 1,0 1 0,0-1 0,0 1 0,0 0-1,0 0 1,10 38 28,-6-21-20,-1-11 1,-1-1 1,1 0 0,1 0 0,-1 0 0,1 0 0,0-1 0,0 1 0,9 7 0,-12-11 5,0-1 0,0 0 0,0 0 0,0 0 0,1 0 0,-1 0 0,0 0 0,1 0 0,-1 0 0,0 0 0,1-1 0,-1 1 0,1-1 0,-1 1 0,1-1 0,-1 1 0,1-1 0,-1 0 0,1 0 1,-1 0-1,1 0 0,0 0 0,-1 0 0,1 0 0,-1 0 0,1-1 0,-1 1 0,1-1 0,-1 1 0,1-1 0,-1 1 0,1-1 0,-1 0 0,0 0 0,1 0 0,-1 0 0,0 0 0,0 0 0,0 0 0,0 0 1,0 0-1,0 0 0,2-3 0,1-3 21,0-1 1,0 0-1,-1 0 1,0 0-1,-1 0 1,1-1-1,-2 1 1,1-1 0,-1 1-1,0-1 1,-1-10-1,0 14-33,0-1 0,0 1 1,0 0-1,-1-1 0,0 1 0,0 0 0,0 0 0,-1 0 0,1 0 1,-1 0-1,-1 0 0,1 0 0,-1 0 0,1 1 0,-1 0 0,-1-1 1,1 1-1,-1 0 0,-3-4 0,-6 5-1563,9 20-11051</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1:40.498"/>
    </inkml:context>
    <inkml:brush xml:id="br0">
      <inkml:brushProperty name="width" value="0.05" units="cm"/>
      <inkml:brushProperty name="height" value="0.05" units="cm"/>
      <inkml:brushProperty name="color" value="#E71224"/>
    </inkml:brush>
  </inkml:definitions>
  <inkml:trace contextRef="#ctx0" brushRef="#br0">0 0 11269,'0'0'7062,"20"0"-5904,61 3-515,-78-3-627,-1 0 1,0 0-1,0 1 0,0-1 1,0 1-1,0 0 0,0 0 1,0-1-1,0 1 0,0 1 1,0-1-1,0 0 0,0 0 1,-1 1-1,1-1 0,0 1 1,-1-1-1,1 1 0,-1 0 1,0-1-1,0 1 1,0 0-1,1 0 0,-2 0 1,1 0-1,0 0 0,0 0 1,-1 0-1,1 1 0,-1-1 1,1 3-1,-1 4-14,1-1 0,-1 1 0,-1 0 0,0-1 0,-3 13 1,4-18 16,-3 5-12,1 0 0,-2 0 0,1 0-1,-1-1 1,0 1 0,-1-1 0,1 0 0,-2 0 0,1 0 0,-9 7 0,8-7 110,0-1 1,0 1 0,1 1-1,0-1 1,0 1-1,0 0 1,1 0-1,-4 11 1,9-18-63,-1-1 1,1 1-1,0 0 0,-1-1 1,1 1-1,0-1 1,0 1-1,-1-1 1,1 1-1,0-1 1,0 1-1,0-1 1,-1 0-1,1 1 0,0-1 1,0 0-1,0 0 1,0 0-1,0 0 1,0 0-1,0 0 1,-1 0-1,1 0 0,0 0 1,0 0-1,2-1 1,29-1 146,-11-4-176,-1 0-1,1-2 1,30-15-1,-3-2-2566,4-1-5673,-25 13-2252</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1:40.824"/>
    </inkml:context>
    <inkml:brush xml:id="br0">
      <inkml:brushProperty name="width" value="0.05" units="cm"/>
      <inkml:brushProperty name="height" value="0.05" units="cm"/>
      <inkml:brushProperty name="color" value="#E71224"/>
    </inkml:brush>
  </inkml:definitions>
  <inkml:trace contextRef="#ctx0" brushRef="#br0">0 1 17384,'0'0'8836,"15"18"-8500,-11 6-176,-4 2-160,0 2-64,0 2-48,0-1-592,0-3-1265,0 0-496,0-11-2161,0-6-3266</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1:41.233"/>
    </inkml:context>
    <inkml:brush xml:id="br0">
      <inkml:brushProperty name="width" value="0.05" units="cm"/>
      <inkml:brushProperty name="height" value="0.05" units="cm"/>
      <inkml:brushProperty name="color" value="#E71224"/>
    </inkml:brush>
  </inkml:definitions>
  <inkml:trace contextRef="#ctx0" brushRef="#br0">7 12 16728,'0'0'7670,"-1"5"-7571,-2 12 171,2 0 1,0 34 0,1-46-262,0 0-1,0 1 0,1-1 0,0 0 0,0 0 1,1 0-1,-1 0 0,1 0 0,0-1 1,0 1-1,1 0 0,-1-1 0,1 1 1,0-1-1,5 5 0,-7-8-6,1 0 0,0 1 1,0-1-1,0 0 0,-1 0 1,1 0-1,0 0 0,1-1 0,-1 1 1,0 0-1,0-1 0,0 1 0,0-1 1,0 0-1,1 0 0,-1 0 0,0 0 1,0 0-1,0 0 0,0-1 0,1 1 1,-1-1-1,0 1 0,0-1 0,0 0 1,0 0-1,0 0 0,0 0 0,0 0 1,-1 0-1,1-1 0,0 1 0,2-3 1,6-6 14,0 0 1,0 0 0,-1-1 0,8-12 0,-8 11-13,-9 11-8,1 0 1,-1 0 0,1 0 0,-1 0-1,1 0 1,0 0 0,-1 0-1,1 0 1,0 1 0,0-1 0,-1 0-1,1 0 1,0 1 0,0-1-1,0 0 1,0 1 0,0-1 0,0 1-1,0 0 1,0-1 0,0 1-1,0 0 1,1-1 0,-1 1 0,0 0-1,0 0 1,2 0 0,-1 2-4,0-1 1,0 1 0,-1 0-1,1 0 1,0 0 0,-1 0-1,1 0 1,-1 0 0,0 1-1,0-1 1,2 4 0,-1-1 8,1 0 0,0 1 0,0-1 0,0-1 1,1 1-1,-1 0 0,1-1 0,0 0 0,1 0 0,-1 0 1,1 0-1,-1-1 0,1 1 0,0-1 0,1-1 0,-1 1 1,0-1-1,1 0 0,-1 0 0,1 0 0,0-1 0,-1 0 1,1 0-1,0 0 0,0-1 0,0 0 0,0 0 0,0 0 1,-1-1-1,1 0 0,10-3 0,-11 2 2,-1-1 0,0 1-1,0-1 1,0 0 0,0 0 0,-1 0 0,1-1-1,-1 1 1,0-1 0,0 0 0,0 0 0,0 0-1,-1 0 1,0 0 0,1-1 0,-2 1 0,1-1-1,1-5 1,0 2 1,-1 0 0,0 0 0,-1 0 1,0 0-1,0-1 0,0 1 0,-1-1 0,-1 1 0,-2-17 0,3 24-24,-1 0-1,1 0 1,0 0 0,-1 0 0,0 0-1,1 1 1,-1-1 0,1 0-1,-1 0 1,0 0 0,0 0-1,0 1 1,1-1 0,-1 0-1,0 1 1,0-1 0,0 1-1,0-1 1,0 1 0,0-1-1,0 1 1,0 0 0,0-1 0,0 1-1,0 0 1,-2 0 0,-17 0-4544</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1:41.559"/>
    </inkml:context>
    <inkml:brush xml:id="br0">
      <inkml:brushProperty name="width" value="0.05" units="cm"/>
      <inkml:brushProperty name="height" value="0.05" units="cm"/>
      <inkml:brushProperty name="color" value="#E71224"/>
    </inkml:brush>
  </inkml:definitions>
  <inkml:trace contextRef="#ctx0" brushRef="#br0">23 1 11461,'0'0'8420,"11"5"-7742,33 19-532,-42-21-137,-1-1-1,1 0 1,-1 1-1,0-1 0,1 0 1,-1 1-1,0 0 0,-1-1 1,1 1-1,0 0 0,-1-1 1,1 1-1,-1 0 0,0-1 1,0 1-1,0 0 0,0 0 1,0 0-1,-1-1 0,0 4 1,0 6 77,0-7-75,1 0 1,0 0 0,1 0-1,-1 0 1,1 0-1,0 0 1,0 0-1,0 0 1,1 0-1,0-1 1,0 1 0,3 5-1,-2-6 20,0-1 0,1 0 0,0 1 0,-1-2 0,1 1 0,0 0 0,0-1 0,1 0 0,-1 0 0,0 0 0,1 0 0,-1-1 0,6 2 0,-4-2-46,1 1 94,1 0 0,-1 1 0,-1 0 0,1 0 0,0 0-1,6 5 1,-12-7-16,1 0 0,-1 0 0,0 0 0,1 1 0,-1-1 0,0 0 0,0 1 0,0 0 0,0-1 0,0 1 0,0-1 0,-1 1 0,1 0 0,0 0 0,-1-1 0,0 1 0,1 0 0,-1 0 0,0-1 0,0 1 0,0 0 0,0 0 0,0 0 0,0 0 0,0-1 0,-1 1-1,1 0 1,-1 0 0,1-1 0,-2 4 0,-1-1 23,1 0 0,-1 0 0,0 0 0,0-1 0,0 1 0,-1-1 0,1 0 0,-1 0 0,1 0 0,-1 0 0,0 0 0,-1-1 0,-8 4 1,-62 24 29,71-29-105,-35 14-427,-17 5-5187,48-19 801</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1:41.902"/>
    </inkml:context>
    <inkml:brush xml:id="br0">
      <inkml:brushProperty name="width" value="0.05" units="cm"/>
      <inkml:brushProperty name="height" value="0.05" units="cm"/>
      <inkml:brushProperty name="color" value="#E71224"/>
    </inkml:brush>
  </inkml:definitions>
  <inkml:trace contextRef="#ctx0" brushRef="#br0">62 0 10741,'0'0'12934,"-12"106"-12662,7-73-176,-3 0-80,-2-3-32,0-2-768,1-4-1489,1-9-1361,8-2-5842</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1:42.338"/>
    </inkml:context>
    <inkml:brush xml:id="br0">
      <inkml:brushProperty name="width" value="0.05" units="cm"/>
      <inkml:brushProperty name="height" value="0.05" units="cm"/>
      <inkml:brushProperty name="color" value="#E71224"/>
    </inkml:brush>
  </inkml:definitions>
  <inkml:trace contextRef="#ctx0" brushRef="#br0">11 5 17672,'0'0'6977,"-1"9"-6844,-1 0-102,-1 14 155,-1 45 0,4-63-170,0 0 0,0 1-1,0-1 1,1 0 0,0 0-1,0 1 1,0-1-1,1 0 1,0 0 0,0 0-1,0-1 1,0 1 0,1 0-1,0-1 1,6 8 0,-7-10-17,-1-1 1,1 0-1,0 1 1,0-1-1,0 0 1,0-1-1,0 1 1,0 0 0,0 0-1,0-1 1,0 1-1,0-1 1,0 0-1,0 1 1,0-1-1,0 0 1,0 0 0,1-1-1,-1 1 1,0 0-1,0-1 1,0 1-1,0-1 1,0 0-1,0 1 1,0-1-1,0 0 1,0 0 0,-1-1-1,1 1 1,0 0-1,-1 0 1,1-1-1,0 1 1,-1-1-1,2-2 1,7-6-2,-1-1 0,0 0 0,-1-1-1,7-13 1,-14 22 3,8-15 23,-8 14-9,1 1 0,-1-1-1,1 0 1,0 1 0,0 0 0,0-1 0,0 1-1,1 0 1,0 0 0,3-3 0,-6 6-20,1 0 0,-1 0 0,1 0 0,-1 0 0,1 0 0,-1 0 0,1 0 0,-1 1 0,0-1 0,1 0 0,-1 0 0,1 0 0,-1 1 0,1-1 0,-1 0 0,0 1 0,1-1 0,-1 0 0,1 1 0,-1-1 0,0 0 0,0 1 0,1-1 0,-1 1 0,0-1 0,0 0 0,1 1 0,-1-1 0,0 1 0,0-1 0,0 1 0,0 0 0,9 22 22,-7-18-21,3 8 9,0-1 1,2-1 0,-1 1 0,1-1-1,1 0 1,0-1 0,13 14-1,-19-22 1,0 1-1,0-1 0,0 0 0,1 0 0,-1 0 1,1 0-1,0 0 0,0 0 0,-1-1 0,1 1 0,0-1 1,0 0-1,0 0 0,1 0 0,-1 0 0,0-1 0,0 1 1,0-1-1,1 0 0,-1 0 0,0 0 0,0 0 0,1 0 1,-1-1-1,0 1 0,0-1 0,0 0 0,0 0 1,0 0-1,0-1 0,0 1 0,0-1 0,0 0 0,-1 1 1,5-5-1,-1 0 94,-1-1 0,0 0-1,0 0 1,-1 0 0,0-1 0,0 0 0,-1 1 0,0-1 0,0-1 0,-1 1-1,0 0 1,0-1 0,0-14 0,-1 18-77,-1 1 1,0-1-1,0 0 0,-1 1 1,1-1-1,-1 0 0,0 1 0,0-1 1,-1 1-1,1 0 0,-1-1 1,-3-3-1,4 5-62,-1 1 0,1 0 1,-1 0-1,0 0 0,0 0 0,0 1 1,0-1-1,0 0 0,-1 1 1,1 0-1,0-1 0,-1 1 0,1 0 1,-1 0-1,1 0 0,-1 1 0,1-1 1,-1 1-1,0-1 0,1 1 1,-1 0-1,-3 0 0,5 0-201,0 1 0,1-1 0,-1 1 0,0-1 0,1 1 0,-1-1 0,0 1 0,1 0 0,-1-1 0,1 1 0,-1-1-1,1 1 1,-1 0 0,1 0 0,-1-1 0,1 1 0,0 0 0,0 0 0,-1 0 0,1-1 0,0 1 0,0 0 0,0 0 0,0 0 0,0 0 0,0-1 0,0 1 0,0 0 0,0 0 0,0 0 0,0 0-1,1-1 1,-1 1 0,1 1 0,-1 5-2343,0 6-2890</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1:42.697"/>
    </inkml:context>
    <inkml:brush xml:id="br0">
      <inkml:brushProperty name="width" value="0.05" units="cm"/>
      <inkml:brushProperty name="height" value="0.05" units="cm"/>
      <inkml:brushProperty name="color" value="#E71224"/>
    </inkml:brush>
  </inkml:definitions>
  <inkml:trace contextRef="#ctx0" brushRef="#br0">0 0 12630,'0'0'11050,"8"13"-10255,0 3-651,-1 0 0,0 0 0,-1 1 0,0 0 1,4 26-1,-9-39-140,-1 0 1,1 0-1,1 0 1,-1 0-1,0 0 1,1-1-1,0 1 1,0 0-1,0-1 1,0 0-1,1 1 1,-1-1-1,1 0 1,0 0-1,-1-1 1,2 1-1,-1 0 1,6 3-1,-7-5 1,0-1 0,1 1 0,-1 0 0,1-1 0,-1 1 0,1-1 0,-1 0 0,1 0-1,-1 0 1,1 0 0,-1 0 0,1 0 0,-1-1 0,1 1 0,-1-1 0,1 0 0,-1 0-1,0 1 1,1-2 0,-1 1 0,0 0 0,0 0 0,0-1 0,0 1 0,0-1 0,0 0-1,0 1 1,-1-1 0,1 0 0,2-4 0,7-8 104,0-1 0,-2 0 0,1 0 0,-2-1 0,11-26 0,-19 41 310,0 15-6,2 69 258,1-49-932,-2 0-1,-1 1 1,-2-1 0,-2 0 0,-14 66 0,16-96-100,2-2-90,-1 0 1,1 0 0,-1 0 0,0 0 0,0 0 0,0 0 0,0 0 0,0 0-1,-1 0 1,1-1 0,-3 3 0,-7 3-5707</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1:44.345"/>
    </inkml:context>
    <inkml:brush xml:id="br0">
      <inkml:brushProperty name="width" value="0.05" units="cm"/>
      <inkml:brushProperty name="height" value="0.05" units="cm"/>
      <inkml:brushProperty name="color" value="#E71224"/>
    </inkml:brush>
  </inkml:definitions>
  <inkml:trace contextRef="#ctx0" brushRef="#br0">210 95 10309,'0'0'8038,"-4"-15"-7152,-10-44 117,13 58-957,0 0 0,0-1 0,0 1 0,0-1-1,0 1 1,0 0 0,0 0 0,0 0 0,-1 0 0,1 0 0,0 0 0,-1 0 0,1 0 0,-1 0 0,1 0-1,-1 1 1,1-1 0,-1 1 0,1-1 0,-1 1 0,0 0 0,1-1 0,-1 1 0,0 0 0,1 0-1,-1 0 1,0 0 0,1 1 0,-1-1 0,0 0 0,1 1 0,-4 0 0,-2 0 168,1 1-193,1-1 0,0 1 0,-1-1 1,1 2-1,0-1 0,0 0 0,0 1 1,1 0-1,-1 0 0,1 1 0,-1-1 1,1 1-1,0 0 0,0 0 0,1 0 1,-1 0-1,1 1 0,0 0 0,0-1 1,1 1-1,-3 6 0,-2 3-12,1 0 0,0 1 0,1 0 0,1-1 1,1 2-1,-3 22 0,5-33-12,0 4-11,0-1 0,1 1 0,0-1 0,1 1 0,1 12 0,-1-19 13,-1 0-1,1 0 1,0 0-1,-1 0 0,1-1 1,0 1-1,0 0 0,0-1 1,1 1-1,-1 0 1,0-1-1,1 1 0,-1-1 1,1 0-1,-1 1 0,1-1 1,-1 0-1,1 0 1,0 0-1,0 0 0,-1 0 1,1-1-1,0 1 0,0 0 1,0-1-1,0 0 1,0 1-1,3-1 0,2 1 7,-1-1-1,1 0 0,0-1 1,-1 0-1,1 0 1,-1 0-1,1 0 0,-1-1 1,0 0-1,0-1 0,0 1 1,0-1-1,0 0 1,0-1-1,-1 1 0,1-1 1,-1-1-1,0 1 0,-1 0 1,6-7-1,7-10 56,0-1 1,-2 0-1,20-41 0,-23 41-9,-10 25 17,0 0 0,-1 0 1,1 1-1,-1-1 0,0 0 0,0 1 0,0-1 0,-1 1 0,1 4 0,2 33 16,-3 41 1,0-27 13,0-59-71,1 1 1,0-1 0,0 1 0,0-1-1,1 1 1,-1 0 0,1-1 0,0 1-1,0 0 1,0 0 0,0 0 0,0 1 0,4-4-1,35-32 334,-34 33-336,1 0 0,0 0 0,0 1 0,0 0 0,0 1 0,1 0 0,0 0 0,-1 1 0,1 0 0,0 0 0,0 1 0,0 0 0,0 1 0,0 0 0,12 1 0,-17 0-13,1-1 0,-1 1 0,0-1-1,0 1 1,0 0 0,0 1 0,0-1 0,0 1-1,-1 0 1,1 0 0,0 0 0,-1 0-1,1 1 1,-1-1 0,0 1 0,0 0-1,0 0 1,0 0 0,-1 0 0,1 0 0,-1 1-1,0-1 1,0 1 0,0 0 0,0 0-1,0 0 1,-1-1 0,0 1 0,0 0-1,0 1 1,0-1 0,-1 0 0,1 8 0,-2-9-11,1 0 1,-1 0 0,1 0 0,-1-1 0,0 1 0,0 0 0,0-1 0,-1 1 0,1-1 0,-1 1 0,1-1 0,-1 0-1,0 1 1,0-1 0,-4 3 0,5-3-1,0-1 0,0 0-1,0 0 1,-1 0 0,1 0 0,0-1-1,-1 1 1,1 0 0,-1 0 0,1-1-1,-1 1 1,1-1 0,-1 0-1,0 1 1,1-1 0,-1 0 0,1 0-1,-1 0 1,0 0 0,1 0 0,-1 0-1,1 0 1,-1-1 0,0 1 0,1-1-1,-1 1 1,1-1 0,-1 1-1,1-1 1,-3-1 0,2-1-5,1 1-1,-1 0 1,1 0-1,0-1 1,-1 1 0,1-1-1,0 1 1,0-1 0,0 0-1,1 1 1,-1-1 0,1 0-1,0 1 1,-1-1-1,1 0 1,1-3 0,2-46-85,-2 47 81,1 0 0,0 0 0,0 1 0,0-1 0,0 1 0,1-1 0,0 1 0,0 0 0,0 0 0,0 0 0,0 0 0,1 1 0,0 0 0,0-1 0,0 1 0,0 1 0,0-1 0,1 0 0,-1 1 0,1 0 0,6-2 0,13-5 3,1 2 1,48-9-1,-57 13 14,51-7-80,31-5-287,-90 13 312,1 0-1,0-1 0,-1 0 1,0 0-1,0-1 0,0 0 1,0-1-1,8-5 0,-15 9 53,1 0 0,-1-1 0,1 1 0,-1 0 0,0 0 0,0-1 0,1 1 0,-1-1 0,0 1 0,0-1-1,-1 1 1,1-1 0,0 0 0,0 1 0,-1-1 0,1 0 0,-1 0 0,1 1 0,-1-1 0,0 0 0,0 0 0,0-3-1,-2 5 2,0 0 0,-1 0 0,1 0 0,0 0-1,0 0 1,-1 0 0,1 1 0,0-1 0,0 1-1,-3 0 1,0 2 11,0 0 0,0 0 0,1 1-1,0 0 1,0-1 0,0 1 0,0 1 0,0-1 0,1 1-1,0-1 1,0 1 0,0 0 0,0 0 0,1 0-1,0 0 1,0 1 0,-2 10 0,0 3 61,0 1 0,2 0 1,0 36-1,2-52-76,0 0 0,1 0 1,-1 1-1,1-1 0,0 0 0,0 0 1,0 0-1,0 0 0,1 0 1,0 0-1,0 0 0,0 0 0,0-1 1,0 1-1,1-1 0,0 0 0,0 0 1,0 0-1,0 0 0,0 0 1,0 0-1,1-1 0,-1 1 0,1-1 1,0 0-1,0 0 0,-1-1 1,1 1-1,1-1 0,-1 0 0,0 0 1,5 1-1,0-1-1,1 0 0,0 0 0,-1-1 0,1 0 0,0 0 0,0-1 0,-1-1 0,1 0 0,-1 0 0,1-1 0,-1 0 0,0 0 0,12-7 0,49-37-1306,-26 11-2893,-21 14-88</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1:44.674"/>
    </inkml:context>
    <inkml:brush xml:id="br0">
      <inkml:brushProperty name="width" value="0.05" units="cm"/>
      <inkml:brushProperty name="height" value="0.05" units="cm"/>
      <inkml:brushProperty name="color" value="#E71224"/>
    </inkml:brush>
  </inkml:definitions>
  <inkml:trace contextRef="#ctx0" brushRef="#br0">13 0 20521,'0'0'5411,"-13"82"-5027,13-36 48,0-3-288,0-6-112,0-6-32,0-5-192,0-9-960,0-4-1794</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1:45.033"/>
    </inkml:context>
    <inkml:brush xml:id="br0">
      <inkml:brushProperty name="width" value="0.05" units="cm"/>
      <inkml:brushProperty name="height" value="0.05" units="cm"/>
      <inkml:brushProperty name="color" value="#E71224"/>
    </inkml:brush>
  </inkml:definitions>
  <inkml:trace contextRef="#ctx0" brushRef="#br0">0 13 17944,'0'0'657,"62"-13"-18650</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1:45.643"/>
    </inkml:context>
    <inkml:brush xml:id="br0">
      <inkml:brushProperty name="width" value="0.05" units="cm"/>
      <inkml:brushProperty name="height" value="0.05" units="cm"/>
      <inkml:brushProperty name="color" value="#E71224"/>
    </inkml:brush>
  </inkml:definitions>
  <inkml:trace contextRef="#ctx0" brushRef="#br0">52 116 10405,'0'0'9305,"-8"2"-8261,-1 1-712,6-2-137,0 1-1,0-1 1,0 0-1,-1 0 1,1-1-1,0 1 1,-1-1 0,-4 1-1,8-41 2074,1 37-2247,-1-1 0,1 1 0,0-1 1,0 1-1,1-1 0,-1 1 0,1 0 0,-1 0 0,1 0 1,0 0-1,0 0 0,1 0 0,-1 0 0,0 0 1,1 1-1,0 0 0,0-1 0,0 1 0,3-2 0,-2 1-10,1 1 0,-1-1 0,1 1-1,0 0 1,0 0 0,0 0-1,0 1 1,0 0 0,0 0 0,0 0-1,0 0 1,11 1 0,-15 0-8,1 1 0,0-1 0,0 1 0,-1-1 0,1 1 0,0 0 0,0-1 0,-1 1-1,1 0 1,-1 0 0,1 0 0,-1 0 0,1 1 0,-1-1 0,0 0 0,0 1 0,0-1 0,1 0 0,0 3 0,1 1 5,-1 0 1,1 1-1,-1-1 0,0 1 0,0-1 0,1 7 1,0 8-10,-1-1 0,1 33 0,-3 7 9,0-58 22,-1-4-18,1 0 0,0 0 0,0 0 0,1 0 0,-1-1 0,0 1 0,1 0 0,0 0 0,0 0 0,0 0 0,2-4 0,5-9-19,0 0 1,0 1 0,1 0-1,1 1 1,1 0-1,0 1 1,0 0 0,2 0-1,25-19 1,-38 31 5,1 0 0,0 1 1,0-1-1,-1 1 0,1-1 1,0 1-1,0-1 0,0 1 0,0 0 1,0-1-1,-1 1 0,1 0 1,0 0-1,0 0 0,0 0 1,0 0-1,0 0 0,0 0 0,0 0 1,0 0-1,0 0 0,0 0 1,0 0-1,-1 1 0,1-1 0,0 0 1,0 1-1,0-1 0,0 1 1,0-1-1,-1 1 0,1-1 0,0 1 1,-1-1-1,1 1 0,0 0 1,-1 0-1,1-1 0,-1 1 1,1 0-1,-1 0 0,1-1 0,-1 1 1,1 1-1,14 47-47,-12-35 69,-1-3-55,1-1-1,1 1 1,0 0-1,0-1 1,12 19-1,-15-27 28,1 0 0,0 0 0,-1 0 0,1 0-1,0 0 1,0 0 0,0 0 0,1-1-1,-1 1 1,0-1 0,0 1 0,1-1 0,-1 0-1,1 0 1,-1 0 0,1 0 0,0-1 0,-1 1-1,1-1 1,0 0 0,-1 1 0,1-1 0,0 0-1,-1 0 1,1-1 0,0 1 0,-1-1-1,1 1 1,-1-1 0,1 0 0,2-1 0,1-1 4,-1 0 1,0-1-1,0 1 1,0-1-1,0 0 1,-1 0-1,0-1 1,0 1-1,0-1 1,0 0-1,-1 0 1,1 0-1,-1 0 1,2-7-1,2-2-4,-1-1-1,0 0 1,-2 0-1,5-21 1,-7 15 335,-1 12 13,-1 20-140,0 17-112,-1 21-184,3 1 0,11 78 1,-12-127-129,1 6-1280</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1:45.998"/>
    </inkml:context>
    <inkml:brush xml:id="br0">
      <inkml:brushProperty name="width" value="0.05" units="cm"/>
      <inkml:brushProperty name="height" value="0.05" units="cm"/>
      <inkml:brushProperty name="color" value="#E71224"/>
    </inkml:brush>
  </inkml:definitions>
  <inkml:trace contextRef="#ctx0" brushRef="#br0">1 2 16536,'0'0'7651,"4"-1"-9428,19 21-1360,-5 2-2706</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1:46.357"/>
    </inkml:context>
    <inkml:brush xml:id="br0">
      <inkml:brushProperty name="width" value="0.05" units="cm"/>
      <inkml:brushProperty name="height" value="0.05" units="cm"/>
      <inkml:brushProperty name="color" value="#E71224"/>
    </inkml:brush>
  </inkml:definitions>
  <inkml:trace contextRef="#ctx0" brushRef="#br0">16 0 17192,'0'0'8897,"0"3"-8758,-12 162 597,10-117-652,1-19-37,0 0 1,2 1-1,6 38 0,-6-63-68,0 1-1,0 0 1,0-1-1,1 1 1,0-1-1,0 0 1,0 0-1,1 0 1,0 0-1,0 0 1,0 0-1,0-1 1,1 1-1,0-1 1,0 0-1,0 0 1,0 0-1,0-1 1,1 0-1,0 0 1,0 0 0,0 0-1,6 2 1,-6-3-6,0-1 1,0 1 0,-1-1 0,1 0 0,1-1 0,-1 1 0,0-1-1,0 0 1,0 0 0,0-1 0,0 0 0,0 1 0,0-2-1,0 1 1,0 0 0,-1-1 0,1 0 0,0 0 0,-1-1 0,0 1-1,1-1 1,-1 0 0,0 0 0,0 0 0,-1-1 0,1 1-1,-1-1 1,1 0 0,4-8 0,6-10 23,-2-1 0,0 0 0,-1-1 1,12-44-1,-1 9 151,-13 107 697,-6-5-769,-3-24-112,1-1 0,1 0 0,0 1 0,2-1 0,0 0 0,12 31 0,-7-41-2137,-9-8 1955,0 0-1,1 0 0,-1 0 0,0 0 0,0 0 0,1 0 0,-1 0 1,0 0-1,1 0 0,-1 0 0,0 0 0,0 0 0,1 0 0,-1 0 0,0-1 1,1 1-1,2-7-5472,-1-7-3606</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1:46.717"/>
    </inkml:context>
    <inkml:brush xml:id="br0">
      <inkml:brushProperty name="width" value="0.05" units="cm"/>
      <inkml:brushProperty name="height" value="0.05" units="cm"/>
      <inkml:brushProperty name="color" value="#E71224"/>
    </inkml:brush>
  </inkml:definitions>
  <inkml:trace contextRef="#ctx0" brushRef="#br0">1 32 16311,'0'0'6147,"8"-32"-7011,3 49-1617,-5 1-1441,-2 1-6051</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1:47.404"/>
    </inkml:context>
    <inkml:brush xml:id="br0">
      <inkml:brushProperty name="width" value="0.05" units="cm"/>
      <inkml:brushProperty name="height" value="0.05" units="cm"/>
      <inkml:brushProperty name="color" value="#E71224"/>
    </inkml:brush>
  </inkml:definitions>
  <inkml:trace contextRef="#ctx0" brushRef="#br0">107 276 15895,'0'0'7052,"8"-16"-6047,22-50 22,-29 66-1008,-1-1-1,0 1 0,0-1 0,1 1 0,-1 0 0,0-1 0,0 1 0,0-1 1,1 1-1,-1-1 0,0 1 0,0-1 0,0 1 0,0-1 0,0 1 0,0-1 1,0 1-1,0-1 0,0 1 0,0-1 0,0 1 0,0-1 0,-1 1 0,1-1 1,0 1-1,0-1 0,0 1 0,-1-1 0,1 1 0,0 0 0,0-1 0,-1 1 1,1-1-1,0 1 0,-1 0 0,1-1 0,-1 1 0,1 0 0,0 0 0,-1-1 1,1 1-1,-1 0 0,1 0 0,-1 0 0,1-1 0,-1 1 0,1 0 0,-1 0 1,1 0-1,-1 0 0,1 0 0,-1 0 0,-24 2-11,23-2 21,-3 2-30,0-1 1,0 1-1,0 0 1,0 0-1,1 0 1,-1 1-1,1 0 1,-1 0-1,1 0 1,0 0-1,0 1 1,0-1-1,1 1 1,-1 0-1,1 0 1,0 1-1,0-1 1,1 1-1,-1-1 1,-3 10-1,2-4-6,0 0-1,0 1 0,1-1 1,1 1-1,0-1 1,0 1-1,1 0 0,0 0 1,2 13-1,-1-23 3,1 0-1,-1 0 0,1 0 0,-1-1 1,1 1-1,-1 0 0,1 0 1,0-1-1,0 1 0,-1-1 1,1 1-1,0 0 0,0-1 1,0 1-1,-1-1 0,1 0 1,0 1-1,0-1 0,0 0 1,0 1-1,0-1 0,0 0 1,0 0-1,0 0 0,0 0 1,0 0-1,0 0 0,0 0 1,0 0-1,0 0 0,0 0 1,-1-1-1,3 0 0,1 1-11,0-1 0,-1 0 0,1 1 0,0-2 0,-1 1 0,1 0 0,-1-1 0,4-1 0,3-6 34,-1 1 0,0-1 0,-1-1 0,0 1 0,0-1 0,11-22 0,-19 36-15,-1 0 0,1-1 0,0 1 0,0 0 0,0-1 0,1 1 0,-1 0 0,1-1 0,0 1 0,0-1 0,0 1 0,2 5 0,0-2 2,0 0-1,0 0 1,1 0 0,0-1-1,7 11 1,-8-14-1,0 0-1,1 0 1,-1 0-1,1-1 1,-1 0 0,1 0-1,0 0 1,0 0-1,0 0 1,0-1-1,0 1 1,0-1 0,1 0-1,-1-1 1,0 1-1,1-1 1,-1 1-1,0-1 1,1-1 0,-1 1-1,0-1 1,1 1-1,-1-1 1,0-1 0,0 1-1,4-2 1,2-1 0,0-1-1,0 1 1,0-2 0,-1 1 0,0-2 0,0 1 0,0-1 0,-1 0 0,9-11-1,-7 7 0,-1-1-1,0 0 1,-1-1-1,-1 0 0,0 0 1,0-1-1,-1 0 1,-1 0-1,0 0 1,2-16-1,-1-6 343,-2-1 1,-1-69 0,-3 106-325,0 0 1,0 1 0,-1-1 0,1 0-1,0 0 1,0 1 0,-1-1 0,1 0-1,0 1 1,-1-1 0,1 0 0,0 0-1,0 0 1,-1 1 0,1-1 0,-1 0-1,1 0 1,0 0 0,-1 0 0,1 0 0,0 0-1,-1 0 1,1 0 0,0 0 0,-1 0-1,1 0 1,-1 0 0,1 0 0,0 0-1,-1 0 1,1 0 0,0 0 0,-1 0-1,1 0 1,-1 0 0,1-1 0,0 1-1,0 0 1,-1 0 0,1-1 0,0 1 0,-1 0-1,1 0 1,0-1 0,0 1 0,-1 0-1,1 0 1,0-1 0,0 1 0,0 0-1,-1-1 1,1 1 0,0 0 0,0-1-1,0 1 1,0-1 0,0 1 0,0-1-1,-6 15-13,1 0 0,0 0 0,1 1 0,1-1 0,0 1 0,-1 24-1,4 98 53,1-74-47,-1-54-44,0 1 1,1 0 0,0 0-1,0-1 1,5 15 0,-5-22 22,0 1 0,0-1 1,0 0-1,0 1 0,0-1 0,0 0 1,1 0-1,-1 0 0,1 0 1,-1 0-1,1 0 0,0 0 1,0 0-1,0-1 0,0 1 0,0-1 1,0 1-1,0-1 0,0 0 1,1 0-1,-1 0 0,1 0 0,-1 0 1,0-1-1,1 1 0,3-1 1,-1 1-4,0-1 1,0 0 0,0 0-1,0 0 1,0-1 0,0 0 0,0 0-1,0 0 1,-1 0 0,1-1-1,0 0 1,-1 0 0,1 0-1,-1-1 1,1 1 0,-1-1 0,0 0-1,0 0 1,4-5 0,2-4-9,1-1 0,-2-1 0,0 0 1,12-24-1,24-37 42,-41 114 166,-4 21-47,-1-40-161,0 0-1,2 1 1,0-1 0,2 0 0,0 0 0,6 21 0,-6-36 925</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1:47.768"/>
    </inkml:context>
    <inkml:brush xml:id="br0">
      <inkml:brushProperty name="width" value="0.05" units="cm"/>
      <inkml:brushProperty name="height" value="0.05" units="cm"/>
      <inkml:brushProperty name="color" value="#E71224"/>
    </inkml:brush>
  </inkml:definitions>
  <inkml:trace contextRef="#ctx0" brushRef="#br0">2 24 18072,'0'0'6371,"-2"-24"-8516,18 33-1152,-3 4-4739</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1:48.710"/>
    </inkml:context>
    <inkml:brush xml:id="br0">
      <inkml:brushProperty name="width" value="0.05" units="cm"/>
      <inkml:brushProperty name="height" value="0.05" units="cm"/>
      <inkml:brushProperty name="color" value="#E71224"/>
    </inkml:brush>
  </inkml:definitions>
  <inkml:trace contextRef="#ctx0" brushRef="#br0">91 200 16824,'0'0'6504,"21"-10"-5784,67-27-151,-85 36-537,0 0-1,0 0 1,0 0 0,1 0 0,-1 0 0,0 1 0,1-1 0,-1 1 0,1 0 0,-1 0 0,0 0 0,1 0 0,-1 1 0,0-1 0,6 3 0,-7-2-19,0 0 0,0 0 1,-1 0-1,1 1 0,0-1 0,-1 0 1,1 1-1,-1 0 0,1-1 0,-1 1 1,0 0-1,0 0 0,0-1 1,0 1-1,0 0 0,0 0 0,0 0 1,0 3-1,1 7 1,-1 0 0,0 0 0,0 0 0,-1 0 0,-1 0-1,-3 16 1,3-15-10,-15 73 7,10-63 13,2-1 0,0 1 0,0 28 0,6-25-112,0 0 0,2 0 0,10 42 0,3 8-8,-15-64 125,0 1 0,0 0 0,-2 0 0,0 0 0,0-1 0,-1 1 0,0 0 0,-2 0 0,1-1 0,-6 16 0,6-22-16,-1-1 0,1 0 0,-1 0 0,0 0 0,0-1 0,-1 1 0,1-1 0,-1 0 1,0 0-1,0 0 0,-1 0 0,1-1 0,-1 1 0,0-1 0,0 0 0,0-1 0,0 1 0,0-1 0,0 0 0,-1 0 0,1-1 0,-1 0 0,1 0 0,-1 0 0,-8 0 0,6 0-23,-1-1 0,0 0 0,0 0 0,1-1 0,-1 0-1,1 0 1,-1-1 0,1 0 0,-1-1 0,-9-4-1,14 5 5,0 0 0,1-1 0,-1 1 0,1-1 0,0 0 0,0 0 0,0 0 0,0 0 0,0 0 0,1-1 0,-1 1 0,1-1 0,0 0 0,0 1 0,0-1 0,1 0 0,-1 0 0,1 0 0,0-1 0,0 1 0,1 0 0,-1 0 0,1-5 0,0 2-1,0 1 0,1-1-1,0 0 1,0 1-1,1-1 1,-1 0 0,1 1-1,1 0 1,-1 0 0,1-1-1,1 1 1,-1 1-1,1-1 1,0 0 0,0 1-1,0 0 1,1 0 0,0 0-1,6-4 1,14-11-19,0 1-1,54-29 1,-48 31 60,21-13-40,8-4 0,-1-2 0,-2-3 1,79-69-1,-132 105 10,-1 0 0,1 0 1,-1 0-1,0-1 0,0 0 0,0 1 1,-1-1-1,1 0 0,-1 0 0,0 0 1,0-1-1,-1 1 0,1 0 0,-1-1 0,0 1 1,1-7-1,-4 11-2,0 0 1,1 0-1,-1 0 1,0 0-1,0 0 1,0 0-1,1 1 1,-1-1-1,0 1 1,0-1-1,1 1 1,-1 0-1,-2 1 1,-1 2-1,1 1 1,-1 0 0,1 0-1,0 0 1,0 1 0,1-1-1,0 1 1,0 0 0,0 0-1,1 0 1,0 0 0,0 1-1,0-1 1,1 0 0,0 1-1,0-1 1,0 1 0,1-1-1,0 1 1,2 8 0,-2-13-3,0 0 0,0 0 1,1 0-1,0 0 0,-1 0 1,1 0-1,0 0 0,0 0 1,0-1-1,0 1 0,0 0 0,0 0 1,0-1-1,1 1 0,-1-1 1,1 1-1,-1-1 0,1 1 1,2 0-1,0 1 2,1-1 0,0 1-1,-1-1 1,1 0 0,0-1 0,1 1 0,7 1-1,3-1 6,1-1-1,0 0 0,34-3 0,-39 0-9,0-1-1,-1 0 1,0-1-1,1 0 1,-1-1-1,0 0 1,-1-1-1,0 0 1,0 0-1,0-1 1,0-1-1,-1 1 1,-1-2-1,10-10 1,-11 12 16,0 0 0,-1-1 1,0 1-1,-1-2 0,0 1 1,0-1-1,-1 1 0,0-1 0,0 0 1,-1-1-1,0 1 0,-1-1 0,0 1 1,0-1-1,-1 0 0,0 1 0,-2-17 1,1 25-12,-1-1 1,1 1 0,-1-1-1,0 1 1,0 0 0,0-1-1,1 1 1,-2 0-1,1 0 1,0-1 0,0 1-1,0 0 1,0 0 0,-1 0-1,1 1 1,0-1-1,-1 0 1,1 0 0,-1 1-1,1-1 1,-1 1 0,1-1-1,-1 1 1,1-1-1,-1 1 1,1 0 0,-1 0-1,0 0 1,1 0 0,-1 0-1,-1 0 1,-3 0-16,1 1 0,-1-1 0,1 1 0,0 0 0,-1 0 0,1 1 1,0-1-1,-8 4 0,6 1 11,0-1 0,0 1 0,0 0-1,1 1 1,0-1 0,0 1 0,1 0 0,0 1 0,0-1 0,1 1 0,0 0 0,0 0 0,1 1 0,0-1-1,0 1 1,1 0 0,0-1 0,1 1 0,0 0 0,0 0 0,1 0 0,1 17 0,-1-24-2,1 0 1,-1 0-1,0-1 1,1 1-1,-1 0 1,1-1-1,0 1 0,0 0 1,-1-1-1,1 1 1,0-1-1,0 1 1,1-1-1,-1 1 1,0-1-1,0 0 1,1 0-1,-1 0 0,1 0 1,-1 0-1,3 2 1,0-2-2,0 1 1,-1-1-1,1 0 0,0 0 1,0-1-1,0 1 0,0-1 1,0 1-1,6-2 0,-2 1-8,-1-1 0,1 0 0,-1-1 0,0 1 1,0-2-1,0 1 0,0-1 0,0 0 0,0 0 0,8-6 0,-3-1 4,-1-1 1,0-1-1,0 0 1,-1 0-1,-1-1 1,0 0-1,-1 0 1,-1-1-1,0 0 1,0-1-1,-2 1 0,8-30 1,-5 3 199,-1 0 0,-3 0 0,0-71 1,-21 134 805,9-4-843,0 0 0,1 1-1,1 0 1,1 0 0,0 0-1,2 1 1,-3 35-1,8 142 300,-2-196-454,0 9-3,1 1 0,1-1 0,0 0-1,0 1 1,1-1 0,0 0 0,1 0-1,5 10 1,-7-16-10,1 0 1,-1 0-1,1 0 0,-1 0 0,1-1 0,0 1 1,1-1-1,-1 0 0,1 0 0,-1 0 0,1-1 0,0 1 1,0-1-1,0 0 0,0 0 0,0 0 0,1-1 0,-1 1 1,0-1-1,9 1 0,-3-1-101,0 0 1,0-1-1,0-1 1,1 0-1,-1 0 0,0-1 1,0 0-1,-1 0 1,1-1-1,10-5 1,-15 5-191,0 1 1,0-1-1,0 0 1,0-1-1,0 1 1,-1-1-1,0 0 1,5-6-1,-6 7-237,0-1 0,-1 0 0,1 0 0,-1 0 0,0 0-1,-1 0 1,1-1 0,0 1 0,-1-1 0,0 1 0,0-7 0,0-20-6328</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1:49.886"/>
    </inkml:context>
    <inkml:brush xml:id="br0">
      <inkml:brushProperty name="width" value="0.05" units="cm"/>
      <inkml:brushProperty name="height" value="0.05" units="cm"/>
      <inkml:brushProperty name="color" value="#E71224"/>
    </inkml:brush>
  </inkml:definitions>
  <inkml:trace contextRef="#ctx0" brushRef="#br0">91 43 8580,'0'0'12088,"-9"0"-11197,3-1-637,1 1-4,0-1 0,0 1-1,0 0 1,-1 0 0,1 0 0,0 1 0,0 0-1,0 0 1,0 0 0,1 1 0,-1-1 0,0 1-1,-5 3 1,10-4-20,32 10 12,3-11-224,0-1 0,0-2 0,-1-1 0,1-2 0,53-15 0,46-8-1289,-110 26-176,-13 3-5363</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1:51.104"/>
    </inkml:context>
    <inkml:brush xml:id="br0">
      <inkml:brushProperty name="width" value="0.05" units="cm"/>
      <inkml:brushProperty name="height" value="0.05" units="cm"/>
      <inkml:brushProperty name="color" value="#E71224"/>
    </inkml:brush>
  </inkml:definitions>
  <inkml:trace contextRef="#ctx0" brushRef="#br0">3 128 10741,'0'0'9642,"0"-12"-8901,-1 10-735,1-2 71,-1 1 0,1-1 0,0 1 0,0-1 0,0 0 0,0 1 0,0-1 0,1 0 0,0 1 0,0-1 0,0 1 0,0-1 0,0 1 0,1-1 0,-1 1 0,1 0 0,0 0 0,0 0 0,0 0 0,0 0 0,1 0 0,-1 1 0,1-1 0,0 1 0,0-1 0,0 1 0,0 0 0,3-2 0,0 1-7,-1 0 0,1 1 0,0-1 1,-1 1-1,1 1 0,0-1 0,0 1 1,0 0-1,0 0 0,1 0 0,-1 1 0,0 0 1,0 0-1,0 1 0,0 0 0,0 0 1,0 0-1,0 1 0,0-1 0,0 2 0,0-1 1,-1 1-1,8 4 0,-7-3-61,0 1-1,0 1 0,-1-1 1,1 1-1,-1 0 1,-1 0-1,1 0 1,-1 1-1,0 0 1,-1-1-1,1 1 1,-1 1-1,-1-1 1,1 0-1,-1 1 0,-1-1 1,1 1-1,0 9 1,-1-5-7,-1 0 0,1 0 1,-2 0-1,0 0 0,0-1 0,-6 23 0,7-31-4,-1 0 0,-1 1-1,1-1 1,0 0-1,-1 0 1,1 1-1,-1-1 1,0-1-1,0 1 1,0 0-1,-1 0 1,1-1-1,-1 1 1,1-1 0,-1 0-1,0 0 1,0 0-1,0 0 1,0 0-1,0-1 1,0 1-1,-1-1 1,1 0-1,0 0 1,-1 0-1,1 0 1,-6 0 0,8-1 3,0 0 0,0 0 0,0 0 0,0 0 0,0-1 0,0 1 0,0 0-1,0 0 1,0-1 0,0 1 0,0-1 0,0 1 0,0-1 0,0 1 0,0-1 0,0 0 0,1 1 0,-1-1 0,0 0 0,0 1 0,1-1 0,-1 0 0,0 0 0,1 0 0,-1 0 0,1 0 0,0 0 0,-1 0 0,1 0 0,-1 0 0,1 0 0,0 0 0,0-2 0,-3-40 141,4 33-91,-1-2-19,2 1 0,-1 0 1,2 0-1,-1 0 0,1 0 0,1 1 0,0-1 0,0 1 0,1 0 0,1 0 0,0 0 0,0 1 1,0 0-1,1 0 0,1 1 0,-1 0 0,11-8 0,-12 10-162,2 1-1,-1 0 1,0 0 0,1 0-1,0 1 1,0 0-1,0 1 1,1 0 0,15-4-1,-17 6-366,0 0 0,0 1 0,0-1 0,0 1 0,0 1 0,0-1 1,0 1-1,0 1 0,0-1 0,0 1 0,0 0 0,0 1 0,7 4 0,37 16-6226,-28-13 2310</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1:53.919"/>
    </inkml:context>
    <inkml:brush xml:id="br0">
      <inkml:brushProperty name="width" value="0.05" units="cm"/>
      <inkml:brushProperty name="height" value="0.05" units="cm"/>
      <inkml:brushProperty name="color" value="#E71224"/>
    </inkml:brush>
  </inkml:definitions>
  <inkml:trace contextRef="#ctx0" brushRef="#br0">157 177 8612,'0'0'11160,"2"-12"-9813,7-33-120,-9 44-1192,0 1 0,0-1 0,0 0 0,0 1 0,-1-1 0,1 1-1,0-1 1,0 0 0,-1 1 0,1-1 0,0 1 0,-1-1 0,1 1 0,0-1 0,-1 1-1,1 0 1,-1-1 0,1 1 0,0-1 0,-1 1 0,1 0 0,-1-1 0,0 1-1,1 0 1,-1 0 0,1-1 0,-1 1 0,1 0 0,-1 0 0,0 0 0,1 0 0,-1 0-1,1 0 1,-1-1 0,0 2 0,1-1 0,-1 0 0,1 0 0,-1 0 0,-1 0 0,-22 3 100,18 0-127,0-1 0,-1 1-1,1-1 1,1 2 0,-1-1 0,0 1-1,1-1 1,0 2 0,-1-1-1,2 0 1,-1 1 0,0 0 0,1 0-1,0 1 1,0-1 0,1 1 0,-6 11-1,4-5-12,0 0 1,1 0-1,0 0 0,1 1 0,0 0 1,1 0-1,1-1 0,-1 17 0,2-29 5,0 1-1,0-1 1,0 1-1,0-1 1,0 1-1,0-1 1,0 0-1,0 1 1,0-1-1,1 1 1,-1-1-1,0 1 1,0-1-1,0 0 1,0 1-1,1-1 0,-1 1 1,0-1-1,1 0 1,-1 1-1,0-1 1,1 0-1,-1 1 1,0-1-1,1 0 1,-1 0-1,0 1 1,1-1-1,-1 0 1,1 0-1,-1 0 1,0 1-1,1-1 1,0 0-1,19-4 36,15-17 92,8-32-43,-32 37-49,1 1 1,22-22-1,-33 37 320,13 32-307,-7 24 23,-6-43-65,0-1 0,1 1 1,4 16-1,-6-29-5,0 0 1,1 1-1,-1-1 1,0 0-1,0 1 0,1-1 1,-1 0-1,0 0 1,1 1-1,-1-1 1,0 0-1,1 0 1,-1 1-1,0-1 1,1 0-1,-1 0 1,1 0-1,-1 0 0,1 0 1,-1 0-1,0 0 1,1 0-1,-1 0 1,1 0-1,-1 0 1,0 0-1,1 0 1,-1 0-1,1 0 1,-1 0-1,1 0 0,-1 0 1,0 0-1,1-1 1,-1 1-1,0 0 1,1 0-1,-1 0 1,0-1-1,1 1 1,-1 0-1,0-1 1,1 1-1,-1 0 0,0-1 1,0 1-1,1-1 1,18-17 74,-17 16-84,3-3 21,2-2 6,0 0 1,0 0 0,1 1 0,13-10 0,-19 16-19,-1-1 0,0 0 0,1 0 0,-1 1-1,1-1 1,-1 0 0,1 1 0,-1 0 0,1-1 0,-1 1-1,1 0 1,-1 0 0,1 0 0,-1 0 0,1 0 0,-1 0 0,1 0-1,-1 0 1,1 1 0,-1-1 0,1 0 0,-1 1 0,1 0 0,-1-1-1,0 1 1,1 0 0,-1 0 0,0-1 0,1 1 0,-1 0 0,0 0-1,0 1 1,0-1 0,0 0 0,0 0 0,0 0 0,1 2 0,14 37 20,-15-35-21,1 0-1,0 0 1,0 0-1,0 0 0,0-1 1,1 1-1,0 0 1,0-1-1,4 5 1,-6-8 0,-1-1 0,1 0 0,-1 1 0,1-1 1,0 0-1,-1 0 0,1 1 0,0-1 0,0 0 1,-1 0-1,1 0 0,0 0 0,-1 0 1,1 0-1,0 0 0,0 0 0,-1 0 0,1 0 1,0-1-1,-1 1 0,1 0 0,0 0 1,-1-1-1,1 1 0,0 0 0,-1-1 0,1 1 1,-1-1-1,1 1 0,-1-1 0,1 1 1,-1-1-1,1 0 0,19-22 35,-16 17-29,0 2 5,5-8 2,0 1 1,1 0-1,1 0 1,-1 1 0,2 0-1,0 1 1,0 1-1,21-12 1,-32 20-22,0 0 1,0 0 0,0 0-1,1 0 1,-1 0-1,0 0 1,0 0-1,0 1 1,0-1 0,0 0-1,1 1 1,-1-1-1,0 1 1,0 0-1,0-1 1,0 1-1,0 0 1,-1-1 0,1 1-1,0 0 1,0 0-1,0 0 1,0 1-1,24 30-73,-11-12-86,-6-12-282,1 0 0,0-1 0,0 0 0,1 0 0,-1-1 0,2 0 0,-1-1 0,0 0 0,1 0 0,0-2 0,14 5 0,-18-7 305,-1 0 0,1 0 0,0 0 0,-1-1 0,1 0 0,0 0 0,-1 0 0,1-1 0,0 0 0,-1 0 0,1-1 0,-1 0 0,0 0 0,1-1 0,-1 1 0,0-1 0,0-1 0,-1 1 0,1-1 0,8-7 0,-4 1 425,-1 0 0,0 0 0,0-1 0,10-18-1,-16 25-4,0-1 0,-1 1 0,0-1-1,0 1 1,0-1 0,-1 0 0,1 0-1,-1 0 1,0 0 0,-1 0-1,1 0 1,-1 0 0,0 0 0,0 0-1,-2-7 1,1 12-208,1-1 1,-1 0-1,0 0 0,0 1 0,0-1 1,0 1-1,0-1 0,0 1 0,0-1 0,-1 1 1,1 0-1,0 0 0,0-1 0,0 1 0,0 0 1,0 0-1,0 0 0,-1 0 0,1 0 1,0 0-1,0 1 0,-2-1 0,-27 5 97,20-1-149,0 1-1,1 1 1,-1 0 0,1 0-1,0 0 1,0 1-1,1 1 1,0-1 0,1 1-1,-1 1 1,1 0-1,1 0 1,0 0-1,0 0 1,1 1 0,0 0-1,1 0 1,0 1-1,0-1 1,1 1 0,1 0-1,-1-1 1,2 1-1,-1 16 1,2-26-43,0 1 0,0 0 0,0-1 0,0 1 0,1 0 0,-1-1 1,1 1-1,-1 0 0,1-1 0,0 1 0,-1-1 0,1 1 0,0-1 0,0 1 0,0-1 0,0 0 1,0 1-1,0-1 0,1 0 0,-1 0 0,0 0 0,3 2 0,-1-1-33,1-1-1,-1 1 0,1-1 1,0 0-1,0 0 1,-1 0-1,1 0 0,0-1 1,7 1-1,-2-1-36,0 0 1,0-1-1,-1 0 1,1-1-1,0 0 0,-1 0 1,1 0-1,14-8 1,-13 4 71,0-1 1,-1 0-1,0 0 0,0-1 1,-1 0-1,0 0 1,0-1-1,-1-1 1,0 1-1,-1-1 1,0 0-1,0 0 1,-1-1-1,-1 1 1,0-1-1,0 0 1,3-20-1,1-12 683,-3-1 1,-1 0-1,-3-58 0,-1 73 101,-17 44 549,10-3-1289,1 1 0,0 0 1,0 0-1,2 0 1,-1 1-1,2-1 1,0 1-1,-2 20 0,0 118 22,6-110-59,-1-36-4,0 0 1,0 0-1,1 0 0,0-1 1,0 1-1,0 0 0,1 0 1,0-1-1,0 1 0,0-1 1,1 1-1,0-1 0,4 6 1,-4-7-41,0-1 0,1 1 0,-1-1 0,1 0 0,0 0 0,0-1 0,0 1 0,0-1 0,0 0 0,0 0 0,1 0 0,-1-1 0,1 1 0,-1-1 0,1 0 0,0-1 0,6 1 0,-2 0-28,0-1 0,0 0 1,0 0-1,0-1 1,-1 0-1,1 0 1,0-1-1,0-1 1,-1 1-1,1-2 0,-1 1 1,13-8-1,-9 4 13,-1-2-1,-1 1 1,0-1-1,0-1 0,0 1 1,-1-2-1,12-18 1,-13 19 176,-1-1 0,0 0 0,-1 0 0,0 0 1,-1-1-1,-1 1 0,1-1 0,-2 0 0,0-1 0,0 1 1,1-17-1,-4 28 386,-13 3-114,9 1-361,0-1-1,0 1 0,1 0 1,-1 1-1,1-1 1,0 0-1,0 1 1,0 0-1,0 0 1,0 0-1,1 0 1,0 0-1,0 0 0,0 1 1,0-1-1,-1 8 1,-2 4 25,1 1 0,1 0 0,-2 22 1,4-28-121,0 39-939,0-49 997,1 0 0,0 0 0,0 0 0,0 1 0,1-1 0,-1 0 0,0 0 0,0 0 0,1 1 0,-1-1 0,1 0 0,-1 0 0,1 0 0,-1 0 0,1 0 1,0 0-1,-1 0 0,1 0 0,0 0 0,0 0 0,0 0 0,0-1 0,0 1 0,0 0 0,0-1 0,0 1 0,0 0 0,0-1 0,0 1 0,0-1 0,2 1 0,0-1 8,1 1 1,-1-1-1,1 0 0,-1 0 1,1 0-1,-1 0 0,1-1 1,-1 0-1,1 1 0,-1-1 1,0 0-1,1-1 0,-1 1 1,0-1-1,0 1 0,0-1 1,0 0-1,0 0 0,0 0 1,0-1-1,-1 1 0,1-1 1,-1 1-1,0-1 0,0 0 1,0 0-1,0 0 0,2-5 1,1-5 66,-1 0 1,-1 0 0,0 0 0,-1-1 0,-1 1 0,1-15 0,-2 18 126,0 8-153,1 0-1,-1 0 1,0 0 0,0 0-1,1 0 1,-1 0 0,1 0-1,0 0 1,-1 1 0,1-1-1,0 0 1,0 0 0,0 1-1,1-1 1,-1 0 0,0 1-1,0-1 1,1 1-1,-1 0 1,1 0 0,-1-1-1,1 1 1,0 0 0,0 0-1,-1 0 1,1 0 0,0 1-1,0-1 1,0 0 0,0 1-1,0 0 1,0-1 0,0 1-1,0 0 1,0 0 0,0 0-1,0 0 1,0 0 0,-1 0-1,1 1 1,0-1 0,0 1-1,0-1 1,0 1 0,0 0-1,0 0 1,-1 0 0,1 0-1,0 0 1,-1 0 0,1 0-1,0 0 1,-1 1 0,0-1-1,1 1 1,-1-1 0,0 1-1,2 3 1,1 3-9,-1 1-1,-1-1 1,1 1 0,-1 0-1,-1-1 1,0 1 0,0 13-1,6 30 52,-7-52-54,0 1-1,0-1 1,1 0 0,-1 0-1,0 1 1,0-1-1,1 0 1,-1 0-1,0 1 1,1-1-1,-1 0 1,0 0 0,1 0-1,-1 0 1,0 1-1,1-1 1,-1 0-1,1 0 1,-1 0-1,0 0 1,1 0 0,-1 0-1,1 0 1,-1 0-1,0 0 1,1 0-1,-1 0 1,0 0 0,1-1-1,-1 1 1,1 0-1,-1 0 1,0 0-1,1 0 1,-1-1-1,0 1 1,1 0 0,-1 0-1,0-1 1,0 1-1,1 0 1,-1 0-1,0-1 1,0 1-1,1 0 1,-1-1 0,0 1-1,0 0 1,0-1-1,0 1 1,1-1-1,17-19 266,-17 19-257,11-15 64,23-23 21,-34 37-91,1 0-1,1 0 1,-1 0 0,0 0-1,0 1 1,1-1 0,-1 1-1,1 0 1,-1 0 0,1 0-1,0 0 1,-1 0 0,1 0-1,5 0 1,-7 2-15,0-1 1,0 1-1,0 0 0,0-1 1,0 1-1,0 0 0,0 0 1,-1 0-1,1 0 0,0-1 0,0 1 1,-1 0-1,1 0 0,-1 0 1,1 0-1,-1 1 0,1-1 0,-1 0 1,0 0-1,1 2 0,9 31-47,-8-26 45,-2-7 4,0 1 0,0-1 0,0 1 0,1-1 0,-1 1 0,1-1 0,-1 1 0,1-1 0,0 0 0,0 1 0,-1-1 0,1 0 0,0 1 0,0-1 0,0 0-1,0 0 1,0 0 0,1 0 0,-1 0 0,0 0 0,0 0 0,1-1 0,-1 1 0,1 0 0,-1-1 0,0 1 0,1-1 0,-1 1 0,1-1 0,-1 0 0,1 1 0,-1-1 0,1 0 0,0 0 0,-1 0 0,1 0 0,-1-1 0,1 1 0,-1 0 0,1-1-1,-1 1 1,1 0 0,-1-1 0,0 0 0,1 1 0,-1-1 0,0 0 0,1 0 0,1-1 0,10-7-11,-1 0-1,0-1 1,0-1-1,10-12 1,-9 10 11,-12 13 4,26-21-15,-26 20 8,0 1 0,0 0 0,-1 0-1,1 0 1,0 0 0,0-1 0,-1 1 0,1 0 0,0 0-1,0 1 1,0-1 0,-1 0 0,1 0 0,0 0 0,0 0-1,-1 1 1,1-1 0,0 0 0,-1 1 0,1-1 0,0 0-1,-1 1 1,1-1 0,0 1 0,-1-1 0,1 1 0,-1-1-1,1 1 1,-1 0 0,1-1 0,-1 1 0,0 0-1,1-1 1,-1 1 0,0 0 0,1-1 0,-1 1 0,0 0-1,1 1 1,2 4-117,0 1-1,0-1 1,1 0-1,0 0 1,0 0-1,1 0 1,0-1 0,0 0-1,0 0 1,1 0-1,-1-1 1,1 0-1,0 0 1,0 0-1,1-1 1,6 4-1,-9-6 49,0 1 1,1-1-1,-1 0 0,1 0 0,-1 0 0,0-1 0,1 1 0,-1-1 0,1 0 0,-1 0 1,1-1-1,-1 0 0,1 1 0,-1-1 0,0-1 0,1 1 0,-1-1 0,0 1 0,0-1 1,0 0-1,0-1 0,0 1 0,-1-1 0,1 1 0,-1-1 0,0 0 0,4-4 0,2-6 121,0 0-1,-1-1 0,-1 0 0,0-1 1,0 1-1,-2-1 0,0-1 0,6-26 1,12-36 799,29-42 1840,-63 220-961,-9 43-1703,19-126-94,1 0 1,0 0-1,1 0 0,1 0 0,0 0 0,6 22 0,-7-37 37,0 1 0,-1-1 0,1 1 0,0-1 0,0 0 0,0 1-1,0-1 1,1 0 0,-1 0 0,1 0 0,-1 0 0,1 0 0,0 0-1,0 0 1,-1-1 0,1 1 0,0-1 0,1 1 0,-1-1 0,0 0-1,4 2 1,-3-3 24,-1 1 0,1-1 0,0 0 0,0 0 0,0-1 0,-1 1 0,1 0 0,0-1 0,-1 0 0,1 0 0,0 0 0,-1 0-1,1 0 1,-1 0 0,1 0 0,2-3 0,6-4 7,0-1 1,-1 0-1,0-1 0,0 0 0,-1-1 0,11-16 1,21-51 68,-42 85-80,0-1-1,1 0 1,0 1-1,0-1 1,0 1-1,2 10 1,-1-5 14,1-5-9,-1 0 0,1 0 0,0 0 0,0-1 0,1 1 0,0-1 0,0 1 0,1-1-1,-1 0 1,1 0 0,1-1 0,5 7 0,-8-9-18,1 0 1,-1 0-1,1-1 0,0 1 0,0-1 1,0 0-1,0 0 0,0 0 0,0 0 1,0 0-1,1-1 0,-1 1 0,1-1 0,-1 0 1,1 0-1,0 0 0,-1-1 0,1 1 1,0-1-1,0 0 0,-1 0 0,1 0 1,0-1-1,0 1 0,3-2 0,-3 0 38,0-1 0,0 0-1,0 1 1,-1-2 0,1 1 0,-1 0-1,0-1 1,0 1 0,0-1-1,-1 0 1,1 0 0,-1 0-1,3-7 1,25-59 292,-29 68-289,11-46 855,-10 33 133,-8 34-720,-29 79-159,18-57-38,-11 47 1,16-28-12,2-1 1,-3 78 0,9 123 569,-6 81 174,7-308-746,-2-1 0,-10 36 1,13-60-58,0 0-1,-1 0 1,0-1 0,0 1 0,-1-1 0,0 0-1,0 0 1,0 0 0,-1 0 0,0-1 0,-1 0-1,1 0 1,-13 10 0,15-14-7,1-1 0,-1 1 0,0-1 1,0 1-1,0-1 0,0 0 0,0 0 0,0 0 0,0 0 1,0-1-1,-1 1 0,1-1 0,0 0 0,0 0 0,-1 0 0,1 0 1,0-1-1,0 1 0,-7-3 0,5 1 5,0-1 0,0 0-1,0 1 1,0-2 0,1 1-1,-1-1 1,1 1 0,0-1 0,0 0-1,-5-8 1,-3-5 7,1 0 0,1-1 1,0 0-1,1-1 0,-6-21 0,3 2-8,2 0 1,2-1-1,1 0 0,2 0 1,2 0-1,2-1 1,5-69-1,-1 93-17,-1 0 0,2 1 0,0-1-1,1 1 1,1 0 0,0 0 0,1 0 0,0 1 0,1 0 0,11-14 0,-3 9-11,0 0 0,1 0 0,1 2 0,1 0 0,39-26 0,-7 13-6,0 2-1,2 2 1,1 2-1,99-28 1,-136 47-878,68-18 2063,-40 18-5354,-6 9-9191,-25 2 2916</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1:54.279"/>
    </inkml:context>
    <inkml:brush xml:id="br0">
      <inkml:brushProperty name="width" value="0.05" units="cm"/>
      <inkml:brushProperty name="height" value="0.05" units="cm"/>
      <inkml:brushProperty name="color" value="#E71224"/>
    </inkml:brush>
  </inkml:definitions>
  <inkml:trace contextRef="#ctx0" brushRef="#br0">0 1 15559,'0'0'13014</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1:59.846"/>
    </inkml:context>
    <inkml:brush xml:id="br0">
      <inkml:brushProperty name="width" value="0.05" units="cm"/>
      <inkml:brushProperty name="height" value="0.05" units="cm"/>
      <inkml:brushProperty name="color" value="#E71224"/>
    </inkml:brush>
  </inkml:definitions>
  <inkml:trace contextRef="#ctx0" brushRef="#br0">37 6 2625,'0'0'19623,"-6"-1"-19303,-19-3-155,19 3 481,38 3 840,26 1-1139,64-5-1,-21-1-434,-99 37 8,-2-29 84,-1 0-1,0 0 1,0 0 0,-1 0-1,0 0 1,1-1-1,-1 1 1,-1-1-1,1 1 1,-1-1 0,0 0-1,-4 5 1,-50 53 33,25-29-22,20-19 28,7-9-48,0-1 0,1 1-1,0 0 1,0 0-1,0 0 1,1 0 0,-1 1-1,1-1 1,1 1 0,-1 0-1,1 0 1,0 0-1,0 0 1,-1 9 0,47-13 181,-26-3-115,0-1 0,-1-1 1,1-1-1,0 0 0,25-11 1,-22 8-1099,0 0 1,0 2-1,26-4 1,-24 9-5364,-15 0 1027</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00.189"/>
    </inkml:context>
    <inkml:brush xml:id="br0">
      <inkml:brushProperty name="width" value="0.05" units="cm"/>
      <inkml:brushProperty name="height" value="0.05" units="cm"/>
      <inkml:brushProperty name="color" value="#E71224"/>
    </inkml:brush>
  </inkml:definitions>
  <inkml:trace contextRef="#ctx0" brushRef="#br0">0 4 10501,'0'0'13008,"0"-4"-12370,0 104 1234,0-2-4856,0-98 2834,0 1-123,0 0 0,0-1 1,0 1-1,0 0 0,0-1 0,0 1 0,0-1 0,0 1 1,0 0-1,1-1 0,-1 1 0,0 0 0,0-1 1,0 1-1,1-1 0,-1 1 0,0-1 0,1 1 1,-1-1-1,0 1 0,1-1 0,0 1 0</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00.598"/>
    </inkml:context>
    <inkml:brush xml:id="br0">
      <inkml:brushProperty name="width" value="0.05" units="cm"/>
      <inkml:brushProperty name="height" value="0.05" units="cm"/>
      <inkml:brushProperty name="color" value="#E71224"/>
    </inkml:brush>
  </inkml:definitions>
  <inkml:trace contextRef="#ctx0" brushRef="#br0">1 0 11237,'0'0'12134,"23"24"-11526,-17-3-240,-2-1-368,2 1 32,0-5-96,0 1-16,-1 1-400,3 1-817,-2 1-880,2 1-1600,0 1-2754</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01.458"/>
    </inkml:context>
    <inkml:brush xml:id="br0">
      <inkml:brushProperty name="width" value="0.05" units="cm"/>
      <inkml:brushProperty name="height" value="0.05" units="cm"/>
      <inkml:brushProperty name="color" value="#E71224"/>
    </inkml:brush>
  </inkml:definitions>
  <inkml:trace contextRef="#ctx0" brushRef="#br0">88 1 8516,'0'0'14126,"-14"0"-12949,-45 0-406,45 2-13,15 1-476,11 1-87,56-1 121,129-11 0,-172 6-321,-25 2-5,1 0 0,-1-1-1,1 1 1,-1 0 0,1 0 0,-1 0 0,0 0-1,1 0 1,-1 0 0,1 0 0,-1 0-1,1 0 1,-1 0 0,1 0 0,-1 0 0,0 0-1,1 1 1,-1-1 0,1 0 0,-1 0-1,0 0 1,1 1 0,-1-1 0,1 0 0,-1 0-1,0 1 1,1-1 0,-1 0 0,0 1-1,0-1 1,1 0 0,-1 1 0,0-1 0,0 0-1,1 1 1,-1-1 0,0 1 0,0-1 0,0 1-1,0-1 1,0 0 0,1 1 0,-1 0-1,-11 22-56,-26 20 147,33-38-76,-21 19 15,1 1 0,1 0-1,1 2 1,2 0 0,-21 37 0,40-63-24,1 0 0,-1-1 0,1 1-1,-1 0 1,1 0 0,-1-1 0,1 1 0,0 0 0,0 0 0,-1 0-1,1 0 1,0-1 0,0 1 0,0 0 0,0 0 0,0 0 0,0 0-1,0 0 1,0-1 0,0 1 0,0 0 0,0 0 0,1 0 0,-1 0-1,0-1 1,1 1 0,-1 0 0,0 0 0,1-1 0,-1 1-1,1 0 1,0 1 0,1-2 6,0 1-1,0 0 1,0-1-1,0 1 1,0-1-1,0 1 0,0-1 1,0 0-1,0 0 1,0 0-1,0 0 1,1 0-1,1-1 1,9-1 6,-1-1 1,1 0-1,20-9 1,8-8-71,-16 8-1028,44-16-1,-60 25-1165,1 1 0,0 0 0,0 1-1,17-1 1,-16 2-2270</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01.860"/>
    </inkml:context>
    <inkml:brush xml:id="br0">
      <inkml:brushProperty name="width" value="0.05" units="cm"/>
      <inkml:brushProperty name="height" value="0.05" units="cm"/>
      <inkml:brushProperty name="color" value="#E71224"/>
    </inkml:brush>
  </inkml:definitions>
  <inkml:trace contextRef="#ctx0" brushRef="#br0">22 0 9268,'0'0'13809,"-3"2"-13104,1 0-625,0 0 1,0 0 0,1 0 0,-1 0-1,1 0 1,-1 1 0,1-1 0,0 1-1,0-1 1,0 1 0,0-1 0,1 1-1,-1-1 1,1 1 0,-1 0 0,1-1-1,0 1 1,0 4 0,2 70 373,-1-45-351,-1 22-356,0-31-3141</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02.300"/>
    </inkml:context>
    <inkml:brush xml:id="br0">
      <inkml:brushProperty name="width" value="0.05" units="cm"/>
      <inkml:brushProperty name="height" value="0.05" units="cm"/>
      <inkml:brushProperty name="color" value="#E71224"/>
    </inkml:brush>
  </inkml:definitions>
  <inkml:trace contextRef="#ctx0" brushRef="#br0">0 1 10901,'0'0'7619,"15"4"-7053,44 19-54,-57-22-487,-1 0 0,0 0 0,1 0 0,-1 1 0,0-1 1,0 0-1,0 1 0,1-1 0,-2 1 0,1 0 0,0-1 0,0 1 0,0 0 0,-1-1 0,1 1 0,-1 0 0,1 0 0,-1-1 0,0 1 0,0 0 0,0 0 0,0 0 0,0-1 0,0 1 0,0 0 0,-1 0 0,1 0 0,0-1 0,-2 3 0,0 3 107,0-1 0,0 1 0,-1-1 0,0 0 0,-6 8-1,-1 0 45,7-10-23,0 0 0,0 0 1,0 0-1,0 0 0,1 0 0,0 0 0,-1 1 1,2 0-1,-1-1 0,0 1 0,0 5 1,40-10 833,-28-2-852,0 0 1,-1 0-1,1-1 1,0 0-1,-1 0 1,1-1-1,15-10 1,34-13-2018,-19 20-4609</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08.505"/>
    </inkml:context>
    <inkml:brush xml:id="br0">
      <inkml:brushProperty name="width" value="0.05" units="cm"/>
      <inkml:brushProperty name="height" value="0.05" units="cm"/>
      <inkml:brushProperty name="color" value="#E71224"/>
    </inkml:brush>
  </inkml:definitions>
  <inkml:trace contextRef="#ctx0" brushRef="#br0">13 262 15879,'0'0'7150,"-3"17"-6704,-1 5-267,2 1 0,0-1 1,1 1-1,3 35 0,13 203 718,-17-389-651,6-170-239,-2 279-14,1-1-1,0 0 1,2 1-1,0-1 1,2 1-1,14-30 1,-18 43 4,-1 0 0,1 0 0,1 0 0,-1 0 0,1 1 0,0 0 0,1 0 0,-1 0 0,1 0-1,0 1 1,0 0 0,0 0 0,1 0 0,-1 1 0,1-1 0,0 1 0,0 1 0,0-1 0,0 1 0,1 0 0,-1 0 0,1 1 0,10-1 0,-14 2-1,0 0 0,0 1 1,0 0-1,-1-1 0,1 1 1,0 0-1,-1 1 0,1-1 1,-1 0-1,1 1 0,-1-1 1,1 1-1,-1 0 0,0 0 1,0 0-1,0 0 0,0 0 1,0 0-1,-1 1 0,1-1 1,-1 0-1,1 1 0,-1 0 1,0-1-1,0 1 0,0 0 0,0-1 1,0 1-1,-1 0 0,1 4 1,1 7-3,0 0 1,0 0-1,-2 0 1,-1 29-1,0-32-3,-1-1 0,-1 1 0,1 0 0,-2 0 0,1-1 0,-2 0 0,1 0 0,-1 0 0,-12 16 0,-3 1-147,-44 45 0,-11 12-778,98-81-37,19-3 971,0 2 1,42 7 0,-72-7 0,0 0-1,-1 1 1,1 0-1,-1 1 1,0 1-1,0-1 0,0 2 1,0-1-1,-1 2 1,0-1-1,18 17 1,-25-21 24,0 1 1,-1 0 0,1 0 0,-1 1 0,1-1-1,-1 0 1,0 1 0,0-1 0,0 1 0,-1 0 0,0-1-1,1 1 1,-1 0 0,0 0 0,-1 0 0,1 0-1,-1 0 1,0 0 0,0 0 0,0 0 0,0 0-1,-1 0 1,1 0 0,-1 0 0,0 0 0,0 0 0,-3 5-1,0-2 13,1 0 0,-2-1 0,1 1-1,-1-1 1,0 0 0,0 0 0,-1-1-1,0 1 1,0-1 0,0 0 0,0-1-1,-1 1 1,-7 2 0,0 0-4,0 0-1,-1-2 1,0 0 0,0 0 0,0-2 0,0 0 0,0 0 0,-1-2-1,1 0 1,-1 0 0,0-2 0,-18-2 0,32 3-106,1 0 1,-1-1-1,0 1 0,0-1 0,1 0 1,-1 0-1,0 1 0,1-1 1,-1 0-1,1 0 0,-1 0 1,1-1-1,0 1 0,-1 0 1,1-1-1,0 1 0,0 0 1,0-1-1,0 1 0,0-1 0,0 0 1,0 1-1,0-1 0,1 0 1,-1 1-1,1-1 0,-1 0 1,1 0-1,0 0 0,0-1 1,0 2-125,0 0 0,1 1 1,-1-1-1,1 0 1,-1 1-1,1-1 0,-1 0 1,1 1-1,-1-1 0,1 1 1,0-1-1,-1 1 1,1-1-1,0 1 0,-1 0 1,1-1-1,0 1 1,0 0-1,-1-1 0,1 1 1,0 0-1,0 0 0,0 0 1,0 0-1,-1 0 1,1 0-1,0 0 0,0 0 1,1 0-1,1 0-792,30-3-4638</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09.818"/>
    </inkml:context>
    <inkml:brush xml:id="br0">
      <inkml:brushProperty name="width" value="0.05" units="cm"/>
      <inkml:brushProperty name="height" value="0.05" units="cm"/>
      <inkml:brushProperty name="color" value="#E71224"/>
    </inkml:brush>
  </inkml:definitions>
  <inkml:trace contextRef="#ctx0" brushRef="#br0">189 232 13094,'0'0'3866,"0"-17"-1446,-3-53-814,3 69-1533,-1 0 0,1-1 1,0 1-1,-1 0 0,1-1 1,-1 1-1,1 0 0,-1 0 1,0-1-1,0 1 1,1 0-1,-1 0 0,0 0 1,0 0-1,0 0 0,0 0 1,0 0-1,0 0 0,0 0 1,-1 1-1,1-1 0,0 0 1,0 1-1,-1-1 1,1 1-1,0-1 0,-1 1 1,1 0-1,0 0 0,-1-1 1,1 1-1,0 0 0,-1 0 1,1 0-1,-1 0 0,1 1 1,0-1-1,-3 1 1,0-1 22,-1 1 1,0 1-1,1-1 1,-1 1-1,1-1 1,-1 1-1,1 1 1,-6 3-1,0 2-77,2 1-1,-1 1 1,1-1-1,0 1 1,1 0 0,1 1-1,-1 0 1,2 0-1,-1 1 1,2-1-1,-1 1 1,2 0-1,0 0 1,0 0-1,1 1 1,0-1 0,1 1-1,1-1 1,1 25-1,0-34-24,0-1 0,-1 0-1,1 0 1,0 0 0,0 0 0,0 0 0,0 0-1,0 0 1,0 0 0,1-1 0,-1 1-1,1 0 1,-1-1 0,1 1 0,0-1-1,-1 1 1,1-1 0,0 0 0,0 0 0,0 0-1,0 0 1,0 0 0,0 0 0,0-1-1,0 1 1,1-1 0,-1 1 0,0-1-1,3 0 1,-2 1 4,0-1-1,0 0 0,-1 0 1,1-1-1,0 1 0,-1 0 1,1-1-1,0 0 0,-1 1 1,1-1-1,-1 0 0,1 0 1,-1-1-1,1 1 0,-1 0 1,0-1-1,1 0 0,-1 1 1,0-1-1,0 0 0,0 0 1,-1 0-1,3-3 0,7-21 18,-1 0-1,-1-1 1,-1 0-1,4-28 0,-12 73-14,0 0-1,2 0 0,0 0 0,1 0 1,9 28-1,-12-43 1,1 1-1,0-1 1,1 0 0,-1 0 0,1 0-1,-1 0 1,1 0 0,0 0 0,0 0-1,0 0 1,0 0 0,1-1 0,-1 1-1,1-1 1,0 0 0,-1 0 0,1 0 0,0 0-1,0 0 1,0-1 0,0 1 0,1-1-1,-1 0 1,0 0 0,1 0 0,-1 0-1,1-1 1,-1 1 0,0-1 0,1 0-1,-1 0 1,1 0 0,-1 0 0,1-1 0,-1 0-1,7-1 1,-3-1 2,-1 0 1,1 0-1,-1-1 0,0 0 0,0 0 1,-1 0-1,1-1 0,-1 0 1,0 0-1,0 0 0,0-1 0,-1 0 1,7-12-1,-1 2 1,-1-1 0,0 0 1,-2-1-1,6-19 0,-6 12 8,-2-1-1,-1 1 1,-2-1 0,0 1-1,-1-1 1,-4-30 0,3 54 68,0 0 0,0 1 0,0-1 0,0 0 0,0 0 0,-1 1 0,1-1 0,-1 0 0,1 1-1,-1-1 1,0 0 0,1 1 0,-1-1 0,0 1 0,0-1 0,0 1 0,0-1 0,0 1 0,-1 0 0,1-1 0,0 1 0,-1 0 0,1 0 0,-1 0 0,1 0 0,-1 0 0,1 0 0,-1 1 0,-2-2 0,4 3-69,-1-1 1,0 1-1,0-1 1,0 1-1,0 0 1,0-1-1,1 1 0,-1 0 1,0 0-1,1-1 1,-1 1-1,0 0 1,1 0-1,-1 0 1,1 0-1,-1 0 1,1 0-1,0 0 0,-1 0 1,1 0-1,0 2 1,-8 28-31,7-27 39,-4 24-13,2 0 1,0 0-1,2 0 0,0 1 0,2-1 0,6 33 0,-5-51-11,1-1 0,0 1 0,1-1 0,0 0-1,0 1 1,1-2 0,0 1 0,1-1 0,0 1 0,13 13 0,-14-17-31,1 1-1,-1-2 1,1 1 0,0-1 0,0 0 0,1 0 0,-1 0-1,1-1 1,0 0 0,0 0 0,0-1 0,0 0 0,0 0-1,0-1 1,11 1 0,-9-2-22,-1-1-1,0 0 1,0 0-1,1-1 1,-1 0 0,0 0-1,0-1 1,-1 0-1,1 0 1,-1-1-1,1 0 1,-1 0 0,11-10-1,-7 6 1,-1-2-1,0 1 1,0-1-1,-1-1 1,-1 0-1,0 0 1,11-21-1,-17 30 70,-1 0 0,0 0-1,0-1 1,0 1 0,-1-1 0,1 1 0,0-1-1,-1 1 1,0-1 0,1-4 0,-1 6 11,0 0 0,0 0-1,-1 1 1,1-1 0,0 0 0,0 1 0,0-1 0,-1 0 0,1 0 0,0 1 0,-1-1 0,1 1-1,-1-1 1,1 0 0,-1 1 0,1-1 0,-1 1 0,1-1 0,-1 1 0,1-1 0,-1 1-1,0-1 1,1 1 0,-2-1 0,0 1-8,0 0 0,0 0 1,0 0-1,0 0 0,0 0 0,0 0 0,0 1 1,0-1-1,0 1 0,0-1 0,0 1 0,0 0 1,0 0-1,1 0 0,-1 0 0,0 0 0,1 0 1,-1 0-1,0 0 0,1 1 0,-1-1 0,1 1 1,0-1-1,0 1 0,-2 1 0,-4 6-13,1-1 0,0 1 0,0 0 0,0 0 0,1 1 0,1-1 0,0 1 0,0 0 0,1 1 0,0-1 0,1 1 0,0-1 0,0 1 0,1 0 0,1 18 0,0-28-11,0 0 1,1 0-1,-1 1 0,0-1 0,1 0 0,-1 0 0,0 0 0,1 1 0,0-1 0,-1 0 1,1 0-1,0 0 0,-1 0 0,1 0 0,0 0 0,0 0 0,0-1 0,0 1 1,0 0-1,0 0 0,0-1 0,2 2 0,34 8-308,39-13-135,-66 1 426,1 0 0,0-1 0,0-1 0,-1 1 0,0-2-1,0 1 1,0-1 0,0-1 0,-1 0 0,0 0-1,0-1 1,-1 0 0,1-1 0,-2 1 0,12-15-1,-10 10 28,0 1-1,-1-2 0,-1 1 0,0-1 0,-1 0 0,0 0 0,-1 0 0,0-1 1,-1 0-1,-1 0 0,3-21 0,-4-66 1810,-8 124-1569,1 12-140,1 0 1,1 1 0,5 65-1,-2-87-107,1-9 4,-1 0 1,1-1-1,0 1 1,0 0-1,0-1 1,1 1-1,-1-1 0,1 1 1,0-1-1,1 0 1,-1 0-1,5 6 1,-6-9-5,0 0 1,0 1 0,1-1-1,-1 0 1,0 0 0,1 1-1,-1-1 1,1 0 0,-1-1-1,1 1 1,0 0 0,-1 0-1,1-1 1,0 1 0,0-1-1,-1 1 1,1-1 0,0 0-1,0 0 1,0 0-1,0 0 1,-1 0 0,1 0-1,0 0 1,0 0 0,0-1-1,-1 1 1,1-1 0,0 0-1,-1 1 1,1-1 0,0 0-1,-1 0 1,1 0 0,1-2-1,9-6-14,0-2-1,-1 0 0,0 0 1,14-20-1,4-4-19,-28 34 38,-1 1 0,0 0 0,1 0 0,-1-1 0,1 1 0,-1 0 0,1 0 0,-1 0 0,1-1 0,-1 1 0,1 0 0,-1 0 0,0 0 0,1 0 0,-1 0 1,1 0-1,-1 0 0,1 0 0,-1 0 0,1 0 0,-1 0 0,1 0 0,-1 1 0,1-1 0,-1 0 0,1 0 0,-1 0 0,1 1 0,-1-1 0,0 0 0,1 0 0,-1 1 0,0-1 0,1 0 0,-1 1 0,0-1 0,1 1 0,-1-1 0,0 0 1,0 1-1,1-1 0,-1 1 0,0-1 0,0 1 0,0-1 0,1 1 0,-1-1 0,0 1 0,0-1 0,0 0 0,0 1 0,0-1 0,0 1 0,0 0 0,11 39-18,-8-27 23,0-2 7,1 0 0,0 0-1,1 0 1,0-1 0,9 15-1,-11-22-26,-1 0 0,0 0 0,1 0-1,-1-1 1,1 1 0,0 0 0,0-1 0,0 0-1,0 0 1,0 0 0,0 0 0,1 0-1,-1-1 1,1 0 0,-1 1 0,1-1 0,0 0-1,-1-1 1,1 1 0,6 0 0,-3-1-291,45-5-1033,-51 5 1069,1-1 1,-1 1-1,1-1 1,0 1-1,-1-1 1,1 0-1,-1 1 1,0-1-1,1 0 1,-1 0-1,0 0 1,1 0-1,-1 0 1,0-1-1,0 1 1,0 0-1,0-1 0,0 1 1,0 0-1,0-1 1,-1 1-1,1-1 1,-1 1-1,1-1 1,-1 1-1,1-1 1,-1 0-1,1-1 1,-1-8-4762</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10.179"/>
    </inkml:context>
    <inkml:brush xml:id="br0">
      <inkml:brushProperty name="width" value="0.05" units="cm"/>
      <inkml:brushProperty name="height" value="0.05" units="cm"/>
      <inkml:brushProperty name="color" value="#E71224"/>
    </inkml:brush>
  </inkml:definitions>
  <inkml:trace contextRef="#ctx0" brushRef="#br0">0 69 17544,'0'0'4818,"132"-50"-4818,-89 44-176,-2 3-1168,-6-1-2178,-2-2-4914</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11.072"/>
    </inkml:context>
    <inkml:brush xml:id="br0">
      <inkml:brushProperty name="width" value="0.05" units="cm"/>
      <inkml:brushProperty name="height" value="0.05" units="cm"/>
      <inkml:brushProperty name="color" value="#E71224"/>
    </inkml:brush>
  </inkml:definitions>
  <inkml:trace contextRef="#ctx0" brushRef="#br0">1 412 16039,'0'0'246,"0"-17"178,0 15-382,0-10 249,0 0-1,1 0 0,0 1 1,1-1-1,0 0 0,1 1 0,0-1 1,1 1-1,7-16 0,0 8-13,-1 0-1,0-1 1,-1-1 0,-2 0-1,0 0 1,-1 0-1,-1-1 1,4-43-1,-9 64-214,0 0 0,0 0 0,0 0 0,0-1 0,0 1 0,0 0 0,0 0 0,0 0 0,-1 0 0,1-1 0,0 1 0,-1 0 1,1 0-1,-1 0 0,1 0 0,-1 0 0,0 0 0,1 0 0,-1 0 0,0 0 0,0 0 0,0 1 0,0-1 0,1 0 0,-1 0 0,0 1 0,0-1 0,-1 1 0,1-1 0,0 1 0,0-1 0,0 1 0,0 0 0,0-1 0,0 1 0,-1 0 0,1 0 0,0 0 0,0 0 0,0 0 0,0 0 0,-1 0 0,1 0 0,0 0 0,0 1 0,0-1 0,0 0 0,0 1 0,-2 0 0,2 0-56,0 0 0,0 0 1,0 0-1,0 1 1,0-1-1,0 0 1,1 0-1,-1 1 0,0-1 1,1 0-1,-1 1 1,1-1-1,-1 0 1,1 1-1,0-1 0,0 1 1,-1-1-1,1 1 1,0-1-1,0 1 1,1 2-1,3 33 23,-1-29-28,1 0 0,0 0 0,0 0-1,0-1 1,1 1 0,0-1 0,1 0 0,-1-1-1,1 0 1,1 0 0,-1 0 0,1 0 0,7 4-1,-6-4 2,0 0-1,0 1 0,-1-1 1,0 2-1,0-1 0,0 1 0,-1 0 1,-1 0-1,8 14 0,-12-20-2,0 0 0,0 0 0,-1 1 0,1-1 0,0 0 0,-1 1 0,1-1 0,-1 0-1,0 1 1,0-1 0,0 0 0,0 1 0,0-1 0,-1 0 0,1 1 0,-1-1 0,1 0 0,-1 1 0,0-1-1,0 0 1,0 0 0,0 0 0,0 0 0,-1 0 0,1 0 0,-1 0 0,1 0 0,-1 0 0,1-1 0,-1 1-1,0-1 1,0 1 0,0-1 0,0 0 0,0 0 0,0 0 0,0 0 0,-1 0 0,1 0 0,0 0-1,-3 0 1,-9 3-246,-1-1 0,1 0 0,-1-1 0,1-1 0,-21 0 0,40-2 140,-1-1 1,1 1 0,0-1 0,-1 0 0,0 0-1,1 0 1,-1-1 0,0 0 0,0 1 0,6-7 0,4-1-188,12-7-231,-9 7 360,1-1 0,-1 0 0,-1-2-1,0 0 1,-1 0 0,26-32 0,-19 157 3236,-16-91-2810,0 0 1,16 31-1,9 26-1923,-31-74 345</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11.429"/>
    </inkml:context>
    <inkml:brush xml:id="br0">
      <inkml:brushProperty name="width" value="0.05" units="cm"/>
      <inkml:brushProperty name="height" value="0.05" units="cm"/>
      <inkml:brushProperty name="color" value="#E71224"/>
    </inkml:brush>
  </inkml:definitions>
  <inkml:trace contextRef="#ctx0" brushRef="#br0">0 0 18488,'0'0'2610,"108"2"-8005,-82 29-1792</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11.944"/>
    </inkml:context>
    <inkml:brush xml:id="br0">
      <inkml:brushProperty name="width" value="0.05" units="cm"/>
      <inkml:brushProperty name="height" value="0.05" units="cm"/>
      <inkml:brushProperty name="color" value="#E71224"/>
    </inkml:brush>
  </inkml:definitions>
  <inkml:trace contextRef="#ctx0" brushRef="#br0">72 15 10149,'0'0'10845,"10"-1"-10357,-5 1-433,-4-1-29,1 0 0,0 1 0,0-1 0,0 1 0,0 0 0,0 0 0,0 0 0,0 0 0,0 0-1,0 0 1,0 0 0,0 0 0,-1 1 0,1-1 0,0 1 0,0 0 0,0-1 0,0 1 0,-1 0-1,1 0 1,0 0 0,-1 0 0,1 0 0,-1 1 0,1-1 0,-1 0 0,0 1 0,1-1 0,-1 1-1,0-1 1,0 1 0,0 0 0,0-1 0,0 1 0,0 0 0,-1 0 0,1 0 0,-1-1 0,1 1-1,-1 0 1,0 0 0,1 0 0,-1 3 0,0 27 497,-1 1-1,-6 35 1,3-41-449,2 0-1,0 0 1,2 0 0,4 29 0,-2-43-63,1-1 0,0 0 0,1 0 0,1 0 0,0 0 1,1-1-1,9 16 0,58 70 229,-7-10-78,-65-85-148,1 0 0,-1 0 0,0 0 0,1 0 0,-1 0 0,0 0 0,0 0 0,-1 0 0,1 1 0,0-1 0,-1 0 0,1 1 0,-1-1 0,0 1 0,0-1 0,0 5 0,-1-5 8,0-1 0,0 1 0,0 0 0,-1-1 0,1 1 0,0-1 0,-1 0 0,1 1 0,-1-1 1,1 0-1,-1 0 0,1 0 0,-1 0 0,0 0 0,0 0 0,1 0 0,-1-1 0,0 1 0,0-1 0,-2 1 0,-25 6 41,0-2-1,-1-1 1,0-1-1,0-2 0,-30-2 1,22 1 64,35 0-114,1 0 0,0 0 0,0 0 0,0 0 0,0 0 0,-1-1 0,1 1-1,0-1 1,0 1 0,0-1 0,0 0 0,0 0 0,0 0 0,0 0 0,1 0 0,-1 0 0,0-1 0,0 1 0,1 0 0,-3-3-1,3 2 0,0 0-1,0-1 0,0 1 0,1 0 0,-1-1 0,1 1 0,-1-1 1,1 1-1,0 0 0,0-1 0,0 1 0,0-1 0,0 1 0,0-1 0,1 1 1,-1-1-1,1 1 0,1-4 0,3-4-31,0 0 1,0 0 0,1 0-1,0 1 1,1 0-1,0 1 1,0-1-1,13-10 1,9-13-22,130-138 42,54-67 33,-207 230-34,0 0 1,-1-1-1,1 0 1,-2 0 0,1 0-1,-1 0 1,0-1-1,-1 0 1,0 0 0,0 0-1,-1 0 1,2-16 0,-4 24-1,0 1-1,0-1 1,0 1 0,0-1 0,0 1 0,0-1 0,-1 1 0,1 0 0,0-1 0,0 1 0,-1-1 0,1 1 0,0 0 0,0-1 0,-1 1 0,1 0 0,0-1 0,-1 1 0,1 0 0,-1 0 0,1-1 0,0 1 0,-1 0 0,1 0 0,-1 0 0,1-1 0,0 1 0,-1 0 0,1 0 0,-1 0 0,1 0 0,-1 0 0,1 0 0,-1 0 0,1 0 0,-1 0 0,0 0 0,-19 4-13,15-1 17,1 0-1,0 0 1,-1 0-1,1 0 1,0 0-1,1 1 1,-1 0-1,1 0 1,-1 0-1,1 0 1,0 1-1,1-1 0,-1 1 1,1-1-1,0 1 1,-3 10-1,2-7 15,1 0-1,0 0 0,0 1 1,1-1-1,0 1 0,1-1 0,0 1 1,0 0-1,3 15 0,-1-20-17,-1-1 0,0 0 0,1 1 0,-1-1-1,1 0 1,0 0 0,0 0 0,1 0 0,-1 0-1,0-1 1,1 1 0,0-1 0,-1 1 0,1-1 0,0 0-1,0 0 1,1 0 0,-1-1 0,0 1 0,0-1-1,1 1 1,-1-1 0,1 0 0,6 0 0,8 3-5,1-2 0,0 0 0,27-2 1,-36 0 3,13-1-1067,1-1-1,-2-2 1,1 0-1,27-10 1,26-4-3594,-52 15-2846</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12.348"/>
    </inkml:context>
    <inkml:brush xml:id="br0">
      <inkml:brushProperty name="width" value="0.05" units="cm"/>
      <inkml:brushProperty name="height" value="0.05" units="cm"/>
      <inkml:brushProperty name="color" value="#E71224"/>
    </inkml:brush>
  </inkml:definitions>
  <inkml:trace contextRef="#ctx0" brushRef="#br0">108 0 18024,'0'0'8852,"0"24"-8436,0-2-271,-8 4-145,-9 4-112,-3 1-833,-3 3-2224,2-3-2226,3-1-8739</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12.850"/>
    </inkml:context>
    <inkml:brush xml:id="br0">
      <inkml:brushProperty name="width" value="0.05" units="cm"/>
      <inkml:brushProperty name="height" value="0.05" units="cm"/>
      <inkml:brushProperty name="color" value="#E71224"/>
    </inkml:brush>
  </inkml:definitions>
  <inkml:trace contextRef="#ctx0" brushRef="#br0">6 163 11077,'0'0'6243,"-2"-16"-4357,-2-53-536,4 66-1242,0 0 0,1-1 0,-1 1 0,1 0 0,-1 0 0,1 0 0,0 0 0,0 0 0,1 0 0,-1 0 0,0 0 0,1 1 0,0-1 0,0 0 0,0 1 0,0-1 0,0 1 0,0 0-1,0 0 1,1 0 0,-1 0 0,1 0 0,0 0 0,-1 1 0,6-3 0,-6 3-49,1 0-1,-1 0 1,1 0 0,0 0-1,-1 1 1,1-1-1,-1 1 1,1 0-1,0 0 1,-1 0 0,1 0-1,0 0 1,-1 0-1,1 1 1,0-1-1,-1 1 1,1 0 0,-1-1-1,1 1 1,-1 1-1,1-1 1,-1 0-1,0 1 1,0-1-1,4 4 1,-1 1 17,-1 1-1,0 0 1,0 0 0,0 0-1,-1 0 1,0 1-1,-1-1 1,1 1 0,-1 0-1,1 14 1,-1-8-43,-1 1 1,0-1-1,-2 0 1,1 1-1,-4 18 1,3-31-28,1 0 1,0 0-1,-1 0 1,1 0-1,-1 0 1,0 0 0,0 0-1,0 0 1,0 0-1,0-1 1,0 1-1,0 0 1,0-1-1,-1 1 1,1-1 0,-1 1-1,1-1 1,-1 1-1,1-1 1,-1 0-1,0 0 1,0 0 0,0 0-1,0 0 1,-2 0-1,3-2 6,1 0 0,-1 0 0,0 0-1,0-1 1,1 1 0,-1 0 0,1-1-1,-1 1 1,1 0 0,-1-1 0,1 1-1,0-1 1,0 1 0,0-1 0,0 1 0,0 0-1,0-1 1,0 1 0,1-3 0,-1 1 3,0-6-8,0-1 0,1 1 0,1 0 1,0 0-1,0-1 0,0 1 0,1 1 0,1-1 0,-1 0 0,1 1 0,1-1 0,0 1 1,0 0-1,0 1 0,1-1 0,0 1 0,1 1 0,0-1 0,0 1 0,12-9 0,-12 9 23,2 0 0,-1 0 0,1 1 0,0 0-1,0 1 1,12-5 0,-19 8-13,1 0 0,0 0 0,-1 1 0,1-1 0,0 1 0,0-1 0,0 1 0,-1 0 0,1 0 0,0 0 0,0 0 0,-1 1 0,1-1 0,0 1 0,0 0 0,-1 0 0,1 0 0,-1 0 0,1 0 0,-1 0 0,1 1 0,-1-1 0,0 1-1,1 0 1,-1-1 0,3 5 0,2 3 60,-1 0-1,0 1 0,-1 0 0,0 0 0,0 0 0,-1 0 1,0 1-1,-1-1 0,2 13 0,-1 3-693,0 1 1,-2 43-1,-2-68 42,0-1 398,0-1-1,0 0 1,0 0 0,0 1 0,0-1 0,0 0 0,0 0-1,0 1 1,0-1 0,0 0 0,0 0 0,0 1 0,0-1 0,0 0-1,0 0 1,0 1 0,1-1 0,-1 0 0,0 0 0,0 1-1,0-1 1,0 0 0,3 2-2480,-2-2 2479,-1 0 1,0 0 0,0 0 0,1 0 0,10 1-8254</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13.189"/>
    </inkml:context>
    <inkml:brush xml:id="br0">
      <inkml:brushProperty name="width" value="0.05" units="cm"/>
      <inkml:brushProperty name="height" value="0.05" units="cm"/>
      <inkml:brushProperty name="color" value="#E71224"/>
    </inkml:brush>
  </inkml:definitions>
  <inkml:trace contextRef="#ctx0" brushRef="#br0">0 73 14359,'0'0'8243,"136"-69"-8211,-109 66-96,-5 3-1104,-5 0-609,-11 0-1553</inkml:trace>
  <inkml:trace contextRef="#ctx0" brushRef="#br0" timeOffset="1">78 154 12758,'0'0'10373,"77"8"-9957,-45-19-352,3 0-128,-4 0-160,0 1-1505,-6 1-2065,-6 2-5762</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14.177"/>
    </inkml:context>
    <inkml:brush xml:id="br0">
      <inkml:brushProperty name="width" value="0.05" units="cm"/>
      <inkml:brushProperty name="height" value="0.05" units="cm"/>
      <inkml:brushProperty name="color" value="#E71224"/>
    </inkml:brush>
  </inkml:definitions>
  <inkml:trace contextRef="#ctx0" brushRef="#br0">15 50 14791,'0'0'9057,"0"-11"-7867,0-26-262,0 35-629,0 6-39,0 27 1,-14 238 707,14-265-969,0 1 0,0-1 0,0 0 0,0 0 0,1 0 0,0 0-1,0 0 1,0 0 0,0 0 0,1 0 0,0 0 0,-1 0 0,1 0 0,1-1 0,-1 1 0,0-1 0,1 0-1,5 5 1,-4-4-6,1-2 1,0 1-1,-1 0 0,1-1 0,0 0 0,1 0 0,-1-1 0,0 1 0,0-1 0,1 0 0,-1-1 0,1 1 1,10-2-1,-3 2-36,0-2 1,0 1 0,1-2 0,-1 0 0,0-1-1,0 0 1,21-8 0,-29 9 33,-1-1 1,0 1-1,0 0 0,0-1 1,-1 0-1,1 0 0,-1 0 1,1 0-1,-1-1 1,0 1-1,0-1 0,-1 0 1,1 1-1,-1-1 0,1-1 1,-1 1-1,-1 0 0,1 0 1,-1-1-1,1 1 1,-1-1-1,0 0 0,-1 1 1,1-1-1,-1 1 0,0-6 1,0-3 92,1-35-269,-1 47 225,0 0 1,0 0-1,0 0 0,0 0 0,0 0 0,0 0 0,-1 0 0,1 0 1,0 0-1,0 0 0,-1 0 0,1 0 0,-1 0 0,1 0 1,-1 0-1,1 0 0,-1 0 0,0 0 0,1 0 0,-1 0 0,0 1 1,0-1-1,0 0 0,1 1 0,-1-1 0,0 0 0,0 1 1,0-1-1,0 1 0,0 0 0,0-1 0,-1 1 0,1 0 184,-3 17-10,0 26-144,2 0 0,2 0 0,1 0 0,3 0 0,1 0 0,3-1 0,1 0-1,19 54 1,-23-81-576,20 78 281,-19-62-3346,-4 0-4257</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0:47.267"/>
    </inkml:context>
    <inkml:brush xml:id="br0">
      <inkml:brushProperty name="width" value="0.05" units="cm"/>
      <inkml:brushProperty name="height" value="0.05" units="cm"/>
      <inkml:brushProperty name="color" value="#E71224"/>
    </inkml:brush>
  </inkml:definitions>
  <inkml:trace contextRef="#ctx0" brushRef="#br0">104 17 16648,'0'0'9081,"-10"-6"-8467,8 5-599,0 0 1,0-1 0,0 1 0,0 0-1,0 0 1,0 0 0,-1 1-1,1-1 1,0 0 0,0 1 0,-1 0-1,1-1 1,-1 1 0,1 0-1,0 0 1,-4 1 0,4 0-4,0 1-1,0-1 1,0 1 0,0-1 0,1 1 0,-1 0-1,0 0 1,1 0 0,-1 0 0,1 0 0,0 0-1,0 0 1,-1 0 0,2 0 0,-1 1 0,0-1-1,0 1 1,1-1 0,-1 0 0,0 5 0,-7 32 107,1 1 0,2 0 0,2 0 0,1 0 0,5 53 1,-1-83-130,0-1 1,0-1 0,0 1-1,1 0 1,1 0 0,-1-1-1,1 0 1,1 0 0,-1 0-1,2 0 1,-1-1 0,1 0-1,9 9 1,-13-13 6,1-1 0,-1 1-1,1-1 1,0 0 0,0 0 0,0 0-1,0 0 1,1 0 0,-1-1 0,0 1-1,1-1 1,-1 0 0,1 0 0,-1 0-1,1-1 1,-1 1 0,1-1 0,0 0-1,-1 0 1,1 0 0,-1-1 0,1 1-1,0-1 1,-1 1 0,1-1 0,-1-1-1,0 1 1,1 0 0,-1-1 0,0 0-1,0 1 1,0-1 0,0 0 0,0-1-1,0 1 1,3-4 0,3-3 15,0-1 0,0 0 0,-1-1 1,-1 0-1,0 0 0,0-1 0,-1 0 1,-1 0-1,8-24 0,-7 17 24,-2 0-1,0-1 1,-1 0 0,-1 0-1,-1-38 1,-2 51-19,1 1 1,-2-1-1,1 1 0,-1-1 0,0 1 1,0 0-1,0 0 0,-1 0 1,0 0-1,-7-9 0,8 11-91,0 1-1,-1 0 1,1 1-1,-1-1 1,0 0-1,1 1 1,-1-1-1,-1 1 1,1 0-1,0 0 1,0 0 0,-1 1-1,1-1 1,-1 1-1,1 0 1,-1 0-1,0 0 1,1 0-1,-8 0 1,10 2-569,1 1-1,-1 0 1,0 0 0,1 0 0,0-1 0,0 1 0,-1 0 0,1 0-1,0 0 1,0 0 0,1 0 0,-1-1 0,0 1 0,1 2 0,6 11-4928</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0:47.594"/>
    </inkml:context>
    <inkml:brush xml:id="br0">
      <inkml:brushProperty name="width" value="0.05" units="cm"/>
      <inkml:brushProperty name="height" value="0.05" units="cm"/>
      <inkml:brushProperty name="color" value="#E71224"/>
    </inkml:brush>
  </inkml:definitions>
  <inkml:trace contextRef="#ctx0" brushRef="#br0">1 1 15127,'0'0'8372,"22"11"-8452,-5-6-1873,3-1-1185,7-4-2752</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0:47.939"/>
    </inkml:context>
    <inkml:brush xml:id="br0">
      <inkml:brushProperty name="width" value="0.05" units="cm"/>
      <inkml:brushProperty name="height" value="0.05" units="cm"/>
      <inkml:brushProperty name="color" value="#E71224"/>
    </inkml:brush>
  </inkml:definitions>
  <inkml:trace contextRef="#ctx0" brushRef="#br0">1 80 14102,'0'0'7118,"2"16"-6187,0-1-662,-1-4-82,0-1 1,1 1 0,1 0-1,0-1 1,0 0-1,1 0 1,8 17-1,0-6 29,-2 1-1,0 0 1,-1 0 0,-2 1-1,0 0 1,-1 0-1,-2 1 1,0 0-1,1 46 1,-5-69-324,0 1 0,0 0 0,0-1 0,-1 1 1,1 0-1,0-1 0,-1 1 0,1-1 0,-1 1 0,1-1 0,-1 1 1,0-1-1,0 1 0,0-1 0,1 1 0,-1-1 0,-1 0 0,1 0 1,0 1-1,0-1 0,0 0 0,-1 0 0,1 0 0,-3 1 0,1-1-187,1 0-1,-1 0 0,0 0 0,1-1 0,-1 1 0,0-1 0,1 0 1,-1 0-1,0 0 0,0 0 0,1 0 0,-1-1 0,0 1 1,0-1-1,-2-1 0,-21-10-4360</inkml:trace>
  <inkml:trace contextRef="#ctx0" brushRef="#br0" timeOffset="1">54 93 10709,'0'0'10165,"124"-76"-9685,-83 65-256,-6 6-224,-6 5-16,-11 0-720,-10 3-1778,-8 18-3600</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0:48.376"/>
    </inkml:context>
    <inkml:brush xml:id="br0">
      <inkml:brushProperty name="width" value="0.05" units="cm"/>
      <inkml:brushProperty name="height" value="0.05" units="cm"/>
      <inkml:brushProperty name="color" value="#E71224"/>
    </inkml:brush>
  </inkml:definitions>
  <inkml:trace contextRef="#ctx0" brushRef="#br0">120 0 16231,'0'0'6414,"-17"11"-5944,4-4-370,8-5-66,-1 1 1,1 0-1,0 0 0,0 0 1,0 0-1,0 1 0,1 0 1,-1 0-1,1 0 0,0 1 1,0 0-1,1-1 1,-1 1-1,1 0 0,0 1 1,1-1-1,-1 0 0,1 1 1,0 0-1,-1 6 0,0 3 7,1 1 0,1 0 0,0-1 0,1 1 0,2 16-1,-1-28-44,0 0 0,-1 0-1,2 0 1,-1 0 0,0-1-1,1 1 1,0 0 0,0-1-1,0 1 1,0-1 0,0 1 0,1-1-1,0 0 1,-1 0 0,1 0-1,0-1 1,0 1 0,1-1-1,-1 1 1,1-1 0,-1 0-1,1 0 1,7 2 0,-1-1 1,-1 0 0,1 0 0,0-1 0,0-1 1,1 0-1,-1 0 0,0-1 0,0 0 0,0 0 1,1-1-1,-1-1 0,0 0 0,19-6 0,-24 6 13,0-1-1,1 1 1,-1-1-1,0 0 1,-1 0-1,1 0 1,0-1-1,-1 0 1,0 0 0,0 0-1,0 0 1,0 0-1,-1-1 1,0 0-1,0 0 1,0 0-1,0 0 1,-1 0-1,0 0 1,0-1-1,0 1 1,-1-1-1,1 0 1,-2 1-1,2-10 1,-2 8 21,0 0 1,0 1-1,0-1 0,-1 0 1,0 1-1,-1-1 1,1 1-1,-1-1 0,0 1 1,-1 0-1,1 0 0,-1 0 1,-1 0-1,1 0 1,-1 1-1,0-1 0,0 1 1,-1 0-1,1 0 1,-1 1-1,0-1 0,0 1 1,-1 0-1,1 0 1,-1 1-1,0 0 0,0 0 1,0 0-1,-9-2 1,6 2-45,0 0 0,1 0 0,-1 1 0,0 1 0,0-1 0,0 1 0,0 1 0,-1 0 1,1 0-1,0 1 0,-15 2 0,22-2-231,1 1 0,0-1 0,-1 0 0,1 0 0,0 0 0,0 1 0,0-1 0,0 1 0,0-1 0,0 1 1,0-1-1,1 1 0,-1-1 0,0 1 0,1 0 0,-1-1 0,1 1 0,0 0 0,0-1 0,-1 1 0,1 0 0,0 0 0,1-1 0,-1 1 0,0 0 1,0 0-1,1-1 0,-1 1 0,2 3 0,7 12-5217</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0:48.734"/>
    </inkml:context>
    <inkml:brush xml:id="br0">
      <inkml:brushProperty name="width" value="0.05" units="cm"/>
      <inkml:brushProperty name="height" value="0.05" units="cm"/>
      <inkml:brushProperty name="color" value="#E71224"/>
    </inkml:brush>
  </inkml:definitions>
  <inkml:trace contextRef="#ctx0" brushRef="#br0">0 0 16135,'0'0'7060,"31"0"-8309,-8 0-720,4 0-1681,-3 0-3921</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0:49.065"/>
    </inkml:context>
    <inkml:brush xml:id="br0">
      <inkml:brushProperty name="width" value="0.05" units="cm"/>
      <inkml:brushProperty name="height" value="0.05" units="cm"/>
      <inkml:brushProperty name="color" value="#E71224"/>
    </inkml:brush>
  </inkml:definitions>
  <inkml:trace contextRef="#ctx0" brushRef="#br0">112 0 9588,'0'0'13246,"-8"12"-12691,-5 9-417,2 0-1,0 1 0,1 1 0,1-1 0,1 2 0,1-1 0,2 1 0,0 0 1,-3 37-1,8-52-107,-1 7-85,1 0 0,1 0-1,0 0 1,7 28 0,-8-40 14,1-1 0,0 0 0,0 0 0,1 0 0,-1 0 1,0 0-1,1-1 0,0 1 0,0 0 0,0-1 0,0 1 0,0-1 0,0 0 0,0 1 0,1-1 0,-1 0 0,1 0 0,0-1 0,0 1 0,-1-1 0,1 1 0,0-1 0,0 0 0,0 0 0,1 0 0,-1 0 0,0-1 0,0 1 0,0-1 0,6 0 0,-7 0 45,0-1-1,0 1 1,0 0-1,1-1 1,-1 0-1,0 0 1,0 1 0,0-1-1,0 0 1,0-1-1,0 1 1,0 0-1,0-1 1,-1 1-1,1-1 1,0 1-1,-1-1 1,1 0-1,-1 1 1,0-1-1,0 0 1,0 0-1,2-3 1,-2 2 48,1 0 1,-1 0-1,0 0 0,0 0 0,0 0 1,-1-1-1,1 1 0,-1 0 1,1 0-1,-1-1 0,0 1 1,-1 0-1,1-1 0,0 1 0,-1 0 1,-1-4-1,1 6-24,1 0 1,-1-1-1,0 1 1,0 0-1,-1 0 0,1 0 1,0 0-1,0 0 0,-1 0 1,1 0-1,0 0 0,-1 0 1,1 1-1,-1-1 1,1 0-1,-1 1 0,1 0 1,-1-1-1,1 1 0,-1 0 1,1 0-1,-3-1 0,-42 1 520,32 1-483,12-1-289,-1 0 1,1 0 0,-1 0 0,1 0 0,-1 1 0,1 0-1,-1-1 1,1 1 0,0 0 0,0 0 0,-1 0-1,1 0 1,0 1 0,0-1 0,0 1 0,0-1-1,0 1 1,0 0 0,1-1 0,-1 1 0,1 0-1,-1 0 1,1 0 0,0 0 0,-1 1 0,1-1 0,0 0-1,0 0 1,1 1 0,-1-1 0,0 1 0,1-1-1,0 0 1,-1 1 0,1-1 0,0 1 0,1 4-1,-1 5-7734</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0:51.771"/>
    </inkml:context>
    <inkml:brush xml:id="br0">
      <inkml:brushProperty name="width" value="0.05" units="cm"/>
      <inkml:brushProperty name="height" value="0.05" units="cm"/>
      <inkml:brushProperty name="color" value="#E71224"/>
    </inkml:brush>
  </inkml:definitions>
  <inkml:trace contextRef="#ctx0" brushRef="#br0">35 27 14663,'0'0'7961,"-5"19"-7711,3-13-235,-6 22 166,2 0 1,-6 54-1,11-75-169,1-1-1,-1 1 0,1 0 1,0 0-1,1 0 0,0 0 1,0-1-1,0 1 1,1 0-1,0-1 0,0 1 1,0-1-1,1 1 1,0-1-1,1 0 0,-1 0 1,1-1-1,0 1 0,0-1 1,8 8-1,-9-11-14,0 0 1,0-1-1,0 1 0,0 0 0,0-1 1,0 0-1,1 0 0,-1 0 0,0 0 1,1 0-1,-1-1 0,1 1 0,-1-1 1,1 0-1,-1 0 0,0 0 0,1-1 1,-1 1-1,1-1 0,-1 0 1,0 0-1,1 0 0,-1 0 0,0-1 1,3-1-1,0 0 8,-1-1 0,0 1 0,0-1 0,0 0 0,0 0 0,-1-1 0,0 0 0,0 1 1,0-2-1,0 1 0,-1 0 0,5-10 0,-3 2 46,-1 0 0,0 0-1,0 0 1,-1-1 0,-1 1 0,-1-1 0,0 0 0,0 1 0,-4-27 0,3 35 0,0 0 1,-1 0-1,0 1 1,0-1 0,0 0-1,0 1 1,-1-1 0,0 1-1,0 0 1,0-1 0,0 1-1,-1 0 1,0 0-1,0 1 1,0-1 0,0 0-1,0 1 1,-1 0 0,0 0-1,1 0 1,-1 0-1,0 1 1,0-1 0,-1 1-1,1 0 1,0 0 0,-1 1-1,1-1 1,-1 1 0,0 0-1,-4-1 1,3 1-43,0 1 1,0-1 0,1 1-1,-1 0 1,0 1-1,0-1 1,0 1-1,1 0 1,-1 0 0,-8 4-1,11-3-219,1-1-1,0 1 1,0 0 0,0 0-1,0-1 1,1 1-1,-1 1 1,1-1 0,-1 0-1,1 0 1,-1 1-1,1-1 1,0 1 0,0-1-1,0 1 1,1-1 0,-1 1-1,1-1 1,-1 1-1,1 0 1,0-1 0,0 1-1,0 0 1,1 3-1,-1 15-5530,2-3-5061</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0:52.116"/>
    </inkml:context>
    <inkml:brush xml:id="br0">
      <inkml:brushProperty name="width" value="0.05" units="cm"/>
      <inkml:brushProperty name="height" value="0.05" units="cm"/>
      <inkml:brushProperty name="color" value="#E71224"/>
    </inkml:brush>
  </inkml:definitions>
  <inkml:trace contextRef="#ctx0" brushRef="#br0">0 14 16472,'0'0'6050,"31"-13"-7827,-19 20-1248,5-7-4178</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0:52.474"/>
    </inkml:context>
    <inkml:brush xml:id="br0">
      <inkml:brushProperty name="width" value="0.05" units="cm"/>
      <inkml:brushProperty name="height" value="0.05" units="cm"/>
      <inkml:brushProperty name="color" value="#E71224"/>
    </inkml:brush>
  </inkml:definitions>
  <inkml:trace contextRef="#ctx0" brushRef="#br0">150 1 12822,'0'0'5728,"-21"6"-4405,-64 21-613,82-26-694,0 1 1,1-1 0,-1 0 0,1 1-1,0-1 1,-1 1 0,1 0 0,0 0-1,0 0 1,0 0 0,0 0 0,0 0-1,0 1 1,1-1 0,-1 1 0,1-1-1,0 1 1,0-1 0,0 1 0,0 0-1,0 0 1,0-1 0,1 1-1,-1 0 1,1 0 0,0 0 0,0 0-1,0 0 1,0 0 0,0-1 0,2 7-1,-1-3-20,-1-5 0,1 0 1,0 1 0,0-1 0,0 0-1,-1 0 1,1 0 0,0 0 0,1 0 0,-1 0-1,0 0 1,0 0 0,0-1 0,0 1-1,1 0 1,-1-1 0,0 1 0,1-1-1,-1 1 1,0-1 0,1 1 0,-1-1-1,1 0 1,-1 0 0,1 0 0,-1 0 0,0 0-1,1 0 1,1-1 0,44-1-82,-27-3 85,9 1 20,-28 5-14,0-1 0,0 1 0,0-1 0,0 1 0,0 0 0,0 0 0,0 0 0,0-1 0,0 1 0,0 0 0,0 0 0,0 0 0,-1 0 0,1 1 0,0-1 0,-1 0 0,1 0 0,-1 0 0,0 0 1,1 1-1,-1-1 0,0 0 0,0 0 0,1 2 0,8 52 1416,-2 1 1,0 100-1,-8-40-2728,-1-8-5577</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0:52.915"/>
    </inkml:context>
    <inkml:brush xml:id="br0">
      <inkml:brushProperty name="width" value="0.05" units="cm"/>
      <inkml:brushProperty name="height" value="0.05" units="cm"/>
      <inkml:brushProperty name="color" value="#E71224"/>
    </inkml:brush>
  </inkml:definitions>
  <inkml:trace contextRef="#ctx0" brushRef="#br0">71 2 3282,'0'0'19336,"-12"12"-18887,3-3-379,5-5-44,0 0-1,0-1 1,0 2-1,0-1 0,1 0 1,0 1-1,0-1 1,0 1-1,0 0 0,1 0 1,-1 0-1,1 1 1,1-1-1,-1 0 1,1 1-1,0-1 0,-1 10 1,2-6-2,0-1 0,0 0 0,1 0 0,0 0 0,1 0 1,-1 0-1,2-1 0,-1 1 0,1 0 0,6 11 0,-6-15-21,-1 0 0,1-1-1,0 0 1,0 0-1,1 0 1,-1 0 0,1 0-1,-1 0 1,1-1-1,0 0 1,0 0 0,0 0-1,0 0 1,0-1-1,1 1 1,-1-1 0,0 0-1,1 0 1,-1-1-1,9 1 1,-7-1-4,-1 1 0,1-1 0,-1-1 0,1 1 0,-1-1 0,1 1 1,-1-2-1,1 1 0,-1-1 0,0 1 0,0-1 0,0-1 0,0 1 0,5-4 0,-7 3 3,1 0-1,-1 0 0,0 0 1,0-1-1,-1 0 0,1 1 1,-1-1-1,1 0 0,-1 0 1,0 0-1,-1 0 1,1-1-1,-1 1 0,0 0 1,0-1-1,0 1 0,0-9 1,-1 6 31,1-1 1,-2 1 0,1 0 0,-1 0 0,0-1-1,0 1 1,-1 0 0,0 0 0,0 0 0,-1 0-1,1 1 1,-2-1 0,1 1 0,-6-8 0,6 9-11,0 1 0,-1 0 1,0 0-1,1 1 0,-2-1 1,1 1-1,0-1 1,-1 2-1,1-1 0,-1 0 1,0 1-1,0 0 0,0 0 1,0 0-1,0 0 1,0 1-1,-1 0 0,1 0 1,0 1-1,-7-1 0,11 2-115,0-1 1,0 0-1,0 1 0,0-1 0,0 1 0,0-1 0,0 1 0,0 0 0,0-1 0,1 1 0,-1 0 0,0 0 0,0 0 1,1-1-1,-1 1 0,1 0 0,-1 0 0,1 0 0,-1 0 0,1 0 0,-1 0 0,1 0 0,0 0 0,0 0 0,-1 0 1,1 0-1,0 1 0,0-1 0,0 0 0,0 0 0,0 1 0,0 3-599,0-1 0,0 0 1,0 1-1,1-1 0,0 1 0,-1-1 0,3 5 1,9 8-5441</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0:53.242"/>
    </inkml:context>
    <inkml:brush xml:id="br0">
      <inkml:brushProperty name="width" value="0.05" units="cm"/>
      <inkml:brushProperty name="height" value="0.05" units="cm"/>
      <inkml:brushProperty name="color" value="#E71224"/>
    </inkml:brush>
  </inkml:definitions>
  <inkml:trace contextRef="#ctx0" brushRef="#br0">0 12 8004,'0'0'16647,"21"-12"-16647,-11 12-688,2 0-1889,3 0-849,-1 0-2304</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0:53.604"/>
    </inkml:context>
    <inkml:brush xml:id="br0">
      <inkml:brushProperty name="width" value="0.05" units="cm"/>
      <inkml:brushProperty name="height" value="0.05" units="cm"/>
      <inkml:brushProperty name="color" value="#E71224"/>
    </inkml:brush>
  </inkml:definitions>
  <inkml:trace contextRef="#ctx0" brushRef="#br0">25 1 14759,'0'0'9303,"-4"17"-8412,-3 16-384,2 0 0,-3 60-1,11 52 382,-1-73-2041,-1-1-5654</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0:54.026"/>
    </inkml:context>
    <inkml:brush xml:id="br0">
      <inkml:brushProperty name="width" value="0.05" units="cm"/>
      <inkml:brushProperty name="height" value="0.05" units="cm"/>
      <inkml:brushProperty name="color" value="#E71224"/>
    </inkml:brush>
  </inkml:definitions>
  <inkml:trace contextRef="#ctx0" brushRef="#br0">68 21 14054,'0'0'7700,"-11"19"-7076,-31 65-101,40-80-503,-1 1 0,2-1-1,-1 0 1,0 1 0,1-1-1,0 1 1,0-1 0,0 1-1,1-1 1,0 1 0,0 0-1,0-1 1,0 1 0,1-1-1,-1 1 1,1 0 0,0-1-1,1 1 1,-1-1 0,1 0 0,0 1-1,0-1 1,0 0 0,0 0-1,1 0 1,0-1 0,0 1-1,0-1 1,4 5 0,-1-4-19,-1-1 1,1 1-1,0-1 1,0 0-1,1 0 1,-1-1-1,0 1 1,1-2-1,0 1 1,-1-1-1,1 0 1,0 0-1,0-1 1,0 1-1,-1-2 1,14-1-1,-15 1 5,-1 0 0,1-1-1,-1 0 1,0 0-1,1 0 1,-1 0-1,0-1 1,0 1-1,0-1 1,-1 0-1,1 0 1,-1-1-1,0 1 1,0-1-1,0 1 1,0-1-1,0 0 1,-1 0 0,0 0-1,0-1 1,0 1-1,2-7 1,-1 1 15,1 0 0,-2-1 0,0 0 0,0 0 0,-1 0 0,0 1 1,-1-1-1,-1-18 0,0 25 14,0-1 0,0 1 0,0 0-1,-1 0 1,0 0 0,0 0 0,0 0 0,0 1 0,0-1 0,-1 0 0,0 1 0,0 0 0,0 0-1,0 0 1,0 0 0,0 0 0,-1 0 0,1 1 0,-1 0 0,0-1 0,-6-1 0,2 0 8,-1 1 0,0 0 0,0 0 1,0 1-1,0 1 0,0-1 1,0 1-1,0 1 0,-11 0 0,19 0-102,0 1-1,0-1 0,0 1 0,1-1 0,-1 1 0,0 0 1,0-1-1,1 1 0,-1 0 0,0 0 0,1-1 0,-1 1 1,1 0-1,-1 0 0,1 0 0,-1 0 0,1 0 0,-1 0 0,1 0 1,0-1-1,0 1 0,0 0 0,-1 0 0,1 0 0,0 0 1,0 0-1,0 0 0,1 1 0,-2 1-525,1 0 0,0 0 0,0 0 0,1 0 0,-1 0 0,1 0 0,-1 0 1,1 0-1,2 5 0,14 9-5565</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0:54.385"/>
    </inkml:context>
    <inkml:brush xml:id="br0">
      <inkml:brushProperty name="width" value="0.05" units="cm"/>
      <inkml:brushProperty name="height" value="0.05" units="cm"/>
      <inkml:brushProperty name="color" value="#E71224"/>
    </inkml:brush>
  </inkml:definitions>
  <inkml:trace contextRef="#ctx0" brushRef="#br0">0 0 16247,'0'0'8564,"19"0"-8948,-5 0-1521,5 0-1424,2 0-2338</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0:54.872"/>
    </inkml:context>
    <inkml:brush xml:id="br0">
      <inkml:brushProperty name="width" value="0.05" units="cm"/>
      <inkml:brushProperty name="height" value="0.05" units="cm"/>
      <inkml:brushProperty name="color" value="#E71224"/>
    </inkml:brush>
  </inkml:definitions>
  <inkml:trace contextRef="#ctx0" brushRef="#br0">95 46 14679,'0'0'9039,"4"-2"-8239,9-6-186,-19 5 389,-36 4 533,17 0-2080,-6-5 166,23-3 405,21-4-39,-6 9 6,-1-1 0,1 1 0,0 1 0,0-1 0,0 1 0,0 0 0,0 1 0,1-1 0,-1 1 0,0 1 0,8 1 0,-12-2 8,1 0-1,-1 1 1,0 0-1,1 0 1,-1 0-1,0 0 1,1 0-1,-1 1 1,0-1-1,0 1 1,0 0-1,0 0 1,0 0-1,-1 0 1,1 1-1,-1-1 1,1 1-1,-1 0 1,0-1-1,0 1 1,0 0-1,0 0 1,-1 0-1,2 4 1,-1 0-4,0 0 1,-1-1-1,0 1 1,0 0-1,-1 0 1,1 0-1,-1-1 1,-1 1-1,0 0 1,0 0-1,0 0 1,-1-1-1,-2 9 1,-3 0 2,0-1-1,-1 0 1,-1-1 0,-10 14-1,10-15-12,0 2-1,0-1 0,1 1 1,1 0-1,-7 18 0,13-31 12,1 0 1,-1 0-1,1 0 0,-1 0 1,1 0-1,0 0 0,-1 0 0,1 0 1,0 0-1,0 1 0,-1-1 1,1 0-1,0 0 0,0 0 0,1 0 1,-1 0-1,0 0 0,0 0 1,0 0-1,1 0 0,-1 1 0,0-1 1,1 0-1,-1 0 0,1 0 1,-1-1-1,1 1 0,0 0 0,-1 0 1,1 0-1,1 1 0,1-1 1,0-1-1,0 1 1,0 0-1,0-1 1,0 1-1,0-1 1,0 0 0,0 0-1,4-1 1,7 1 6,11-2 23,0-1 0,0 0 0,0-2 0,-1-1 0,45-18 0,-2 2-1940</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0:55.668"/>
    </inkml:context>
    <inkml:brush xml:id="br0">
      <inkml:brushProperty name="width" value="0.05" units="cm"/>
      <inkml:brushProperty name="height" value="0.05" units="cm"/>
      <inkml:brushProperty name="color" value="#E71224"/>
    </inkml:brush>
  </inkml:definitions>
  <inkml:trace contextRef="#ctx0" brushRef="#br0">84 27 13798,'0'0'7881,"-9"0"-7030,6 0-831,1 0 0,-1 0 0,1 0 0,-1 0 0,1 1-1,-1-1 1,1 1 0,0-1 0,-1 1 0,1 0 0,0 0 0,-1 0-1,1 0 1,0 1 0,0-1 0,0 1 0,0-1 0,0 1 0,-2 2-1,1 1 1,0 0-1,0 0 1,1 0-1,0 0 1,0 0-1,0 0 1,1 1-1,-1-1 0,1 1 1,0 6-1,-1 0 34,1 1-1,0-1 1,0 0-1,1 1 1,1-1-1,0 1 1,4 14-1,-4-22-47,1-1 0,-1 0 0,1 0 0,0 0 0,0 0-1,1 0 1,-1 0 0,1 0 0,-1-1 0,1 1 0,1-1 0,-1 0-1,0 0 1,1 0 0,-1 0 0,1-1 0,0 0 0,0 1-1,0-1 1,0-1 0,0 1 0,0-1 0,6 2 0,-4-1-2,1 0 1,-1-1-1,1 0 1,0 0 0,-1-1-1,1 0 1,0 0-1,-1 0 1,1-1 0,0 0-1,-1 0 1,1-1 0,-1 1-1,11-6 1,-13 5 3,0 0 0,0-1 0,0 0 0,-1 0 1,1 0-1,-1 0 0,0-1 0,0 1 0,0-1 0,0 0 0,-1 1 1,0-1-1,1-1 0,-1 1 0,-1 0 0,1 0 0,-1-1 1,1 1-1,-1-1 0,-1 1 0,1-1 0,0-5 0,0-2 38,0 0 0,-1 1 0,-1-1 0,0 0 0,0 1 0,-1-1 0,0 1 1,-1-1-1,-6-15 0,7 23-28,0 0 0,-1-1 0,1 1 1,-1 0-1,0 0 0,0 0 0,0 0 1,-1 1-1,1 0 0,-1-1 0,0 1 1,0 0-1,0 1 0,0-1 0,0 1 1,-1 0-1,1 0 0,-1 0 1,0 0-1,1 1 0,-1 0 0,0 0 1,0 0-1,0 0 0,-6 1 0,8 0-66,1 0 0,-1-1 0,0 1 0,0 1 0,1-1 0,-1 0 0,0 1 0,1-1-1,-1 1 1,0 0 0,1 0 0,-1 0 0,1 0 0,-1 0 0,1 1 0,0-1 0,-3 3 0,-4 17-3385,14 10-4110,5-12-4366</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0:55.997"/>
    </inkml:context>
    <inkml:brush xml:id="br0">
      <inkml:brushProperty name="width" value="0.05" units="cm"/>
      <inkml:brushProperty name="height" value="0.05" units="cm"/>
      <inkml:brushProperty name="color" value="#E71224"/>
    </inkml:brush>
  </inkml:definitions>
  <inkml:trace contextRef="#ctx0" brushRef="#br0">1 4 16295,'0'0'8644,"0"-4"-8644,2 4-640,4 0-1697,5 0-1489,3 2-2865</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0:56.326"/>
    </inkml:context>
    <inkml:brush xml:id="br0">
      <inkml:brushProperty name="width" value="0.05" units="cm"/>
      <inkml:brushProperty name="height" value="0.05" units="cm"/>
      <inkml:brushProperty name="color" value="#E71224"/>
    </inkml:brush>
  </inkml:definitions>
  <inkml:trace contextRef="#ctx0" brushRef="#br0">61 0 12486,'0'0'8822,"-4"11"-8080,-1 6-433,0 0-1,1-1 1,1 1-1,-2 18 1,4-27-265,1 1 0,0-1 0,0 0 0,0 0 0,1 0 0,0 0 0,1 0 0,0 0 0,0 0 0,1-1 1,0 1-1,7 12 0,-6-14-63,-1-1 0,2 0 0,-1 0 1,0 0-1,1 0 0,0-1 0,0 0 0,0 0 1,1 0-1,0-1 0,-1 0 0,1 0 0,0 0 1,7 2-1,-9-4 12,-1-1 1,0 1 0,1-1-1,-1 0 1,0 0-1,1 0 1,-1 0-1,0 0 1,1-1 0,-1 0-1,0 1 1,0-1-1,1 0 1,-1-1-1,0 1 1,0 0 0,0-1-1,0 0 1,-1 0-1,1 0 1,0 0-1,-1 0 1,1 0-1,-1-1 1,0 1 0,0-1-1,0 0 1,0 1-1,2-5 1,0 0 22,-1 1 1,1-1-1,-1 0 0,-1 0 1,1-1-1,-1 1 0,0 0 1,-1-1-1,0 0 0,0 1 1,-1-1-1,1 1 0,-2-1 1,1 0-1,-3-12 0,2 15 28,-1 0 0,1 0 0,-1 0 0,0 0 0,0 1 0,-1-1 0,1 1 0,-1-1 0,0 1-1,0 0 1,-1 0 0,1 0 0,-1 0 0,0 1 0,0 0 0,0 0 0,0 0 0,0 0 0,-1 0-1,1 1 1,-1 0 0,0 0 0,-7-2 0,2 1 25,-1 1 1,1 0-1,-1 1 0,0 0 1,1 1-1,-1 0 0,0 0 1,-13 4-1,20-4-142,1 1 0,0 0 1,0 0-1,0 0 0,0 1 1,0-1-1,0 1 0,0-1 0,0 1 1,0 0-1,1 0 0,-5 5 1,5-5-184,1 0 1,-1 1 0,1-1 0,0 0 0,0 1-1,0-1 1,0 1 0,0-1 0,0 1 0,1 0-1,-1-1 1,1 1 0,0 0 0,0-1 0,0 1-1,0 0 1,0-1 0,2 5 0,3 10-4390</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0:56.685"/>
    </inkml:context>
    <inkml:brush xml:id="br0">
      <inkml:brushProperty name="width" value="0.05" units="cm"/>
      <inkml:brushProperty name="height" value="0.05" units="cm"/>
      <inkml:brushProperty name="color" value="#E71224"/>
    </inkml:brush>
  </inkml:definitions>
  <inkml:trace contextRef="#ctx0" brushRef="#br0">0 0 15431,'0'0'7091,"13"16"-6261,151 162 632,-152-165-1378,0 2-1,-1-1 1,18 33-1,-26-42-75,0 0 0,-1 0 0,1 0 0,-1 1 0,-1-1 0,1 1 0,-1 0 0,0-1 0,0 1 0,-1 0 0,1 0 0,-1-1 0,0 1 0,-1 0 0,0 0 0,-2 10 0,1-14-41,1 0 1,0-1-1,-1 1 1,1-1-1,-1 1 1,0-1-1,1 1 1,-1-1-1,0 0 1,0 0-1,0 0 1,0 0-1,0 0 1,0-1-1,0 1 1,0 0-1,0-1 0,0 0 1,0 1-1,-1-1 1,1 0-1,0 0 1,0 0-1,0-1 1,0 1-1,-4-1 1,-1 0-585,0 0 1,0 0-1,0-1 0,0 0 1,0 0-1,1-1 1,-9-4-1,-17-18-5172,0-7-5126</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0:57.015"/>
    </inkml:context>
    <inkml:brush xml:id="br0">
      <inkml:brushProperty name="width" value="0.05" units="cm"/>
      <inkml:brushProperty name="height" value="0.05" units="cm"/>
      <inkml:brushProperty name="color" value="#E71224"/>
    </inkml:brush>
  </inkml:definitions>
  <inkml:trace contextRef="#ctx0" brushRef="#br0">0 71 11221,'0'0'5251,"119"-57"-3315,-77 49-831,-3 3-289,-6 5-383,-4 0-433,-9 0-113,-7 16 17,-9 5-1808,-4 1-2627</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0:57.563"/>
    </inkml:context>
    <inkml:brush xml:id="br0">
      <inkml:brushProperty name="width" value="0.05" units="cm"/>
      <inkml:brushProperty name="height" value="0.05" units="cm"/>
      <inkml:brushProperty name="color" value="#E71224"/>
    </inkml:brush>
  </inkml:definitions>
  <inkml:trace contextRef="#ctx0" brushRef="#br0">73 50 4066,'0'0'15930,"-10"5"-15191,7-3-710,0-1-3,-1 0 1,1 1 0,0-1 0,0 1 0,0 0 0,0 0 0,0 0 0,0 1 0,0-1 0,1 1 0,-1-1 0,1 1-1,0 0 1,0 0 0,0 0 0,0 0 0,0 0 0,1 0 0,-1 0 0,1 1 0,0-1 0,0 1 0,0-1 0,0 6-1,-1 7 114,1 0-1,0 0 0,1 0 0,1 0 0,0 0 0,7 26 1,-7-37-135,1-1-1,0 1 1,0-1 0,0 0 0,0 0 0,1 0 0,0 0 0,0 0 0,0 0 0,0-1 0,0 0 0,1 1 0,0-1 0,-1 0 0,1-1 0,0 1 0,0-1 0,1 0-1,-1 0 1,0 0 0,1 0 0,-1-1 0,1 0 0,0 0 0,-1 0 0,1 0 0,5-1 0,-3 1-2,-1 0 0,1-1 1,-1 0-1,1 0 0,-1-1 0,0 0 1,1 0-1,-1 0 0,0-1 0,0 0 0,0 0 1,0-1-1,0 0 0,0 0 0,-1 0 0,6-4 1,-5 2-1,-1 0 0,0-1 0,0 1 0,-1-1 0,1 0 0,-1 0 0,-1 0 1,1-1-1,-1 0 0,0 1 0,0-1 0,-1 0 0,0 0 0,1-8 0,0 4 43,-1 1-1,-1-1 0,1 0 0,-2 0 0,1 1 0,-2-1 0,1 0 1,-2 0-1,-2-13 0,2 19-17,0 0-1,0 0 1,0 1-1,0-1 1,-1 1 0,0 0-1,0-1 1,0 1-1,0 1 1,-1-1 0,0 0-1,1 1 1,-1 0 0,-1 0-1,1 0 1,0 0-1,-1 1 1,1-1 0,-1 1-1,0 0 1,-6-1 0,1-1 41,0 2 1,0-1 0,0 1-1,0 1 1,0 0 0,0 0-1,-14 1 1,21 0-145,1 1-1,-1-1 1,0 1-1,1 0 1,-1-1-1,0 1 1,1 0-1,-1 1 1,1-1-1,0 0 1,-1 1 0,1-1-1,-2 3 1,2-2-198,0 0 0,1 0 0,0 0 0,-1 0 0,1 0 0,0 1 0,0-1 0,0 0 0,0 1 1,1-1-1,-1 0 0,0 1 0,1-1 0,0 1 0,0-1 0,0 5 0,0 15-4083</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0:57.983"/>
    </inkml:context>
    <inkml:brush xml:id="br0">
      <inkml:brushProperty name="width" value="0.05" units="cm"/>
      <inkml:brushProperty name="height" value="0.05" units="cm"/>
      <inkml:brushProperty name="color" value="#E71224"/>
    </inkml:brush>
  </inkml:definitions>
  <inkml:trace contextRef="#ctx0" brushRef="#br0">0 3 17048,'0'0'6979,"2"-2"-6995,2 2-192,5 4-1249,3 3-1344,2-2-1201,3 1-4178</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0:58.313"/>
    </inkml:context>
    <inkml:brush xml:id="br0">
      <inkml:brushProperty name="width" value="0.05" units="cm"/>
      <inkml:brushProperty name="height" value="0.05" units="cm"/>
      <inkml:brushProperty name="color" value="#E71224"/>
    </inkml:brush>
  </inkml:definitions>
  <inkml:trace contextRef="#ctx0" brushRef="#br0">64 47 14086,'0'0'8887,"-10"14"-8575,0 0-180,5-9-81,1 0 1,0 1-1,0-1 0,1 1 0,-1 0 0,1 0 0,1 0 1,-1 0-1,1 1 0,0-1 0,1 1 0,-1-1 1,0 14-1,1-6 35,0 0-37,0 1 0,1 0 0,1-1 0,3 25 0,-3-36-52,0 0 0,-1-1 0,1 1 0,0 0 0,0 0 0,0 0 0,1-1 0,-1 1 0,1-1 0,-1 1 0,1-1 0,0 0 1,0 0-1,0 1 0,0-1 0,1 0 0,-1-1 0,0 1 0,1 0 0,-1-1 0,1 1 0,0-1 0,-1 0 0,1 0 0,0 0 0,0 0 0,0-1 0,-1 1 0,5 0 0,-2-1-7,0 0 0,0 0-1,-1-1 1,1 1-1,0-1 1,-1 0-1,1 0 1,-1 0-1,1-1 1,-1 0-1,0 0 1,1 0-1,-1 0 1,0-1-1,0 1 1,-1-1 0,1 0-1,-1 0 1,1 0-1,-1-1 1,0 1-1,0-1 1,0 0-1,-1 0 1,1 0-1,-1 0 1,0 0-1,0-1 1,2-8 0,1-1 22,-1-1 0,-1 0 1,0 0-1,-1 0 0,0 0 1,-2-1-1,1 1 0,-3-18 1,0 27 4,1 0-1,-1 0 1,0 0 0,0 0 0,0 1-1,-1-1 1,0 1 0,0-1 0,-1 1 0,1 0-1,-1 0 1,0 1 0,-8-8 0,10 10-20,-1 0 1,1-1-1,-1 1 0,1 1 1,-1-1-1,0 0 1,0 1-1,1-1 0,-1 1 1,0 0-1,-1 0 1,1 0-1,0 0 1,0 0-1,0 1 0,0 0 1,-1-1-1,1 1 1,0 0-1,0 1 1,-1-1-1,1 1 0,0-1 1,0 1-1,0 0 1,0 0-1,-6 3 0,7-3-115,0 1-1,1-1 0,-1 1 1,0 0-1,1 0 0,-1 0 0,1 0 1,0 0-1,0 0 0,0 0 1,0 0-1,0 0 0,0 0 0,0 1 1,1-1-1,-1 0 0,1 5 1,-1-1-1102,0 0 0,1 1 1,0-1-1,1 0 0,1 12 0,7 5-6218</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0:58.685"/>
    </inkml:context>
    <inkml:brush xml:id="br0">
      <inkml:brushProperty name="width" value="0.05" units="cm"/>
      <inkml:brushProperty name="height" value="0.05" units="cm"/>
      <inkml:brushProperty name="color" value="#E71224"/>
    </inkml:brush>
  </inkml:definitions>
  <inkml:trace contextRef="#ctx0" brushRef="#br0">0 1 9973,'0'0'15284,"6"17"-14881,12 43 249,18 116 0,-25-98-700,3 22-191,-10-34-4439</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0:43.879"/>
    </inkml:context>
    <inkml:brush xml:id="br0">
      <inkml:brushProperty name="width" value="0.05" units="cm"/>
      <inkml:brushProperty name="height" value="0.05" units="cm"/>
      <inkml:brushProperty name="color" value="#E71224"/>
    </inkml:brush>
  </inkml:definitions>
  <inkml:trace contextRef="#ctx0" brushRef="#br0">45 3 16664,'0'0'6597,"-8"17"-6442,1-2-142,1 0 0,1 1 1,0-1-1,1 1 0,1 1 0,-2 16 0,4-26-15,1 0 0,0 1 0,0-1 0,0 0 0,1 0 0,0 0 0,1 0 0,0 0 0,0 0-1,0 0 1,1 0 0,0 0 0,0-1 0,0 0 0,1 1 0,0-1 0,1-1 0,-1 1 0,9 7 0,-12-11 2,1-1 0,-1 1 0,1-1 0,-1 1 0,1-1 0,0 0 0,0 0 0,0 0 0,-1 0 0,1 0 0,0 0 0,0 0 0,0-1 0,0 1 0,0-1 0,0 1 0,1-1 0,-1 0 0,0 0 0,0 0 1,0 0-1,0 0 0,0 0 0,0-1 0,0 1 0,0-1 0,0 1 0,0-1 0,0 0 0,0 0 0,0 0 0,0 0 0,0 0 0,-1 0 0,1-1 0,0 1 0,-1 0 0,1-1 0,-1 0 0,1 1 0,-1-1 0,0 0 0,0 1 0,1-4 0,4-4 21,-1-1 0,0 1 0,-1-1 0,0-1-1,0 1 1,-1-1 0,2-11 0,-4 13 65,1-1 1,-1 0 0,-1 1-1,0-1 1,0 0-1,-1 0 1,0 0 0,-1 1-1,0-1 1,-3-10-1,3 16-55,0-1 0,0 1 1,0 0-1,-1 1 0,1-1 0,-1 0 0,0 1 0,0-1 0,0 1 0,0 0 0,-1 0 0,1 0 0,-1 1 0,0-1 0,0 1 0,0 0 0,0 0 0,0 0 0,0 0 0,0 1 0,-1 0 0,1 0 1,-1 0-1,-5 0 0,-15 0-1836,24 1 1602,1 0 1,-1 0 0,0 1-1,1-1 1,-1 0 0,0 0-1,1 1 1,-1-1 0,1 0-1,-1 1 1,1-1-1,-1 1 1,0-1 0,1 0-1,0 1 1,-1-1 0,1 1-1,-1 0 1,1-1 0,-1 1-1,1-1 1,0 1 0,0 0-1,-1-1 1,1 1-1,0 0 1,0-1 0,0 1-1,-1 0 1,1 13-5008</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0:44.284"/>
    </inkml:context>
    <inkml:brush xml:id="br0">
      <inkml:brushProperty name="width" value="0.05" units="cm"/>
      <inkml:brushProperty name="height" value="0.05" units="cm"/>
      <inkml:brushProperty name="color" value="#E71224"/>
    </inkml:brush>
  </inkml:definitions>
  <inkml:trace contextRef="#ctx0" brushRef="#br0">1 0 13078,'0'0'3025</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0:44.612"/>
    </inkml:context>
    <inkml:brush xml:id="br0">
      <inkml:brushProperty name="width" value="0.05" units="cm"/>
      <inkml:brushProperty name="height" value="0.05" units="cm"/>
      <inkml:brushProperty name="color" value="#E71224"/>
    </inkml:brush>
  </inkml:definitions>
  <inkml:trace contextRef="#ctx0" brushRef="#br0">30 0 11109,'0'0'7521,"19"2"-6889,59 8-128,-76-10-478,0 1 0,-1 0 0,1 0 0,0-1 0,-1 1 0,1 1 0,-1-1 0,0 0 0,1 0 0,-1 0 0,0 1 0,1-1 0,-1 1 0,0-1 0,0 1 0,0-1 0,0 1 0,-1 0 0,1-1 0,0 1 0,-1 0 0,1 0 0,-1 0 0,0-1 0,1 1 0,-1 0 0,0 0 0,0 0 0,0 0 0,0-1 0,-1 1 0,1 0 0,-1 3 0,0 6 168,1 0-49,-1 0-1,0 1 0,-1-1 1,-1 0-1,1 0 1,-2 0-1,1 0 1,-8 12-1,-4 7 379,-29 39 0,26-42 293,-28 55 0,46-82-800,-1 1 1,1-1-1,0 1 1,0-1-1,-1 1 0,1-1 1,0 1-1,0-1 0,0 1 1,0-1-1,0 1 1,0-1-1,0 1 0,0-1 1,0 1-1,0 0 0,0-1 1,0 1-1,0-1 1,0 1-1,0-1 0,1 1 1,-1-1-1,0 1 0,0-1 1,1 0-1,-1 1 1,0-1-1,1 1 0,-1-1 1,0 1-1,1-1 0,20 5 101,27-10 13,-24-2-486,-1 0 0,-1-1 0,0-2 0,29-15 0,36-27-5462,-58 33 629</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0:44.987"/>
    </inkml:context>
    <inkml:brush xml:id="br0">
      <inkml:brushProperty name="width" value="0.05" units="cm"/>
      <inkml:brushProperty name="height" value="0.05" units="cm"/>
      <inkml:brushProperty name="color" value="#E71224"/>
    </inkml:brush>
  </inkml:definitions>
  <inkml:trace contextRef="#ctx0" brushRef="#br0">83 16 15847,'0'0'8674,"-10"4"-8440,8-3-221,-1 0-1,0 1 0,1-1 1,-1 1-1,1 0 1,0 0-1,-1-1 0,1 1 1,0 1-1,0-1 1,0 0-1,0 0 0,1 1 1,-1-1-1,1 1 0,-1 0 1,1-1-1,0 1 1,-1 4-1,-1 6 55,2 1 1,-1-1-1,2 27 1,0-40-68,0 22 22,1 0-1,6 39 1,-6-54-35,1 0 0,0-1 1,0 1-1,0-1 0,1 1 0,0-1 0,0 0 0,1 0 0,0 0 1,0-1-1,0 1 0,1-1 0,6 6 0,-9-9-5,-1 0-1,1-1 1,0 1 0,1 0-1,-1-1 1,0 0 0,0 1-1,1-1 1,-1 0-1,0 0 1,1 0 0,-1-1-1,1 1 1,-1 0 0,1-1-1,0 0 1,-1 0 0,1 1-1,-1-2 1,1 1-1,0 0 1,-1 0 0,1-1-1,-1 1 1,1-1 0,-1 0-1,1 0 1,-1 0-1,0 0 1,1 0 0,-1-1-1,0 1 1,0-1 0,0 1-1,0-1 1,0 0-1,3-3 1,-1-1 38,1 0 0,-1 0-1,0-1 1,0 1 0,0-1-1,-1 0 1,0 0 0,-1 0 0,1 0-1,-1-1 1,1-13 0,-2 10 5,0-1 0,-1 1 0,-1-1 0,0 0 0,-1 1 1,0 0-1,0-1 0,-1 1 0,-1 0 0,0 0 0,0 0 0,-10-15 1,10 20-20,1 0 0,-2 0 1,1 1-1,0 0 0,-1 0 0,0 0 1,0 0-1,-1 1 0,1 0 1,-1 0-1,0 0 0,0 1 1,0-1-1,-1 2 0,1-1 1,-1 1-1,1 0 0,-1 0 1,0 1-1,0-1 0,0 2 1,-9-1-1,15 1-103,-1 0-1,1 0 1,-1 0 0,0 0 0,1 0 0,-1 0 0,1 0-1,-1 1 1,1-1 0,-1 1 0,1-1 0,0 1-1,-1 0 1,1-1 0,-1 1 0,1 0 0,0 0-1,0 0 1,-1 0 0,1 0 0,0 0 0,-1 2-1,0 0-540,1 0-1,0 1 0,0-1 1,0 0-1,0 0 0,1 1 0,-1-1 1,1 1-1,0 4 0,-1 14-5934</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0:45.349"/>
    </inkml:context>
    <inkml:brush xml:id="br0">
      <inkml:brushProperty name="width" value="0.05" units="cm"/>
      <inkml:brushProperty name="height" value="0.05" units="cm"/>
      <inkml:brushProperty name="color" value="#E71224"/>
    </inkml:brush>
  </inkml:definitions>
  <inkml:trace contextRef="#ctx0" brushRef="#br0">1 1 15431,'0'0'7892,"39"0"-9861,-24 0-1185,3 0-2944</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0:45.784"/>
    </inkml:context>
    <inkml:brush xml:id="br0">
      <inkml:brushProperty name="width" value="0.05" units="cm"/>
      <inkml:brushProperty name="height" value="0.05" units="cm"/>
      <inkml:brushProperty name="color" value="#E71224"/>
    </inkml:brush>
  </inkml:definitions>
  <inkml:trace contextRef="#ctx0" brushRef="#br0">39 4 12694,'0'0'7830,"16"-1"-7590,47-1 62,-62 3-289,1-1 1,-1 1 0,0 0 0,0-1 0,0 1 0,0 0-1,0 0 1,0 0 0,0 0 0,0 0 0,0 0 0,0 0-1,-1 0 1,1 1 0,0-1 0,-1 0 0,1 0 0,-1 1-1,1-1 1,-1 0 0,0 0 0,1 1 0,-1-1-1,0 1 1,0-1 0,0 0 0,0 1 0,0-1 0,0 0-1,-1 1 1,1 0 0,-8 44 547,-9-6 78,11-29-531,1 1 0,0-1 0,1 1 0,-4 19 0,7-28-114,1-1 0,0 1 0,0 0 1,0-1-1,0 1 0,0 0 1,0 0-1,1-1 0,-1 1 0,1 0 1,0-1-1,-1 1 0,1-1 0,1 1 1,-1-1-1,0 1 0,1-1 0,-1 0 1,1 1-1,-1-1 0,1 0 1,0 0-1,0 0 0,0-1 0,5 4 1,38 18-161,-38-21 139,-1 1 0,1 0 0,0 0 0,-1 0-1,1 1 1,-1 0 0,0 1 0,0-1 0,-1 1 0,8 9-1,-12-13 37,0 0 0,-1 0-1,1 0 1,-1 0 0,1 0-1,-1 0 1,1 0 0,-1 0 0,0 0-1,1 1 1,-1-1 0,0 0-1,0 0 1,0 0 0,0 1-1,0-1 1,0 0 0,0 0-1,-1 0 1,1 1 0,0-1-1,-1 0 1,1 0 0,0 0-1,-1 0 1,0 0 0,1 0 0,-1 0-1,0 0 1,1 0 0,-1 0-1,0 0 1,0 0 0,0 0-1,0 0 1,0-1 0,0 1-1,0 0 1,0-1 0,0 1-1,0-1 1,-2 1 0,-6 3 82,0 0 1,0 0-1,-1-1 0,-10 2 1,11-3-80,-116 28-4792,98-25 986</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0:46.143"/>
    </inkml:context>
    <inkml:brush xml:id="br0">
      <inkml:brushProperty name="width" value="0.05" units="cm"/>
      <inkml:brushProperty name="height" value="0.05" units="cm"/>
      <inkml:brushProperty name="color" value="#E71224"/>
    </inkml:brush>
  </inkml:definitions>
  <inkml:trace contextRef="#ctx0" brushRef="#br0">100 27 11397,'0'0'12881,"-12"-7"-12014,5 3-756,-29-11 149,35 15-254,0 0 1,0 0 0,0 0 0,0 0 0,0 0 0,-1 0 0,1 0-1,0 1 1,0-1 0,0 0 0,0 1 0,0-1 0,0 0-1,0 1 1,0-1 0,0 1 0,0 0 0,1-1 0,-1 1 0,0 0-1,0-1 1,0 1 0,1 0 0,-1 0 0,0 0 0,1 0 0,-1 0-1,1 0 1,-1 0 0,1 0 0,-1 0 0,1 0 0,0 0 0,0 0-1,-1 0 1,1 2 0,-5 20 66,1 0 0,0 0 0,2 0 0,1 0 0,1 0 0,3 25 0,-2-41-76,0 0 0,1 0 0,-1-1 0,1 1 0,1 0-1,0-1 1,0 1 0,0-1 0,0 0 0,8 9 0,-8-11-5,0-1-1,1 0 1,-1 0 0,1 0 0,0-1-1,-1 1 1,1-1 0,1 0 0,-1 0-1,0 0 1,0 0 0,1-1 0,-1 0-1,1 0 1,-1 0 0,1 0 0,8-1-1,-8 0 14,1 0 0,0-1 0,-1 1 0,0-1-1,1 0 1,-1-1 0,0 0 0,1 1 0,-1-2 0,0 1 0,0 0-1,-1-1 1,1 0 0,0 0 0,-1-1 0,0 1 0,0-1-1,0 0 1,0 0 0,0 0 0,-1-1 0,0 1 0,4-8-1,-3 5 8,-1-1-1,1 1 0,-1-1 0,-1 1 0,0-1 0,0 0 0,0 0 0,-1 0 0,-1 0 0,1 0 0,-1 0 0,0 0 0,-1 0 0,0 0 0,0 0 0,-3-9 0,1 10 2,0 1 0,0 0-1,0 0 1,0 1 0,-1-1-1,0 1 1,-1-1-1,1 1 1,-1 1 0,0-1-1,0 1 1,0-1-1,-1 1 1,-5-3 0,3 2-84,0 1 0,0 0 0,0 0 0,0 1-1,-1 0 1,1 1 0,-1-1 0,1 2 0,-1-1 0,-11 0 0,19 3-142,1-1-1,-1 1 1,0-1-1,1 1 1,-1-1-1,1 1 1,-1 0-1,1-1 1,0 1-1,-1 0 1,1-1-1,0 1 0,-1 0 1,1 0-1,0-1 1,0 1-1,0 0 1,0 0-1,-1-1 1,1 1-1,0 0 1,0 0-1,1-1 1,-1 1-1,0 0 1,0 0-1,0-1 1,0 1-1,1 1 1,7 26-5980,15-9-2728</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0:46.473"/>
    </inkml:context>
    <inkml:brush xml:id="br0">
      <inkml:brushProperty name="width" value="0.05" units="cm"/>
      <inkml:brushProperty name="height" value="0.05" units="cm"/>
      <inkml:brushProperty name="color" value="#E71224"/>
    </inkml:brush>
  </inkml:definitions>
  <inkml:trace contextRef="#ctx0" brushRef="#br0">1 6 12614,'0'0'10693,"10"-6"-10693,-2 6-1041,5 2-928,1 4-1552,3-3-2370</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0:46.815"/>
    </inkml:context>
    <inkml:brush xml:id="br0">
      <inkml:brushProperty name="width" value="0.05" units="cm"/>
      <inkml:brushProperty name="height" value="0.05" units="cm"/>
      <inkml:brushProperty name="color" value="#E71224"/>
    </inkml:brush>
  </inkml:definitions>
  <inkml:trace contextRef="#ctx0" brushRef="#br0">0 0 12710,'0'0'7659,"0"20"-7277,1 61-214,-1-77-165,0 0-1,0 0 1,0 0 0,1 0 0,-1 0-1,1 0 1,0 0 0,0-1 0,0 1-1,1 0 1,-1 0 0,1-1 0,0 1-1,0-1 1,0 0 0,1 1 0,-1-1-1,1 0 1,0 0 0,0-1-1,0 1 1,0 0 0,0-1 0,0 0-1,1 0 1,6 3 0,-6-4 10,-1 0 0,1-1 0,-1 1 0,1-1 0,0 0 0,-1 0 0,1 0 0,0-1 0,-1 1-1,1-1 1,-1 0 0,1 0 0,-1 0 0,1 0 0,-1-1 0,0 1 0,0-1 0,1 0 0,-1 0 0,0 0 0,-1 0 0,1-1 0,0 1 0,-1-1 0,4-3 0,2-5 191,-1-1-1,1 0 1,-2 0 0,0-1 0,0 1 0,7-27 0,-1 5 1488,-12 33-900,0 29 40,1 111-404,0 40-1721,-3-61-5504,0-82 1736</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17.279"/>
    </inkml:context>
    <inkml:brush xml:id="br0">
      <inkml:brushProperty name="width" value="0.05" units="cm"/>
      <inkml:brushProperty name="height" value="0.05" units="cm"/>
      <inkml:brushProperty name="color" value="#E71224"/>
    </inkml:brush>
  </inkml:definitions>
  <inkml:trace contextRef="#ctx0" brushRef="#br0">0 1 7555,'0'0'3829,"3"10"-3744,12 48 449,5 47-7588,-10-53 4994,-1-3 3632,-1-10 1643,3 50 1,-9-2-1713,-1-82-1877,-1 0 1,1 1-1,0-1 1,1 0-1,-1 0 0,1 0 1,0 0-1,0-1 1,5 8-1,-1 0-1332,2 6-749</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17.641"/>
    </inkml:context>
    <inkml:brush xml:id="br0">
      <inkml:brushProperty name="width" value="0.05" units="cm"/>
      <inkml:brushProperty name="height" value="0.05" units="cm"/>
      <inkml:brushProperty name="color" value="#E71224"/>
    </inkml:brush>
  </inkml:definitions>
  <inkml:trace contextRef="#ctx0" brushRef="#br0">3 0 2353,'0'0'8436,"0"111"-7492,0-90 945,-2-7-1889,2-2 128,0 1-64,0-2-64,0-2-816,0 4-945,0 5-976,0 1-3762,0 7 6179</inkml:trace>
  <inkml:trace contextRef="#ctx0" brushRef="#br0" timeOffset="1">15 561 7619,'0'0'4723,"-10"54"-4723,10-41-160,0 2-305,0 2 337,0-3-1520,0-2-1730</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17.997"/>
    </inkml:context>
    <inkml:brush xml:id="br0">
      <inkml:brushProperty name="width" value="0.05" units="cm"/>
      <inkml:brushProperty name="height" value="0.05" units="cm"/>
      <inkml:brushProperty name="color" value="#E71224"/>
    </inkml:brush>
  </inkml:definitions>
  <inkml:trace contextRef="#ctx0" brushRef="#br0">30 0 6931,'0'0'7716,"-29"65"-7828,29-57-433,0-1-1632,0 2 32,0 1-384</inkml:trace>
  <inkml:trace contextRef="#ctx0" brushRef="#br0" timeOffset="1">36 330 5827,'0'0'5874,"0"95"-5105,0-81-705,0-2 0,0-1 48,0-4 256,0 0-320,0 6-48,0 2-288,4 0 80,0 2-561,2-4-1055,-2-2-802</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18.343"/>
    </inkml:context>
    <inkml:brush xml:id="br0">
      <inkml:brushProperty name="width" value="0.05" units="cm"/>
      <inkml:brushProperty name="height" value="0.05" units="cm"/>
      <inkml:brushProperty name="color" value="#E71224"/>
    </inkml:brush>
  </inkml:definitions>
  <inkml:trace contextRef="#ctx0" brushRef="#br0">48 1 10949,'0'0'3196,"-8"15"-1643,-2 3-1209,5-11-205,1 0 1,0 1-1,1-1 0,-1 1 1,2-1-1,-1 1 1,-2 13-1,5 10-202,18 8-4650,1 5 184,-17-25 2568</inkml:trace>
  <inkml:trace contextRef="#ctx0" brushRef="#br0" timeOffset="1">43 315 2977,'0'0'11958,"0"8"-10488,0 33 1841,20-41-6790,17-6-2580,-15 1 411</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0:36.715"/>
    </inkml:context>
    <inkml:brush xml:id="br0">
      <inkml:brushProperty name="width" value="0.05" units="cm"/>
      <inkml:brushProperty name="height" value="0.05" units="cm"/>
      <inkml:brushProperty name="color" value="#E71224"/>
    </inkml:brush>
  </inkml:definitions>
  <inkml:trace contextRef="#ctx0" brushRef="#br0">1 220 14295,'0'0'8473,"2"-16"-8084,-1 6-334,6-35 67,-7 42-115,1 1 0,0 0 0,0 0 0,0 0 0,0-1 0,1 1 0,-1 0 0,1 0 0,-1 1 0,1-1 0,0 0 0,-1 0 0,1 1-1,0-1 1,0 1 0,0 0 0,0 0 0,1-1 0,-1 1 0,3-1 0,5-1 5,0 0 0,0 1 0,0 0 0,1 0 0,-1 1 0,1 1 0,-1 0 0,1 0 0,-1 1-1,17 3 1,-24-3-1,1 0-1,0 0 0,-1 1 1,1-1-1,-1 1 0,1 0 1,-1 0-1,0 0 0,0 1 1,0-1-1,0 1 0,0-1 0,-1 1 1,1 0-1,-1 0 0,0 0 1,0 1-1,0-1 0,0 0 1,0 1-1,-1 0 0,1-1 1,-1 1-1,0 0 0,0-1 0,-1 1 1,1 0-1,-1 0 0,0 0 1,0 7-1,-1 26 71,-10 61 1,18-118-117,1 1 1,0-1-1,2 1 1,0 1-1,1 0 1,22-27-1,-3 0 2,47-82 38,-76 126 89,-2 12 50,-24 63 6,18-59-118,1 1 0,1 1 1,0-1-1,2 1 0,-4 26 1,6-32-33,1-1-1,0 1 1,0-1 0,1 1-1,1 0 1,-1-1 0,2 0 0,0 1-1,7 17 1,-8-24-41,1 1-1,0-1 1,0 0 0,1-1-1,-1 1 1,1 0 0,-1-1-1,1 0 1,0 0 0,0 0-1,1-1 1,-1 1 0,0-1-1,1 0 1,0 0-1,-1 0 1,1-1 0,0 0-1,0 0 1,0 0 0,0 0-1,0-1 1,6 0 0,-4 1-128,15 0-1972,0-1 0,36-3-1,-26-6-3071</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0:37.041"/>
    </inkml:context>
    <inkml:brush xml:id="br0">
      <inkml:brushProperty name="width" value="0.05" units="cm"/>
      <inkml:brushProperty name="height" value="0.05" units="cm"/>
      <inkml:brushProperty name="color" value="#E71224"/>
    </inkml:brush>
  </inkml:definitions>
  <inkml:trace contextRef="#ctx0" brushRef="#br0">2 0 16151,'0'0'7028,"-2"119"-6868,2-91-32,5 1-80,-3 3-48,2-1-272,-2 3-1281,2-7-1344,6-2-3058</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0:37.511"/>
    </inkml:context>
    <inkml:brush xml:id="br0">
      <inkml:brushProperty name="width" value="0.05" units="cm"/>
      <inkml:brushProperty name="height" value="0.05" units="cm"/>
      <inkml:brushProperty name="color" value="#E71224"/>
    </inkml:brush>
  </inkml:definitions>
  <inkml:trace contextRef="#ctx0" brushRef="#br0">0 56 17864,'0'0'2652,"22"-10"-2345,69-28-120,-88 37-172,0 0 1,0 0-1,0 1 0,0-1 1,0 1-1,0 0 1,0 0-1,0 0 1,0 0-1,0 0 0,0 1 1,0 0-1,0-1 1,0 1-1,0 0 1,0 1-1,0-1 1,0 0-1,-1 1 0,1-1 1,0 1-1,-1 0 1,0 0-1,1 0 1,-1 0-1,0 1 1,0-1-1,2 4 0,0 0 36,0 1-1,0 0 0,0 0 0,-1 0 0,-1 0 0,1 0 0,-1 1 1,2 11-1,-3-9 17,0 1 0,0-1 0,-1 1 0,0-1 0,-1 1 1,0 0-1,-1-1 0,0 0 0,0 1 0,-8 17 0,2-11-48,-1 0-1,-1-1 0,0 0 0,-1-1 1,-13 15-1,153-212-365,-89 124 295,-14 19 125,32-37 0,-56 108 1076,-6 29-815,2-33-293,0 0 1,2-1-1,4 41 0,-3-64-124,0 0-1,0-1 1,0 1-1,0 0 1,1-1-1,0 1 1,-1-1-1,1 0 1,1 0-1,-1 1 1,0-1-1,1-1 1,-1 1-1,1 0 1,0-1-1,0 1 1,0-1-1,5 3 1,-1-1-490,-1-1 0,0-1 0,1 1 0,0-1 0,-1 0 1,1-1-1,0 0 0,0 0 0,9 0 0,15 0-4098</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0:37.868"/>
    </inkml:context>
    <inkml:brush xml:id="br0">
      <inkml:brushProperty name="width" value="0.05" units="cm"/>
      <inkml:brushProperty name="height" value="0.05" units="cm"/>
      <inkml:brushProperty name="color" value="#E71224"/>
    </inkml:brush>
  </inkml:definitions>
  <inkml:trace contextRef="#ctx0" brushRef="#br0">1 24 14663,'0'0'7240,"15"-5"-7192,51-13-37,-65 18-11,0 0 0,1 0 0,-1 0-1,0 0 1,0 0 0,1 0 0,-1 0 0,0 0 0,0 0-1,1 1 1,-1-1 0,0 0 0,0 1 0,0-1 0,0 1 0,0-1-1,1 1 1,-1 0 0,0-1 0,0 1 0,0 0 0,-1 0-1,1 0 1,0 0 0,0 0 0,0 0 0,-1 0 0,1 0-1,0 0 1,-1 0 0,1 0 0,-1 0 0,1 0 0,-1 1 0,1 1-1,1 45-9,-3-38 7,0-1 45,1-2 0,-2 1 0,1 0 0,-1 0 0,0 0 0,-1-1 0,0 1 0,0-1 0,-1 0 0,0 0 0,-8 13 0,-9 16 479,20-36-517,1 1 1,-1-1 0,1 1-1,-1 0 1,1-1-1,0 1 1,-1 0-1,1-1 1,0 1 0,-1 0-1,1-1 1,0 1-1,0 0 1,0 0-1,0-1 1,0 1 0,0 0-1,0-1 1,0 1-1,0 0 1,0 0-1,0-1 1,0 1 0,1 0-1,-1-1 1,0 1-1,0 0 1,1 0-1,-1-1 1,1 1 0,-1-1-1,0 1 1,1 0-1,-1-1 1,1 1-1,-1-1 1,1 1 0,1 0-1,0 0 5,1 0 0,0-1-1,0 1 1,0-1 0,0 1 0,0-1-1,0 0 1,0 0 0,0 0 0,4-1 0,9-1 8,-1-1 0,1-1 1,17-6-1,34-16-461,38-15-4434,-68 23-866</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0:38.905"/>
    </inkml:context>
    <inkml:brush xml:id="br0">
      <inkml:brushProperty name="width" value="0.05" units="cm"/>
      <inkml:brushProperty name="height" value="0.05" units="cm"/>
      <inkml:brushProperty name="color" value="#E71224"/>
    </inkml:brush>
  </inkml:definitions>
  <inkml:trace contextRef="#ctx0" brushRef="#br0">26 38 12406,'0'0'10663,"-4"-7"-9601,-10-24-456,9 48-294,3 11-310,2-16 14,0 0 0,1 0 0,1 0 0,0 0 0,0 0 0,1 0-1,1 0 1,0-1 0,6 13 0,-7-19-21,0 0 0,1 0 1,-1 0-1,1 0 0,0 0 0,0-1 1,1 0-1,-1 1 0,1-2 0,0 1 1,0-1-1,0 1 0,1-1 0,-1-1 1,1 1-1,0-1 0,-1 0 0,1 0 1,0-1-1,8 2 0,-7-2 5,0 0-1,1 0 1,-1-1-1,0 0 0,0 0 1,1-1-1,-1 1 1,0-2-1,0 1 1,0-1-1,0 0 1,0 0-1,0-1 1,-1 0-1,13-7 0,-14 6 9,-1-1-1,1 1 1,-1-1-1,0 0 1,0 0-1,0 0 1,-1 0-1,0-1 1,0 1-1,0-1 1,-1 0-1,0 0 1,0 0-1,0 0 1,-1 0-1,0 0 1,0 0-1,0-12 1,2-5 1829,-3 23-1769,-2 40 508,-20 606 510,20-372-1041,3-266-32,-1-1 0,-1 1 0,1 0 0,-1 0 1,-1 0-1,1-1 0,-1 1 0,0-1 0,-1 1 0,0-1 0,0 0 1,-8 12-1,10-18-2,1 0 1,-1 0 0,0 0 0,0-1-1,0 1 1,0 0 0,0-1 0,0 1-1,0-1 1,0 1 0,0-1 0,0 1-1,0-1 1,0 0 0,0 1 0,0-1-1,0 0 1,0 0 0,0 0 0,0 0-1,-1 0 1,1 0 0,0 0 0,0 0-1,0 0 1,0-1 0,0 1 0,0 0-1,0-1 1,0 1 0,0-1 0,0 1-1,0-1 1,0 1 0,0-1 0,0 0-1,0 0 1,1 1 0,-1-1 0,0 0-1,0-1 1,-32-37 399,32 37-403,-12-21 11,0 0 0,2 0 0,0-1 0,2-1 0,1 0 0,0 0 0,2-1 0,1 1 0,1-1 0,2 0 0,0 0 0,2-1 0,0 1 0,9-48 1,-5 58 2,1 0 0,1 1 1,0 0-1,1 0 0,1 1 1,0-1-1,1 2 1,0-1-1,1 1 0,1 1 1,0 0-1,1 0 1,0 1-1,0 1 0,1 0 1,1 1-1,19-11 1,-9 7-667,0 0 1,2 2-1,51-16 1,-53 21-1543,0 1 0,0 1 1,1 0-1,29 1 0,-30 3-7368</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0:40.617"/>
    </inkml:context>
    <inkml:brush xml:id="br0">
      <inkml:brushProperty name="width" value="0.05" units="cm"/>
      <inkml:brushProperty name="height" value="0.05" units="cm"/>
      <inkml:brushProperty name="color" value="#E71224"/>
    </inkml:brush>
  </inkml:definitions>
  <inkml:trace contextRef="#ctx0" brushRef="#br0">168 275 9476,'0'0'2143,"-20"-2"-471,-62-7-481,16 1 2821,103 6 706,53-15-3255,26-3-1188,413-21 579,-188 19-449,591-42-381,-753 53-24,650-5 49,-48 3-66,-733 11 17,377-30 27,-106 21 286,-76 6-106,-243 7-1641,0-1 1251,0 0 1,0 0 0,0-1 0,0 1 0,0 0-1,0-1 1,0 1 0,0 0 0,0-1-1,0 1 1,0 0 0,0-1 0,-1 1 0,1 0-1,0-1 1,-1 1 0,1 0 0,0-1-1,-1 1 1,1-1 0,0 1 0,-1-1-1,0 1 1,-24 3-3732,-11-3-3524</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0:42.882"/>
    </inkml:context>
    <inkml:brush xml:id="br0">
      <inkml:brushProperty name="width" value="0.05" units="cm"/>
      <inkml:brushProperty name="height" value="0.05" units="cm"/>
      <inkml:brushProperty name="color" value="#E71224"/>
    </inkml:brush>
  </inkml:definitions>
  <inkml:trace contextRef="#ctx0" brushRef="#br0">81 1 9925,'0'0'11015,"-11"4"-10879,6-2-120,2-1 3,0 0-1,0 0 0,0 0 1,0 0-1,0 1 1,1-1-1,-1 1 0,0 0 1,1 0-1,-1 0 1,1 0-1,0 0 0,0 0 1,-1 1-1,2-1 1,-1 1-1,0-1 0,0 1 1,1 0-1,-1 0 1,1-1-1,0 1 0,0 0 1,0 0-1,1 0 0,-1 1 1,0 2-1,0 6 35,-3 19 64,2-1 0,1 0 0,1 0 0,1 1 0,10 49 0,-10-76-117,1 0 0,-1 1-1,1-1 1,0 0 0,1 0 0,-1 0-1,1-1 1,0 1 0,0 0 0,0-1-1,0 0 1,1 0 0,-1 0-1,1 0 1,-1 0 0,1-1 0,0 0-1,9 4 1,-11-5 8,1 0 0,0 0 1,0 0-1,0-1 0,0 1 0,0-1 0,0 0 1,0 0-1,0 0 0,0 0 0,1 0 0,-1-1 0,0 1 1,0-1-1,-1 0 0,1 0 0,0 0 0,0 0 1,0-1-1,-1 1 0,1-1 0,0 1 0,-1-1 0,0 0 1,1 0-1,-1 0 0,0 0 0,3-4 0,1-3 59,0 1 0,-1-1 0,0 0 0,-1 0 0,0 0 0,0 0 0,-1-1-1,0 0 1,0 1 0,-1-1 0,-1 0 0,0 0 0,0-1 0,-1 1 0,0 0 0,-1 0-1,-3-17 1,3 21-44,-1 0-1,0 0 1,0 0-1,0 0 1,-1 0-1,0 0 1,0 1-1,0 0 1,-1-1-1,0 1 1,0 1-1,0-1 1,0 0-1,-1 1 0,0 0 1,0 0-1,0 1 1,0-1-1,-1 1 1,1 0-1,-1 0 1,0 1-1,0 0 1,0 0-1,0 0 1,0 1-1,0 0 1,-1 0-1,-6 0 1,10 1 27,-1-1-346,0 1 0,-1-1-1,1 1 1,-1 0 0,1 1-1,-1-1 1,-8 3-1,12-2 14,0-1-1,-1 1 1,1 0-1,0 0 0,0 0 1,0 0-1,0 1 0,0-1 1,1 0-1,-1 0 1,0 0-1,0 1 0,1-1 1,-1 0-1,1 1 0,-1-1 1,1 1-1,0-1 1,0 0-1,-1 1 0,1-1 1,0 1-1,0-1 0,0 1 1,0-1-1,1 2 1,-1 15-4688</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0:43.303"/>
    </inkml:context>
    <inkml:brush xml:id="br0">
      <inkml:brushProperty name="width" value="0.05" units="cm"/>
      <inkml:brushProperty name="height" value="0.05" units="cm"/>
      <inkml:brushProperty name="color" value="#E71224"/>
    </inkml:brush>
  </inkml:definitions>
  <inkml:trace contextRef="#ctx0" brushRef="#br0">1 239 11429,'0'0'7972,"55"-22"-8965,-51 22-1760,5 0-4146</inkml:trace>
  <inkml:trace contextRef="#ctx0" brushRef="#br0" timeOffset="1">291 0 16215,'0'0'7935,"0"9"-7428,5 73 365,27 139 0,-18-137-1875,-2-32-2334,3-22-2162,-7-19-786</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0:50.466"/>
    </inkml:context>
    <inkml:brush xml:id="br0">
      <inkml:brushProperty name="width" value="0.05" units="cm"/>
      <inkml:brushProperty name="height" value="0.05" units="cm"/>
      <inkml:brushProperty name="color" value="#E71224"/>
    </inkml:brush>
  </inkml:definitions>
  <inkml:trace contextRef="#ctx0" brushRef="#br0">83 1 14871,'0'0'8844,"-13"22"-8649,-41 75 42,51-91-206,1 0 0,0 0 0,0 0-1,0 0 1,0 1 0,1-1 0,0 1 0,1-1 0,-1 1-1,1-1 1,2 10 0,-1 5 31,-1-13-56,0-1 0,0 1 0,1-1 0,0 0-1,1 1 1,0-1 0,0 0 0,0 0 0,1 0 0,0 0-1,0 0 1,1-1 0,8 12 0,-9-14-13,0-1-1,1 0 1,0 0 0,-1 0 0,1 0-1,0-1 1,0 1 0,0-1-1,1 0 1,-1 0 0,0-1 0,1 1-1,0-1 1,-1 0 0,1 0 0,-1 0-1,1-1 1,0 0 0,0 0 0,-1 0-1,1 0 1,8-2 0,-9 0 8,0 1 0,0-1 0,0 1 0,-1-1 0,1 0 0,0-1 0,-1 1 0,1-1 0,-1 1 0,0-1 0,0 0 0,0 0 0,0-1 0,-1 1 0,1 0 0,-1-1 0,0 0 0,0 1 0,0-1 0,0 0 0,-1 0 0,1 0 0,-1 0 0,0 0 0,0-6 0,3-12 23,-1 1-1,0-1 1,-2-31-1,-2 42 5,0 1 0,0-1-1,-1 1 1,-1 0 0,0 0 0,0 0 0,-1 0-1,-5-10 1,7 17-35,0-1 0,0 1 0,-1-1 0,1 1 0,-1 0 0,0-1 0,0 1 0,0 1-1,0-1 1,-5-3 0,6 5-21,0 0 1,0 0-1,0 0 0,0 1 0,-1-1 1,1 0-1,0 1 0,0 0 0,0-1 1,-1 1-1,1 0 0,0 0 0,0 0 0,0 1 1,-1-1-1,1 0 0,0 1 0,0 0 1,0-1-1,-4 3 0,4-2-361,1 1-1,-1 0 1,0 0 0,1 0-1,-1 0 1,1 0-1,-1 0 1,1 0 0,0 0-1,0 1 1,0-1-1,0 0 1,1 1 0,-1-1-1,1 1 1,-1-1-1,1 1 1,0-1 0,0 0-1,0 1 1,0 4-1,0 14-7787</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0:50.795"/>
    </inkml:context>
    <inkml:brush xml:id="br0">
      <inkml:brushProperty name="width" value="0.05" units="cm"/>
      <inkml:brushProperty name="height" value="0.05" units="cm"/>
      <inkml:brushProperty name="color" value="#E71224"/>
    </inkml:brush>
  </inkml:definitions>
  <inkml:trace contextRef="#ctx0" brushRef="#br0">1 21 16071,'0'0'6675,"31"-21"-8243,-23 31-1922,7-1-3825</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0:51.143"/>
    </inkml:context>
    <inkml:brush xml:id="br0">
      <inkml:brushProperty name="width" value="0.05" units="cm"/>
      <inkml:brushProperty name="height" value="0.05" units="cm"/>
      <inkml:brushProperty name="color" value="#E71224"/>
    </inkml:brush>
  </inkml:definitions>
  <inkml:trace contextRef="#ctx0" brushRef="#br0">147 286 14647,'0'0'6208,"-5"20"-5464,4-17-706,-6 25 125,2-1 0,1 0 1,0 1-1,2 44 0,3-64-210,0-1 0,1 1 0,-1-1 0,2 1 0,-1-1 0,1 0 1,0 0-1,1 0 0,7 12 0,-10-17 19,0 0 0,1 0 0,-1 0 0,1 0 0,0 0 1,0 0-1,0-1 0,0 1 0,0-1 0,0 1 0,0-1 0,0 0 1,1 1-1,-1-1 0,1 0 0,-1-1 0,0 1 0,1 0 0,-1-1 0,1 1 1,0-1-1,-1 0 0,1 0 0,-1 0 0,1 0 0,-1 0 0,1-1 1,-1 1-1,1-1 0,-1 0 0,1 0 0,-1 1 0,4-3 0,-2 0 34,-1 1-1,1-1 0,-1 1 1,0-1-1,0 0 0,0 0 1,0 0-1,-1-1 0,1 1 1,-1-1-1,0 0 0,0 1 1,0-1-1,0 0 0,-1 0 1,0 0-1,1 0 0,-1 0 1,-1-1-1,1 1 0,-1 0 1,0-7-1,1 5 2,-1 0 1,-1 0-1,1 0 1,-1 0-1,0 0 1,0 1-1,-1-1 1,0 0 0,0 1-1,0-1 1,0 1-1,-1 0 1,0-1-1,0 1 1,-6-7-1,-77-60 354,63 55 122,2 0-1,0-2 0,-19-22 1,34 34-375,0-1 1,1 0 0,0 0-1,0 0 1,1-1 0,0 1 0,0-1-1,1 0 1,0 0 0,1-1-1,0 1 1,0 0 0,0-11-1,2 15-83,-1 0-1,1 0 0,0 0 0,1 0 0,-1 0 0,1 1 0,0-1 0,0 0 0,1 0 0,-1 0 0,1 1 0,0-1 0,0 1 0,0 0 0,7-9 0,-6 10-23,0 0 1,1 0-1,0 0 0,0 1 0,0-1 0,0 1 0,0 0 0,1 0 1,-1 0-1,1 1 0,-1-1 0,1 1 0,-1 0 0,1 1 1,0-1-1,-1 1 0,6 0 0,-6 0-5,0-1 0,0 1 1,0 1-1,0-1 0,0 0 0,0 1 0,0 0 1,-1 0-1,1 0 0,0 0 0,-1 1 0,1-1 0,0 1 1,-1 0-1,0 0 0,1 1 0,2 2 0,-2 0 3,0-1-1,-1 1 0,0 0 0,0 0 0,0 0 0,-1 0 0,1 1 1,-1-1-1,-1 1 0,1 0 0,1 7 0,0 1-3,-1 1 1,0 0-1,-1-1 0,-1 1 0,0 0 0,-1 0 0,0 0 1,-2 0-1,1-1 0,-2 1 0,0-1 0,-1 0 0,0 0 1,-1 0-1,-12 20 0,-48 75-2035,19-37-3422,22-34-1496</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16.560"/>
    </inkml:context>
    <inkml:brush xml:id="br0">
      <inkml:brushProperty name="width" value="0.05" units="cm"/>
      <inkml:brushProperty name="height" value="0.05" units="cm"/>
      <inkml:brushProperty name="color" value="#E71224"/>
    </inkml:brush>
  </inkml:definitions>
  <inkml:trace contextRef="#ctx0" brushRef="#br0">5 0 9508,'0'0'1585,"-5"43"-3858,5-29 1905,0 1-304,0 0 463,0-2-175,0-2-752,0 0 95,0-1-768,0-3-848</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16.888"/>
    </inkml:context>
    <inkml:brush xml:id="br0">
      <inkml:brushProperty name="width" value="0.05" units="cm"/>
      <inkml:brushProperty name="height" value="0.05" units="cm"/>
      <inkml:brushProperty name="color" value="#E71224"/>
    </inkml:brush>
  </inkml:definitions>
  <inkml:trace contextRef="#ctx0" brushRef="#br0">0 0 2561,'0'0'9140,"0"43"-8755,0-34-241,0 0-144,0 4-16,0 6-353,0 1-1055,3 2-1329</inkml:trace>
  <inkml:trace contextRef="#ctx0" brushRef="#br0" timeOffset="1">29 458 6099,'0'0'4498,"9"79"-4498,-7-68-48,-2 2-336,4 0-1153,-4 2-3922</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19.331"/>
    </inkml:context>
    <inkml:brush xml:id="br0">
      <inkml:brushProperty name="width" value="0.05" units="cm"/>
      <inkml:brushProperty name="height" value="0.05" units="cm"/>
      <inkml:brushProperty name="color" value="#E71224"/>
    </inkml:brush>
  </inkml:definitions>
  <inkml:trace contextRef="#ctx0" brushRef="#br0">13 23 10485,'0'0'9140,"-12"-2"-9140,24 2-1473,13 0 513,6 0-593,2-11-2016,2 1-1154</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19.674"/>
    </inkml:context>
    <inkml:brush xml:id="br0">
      <inkml:brushProperty name="width" value="0.05" units="cm"/>
      <inkml:brushProperty name="height" value="0.05" units="cm"/>
      <inkml:brushProperty name="color" value="#E71224"/>
    </inkml:brush>
  </inkml:definitions>
  <inkml:trace contextRef="#ctx0" brushRef="#br0">0 129 8340,'0'0'8500,"11"-2"-8372,-3 2-48,6-2-80,13 0-128,2-1-336,12-3-1233,-2-1-2193,3-3-880</inkml:trace>
  <inkml:trace contextRef="#ctx0" brushRef="#br0" timeOffset="1">449 66 9076,'0'0'7636,"58"-9"-7620,-33 3 80,8-3-192,6-1-673,4 1-799,4 0-2658,-1-4-1233</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20.005"/>
    </inkml:context>
    <inkml:brush xml:id="br0">
      <inkml:brushProperty name="width" value="0.05" units="cm"/>
      <inkml:brushProperty name="height" value="0.05" units="cm"/>
      <inkml:brushProperty name="color" value="#E71224"/>
    </inkml:brush>
  </inkml:definitions>
  <inkml:trace contextRef="#ctx0" brushRef="#br0">0 76 4306,'0'0'9957,"82"0"-9877,-61 0-160,0-2-145,1-2-1984,7 1-432,2-5-1857</inkml:trace>
  <inkml:trace contextRef="#ctx0" brushRef="#br0" timeOffset="1">402 24 880,'0'0'14311,"61"0"-14183,-42 0-32,-1 0-128,5-2 32,2 0-992,4 1-577,6-5 0,10 0 417,11-1-2386</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20.380"/>
    </inkml:context>
    <inkml:brush xml:id="br0">
      <inkml:brushProperty name="width" value="0.05" units="cm"/>
      <inkml:brushProperty name="height" value="0.05" units="cm"/>
      <inkml:brushProperty name="color" value="#E71224"/>
    </inkml:brush>
  </inkml:definitions>
  <inkml:trace contextRef="#ctx0" brushRef="#br0">1 79 9428,'0'0'7796,"53"-9"-7796,-34 3-16,3 2 0,7 1-865,10 1-287,13-4-321,10-3-3233</inkml:trace>
  <inkml:trace contextRef="#ctx0" brushRef="#br0" timeOffset="1">802 21 9524,'0'0'9317,"57"-7"-9157,-40 3-112,-1 1-96,1-1 0,-3 4-577,9-2-703,4 2-513,8 0-160,2 0-2577</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20.722"/>
    </inkml:context>
    <inkml:brush xml:id="br0">
      <inkml:brushProperty name="width" value="0.05" units="cm"/>
      <inkml:brushProperty name="height" value="0.05" units="cm"/>
      <inkml:brushProperty name="color" value="#E71224"/>
    </inkml:brush>
  </inkml:definitions>
  <inkml:trace contextRef="#ctx0" brushRef="#br0">1 1 6723,'0'0'13382,"0"2"-12822,4-2 401,-2 0-961,0 0-480,-2 3-1233,0 3-2017</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21.974"/>
    </inkml:context>
    <inkml:brush xml:id="br0">
      <inkml:brushProperty name="width" value="0.05" units="cm"/>
      <inkml:brushProperty name="height" value="0.05" units="cm"/>
      <inkml:brushProperty name="color" value="#E71224"/>
    </inkml:brush>
  </inkml:definitions>
  <inkml:trace contextRef="#ctx0" brushRef="#br0">56 71 12086,'0'0'5610,"-10"0"-4999,-27 0-13,28 0 23,86-11-7685,-20 8 163,1 0 8382,68-3 7511,-26 0-7388,52-11-6750,26-3 708,-59 15 10660,-8 8-4785,-2 0-7895,-76-3 805</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22.308"/>
    </inkml:context>
    <inkml:brush xml:id="br0">
      <inkml:brushProperty name="width" value="0.05" units="cm"/>
      <inkml:brushProperty name="height" value="0.05" units="cm"/>
      <inkml:brushProperty name="color" value="#E71224"/>
    </inkml:brush>
  </inkml:definitions>
  <inkml:trace contextRef="#ctx0" brushRef="#br0">1 1 8964,'0'0'6371,"92"15"-6371,-69-15 0,4 0-736,4 0-2242,1 0-1648</inkml:trace>
  <inkml:trace contextRef="#ctx0" brushRef="#br0" timeOffset="1">520 28 9204,'0'0'5155,"115"0"-5091,-88 0-64,3 0-32,8 0 16,5 0-1393,2 0-288,0 0-1056</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22.641"/>
    </inkml:context>
    <inkml:brush xml:id="br0">
      <inkml:brushProperty name="width" value="0.05" units="cm"/>
      <inkml:brushProperty name="height" value="0.05" units="cm"/>
      <inkml:brushProperty name="color" value="#E71224"/>
    </inkml:brush>
  </inkml:definitions>
  <inkml:trace contextRef="#ctx0" brushRef="#br0">0 17 9492,'0'0'5267,"126"8"-5267,-91-8 32,8 0-80,3 0-1025,-3 0 289,0 0-1217,-6 0 864,-6 0-591</inkml:trace>
  <inkml:trace contextRef="#ctx0" brushRef="#br0" timeOffset="1">501 25 8196,'0'0'7587,"51"5"-6738,-42-5-305,3 0-368,6 0-16,7 0-160,10-7-80,2 0 32,2 1-624,2 1-1954,-1 3-1295,-5 0 2256</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23.005"/>
    </inkml:context>
    <inkml:brush xml:id="br0">
      <inkml:brushProperty name="width" value="0.05" units="cm"/>
      <inkml:brushProperty name="height" value="0.05" units="cm"/>
      <inkml:brushProperty name="color" value="#E71224"/>
    </inkml:brush>
  </inkml:definitions>
  <inkml:trace contextRef="#ctx0" brushRef="#br0">1 93 6915,'0'0'7588,"105"-32"-7412,-87 25-144,-1 3-32,-7 1-1057,5 1-1152,-5 2 737,0-2-465,3 0-1393</inkml:trace>
  <inkml:trace contextRef="#ctx0" brushRef="#br0" timeOffset="1">349 6 10613,'0'0'9956,"31"0"-9059,-25 0-241,-2 0-480,0 0-16,0 0-160,-2 0-176,-2-6-4594</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23.846"/>
    </inkml:context>
    <inkml:brush xml:id="br0">
      <inkml:brushProperty name="width" value="0.05" units="cm"/>
      <inkml:brushProperty name="height" value="0.05" units="cm"/>
      <inkml:brushProperty name="color" value="#E71224"/>
    </inkml:brush>
  </inkml:definitions>
  <inkml:trace contextRef="#ctx0" brushRef="#br0">1 1 11685,'0'0'1137</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24.207"/>
    </inkml:context>
    <inkml:brush xml:id="br0">
      <inkml:brushProperty name="width" value="0.05" units="cm"/>
      <inkml:brushProperty name="height" value="0.05" units="cm"/>
      <inkml:brushProperty name="color" value="#E71224"/>
    </inkml:brush>
  </inkml:definitions>
  <inkml:trace contextRef="#ctx0" brushRef="#br0">1 0 9588,'0'0'2658,"8"82"-7397</inkml:trace>
  <inkml:trace contextRef="#ctx0" brushRef="#br0" timeOffset="1">63 450 7924,'0'0'5042,"-7"61"-5042,7-53-464,0 7-1585,7 3-8180</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24.555"/>
    </inkml:context>
    <inkml:brush xml:id="br0">
      <inkml:brushProperty name="width" value="0.05" units="cm"/>
      <inkml:brushProperty name="height" value="0.05" units="cm"/>
      <inkml:brushProperty name="color" value="#E71224"/>
    </inkml:brush>
  </inkml:definitions>
  <inkml:trace contextRef="#ctx0" brushRef="#br0">0 1 10645,'0'0'4946,"0"87"-5074,0-72-544,4 1-2514,0 1 305,1 9 2785</inkml:trace>
  <inkml:trace contextRef="#ctx0" brushRef="#br0" timeOffset="1">66 427 7668,'0'0'8227,"12"78"-7875,-12-76-352,5-1-80,-1 5-368,4 0-1409,-2 3-992,2 6-352</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24.886"/>
    </inkml:context>
    <inkml:brush xml:id="br0">
      <inkml:brushProperty name="width" value="0.05" units="cm"/>
      <inkml:brushProperty name="height" value="0.05" units="cm"/>
      <inkml:brushProperty name="color" value="#E71224"/>
    </inkml:brush>
  </inkml:definitions>
  <inkml:trace contextRef="#ctx0" brushRef="#br0">1 0 5715,'0'0'5554,"0"100"-2689,0-85-2128,0-6-49,0-3-320,0-3-368,0 1 0,0 2-176,0-1-2065,0 3-2209</inkml:trace>
  <inkml:trace contextRef="#ctx0" brushRef="#br0" timeOffset="1">60 556 8868,'0'0'5186,"4"105"-5122,-2-81 49,-2-1-81,3-1-32,1-4 0,-2-3-561,2 0-783,-2 0-161,2 7-640,2 6-1825,2 0 2289</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25.220"/>
    </inkml:context>
    <inkml:brush xml:id="br0">
      <inkml:brushProperty name="width" value="0.05" units="cm"/>
      <inkml:brushProperty name="height" value="0.05" units="cm"/>
      <inkml:brushProperty name="color" value="#E71224"/>
    </inkml:brush>
  </inkml:definitions>
  <inkml:trace contextRef="#ctx0" brushRef="#br0">13 1 8708,'0'0'5555,"-13"79"-5571,13-75-417,0 0-1039,6 1 383,1 5-271,-3-3-241,0 6-320,0 9-1777</inkml:trace>
  <inkml:trace contextRef="#ctx0" brushRef="#br0" timeOffset="1">50 364 7523,'0'0'8788,"0"96"-8051,0-92 687,0 0-1279,0-1-145,0 1-48,0 1-641,0 3-719,2 5-273,6 5-896,2 5 1952,-1 1-511,-3 3-2146</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25.584"/>
    </inkml:context>
    <inkml:brush xml:id="br0">
      <inkml:brushProperty name="width" value="0.05" units="cm"/>
      <inkml:brushProperty name="height" value="0.05" units="cm"/>
      <inkml:brushProperty name="color" value="#E71224"/>
    </inkml:brush>
  </inkml:definitions>
  <inkml:trace contextRef="#ctx0" brushRef="#br0">1 0 8324,'0'0'8003,"0"30"-7762,0-28-113,0 0-128,2 0-865,4-2-2192,0 0-2065</inkml:trace>
  <inkml:trace contextRef="#ctx0" brushRef="#br0" timeOffset="1">52 167 9380,'0'0'10949,"-8"-24"-11621,12 7-2225,4-1-6676</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26.510"/>
    </inkml:context>
    <inkml:brush xml:id="br0">
      <inkml:brushProperty name="width" value="0.05" units="cm"/>
      <inkml:brushProperty name="height" value="0.05" units="cm"/>
      <inkml:brushProperty name="color" value="#E71224"/>
    </inkml:brush>
  </inkml:definitions>
  <inkml:trace contextRef="#ctx0" brushRef="#br0">21 10 15383,'0'0'2513,"-21"-9"-4130,21 23 305,0 3-2786,0-4-1008</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26.840"/>
    </inkml:context>
    <inkml:brush xml:id="br0">
      <inkml:brushProperty name="width" value="0.05" units="cm"/>
      <inkml:brushProperty name="height" value="0.05" units="cm"/>
      <inkml:brushProperty name="color" value="#E71224"/>
    </inkml:brush>
  </inkml:definitions>
  <inkml:trace contextRef="#ctx0" brushRef="#br0">7 0 8420,'0'0'4082,"-6"39"-3922,6-29-160,0 1-240,0 5-2145</inkml:trace>
  <inkml:trace contextRef="#ctx0" brushRef="#br0" timeOffset="1">57 688 10149,'0'0'4738,"-44"103"-3906,36-86-336,6-2-303,2-4-33,0 2-160,0-2-64,0 0 32,0 0-865,0 2-3009</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27.216"/>
    </inkml:context>
    <inkml:brush xml:id="br0">
      <inkml:brushProperty name="width" value="0.05" units="cm"/>
      <inkml:brushProperty name="height" value="0.05" units="cm"/>
      <inkml:brushProperty name="color" value="#E71224"/>
    </inkml:brush>
  </inkml:definitions>
  <inkml:trace contextRef="#ctx0" brushRef="#br0">21 1 9845,'0'0'4386,"-21"107"-3394,21-94-688,0-3-224,0-1-80,0-2-288,0 1-2033,0-1-1361</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27.573"/>
    </inkml:context>
    <inkml:brush xml:id="br0">
      <inkml:brushProperty name="width" value="0.05" units="cm"/>
      <inkml:brushProperty name="height" value="0.05" units="cm"/>
      <inkml:brushProperty name="color" value="#E71224"/>
    </inkml:brush>
  </inkml:definitions>
  <inkml:trace contextRef="#ctx0" brushRef="#br0">31 1 11669,'0'0'4546,"-25"118"-3777,21-94 1136,4-5-1281,0-4 176,0-6-79,0-4-161,0-3-48,-2-9-1296,2-21-1841,0-15-1153</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27.947"/>
    </inkml:context>
    <inkml:brush xml:id="br0">
      <inkml:brushProperty name="width" value="0.05" units="cm"/>
      <inkml:brushProperty name="height" value="0.05" units="cm"/>
      <inkml:brushProperty name="color" value="#E71224"/>
    </inkml:brush>
  </inkml:definitions>
  <inkml:trace contextRef="#ctx0" brushRef="#br0">7 63 10149,'0'0'6995,"-6"-48"-6979,14 48-320,8 0-385,7-2-351,2-5-2466,1 1-1120</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28.307"/>
    </inkml:context>
    <inkml:brush xml:id="br0">
      <inkml:brushProperty name="width" value="0.05" units="cm"/>
      <inkml:brushProperty name="height" value="0.05" units="cm"/>
      <inkml:brushProperty name="color" value="#E71224"/>
    </inkml:brush>
  </inkml:definitions>
  <inkml:trace contextRef="#ctx0" brushRef="#br0">1 60 6723,'0'0'8836,"49"-13"-8692,-32 9-144,3 0-96,7 0 96,2 3-704,2-3-977,4 2-96,0 0 289,-2 0-994,-2 1-3392</inkml:trace>
  <inkml:trace contextRef="#ctx0" brushRef="#br0" timeOffset="1">460 4 3618,'0'0'11685,"60"-2"-11333,-52 2-272,6 0-160,5-2 64,4 2-48,1 0-1104,3 0-1986,2 0-127</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28.681"/>
    </inkml:context>
    <inkml:brush xml:id="br0">
      <inkml:brushProperty name="width" value="0.05" units="cm"/>
      <inkml:brushProperty name="height" value="0.05" units="cm"/>
      <inkml:brushProperty name="color" value="#E71224"/>
    </inkml:brush>
  </inkml:definitions>
  <inkml:trace contextRef="#ctx0" brushRef="#br0">0 80 9012,'0'0'5875,"74"0"-5875,-51 0-320,4-4-1953,4-3-913</inkml:trace>
  <inkml:trace contextRef="#ctx0" brushRef="#br0" timeOffset="1">490 43 8452,'0'0'7795,"97"-10"-7795,-72 7-128,4-1-16,4 0-1424,4-1-177,12-3-288,7-1-912</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29.039"/>
    </inkml:context>
    <inkml:brush xml:id="br0">
      <inkml:brushProperty name="width" value="0.05" units="cm"/>
      <inkml:brushProperty name="height" value="0.05" units="cm"/>
      <inkml:brushProperty name="color" value="#E71224"/>
    </inkml:brush>
  </inkml:definitions>
  <inkml:trace contextRef="#ctx0" brushRef="#br0">0 2 10565,'0'0'5778,"89"0"-5665,-70 0-113,1 0-161,5 0-703,8 0-2754,6 0-63</inkml:trace>
  <inkml:trace contextRef="#ctx0" brushRef="#br0" timeOffset="1">725 19 9444,'0'0'7028,"114"1"-7028,-75-2-129,2-5-47,4 2 176,1 1-736,3 1-464,-6 0 367,2 0-2112,-7 2 2705,-12 0-4082</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29.369"/>
    </inkml:context>
    <inkml:brush xml:id="br0">
      <inkml:brushProperty name="width" value="0.05" units="cm"/>
      <inkml:brushProperty name="height" value="0.05" units="cm"/>
      <inkml:brushProperty name="color" value="#E71224"/>
    </inkml:brush>
  </inkml:definitions>
  <inkml:trace contextRef="#ctx0" brushRef="#br0">1 26 4786,'0'0'7492,"105"-7"-6004,-81 3-559,1 2-257,4-2 0,6 1-624,0 1-48,6 0-624,6 0-1329,-1 2-1472,3 0-1762</inkml:trace>
  <inkml:trace contextRef="#ctx0" brushRef="#br0" timeOffset="1">567 4 10661,'0'0'8388,"57"0"-8036,-50-2-144,-3 2-144,0 0-48,-4 6-4210,-4 5 48,-2-2-1408</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29.730"/>
    </inkml:context>
    <inkml:brush xml:id="br0">
      <inkml:brushProperty name="width" value="0.05" units="cm"/>
      <inkml:brushProperty name="height" value="0.05" units="cm"/>
      <inkml:brushProperty name="color" value="#E71224"/>
    </inkml:brush>
  </inkml:definitions>
  <inkml:trace contextRef="#ctx0" brushRef="#br0">23 1 11797,'-2'81'6243,"0"-81"-5330,2 2-801,-2 6-112,0 1 0,0 4 0,-3 4-176,1 3-465,0 2-1071,4 2-1218,0 4-495,0 0-1169</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30.072"/>
    </inkml:context>
    <inkml:brush xml:id="br0">
      <inkml:brushProperty name="width" value="0.05" units="cm"/>
      <inkml:brushProperty name="height" value="0.05" units="cm"/>
      <inkml:brushProperty name="color" value="#E71224"/>
    </inkml:brush>
  </inkml:definitions>
  <inkml:trace contextRef="#ctx0" brushRef="#br0">0 1 9060,'0'0'7908,"0"16"-6713,0 24-790,3 228-2552,9-132-4595,0 53 8089,-14-60 6655,0-1-8317,4-107-1363,0-1 0,1 1-1,12 38 1,-9-35 1342,0 0 0,3 33 0,-7 118 5568,-1-21-5083,0-147-1060,0 0 0,0 0 0,1 0 0,0 0 0,0 0 0,1-1-1,6 13 1,-4-9-772,5 12-3605</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30.402"/>
    </inkml:context>
    <inkml:brush xml:id="br0">
      <inkml:brushProperty name="width" value="0.05" units="cm"/>
      <inkml:brushProperty name="height" value="0.05" units="cm"/>
      <inkml:brushProperty name="color" value="#E71224"/>
    </inkml:brush>
  </inkml:definitions>
  <inkml:trace contextRef="#ctx0" brushRef="#br0">0 1 3169,'0'0'14167,"0"98"-12967,0-92-575,0 1 351,0-1-848,0-3-96,0 1-64,0 2 0,2-3-1697,2 7-512,5 6-2321,-3 1-1713</inkml:trace>
  <inkml:trace contextRef="#ctx0" brushRef="#br0" timeOffset="1">56 403 9188,'0'0'10101,"-41"67"-10053,37-64-48,4 5-256,-5-1-737,5 4-1040,0 2-400,0 6-880,0 1-1201,0 2 2801</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30.763"/>
    </inkml:context>
    <inkml:brush xml:id="br0">
      <inkml:brushProperty name="width" value="0.05" units="cm"/>
      <inkml:brushProperty name="height" value="0.05" units="cm"/>
      <inkml:brushProperty name="color" value="#E71224"/>
    </inkml:brush>
  </inkml:definitions>
  <inkml:trace contextRef="#ctx0" brushRef="#br0">27 0 7684,'0'0'6691,"-16"95"-6691,14-84 0,0-2 32,0 0-160,0-3-81,2-2-655,0-1-2081</inkml:trace>
  <inkml:trace contextRef="#ctx0" brushRef="#br0" timeOffset="1">3 258 6883,'0'0'13446,"-2"79"-7859,2-86-5123,2-6-464,8-6-320,0 1-1089,5-6-1360,-9-6-2497</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36.148"/>
    </inkml:context>
    <inkml:brush xml:id="br0">
      <inkml:brushProperty name="width" value="0.05" units="cm"/>
      <inkml:brushProperty name="height" value="0.05" units="cm"/>
      <inkml:brushProperty name="color" value="#E71224"/>
    </inkml:brush>
  </inkml:definitions>
  <inkml:trace contextRef="#ctx0" brushRef="#br0">67 131 9444,'0'0'12601,"-6"0"-11299,-27 0 520,30 2-1713,1 1 1,-1-1-1,1 1 0,0 0 1,0 0-1,0 0 1,0 1-1,0-1 0,1 0 1,-1 0-1,1 1 0,0-1 1,0 1-1,0 5 1,1-8-109,0 0 1,1 1 0,0-1 0,-1 0 0,1 0 0,0 0-1,-1 0 1,1 0 0,0 0 0,0 0 0,0 0 0,0 0 0,0 0-1,0 0 1,0 0 0,0-1 0,0 1 0,0 0 0,1-1-1,-1 1 1,0-1 0,0 0 0,1 1 0,-1-1 0,0 0-1,1 0 1,-1 1 0,2-1 0,47 4 58,-45-3-59,68 2 19,82-8 0,-130 3-19,0-1 0,0-2 0,-1 0 0,1-2 0,-2 0 0,1-2 0,24-12 0,-44 18-14,1 1-1,-1-1 0,0-1 0,0 1 0,0 0 1,0-1-1,0 0 0,-1 0 0,4-5 1,-6 8 6,0-1 1,0 1 0,-1 0 0,1 0 0,-1 0-1,1-1 1,-1 1 0,1 0 0,-1 0 0,0-1 0,1 1-1,-1 0 1,0-1 0,0 1 0,0-1 0,0 1-1,0 0 1,0-1 0,-1 1 0,1 0 0,0-1 0,-1 1-1,1 0 1,-1 0 0,1-1 0,-1 1 0,1 0-1,-1 0 1,0 0 0,0 0 0,0-1 0,0 1 0,0 1-1,0-1 1,0 0 0,0 0 0,0 0 0,-2-1 0,-50-22-61,44 21 71,-1-1-1,1 0 1,1 0-1,-1-1 1,-16-11-1,24 15 27,0 1-87,38 0 15,-32 0 42,0 0 1,1 0 0,-1 0 0,0 1-1,0 0 1,-1 0 0,1 0-1,0 1 1,0-1 0,0 1-1,-1 0 1,1 0 0,-1 1-1,0 0 1,1-1 0,-1 2-1,0-1 1,4 5 0,-4-3 2,-1 0 0,0 0 0,0 1 0,0 0 0,0-1 0,-1 1 0,0 0 0,-1 0 0,1 0 0,-1 0 0,0 1 0,0-1 0,-1 0 0,0 9 0,-1-2-152,0 1 0,-1-1 0,-1 0 0,0 0 0,0 0 0,-1 0 0,-9 17 0,-6 22-8199,16-41 1676</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36.895"/>
    </inkml:context>
    <inkml:brush xml:id="br0">
      <inkml:brushProperty name="width" value="0.05" units="cm"/>
      <inkml:brushProperty name="height" value="0.05" units="cm"/>
      <inkml:brushProperty name="color" value="#E71224"/>
    </inkml:brush>
  </inkml:definitions>
  <inkml:trace contextRef="#ctx0" brushRef="#br0">39 171 15255,'0'0'8924,"-7"0"-8668,-9-2-203,14-2 15,28-10 61,14-8-96,-28 14-17,-1 0 1,1-1-1,19-19 0,-28 24 8,0 1 0,0-1-1,0 0 1,-1 0-1,1 0 1,-1 0 0,0-1-1,0 1 1,0-1-1,-1 1 1,0-1-1,0 0 1,0 1 0,0-1-1,0-7 601,-2 13-603,0 0 0,0-1 0,0 1 0,0-1 0,0 1 0,0 0 0,1 0 1,-1 0-1,0-1 0,0 1 0,1 0 0,-1 0 0,1 0 0,-1 0 0,1 0 0,-1 0 0,1 0 0,-1 0 0,1 0 0,0 2 0,-8 25-59,7-26 56,-4 32 17,1 0 1,2 1-1,4 68 1,-1-51-16,15 233 100,-16-283-117,0-1-1,-1 1 1,1 0-1,-1 0 1,0 0-1,0 0 1,1-1-1,-1 1 1,0 0-1,-1 0 0,1-1 1,0 1-1,0-1 1,-1 1-1,1-1 1,-1 0-1,1 0 1,-1 1-1,1-1 1,-1 0-1,0 0 1,-2 0-1,-49 21 82,34-16-72,-9 3-44,-6 4 155,34-13-122,0 0 0,1 0 0,-1 0 0,0 0 0,0 0 1,0 0-1,0 0 0,0 0 0,0 0 0,0 0 0,0 0 0,1 0 0,-1 0 0,0 0 0,0 0 0,0 0 1,0 0-1,0 0 0,0 0 0,0 0 0,0 0 0,0 1 0,1-1 0,-1 0 0,0 0 0,0 0 1,0 0-1,0 0 0,0 0 0,0 0 0,0 0 0,0 0 0,0 0 0,0 0 0,0 0 0,0 1 0,0-1 1,0 0-1,0 0 0,0 0 0,0 0 0,0 0 0,0 0 0,0 0 0,0 0 0,0 1 0,0-1 0,0 0 1,0 0-1,0 0 0,0 0 0,0 0 0,0 0 0,0 0 0,0 0 0,0 1 0,0-1 0,0 0 0,0 0 1,0 0-1,0 0 0,0 0 0,0 0 0,0 0 0,-1 0 0,1 0 0,0 0 0,0 0 0,24 2 46,21-5-80,-1-2 0,-1-1 0,1-3-1,81-27 1,-93 26-263,-26 9-154,0-1 0,-1-1 0,1 1 0,-1-1-1,1 0 1,-1 0 0,0-1 0,0 0-1,4-4 1,-6 5-557,-1 0 0,1 1 0,-1-1 0,0-1 0,0 1 0,0 0 0,0-1 0,-1 1 0,3-6 0,-2-4-8725</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37.364"/>
    </inkml:context>
    <inkml:brush xml:id="br0">
      <inkml:brushProperty name="width" value="0.05" units="cm"/>
      <inkml:brushProperty name="height" value="0.05" units="cm"/>
      <inkml:brushProperty name="color" value="#E71224"/>
    </inkml:brush>
  </inkml:definitions>
  <inkml:trace contextRef="#ctx0" brushRef="#br0">113 0 15911,'0'0'8084,"-13"4"-7932,-45 15 144,56-17-266,-1 0 0,1-1-1,-1 1 1,1 0 0,-1 0-1,1 0 1,0 1 0,0-1-1,0 1 1,0-1 0,1 1-1,-1-1 1,1 1 0,-1 0-1,1 0 1,0 0 0,0 0-1,-1 5 1,-2 55 555,4-52-469,0-8-109,1 0 0,-1 0 0,1 0 0,-1 0 0,1 0 0,0 0 0,0 0 0,1 0 0,-1-1 0,0 1 0,1 0 0,0-1 0,-1 1 1,1-1-1,0 0 0,0 1 0,5 2 0,50 34-6,-48-35-22,-1 1 0,0 0 0,0 0 0,0 1 0,-1 0 0,13 13 0,-19-17 27,0-1 0,0 0 0,0 0-1,0 0 1,-1 0 0,1 1 0,0-1 0,0 0-1,-1 1 1,1-1 0,-1 1 0,1-1 0,-1 0 0,0 1-1,0-1 1,1 1 0,-1-1 0,0 1 0,0-1 0,0 1-1,-1-1 1,1 1 0,0-1 0,0 1 0,-1-1-1,1 1 1,-1-1 0,1 1 0,-1-1 0,0 0 0,0 0-1,1 1 1,-1-1 0,0 0 0,0 0 0,0 0 0,0 0-1,-1 0 1,1 0 0,0 0 0,0 0 0,0 0-1,-1 0 1,1-1 0,-1 1 0,1-1 0,0 1 0,-1-1-1,1 1 1,-3-1 0,-11 4-138,1 0-1,-1-1 1,-1-1-1,-14 0 1,14-1-802,-1 1-1213,7-2-4489</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37.706"/>
    </inkml:context>
    <inkml:brush xml:id="br0">
      <inkml:brushProperty name="width" value="0.05" units="cm"/>
      <inkml:brushProperty name="height" value="0.05" units="cm"/>
      <inkml:brushProperty name="color" value="#E71224"/>
    </inkml:brush>
  </inkml:definitions>
  <inkml:trace contextRef="#ctx0" brushRef="#br0">0 0 14407,'0'0'9065,"4"15"-7992,6 37-472,-1 1 0,1 71 0,-10-119-823,2 30-5267,-2-34 5314,0 0 0,0-1 1,0 1-1,0 0 0,0-1 0,0 1 0,0-1 0,0 1 0,0 0 0,0-1 0,1 1 0,-1 0 0,0-1 0,0 1 0,1-1 0,-1 1 0,0-1 0,1 1 0,-1-1 0,0 1 0,1-1 0,-1 1 0,1-1 0,-1 1 0,1-1 0,-1 0 0,1 1 0,-1-1 0,1 0 0,-1 1 0,1-1 0,0 0 0,-1 0 1,1 0-1,0 1 0,-1-1 0,1 0 0,-1 0 0,1 0 0,0 0 0,0 0 0</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38.064"/>
    </inkml:context>
    <inkml:brush xml:id="br0">
      <inkml:brushProperty name="width" value="0.05" units="cm"/>
      <inkml:brushProperty name="height" value="0.05" units="cm"/>
      <inkml:brushProperty name="color" value="#E71224"/>
    </inkml:brush>
  </inkml:definitions>
  <inkml:trace contextRef="#ctx0" brushRef="#br0">0 56 9957,'0'0'11029,"37"-31"-10357,-18 27-208,-1-2-112,3 4-240,-3 1-112,1-1 16,1 0-32,3-2-928,0 2-785,-1 0-1248,-3 2-4211</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38.533"/>
    </inkml:context>
    <inkml:brush xml:id="br0">
      <inkml:brushProperty name="width" value="0.05" units="cm"/>
      <inkml:brushProperty name="height" value="0.05" units="cm"/>
      <inkml:brushProperty name="color" value="#E71224"/>
    </inkml:brush>
  </inkml:definitions>
  <inkml:trace contextRef="#ctx0" brushRef="#br0">43 425 9556,'0'0'11648,"-1"7"-11301,-5 25 679,2 0-1,1 39 0,-10-102 771,7-6-1737,1 0 1,2 0 0,2 0-1,1-1 1,6-38-1,-4 58-57,1 1 0,0 1 0,2-1 0,0 0 0,0 1 0,2 0 0,0 0 0,1 1 0,0 0 0,2 1 0,-1-1 0,2 2 0,0-1 0,0 1 0,16-12 0,-25 23-7,0 0 0,1 0 0,-1 1-1,0-1 1,1 1 0,-1 0 0,1 0 0,0 0-1,-1 0 1,1 0 0,0 0 0,0 1 0,-1-1-1,1 1 1,5 0 0,-7 1 1,0-1 1,1 1-1,-1-1 1,0 1-1,0 0 0,0-1 1,0 1-1,1 0 1,-1 0-1,-1 0 0,1 0 1,0 0-1,0 0 1,0 0-1,0 1 0,-1-1 1,1 0-1,0 0 1,-1 1-1,1-1 0,-1 0 1,0 0-1,1 1 1,-1-1-1,0 1 0,0-1 1,0 0-1,0 1 1,0-1-1,0 3 1,0 20-33,0-1 1,-1 1 0,-2 0 0,0-1 0,-2 0 0,-11 36 0,10-40-152,1 0 0,0 0-1,2 0 1,0 1 0,-1 26 0,5-44 171,-1-1 1,0 1-1,1-1 1,-1 0-1,1 1 1,-1-1-1,1 0 1,0 1-1,0-1 0,-1 0 1,1 0-1,0 0 1,0 0-1,0 0 1,0 0-1,0 0 1,1 0-1,-1 0 1,0 0-1,0 0 1,1-1-1,-1 1 0,2 0 1,40 15-75,-22-9-13,-15-5 63,0 1 0,0 1 0,0-1 1,-1 1-1,1 0 0,-1 0 0,0 0 0,0 1 0,5 6 0,-9-10 40,0 1-1,0-1 1,0 1-1,0-1 1,0 0 0,0 1-1,-1-1 1,1 1-1,-1 0 1,1-1 0,-1 1-1,1 0 1,-1-1-1,0 1 1,0 0 0,0-1-1,0 1 1,0 0-1,0-1 1,0 1 0,-1 0-1,1-1 1,0 1-1,-1-1 1,1 1 0,-1 0-1,0-1 1,0 1-1,0-1 1,1 0 0,-1 1-1,0-1 1,-1 0-1,1 1 1,0-1 0,0 0-1,0 0 1,-1 0-1,1 0 1,-1 0 0,-2 1-1,-10 6 99,-1 0 0,0-1 0,0-1 0,0 0 0,-1-1-1,-29 5 1,10-5-143,0-1 0,-41-1 0,88-15-5942,14 0 238,7-1-3858</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39.190"/>
    </inkml:context>
    <inkml:brush xml:id="br0">
      <inkml:brushProperty name="width" value="0.05" units="cm"/>
      <inkml:brushProperty name="height" value="0.05" units="cm"/>
      <inkml:brushProperty name="color" value="#E71224"/>
    </inkml:brush>
  </inkml:definitions>
  <inkml:trace contextRef="#ctx0" brushRef="#br0">126 362 6067,'0'0'15353,"1"-13"-14344,-1-40-225,0 53-775,0-1-1,0 1 1,0-1-1,0 1 1,0 0-1,0-1 1,0 1-1,0-1 1,0 1-1,0 0 1,-1-1-1,1 1 0,0 0 1,0-1-1,0 1 1,0-1-1,-1 1 1,1 0-1,0 0 1,0-1-1,-1 1 1,1 0-1,0-1 1,-1 1-1,1 0 1,0 0-1,-1 0 1,1-1-1,0 1 1,-1 0-1,1 0 0,0 0 1,-1 0-1,1 0 1,-1-1-1,1 1 1,0 0-1,-1 0 1,1 0-1,-1 0 1,1 0-1,0 0 1,-1 1-1,1-1 1,0 0-1,-1 0 1,1 0-1,-1 0 1,1 0-1,0 0 0,-1 1 1,1-1-1,0 0 1,-1 0-1,1 1 1,-19 16 148,17-15-116,-11 11 46,0 1 0,2 0 0,-14 21 0,21-28-96,0 0 1,1 0 0,-1 0-1,2 0 1,-1 0-1,1 1 1,0-1 0,0 1-1,1 0 1,0 12 0,1-20 5,0 1 0,1 0 0,-1-1 0,1 1 0,0 0 0,-1-1 0,1 1 0,-1-1 0,1 1 0,0-1 0,-1 1 0,1-1 0,0 1 0,0-1 0,-1 0 0,1 1 0,0-1 0,0 0 0,0 0 0,-1 0 0,1 1 0,0-1 0,0 0 0,0 0 0,0 0 0,0 0 0,-1 0 0,3-1 0,26-2-73,-24 1 73,0 0 0,0-1 0,0 0 1,-1 0-1,1 0 0,-1-1 0,0 1 0,0-1 0,0 0 0,0-1 1,-1 1-1,1 0 0,-1-1 0,3-5 0,37-77 56,-38 77-58,-7 22 131,2 1 0,0 0 0,0-1 0,1 1-1,3 13 1,-4-23-124,1 0-1,-1 1 1,0-1 0,1 0-1,0 0 1,0 0-1,0 0 1,0 0-1,1 0 1,-1-1-1,1 1 1,-1 0 0,1-1-1,0 1 1,0-1-1,0 1 1,0-1-1,1 0 1,-1 0-1,1 0 1,-1 0 0,1-1-1,0 1 1,0-1-1,-1 1 1,1-1-1,0 0 1,0 0-1,0 0 1,0 0 0,1-1-1,-1 0 1,0 1-1,6-1 1,-1-1-22,0 0 1,0-1 0,-1 0-1,1 0 1,-1 0 0,1-1 0,-1 0-1,0-1 1,0 0 0,0 0-1,0 0 1,-1-1 0,7-5-1,2-5 105,-1-1 0,0 0 0,-2-1 0,1-1 0,-2 1-1,0-2 1,-2 0 0,0 0 0,-1 0 0,-1-1 0,0-1 0,-2 1-1,0-1 1,-2 0 0,0 0 0,-1 0 0,-1 0 0,-1 0 0,-1 0 0,-4-22-1,5 43-27,0 0 0,0-1 0,1 1 0,-1-1 0,0 1 0,0-1-1,-1 1 1,1-1 0,0 1 0,0-1 0,0 1 0,0 0 0,0-1-1,0 1 1,0-1 0,-1 1 0,1-1 0,0 1 0,0 0 0,-1-1-1,1 1 1,0 0 0,-1-1 0,1 1 0,0 0 0,-1-1 0,1 1-1,0 0 1,-1 0 0,1-1 0,-1 1 0,1 0 0,-1 0 0,0-1 0,-10 14 383,-4 24-536,7 2 71,2 0 0,2 0-1,2 0 1,3 65 0,0-90-52,-1-8-78,0-1 0,1 1 1,0 0-1,0 0 0,0-1 0,1 1 1,0 0-1,0-1 0,0 0 0,1 1 1,0-1-1,0 0 0,0 0 0,0-1 1,1 1-1,0-1 0,0 1 0,0-1 1,1 0-1,-1-1 0,1 1 0,0-1 1,0 0-1,10 5 0,-9-6-470,-1-1-1,0 1 1,1-1 0,-1 0 0,1-1-1,-1 1 1,1-1 0,-1 0-1,1 0 1,-1-1 0,1 0 0,-1 0-1,0 0 1,1 0 0,-1-1-1,0 0 1,8-4 0,20-12-5645</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39.818"/>
    </inkml:context>
    <inkml:brush xml:id="br0">
      <inkml:brushProperty name="width" value="0.05" units="cm"/>
      <inkml:brushProperty name="height" value="0.05" units="cm"/>
      <inkml:brushProperty name="color" value="#E71224"/>
    </inkml:brush>
  </inkml:definitions>
  <inkml:trace contextRef="#ctx0" brushRef="#br0">86 235 8548,'0'0'12131,"0"-9"-10720,-4-21-145,4 30-1247,-1-1 0,1 1 0,0 0-1,0 0 1,-1-1 0,1 1 0,0 0 0,0 0 0,-1 0 0,1 0 0,0 0 0,0-1 0,-1 1 0,1 0 0,0 0 0,-1 0 0,1 0 0,0 0 0,-1 0 0,1 0 0,0 0 0,0 0 0,-1 0 0,1 0 0,0 0 0,-1 0 0,1 1 0,0-1 0,-1 0 0,1 0 0,0 0 0,0 0 0,-1 0 0,1 1 0,-19 17 474,12-8-287,0 0 0,0 0 0,1 1 0,1 0 0,-5 13 0,8-19-196,0 0 0,0 1 0,1-1 0,0 1 0,0-1 0,0 1 0,1-1 0,0 1 0,0 0 0,0-1 0,1 1 0,0 0 0,2 7 0,-2-11-18,0 0 0,0 0-1,1-1 1,-1 1 0,0 0-1,1-1 1,-1 1 0,1-1-1,0 0 1,-1 1 0,1-1-1,0 0 1,0 0 0,-1 0-1,1 0 1,0 0 0,0-1-1,0 1 1,0-1 0,0 1-1,1-1 1,1 0 0,54 3-476,-47-3 329,-4 0 70,1 0-1,-1-1 0,1 0 1,-1 0-1,1-1 0,-1 0 0,0 0 1,1-1-1,-1 0 0,-1 0 1,1-1-1,0 1 0,-1-1 1,11-9-1,-8 5-11,-1-1 1,-1 0 0,1 0-1,-1 0 1,-1-1-1,0 0 1,0-1-1,7-19 1,-3 1 496,-1-2 1,-2 1-1,-1-1 0,-1 0 0,-2 0 1,0-42-1,-8 184 2112,1-58-2516,6 97 1,-3-148-10,1 0-1,0 0 1,0 0 0,0-1 0,1 1 0,-1 0-1,0 0 1,1-1 0,-1 1 0,1 0 0,-1-1-1,1 1 1,0 0 0,0-1 0,-1 1-1,1-1 1,0 1 0,1-1 0,-1 0 0,0 1-1,0-1 1,1 0 0,-1 0 0,0 0 0,1 0-1,-1 0 1,1 0 0,-1 0 0,1 0-1,0-1 1,-1 1 0,1-1 0,0 1 0,0-1-1,-1 0 1,1 1 0,0-1 0,0 0 0,-1 0-1,1 0 1,0-1 0,0 1 0,-1 0-1,4-1 1,1-2-3,1 1 1,-1-1-1,0 0 0,0 0 0,-1 0 0,1-1 1,-1 0-1,1 0 0,-1 0 0,7-8 1,23-36-72,-25 33 33,0 1-1,1 1 1,14-14-1,-24 28 38,0 1-1,0 0 1,-1-1-1,1 1 1,-1 0-1,1 0 0,-1-1 1,0 1-1,0 0 1,0 0-1,0 3 1,1 9 24,1 0 1,0 0 0,1 0-1,1 0 1,7 18 0,-9-26-39,0 0-1,1 0 1,-1-1-1,1 1 1,1-1 0,-1 1-1,1-1 1,0 0 0,0-1-1,1 1 1,-1-1 0,1 0-1,0 0 1,9 5-1,-11-7-116,0-1-1,-1 0 1,1 0-1,0 0 1,0-1-1,1 1 1,-1-1-1,0 1 1,0-1-1,0 0 1,0 0-1,0 0 1,0-1-1,0 1 1,0-1-1,0 0 1,0 0-1,0 0 1,0 0-1,0 0 1,0-1-1,-1 1 0,1-1 1,0 0-1,-1 1 1,4-5-1,11-18-3504,-11-6-3309,-6 14-2757</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40.272"/>
    </inkml:context>
    <inkml:brush xml:id="br0">
      <inkml:brushProperty name="width" value="0.05" units="cm"/>
      <inkml:brushProperty name="height" value="0.05" units="cm"/>
      <inkml:brushProperty name="color" value="#E71224"/>
    </inkml:brush>
  </inkml:definitions>
  <inkml:trace contextRef="#ctx0" brushRef="#br0">0 88 16808,'0'0'8227,"114"-13"-8002,-57-2-193,5-2-32,-4 2-16,-9 2-32,-8 4 48,-10 3-465,-10 6-975,-7 0-721,-8 0-1857</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46.280"/>
    </inkml:context>
    <inkml:brush xml:id="br0">
      <inkml:brushProperty name="width" value="0.05" units="cm"/>
      <inkml:brushProperty name="height" value="0.05" units="cm"/>
      <inkml:brushProperty name="color" value="#E71224"/>
    </inkml:brush>
  </inkml:definitions>
  <inkml:trace contextRef="#ctx0" brushRef="#br0">82 29 14791,'0'0'9674,"-16"0"-9424,-49 0 265,142 1 222,122-16-1,-184 12-732,9-1-21,1 0 1,0 2 0,0 0 0,39 4 0,-63-1 16,0 0 0,-1 0 0,1 0 0,0 0 0,0 0 0,0 0 0,-1 0 1,1 0-1,0 0 0,-1 1 0,1-1 0,-1 0 0,0 0 0,1 1 1,-1-1-1,0 0 0,0 1 0,0-1 0,0 0 0,0 1 0,0-1 0,0 0 1,-1 2-1,-3 36-14,-4-24 12,-1 0-1,0 0 1,-2-1 0,1 0-1,-2-1 1,0 0 0,-17 14-1,9-7-18,-74 66 5,58-55 25,1 1 1,-32 40 0,65-70-15,0 1 0,0-1-1,1 1 1,-1-1 0,1 1 0,-1 0-1,1 0 1,0-1 0,0 1-1,-1 6 1,2-8 4,0 0 0,0-1 0,0 1 0,1 0 0,-1 0-1,0 0 1,0-1 0,0 1 0,1 0 0,-1 0 0,0 0 0,1-1 0,-1 1-1,1 0 1,-1-1 0,1 1 0,-1 0 0,1-1 0,-1 1 0,1-1 0,0 1-1,-1-1 1,1 1 0,0-1 0,0 1 0,-1-1 0,1 0 0,0 1 0,0-1-1,-1 0 1,1 0 0,0 0 0,0 0 0,0 1 0,-1-1 0,1 0 0,0 0-1,0 0 1,0-1 0,0 1 0,54-1 55,0-2 0,0-3 0,53-13 0,-22 4-513,-51 13-2689,-8 0-5714,-19 0 3931</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46.625"/>
    </inkml:context>
    <inkml:brush xml:id="br0">
      <inkml:brushProperty name="width" value="0.05" units="cm"/>
      <inkml:brushProperty name="height" value="0.05" units="cm"/>
      <inkml:brushProperty name="color" value="#E71224"/>
    </inkml:brush>
  </inkml:definitions>
  <inkml:trace contextRef="#ctx0" brushRef="#br0">9 1 12966,'0'0'12328,"0"3"-12026,0 27 317,-8 221-534,7-222-2435</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46.969"/>
    </inkml:context>
    <inkml:brush xml:id="br0">
      <inkml:brushProperty name="width" value="0.05" units="cm"/>
      <inkml:brushProperty name="height" value="0.05" units="cm"/>
      <inkml:brushProperty name="color" value="#E71224"/>
    </inkml:brush>
  </inkml:definitions>
  <inkml:trace contextRef="#ctx0" brushRef="#br0">0 0 14006,'0'0'12089,"0"5"-11617,5 54 53,2 0 1,27 105 0,-24-141-3360,-9-22 2200,1 0 0,-1-1 1,0 1-1,1-1 0,-1 1 0,1-1 0,-1 1 1,0-1-1,1 0 0,-1 0 0,1 1 1,-1-1-1,1 0 0,-1 0 0,3-1 1,12-1-7478</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47.332"/>
    </inkml:context>
    <inkml:brush xml:id="br0">
      <inkml:brushProperty name="width" value="0.05" units="cm"/>
      <inkml:brushProperty name="height" value="0.05" units="cm"/>
      <inkml:brushProperty name="color" value="#E71224"/>
    </inkml:brush>
  </inkml:definitions>
  <inkml:trace contextRef="#ctx0" brushRef="#br0">0 58 17384,'0'0'8356,"126"-52"-8292,-91 48-64,-4 2 0,-6 2-96,-5 0-384,-3 0-801,-9 0-944,-6 13-3298,-6 6 897,-21 3-2769</inkml:trace>
  <inkml:trace contextRef="#ctx0" brushRef="#br0" timeOffset="1">116 160 9893,'0'0'12437,"14"40"-11460,21-40-785,-2 0-96,4-7-64,-2-2-32,4 0-256,2 1-1697,-1 1-320,-7-1-3442</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47.988"/>
    </inkml:context>
    <inkml:brush xml:id="br0">
      <inkml:brushProperty name="width" value="0.05" units="cm"/>
      <inkml:brushProperty name="height" value="0.05" units="cm"/>
      <inkml:brushProperty name="color" value="#E71224"/>
    </inkml:brush>
  </inkml:definitions>
  <inkml:trace contextRef="#ctx0" brushRef="#br0">19 86 14182,'0'0'10998,"-1"-1"-10989,1 1 1,0 0-1,0 0 1,0 0 0,0-1-1,0 1 1,-1 0 0,1 0-1,0 0 1,0 0 0,0-1-1,-1 1 1,1 0 0,0 0-1,0 0 1,0 0 0,-1 0-1,1 0 1,0 0 0,0 0-1,-1 0 1,1 0 0,0 0-1,0-1 1,-1 1-1,1 1 1,0-1 0,0 0-1,-1 0 1,1 0 0,0 0-1,0 0 1,0 0 0,-1 0-1,1 0 1,0 0 0,0 0-1,-1 0 1,1 1 0,0-1-1,0 0 1,0 0 0,-1 0-1,1 0 1,0 1 0,0-1-1,0 0 1,0 0-1,0 0 1,0 1 0,-1-1-1,1 0 1,0 0 0,0 1-1,0-1 1,0 0 0,0 0-1,0 0 1,0 1 0,0-1-1,0 0 1,0 0 0,0 1-1,0-1 1,0 0 0,0 0-1,0 1 1,-3 19 176,1 1-1,0-1 1,2 1 0,2 27-1,-1 2-17,-1 68-149,0-118-24,0 1 0,0-1-1,0 1 1,0-1 0,0 1 0,0-1-1,0 1 1,0-1 0,1 1 0,-1-1 0,0 1-1,0-1 1,0 0 0,0 1 0,1-1-1,-1 1 1,0-1 0,1 0 0,-1 1 0,0-1-1,1 0 1,-1 1 0,0-1 0,1 0-1,-1 1 1,0-1 0,1 0 0,-1 0 0,1 1-1,-1-1 1,1 0 0,0 0 0,19-2-205,17-19-46,17-39 187,-41 44 26,0 1 0,1 0 1,21-17-1,-34 32 40,-1 0 0,1 1-1,0-1 1,-1 0-1,1 1 1,-1-1 0,1 0-1,0 1 1,-1-1 0,1 1-1,-1-1 1,1 1-1,-1-1 1,1 1 0,-1-1-1,0 1 1,1-1 0,-1 1-1,0 0 1,1-1-1,-1 1 1,0-1 0,0 1-1,0 0 1,1-1 0,-1 1-1,0 0 1,0 0-1,0-1 1,0 1 0,0 0-1,0 0-2,3 11 17,1-1 0,0 0 0,1 0 1,1 0-1,-1 0 0,2-1 1,-1 0-1,11 11 0,-14-17-9,-1-2-1,1 1 1,0 0-1,0 0 1,0-1-1,1 0 0,-1 1 1,1-1-1,-1-1 1,1 1-1,0 0 1,-1-1-1,1 0 1,0 0-1,0 0 1,0 0-1,0-1 1,0 1-1,0-1 0,0 0 1,0-1-1,0 1 1,0 0-1,0-1 1,0 0-1,0 0 1,0 0-1,7-4 1,-5 1 9,1 0 0,-1 0 0,0-1 0,0 0 0,-1 0 0,0-1 0,0 1 0,0-1 0,0 0 0,-1 0 0,0-1 0,0 1 0,-1-1 0,0 0 0,0 0 0,0 0 0,-1 0-1,0-1 1,1-11 0,1-2 193,-2 0-1,0 0 1,-1-1-1,-1 1 1,-5-38-1,3 52-137,1 0 1,-1 0-1,-1 0 0,1 0 0,-1 1 1,-7-12-1,9 15-67,0 1 0,-1 0 0,1 0 1,-1-1-1,0 1 0,0 0 0,0 0 0,0 1 0,0-1 1,0 0-1,0 1 0,0-1 0,-1 1 0,1-1 1,-1 1-1,1 0 0,-1 0 0,1 1 0,-1-1 0,0 0 1,-2 0-1,4 2-74,1-1 0,-1 1 0,0 0 0,1-1 0,-1 1 0,1-1 0,-1 1-1,1 0 1,-1-1 0,1 1 0,-1 0 0,1 0 0,0-1 0,0 1 0,-1 0 0,1 0 0,0 0 0,0 0 0,0-1 0,0 1 0,0 0 0,0 0 0,0 0 0,0 1 0,-1 27-1574,1-25 1121,0 9-620,0-6 127,-1 1 1,1-1-1,1 1 1,-1-1 0,1 0-1,1 1 1,-1-1-1,1 0 1,1 0-1,4 12 1,16 14-7021</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48.395"/>
    </inkml:context>
    <inkml:brush xml:id="br0">
      <inkml:brushProperty name="width" value="0.05" units="cm"/>
      <inkml:brushProperty name="height" value="0.05" units="cm"/>
      <inkml:brushProperty name="color" value="#E71224"/>
    </inkml:brush>
  </inkml:definitions>
  <inkml:trace contextRef="#ctx0" brushRef="#br0">1 1 16039,'0'0'11205,"4"37"-10836,0-11-81,-4 1-288,0 3 16,0 0-48,0-4-144,0-1-737,0 0-768,0-7-1696,0-5-1601</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48.770"/>
    </inkml:context>
    <inkml:brush xml:id="br0">
      <inkml:brushProperty name="width" value="0.05" units="cm"/>
      <inkml:brushProperty name="height" value="0.05" units="cm"/>
      <inkml:brushProperty name="color" value="#E71224"/>
    </inkml:brush>
  </inkml:definitions>
  <inkml:trace contextRef="#ctx0" brushRef="#br0">1 151 17048,'0'0'1200,"14"-17"-431,50-54 791,-60 68-1491,-1 0-1,1-1 0,0 1 0,1 1 1,-1-1-1,0 0 0,1 1 0,-1 0 1,1 0-1,0 1 0,0-1 0,0 1 1,0 0-1,0 0 0,0 1 0,0-1 1,0 1-1,0 0 0,0 1 0,0-1 1,0 1-1,0 0 0,0 0 0,0 0 1,0 1-1,-1 0 0,1 0 0,-1 0 1,1 1-1,-1-1 0,0 1 0,1 0 1,-2 0-1,1 0 0,0 1 0,-1 0 1,1-1-1,-1 1 0,0 0 0,0 1 1,-1-1-1,5 9 0,-4-6-32,-1 0 1,0 1-1,-1-1 0,0 0 0,0 1 0,0-1 1,-1 0-1,0 1 0,0-1 0,-1 1 1,0-1-1,0 1 0,-1-1 0,-4 12 0,-3 1 140,0-1 1,-2 0-1,-21 30 0,26-42-165,-7 16-13,13-22-57,2-3-16,36-46 225,-2-1-1,-2-2 0,-3-1 1,47-105-1,-80 214 2167,-4-24-2120,-6 33 59,-6 131 1,18-182-222,0-8-212,-1 1 1,2-1 0,-1 1-1,1-1 1,0 1-1,3 9 1,-3-15-58,0 0 0,0 0 1,0 0-1,0 0 0,1 0 0,-1 0 0,1-1 1,-1 1-1,1 0 0,0-1 0,-1 1 0,1-1 1,0 1-1,0-1 0,0 0 0,0 0 1,0 0-1,1 0 0,-1 0 0,0-1 0,0 1 1,0-1-1,1 1 0,4-1 0,23 2-4284,3-2-2252</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49.148"/>
    </inkml:context>
    <inkml:brush xml:id="br0">
      <inkml:brushProperty name="width" value="0.05" units="cm"/>
      <inkml:brushProperty name="height" value="0.05" units="cm"/>
      <inkml:brushProperty name="color" value="#E71224"/>
    </inkml:brush>
  </inkml:definitions>
  <inkml:trace contextRef="#ctx0" brushRef="#br0">16 0 17064,'0'0'11325,"-9"16"-10261,6 1-903,1-1-1,1 1 0,1 0 0,2 33 0,0 0-1286,-2-41 542,1 14-3115,8-14-3893,4-9-297</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49.495"/>
    </inkml:context>
    <inkml:brush xml:id="br0">
      <inkml:brushProperty name="width" value="0.05" units="cm"/>
      <inkml:brushProperty name="height" value="0.05" units="cm"/>
      <inkml:brushProperty name="color" value="#E71224"/>
    </inkml:brush>
  </inkml:definitions>
  <inkml:trace contextRef="#ctx0" brushRef="#br0">0 282 19593,'0'0'7603,"21"-11"-7336,-3 0-198,-2 2-15,0 0 0,0 1-1,1 1 1,0 0 0,0 1 0,30-5 0,35-3-12,-13 3-553,67-20 1,-126 26-2113,-9 5 2485,-1 0 1,0 0-1,0 0 0,0-1 0,0 1 0,0 0 0,0 0 0,0 0 0,0 0 0,0-1 0,0 1 0,0 0 0,0 0 0,0 0 0,0-1 0,-1 1 1,1 0-1,0 0 0,0 0 0,0 0 0,0-1 0,-3 0-2483,3 0 2483,0 1 0,-1 0 0,1 0 0,0 0 0,0 0 1,0 1-1,-1-1 0,1 0 0,0 0 0,0 0 0,0 0 0,0 0 0,-1 0 0,1 0 0,0 0 0,0 0 0,-1 1-138,-19-3-5542</inkml:trace>
  <inkml:trace contextRef="#ctx0" brushRef="#br0" timeOffset="1">235 1 14983,'0'0'11853,"-8"9"-11421,7-8-420,-3 3 46,1 0 0,-1 1 0,1-1 0,-1 1 0,1 0 0,1 0 0,-1 0 0,1 1 0,0-1 0,0 1 0,0-1 0,1 1 0,0-1 0,0 1 0,0 8 0,0 40-492,3 0 0,16 100 0,-18-152-21,1 1 1,-1 0-1,1-1 1,0 1-1,0 0 1,1-1-1,-1 1 1,0-1-1,3 4 1,14 4-7052,-1-9-3011</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51.338"/>
    </inkml:context>
    <inkml:brush xml:id="br0">
      <inkml:brushProperty name="width" value="0.05" units="cm"/>
      <inkml:brushProperty name="height" value="0.05" units="cm"/>
      <inkml:brushProperty name="color" value="#E71224"/>
    </inkml:brush>
  </inkml:definitions>
  <inkml:trace contextRef="#ctx0" brushRef="#br0">19 41 10053,'0'0'11189,"0"-9"-9706,0 2-1093,1-14 45,-1 17-107,-1 12 237,-17 362 892,18-368-1466,-1-1 0,1 1 0,0-1 1,0 1-1,0-1 0,0 1 0,1-1 0,-1 1 1,0-1-1,1 1 0,-1-1 0,1 1 0,-1-1 1,1 0-1,0 1 0,0-1 0,0 0 0,-1 1 1,1-1-1,0 0 0,3 2 0,-3-3 4,0 1-1,0-1 0,1 1 1,-1-1-1,0 0 1,1 0-1,-1 0 1,0 0-1,1 0 0,-1 0 1,0 0-1,0 0 1,1-1-1,-1 1 1,0 0-1,1-1 0,-1 1 1,0-1-1,2-1 1,4-2 9,0 0 0,0-1 0,-1 0 0,0 0-1,0 0 1,9-11 0,25-43 10,-33 46-8,1 0 1,1 0 0,0 1-1,1 0 1,21-20 0,-31 32-10,0 0-1,1 0 1,-1 0 0,0 0 0,1 0 0,-1 0-1,1 0 1,-1 0 0,0 0 0,1 0 0,-1 0-1,0 0 1,1 0 0,-1 0 0,0 0 0,1 0 0,-1 0-1,0 0 1,1 0 0,-1 0 0,0 1 0,1-1-1,-1 0 1,0 0 0,1 0 0,-1 1 0,0-1-1,0 0 1,1 0 0,-1 1 0,0-1 0,0 0 0,1 1-1,-1-1 1,0 0 0,0 1 0,0-1 0,0 0-1,0 1 1,0-1 0,1 0 0,-1 1 0,0 0-1,7 21 95,-6-17-79,4 8-5,0 1-1,1-1 0,1 0 0,0 0 0,1-1 0,13 17 1,-19-26-11,1 0 1,-1 0-1,1 0 1,-1 0-1,1 0 1,0-1 0,1 1-1,-1-1 1,0 0-1,1 0 1,-1 0 0,1 0-1,-1 0 1,1-1-1,0 0 1,0 0-1,-1 0 1,1 0 0,0 0-1,0-1 1,0 0-1,0 0 1,0 0-1,0 0 1,0-1 0,0 1-1,0-1 1,6-2-1,-6 1 10,0-1-1,0 0 1,0 1-1,-1-2 1,1 1-1,-1 0 1,0-1-1,0 1 1,0-1-1,0 0 1,0 0-1,-1 0 1,0 0-1,0-1 1,0 1-1,2-8 1,0 0 29,-1 0 0,-1 0 0,1 0 0,-2 0 0,1-18 1,-2 16 72,-1-1 1,0 0 0,-1 1-1,-5-20 1,6 30-98,0 0 1,0-1-1,-1 1 0,1 0 0,-1 1 1,0-1-1,-1 0 0,1 0 0,0 1 0,-1-1 1,0 1-1,0 0 0,0 0 0,0 0 1,-1 0-1,1 1 0,-1-1 0,1 1 1,-8-4-1,10 6-36,1 0 0,-1-1 0,0 1 1,0 0-1,0 0 0,0-1 0,1 1 0,-1 0 1,0 0-1,0 0 0,0 0 0,0 0 0,0 0 1,1 0-1,-1 1 0,0-1 0,0 0 0,0 0 1,0 1-1,1-1 0,-1 0 0,0 1 0,0-1 1,1 1-1,-1-1 0,0 1 0,1-1 0,-2 2 1,1 0-161,0-1 0,0 1 0,0 0 1,0 1-1,0-1 0,0 0 0,0 0 1,1 0-1,-1 0 0,0 5 0,1 3-941,-1-1-1,1 1 0,1 0 0,2 12 1,7 5-2569,9-3-1116</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51.699"/>
    </inkml:context>
    <inkml:brush xml:id="br0">
      <inkml:brushProperty name="width" value="0.05" units="cm"/>
      <inkml:brushProperty name="height" value="0.05" units="cm"/>
      <inkml:brushProperty name="color" value="#E71224"/>
    </inkml:brush>
  </inkml:definitions>
  <inkml:trace contextRef="#ctx0" brushRef="#br0">1 1 7876,'0'0'7021,"22"1"-5663,70 4-296,-88-5-978,-1 0 1,1 0-1,0 1 0,0 0 0,0 0 0,-1 0 0,1 0 0,0 1 1,-1-1-1,1 1 0,-1 0 0,1 0 0,5 5 0,-8-6-54,1 1 0,-1-1 0,0 1 0,0 0-1,0 0 1,0 0 0,0-1 0,0 1 0,0 0-1,-1 0 1,1 0 0,0 1 0,-1-1 0,0 0 0,0 0-1,1 0 1,-1 0 0,-1 3 0,0 1 47,0 0 0,-1 1 0,0-1 1,0 0-1,0 0 0,-1-1 0,0 1 0,0 0 0,0-1 1,-1 0-1,0 0 0,-5 6 0,-18 17 343,12-14-23,1 0 0,-18 26 1,32-40-376,-1 0 0,1 1 1,-1-1-1,1 1 1,0-1-1,-1 1 0,1-1 1,0 1-1,-1-1 1,1 1-1,0-1 1,0 1-1,0-1 0,-1 1 1,1-1-1,0 1 1,0 0-1,0-1 0,0 1 1,0-1-1,0 1 1,0 0-1,0-1 0,0 1 1,0-1-1,1 1 1,-1-1-1,0 1 0,0 0 1,0-1-1,1 1 1,-1-1-1,0 1 1,1-1-1,-1 1 0,0-1 1,1 0-1,-1 1 1,1 0-1,30 4 554,35-15-242,-33 0-499,-2-2-1,42-22 1,10-18-7978,-60 35 1335</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52.089"/>
    </inkml:context>
    <inkml:brush xml:id="br0">
      <inkml:brushProperty name="width" value="0.05" units="cm"/>
      <inkml:brushProperty name="height" value="0.05" units="cm"/>
      <inkml:brushProperty name="color" value="#E71224"/>
    </inkml:brush>
  </inkml:definitions>
  <inkml:trace contextRef="#ctx0" brushRef="#br0">1 29 14919,'0'0'8169,"18"-4"-7910,-4 2-215,0-1 0,0 2 0,21 0 0,-33 1-39,0 1 0,0-1 0,0 1-1,-1-1 1,1 1 0,0 0 0,0 0 0,-1 0 0,1 0 0,0 0 0,-1 0 0,1 1 0,-1-1 0,0 0 0,1 1-1,-1-1 1,0 1 0,0 0 0,0-1 0,0 1 0,0 0 0,0 0 0,-1-1 0,1 1 0,0 0 0,-1 0 0,1 2 0,4 54 48,-5-48-36,1 9-13,-1 0-1,-2 0 1,0-1 0,0 1-1,-2 0 1,0-1 0,-11 27-1,15-44-69,10-14-103,97-120 124,-95 115 164,0 0 1,-1-1-1,-1 0 0,-1-1 0,12-40 0,-24 85 2952,-4 78-2580,5-76-538,0-1-209,0 0-1,2 0 1,6 49-1,-5-73 110,-1-1-1,1 0 1,-1 1 0,1-1-1,-1 0 1,1 1-1,0-1 1,0 0-1,-1 0 1,1 0 0,0 0-1,0 0 1,0 0-1,0 0 1,1 0-1,-1 0 1,0 0 0,0 0-1,0-1 1,1 1-1,-1 0 1,0-1-1,3 1 1,34 3-6463,-18-4 1199</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52.465"/>
    </inkml:context>
    <inkml:brush xml:id="br0">
      <inkml:brushProperty name="width" value="0.05" units="cm"/>
      <inkml:brushProperty name="height" value="0.05" units="cm"/>
      <inkml:brushProperty name="color" value="#E71224"/>
    </inkml:brush>
  </inkml:definitions>
  <inkml:trace contextRef="#ctx0" brushRef="#br0">0 28 11205,'0'0'9058,"16"-5"-8533,49-15-215,-64 19-284,1 1 1,-1 0 0,0-1 0,0 1-1,1 0 1,-1-1 0,0 1-1,0 0 1,1 0 0,-1 0-1,0 0 1,0 1 0,1-1 0,-1 0-1,0 0 1,0 1 0,1-1-1,-1 1 1,0-1 0,0 1 0,0-1-1,0 1 1,0 0 0,0-1-1,0 1 1,0 0 0,0 0 0,0 0-1,0 0 1,0 0 0,-1 0-1,1 0 1,0 0 0,-1 0 0,1 0-1,0 3 1,0 1 15,0 0 0,0 0 0,0 0 0,-1 0 0,0 0 0,-1 9-1,1-6-28,-1-3 23,0 0 1,0 0 0,0 0 0,-1 0 0,0 0 0,0 0 0,0 0 0,0 0 0,-1-1 0,0 1-1,0-1 1,0 0 0,-4 5 0,3-6 33,1 1 0,0 0 0,0 1-1,0-1 1,0 0 0,1 1 0,0-1 0,0 1 0,0 0-1,0 0 1,1 0 0,0 0 0,-1 5 0,24-9 143,4-1-256,1-1 0,-1-1-1,0-2 1,0-1 0,0 0 0,-1-2-1,1-1 1,-2-2 0,38-18 0,-42 11-2933,-16 0-5592</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59.078"/>
    </inkml:context>
    <inkml:brush xml:id="br0">
      <inkml:brushProperty name="width" value="0.05" units="cm"/>
      <inkml:brushProperty name="height" value="0.05" units="cm"/>
      <inkml:brushProperty name="color" value="#E71224"/>
    </inkml:brush>
  </inkml:definitions>
  <inkml:trace contextRef="#ctx0" brushRef="#br0">274 199 11461,'0'0'9565,"1"-7"-5445,1-29-3988,-6 24-107,0 0-1,-1 0 1,-1 0-1,0 1 0,0 0 1,-1 0-1,-1 0 1,0 1-1,0 0 0,-1 1 1,0-1-1,-15-10 1,24 20-22,-1-1 1,1 1 0,0 0-1,-1-1 1,0 1 0,1 0-1,-1-1 1,1 1 0,-1 0-1,1 0 1,-1-1 0,1 1-1,-1 0 1,0 0 0,1 0-1,-1 0 1,1 0 0,-1 0-1,0 0 1,1 0 0,-1 0-1,0 0 1,1 0 0,-1 0-1,1 0 1,-1 1 0,1-1-1,-1 0 1,0 0 0,1 1-1,-1 0 1,-13 20 142,0 37 65,13-52-205,-11 86 371,4 1 0,7 158 0,3-113-110,-3 43 340,-27 212 0,28-393-610,0 1-1,0-1 1,0 0 0,0 1 0,-1-1 0,1 0 0,0 0 0,0 1-1,0-1 1,0 0 0,-1 0 0,1 1 0,0-1 0,0 0-1,0 0 1,-1 1 0,1-1 0,0 0 0,0 0 0,-1 0-1,1 0 1,0 1 0,-1-1 0,1 0 0,0 0 0,0 0-1,-1 0 1,1 0 0,0 0 0,-1 0 0,1 0 0,0 0-1,-1 0 1,1 0 0,0 0 0,-1 0 0,1 0 0,0 0-1,-1 0 1,1 0 0,0 0 0,0-1 0,-1 1 0,1 0 0,0 0-1,0 0 1,-1 0 0,1-1 0,0 1 0,0 0 0,-1-1-1,-13-10-610,10 6 165,0 0-1,0 0 1,1 0 0,0 0 0,0-1 0,0 0-1,0 0 1,1 1 0,-2-8 0,-7-58-7778,8 45 4247,-1-7-4077</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2:59.894"/>
    </inkml:context>
    <inkml:brush xml:id="br0">
      <inkml:brushProperty name="width" value="0.05" units="cm"/>
      <inkml:brushProperty name="height" value="0.05" units="cm"/>
      <inkml:brushProperty name="color" value="#E71224"/>
    </inkml:brush>
  </inkml:definitions>
  <inkml:trace contextRef="#ctx0" brushRef="#br0">21 156 12758,'0'0'8348,"-4"0"-8004,-12 2 109,25 7 628,36 9 53,-23-13-1108,0-2 0,0 0 0,1-1 0,-1-1 0,1-2 0,-1 0 0,0-1 0,0-1 0,0-1 0,0-1 0,0-1 0,-1-1-1,0-1 1,0-1 0,-1-1 0,0 0 0,-1-2 0,0 0 0,-1-1 0,0-1 0,-1 0 0,30-34 0,-34 30 103,-13 18-118,0 0-1,0 0 1,0 0-1,0 0 0,0 0 1,0 0-1,0 0 1,0 0-1,-1 0 1,1 0-1,0 0 1,0 0-1,0 0 1,0 0-1,0 0 1,0 0-1,0 0 1,0 0-1,0 0 0,0-1 1,0 1-1,0 0 1,0 0-1,0 0 1,0 0-1,0 0 1,-1 0-1,1 0 1,0 0-1,0 0 1,0 0-1,0 0 1,0 0-1,0 0 0,0 0 1,0 0-1,0 0 1,0 0-1,0-1 1,-25 31 210,17-15-208,1 0 0,0 1 1,1 0-1,0 1 0,2-1 1,0 1-1,1 0 0,1 0 1,0 0-1,1 0 0,2 25 1,-1-39-36,0-1 1,0 1-1,0 0 1,0-1-1,0 1 1,1 0-1,-1 0 1,1-1-1,0 1 1,0-1 0,0 1-1,0 0 1,0-1-1,1 0 1,-1 1-1,1-1 1,-1 0-1,1 0 1,0 0-1,0 0 1,0 0-1,0 0 1,0 0-1,0-1 1,1 1-1,-1-1 1,0 0-1,1 0 1,-1 0 0,1 0-1,0 0 1,-1 0-1,1 0 1,0-1-1,-1 0 1,1 1-1,0-1 1,0 0-1,-1 0 1,5-1-1,-6 1 20,0-1-1,0 1 1,0-1-1,0 0 0,0 1 1,-1-1-1,1 1 1,0-1-1,0 0 1,-1 0-1,1 0 0,0 1 1,-1-1-1,1 0 1,-1 0-1,1 0 1,-1 0-1,0 0 1,1 0-1,-1 0 0,0 0 1,0 0-1,1 0 1,-1 0-1,0-2 1,4-36 38,-3 30-19,1-9 7,0 1 0,1 0 1,1 1-1,8-22 0,-11 34-19,0 1 0,0-1 0,1 1 0,0 0 0,-1-1-1,1 1 1,0 0 0,1 0 0,-1 0 0,1 1 0,-1-1 0,1 0 0,0 1 0,0 0 0,0 0-1,0 0 1,0 0 0,0 0 0,0 0 0,1 1 0,-1 0 0,1-1 0,-1 1 0,1 1 0,0-1 0,6 0-1,-7 2 4,1 0-1,0 0 0,-1 0 0,1 0 0,-1 1 0,0 0 1,1 0-1,-1-1 0,0 2 0,0-1 0,0 0 1,-1 1-1,1-1 0,0 1 0,-1 0 0,0 0 0,1 0 1,-1 0-1,-1 0 0,4 6 0,1 2 24,0 1 1,-1 0-1,0 1 0,6 22 0,-9-24-18,0 0 0,-1 0-1,1 18 1,-2-28-8,0 0 0,0 1 0,0-1 0,0 0-1,1 0 1,-2 1 0,1-1 0,0 0 0,0 0 0,0 1 0,-1-1-1,1 0 1,0 0 0,-1 0 0,1 0 0,-1 1 0,0-1-1,1 0 1,-1 0 0,0 0 0,1 0 0,-1 0 0,0-1-1,0 1 1,0 0 0,0 0 0,0 0 0,0-1 0,0 1 0,0-1-1,0 1 1,-1-1 0,1 1 0,0-1 0,0 1 0,0-1-1,-1 0 1,1 0 0,0 0 0,0 0 0,0 0 0,-1 0 0,-1 0-1,2-1 3,0 1 0,0-1 0,0 1 0,0-1 0,0 0 0,1 1 0,-1-1 0,0 0 0,0 0 0,1 0-1,-1 1 1,1-1 0,-1 0 0,1 0 0,-1 0 0,1 0 0,-1 0 0,1 0 0,0 0 0,-1 0 0,1 0 0,0 0-1,0-1 1,0 1 0,0-1 0,-1-34-12,1 28 22,0-9-5,1-1 1,1 1-1,0 0 0,1-1 0,9-26 0,-10 38-36,1-1 1,-1 1-1,1-1 1,1 1-1,-1 0 1,1 0 0,0 0-1,0 1 1,1-1-1,0 1 1,0 0 0,0 0-1,0 1 1,1 0-1,-1 0 1,1 0-1,8-4 1,-7 6-626,-1 1 0,1-1 0,-1 1 0,1 0-1,0 1 1,-1-1 0,1 1 0,0 1 0,0-1 0,-1 1 0,1 0 0,10 4-1,12 9-4242</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3:00.317"/>
    </inkml:context>
    <inkml:brush xml:id="br0">
      <inkml:brushProperty name="width" value="0.05" units="cm"/>
      <inkml:brushProperty name="height" value="0.05" units="cm"/>
      <inkml:brushProperty name="color" value="#E71224"/>
    </inkml:brush>
  </inkml:definitions>
  <inkml:trace contextRef="#ctx0" brushRef="#br0">15 69 14663,'0'0'11400,"-2"-12"-10363,-10-44-250,26 517-365,-11-440-2830,1-16-1512</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3:00.836"/>
    </inkml:context>
    <inkml:brush xml:id="br0">
      <inkml:brushProperty name="width" value="0.05" units="cm"/>
      <inkml:brushProperty name="height" value="0.05" units="cm"/>
      <inkml:brushProperty name="color" value="#E71224"/>
    </inkml:brush>
  </inkml:definitions>
  <inkml:trace contextRef="#ctx0" brushRef="#br0">91 2 15223,'0'0'9674,"-9"-1"-9271,6 1-384,0 0 1,0-1-1,0 2 0,0-1 1,0 0-1,0 0 1,1 1-1,-1 0 1,0-1-1,0 1 1,0 0-1,0 1 1,1-1-1,-1 0 1,0 1-1,-4 3 1,4-2 7,1 0 0,-1 0 0,1 0 0,-1 0 0,1 1 1,0-1-1,0 1 0,1-1 0,-1 1 0,1 0 0,0 0 1,0 0-1,0-1 0,0 1 0,0 8 0,1-6-28,-1 0 0,1 0-1,1 1 1,-1-1 0,1 0-1,0 0 1,0 0 0,1-1-1,0 1 1,0 0 0,0 0-1,1-1 1,0 0 0,0 1 0,0-1-1,1 0 1,-1 0 0,1-1-1,7 7 1,15 21-10,-25-31 17,1 1 1,-1-1-1,0 1 1,0 0-1,0-1 1,1 1-1,-2 0 1,1 0-1,0-1 1,0 1-1,-1 0 1,1 0-1,0 0 1,-1 0-1,0 0 1,0 0-1,1 0 1,-1 0-1,-1 0 1,1 0-1,0 0 1,0 0-1,-1 0 1,0 2-1,0-3 0,-1 1 0,1-1 0,-1 1-1,1-1 1,-1 0 0,0 1 0,1-1 0,-1 0 0,0 0 0,0 0-1,0-1 1,0 1 0,0 0 0,0-1 0,0 1 0,0-1-1,0 0 1,0 0 0,0 0 0,0 0 0,-4 0 0,-3 0 237,-14-3-4580,22 2 3859,1 0-1,-1 1 1,1-1-1,-1 0 1,1 0-1,-1 0 1,1 0-1,-1 0 1,1 0-1,0 0 1,-1 0-1,1 0 1,0 0-1,0 0 1,0 0-1,0 0 1,0 0-1,0 0 1,0 0-1,0 0 0,0 0 1,0 0-1,1-1 1,3-16-9687</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3:01.229"/>
    </inkml:context>
    <inkml:brush xml:id="br0">
      <inkml:brushProperty name="width" value="0.05" units="cm"/>
      <inkml:brushProperty name="height" value="0.05" units="cm"/>
      <inkml:brushProperty name="color" value="#E71224"/>
    </inkml:brush>
  </inkml:definitions>
  <inkml:trace contextRef="#ctx0" brushRef="#br0">1 1 10533,'0'0'13222,"26"59"-12726,-19-29 112,-1 0-432,0-3-63,-2 3-113,-2-2-193,-2-2-1087,0-4-1505,0-9-1970</inkml:trace>
  <inkml:trace contextRef="#ctx0" brushRef="#br0" timeOffset="1">52 157 16119,'0'0'6195,"89"-39"-6195,-71 33-48,-3 4-768,1 2-593,3 0-1280,-3 0-2882</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3:02.215"/>
    </inkml:context>
    <inkml:brush xml:id="br0">
      <inkml:brushProperty name="width" value="0.05" units="cm"/>
      <inkml:brushProperty name="height" value="0.05" units="cm"/>
      <inkml:brushProperty name="color" value="#E71224"/>
    </inkml:brush>
  </inkml:definitions>
  <inkml:trace contextRef="#ctx0" brushRef="#br0">37 256 16247,'0'0'8023,"-5"6"-7839,1 1-139,0-1 0,1 1 0,0 0-1,0 0 1,0 0 0,1 0 0,0 1 0,0-1 0,1 1 0,-1 7 0,0 5 22,2 1 1,2 39-1,-1-57-68,-1-1-1,0 1 1,1-1 0,0 1-1,-1-1 1,1 1-1,0-1 1,1 1 0,-1-1-1,0 0 1,1 0-1,-1 0 1,1 0 0,-1 0-1,1 0 1,0 0-1,0 0 1,0 0 0,0-1-1,0 1 1,0-1-1,1 0 1,-1 0 0,0 0-1,1 0 1,-1 0-1,1 0 1,-1 0 0,1-1-1,-1 1 1,1-1-1,0 0 1,-1 0 0,4 0-1,-1 0 0,0 0 1,0-1-1,0 1 0,-1-1 1,1 0-1,0-1 0,-1 1 0,1-1 1,-1 1-1,1-2 0,-1 1 0,0 0 1,0-1-1,0 0 0,0 1 1,0-2-1,6-6 0,-5 2 22,0-1-1,0 0 1,-1-1 0,-1 1-1,1-1 1,-1 0 0,-1 0-1,0 0 1,0 0-1,-1 0 1,0 0 0,-1 0-1,0-1 1,-1 1 0,-1-11-1,1 14 24,-1 0 0,1 1 0,-1-1 0,-1 1 0,1 0 0,-1-1 0,0 1 0,0 0 0,-1 1 0,-6-10 0,7 12 13,0 0-1,-1 0 1,1 0-1,0 0 1,-1 1 0,0-1-1,0 1 1,0 0-1,0 0 1,0 0-1,0 1 1,0-1 0,-1 1-1,1 0 1,-1 0-1,1 1 1,-5-1 0,7 1-55,0 0 1,0 0 0,0 1-1,0-1 1,0 0 0,0 1-1,0-1 1,0 1-1,0 0 1,0 0 0,0 0-1,0 0 1,0 0 0,1 0-1,-1 0 1,1 1 0,-1-1-1,1 0 1,-1 1 0,1-1-1,0 1 1,-1 0 0,1-1-1,0 1 1,0 0-1,0 0 1,1 0 0,-1 0-1,0 0 1,1 0 0,-1 0-1,1 0 1,-1 2 0,0 7-42,-1 1 0,1-1 0,1 0 0,2 20 0,-2-29 17,0 1 0,1-1 0,-1 0 0,1 1 0,0-1 0,0 0 0,-1 1 0,2-1 0,-1 0 0,0 0 0,0 0 0,1 0 0,-1 0 0,1 0 1,0 0-1,-1 0 0,1-1 0,3 3 0,0-1-62,0 0-1,1 0 1,-1-1 0,0 0 0,1 0-1,-1 0 1,11 2 0,0-2-144,-1-1 1,0 0-1,1-1 1,0 0-1,19-4 0,-26 2 202,0-1-1,0 0 0,0-1 1,0 0-1,0 0 0,-1-1 1,0 0-1,0-1 0,-1 0 1,1 0-1,-1 0 1,0-1-1,-1 0 0,0 0 1,0-1-1,0 0 0,-1 0 1,5-11-1,0 1 146,-1-1 1,-1 0-1,0-1 0,-2 1 1,0-2-1,-1 1 1,2-28-1,-6-18 3278,-1 77-2897,-1-2-497,-8 72 13,-28 118 0,11-122-546,25-77 243,23-18-131,-14 13 390,0-1-1,1 1 1,0 1-1,0 0 1,0 0-1,1 0 1,-1 1-1,1 1 1,-1 0-1,1 0 1,0 1-1,0 0 1,0 1-1,0 0 1,0 0-1,17 4 1,-25-3 23,-1 0-1,1-1 1,-1 2 0,1-1 0,-1 0 0,0 0 0,1 0 0,-1 1 0,0-1 0,0 1 0,0-1-1,0 1 1,0-1 0,0 1 0,0 0 0,0-1 0,-1 1 0,1 0 0,-1-1 0,1 1 0,-1 0-1,0 0 1,0 0 0,0 0 0,0-1 0,0 1 0,0 2 0,0-1 19,0 0-1,0 0 1,-1 0 0,1 0-1,-1 0 1,1 0 0,-1 0 0,0 0-1,0-1 1,0 1 0,-1 0-1,1 0 1,-1-1 0,1 1 0,-1-1-1,-2 3 1,-3 0 2,0 0 0,0-1 0,-1 0 0,0 0 0,0-1 0,0 0 0,0 0 0,0-1 0,0 0 0,-11 1 0,-11 0 89,-46-1 0,66-2-74,10 0-182,10-2-2999,53-13-5336,-23 6 1623</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3:03.325"/>
    </inkml:context>
    <inkml:brush xml:id="br0">
      <inkml:brushProperty name="width" value="0.05" units="cm"/>
      <inkml:brushProperty name="height" value="0.05" units="cm"/>
      <inkml:brushProperty name="color" value="#E71224"/>
    </inkml:brush>
  </inkml:definitions>
  <inkml:trace contextRef="#ctx0" brushRef="#br0">203 0 15143,'0'0'10607,"-16"7"-10049,5-2-430,-1 1 0,1 0 0,0 0 0,1 2-1,-17 13 1,22-17-108,1 1-1,0 0 0,0 0 0,0 0 0,0 1 1,1-1-1,0 1 0,0 0 0,0 0 0,1 0 1,0 0-1,0 0 0,0 1 0,1-1 0,0 0 1,0 9-1,0-11-22,1 1-1,0-1 1,0 1 0,0-1 0,1 1-1,0-1 1,0 0 0,0 1 0,0-1-1,1 0 1,-1 0 0,1 0 0,0 0 0,4 5-1,-3-5-6,1 0-1,0 0 1,0-1 0,1 0-1,-1 0 1,1 0-1,0 0 1,0-1 0,-1 1-1,2-1 1,6 2-1,11 1-121,-19-4 116,1-1 0,0 1-1,-1 0 1,1 1 0,-1-1 0,1 1 0,-1 0 0,0 0 0,0 0 0,1 0 0,-2 1 0,1-1 0,4 5 0,-8-6 16,1 0 0,-1 0 0,0 0 0,0 0 1,0 0-1,0 0 0,0-1 0,0 1 0,0 0 0,0 0 0,0 0 0,0 0 0,0 0 0,0 0 1,-1 0-1,1 0 0,-1 0 0,1 0 0,0 0 0,-1 0 0,1-1 0,-1 1 0,0 0 1,1 0-1,-1-1 0,0 1 0,1 0 0,-1-1 0,0 1 0,0-1 0,0 1 0,1-1 1,-1 1-1,0-1 0,0 1 0,0-1 0,0 0 0,0 0 0,0 1 0,-1-1 0,-50 14 58,40-12-51,-40 8-51,37-8-12,0 1 0,1 0-1,-28 10 1,42-12-334,9-3-2942,218-83-1267,-197 74 5169,-1-1 1,0-1 0,39-25-1,-55 30-204,-1-1 0,-1 0 0,0 0 0,0-1 0,-1 0 0,0-1-1,-1 0 1,0-1 0,13-21 0,-16 13 518,-12 13 392,4 7-1243,0 0-1,1 1 1,-1-1 0,0 0-1,1 1 1,-1 0 0,1-1-1,-1 1 1,1 0 0,-1 0-1,1 0 1,-1 0 0,1 0-1,0 0 1,0 0 0,-1 0-1,0 3 1,-5 5-43,0-1 0,1 2 0,1-1 0,-1 1 0,2-1 0,-1 1 0,1 1 0,1-1 0,0 1 0,0-1 0,1 1 0,0 0 0,1 0 0,1 0 0,0 16 0,0-26-5,0 1-1,0-1 1,0 0-1,0 0 1,0 0 0,0 0-1,0 0 1,1 1-1,-1-1 1,0 0-1,1 0 1,-1 0 0,1 0-1,-1 0 1,1 0-1,-1 0 1,1 0 0,0 0-1,0 0 1,-1-1-1,1 1 1,0 0 0,0 0-1,0-1 1,0 1-1,0 0 1,1 0 0,1-1 4,-1 1 0,1 0 0,-1-1 0,1 0 0,-1 0 0,1 0 0,0 0 0,-1 0 1,1 0-1,-1-1 0,5 0 0,4-2 22,0-1 0,-1 0 0,0-1 0,16-8 0,-15 6 9,1 1 0,0 0 0,0 1 0,0 0 0,1 1 0,-1 0 0,1 1 0,0 1 0,21-2 0,-30 4-16,-1 0 1,0 0 0,1 0-1,-1 0 1,1 0 0,-1 1-1,1 0 1,-1 0 0,0 0-1,1 0 1,-1 0 0,0 0-1,0 1 1,0 0 0,0 0-1,0 0 1,0 0 0,-1 0 0,1 0-1,-1 1 1,1-1 0,-1 1-1,0 0 1,0-1 0,0 1-1,0 0 1,-1 0 0,1 0-1,-1 1 1,0-1 0,0 0-1,0 1 1,0-1 0,0 0-1,-1 1 1,1-1 0,-1 1 0,0-1-1,-1 7 1,-3 20-30,4-30 26,-1 1-1,0 0 1,1 0-1,-1 0 0,0-1 1,0 1-1,0-1 1,1 1-1,-1 0 1,0-1-1,0 1 1,0-1-1,0 0 1,0 1-1,0-1 0,0 0 1,0 0-1,0 1 1,-1-1-1,1 0 1,0 0-1,0 0 1,0 0-1,-1-1 1,1-3 30,0 0 0,1 0 1,-1 0-1,1 0 1,0 0-1,0 0 1,0 0-1,2-7 0,0 4-1,1 0-1,0 1 0,1-1 0,-1 1 1,1-1-1,0 1 0,1 0 0,0 0 1,0 1-1,0-1 0,0 1 0,7-4 1,77-56 180,-83 61-214,3-2-86,0 0-1,1 0 1,0 1-1,0 0 1,0 1-1,1 0 0,0 1 1,-1 0-1,1 0 1,0 1-1,1 1 1,-1 0-1,0 0 1,0 1-1,0 1 0,16 2 1,-16 2-1484,-10-4 915,1-1 0,-1 1 0,-1 0 0,1 0 0,0 0 0,0 0 0,0 0-1,0 0 1,-1 0 0,1 0 0,0 0 0,-1 0 0,1 0 0,-1 1 0,1-1 0,-1 0-1,0 0 1,1 1 0,-1-1 0,0 0 0,0 2 0,-8-3 331</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3:03.931"/>
    </inkml:context>
    <inkml:brush xml:id="br0">
      <inkml:brushProperty name="width" value="0.05" units="cm"/>
      <inkml:brushProperty name="height" value="0.05" units="cm"/>
      <inkml:brushProperty name="color" value="#E71224"/>
    </inkml:brush>
  </inkml:definitions>
  <inkml:trace contextRef="#ctx0" brushRef="#br0">3 117 15319,'0'0'10306,"-1"-6"-9615,0-13-429,5 38 70,10 44 259,-7-44-367,1 9-109,1 0-1,2-1 1,0-1 0,25 42-1,-35-68-111,-1 1-1,1 0 0,-1-1 0,1 1 1,-1 0-1,1-1 0,-1 1 1,1-1-1,0 1 0,-1-1 0,1 1 1,0-1-1,-1 1 0,1-1 0,0 0 1,0 1-1,-1-1 0,1 0 1,0 0-1,0 0 0,0 1 0,-1-1 1,1 0-1,0 0 0,0 0 1,0 0-1,0 0 0,-1-1 0,1 1 1,0 0-1,0 0 0,0 0 0,-1-1 1,1 1-1,0 0 0,0-1 1,-1 1-1,1-1 0,0 1 0,-1-1 1,1 1-1,-1-1 0,1 1 1,-1-1-1,1 0 0,-1 1 0,1-1 1,-1 0-1,1 1 0,-1-1 1,0 0-1,1 0 0,-1 0 0,0 0 1,24-53 158,-20 44-168,100-290 143,-104 300-162,0 1-1,0-1 0,1 0 0,-1 1 0,0-1 0,0 0 0,0 1 0,0-1 0,0 0 0,1 0 0,-1 1 0,0-1 1,0 0-1,1 0 0,-1 1 0,0-1 0,0 0 0,1 0 0,-1 0 0,0 1 0,0-1 0,1 0 0,-1 0 0,0 0 0,1 0 1,-1 0-1,0 0 0,1 1 0,-1-1 0,0 0 0,1 0 0,-1 0 0,0 0 0,1 0 0,-1 0 0,0-1 0,1 1 1,-1 0-1,0 0 0,1 0 0,-1 0 0,0 0 0,1 0 0,-1 0 0,0-1 0,0 1 0,1 0 0,-1 0 0,0-1 1,0 1-1,1 0 0,-1 0 0,0-1 0,0 1 0,0 0 0,1 0 0,-1-1 0,0 1 0,0 0 0,0-1 0,0 1 0,0 0 1,0-1-1,1 1 0,10 29-1888,-10-27 1732,2 5-563,25 65-5671,-25-67 5499,-1 0 0,1-1 1,0 1-1,0-1 0,0 1 0,1-1 1,0 0-1,-1-1 0,2 1 1,-1-1-1,8 6 0,8-1-5309</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3:05.293"/>
    </inkml:context>
    <inkml:brush xml:id="br0">
      <inkml:brushProperty name="width" value="0.05" units="cm"/>
      <inkml:brushProperty name="height" value="0.05" units="cm"/>
      <inkml:brushProperty name="color" value="#E71224"/>
    </inkml:brush>
  </inkml:definitions>
  <inkml:trace contextRef="#ctx0" brushRef="#br0">68 417 4130,'0'0'9972,"11"-16"-7784,34-50-379,-43 64-1613,0-1 1,-1 1 0,1 0-1,-1-1 1,1 1-1,-1-1 1,0 0-1,0 1 1,0-1-1,0 0 1,-1 0-1,1 0 1,-1 1 0,1-1-1,-1 0 1,0-5-1,-1-1 1129,1 8-1260,-1 1 0,1-1 0,0 1 0,0 0 0,-1-1 0,1 1 0,0 0 0,-1-1 1,1 1-1,-1 0 0,1-1 0,0 1 0,-1 0 0,1 0 0,-1-1 0,1 1 0,-1 0 0,1 0 0,-1 0 0,1 0 0,-1 0 0,1 0 0,-1 0 0,1 0 0,-1 0 0,1 0 0,-1 0 0,1 0 1,-1 0-1,1 0 0,-1 0 0,-18 4 278,13-1-324,0 0 0,1 1 0,-1 0 0,1 0-1,0 0 1,0 1 0,0 0 0,0 0 0,1 0-1,0 0 1,0 1 0,0 0 0,1 0 0,-4 9 0,1-3-29,1 0 1,1 0 0,0 0 0,0 0 0,1 1 0,-2 22 0,5-33-9,0-1 1,-1 1-1,1-1 1,0 0-1,0 1 0,0-1 1,0 1-1,0-1 1,0 0-1,0 1 0,1-1 1,-1 0-1,0 1 1,1-1-1,-1 0 0,1 1 1,-1-1-1,1 0 1,0 0-1,-1 1 0,1-1 1,0 0-1,0 0 1,0 0-1,0 0 0,0 0 1,0 0-1,0 0 1,0-1-1,2 2 1,-1-2-10,0 0 1,0-1 0,1 1 0,-1-1-1,0 1 1,0-1 0,0 1 0,0-1 0,0 0-1,0 0 1,0 0 0,-1 0 0,1-1-1,0 1 1,0 0 0,-1-1 0,1 1 0,-1-1-1,3-2 1,25-35 92,7-7 42,-35 46-34,-1 41 209,0-37-274,0 1 0,0-1 0,1 0 0,0 1 0,-1-1 0,2 0 0,-1 0 0,0 0 0,1 0 0,0 0 0,0 0 1,0 0-1,0-1 0,0 1 0,1 0 0,0-1 0,0 0 0,5 5 0,-4-6-8,0 1 1,0-1-1,1 0 1,-1-1-1,0 1 0,1-1 1,-1 1-1,1-2 1,0 1-1,-1 0 1,1-1-1,0 0 0,-1 0 1,1 0-1,0-1 1,-1 1-1,9-3 0,-7 1-11,1 0 0,-1 0 0,1 0 0,-1-1 0,0 0 0,0 0 0,0-1 0,0 0 0,-1 0 0,1 0 0,-1 0-1,6-7 1,-3 1 27,0 0-1,-1 0 1,0-1-1,0 0 0,10-24 1,-4-2 184,-1 0 0,-2-1 0,6-46 0,-7 36 730,-3-1 0,0-50 0,-7 104-825,0 1 0,0 0 0,0-1 0,-1 0 0,0 1 1,-3 5-1,-7 20-81,4 19-40,1 1-1,3 0 1,2 0-1,6 76 1,-3-120-68,0 0 1,0 0-1,1-1 1,-1 1-1,2-1 1,-1 1-1,1-1 1,0 0-1,0 0 0,1 0 1,-1-1-1,1 1 1,1-1-1,-1 0 1,1 0-1,0 0 1,0 0-1,9 5 1,-10-7 20,-1-1 1,1 0-1,-1 0 0,1-1 1,0 1-1,0-1 1,0 0-1,0 0 1,0 0-1,0 0 1,1-1-1,-1 1 0,0-1 1,0 0-1,0 0 1,0-1-1,1 0 1,-1 1-1,0-1 1,0 0-1,0-1 0,0 1 1,-1-1-1,1 0 1,0 0-1,0 0 1,-1 0-1,0-1 1,1 1-1,5-7 0,7-7 170,0 0 0,-1-1 0,-1-1-1,-1-1 1,0 0 0,-1 0 0,11-28-1,-21 118 1128,-4-46-1204,0-15-37,1 0 0,0 0 0,1 0 0,0 0-1,0 0 1,1 0 0,3 12 0,-3-20-28,0-1 1,0 0 0,0 1 0,0-1-1,0 0 1,1 0 0,-1 0-1,0 0 1,1 0 0,-1 0-1,1 0 1,-1 0 0,1 0 0,-1-1-1,1 1 1,0-1 0,-1 1-1,1-1 1,0 0 0,-1 0-1,1 1 1,0-1 0,-1 0-1,1 0 1,0-1 0,3 0 0,1 1-15,1-1 1,-1 0 0,0-1 0,1 1-1,-1-1 1,6-3 0,17-12 62,-1-2 0,-1-1 0,-1-1 0,0-1 0,34-39 1,-60 61-2,0 0 0,0-1 0,0 1 0,0 0 0,0 0 0,0 0 0,0 0 0,0 0 0,1 0 0,-1 0 0,0 0 1,0 0-1,0 0 0,0 0 0,0 0 0,0 0 0,1 0 0,-1 0 0,0 0 0,0 0 0,0 0 0,0 0 0,0 0 1,0 0-1,0 0 0,1 0 0,-1 0 0,0 0 0,0 0 0,0 0 0,0 0 0,0 0 0,0 0 0,0 0 0,1 0 0,-1 0 1,0 0-1,0 0 0,0 0 0,0 0 0,0 0 0,0 1 0,0-1 0,0 0 0,0 0 0,0 0 0,1 0 0,-1 0 1,0 0-1,0 0 0,0 1 0,0-1 0,0 0 0,0 0 0,0 0 0,0 0 0,0 0 0,0 0 0,0 1 0,0-1 0,0 0 1,0 0-1,1 18 323,-2 38-444,-1-24 174,3-25-73,-1-1 0,1 0 0,0 0-1,0 0 1,1 0 0,0 0 0,0-1 0,0 1 0,6 9-1,-7-13-30,0-1 0,0 1 0,0 0 0,0 0 0,1-1 0,-1 1 0,0-1 0,1 1 0,0-1-1,-1 0 1,1 1 0,0-1 0,-1 0 0,1 0 0,0 0 0,0 0 0,0-1 0,0 1 0,0 0-1,0-1 1,0 1 0,0-1 0,0 0 0,0 0 0,0 0 0,1 0 0,-1 0 0,0 0 0,0 0 0,0-1-1,0 1 1,3-2 0,-3 1 37,0 0 1,0-1-1,0 1 0,0-1 0,-1 1 0,1-1 0,0 1 0,-1-1 1,1 0-1,-1 0 0,1 0 0,-1 0 0,0 0 0,0 0 1,0 0-1,0 0 0,0-1 0,-1 1 0,1 0 0,-1 0 0,1-1 1,-1 1-1,0-4 0,-1-65 107,0 43 236,1 26-338,0 1 1,1-1 0,-1 1-1,1 0 1,-1-1-1,1 1 1,0-1 0,-1 1-1,1 0 1,0 0 0,0-1-1,0 1 1,0 0-1,0 0 1,0 0 0,0 0-1,1 0 1,-1 0-1,0 1 1,1-1 0,-1 0-1,0 1 1,1-1-1,-1 0 1,1 1 0,-1 0-1,1-1 1,-1 1 0,1 0-1,-1 0 1,1 0-1,-1 0 1,1 0 0,-1 0-1,1 0 1,1 1-1,0-1-4,0 0-1,0 0 1,0 1-1,0-1 1,0 1-1,0-1 1,0 1-1,-1 0 0,1 0 1,0 0-1,0 1 1,-1-1-1,1 1 1,-1-1-1,0 1 1,1 0-1,-1 0 0,4 4 1,5 19 7,-9-19-4,1-1 0,-1 1-1,1-1 1,0 1 0,1-1 0,-1 0 0,6 5 0,-8-8-2,1-1 0,0 0 0,0 0-1,0 1 1,0-1 0,0 0 0,0-1 0,1 1 0,-1 0 0,0-1 0,0 1 0,1-1 0,-1 0 0,0 1 0,0-1 0,1 0 0,-1 0 0,0-1 0,1 1-1,-1 0 1,0-1 0,0 0 0,5-1 0,1-1 2,0-1 0,0 0-1,0 0 1,0-1 0,13-10-1,-17 10 73,1 1 0,1 0-1,-1 0 1,1 1-1,-1 0 1,1 0 0,0 0-1,0 1 1,0-1-1,1 2 1,-1-1 0,0 1-1,13-2 1,-17 4-65,0 0 0,1-1 0,-1 1 0,0 0 0,0 0 0,0 0 0,1 0 0,-1 1 0,0-1 0,0 1 0,-1-1 0,1 1 0,3 3 1,26 31 29,-19-21 8,-9-12-63,0 0-1,0 1 1,-1-1 0,1 1-1,-1 0 1,0 0-1,0 0 1,0 0 0,2 6-1,-5 11-2495,-2-20 1762,0 0 0,1-1 0,-1 1 0,0-1 1,0 1-1,0-1 0,0 0 0,0 0 0,-5-1 0,3 0-932,-17 1-3939</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3:05.635"/>
    </inkml:context>
    <inkml:brush xml:id="br0">
      <inkml:brushProperty name="width" value="0.05" units="cm"/>
      <inkml:brushProperty name="height" value="0.05" units="cm"/>
      <inkml:brushProperty name="color" value="#E71224"/>
    </inkml:brush>
  </inkml:definitions>
  <inkml:trace contextRef="#ctx0" brushRef="#br0">41 74 18472,'0'0'7092,"-10"-74"-8629,-2 74-1584,-7 0-2434</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3:05.977"/>
    </inkml:context>
    <inkml:brush xml:id="br0">
      <inkml:brushProperty name="width" value="0.05" units="cm"/>
      <inkml:brushProperty name="height" value="0.05" units="cm"/>
      <inkml:brushProperty name="color" value="#E71224"/>
    </inkml:brush>
  </inkml:definitions>
  <inkml:trace contextRef="#ctx0" brushRef="#br0">1 13 18585,'0'0'9300,"113"6"-8932,-58-6-368,-1-8-16,2 3-816,-5-1-1425,-4 6-1649,-9 0-3538</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3:07.132"/>
    </inkml:context>
    <inkml:brush xml:id="br0">
      <inkml:brushProperty name="width" value="0.05" units="cm"/>
      <inkml:brushProperty name="height" value="0.05" units="cm"/>
      <inkml:brushProperty name="color" value="#E71224"/>
    </inkml:brush>
  </inkml:definitions>
  <inkml:trace contextRef="#ctx0" brushRef="#br0">4 189 10229,'-3'0'16070,"2"-4"-16640,4-7 644,-1 0 0,2 1 1,-1 0-1,1 0 0,1 0 0,0 0 0,0 1 0,1-1 0,10-10 1,5-13 69,-12 13-100,2-1 364,-8 22-248,-1 14-145,-1 24-18,4 57-4,-4-89 6,0 1 1,0-1 0,1 0-1,0 0 1,0 1 0,1-1-1,0-1 1,0 1 0,8 11-1,-10-17 2,0 0 0,0 0 0,0 0 0,0 0 0,0-1 0,0 1 0,0 0 0,1 0 0,-1-1 0,0 1 0,1-1 0,-1 1 0,0-1 0,1 0 0,-1 1 0,0-1 0,1 0 0,-1 0 0,1 0 0,-1 0-1,0 0 1,1 0 0,-1 0 0,1-1 0,-1 1 0,0-1 0,1 1 0,-1-1 0,0 1 0,1-1 0,-1 1 0,0-1 0,0 0 0,0 0 0,0 0 0,0 0 0,0 0 0,0 0 0,2-1 0,6-7 11,-1 0 1,1-1 0,9-13 0,-13 15-9,6-8-5,-10 13-1,1 0-1,-1 0 1,1 0-1,0 0 0,0 0 1,0 1-1,0-1 0,0 1 1,1-1-1,-1 1 0,1 0 1,-1 0-1,1 0 0,0 0 1,0 0-1,0 1 0,5-3 1,-7 5-6,1-1 1,-1 1-1,1 0 0,-1 0 1,1-1-1,-1 1 1,0 0-1,1 0 1,-1 0-1,0 0 0,0 1 1,0-1-1,0 0 1,0 0-1,0 1 0,0-1 1,0 2-1,18 32 14,-14-26-1,-4-6-3,1-1-1,-1 0 0,0 1 0,1-1 0,-1 0 0,1 0 0,0 0 0,0-1 0,-1 1 0,1 0 0,1-1 0,-1 1 0,0-1 1,5 3-1,-6-4 0,1 1 1,0-1 0,0 0 0,-1 0-1,1 0 1,0 0 0,-1-1 0,1 1 0,0 0-1,-1-1 1,1 1 0,0-1 0,-1 1-1,1-1 1,-1 0 0,1 0 0,-1 0 0,1 0-1,-1 0 1,1 0 0,-1 0 0,0 0-1,2-2 1,11-11 18,-6 5-18,0 1-1,1 0 1,0 1-1,0 0 1,19-10 0,-26 16-4,1 0 1,0 0 0,0 0-1,-1 0 1,1 0 0,0 1 0,0 0-1,0-1 1,0 1 0,0 0-1,0 0 1,0 1 0,-1-1 0,1 1-1,0-1 1,0 1 0,0 0-1,-1 0 1,1 0 0,0 0-1,-1 1 1,1-1 0,-1 1 0,1-1-1,-1 1 1,0 0 0,0 0-1,3 3 1,7 7 211,0 1-1,15 23 0,-8-1-1792,-12 2-6821</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3:07.498"/>
    </inkml:context>
    <inkml:brush xml:id="br0">
      <inkml:brushProperty name="width" value="0.05" units="cm"/>
      <inkml:brushProperty name="height" value="0.05" units="cm"/>
      <inkml:brushProperty name="color" value="#E71224"/>
    </inkml:brush>
  </inkml:definitions>
  <inkml:trace contextRef="#ctx0" brushRef="#br0">8 6 13558,'0'0'9092,"-8"-5"-9780,23 14-256,-1 6-1505,-2 3-1457,5 1-9300</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3:08.091"/>
    </inkml:context>
    <inkml:brush xml:id="br0">
      <inkml:brushProperty name="width" value="0.05" units="cm"/>
      <inkml:brushProperty name="height" value="0.05" units="cm"/>
      <inkml:brushProperty name="color" value="#E71224"/>
    </inkml:brush>
  </inkml:definitions>
  <inkml:trace contextRef="#ctx0" brushRef="#br0">4 323 19513,'0'0'6822,"0"3"-6625,0 226 806,-2-308-869,0 24-95,3-1 0,9-71 0,-8 112-56,1 0-1,0 0 1,1 0 0,1 1 0,0 0 0,1 0 0,1 0 0,0 1 0,0 0-1,2 0 1,-1 1 0,2 0 0,14-15 0,-21 24 7,0 0 0,0 0 0,1 1 0,-1-1 1,1 1-1,0-1 0,0 1 0,0 0 0,0 1 0,0-1 0,0 1 0,1-1 1,-1 1-1,0 1 0,1-1 0,-1 1 0,1-1 0,-1 1 0,6 1 1,-9-1 5,0 1 0,0-1 1,-1 0-1,1 1 0,0-1 1,0 1-1,-1-1 0,1 1 1,-1-1-1,1 1 0,0 0 1,-1-1-1,1 1 0,-1 0 1,0-1-1,1 1 0,-1 0 1,1 0-1,-1-1 0,0 1 1,0 0-1,1 0 0,-1 0 1,0-1-1,0 1 0,0 2 1,1 27-19,-1-23 17,-1 8-57,-1 0-1,-1 0 0,0-1 1,0 1-1,-2-1 1,1 0-1,-2 0 1,0-1-1,-12 20 0,-14 35-562,31-66 614,-9 29-488,10-31 484,0 1 1,0 0 0,0 0 0,0-1 0,0 1-1,0 0 1,0-1 0,0 1 0,0 0 0,1 0-1,-1-1 1,0 1 0,0 0 0,1-1-1,-1 1 1,0-1 0,1 1 0,-1 0 0,1-1-1,-1 1 1,0-1 0,1 1 0,0-1 0,-1 1-1,1-1 1,-1 1 0,1-1 0,-1 1 0,1-1-1,0 0 1,-1 0 0,1 1 0,0-1-1,-1 0 1,1 0 0,0 0 0,0 1 0,0-1-1,28 3-49,-5-1-58,0 2-1,32 8 1,-51-11 109,0 0 0,0 1-1,-1 0 1,1 0 0,0 0 0,-1 1 0,1-1 0,-1 1 0,0 0 0,0 1 0,0-1 0,0 1 0,-1-1 0,1 1 0,-1 0 0,0 0-1,3 5 1,-5-6 23,0-1 0,0 0 0,0 1-1,0-1 1,0 1 0,-1-1-1,1 1 1,-1-1 0,0 1-1,0-1 1,0 1 0,0-1-1,0 1 1,0 0 0,-1-1 0,1 1-1,-1-1 1,0 1 0,0-1-1,-1 4 1,-1-2 31,1-1 0,-1 1 0,0 0 0,0-1 0,0 0 0,-1 0 0,1 0 0,-1 0 0,0 0 0,-7 3 0,-4 1 95,-1 0 1,-1 0-1,1-2 1,-34 7-1,-37-2 51,83-10-193,-1 1 0,0-1 0,0-1 0,1 1-1,-1-1 1,0 1 0,1-1 0,-1 0 0,0-1-1,1 1 1,0-1 0,-1 0 0,1 0-1,0-1 1,-5-3 0,8 5-80,0 0 1,0 0-1,0 0 1,0 0-1,0-1 0,0 1 1,1 0-1,-1-1 1,0 1-1,1-1 1,-1 1-1,1-1 0,0 1 1,-1-1-1,1 1 1,0-4-1,0 4-176,0-1 0,1 1 0,-1-1 0,1 0 0,-1 1 0,1-1 0,0 1 0,-1-1 0,1 1 0,0-1 0,0 1 0,0 0 0,0-1 0,0 1 1,0 0-1,1 0 0,-1 0 0,0 0 0,1 0 0,-1 0 0,1 0 0,-1 0 0,2 0 0,32-12-4471</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3:08.725"/>
    </inkml:context>
    <inkml:brush xml:id="br0">
      <inkml:brushProperty name="width" value="0.05" units="cm"/>
      <inkml:brushProperty name="height" value="0.05" units="cm"/>
      <inkml:brushProperty name="color" value="#E71224"/>
    </inkml:brush>
  </inkml:definitions>
  <inkml:trace contextRef="#ctx0" brushRef="#br0">96 254 13350,'0'0'9154,"-4"-7"-8029,4 6-1108,0 0-1,0 1 0,0-1 0,0 0 0,-1 0 0,1 0 0,0 0 0,-1 1 0,1-1 0,0 0 1,-1 0-1,1 1 0,-1-1 0,1 0 0,-1 1 0,0-1 0,1 0 0,-1 1 0,0-1 0,1 1 0,-1-1 1,0 1-1,0-1 0,1 1 0,-1 0 0,0-1 0,0 1 0,0 0 0,0 0 0,0 0 0,1-1 0,-1 1 1,0 0-1,0 0 0,0 0 0,0 0 0,0 1 0,1-1 0,-1 0 0,0 0 0,0 0 0,0 1 0,-1 0 1,-2 3 54,0 0 1,0 0-1,0 1 1,1-1 0,0 1-1,0 0 1,0 0-1,-3 7 1,1-3-45,1 1 1,0 0-1,1 0 0,-1 0 1,2 1-1,0-1 1,0 1-1,1-1 0,0 1 1,0 0-1,3 16 0,-2-25-38,1-1 0,0 0 0,0 0 0,0 0 0,-1 1 0,1-1-1,0 0 1,0 0 0,0-1 0,1 1 0,-1 0 0,0 0 0,0 0 0,0-1-1,1 1 1,-1 0 0,0-1 0,1 0 0,-1 1 0,0-1 0,1 0 0,-1 1 0,0-1-1,1 0 1,-1 0 0,1 0 0,1-1 0,2 2-10,0-1 1,0 0-1,0-1 0,0 1 0,1-1 1,6-2-1,-3-3 38,0-1-1,-1 0 1,0 0-1,0 0 1,-1-1 0,0 0-1,0-1 1,-1 0-1,0 0 1,-1 0-1,1 0 1,-2-1 0,7-19-1,-12 35 60,0-1-1,1 1 1,-1-1 0,1 1-1,1 0 1,-1-1 0,1 1-1,0-1 1,0 1-1,0-1 1,1 0 0,0 1-1,0-1 1,4 6 0,-5-8-239,1 1 1,0-1 0,0 0-1,0 0 1,0 0 0,1 0 0,0 0-1,-1 0 1,1 0 0,0-1-1,0 0 1,0 1 0,0-1-1,1 0 1,-1-1 0,1 1-1,-1 0 1,1-1 0,0 0 0,-1 0-1,1 0 1,4 0 0,-1-1-243,0 0 1,0 0 0,0-1 0,0 0 0,0 0 0,0-1 0,0 0 0,0 0-1,0-1 1,-1 0 0,0 0 0,1 0 0,-1-1 0,0 0 0,-1 0-1,1-1 1,-1 1 0,0-1 0,0 0 0,0-1 0,-1 1 0,1-1 0,-1 0-1,-1 0 1,1 0 0,4-11 0,0-2 499,-1 1 0,-1-1 0,0 0 0,-1-1-1,3-30 1,-1-25 1966,-4 6 3568,-2 24 2301,-10 181-7566,-4 128-1214,13-261 631,0 1-1,0 0 0,0-1 1,0 1-1,1-1 1,-1 1-1,1 0 0,0-1 1,0 1-1,1-1 0,-1 0 1,0 1-1,1-1 1,0 0-1,0 0 0,0 0 1,0 0-1,4 4 1,-2-5-213,0 1 0,0-1 0,1 0 0,-1 0 0,0 0 0,1-1 0,-1 0 0,1 1 0,0-1 0,-1-1-1,1 1 1,0-1 0,9 0 0,-5 0-277,-1 0-167,0 0-1,0 0 1,0-1-1,0 0 1,16-4-1,11-14-2866</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3:09.285"/>
    </inkml:context>
    <inkml:brush xml:id="br0">
      <inkml:brushProperty name="width" value="0.05" units="cm"/>
      <inkml:brushProperty name="height" value="0.05" units="cm"/>
      <inkml:brushProperty name="color" value="#E71224"/>
    </inkml:brush>
  </inkml:definitions>
  <inkml:trace contextRef="#ctx0" brushRef="#br0">68 240 3874,'0'0'12627,"4"-16"-10197,14-49-287,-18 49 805,-1 16-2915,0-1-1,0 1 1,0 0-1,1 0 1,-1 0 0,0 0-1,0 0 1,0 0 0,0 0-1,1 0 1,-1 0 0,0 0-1,0 1 1,0-1-1,0 0 1,1 0 0,-1 1-1,0-1 1,0 1 0,0 0-1,-4 2 20,0 1-1,0 0 1,1 1-1,-1-1 0,1 1 1,0 0-1,0 0 1,1 0-1,0 0 0,0 1 1,0-1-1,0 1 1,1 0-1,0 0 0,-3 12 1,1 1-98,1 1-1,0 0 1,1 33 0,2-52 2,0 0 0,0 1-1,0-1 1,1 1 0,-1-1 0,0 0 0,1 1-1,-1-1 1,1 0 0,-1 0 0,1 1 0,0-1-1,-1 0 1,1 0 0,0 0 0,0 0 0,0 0 0,0 0-1,0 0 1,0 0 0,0 0 0,0 0 0,0-1-1,0 1 1,2 1 0,1-1-65,0 1 1,0-1-1,1 0 0,-1 0 0,0-1 1,0 1-1,1-1 0,5 0 1,0 0-89,0-1 0,-1 0 1,1-1-1,-1 0 0,1 0 1,-1-1-1,11-5 1,-5-1 122,0-1 0,-1 0 1,0-1-1,-1-1 0,0 0 0,-1-1 1,0 0-1,-1-1 0,0 0 1,-2-1-1,0 0 0,0-1 1,6-17-1,-7 16 856,-2-1 1,0-1-1,-2 1 0,0-1 0,0 0 0,-2 0 1,0-22-1,-3 66-609,-2-1 1,-11 49-1,8-48-51,1 1 0,-3 51 0,8-57-165,-1-15-3,1 0-1,0 0 1,0-1 0,0 1 0,1 0 0,-1-1 0,4 10 0,-4-13 35,1 0 0,0 1 0,0-1 1,0 0-1,1 1 0,-1-1 1,0 0-1,0 0 0,1 0 0,-1 0 1,0 0-1,1 0 0,-1-1 0,1 1 1,-1 0-1,1-1 0,0 1 1,-1-1-1,1 1 0,-1-1 0,1 0 1,0 0-1,-1 0 0,1 0 1,0 0-1,2 0 0,0-1 5,0 1 0,0-1 0,-1 0-1,1 0 1,0-1 0,0 1 0,-1-1 0,1 1 0,-1-1-1,1 0 1,-1-1 0,0 1 0,0-1 0,3-2 0,46-50-7,-17 16-2,-34 39 12,-1 0 0,1-1 0,-1 1 0,0 0 0,1 0 0,-1 0 0,1 0 1,-1 0-1,1 0 0,-1-1 0,1 1 0,-1 0 0,0 0 0,1 1 0,-1-1 0,1 0 0,-1 0 0,1 0 0,-1 0 0,1 0 0,-1 0 1,0 0-1,1 1 0,-1-1 0,1 0 0,-1 0 0,0 1 0,1-1 0,-1 0 0,0 1 0,1-1 0,-1 0 0,0 1 0,1-1 0,-1 0 1,0 1-1,0-1 0,1 1 0,-1-1 0,0 1 0,0-1 0,0 0 0,0 1 0,0-1 0,0 1 0,0 0 0,10 28 7,-9-24-14,1 1 3,2 6-94,0 1 0,0-1 1,1 0-1,9 14 0,-13-24-77,1 1 0,0 0 1,0-1-1,0 0 0,0 1 0,1-1 0,-1 0 0,1 0 0,-1 0 0,1 0 0,0-1 1,-1 1-1,1-1 0,0 0 0,0 0 0,0 0 0,0 0 0,0 0 0,0 0 0,0-1 1,1 0-1,3 1 0,-5-1 80,0 0-129,-1 0 0,1 1-1,-1-1 1,1 0-1,-1 0 1,1 0 0,-1 0-1,0 0 1,1 0-1,-1 0 1,1 0-1,-1-1 1,1 1 0,-1-1-1,0 1 1,1-1-1,-1 1 1,0-1 0,1 0-1,-1 0 1,0 0-1,0 1 1,0-1-1,0 0 1,0 0 0,0-1-1,0 1 1,0 0-1,0 0 1,0 0-1,-1-1 1,1 1 0,0 0-1,0-3 1,2-12-5885</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3:09.689"/>
    </inkml:context>
    <inkml:brush xml:id="br0">
      <inkml:brushProperty name="width" value="0.05" units="cm"/>
      <inkml:brushProperty name="height" value="0.05" units="cm"/>
      <inkml:brushProperty name="color" value="#E71224"/>
    </inkml:brush>
  </inkml:definitions>
  <inkml:trace contextRef="#ctx0" brushRef="#br0">0 84 14759,'0'0'10677,"85"-31"-10517,-42 25-128,4 1-32,1-5-64,-1 3 16,-2 0-689,-5 1-1504,-5 2-992,-7 1-1457,-1-1-7604</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3:10.466"/>
    </inkml:context>
    <inkml:brush xml:id="br0">
      <inkml:brushProperty name="width" value="0.05" units="cm"/>
      <inkml:brushProperty name="height" value="0.05" units="cm"/>
      <inkml:brushProperty name="color" value="#E71224"/>
    </inkml:brush>
  </inkml:definitions>
  <inkml:trace contextRef="#ctx0" brushRef="#br0">0 201 15143,'0'0'8489,"8"-2"-6488,8-7-1779,1-1 1,-1 0-1,0-1 0,-1-1 1,17-17-1,-23 20-173,0-1 0,-1 0 0,0 0 0,0 0 0,-1-1-1,0 0 1,-1-1 0,9-23 0,-47 214 1056,20 115-1287,12-283 137,0-10-40,-38-1-134,13 0 209,0 1 0,-28 5 0,52-4 158,7 2-111,9 1-24,21-1 57,0-1 0,55-5 1,-24 1-85,-39 0 13,0-2 0,44-10 0,-28 4-289,-41 9 904</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3:13.732"/>
    </inkml:context>
    <inkml:brush xml:id="br0">
      <inkml:brushProperty name="width" value="0.05" units="cm"/>
      <inkml:brushProperty name="height" value="0.05" units="cm"/>
      <inkml:brushProperty name="color" value="#E71224"/>
    </inkml:brush>
  </inkml:definitions>
  <inkml:trace contextRef="#ctx0" brushRef="#br0">11 29 18280,'0'0'8612,"-10"-28"-8628,12 35-2161,6 10-272,-2 5-768,-4 2 319,-2 6-1520,0 5-1568</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3:14.093"/>
    </inkml:context>
    <inkml:brush xml:id="br0">
      <inkml:brushProperty name="width" value="0.05" units="cm"/>
      <inkml:brushProperty name="height" value="0.05" units="cm"/>
      <inkml:brushProperty name="color" value="#E71224"/>
    </inkml:brush>
  </inkml:definitions>
  <inkml:trace contextRef="#ctx0" brushRef="#br0">10 0 9204,'0'0'12934,"-10"74"-11781,10-72-385,0 0-768,0 0-528</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3:12.340"/>
    </inkml:context>
    <inkml:brush xml:id="br0">
      <inkml:brushProperty name="width" value="0.05" units="cm"/>
      <inkml:brushProperty name="height" value="0.05" units="cm"/>
      <inkml:brushProperty name="color" value="#E71224"/>
    </inkml:brush>
  </inkml:definitions>
  <inkml:trace contextRef="#ctx0" brushRef="#br0">46 1 11077,'0'0'13785,"-10"0"-12835,-22 0-340,29 0-422,5 0-35,24 0-48,19-1-32,83 4 45,-114-2-105,1 2-1,-1-1 0,0 1 1,0 1-1,0 1 0,22 10 1,-34-14-25,0-1-1,-1 1 1,1 0 0,-1-1 0,1 1 0,-1 0-1,1 0 1,-1 0 0,0 0 0,0 1-1,1-1 1,-1 0 0,0 0 0,0 1 0,0-1-1,0 1 1,0-1 0,-1 1 0,1-1 0,0 1-1,-1-1 1,1 1 0,-1 0 0,1-1 0,-1 1-1,0 0 1,0 0 0,0-1 0,0 1 0,0 0-1,0-1 1,0 1 0,-1 0 0,1-1-1,0 1 1,-1 0 0,0-1 0,1 1 0,-1-1-1,0 1 1,0-1 0,0 1 0,-1 2 0,-6 5-29,1 0 1,-1-1 0,0 0 0,-1 0-1,-9 6 1,13-10 74,-32 25-34,1 1 0,2 2 0,2 1 0,-45 58 0,76-90 2,0 1-1,0-1 1,0 0-1,0 0 1,0 1-1,1-1 1,-1 0-1,1 1 1,-1-1-1,1 0 1,-1 1-1,1-1 1,0 1-1,0-1 1,0 0-1,0 1 1,0-1-1,0 1 1,0 2-1,1-3 9,-1 0-1,1 0 1,0 0 0,-1 0-1,1 0 1,0-1 0,0 1 0,0 0-1,0 0 1,0-1 0,0 1-1,0-1 1,0 1 0,0-1-1,0 1 1,0-1 0,0 1-1,0-1 1,2 1 0,8 0 66,-1 0 1,1-1-1,-1 1 1,16-3-1,-12 1-76,6-1 51,1-1 0,-1-1 0,0-1 0,25-9 0,23-6-1873,-55 17 180,-1 1 0,1 0 1,18 0-1,-13 2-1787,-1 0-1690</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3:12.701"/>
    </inkml:context>
    <inkml:brush xml:id="br0">
      <inkml:brushProperty name="width" value="0.05" units="cm"/>
      <inkml:brushProperty name="height" value="0.05" units="cm"/>
      <inkml:brushProperty name="color" value="#E71224"/>
    </inkml:brush>
  </inkml:definitions>
  <inkml:trace contextRef="#ctx0" brushRef="#br0">14 0 11589,'0'0'12646,"-2"5"-12419,-2 11-58,1 0-1,1 1 1,1-1-1,0 1 1,1-1 0,3 24-1,2 21-2376,-4-53 1576,-1-8 442,0 1-1,0-1 0,0 1 1,0-1-1,0 0 0,0 1 1,0-1-1,0 0 0,1 1 1,-1-1-1,0 0 0,0 1 1,0-1-1,0 0 0,1 1 0,-1-1 1,0 0-1,0 0 0,1 1 1,-1-1-1,0 0 0,0 0 1,1 1-1,-1-1 0,0 0 1,1 0-1,-1 0 0,0 1 1,1-1-1,-1 0 0,0 0 1,1 0-1,-1 0 0,0 0 0,1 0 1,-1 0-1,0 0 0,1 0 1,-1 0-1,1 0 0,-1 0 1,0 0-1,1 0 0,-1-1 1</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3:13.061"/>
    </inkml:context>
    <inkml:brush xml:id="br0">
      <inkml:brushProperty name="width" value="0.05" units="cm"/>
      <inkml:brushProperty name="height" value="0.05" units="cm"/>
      <inkml:brushProperty name="color" value="#E71224"/>
    </inkml:brush>
  </inkml:definitions>
  <inkml:trace contextRef="#ctx0" brushRef="#br0">0 0 11013,'0'0'14599,"0"60"-14135,0-33-192,6 1-144,-4 4-64,0-4-32,0-3-64,-2 0-64,0-5-816,0-3-1409,5-4-2354</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3:15.107"/>
    </inkml:context>
    <inkml:brush xml:id="br0">
      <inkml:brushProperty name="width" value="0.05" units="cm"/>
      <inkml:brushProperty name="height" value="0.05" units="cm"/>
      <inkml:brushProperty name="color" value="#E71224"/>
    </inkml:brush>
  </inkml:definitions>
  <inkml:trace contextRef="#ctx0" brushRef="#br0">5 1 13414,'0'0'12915,"-5"0"-12123,8 0-778,108 0-23,-36 0-4136,-75 0 3935,1 0 0,0 0 0,0 0-1,-1 0 1,1 0 0,0 0 0,0 0 0,-1 0-1,1 0 1,0 0 0,0 1 0,-1-1 0,1 0-1,0 1 1,-1-1 0,1 0 0,0 1-1,-1-1 1,1 0 0,-1 1 0,1-1 0,0 1-1,-1-1 1,1 1 0,-1 0 0,0-1 0,1 1-1,-1 0 1,1-1 0,-1 1 0,0 0 0,1-1-1,-1 1 1,0 0 0,0-1 0,0 1 0,0 0-1,1 0 1,-1-1 0,0 1 0,0 0 0,0 0-1,-1-1 1,1 1 0,0 0 0,0 0-1,0 0 1,0 17-4821</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3:15.464"/>
    </inkml:context>
    <inkml:brush xml:id="br0">
      <inkml:brushProperty name="width" value="0.05" units="cm"/>
      <inkml:brushProperty name="height" value="0.05" units="cm"/>
      <inkml:brushProperty name="color" value="#E71224"/>
    </inkml:brush>
  </inkml:definitions>
  <inkml:trace contextRef="#ctx0" brushRef="#br0">44 0 6211,'0'0'15015,"-43"63"-14007,53-63-544,7 0 33,5 0-337,3 0-160,0 0 0,3-2-1025,-1 1-912,0 1-864,0 0-3042</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3:17.200"/>
    </inkml:context>
    <inkml:brush xml:id="br0">
      <inkml:brushProperty name="width" value="0.05" units="cm"/>
      <inkml:brushProperty name="height" value="0.05" units="cm"/>
      <inkml:brushProperty name="color" value="#E71224"/>
    </inkml:brush>
  </inkml:definitions>
  <inkml:trace contextRef="#ctx0" brushRef="#br0">4 1 13494,'0'0'8914,"0"22"-8210,-4 303 942,4-324-1647,0-1 0,1 0 0,-1 1-1,0-1 1,0 0 0,0 0 0,0 1 0,0-1 0,0 0 0,1 0 0,-1 1-1,0-1 1,0 0 0,0 0 0,1 0 0,-1 1 0,0-1 0,0 0-1,1 0 1,-1 0 0,0 0 0,0 0 0,1 1 0,-1-1 0,0 0-1,1 0 1,-1 0 0,0 0 0,1 0 0,-1 0 0,0 0 0,0 0-1,1 0 1,-1 0 0,0 0 0,1 0 0,-1 0 0,0 0 0,0 0 0,1-1-1,-1 1 1,0 0 0,1 0 0,-1 0 0,0 0 0,0 0 0,1-1-1,-1 1 1,0 0 0,0 0 0,0-1 0,1 1 0,-1 0 0,0 0-1,0-1 1,0 1 0,0 0 0,16-14 19,6-18 42,26-50-1,-16 23-2,-32 59-55,1 0 0,-1-1 0,0 1 0,0-1 0,0 1-1,0 0 1,1-1 0,-1 1 0,0-1 0,0 1 0,1 0 0,-1-1 0,0 1 0,1 0-1,-1-1 1,0 1 0,1 0 0,-1 0 0,0-1 0,1 1 0,-1 0 0,1 0 0,-1 0-1,0 0 1,1-1 0,-1 1 0,1 0 0,-1 0 0,0 0 0,1 0 0,-1 0 0,1 0-1,-1 0 1,1 0 0,-1 0 0,1 0 0,-1 0 0,0 1 0,1-1 0,-1 0 0,1 0-1,-1 0 1,0 0 0,1 1 0,-1-1 0,1 0 0,-1 0 0,0 1 0,1-1 0,-1 0-1,0 1 1,0-1 0,1 0 0,-1 1 0,0-1 0,0 1 0,1-1 0,-1 0-1,0 1 1,0 0 0,15 35 14,-9-19 77,0-2-59,1-1-1,1 0 1,0 0-1,1-1 1,11 13-1,-16-22-37,-1-1 0,1 0-1,-1 0 1,1 0-1,0 0 1,0 0-1,0-1 1,1 0 0,-1 0-1,0 0 1,1 0-1,-1-1 1,1 0 0,0 1-1,-1-2 1,1 1-1,0-1 1,0 1-1,0-1 1,-1-1 0,8 0-1,-9 0 7,1 0 0,-1-1 0,1 1 0,-1-1-1,0 0 1,0 0 0,1 0 0,-1 0 0,0-1 0,-1 1-1,1-1 1,0 0 0,-1 1 0,0-1 0,1 0 0,-1-1-1,0 1 1,-1 0 0,1-1 0,0 1 0,1-6 0,1-3 23,0-1 1,-1 1 0,0-1 0,0 0-1,-1-13 1,0 7 64,0-47 479,-2 62-540,0 0 0,0 0 0,0 0 0,-1-1 0,0 1 0,0 0-1,0 0 1,-1 0 0,1 1 0,-1-1 0,0 0 0,-2-3 0,4 7-53,0-1 0,0 1 0,-1 0 0,1 0 0,0 0 0,0 0 0,0 0 0,0-1 0,0 1 0,0 0 0,0 0 0,-1 0 0,1 0 0,0 0 0,0 0 0,0-1-1,0 1 1,-1 0 0,1 0 0,0 0 0,0 0 0,0 0 0,0 0 0,-1 0 0,1 0 0,0 0 0,0 0 0,0 0 0,-1 0 0,1 0 0,0 0 0,0 0 0,0 0 0,0 0 0,-1 0 0,1 0 0,0 0 0,0 1 0,0-1 0,0 0 0,-1 0 0,1 0 0,0 0-1,0 0 1,0 0 0,0 0 0,0 1 0,-1-1 0,1 0 0,0 0 0,0 0 0,0 0 0,0 1 0,0-1 0,0 0 0,0 0 0,0 0 0,0 0 0,0 1 0,-4 19-3360,6 25-3555,10-21 1806,8 0-1948</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3:17.543"/>
    </inkml:context>
    <inkml:brush xml:id="br0">
      <inkml:brushProperty name="width" value="0.05" units="cm"/>
      <inkml:brushProperty name="height" value="0.05" units="cm"/>
      <inkml:brushProperty name="color" value="#E71224"/>
    </inkml:brush>
  </inkml:definitions>
  <inkml:trace contextRef="#ctx0" brushRef="#br0">1 1 11205,'0'0'13398,"1"4"-12589,4 29 48,11 84 471,-7-39-3842,-7-67-423</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3:17.875"/>
    </inkml:context>
    <inkml:brush xml:id="br0">
      <inkml:brushProperty name="width" value="0.05" units="cm"/>
      <inkml:brushProperty name="height" value="0.05" units="cm"/>
      <inkml:brushProperty name="color" value="#E71224"/>
    </inkml:brush>
  </inkml:definitions>
  <inkml:trace contextRef="#ctx0" brushRef="#br0">53 0 16600,'0'0'10506,"-6"6"-10213,1 2-229,-1-1 0,2 1-1,-1 0 1,1 0-1,1 1 1,-1-1 0,1 1-1,1 0 1,-1 0 0,2 0-1,-1 0 1,1 12 0,-2 29 119,4 53 0,0-44-206,-1-47 8,1 0 0,0-1-1,0 1 1,1-1 0,1 1-1,0-1 1,0 0 0,1 0-1,0 0 1,1-1 0,1 1-1,9 14 1,-10-19-221,0 0 1,0 0-1,1-1 0,-1 0 1,1 0-1,0 0 0,0-1 0,1 0 1,-1 0-1,1-1 0,0 0 1,0 0-1,0 0 0,1-1 1,-1 0-1,0 0 0,1-1 0,0 0 1,-1 0-1,9-1 0,1 0-987,-7 1-31,1-1-1,-1-1 1,1 1-1,-1-2 1,1 1-1,11-5 1,7-7-8513</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3:19.094"/>
    </inkml:context>
    <inkml:brush xml:id="br0">
      <inkml:brushProperty name="width" value="0.05" units="cm"/>
      <inkml:brushProperty name="height" value="0.05" units="cm"/>
      <inkml:brushProperty name="color" value="#E71224"/>
    </inkml:brush>
  </inkml:definitions>
  <inkml:trace contextRef="#ctx0" brushRef="#br0">105 20 10965,'0'0'11285,"-4"-5"-10012,4 4-1232,-1 0 1,0 0-1,1 0 0,-1 0 1,0 1-1,1-1 1,-1 0-1,0 0 1,0 0-1,0 1 0,0-1 1,0 0-1,0 1 1,0-1-1,0 1 0,0-1 1,0 1-1,0-1 1,0 1-1,0 0 1,0 0-1,0-1 0,0 1 1,-1 0-1,1 0 1,0 0-1,0 0 0,0 0 1,0 1-1,-2-1 1,0 2 22,1 0 1,-1 1 0,0-1-1,1 1 1,-1-1 0,1 1-1,0 0 1,0 0-1,0 0 1,1 0 0,-3 5-1,-4 10 32,1 2-1,1-1 1,0 1-1,2 0 1,0 0-1,1 0 1,1 0-1,1 1 1,3 37-1,-1-54-97,-1-1-1,1 0 1,-1 0 0,1 0-1,0 0 1,0 0-1,0 0 1,1 0-1,-1-1 1,1 1-1,0 0 1,-1-1-1,1 1 1,0-1-1,0 1 1,1-1-1,-1 0 1,0 0-1,1 0 1,0 0-1,-1-1 1,1 1-1,0-1 1,0 1-1,0-1 1,0 0-1,0 0 1,0 0-1,0-1 1,0 1-1,0-1 1,0 0-1,4 1 1,-1-1-21,1 1 1,-1-1-1,0-1 1,1 1-1,-1-1 0,0 0 1,0 0-1,1-1 1,-1 1-1,0-1 1,0-1-1,-1 1 1,1-1-1,0 0 1,9-8-1,-8 3 31,0-1 0,-1 1 0,0-1 0,-1-1 1,0 1-1,-1-1 0,1 0 0,-2 0 0,0 0 0,0 0 0,0-1 1,-2 0-1,1 1 0,-1-1 0,-1 0 0,0 1 0,0-1 0,-1 0 0,0 1 1,-4-11-1,4 17-37,-1 0 0,0 1 0,0-1 0,0 1 0,0-1 0,-1 1 1,1 0-1,-1 0 0,0 0 0,0 1 0,0-1 0,0 1 0,0-1 1,-1 1-1,1 0 0,-1 0 0,1 1 0,-1-1 0,0 1 0,0-1 0,0 1 1,1 0-1,-1 1 0,0-1 0,0 1 0,0 0 0,-7 0 0,10 0-224,0 1 0,0-1 0,-1 1 0,1-1 0,0 1 1,0-1-1,0 1 0,0 0 0,0 0 0,0-1 0,0 1 0,0 0 0,0 0 0,0 0 0,0 0 0,1 0 0,-1 0 0,0 0 0,1 1 0,-1-1 0,1 0 0,-1 0 0,1 0 0,0 1 0,-1-1 0,1 0 0,0 1 0,0-1 0,0 0 0,0 0 0,0 1 0,0 1 1,-1 17-5698</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3:19.468"/>
    </inkml:context>
    <inkml:brush xml:id="br0">
      <inkml:brushProperty name="width" value="0.05" units="cm"/>
      <inkml:brushProperty name="height" value="0.05" units="cm"/>
      <inkml:brushProperty name="color" value="#E71224"/>
    </inkml:brush>
  </inkml:definitions>
  <inkml:trace contextRef="#ctx0" brushRef="#br0">1 23 15767,'0'0'10389,"12"-22"-10389,-6 22-224,3 0-1201,3 0-1392,0 0-945,7 0-3953</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3:19.826"/>
    </inkml:context>
    <inkml:brush xml:id="br0">
      <inkml:brushProperty name="width" value="0.05" units="cm"/>
      <inkml:brushProperty name="height" value="0.05" units="cm"/>
      <inkml:brushProperty name="color" value="#E71224"/>
    </inkml:brush>
  </inkml:definitions>
  <inkml:trace contextRef="#ctx0" brushRef="#br0">9 232 6659,'0'0'19006,"-1"2"-18472,-2 16-180,1 0 0,0 0 0,1 1 1,3 29-1,12 77-1437,-13-117 899,0-2-206,5 19-3220,-6-25 3345,0 1-1,1-1 1,-1 1 0,0-1-1,1 1 1,-1-1 0,1 1-1,-1-1 1,1 0 0,-1 1 0,0-1-1,1 0 1,-1 1 0,1-1-1,0 0 1,-1 0 0,1 0-1,-1 1 1,1-1 0,-1 0-1,1 0 1,-1 0 0,2 0-1,6 0-5056</inkml:trace>
  <inkml:trace contextRef="#ctx0" brushRef="#br0" timeOffset="1">139 4 18056,'0'0'9871,"4"-2"-9596,-1 2-256,-1-1 0,0 1 0,1-1 0,-1 1 0,1 0 0,-1 0 0,0 0 0,1 0 0,-1 1 1,1-1-1,-1 1 0,0-1 0,1 1 0,-1 0 0,0 0 0,0 0 0,2 1 0,3 2 7,0 1 1,-1-1 0,1 1 0,-2 0-1,8 8 1,0 2-14,-1 0 0,0 0 0,18 34 0,-21-28-26,-1 1 0,-1 1 0,0-1 0,-2 1 0,-1 0 0,0 0-1,-2 1 1,-1-1 0,-1 1 0,-4 41 0,2-53-689,-1 0 0,0 0-1,0 0 1,-8 16 0,-1 2-9185</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3:20.154"/>
    </inkml:context>
    <inkml:brush xml:id="br0">
      <inkml:brushProperty name="width" value="0.05" units="cm"/>
      <inkml:brushProperty name="height" value="0.05" units="cm"/>
      <inkml:brushProperty name="color" value="#E71224"/>
    </inkml:brush>
  </inkml:definitions>
  <inkml:trace contextRef="#ctx0" brushRef="#br0">7 78 17000,'0'0'10079,"-3"-3"-9433,3 3-641,0-1 1,0 1-1,-1 0 1,1 0 0,0-1-1,0 1 1,-1 0-1,1-1 1,0 1 0,0 0-1,0 0 1,-1-1-1,1 1 1,0 0-1,0-1 1,0 1 0,0-1-1,0 1 1,0 0-1,0-1 1,0 1 0,0 0-1,0-1 1,0 1-1,0 0 1,0-1 0,0 1-1,0 0 1,0-1-1,0 1 1,0 0-1,1-1 1,-1 1 0,0 0-1,0-1 1,0 1-1,1 0 1,-1-1 0,0 1-1,0 0 1,1 0-1,-1-1 1,0 1-1,0 0 1,1 0 0,-1 0-1,0-1 1,1 1-1,-1 0 1,1 0 0,32-10 85,57 2-13,-76 7-12,46-1-109,33-2-458,-36-9-3555,-56 13 3741,0 0-1,0 0 1,0-1-1,0 1 1,0 0-1,0-1 1,0 1-1,-1-1 1,1 1-1,0-1 1,0 1-1,-1-1 0,1 1 1,0-1-1,-1 0 1,1 1-1,0-1 1,-1 0-1,1 0 1,-1 0-1,1-1 1,0-7-5152</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3:20.529"/>
    </inkml:context>
    <inkml:brush xml:id="br0">
      <inkml:brushProperty name="width" value="0.05" units="cm"/>
      <inkml:brushProperty name="height" value="0.05" units="cm"/>
      <inkml:brushProperty name="color" value="#E71224"/>
    </inkml:brush>
  </inkml:definitions>
  <inkml:trace contextRef="#ctx0" brushRef="#br0">24 0 10405,'0'0'16407,"-23"26"-16039,23 5-15,0 5-97,0 4-208,0 3-48,2 0 0,0-6 0,0-4-320,0-5-865,0-6-1024,6-5-1136,3-8-2130</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3:21.170"/>
    </inkml:context>
    <inkml:brush xml:id="br0">
      <inkml:brushProperty name="width" value="0.05" units="cm"/>
      <inkml:brushProperty name="height" value="0.05" units="cm"/>
      <inkml:brushProperty name="color" value="#E71224"/>
    </inkml:brush>
  </inkml:definitions>
  <inkml:trace contextRef="#ctx0" brushRef="#br0">11 48 14871,'0'0'9812,"-4"31"-8296,1 32-1009,0-28-416,2 0-1,5 44 1,-4-78-94,0-1 1,0 1-1,1-1 1,-1 1-1,0-1 1,1 1-1,-1-1 1,1 1-1,-1-1 1,1 1 0,-1-1-1,0 0 1,1 1-1,0-1 1,-1 0-1,1 1 1,-1-1-1,1 0 1,-1 0-1,1 0 1,0 1-1,-1-1 1,1 0-1,-1 0 1,1 0 0,0 0-1,-1 0 1,1 0-1,-1 0 1,1 0-1,0 0 1,-1-1-1,1 1 1,-1 0-1,1 0 1,-1 0-1,1-1 1,0 1-1,0-1 1,25-12-81,-12 1 88,-1-2-1,0 0 1,-1-1 0,-1 0-1,17-30 1,-15 25 2,-13 19-9,0 1 0,1 0 0,-1 0 0,0 0-1,0-1 1,1 1 0,-1 0 0,0 0 0,0 0 0,1 0 0,-1 0 0,0-1 0,1 1-1,-1 0 1,0 0 0,1 0 0,-1 0 0,0 0 0,1 0 0,-1 0 0,0 0 0,0 0-1,1 0 1,-1 0 0,0 0 0,1 1 0,-1-1 0,0 0 0,1 0 0,-1 0 0,0 0-1,0 0 1,1 1 0,-1-1 0,0 0 0,0 0 0,1 0 0,-1 1 0,0-1 0,0 0-1,0 0 1,1 1 0,-1-1 0,0 0 0,0 0 0,0 1 0,0-1 0,0 0 0,0 1-1,1-1 1,7 16-69,-7-15 63,2 7 2,1-1-1,1 1 0,0-1 1,0 0-1,0 0 1,1 0-1,0-1 1,11 10-1,-12-12-15,0-1 0,1 0 0,-1-1 0,0 0 1,1 1-1,-1-2 0,1 1 0,-1-1 0,1 1 0,0-2 0,0 1 0,0-1 1,11 0-1,-13-1 25,0 0 0,-1 0 1,1 0-1,-1 0 0,1-1 1,-1 1-1,1-1 0,-1 0 1,0 0-1,0-1 0,0 1 1,0-1-1,0 1 0,0-1 1,-1 0-1,1 0 0,-1 0 1,0 0-1,0 0 0,0-1 1,0 1-1,-1 0 0,1-1 1,-1 0-1,2-7 0,1-3 106,0-2-1,-1 1 0,0 0 1,-2 0-1,1-18 0,-2 27-72,0 0-1,0 1 1,0-1-1,-1 0 1,0 0 0,0 0-1,-1 1 1,-2-10-1,2 14-51,1-1 1,0 0-1,-1 0 0,1 0 0,-1 1 0,0-1 0,1 1 0,-1-1 0,0 1 0,0 0 0,0-1 0,0 1 1,0 0-1,0 1 0,0-1 0,0 0 0,-1 0 0,1 1 0,0-1 0,0 1 0,-1 0 0,1 0 0,0 0 1,-5 0-1,7 0-102,-1 1 1,0-1-1,1 0 0,-1 0 1,0 1-1,1-1 1,-1 0-1,1 1 1,-1-1-1,1 0 1,-1 1-1,1-1 0,-1 1 1,1-1-1,-1 1 1,1-1-1,0 1 1,-1-1-1,1 1 1,0-1-1,-1 1 1,1 0-1,0-1 0,0 1 1,-1-1-1,1 1 1,0 0-1,0-1 1,0 1-1,0 0 1,0 0-1,0 29-4888,0-22 2777,0 12-3707</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3:21.517"/>
    </inkml:context>
    <inkml:brush xml:id="br0">
      <inkml:brushProperty name="width" value="0.05" units="cm"/>
      <inkml:brushProperty name="height" value="0.05" units="cm"/>
      <inkml:brushProperty name="color" value="#E71224"/>
    </inkml:brush>
  </inkml:definitions>
  <inkml:trace contextRef="#ctx0" brushRef="#br0">3 1 9300,'0'0'7182,"18"8"-5920,56 26-227,-72-32-980,1-1 0,-1 1 0,1-1 0,-1 1 0,0 0 0,0 0-1,0 0 1,0 0 0,0 0 0,0 1 0,0-1 0,-1 1 0,1-1 0,-1 1-1,0-1 1,1 1 0,-1 0 0,-1 0 0,1 0 0,0-1 0,-1 1 0,1 0 0,-1 0-1,0 0 1,0 0 0,0 0 0,0 0 0,-1 3 0,-1 0 79,1 0 0,-1-1 0,0 1 1,0 0-1,0-1 0,-1 0 0,0 1 1,0-1-1,-1 0 0,-4 5 0,-91 79 3777,150-87-2982,-6-11-915,79-26 1,-34 7-2507,-29 9-3911,-36 6-85</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3:21.859"/>
    </inkml:context>
    <inkml:brush xml:id="br0">
      <inkml:brushProperty name="width" value="0.05" units="cm"/>
      <inkml:brushProperty name="height" value="0.05" units="cm"/>
      <inkml:brushProperty name="color" value="#E71224"/>
    </inkml:brush>
  </inkml:definitions>
  <inkml:trace contextRef="#ctx0" brushRef="#br0">109 1 17864,'0'0'9677,"-6"10"-9347,-8 15-180,0 0 0,3 1-1,0 1 1,1 0 0,2 1 0,1 0-1,-7 52 1,6-1-199,2 138 0,6-214-11,0 1-1,0-1 1,1 0 0,-1 0 0,1 1 0,-1-1 0,1 0 0,0 0 0,0 0 0,1 0 0,-1 0 0,1 0-1,-1 0 1,1 0 0,0 0 0,0-1 0,0 1 0,0-1 0,1 0 0,-1 1 0,0-1 0,1 0 0,0 0-1,0-1 1,4 3 0,2-1-944,0 0 0,0 0 0,1-1-1,-1-1 1,1 0 0,-1 0-1,16-1 1,8 0-4700</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3:22.203"/>
    </inkml:context>
    <inkml:brush xml:id="br0">
      <inkml:brushProperty name="width" value="0.05" units="cm"/>
      <inkml:brushProperty name="height" value="0.05" units="cm"/>
      <inkml:brushProperty name="color" value="#E71224"/>
    </inkml:brush>
  </inkml:definitions>
  <inkml:trace contextRef="#ctx0" brushRef="#br0">67 45 16279,'0'0'10186,"-6"6"-9868,0 1-267,0 1 1,1 1-1,-1-1 1,2 1-1,-1-1 1,1 2-1,1-1 0,0 0 1,0 0-1,1 1 1,-2 11-1,0 14-37,-1 70 1,5-104-27,0 1 1,0-1 0,0 1-1,0 0 1,0-1 0,0 1-1,0 0 1,1-1 0,-1 1-1,1-1 1,-1 1 0,1-1-1,-1 1 1,1-1 0,0 1 0,0-1-1,0 1 1,0-1 0,0 0-1,0 0 1,0 1 0,0-1-1,1 0 1,-1 0 0,0 0-1,1 0 1,-1-1 0,1 1-1,-1 0 1,1-1 0,-1 1-1,1-1 1,-1 1 0,1-1-1,0 1 1,-1-1 0,1 0 0,0 0-1,-1 0 1,1 0 0,-1 0-1,4-1 1,1 0 0,0 0-1,-1-1 1,1 1-1,-1-1 1,1 0-1,-1-1 1,1 1-1,-1-1 1,0 0-1,0 0 1,4-5-1,2-2 1,-1 0-1,-1-1 0,0 0 0,0-1 0,-1 0 1,-1-1-1,10-21 0,-13 27 41,-1-1-1,0 0 0,-1 0 1,0 0-1,0 0 0,-1-1 1,0 1-1,0 0 0,-1-1 0,0 1 1,0-1-1,-1 1 0,0 0 1,-4-15-1,3 19-39,-1-1 0,1 1-1,0 0 1,-1 0 0,0 0 0,0 0-1,0 0 1,-1 1 0,1-1 0,-1 1-1,0 0 1,0 0 0,0 1 0,0-1-1,0 1 1,-1 0 0,1 0 0,-1 0-1,1 0 1,-1 1 0,0 0 0,1 0-1,-1 0 1,0 0 0,0 1 0,0 0 0,-7 1-1,10-1-292,1 1 0,-1 0 0,0 0 0,0 0 0,1 0 0,-1 0 0,1 1 0,-1-1 0,1 0 0,0 1 0,-1-1 0,1 1 0,0-1 0,0 1 0,0 0 0,0 0-1,0-1 1,0 1 0,1 0 0,-1 0 0,0 0 0,1 0 0,0 0 0,-1 0 0,1 0 0,0 0 0,0-1 0,0 4 0,0 19-6094</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3:22.562"/>
    </inkml:context>
    <inkml:brush xml:id="br0">
      <inkml:brushProperty name="width" value="0.05" units="cm"/>
      <inkml:brushProperty name="height" value="0.05" units="cm"/>
      <inkml:brushProperty name="color" value="#E71224"/>
    </inkml:brush>
  </inkml:definitions>
  <inkml:trace contextRef="#ctx0" brushRef="#br0">1 35 16504,'0'0'3809,"24"-35"-12981</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3:22.908"/>
    </inkml:context>
    <inkml:brush xml:id="br0">
      <inkml:brushProperty name="width" value="0.05" units="cm"/>
      <inkml:brushProperty name="height" value="0.05" units="cm"/>
      <inkml:brushProperty name="color" value="#E71224"/>
    </inkml:brush>
  </inkml:definitions>
  <inkml:trace contextRef="#ctx0" brushRef="#br0">120 175 10981,'0'0'13446,"-5"10"-12998,-3 6-326,0 0 0,2 1 0,0-1-1,1 1 1,0 0 0,1 1-1,-2 24 1,5-21-111,0-14-11,1 1 1,0-1 0,0 1-1,0-1 1,1 1-1,2 8 1,-2-14 4,-1-1-1,1 1 1,0 0 0,0-1-1,0 1 1,0-1 0,0 1 0,0-1-1,0 1 1,1-1 0,-1 0-1,0 0 1,1 0 0,-1 0-1,1 0 1,-1 0 0,1 0-1,0 0 1,-1 0 0,1-1-1,0 1 1,-1-1 0,1 1-1,0-1 1,0 0 0,0 1-1,-1-1 1,1 0 0,0 0 0,2-1-1,9 1 8,1-1-1,-1 0 0,1-1 1,-1-1-1,0 0 0,14-6 1,-20 7-3,-1-1 0,0 1 1,-1-1-1,1 0 0,0-1 0,-1 0 1,0 1-1,0-2 0,0 1 1,0 0-1,-1-1 0,1 0 0,-1 0 1,6-11-1,-9 14-11,0-1-1,0 1 1,0-1-1,0 0 1,0 1-1,-1-1 1,1 0 0,-1 0-1,0 1 1,1-1-1,-1 0 1,-1 0-1,1 1 1,0-1 0,-1 0-1,1 0 1,-1 1-1,0-1 1,0 0-1,0 1 1,0-1 0,0 1-1,-1-1 1,1 1-1,-1 0 1,0 0-1,1-1 1,-1 1 0,0 0-1,0 0 1,-1 1-1,1-1 1,0 0-1,0 1 1,-1 0 0,-3-3-1,-11-4-13,-1 0 0,0 0 0,0 2 0,-22-6 0,23 8-6,2 0 10,-1-1 0,1-1 0,1 0 0,-1 0 0,-17-12 0,30 16 25,-1 0-1,0 0 0,0 0 1,1 0-1,-1-1 1,1 1-1,0-1 1,0 1-1,0-1 0,0 0 1,0 0-1,0 0 1,1 0-1,-1 0 0,1-1 1,0 1-1,0 0 1,1-1-1,-1 1 0,0 0 1,1-1-1,0 1 1,0-1-1,0 1 0,0-1 1,1 1-1,-1 0 1,1-1-1,0 1 1,0 0-1,2-5 0,-1 3-2,1 0 0,0 0 0,0 1 0,0 0 0,0-1 0,1 1 1,0 0-1,0 0 0,0 1 0,0-1 0,0 1 0,1 0 0,0 0 0,-1 1 0,1-1 0,0 1 0,0 0 0,8-2 0,2 0 4,1 0 1,-1 1-1,1 1 1,0 0-1,17 1 1,-31 1-15,-1 0-1,1 0 1,0 1 0,-1-1 0,1 1 0,-1-1-1,1 1 1,-1 0 0,1 0 0,-1 0 0,0 0-1,1 0 1,-1 0 0,0 0 0,0 0 0,0 0-1,0 0 1,0 1 0,0-1 0,0 0 0,0 1-1,0-1 1,0 1 0,-1-1 0,1 1 0,-1-1-1,1 1 1,-1 0 0,0-1 0,1 1 0,-1 2-1,2 63 18,-2-51-30,-1-10-58,1 1-1,-1-1 1,-1 0-1,1 0 1,-1 0 0,0 0-1,-1 0 1,1 0-1,-1 0 1,-5 6-1,-23 33-3949,20-29 528,-2 2-3830</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3:23.234"/>
    </inkml:context>
    <inkml:brush xml:id="br0">
      <inkml:brushProperty name="width" value="0.05" units="cm"/>
      <inkml:brushProperty name="height" value="0.05" units="cm"/>
      <inkml:brushProperty name="color" value="#E71224"/>
    </inkml:brush>
  </inkml:definitions>
  <inkml:trace contextRef="#ctx0" brushRef="#br0">24 1 20153,'0'0'7881,"8"7"-7537,0 0-284,-1 1 0,0 1 0,-1-1 0,1 1 0,-1 0 0,-1 1 1,0-1-1,0 1 0,-1 0 0,-1 0 0,1 1 0,-1-1 0,1 15 0,2 17 11,-2 0 0,-2 0 0,-2 0 0,-6 50 0,4-77-241,-1 0 0,0 0 0,-2 0 0,1-1 0,-2 0 1,0 0-1,-1 0 0,-15 24 0,-22 18-6881,35-46 1728</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3:23.600"/>
    </inkml:context>
    <inkml:brush xml:id="br0">
      <inkml:brushProperty name="width" value="0.05" units="cm"/>
      <inkml:brushProperty name="height" value="0.05" units="cm"/>
      <inkml:brushProperty name="color" value="#E71224"/>
    </inkml:brush>
  </inkml:definitions>
  <inkml:trace contextRef="#ctx0" brushRef="#br0">0 61 17096,'0'0'5955,"115"-57"-5891,-86 53-64,-6 4-401,-7 0-1279,-5 0-1122</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3:23.944"/>
    </inkml:context>
    <inkml:brush xml:id="br0">
      <inkml:brushProperty name="width" value="0.05" units="cm"/>
      <inkml:brushProperty name="height" value="0.05" units="cm"/>
      <inkml:brushProperty name="color" value="#E71224"/>
    </inkml:brush>
  </inkml:definitions>
  <inkml:trace contextRef="#ctx0" brushRef="#br0">0 8 11477,'0'0'13975,"109"26"-13895,-70-26-80,-2-4-449,-4-5-1744,-8-2-1920,-4 2-5492</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3:24.633"/>
    </inkml:context>
    <inkml:brush xml:id="br0">
      <inkml:brushProperty name="width" value="0.05" units="cm"/>
      <inkml:brushProperty name="height" value="0.05" units="cm"/>
      <inkml:brushProperty name="color" value="#E71224"/>
    </inkml:brush>
  </inkml:definitions>
  <inkml:trace contextRef="#ctx0" brushRef="#br0">324 109 8756,'0'0'5648,"-18"-2"-4429,-89-7 877,-92 4 7141,340 6-8761,245-27 0,-203 8-406,1324-32-70,-1290 50 251,-191 0-3665,-50 2-13301</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3:29.830"/>
    </inkml:context>
    <inkml:brush xml:id="br0">
      <inkml:brushProperty name="width" value="0.05" units="cm"/>
      <inkml:brushProperty name="height" value="0.05" units="cm"/>
      <inkml:brushProperty name="color" value="#E71224"/>
    </inkml:brush>
  </inkml:definitions>
  <inkml:trace contextRef="#ctx0" brushRef="#br0">317 12 14006,'0'0'6774,"-17"-3"-6379,-60-5 104,74 8-450,-1 0 0,0 1 0,0 0 1,0 0-1,1 0 0,-1 0 0,0 1 0,1-1 1,-1 1-1,1 0 0,0 0 0,-1 0 0,1 0 1,0 1-1,0 0 0,1-1 0,-1 1 0,-2 4 1,0-1-11,0 0 1,1 1 0,0 0 0,1 0 0,-1 0 0,-3 14 0,5-14-33,0 0 1,0 0-1,1 1 0,0-1 1,0 0-1,1 1 1,0-1-1,1 0 1,-1 1-1,1-1 0,0 0 1,1 0-1,0 1 1,0-1-1,1-1 0,6 14 1,0-6-11,0-1 0,2 1-1,0-2 1,0 1 0,1-1 0,17 12 0,-28-23 4,31 34 24,-31-34-23,0 0-1,-1 0 1,1 0 0,-1 0-1,0-1 1,1 1 0,-1 0-1,0 0 1,1 0 0,-1 0-1,0 0 1,0 0-1,0 0 1,0 1 0,0-1-1,0 0 1,0 0 0,0 0-1,0 0 1,-1 0 0,1 0-1,0 0 1,-1 0 0,1 0-1,-1-1 1,1 1 0,-1 0-1,1 0 1,-1 0-1,1 0 1,-1-1 0,0 1-1,0 0 1,1 0 0,-1-1-1,0 1 1,0-1 0,0 1-1,0-1 1,0 1 0,0-1-1,1 1 1,-3-1 0,-19 8-147,-1-2 1,0 0 0,0-2 0,-1 0-1,1-2 1,-1 0 0,-40-4 0,42 2-1034</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3:30.838"/>
    </inkml:context>
    <inkml:brush xml:id="br0">
      <inkml:brushProperty name="width" value="0.05" units="cm"/>
      <inkml:brushProperty name="height" value="0.05" units="cm"/>
      <inkml:brushProperty name="color" value="#E71224"/>
    </inkml:brush>
  </inkml:definitions>
  <inkml:trace contextRef="#ctx0" brushRef="#br0">58 1 10805,'0'0'9484,"-14"9"-8929,9-2-472,0 0 0,0 0 0,1 1-1,1 0 1,-1-1 0,1 1 0,1 1 0,-1-1 0,1 0-1,-1 10 1,1 5-46,0 1 0,1 35 0,1-56-34,1-1 0,-1 0 1,0 1-1,1-1 0,0 1 0,-1-1 0,1 0 1,0 1-1,0-1 0,0 0 0,1 0 0,-1 1 1,0-1-1,1 0 0,0-1 0,-1 1 0,1 0 1,0 0-1,0-1 0,0 1 0,0-1 0,0 1 1,0-1-1,0 0 0,1 0 0,-1 0 0,0 0 1,1-1-1,-1 1 0,1 0 0,-1-1 0,0 0 1,1 1-1,4-1 0,-4 0-3,0 0-1,0-1 1,-1 1-1,1 0 1,0-1 0,-1 1-1,1-1 1,0 0-1,-1 0 1,1 0-1,-1 0 1,1-1 0,-1 1-1,0-1 1,1 1-1,-1-1 1,0 0 0,0 0-1,0 0 1,0 0-1,-1 0 1,1 0-1,0-1 1,-1 1 0,0 0-1,1-1 1,-1 1-1,0-1 1,0 0 0,-1 1-1,2-6 1,-5-103 114,4 109-112,-1 0-1,1 0 0,0 0 1,0 0-1,0 1 0,0-1 1,0 0-1,0 1 0,1-1 1,-1 0-1,0 1 0,1 0 1,-1-1-1,1 1 0,0 0 1,-1 0-1,1 0 0,0 0 1,0 0-1,0 0 0,-1 0 1,1 1-1,0-1 0,4 0 1,-3 0 13,-1 1 0,0-1 0,1 1 0,-1 0 0,0-1-1,1 1 1,-1 1 0,1-1 0,-1 0 0,0 0 0,1 1 0,-1-1 0,1 1 0,-1 0 0,0 0 0,0 0 0,0 0 0,1 0 0,-1 0 0,0 1 0,2 1 0,1 4 41,0 0 0,0 1 0,-1-1 0,0 1 0,-1 0 0,1 0 1,-1 0-1,-1 1 0,2 8 0,-1-5-30,1-1 1,0 1 0,8 16-1,-12-28-24,1 1 0,-1-1 0,0 0 0,1 0-1,-1 0 1,0 1 0,1-1 0,-1 0 0,1 0 0,-1 0 0,0 0-1,1 0 1,-1 0 0,1 0 0,-1 0 0,1 0 0,-1 0-1,0 0 1,1 0 0,-1 0 0,1 0 0,-1 0 0,0 0 0,1 0-1,-1-1 1,1 1 0,-1 0 0,0 0 0,1 0 0,-1-1-1,0 1 1,1 0 0,-1 0 0,0-1 0,1 1 0,-1 0 0,0-1-1,17-15 112,-14 13-98,2-1-33,-1 0 1,1 0-1,0 1 0,0 0 1,1 0-1,-1 0 1,1 1-1,7-3 1,-11 4 11,-1 1 1,1 0-1,0 0 1,0-1-1,0 1 1,0 0-1,0 1 1,-1-1-1,1 0 1,0 0-1,0 1 1,0-1-1,-1 1 1,1 0-1,0-1 1,0 1-1,-1 0 1,1 0-1,-1 0 1,1 0-1,-1 0 1,1 0-1,-1 1 1,0-1-1,1 1 1,-1-1-1,0 0 1,0 1 0,0 0-1,1 1 1,0 1 4,0 0 1,1 0 0,-1 0 0,1-1-1,0 0 1,0 1 0,1-1 0,-1 0-1,0 0 1,1-1 0,0 1 0,0-1-1,7 4 1,-8-5-1,0-1 0,-1 1-1,1-1 1,-1 1 0,1-1 0,0 0-1,-1 0 1,1 0 0,0-1 0,-1 1-1,1-1 1,0 1 0,-1-1 0,1 0-1,-1 0 1,1 0 0,-1 0 0,0-1-1,1 1 1,-1-1 0,0 1 0,0-1-1,0 0 1,3-2 0,9-11 16,23-22 20,-35 35-34,0 1 0,-1 0 0,1-1 0,0 1 1,0 0-1,0 0 0,0 0 0,0 0 0,0 0 0,0 1 1,0-1-1,0 0 0,0 1 0,1 0 0,-1-1 0,0 1 1,0 0-1,3 1 0,-1 1 0,-1 0 0,1 0 1,-1 1-1,0-1 0,0 1 0,0 0 0,-1 0 1,1 0-1,2 4 0,16 15 46,-14-17-38,1 0 0,0-1 0,0 0 0,0 0 0,0-1 0,0 0 0,1-1 0,-1 0 0,1 0 0,0 0 0,0-1 0,-1-1 0,1 0 1,0 0-1,16-2 0,-18 1 6,0 0-1,0-1 1,0 0 0,0 0 0,0 0 0,0-1 0,0 0 0,-1-1 0,0 1 0,1-1-1,-1 0 1,-1-1 0,1 1 0,-1-1 0,1 0 0,-1-1 0,-1 1 0,1-1 0,5-9-1,-9 12 23,1 0 0,-1 0 0,0-1 0,0 1 0,0 0 0,0-1-1,-1 1 1,0 0 0,1-1 0,-1-3 0,-38 8 254,35 1-280,-1 0 0,1 0 1,0 1-1,0-1 0,0 1 1,0 0-1,0 0 0,1 0 1,-1 0-1,1 1 0,0-1 1,0 1-1,0-1 0,0 1 1,0 0-1,1-1 0,0 1 1,0 0-1,0 0 1,0 0-1,1 0 0,-1 0 1,1 7-1,0-6-13,-1 1 0,1-1 0,0 0 0,0 1 0,0-1 0,1 0 0,-1 1 0,1-1 1,1 0-1,-1 0 0,1 0 0,0 0 0,0 0 0,0 0 0,1 0 0,0-1 0,6 8 0,-4-8-83,1-1 0,0 0 0,0 0-1,0 0 1,1-1 0,-1 0 0,1-1 0,-1 1 0,1-1-1,-1 0 1,1-1 0,0 1 0,-1-2 0,1 1-1,7-2 1,13-1-1269,-1-2-1,33-10 1,-25 6-1733,-8 1-2094</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3:31.324"/>
    </inkml:context>
    <inkml:brush xml:id="br0">
      <inkml:brushProperty name="width" value="0.05" units="cm"/>
      <inkml:brushProperty name="height" value="0.05" units="cm"/>
      <inkml:brushProperty name="color" value="#E71224"/>
    </inkml:brush>
  </inkml:definitions>
  <inkml:trace contextRef="#ctx0" brushRef="#br0">0 63 17672,'0'0'6184,"7"16"-5896,53 105 340,-48-100-569,1-2 0,0 1 0,1-1 0,29 28 0,-43-46-47,1-1-1,-1 0 1,1 1-1,-1-1 0,1 0 1,-1 0-1,0 1 1,1-1-1,-1 0 0,1 0 1,-1 0-1,1 0 1,-1 1-1,1-1 0,-1 0 1,1 0-1,-1 0 1,1 0-1,-1 0 0,1 0 1,-1-1-1,1 1 1,-1 0-1,1 0 0,-1 0 1,1 0-1,-1 0 1,1-1-1,-1 1 0,1 0 1,-1 0-1,0-1 1,1 1-1,-1 0 0,0-1 1,1 1-1,0-1 1,11-18 478,-9 15-448,22-43 62,-3-1 0,28-83 0,-23 56-136,-18 115-4085,-5-27 3059,-2-1-412,1-1 0,1 0 0,0 1 0,0-1 0,12 20 0,2-7-3469</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3:32.503"/>
    </inkml:context>
    <inkml:brush xml:id="br0">
      <inkml:brushProperty name="width" value="0.05" units="cm"/>
      <inkml:brushProperty name="height" value="0.05" units="cm"/>
      <inkml:brushProperty name="color" value="#E71224"/>
    </inkml:brush>
  </inkml:definitions>
  <inkml:trace contextRef="#ctx0" brushRef="#br0">153 219 9012,'0'0'10554,"-13"-3"-9713,11 3-818,-2-2 2,1 1-1,0 0 1,-1 0-1,1 1 0,-1-1 1,1 1-1,-1 0 1,1 0-1,-1 0 1,1 0-1,-1 0 1,0 1-1,1 0 1,0 0-1,-1 0 0,1 0 1,0 0-1,-1 0 1,1 1-1,0 0 1,0 0-1,0 0 1,0 0-1,0 0 1,1 0-1,-1 1 1,1-1-1,-1 1 0,1 0 1,-2 4-1,-26 47 38,29-50-60,-1 0 1,1 0-1,0 0 1,0 0-1,0 0 1,1 1-1,-1-1 1,1 0-1,0 0 1,1 0-1,-1 1 1,1-1-1,-1 0 1,3 5-1,-1-9 6,-1 0 0,1 1 0,0-1-1,0 0 1,0 0 0,0 0 0,0-1 0,0 1 0,0 0-1,0-1 1,0 0 0,0 1 0,-1-1 0,3-1-1,1-1 7,1-1-1,-2 0 1,1-1-1,0 1 0,-1-1 1,0 0-1,4-6 0,-4 6-12,0-1-1,0 1 0,1 0 1,0 1-1,-1-1 0,9-5 1,-11 10-17,7 29 13,-8-25 10,0-1-1,0 1 1,0-1-1,0 0 1,1 1-1,-1-1 1,1 0-1,0 0 1,0 0-1,0 0 1,0 0-1,0-1 1,1 1-1,0-1 1,-1 1-1,4 1 1,-2-2 0,0 0 0,1-1 0,-1 0 0,0 0 0,0 0 1,1 0-1,-1-1 0,0 1 0,1-1 0,-1 0 0,0-1 1,1 1-1,4-2 0,-1 1-4,-1-2 0,0 1 0,0-1 0,0 0 0,-1 0 0,1 0 0,-1-1 1,0 0-1,0-1 0,0 1 0,0-1 0,-1 0 0,0-1 0,0 1 0,8-12 0,-4 4 70,0 0-1,-2 0 1,1-1 0,-1-1-1,-1 1 1,6-24 0,-8 19 255,-2 1 1,0-1 0,-2-34-1,3-18 2842,-20 138-3242,9-42 120,2 1 0,1 0 0,-3 32 0,6-30-83,-1 57-36,3-81 55,1 1 1,-1-1-1,0 1 1,1-1-1,0 1 1,0-1 0,1 1-1,-1-1 1,1 0-1,0 0 1,0 1-1,0-1 1,6 7-1,-6-10-6,0 1-1,0 0 0,0-1 1,0 0-1,1 0 0,-1 0 1,0 0-1,1 0 0,-1 0 1,1 0-1,-1-1 0,1 1 1,-1-1-1,1 0 0,-1 0 1,1 0-1,-1 0 0,1 0 1,0 0-1,-1-1 0,1 1 0,-1-1 1,1 0-1,-1 0 0,0 0 1,1 0-1,-1 0 0,0 0 1,0 0-1,0-1 0,0 0 1,0 1-1,0-1 0,2-2 1,9-8-38,0 0 1,-1-1 0,17-24-1,-24 30-2,9-8 16,-8 15-63,-5 28-138,-2-7 190,1-16 60,0 0 1,0-1 0,1 1-1,-1-1 1,1 1 0,0-1-1,0 1 1,1-1 0,0 1-1,-1-1 1,1 0-1,3 5 1,-3-8-2,-1 1-1,1-1 1,-1 0 0,1 1-1,-1-1 1,1 0-1,0 0 1,-1 0 0,1 0-1,0 0 1,0 0-1,0-1 1,0 1 0,0-1-1,0 1 1,0-1-1,0 0 1,0 0 0,0 0-1,0 0 1,0 0-1,0 0 1,0 0 0,0-1-1,0 1 1,0-1-1,0 1 1,0-1 0,0 0-1,-1 0 1,3-1-1,15-8 3,-1-2-1,0 0 0,-1 0 0,0-2 0,-1 0 0,15-18 0,-30 40 8,0 0 0,1 0 0,-1 0 1,6 13-1,-5-17-7,1 1 0,-1-1 0,1 0 0,0 0 0,0-1 1,0 1-1,1 0 0,-1-1 0,1 0 0,0 0 0,0 0 0,0 0 0,0-1 0,0 1 1,1-1-1,-1 0 0,1-1 0,0 1 0,-1-1 0,1 0 0,7 1 0,7 1 38,1-2 0,0 0 1,38-4-1,-51 3-39,-1-1 1,0 0 0,1-1 0,-1 1-1,0-1 1,0-1 0,0 1-1,0-1 1,-1 0 0,1 0 0,-1-1-1,0 1 1,0-1 0,0 0-1,0-1 1,-1 1 0,1-1 0,-1 0-1,0 0 1,-1 0 0,1-1-1,-1 1 1,0-1 0,-1 0 0,1 0-1,-1 0 1,0 0 0,-1 0-1,1 0 1,-1-1 0,0 1 0,-1-11-1,0 17 1,0-1-1,0 1 1,-1 0 0,1-1-1,0 1 1,-1-1-1,1 1 1,0 0-1,-1-1 1,1 1-1,0 0 1,-1 0-1,1-1 1,0 1 0,-1 0-1,1 0 1,-1 0-1,1 0 1,-1-1-1,1 1 1,-1 0-1,1 0 1,-1 0-1,1 0 1,0 0-1,-1 0 1,1 0 0,-1 0-1,1 0 1,-1 0-1,1 0 1,-1 1-1,1-1 1,-1 0-1,1 0 1,0 0-1,-1 1 1,1-1 0,-1 0-1,-19 9 95,16-5-72,0 0-1,1 0 1,-1 0-1,1 1 0,0-1 1,1 1-1,-1-1 1,1 1-1,0 0 0,0 0 1,0 0-1,1 1 1,-2 6-1,2-3 9,-1 1 0,2-1 0,-1 1 0,1-1 0,0 0 0,1 1-1,2 9 1,-2-16-45,1 1 0,-1-1 0,1 0 0,0 0 0,0 0 0,0 0 0,0 0 0,0-1 0,1 1 0,-1 0 0,1-1 0,0 0 0,0 0 0,0 0 0,0 0 0,0 0 0,0 0 0,0-1 0,1 1 0,-1-1 0,0 0 0,1 0 0,-1-1 0,1 1 0,-1-1 0,1 1 0,7-2 0,0 2-85,0-1 1,1 0 0,-1-1 0,0-1 0,0 1 0,0-2 0,21-6 0,47-31-3371,-34 4-1984,-25 12-977</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3:43.399"/>
    </inkml:context>
    <inkml:brush xml:id="br0">
      <inkml:brushProperty name="width" value="0.05" units="cm"/>
      <inkml:brushProperty name="height" value="0.05" units="cm"/>
      <inkml:brushProperty name="color" value="#E71224"/>
    </inkml:brush>
  </inkml:definitions>
  <inkml:trace contextRef="#ctx0" brushRef="#br0">273 586 14247,'0'0'557,"12"-16"313,-9 13-829,17-21 601,-1-1 0,-1 0 0,-1-2 0,-1 0 0,-1-1 0,13-37 0,-22 41-277,-1 0 0,-1-1 0,-2 1 1,0-1-1,-2-26 0,-1 34 11,0 1 1,-1-1-1,-1 0 1,-1 1-1,0 0 0,-1 0 1,-1 0-1,-9-18 1,15 33-356,0 1 0,0 0 0,0-1 1,0 1-1,0 0 0,0-1 0,0 1 0,0 0 0,0 0 1,-1-1-1,1 1 0,0 0 0,0 0 0,0-1 0,0 1 1,-1 0-1,1 0 0,0-1 0,0 1 0,-1 0 1,1 0-1,0 0 0,0-1 0,-1 1 0,1 0 0,0 0 1,0 0-1,-1 0 0,1 0 0,0 0 0,-1 0 1,1 0-1,0 0 0,-1 0 0,1 0 0,0 0 0,0 0 1,-1 0-1,1 0 0,0 0 0,-1 0 0,1 0 1,0 0-1,-1 0 0,1 0 0,0 0 0,0 1 0,-1-1 1,-8 21 244,0 37-366,8-54 166,-18 504 1358,13-165-1218,-8-134-164,2-49 42,8 183 1,4-343-87,1 1 1,-1-1 0,0 1 0,0 0 0,1-1 0,-1 1-1,0-1 1,1 1 0,-1-1 0,0 1 0,1-1 0,-1 1 0,1-1-1,-1 0 1,1 1 0,-1-1 0,1 1 0,-1-1 0,1 0-1,-1 0 1,1 1 0,-1-1 0,1 0 0,0 0 0,-1 0-1,1 1 1,-1-1 0,1 0 0,0 0 0,-1 0 0,1 0-1,0 0 1,-1 0 0,1 0 0,-1-1 0,1 1 0,0 0 0,-1 0-1,1 0 1,-1-1 0,1 1 0,0 0 0,-1 0 0,1-1-1,-1 1 1,1-1 0,-1 1 0,1 0 0,-1-1 0,0 1-1,1-1 1,0 0 0,8-6 10,-1 0 0,0 0-1,0-1 1,0 0-1,-1 0 1,11-17 0,34-64 2,-37 59-34,-1-1-1,-1-1 0,-2 0 1,-1-1-1,-2 0 1,9-66-1,-15 79-14,-1-1 0,-1 1 1,0-1-1,-2 1 0,0-1 0,-1 1 1,-1 0-1,-1 0 0,-1 0 0,-1 1 0,0 0 1,-18-32-1,11 31 14,0 0 0,-2 1 0,0 1 0,-1 0 0,-1 2 0,0 0 0,-1 0 0,-1 2 0,-30-17-1,5 7 6,-1 3-1,-1 1 0,-71-18 0,91 27 149,27 11-125,0 0 0,0 0 0,-1 0 0,1 0 0,0 0 0,0-1 0,0 1 0,-1 0 0,1 0 0,0 0 0,0 0 0,0 0 0,0-1 0,-1 1 0,1 0 0,0 0 0,0 0 0,0-1 0,0 1 0,0 0 0,0 0 0,0 0 0,0-1 0,0 1 0,0 0 0,-1 0 0,1 0 0,0-1 0,0 1 0,0 0 0,0 0 0,0-1 0,0 1 0,1 0 0,-1 0 0,0 0 0,0-1 0,0 1 0,0 0 0,0 0 0,0 0 0,0-1 0,0 1 0,0 0 0,1 0 0,-1-1 0,4-1 3,1 0 0,-1 0 1,1 0-1,0 1 0,-1 0 1,11-2-1,49-11-15,0-2 0,-1-3 0,-1-3 0,103-52 0,-91 35-136,-72 38 101,-2 12-8,-1 15 16,-2 0 0,-6 27-1,-4 47-108,13-95 142,-1-1-72,1 1 1,0 0-1,0 0 0,0-1 0,1 1 0,-1 0 0,1-1 0,2 8 0,-2-10 55,1-1-1,-1 0 1,0 1-1,0-1 1,1 0-1,-1 0 0,1 0 1,-1 0-1,1 0 1,-1 0-1,1 0 1,0 0-1,0 0 1,-1-1-1,1 1 0,0-1 1,0 0-1,0 1 1,-1-1-1,1 0 1,0 0-1,0 0 1,0 0-1,2-1 1,0 1 21,0 0 0,-1-1 0,1 1 0,-1-1 0,1 0 0,-1 0 0,1 0 0,-1-1 0,0 1 0,1-1 0,-1 1 0,0-1 0,0 0 0,0-1 0,0 1 0,-1 0 0,1-1 0,-1 0 0,1 1 0,-1-1 0,0 0 0,0 0 0,0 0 0,0-1 0,-1 1 0,1 0 0,-1-1 0,0 1 0,0-1 0,0 1 0,0-1 0,-1 1 0,0-1 0,1 0 0,-1 1 0,-1-7 0,0 8-9,1 0-1,-1 0 0,0 1 1,0-1-1,0 0 1,0 0-1,0 1 0,0-1 1,0 0-1,-1 1 1,1-1-1,0 1 0,-1 0 1,1-1-1,-1 1 1,0 0-1,1 0 0,-1 0 1,0 0-1,0 0 0,0 1 1,0-1-1,0 0 1,1 1-1,-1 0 0,-4-1 1,4 1 13,0 0 1,0-1 0,0 1-1,0 0 1,0-1 0,0 0-1,1 1 1,-1-1-1,0 0 1,1 0 0,-1 0-1,0 0 1,1 0 0,-1 0-1,1 0 1,-1 0-1,1-1 1,0 1 0,0-1-1,-1 1 1,1-1 0,0 1-1,0-1 1,0 0-1,1 1 1,-1-1 0,0 0-1,0-3 1,1 3-5,1 0 0,0 0 0,-1 0 0,1 0 0,0 0 0,0 1 0,0-1 0,0 0 0,1 1 0,-1-1 0,0 1 0,1-1 0,-1 1-1,1 0 1,-1-1 0,1 1 0,-1 0 0,1 0 0,0 0 0,0 0 0,0 1 0,-1-1 0,1 0 0,3 0 0,49-13 16,-43 13 1,0 0 0,-1 0 0,1 1 0,-1 1 0,1-1 0,-1 2 0,1-1 0,-1 2 0,17 4 0,-22-5-6,0 0 0,-1 1 1,1-1-1,0 1 0,-1 0 1,1 0-1,-1 0 0,0 1 0,0-1 1,0 1-1,-1 0 0,1 0 1,-1 1-1,0-1 0,0 1 1,0-1-1,-1 1 0,0 0 1,0 0-1,3 10 0,0 6 94,-6-26 205,0 0-255,0 0 0,1-1 0,0 1 1,0 0-1,0 0 0,3-10 0,1 4-6,0 0 1,1 1-1,1-1 0,0 1 0,0 1 1,1-1-1,0 1 0,15-14 0,-6 7-17,1 1 1,0 0-1,30-18 0,-37 27-67,0 0-1,0 1 1,1 0 0,-1 1 0,14-3-1,29 2-4128,-34 10-1596,-4 13-3246</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3:56.039"/>
    </inkml:context>
    <inkml:brush xml:id="br0">
      <inkml:brushProperty name="width" value="0.05" units="cm"/>
      <inkml:brushProperty name="height" value="0.05" units="cm"/>
      <inkml:brushProperty name="color" value="#E71224"/>
    </inkml:brush>
  </inkml:definitions>
  <inkml:trace contextRef="#ctx0" brushRef="#br0">7 153 3522,'-5'-4'21431,"4"-3"-21709,4-10 602,0-1 0,2 0 0,0 1 0,1 0 0,1 0 0,11-21 0,-19 57-327,2 0-1,0 0 1,0-1-1,2 1 1,0-1-1,2 0 1,0 0-1,0 0 1,13 25-1,-17-42 6,-1 0 0,1 0 0,-1-1-1,1 1 1,-1 0 0,1 0 0,0-1 0,-1 1-1,1-1 1,0 1 0,0 0 0,-1-1-1,1 0 1,0 1 0,0-1 0,0 1 0,0-1-1,0 0 1,-1 0 0,1 1 0,0-1-1,0 0 1,0 0 0,0 0 0,0 0 0,0 0-1,0 0 1,0 0 0,0 0 0,0-1-1,0 1 1,-1 0 0,1 0 0,0-1 0,0 1-1,0-1 1,0 1 0,-1-1 0,1 1-1,0-1 1,1 0 0,31-32 104,-26 25-95,25-32 12,19-18-14,-51 58-13,1 0-1,0 0 1,0 0-1,-1 0 1,1 1-1,0-1 1,0 0-1,-1 1 1,1-1-1,0 0 1,-1 1-1,1-1 1,0 1-1,-1-1 1,1 1 0,-1-1-1,1 1 1,-1-1-1,1 1 1,-1 0-1,1-1 1,-1 1-1,0 0 1,1-1-1,-1 1 1,0 0-1,1 1 1,15 28 1,-12-23 3,2 6 55,20 31-1,-26-43-50,1 0-1,0 0 0,0 0 1,-1 0-1,1 0 0,0-1 1,0 1-1,0 0 0,0-1 0,0 1 1,0-1-1,0 1 0,0-1 1,0 1-1,0-1 0,0 0 1,0 1-1,0-1 0,1 0 1,-1 0-1,0 0 0,0 0 0,0 0 1,0 0-1,0 0 0,0 0 1,0-1-1,1 1 0,-1 0 1,0-1-1,0 1 0,0-1 1,0 1-1,0-1 0,0 1 0,0-1 1,1-1-1,41-40 81,-36 34-82,0 0-1,0 1 1,1-1 0,0 1-1,0 1 1,1 0 0,0 0-1,17-9 1,-24 15-10,0-1 1,0 1-1,-1 0 0,1 0 1,0 0-1,0 0 0,0 0 1,-1 0-1,1 0 0,0 0 1,0 1-1,-1-1 0,1 0 1,0 1-1,0 0 0,-1-1 1,1 1-1,-1 0 1,4 2-1,-1 0 15,1 1 1,-1 0-1,0 0 0,0 0 0,-1 0 1,6 7-1,-2 1-494,0 0-1,0 1 0,-1-1 1,7 23-1,-9-11-1594,-4-16-866</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3:56.399"/>
    </inkml:context>
    <inkml:brush xml:id="br0">
      <inkml:brushProperty name="width" value="0.05" units="cm"/>
      <inkml:brushProperty name="height" value="0.05" units="cm"/>
      <inkml:brushProperty name="color" value="#E71224"/>
    </inkml:brush>
  </inkml:definitions>
  <inkml:trace contextRef="#ctx0" brushRef="#br0">28 225 10405,'0'0'8105,"10"1"-7230,-6-1-774,0 1-1,0-1 1,0 0 0,0 0 0,0-1-1,0 1 1,0-1 0,1 0-1,-1 0 1,-1 0 0,1 0 0,0-1-1,0 0 1,0 0 0,-1 0 0,1 0-1,-1 0 1,0-1 0,1 0 0,-1 1-1,0-1 1,-1 0 0,1 0-1,0-1 1,-1 1 0,0-1 0,0 1-1,0-1 1,0 0 0,-1 1 0,1-1-1,0-5 1,2-3 228,-1-1 0,0 1 1,-1-1-1,1-25 0,-2 36-298,-1-1-1,0 1 1,0-1 0,0 1 0,0 0 0,0-1 0,-1 1-1,1-1 1,-1 1 0,1 0 0,-1-1 0,0 1-1,0 0 1,0 0 0,0 0 0,-1 0 0,1 0-1,0 0 1,-1 0 0,1 0 0,-1 0 0,0 0 0,0 1-1,1-1 1,-1 1 0,0 0 0,-1-1 0,1 1-1,0 0 1,0 0 0,0 0 0,-4-1 0,2 2-47,1-1 1,-1 1 0,0 0 0,1 0-1,-1 0 1,1 0 0,-1 0 0,0 1-1,1 0 1,-1 0 0,1 0 0,-1 0-1,1 0 1,0 1 0,-1 0 0,1-1-1,0 1 1,-3 3 0,2-1-86,0 0-1,1 0 1,-1 0 0,1 0 0,0 1 0,0-1-1,1 1 1,-1 0 0,1 0 0,0 0 0,-1 6-1,-1 8-892,0-1-1,2 1 0,0-1 0,1 1 0,1 0 1,3 22-1,5 13-4000</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3:57.030"/>
    </inkml:context>
    <inkml:brush xml:id="br0">
      <inkml:brushProperty name="width" value="0.05" units="cm"/>
      <inkml:brushProperty name="height" value="0.05" units="cm"/>
      <inkml:brushProperty name="color" value="#E71224"/>
    </inkml:brush>
  </inkml:definitions>
  <inkml:trace contextRef="#ctx0" brushRef="#br0">286 91 11333,'0'0'9855,"-12"-15"-8838,-42-45 127,52 59-1097,0-1-1,0 0 1,0 1-1,0 0 0,-1-1 1,1 1-1,-1 0 1,1 0-1,-1 0 0,1 0 1,-1 1-1,0-1 1,1 1-1,-1 0 0,0-1 1,1 1-1,-1 0 1,0 1-1,1-1 0,-1 0 1,0 1-1,1-1 1,-4 3-1,-1-1 5,0 2-1,0-1 1,1 1-1,-1 0 1,-8 8-1,14-12-45,-10 10 40,0-1 0,0 1 0,1 1 0,1 0 0,0 0 0,-11 19 0,17-25-46,-1 1-1,1 0 0,0 0 0,1 0 1,0 0-1,0 0 0,0 1 0,1-1 1,0 1-1,0-1 0,0 1 0,1-1 1,0 1-1,0-1 0,1 1 1,2 10-1,-2-15-16,0-1-1,0 0 1,0 1 0,0-1 0,0 0 0,0 0 0,0 0-1,1 0 1,-1 0 0,1 0 0,-1 0 0,0 0 0,1-1-1,-1 1 1,1 0 0,-1-1 0,1 1 0,0-1 0,-1 0-1,1 0 1,0 1 0,-1-1 0,1 0 0,0 0 0,-1-1-1,1 1 1,-1 0 0,1 0 0,0-1 0,-1 1 0,3-2 0,3 1 18,-1-1 0,1 0 1,-1 0-1,0 0 0,0-1 1,10-5-1,1-6 24,-1 0 1,0-1-1,-1-1 0,-1 0 1,0-1-1,-1-1 0,19-35 1,-32 52 97,0 16-1,1 0 1,0 0-1,1 0 0,1 0 0,7 23 0,-9-34-120,0 0 0,0 0 0,1 0 0,0 0 0,0-1-1,0 1 1,0-1 0,1 1 0,-1-1 0,1 0 0,0 0 0,0 0 0,0 0-1,0 0 1,0-1 0,1 0 0,-1 1 0,1-1 0,0 0 0,-1-1 0,1 1 0,0-1-1,0 0 1,0 0 0,6 1 0,9 0-293,0-2-1,1 0 1,-1-1-1,0-1 1,0-1-1,-1-1 1,22-6 0,-17 2-1381,-2 0 1,1-2 0,20-12 0,-10 2-3112</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3:57.470"/>
    </inkml:context>
    <inkml:brush xml:id="br0">
      <inkml:brushProperty name="width" value="0.05" units="cm"/>
      <inkml:brushProperty name="height" value="0.05" units="cm"/>
      <inkml:brushProperty name="color" value="#E71224"/>
    </inkml:brush>
  </inkml:definitions>
  <inkml:trace contextRef="#ctx0" brushRef="#br0">150 4 16424,'0'0'9887,"-3"-2"-9466,3 2-414,0-1-1,-1 1 0,1 0 1,0 0-1,0 0 0,-1 0 0,1-1 1,0 1-1,0 0 0,-1 0 1,1 0-1,0 0 0,-1 0 1,1 0-1,0 0 0,0 0 1,-1 0-1,1 0 0,0 0 1,-1 0-1,1 0 0,0 0 1,0 0-1,-1 0 0,1 1 1,0-1-1,0 0 0,-1 0 0,1 0 1,0 0-1,0 0 0,-1 1 1,1-1-1,0 0 0,0 0 1,0 0-1,-1 1 0,1-1 1,0 0-1,0 0 0,0 1 1,0-1-1,-1 0 0,1 0 1,0 1-1,0-1 0,0 1 0,-9 26 267,-3 55 102,6-40-309,-60 245 48,66-286-282,1-3 159,0-1 0,0 1-1,0-1 1,0 1 0,0 0 0,1-1-1,-1 1 1,1 0 0,-1 0-1,1 0 1,0 0 0,0 0 0,0 1-1,4-4 1,1-1-9,1-2 6,10-10-74,0 0 1,34-23-1,-46 37 71,0 0 0,0 1 0,1-1 0,-1 2 0,1-1 0,-1 0 0,1 1 0,0 1 0,0-1 0,0 1 0,0 0 0,0 0 0,0 1 0,10 1 0,-14 0 11,0 0-1,-1 0 0,1 0 0,0 0 1,-1 0-1,1 1 0,-1-1 0,1 1 1,-1 0-1,0 0 0,1 0 0,-1 0 1,0 0-1,0 0 0,-1 1 0,1-1 1,0 1-1,-1-1 0,0 1 0,1-1 1,-1 1-1,0 0 0,0 0 0,-1 0 1,1 0-1,0-1 0,-1 7 0,1-5 4,0 0-1,-1 0 1,0 0-1,0 0 1,0 0-1,0-1 1,0 1-1,-1 0 0,0 0 1,0 0-1,0 0 1,0 0-1,-1-1 1,1 1-1,-1-1 1,0 1-1,0-1 1,0 0-1,-1 1 1,-4 4-1,-5-1 12,-1 0 1,0 0-1,-1-1 1,1-1-1,-1 0 1,0-1-1,0-1 1,0 0-1,-1-1 1,1 0-1,-1-1 1,1-1-1,-1 0 1,-17-3-1,27 2-21,1 0-1,-1 0 0,0 0 0,1-1 1,-1 1-1,1-1 0,-1-1 0,1 1 1,0 0-1,0-1 0,0 0 1,0 0-1,0 0 0,1-1 0,-1 1 1,1-1-1,0 0 0,0 0 0,-2-4 1</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3:58.726"/>
    </inkml:context>
    <inkml:brush xml:id="br0">
      <inkml:brushProperty name="width" value="0.05" units="cm"/>
      <inkml:brushProperty name="height" value="0.05" units="cm"/>
      <inkml:brushProperty name="color" value="#E71224"/>
    </inkml:brush>
  </inkml:definitions>
  <inkml:trace contextRef="#ctx0" brushRef="#br0">156 297 14983,'0'0'6261,"-18"8"-5180,-56 29-422,69-32-630,0-1 1,-1 1-1,2 0 0,-1 0 1,0 1-1,1-1 0,0 1 1,1 0-1,-1 0 0,1 0 1,0 1-1,0-1 0,1 1 1,0 0-1,0 0 0,1-1 1,0 1-1,0 0 0,0 0 1,1 0-1,0 0 0,1 8 1,0-15-30,-1 1 0,0-1 0,1 1 0,-1-1 0,1 1 0,-1-1 0,1 1 0,-1-1 0,1 1 0,-1-1 0,1 0 0,-1 1 0,1-1 0,0 0 0,-1 1 0,1-1 0,-1 0 0,1 0 0,0 1 0,-1-1 0,1 0 0,0 0 0,-1 0 0,1 0 0,0 0 0,-1 0 0,1 0 0,0 0 0,0 0 0,-1-1 0,1 1 0,-1 0 0,1 0 0,0 0 0,-1-1 0,1 1 0,0 0 0,0-1 0,29-12 0,-19 3 1,0 0-1,0-1 1,-1 0 0,-1-1-1,0 0 1,0-1 0,11-23-1,-4 9 3,-13 45 199,-1 1 0,0 33-1,-2-49-198,0 1 0,-1 0 0,2-1 0,-1 1 0,0 0-1,1-1 1,0 1 0,0-1 0,0 1 0,0-1 0,0 1-1,1-1 1,-1 0 0,1 1 0,0-1 0,0 0 0,3 3-1,-2-4-11,1 0 0,-1 0 0,0-1 0,1 1 0,-1-1 0,1 1 0,-1-1 0,1 0-1,0-1 1,0 1 0,-1-1 0,1 1 0,0-1 0,0 0 0,-1-1 0,9 0-1,-5-1 8,1 0-1,-1 0 1,1-1-1,-1 0 1,0 0-1,0-1 1,0 0-1,0 0 1,-1-1-1,0 0 1,0 0-1,0 0 1,0-1-1,6-8 1,0 0-8,-1-1 1,0 0 0,-1 0 0,-1-1-1,9-20 1,-6 5 106,-2-1 1,-1 0-1,-2 0 1,-1 0-1,2-38 0,-4-31 3414,-11 106-2796,-1 9-706,0 1 1,1 0-1,1 1 0,0-1 0,1 1 0,1 0 1,0 0-1,-2 26 0,-1 138-39,7-149 20,0-27-42,0 1 0,0-1 0,0 0 0,1 1 0,-1-1 0,1 0 0,0 1 0,0-1 0,1 0 0,-1 0 0,1 0 0,0 0 0,0 0 1,0 0-1,6 6 0,-5-7-22,1 0 1,-1-1-1,1 0 1,0 0-1,0 0 1,0 0-1,0 0 1,0-1-1,0 0 1,0 0-1,0 0 1,1 0-1,-1-1 0,0 1 1,1-1-1,5-1 1,7 0-56,0-1-1,0-1 1,0 0 0,0-1 0,0-1-1,-1-1 1,0 0 0,0-1 0,-1-1-1,0-1 1,0 0 0,-1 0-1,0-2 1,0 1 0,-1-2 0,-1 0-1,0-1 1,-1 0 0,0 0 0,-1-1-1,16-30 1,-23 39 329,-1 0-1,0 0 1,0-1-1,-1 1 1,1 0-1,-1-1 1,-1 1-1,1-1 1,-1-9 0,-3 14-129,1 1 1,-1-1 0,0 1 0,0-1 0,0 1-1,0 0 1,0 1 0,0-1 0,1 0 0,-1 1-1,-5 1 1,1 2-53,1 0 0,-1 0 0,1 0 0,0 1 0,1 0 0,-1 1 0,1-1 0,0 1 0,0 0 0,1 0 0,0 0 0,0 1 0,0 0 0,-2 8 0,0-3-12,1 0 0,1 1-1,0 0 1,1-1 0,1 1 0,-1 0-1,1 19 1,2-31-10,0 1-1,0-1 0,0 1 1,1-1-1,-1 1 1,0-1-1,1 1 1,-1-1-1,1 1 1,0-1-1,-1 0 1,1 1-1,0-1 0,0 0 1,0 0-1,0 1 1,0-1-1,0 0 1,0 0-1,0 0 1,1 0-1,-1 0 0,2 0 1,1 1-9,0 0 0,1 0 0,-1-1 0,1 1 0,-1-1 0,1 0 0,9 0 0,-2 0-54,0-1 0,0-1-1,0 0 1,0 0 0,21-6-1,-20 1-2,0 1 0,-1-2 0,0 0 0,0 0 0,0-1 0,-1-1 0,0 1 1,0-2-1,-1 0 0,-1 0 0,1-1 0,-2 0 0,10-16 0,-6 9 92,-1-1 0,-1 0 1,-1 0-1,-1-1 0,-1-1 1,0 1-1,7-42 0,-14 29 804,-10 47 371,-15 53-235,24-65-1037,-7 26 134,2 0 1,1 0-1,1 0 1,1 1-1,1 0 1,5 55 0,-3-82-66,0-1 1,0 1-1,0 0 1,0 0-1,0 0 1,0 0 0,0-1-1,1 1 1,-1 0-1,1 0 1,-1-1-1,1 1 1,0 0-1,0-1 1,-1 1 0,1 0-1,0-1 1,1 1-1,-1-1 1,0 0-1,0 1 1,0-1-1,1 0 1,-1 0 0,1 0-1,-1 0 1,1 0-1,-1 0 1,1 0-1,0 0 1,0-1-1,-1 1 1,1-1-1,0 1 1,0-1 0,-1 0-1,1 1 1,0-1-1,0 0 1,0 0-1,0 0 1,-1-1-1,1 1 1,0 0 0,0-1-1,2 0 1,4-2-8,0 0 0,0 0 0,0-1 0,0 0-1,-1-1 1,1 0 0,-1 0 0,8-8 0,12-17-172,-23 24 159,1 0 0,0 0-1,0 0 1,1 1-1,9-8 1,-14 14 30,0 0 0,0 0 0,0 1-1,0-1 1,-1 0 0,1 0 0,0 0 0,-1 1 0,1-1 0,-1 0-1,1 1 1,-1-1 0,1 0 0,-1 1 0,0-1 0,0 0-1,0 1 1,0 1 0,1-1 2,0 6-20,1 0 1,0-1-1,0 1 1,1-1-1,0 1 0,0-1 1,0 0-1,6 7 1,-7-11-60,0-1 0,1 1 0,-1-1 0,1 1 0,0-1 1,0 0-1,0 0 0,0 0 0,0-1 0,0 1 0,0-1 0,0 0 1,0 1-1,1-1 0,-1-1 0,1 1 0,-1 0 0,1-1 0,-1 0 1,5 0-1,-4 0-232,0 0 0,0 0 0,-1 0 0,1-1 1,0 1-1,-1-1 0,1 0 0,5-2 0,-8 2 18,0 1 0,-1-1 0,1 0 0,0 1 0,0-1 0,-1 0 0,1 0 0,0 0 0,-1 0 0,1 1 0,-1-1 0,1 0 0,-1 0 0,1 0 0,-1 0 0,0 0 0,1 0 0,-1-1 0,0 1 0,0 0 0,0 0 0,0 0 0,0 0 0,0 0 0,0 0 0,0 0 0,0 0 0,0 0 0,-1 0 0,1 0 0,0 0 0,-1 0 0,1 0 0,-2-2 0,-6-11-8529</inkml:trace>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3:59.137"/>
    </inkml:context>
    <inkml:brush xml:id="br0">
      <inkml:brushProperty name="width" value="0.05" units="cm"/>
      <inkml:brushProperty name="height" value="0.05" units="cm"/>
      <inkml:brushProperty name="color" value="#E71224"/>
    </inkml:brush>
  </inkml:definitions>
  <inkml:trace contextRef="#ctx0" brushRef="#br0">1 48 13366,'0'0'10432,"0"0"-10407,0-1 0,0 1 0,0 0 0,0-1 0,0 1 0,0-1 0,0 1 0,0-1 0,0 1 0,0-1 0,0 1 0,0-1 0,1 1 0,-1 0 0,0-1 0,0 1 0,0-1 0,1 1 0,-1 0 0,0-1 0,1 1 0,-1 0 0,0-1 0,1 1 0,-1 0 0,0 0 0,1-1 0,-1 1 0,1 0 0,-1 0 0,0 0 0,1-1 0,-1 1 0,1 0 0,-1 0 1,1 0-1,-1 0 0,1 0 0,-1 0 0,0 0 0,2 0 0,14-3 83,-1 0 0,1 2 0,0-1 0,18 2 1,16-1-55,81-10 119,6-1-395,-44 9-4323</inkml:trace>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3:49.870"/>
    </inkml:context>
    <inkml:brush xml:id="br0">
      <inkml:brushProperty name="width" value="0.05" units="cm"/>
      <inkml:brushProperty name="height" value="0.05" units="cm"/>
      <inkml:brushProperty name="color" value="#E71224"/>
    </inkml:brush>
  </inkml:definitions>
  <inkml:trace contextRef="#ctx0" brushRef="#br0">165 352 11269,'0'0'5859,"-7"-16"-4744,-21-49-312,28 64-764,0 0 1,-1 0-1,1 0 1,-1 0-1,1 0 0,-1 0 1,0 0-1,1 0 0,-1 0 1,0 0-1,0 0 0,1 0 1,-1 0-1,0 1 1,0-1-1,0 0 0,0 0 1,0 1-1,0-1 0,0 1 1,0-1-1,-1 1 1,1 0-1,0-1 0,0 1 1,0 0-1,0 0 0,-1 0 1,1 0-1,0 0 0,0 0 1,0 0-1,-1 0 1,1 0-1,0 0 0,0 1 1,0-1-1,0 0 0,-2 2 1,0 0-8,0 0 0,0 0 0,0 0 1,0 0-1,1 1 0,-1 0 0,1-1 1,-3 6-1,-5 8 9,2 0 0,0 1 0,0 0 1,2 0-1,0 1 0,1 0 0,1 0 0,1 0 0,0 1 1,1-1-1,1 1 0,1-1 0,3 27 0,-3-44-40,1 1 0,-1-1 0,0 1-1,1-1 1,-1 1 0,1-1 0,-1 0 0,1 1 0,0-1-1,0 0 1,-1 1 0,1-1 0,0 0 0,0 0 0,0 0-1,0 0 1,0 0 0,1 0 0,-1 0 0,0 0 0,0-1-1,1 1 1,-1 0 0,0-1 0,1 1 0,-1-1 0,1 1-1,-1-1 1,0 1 0,1-1 0,-1 0 0,1 0 0,-1 0-1,1 0 1,-1 0 0,1 0 0,1-1 0,0 1 17,0-1 0,1 1 1,-1-1-1,0 0 1,0 0-1,0 0 0,0-1 1,0 1-1,0-1 0,-1 1 1,1-1-1,0 0 1,-1 0-1,0 0 0,5-5 1,6-16 166,0 0 0,-2-1 0,0 0 0,-2-1 0,-1 0 1,6-29-1,-5 21 461,-9 32-169,3 8-194,-3-5-287,18 97 103,-15-89-90,0-1 1,0 1-1,0-1 0,2 0 1,-1 0-1,1-1 0,0 1 1,10 11-1,-14-19-11,1 1 1,-1-1-1,1 1 0,-1-1 1,1 0-1,0 0 0,0 1 1,0-1-1,0 0 1,0-1-1,-1 1 0,2 0 1,-1-1-1,0 1 0,0-1 1,0 1-1,0-1 0,0 0 1,0 0-1,0 0 1,0 0-1,1 0 0,-1-1 1,0 1-1,0-1 0,0 1 1,0-1-1,0 0 0,0 0 1,0 0-1,0 0 1,-1 0-1,1 0 0,0 0 1,0-1-1,-1 1 0,1 0 1,-1-1-1,1 0 0,1-2 1,5-5 18,1-1 0,-1-1 0,-1 1 0,0-1 0,6-14 0,-2-1-49,-1 1 0,-1-1 0,-2-1-1,0 1 1,3-40 0,3-127 1048,-11 137 506,-6 122-1414,0 146 36,5-190-140,1-1-1,1 0 1,1 0-1,1-1 1,0 1-1,2-1 0,16 34 1,-21-48-13,1-1 0,0 1-1,1-1 1,-1 0 0,1 0 0,0 0 0,0-1 0,1 1 0,0-1-1,-1 0 1,1-1 0,0 1 0,1-1 0,-1 0 0,1 0 0,-1 0-1,1-1 1,0 0 0,0 0 0,0 0 0,0-1 0,0 0-1,0 0 1,1-1 0,-1 1 0,0-2 0,0 1 0,0 0 0,1-1-1,-1 0 1,0-1 0,0 1 0,0-1 0,-1-1 0,1 1 0,0-1-1,-1 0 1,1 0 0,-1 0 0,0-1 0,8-6 0,0-4-5,0 0 0,-1-1 1,-1 0-1,0-1 0,-1 0 1,0 0-1,-2-1 0,0-1 1,-1 1-1,0-1 0,-2 0 1,5-24-1,-1-14 157,-2 0 0,-2-104-1,-15 232 203,0-7-199,9-26-140,1 0-1,10 72 1,-8-97-76,1-1 0,0 0 0,1 0 1,0-1-1,1 1 0,1-1 0,0 0 0,0 0 0,2-1 1,-1 1-1,1-2 0,10 11 0,-14-17-111,1 0 1,0 0-1,1-1 0,-1 0 0,0 0 1,1 0-1,0-1 0,-1 1 0,1-1 0,0-1 1,0 1-1,0-1 0,8 1 0,10 0-1263,0-2-1,25-1 0,-24 0 13,35-5-3138,2-8-3828</inkml:trace>
</inkml:ink>
</file>

<file path=ppt/ink/ink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3:50.684"/>
    </inkml:context>
    <inkml:brush xml:id="br0">
      <inkml:brushProperty name="width" value="0.05" units="cm"/>
      <inkml:brushProperty name="height" value="0.05" units="cm"/>
      <inkml:brushProperty name="color" value="#E71224"/>
    </inkml:brush>
  </inkml:definitions>
  <inkml:trace contextRef="#ctx0" brushRef="#br0">82 183 16087,'0'0'8338,"-10"9"-7826,3-2-447,1-1 0,0 1 0,0 0 0,1 0 0,0 0 1,0 1-1,1 0 0,0 0 0,0 0 0,1 0 0,0 0 0,1 1 0,-1 0 1,2-1-1,-1 1 0,0 11 0,1 3-35,-1-8-15,2 0 1,0 0-1,0 1 0,3 15 1,-3-29-19,1 0 1,-1 1-1,1-1 1,-1 0-1,1 1 0,0-1 1,0 0-1,0 1 1,0-1-1,0 0 0,0 0 1,1 0-1,-1 0 1,1 0-1,-1-1 0,1 1 1,0 0-1,0-1 1,0 1-1,0-1 0,0 1 1,0-1-1,0 0 1,0 0-1,0 0 0,1 0 1,-1-1-1,0 1 1,1 0-1,-1-1 0,5 1 1,-2-1-5,0 0 1,0-1 0,0 1-1,0-1 1,0 0-1,0 0 1,0-1-1,-1 1 1,1-1-1,0 0 1,-1-1 0,1 1-1,-1-1 1,0 0-1,0 0 1,6-4-1,-4 0 4,-1 1 0,1-1 0,-1 0 0,0 0 0,0 0 1,-1-1-1,0 0 0,0 1 0,3-12 0,-4 9 3,0 1 0,0-1 0,-1 0 0,-1 0 0,1 0 0,-2 0 0,1 0 0,-1 0 0,-1 0 0,0 0 0,0 1 0,-1-1 0,0 0 0,-1 0 0,0 1 0,0-1 0,-8-12 0,6 15-2,0 0-1,-1 0 1,0 1-1,0 0 0,0 0 1,-1 1-1,-14-10 1,20 14-2,-1 0 0,1 0 0,-1 0-1,1 0 1,-1 1 0,0-1 0,1 0 0,-1 1 0,0-1 0,0 1 0,0 0 0,1-1 0,-1 1 0,0 0 0,0 0-1,0 0 1,1 0 0,-1 1 0,0-1 0,0 0 0,0 1 0,1-1 0,-1 1 0,0 0 0,1-1 0,-1 1 0,1 0-1,-1 0 1,1 0 0,-1 0 0,1 0 0,-1 1 0,1-1 0,0 0 0,0 1 0,0-1 0,0 1 0,0-1-1,0 1 1,0-1 0,0 1 0,0 0 0,0 1 0,-1 1-19,0 0 1,0 0-1,1 0 1,0 1-1,-1-1 0,1 0 1,1 1-1,-1-1 0,1 0 1,-1 1-1,1-1 0,0 1 1,1-1-1,-1 0 0,1 1 1,0-1-1,0 0 1,0 1-1,1-1 0,0 0 1,-1 0-1,1 0 0,1 0 1,-1-1-1,1 1 0,-1 0 1,1-1-1,0 0 0,0 0 1,0 0-1,1 0 1,-1 0-1,1 0 0,0-1 1,-1 0-1,1 0 0,0 0 1,0 0-1,1-1 0,5 2 1,2 1-143,1 0 0,-1-2 0,1 1 0,0-2 0,0 0 0,0 0 0,-1-1 0,1-1 0,19-2 0,-24 1 140,1-1 0,-1 1 0,0-1 0,0-1 0,0 1 0,-1-1-1,1-1 1,-1 1 0,0-1 0,0 0 0,-1-1 0,1 0 0,-1 0-1,0 0 1,4-8 0,0 0 171,0 0 1,-2-1-1,1 0 0,-2-1 1,0 0-1,-1 0 1,-1 0-1,0-1 0,-1 1 1,-1-1-1,-1 0 0,0 0 1,-1-19-1,-2 41-49,0 1 1,0-1-1,0 0 1,-1 1-1,0-1 1,0 0-1,0 0 1,-3 5-1,-8 18 72,-26 157 58,37-176-225,2-8-3,0-1 0,0 1 0,0-1 0,0 1 0,0 0 0,0-1 0,0 1-1,0-1 1,0 0 0,1 1 0,-1-1 0,0 1 0,0-1 0,0 1 0,1-1 0,-1 1 0,0-1 0,1 0-1,-1 1 1,0-1 0,1 1 0,-1-1 0,0 0 0,1 1 0,-1-1 0,1 0 0,-1 0 0,1 1-1,-1-1 1,1 0 0,-1 0 0,1 0 0,-1 0 0,1 0 0,-1 0 0,1 1 0,-1-1 0,1 0-1,-1 0 1,1 0 0,-1-1 0,1 1 0,-1 0 0,1 0 0,-1 0 0,1 0 0,-1 0 0,1-1-1,-1 1 1,0 0 0,1 0 0,-1-1 0,1 1 0,45-17-107,-17 5 70,-10 9 39,0 0 0,0 1 0,0 1 0,31 3 0,-48-3-1,-1 1 0,1 0 0,-1 0 0,1 1 1,0-1-1,-1 0 0,1 1 0,-1-1 0,1 0 0,0 1 0,-1 0 0,1-1 0,-1 1 0,0 0 0,1 0 0,-1 0 1,0 0-1,1 0 0,0 1 0,-1-1-1,-1 0 1,1 0-1,-1 1 1,0-1-1,1 0 0,-1 0 1,0 0-1,0 0 1,0 0-1,0 0 1,0 1-1,0-1 1,0 0-1,0 0 0,0 0 1,0 0-1,-1 0 1,1 0-1,0 0 1,-1 2-1,-1 1 3,0 0 1,-1 0-1,1-1 0,0 1 0,-1-1 0,0 1 1,0-1-1,0 0 0,0 0 0,0 0 0,-1-1 1,-5 4-1,-16 5-67,0-1 0,-1-1 0,0-1 0,0-2 0,-1 0 0,0-2 0,0-1 1,-30 0-1,67-2-5822,4 0 3460,21-1-3426</inkml:trace>
</inkml:ink>
</file>

<file path=ppt/ink/ink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3:51.060"/>
    </inkml:context>
    <inkml:brush xml:id="br0">
      <inkml:brushProperty name="width" value="0.05" units="cm"/>
      <inkml:brushProperty name="height" value="0.05" units="cm"/>
      <inkml:brushProperty name="color" value="#E71224"/>
    </inkml:brush>
  </inkml:definitions>
  <inkml:trace contextRef="#ctx0" brushRef="#br0">344 2 14935,'0'0'3481,"-18"0"-1762,4 0-1381,7-1-224,1 0 0,0 1-1,-1 0 1,1 1 0,0-1 0,-1 1 0,1 0-1,0 1 1,0-1 0,0 1 0,0 1 0,0-1-1,0 1 1,1 0 0,-1 0 0,-5 5 0,3-1 62,0 1 1,1 0-1,0 0 1,1 1-1,0 0 1,0 0-1,1 0 1,0 0-1,0 1 0,1 0 1,1 0-1,-1 0 1,-2 17-1,5-19-174,0 0 0,0 0 0,1 0 0,0 0 0,0 0 0,1 0 0,0 0 0,1 0 0,-1 0 0,2 0 0,-1 0 0,1-1 0,0 1 0,0-1 0,1 0 0,0 0 0,1 0-1,5 8 1,14 8 31,-18-19-34,-1 1 0,-1 0 0,1 0 0,-1 0 0,6 7 0,-36-7 89,-109-2-143,77-2-6725</inkml:trace>
</inkml:ink>
</file>

<file path=ppt/ink/ink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3:53.322"/>
    </inkml:context>
    <inkml:brush xml:id="br0">
      <inkml:brushProperty name="width" value="0.05" units="cm"/>
      <inkml:brushProperty name="height" value="0.05" units="cm"/>
      <inkml:brushProperty name="color" value="#E71224"/>
    </inkml:brush>
  </inkml:definitions>
  <inkml:trace contextRef="#ctx0" brushRef="#br0">126 509 11397,'0'0'7473,"2"-14"-6550,8-101 2863,-12 115-3730,-1 0-1,1 0 1,0 0 0,-1 0 0,1 0 0,0 1 0,0-1-1,-1 1 1,1 0 0,0-1 0,0 1 0,-3 2-1,-3 2-35,0 2 0,1-1-1,0 1 1,0 0 0,1 0-1,0 0 1,0 1 0,1 0-1,0 1 1,0-1 0,-5 15-1,5-9 6,0 0 0,1 0 0,0 1 0,1 0 0,1-1 0,-1 30 0,3-42-28,0 0 1,1 0-1,-1 0 0,0 0 0,1-1 0,-1 1 0,1 0 1,0 0-1,0-1 0,-1 1 0,1 0 0,0-1 0,0 1 1,1-1-1,-1 1 0,0-1 0,0 0 0,1 1 0,-1-1 1,1 0-1,-1 0 0,1 0 0,-1 0 0,1 0 0,0 0 1,0 0-1,-1-1 0,1 1 0,0-1 0,0 1 0,0-1 1,-1 0-1,1 0 0,0 1 0,0-1 0,0-1 0,0 1 1,2 0-1,2 0 9,1-1 0,-1 0 0,0 0 0,1 0 1,-1-1-1,0 1 0,0-2 0,0 1 0,0-1 0,8-4 1,63-58 27,-63 50-30,1 1 0,1 1 0,0 1 0,1 0-1,0 1 1,26-13 0,-41 23-2,1 0 1,-1 0-1,0 0 0,1 0 0,-1 0 1,1 1-1,-1-1 0,1 1 0,-1-1 1,1 1-1,0 0 0,-1 0 0,1 0 1,-1 0-1,1 1 0,0-1 1,-1 1-1,1-1 0,-1 1 0,0 0 1,1 0-1,-1 0 0,1 0 0,-1 1 1,0-1-1,0 1 0,0-1 0,0 1 1,0 0-1,0-1 0,0 1 0,-1 0 1,1 0-1,-1 1 0,1-1 1,-1 0-1,0 0 0,0 1 0,0-1 1,0 1-1,0-1 0,0 1 0,0 2 1,3 14 30,-1 1 0,-1-1 0,0 0 0,-3 34 0,1-32-26,-1-27 33,1 0 0,0 0 0,1-1 0,0 1 0,-1 0 0,2 0 0,-1 0 0,1 0 0,0 0 0,0 0 0,1 1 0,-1-1 0,1 1 0,1-1 0,-1 1 0,1 0 0,0 0 0,0 1 0,0-1 0,0 1 0,7-5 1,-2 2 15,1 0 1,0 0 0,0 1 0,21-10 0,-26 14-43,-1 1 0,1-1 0,0 1 0,0-1 0,-1 2 0,1-1 0,0 0 0,0 1 0,0 0-1,0 0 1,0 0 0,0 1 0,0-1 0,8 4 0,-10-2-12,0 0 0,0 0-1,0 0 1,0 0 0,-1 1 0,1-1 0,0 1-1,-1 0 1,0 0 0,0 0 0,0 0 0,0 0-1,0 1 1,1 5 0,18 52 6,-20-58-11,4 17-70,-5-15 57,1-1-1,0 1 1,0-1-1,0 0 1,0 1 0,1-1-1,-1 0 1,1 0-1,0 0 1,4 5 0,-5-9 14,-1 1 1,0-1 0,1 0-1,-1 0 1,1 1-1,-1-1 1,1 0 0,-1 0-1,1 0 1,-1 0 0,0 0-1,1 1 1,-1-1-1,1 0 1,-1 0 0,1 0-1,-1 0 1,1 0 0,-1-1-1,1 1 1,-1 0-1,1 0 1,-1 0 0,1 0-1,-1 0 1,1-1 0,-1 1-1,0 0 1,1 0-1,-1-1 1,1 1 0,-1 0-1,0-1 1,1 1 0,-1 0-1,1-1 1,11-16 80,-11 15-73,19-31 28,88-133 325,-107 165-396,-1-1 0,1 1 0,0 0 0,-1 0 1,1 0-1,0 0 0,0-1 0,0 1 1,0 0-1,-1 0 0,1 1 0,1-1 1,-1 0-1,0 0 0,0 0 0,0 1 1,0-1-1,1 0 0,-1 1 0,0-1 1,0 1-1,1 0 0,-1-1 0,0 1 1,1 0-1,-1 0 0,0 0 0,1 0 1,-1 0-1,1 0 0,-1 0 0,0 0 0,1 1 1,-1-1-1,0 1 0,0-1 0,3 2 1,1 2-771,0 1 0,0 0 0,-1 0 0,1 0 0,-1 1 0,6 10 0,-8-11-2,1 0 0,0-1 0,0 1 0,0-1 1,0 0-1,1 0 0,-1 0 0,1-1 0,0 1 0,1-1 1,5 4-1,-7-6 403,2 0 0,-1 0 0,0 0 0,0 0 0,0-1 1,0 0-1,0 0 0,6 0 0,-7-1 662,1 0 0,0 0 0,-1 0-1,1 0 1,0 0 0,-1-1 0,0 1 0,1-1 0,-1 0-1,0 0 1,0-1 0,0 1 0,3-3 0,-2 0 355,0 1 0,-1 0 1,0-1-1,0 0 0,0 0 0,0 0 0,-1 0 1,0 0-1,0-1 0,0 1 0,0-1 0,-1 1 1,0-1-1,-1 0 0,1-10 0,-1 16-553,0-1 0,0 1 0,0 0-1,0-1 1,0 1 0,0 0 0,0-1 0,0 1-1,0 0 1,0-1 0,0 1 0,-1 0-1,1-1 1,0 1 0,0 0 0,0 0 0,-1-1-1,1 1 1,0 0 0,0-1 0,-1 1-1,1 0 1,0 0 0,0 0 0,-1-1 0,1 1-1,0 0 1,-1 0 0,1 0 0,0 0-1,-1 0 1,1-1 0,0 1 0,-1 0 0,1 0-1,-1 0 1,-18 4 674,-13 14-544,27-13-188,0 2 1,1-1 0,-1 1-1,1-1 1,1 1 0,-1 0-1,1 1 1,0-1 0,1 1-1,0-1 1,0 1 0,0 0-1,1-1 1,1 1 0,-1 14-1,26-26-242,3-21 189,-25 22 18,-1 0 0,1 0 1,-1 0-1,1 0 0,0 0 0,0 1 1,0-1-1,0 1 0,1 0 1,-1 0-1,1 0 0,-1 1 0,1-1 1,7-1-1,-10 4 30,1-1-1,-1 1 1,0 0 0,1 0-1,-1-1 1,0 1 0,0 0-1,0 1 1,0-1 0,0 0-1,0 0 1,0 0 0,0 0-1,1 3 1,16 15-56,-13-17 64,0-1 1,0 0 0,0 1 0,0-2 0,0 1-1,0-1 1,1 0 0,-1 0 0,0 0-1,0 0 1,0-1 0,0 0 0,0 0 0,0-1-1,0 1 1,0-1 0,-1 0 0,1 0 0,0-1-1,-1 1 1,0-1 0,1 0 0,-1 0 0,4-5-1,11-10 35,-1 0 1,-1-1-1,23-36 0,-23 33-16,-3 2 207,0-1 0,-1 0 0,-1-1 0,-1 0 0,-1-1 0,-1 0 0,-1-1 1,-1 0-1,-1 0 0,-1 0 0,-1-1 0,-2 0 0,0-35 0,-1 60-195,-1 0 0,0-1 1,0 1-1,0-1 0,1 1 1,-1-1-1,0 1 0,0-1 1,0 1-1,0-1 0,0 1 1,0-1-1,0 1 0,0-1 1,0 1-1,-1-1 0,1 1 1,0-1-1,0 1 0,0-1 1,0 1-1,-1-1 0,1 1 1,0-1-1,-1 1 0,1 0 0,0-1 1,-1 1-1,1 0 0,0-1 1,-1 1-1,1 0 0,0-1 1,-1 1-1,1 0 0,-1 0 1,1-1-1,-1 1 0,1 0 1,-1 0-1,1 0 0,-1 0 1,1 0-1,-1-1 0,1 1 1,-1 0-1,1 0 0,-1 0 0,1 1 1,-1-1-1,1 0 0,-1 0 1,1 0-1,-1 0 0,1 0 1,-1 1-1,1-1 0,-1 0 1,1 0-1,0 1 0,-1-1 1,0 1-1,-24 23 213,15-7-190,1 0 0,1 0 0,0 1 0,1 0 0,1 1 0,1-1 0,1 1 0,-4 30 1,3 14 154,3 80 1,3-135-268,0 0 1,0 0-1,0 1 0,1-1 1,0-1-1,0 1 0,1 0 1,0 0-1,1-1 0,0 0 0,0 0 1,0 0-1,11 13 0,-13-17 26,1 0 0,0-1 0,1 1-1,-1 0 1,0-1 0,1 0 0,-1 1-1,1-1 1,0-1 0,0 1 0,-1-1-1,1 1 1,0-1 0,0 0 0,1 0-1,-1-1 1,0 1 0,0-1-1,0 0 1,0 0 0,0-1 0,1 1-1,-1-1 1,0 0 0,0 0 0,0 0-1,0 0 1,0-1 0,6-3 0,0-1-36,-1 0 0,1-1 1,-1 0-1,0 0 0,-1-1 0,0-1 1,11-13-1,47-72-165,-54 76 257,7-4 438,-18 42 181,-2 6-818,1 119-46,1-144 200,-1-1 0,1 1 0,-1 0 1,1 0-1,-1-1 0,1 1 1,0-1-1,-1 1 0,1 0 0,0-1 1,0 1-1,-1-1 0,1 0 0,0 1 1,0-1-1,0 0 0,0 1 1,-1-1-1,1 0 0,0 0 0,0 0 1,0 0-1,0 0 0,0 0 1,0 0-1,0 0 0,-1 0 0,1 0 1,0 0-1,0-1 0,1 0 0,35-7-305,-15-8 167,1-1 1,-2 0 0,0-2-1,-1 0 1,-1-1-1,27-38 1,-45 57 157,0 12 141,0 0 1,-1 1 0,0-1 0,-2 16 0,1 13-111,1 24-4,0-64-30,1 1-1,-1-1 1,0 0-1,1 0 1,-1 1-1,1-1 0,-1 0 1,0 0-1,1 0 1,-1 0-1,1 0 1,-1 1-1,1-1 1,-1 0-1,0 0 0,1 0 1,-1 0-1,1 0 1,-1 0-1,1 0 1,-1-1-1,1 1 0,-1 0 1,0 0-1,1 0 1,-1 0-1,1 0 1,-1-1-1,1 1 1,-1 0-1,0 0 0,1-1 1,-1 1-1,0 0 1,1-1-1,-1 1 1,0 0-1,0-1 0,1 1 1,-1-1-1,3-5-66,-1 0 0,1 0 0,-1-1-1,-1 1 1,0 0 0,2-12 0,-3 13 64,0 0 0,1 0 1,-1 1-1,1-1 0,0 0 1,0 1-1,1-1 0,0 0 1,0 1-1,0 0 0,0-1 1,0 1-1,1 0 0,0 0 1,6-6-1,-8 9 8,-1 0 0,1 0 0,0 1 0,0-1-1,0 0 1,0 0 0,1 1 0,-1-1 0,0 1 0,0-1 0,0 1 0,0-1-1,1 1 1,-1 0 0,0 0 0,0-1 0,1 1 0,-1 0 0,0 0-1,1 0 1,-1 0 0,0 1 0,0-1 0,1 0 0,-1 0 0,0 1-1,0-1 1,0 1 0,1-1 0,-1 1 0,0 0 0,0-1 0,0 1 0,0 0-1,0 0 1,0-1 0,0 1 0,0 0 0,-1 0 0,1 0 0,1 2-1,3 5 3,-1 1 0,0 0 0,-1 0 0,5 18 0,5 9 21,-12-34-18,0-1 0,0 1 0,0-1 0,0 1 0,0-1 0,0 1 1,1-1-1,-1 0 0,0 0 0,1 1 0,-1-1 0,1 0 0,0 0 0,-1-1 0,1 1 0,0 0 0,-1-1 1,1 1-1,0 0 0,0-1 0,-1 0 0,1 0 0,0 1 0,0-1 0,0 0 0,0 0 0,-1-1 0,1 1 0,0 0 1,0 0-1,0-1 0,-1 1 0,1-1 0,0 0 0,-1 0 0,1 1 0,0-1 0,-1 0 0,1 0 0,1-2 1,9-6 26,-1 0 0,1 0 0,-1-2 0,10-12 0,0 2-162,-21 20 131,0 1 0,1 0 0,-1-1 0,0 1 0,0 0 0,1-1 1,-1 1-1,0 0 0,1-1 0,-1 1 0,1 0 0,-1 0 0,0 0 0,1-1 0,-1 1 1,1 0-1,-1 0 0,0 0 0,1 0 0,-1 0 0,1 0 0,-1 0 0,1 0 1,-1 0-1,1 0 0,-1 0 0,0 0 0,1 0 0,-1 0 0,1 0 0,-1 0 0,1 0 1,-1 0-1,0 1 0,1-1 0,-1 0 0,1 0 0,-1 1 0,0-1 0,1 0 0,-1 0 1,0 1-1,1-1 0,-1 0 0,0 1 0,0-1 0,1 1 0,8 29 10,-9-28-12,0 0-1,1 0 1,-1 0 0,0 0 0,1 0 0,-1 0 0,1 0 0,-1 0-1,1 0 1,0 0 0,0-1 0,0 1 0,0 0 0,0 0 0,0-1 0,1 1-1,-1-1 1,1 1 0,-1-1 0,3 2 0,0-3 4,0 0 0,0 0 1,0-1-1,0 0 0,0 0 1,0 0-1,0 0 0,0 0 0,0-1 1,-1 0-1,1 1 0,0-2 1,-1 1-1,0 0 0,1-1 0,-1 1 1,0-1-1,5-6 0,7-8 8,-1-1-1,16-27 1,7-7-21,-37 52 12,1-1 1,-1 0-1,1 0 0,-1 0 1,1 1-1,-1-1 0,1 0 1,-1 0-1,1 1 0,0-1 0,-1 1 1,1-1-1,0 0 0,-1 1 1,1-1-1,0 1 0,0 0 1,0-1-1,0 1 0,-1 0 1,1-1-1,0 1 0,0 0 1,0 0-1,0 0 0,0 0 1,0 0-1,0 0 0,0 0 1,-1 0-1,1 0 0,0 0 0,0 0 1,0 0-1,0 1 0,0-1 1,0 0-1,-1 1 0,1-1 1,0 1-1,0-1 0,0 1 1,-1-1-1,1 1 0,0 0 1,-1-1-1,1 1 0,-1 0 1,1-1-1,-1 1 0,1 0 1,-1 0-1,1-1 0,-1 1 0,1 0 1,-1 1-1,4 9 103,-1-1 0,0 0 0,-1 1 0,2 10 0,-1-4-102,8 22 106,-7-26-82,0 0 0,-1 1 0,-1-1-1,2 24 1,-4-36-43,0-1 0,0 1 0,-1-1 0,1 1 0,0-1 0,0 1 0,-1-1 0,1 1 0,0-1 0,-1 1 0,1-1 0,-1 1 0,1-1-1,-1 1 1,1-1 0,-1 0 0,1 1 0,-1-1 0,1 0 0,-1 0 0,1 1 0,-1-1 0,1 0 0,-1 0 0,0 0 0,1 0 0,-1 0 0,1 0 0,-2 0 0,-23 2-419,19-2 249,-142 0-8317,82 0 1226</inkml:trace>
</inkml:ink>
</file>

<file path=ppt/ink/ink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3:53.666"/>
    </inkml:context>
    <inkml:brush xml:id="br0">
      <inkml:brushProperty name="width" value="0.05" units="cm"/>
      <inkml:brushProperty name="height" value="0.05" units="cm"/>
      <inkml:brushProperty name="color" value="#E71224"/>
    </inkml:brush>
  </inkml:definitions>
  <inkml:trace contextRef="#ctx0" brushRef="#br0">44 91 17128,'0'0'6691,"-10"-91"-7588,1 110-5633,-15 8-17</inkml:trace>
</inkml:ink>
</file>

<file path=ppt/ink/ink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3:54.027"/>
    </inkml:context>
    <inkml:brush xml:id="br0">
      <inkml:brushProperty name="width" value="0.05" units="cm"/>
      <inkml:brushProperty name="height" value="0.05" units="cm"/>
      <inkml:brushProperty name="color" value="#E71224"/>
    </inkml:brush>
  </inkml:definitions>
  <inkml:trace contextRef="#ctx0" brushRef="#br0">1 78 15879,'0'0'9877,"130"-17"-9493,-64 2-240,1 3-144,-5-1-96,-6 1-816,-9 5-1009,-12 5-1041,-14 2-2432</inkml:trace>
</inkml:ink>
</file>

<file path=ppt/ink/ink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3:54.607"/>
    </inkml:context>
    <inkml:brush xml:id="br0">
      <inkml:brushProperty name="width" value="0.05" units="cm"/>
      <inkml:brushProperty name="height" value="0.05" units="cm"/>
      <inkml:brushProperty name="color" value="#E71224"/>
    </inkml:brush>
  </inkml:definitions>
  <inkml:trace contextRef="#ctx0" brushRef="#br0">0 19 10453,'0'0'5298,"5"0"-5218,5 0 48,2 0-128,1 0 0,3-5-16,0-1-1088,1-1-5059</inkml:trace>
</inkml:ink>
</file>

<file path=ppt/ink/ink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4:00.267"/>
    </inkml:context>
    <inkml:brush xml:id="br0">
      <inkml:brushProperty name="width" value="0.05" units="cm"/>
      <inkml:brushProperty name="height" value="0.05" units="cm"/>
      <inkml:brushProperty name="color" value="#E71224"/>
    </inkml:brush>
  </inkml:definitions>
  <inkml:trace contextRef="#ctx0" brushRef="#br0">62 67 3570,'0'0'13288,"-10"-1"-12042,0 0-911,7 1-195,0 0 0,-1 0-1,1-1 1,0 1 0,-1-1 0,1 0 0,0 0 0,0 0-1,-1 0 1,-5-3 0,10 4-84,-1 0-1,0 0 1,0 0 0,1 0-1,-1 0 1,0 0-1,0 0 1,1 0 0,-1 0-1,0 0 1,0 0 0,1 0-1,-1 0 1,0-1-1,0 1 1,1 0 0,-1 0-1,0 0 1,0 0-1,0 0 1,1 0 0,-1 0-1,0-1 1,0 1 0,0 0-1,1 0 1,-1 0-1,0-1 1,0 1 0,0 0-1,0 0 1,0 0 0,0-1-1,1 1 1,-1 0-1,0 0 1,0-1 0,0 1-1,0 0 1,0 0-1,0-1 1,0 1 0,0 0-1,0 0 1,0-1 0,0 1-1,0 0 1,0 0-1,0-1 1,0 1 0,-1 0-1,1 0 1,0 0-1,0-1 1,0 1 0,0 0-1,0 0 1,0 0 0,-1-1-1,1 1 1,0 0-1,0 0 1,0 0 0,-1 0-1,1-1 1,0 1 0,0 0-1,23-4-710,-21 4 887,235-32-7622,-176 25 2249</inkml:trace>
</inkml:ink>
</file>

<file path=ppt/ink/ink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3:38.869"/>
    </inkml:context>
    <inkml:brush xml:id="br0">
      <inkml:brushProperty name="width" value="0.05" units="cm"/>
      <inkml:brushProperty name="height" value="0.05" units="cm"/>
      <inkml:brushProperty name="color" value="#E71224"/>
    </inkml:brush>
  </inkml:definitions>
  <inkml:trace contextRef="#ctx0" brushRef="#br0">427 164 12230,'0'0'3390,"2"-17"-2250,-1 9-937,8-118 2766,-9 125-2914,-1 0 0,1 0 0,-1 0 0,1 1 0,-1-1 0,0 0 0,1 0 0,-1 1 0,0-1 1,0 1-1,1-1 0,-1 0 0,0 1 0,0 0 0,0-1 0,1 1 0,-1-1 0,0 1 0,0 0 0,0 0 0,0 0 0,0-1 1,0 1-1,0 0 0,0 0 0,0 0 0,0 0 0,0 0 0,0 1 0,1-1 0,-1 0 0,0 0 0,0 1 0,0-1 0,0 0 1,-1 1-1,-39 12 276,20 0-330,1 0-1,1 1 1,0 1-1,0 0 1,2 2 0,0 0-1,1 1 1,1 1-1,1 0 1,0 1 0,1 1-1,-11 26 1,20-40-7,1 2-1,0-1 1,1 0 0,0 1-1,0-1 1,1 1 0,0-1-1,0 1 1,1 0 0,1-1-1,-1 1 1,1 0 0,0-1-1,6 17 1,-3-14 2,1 0 0,1 0 0,0 0 0,1-1-1,0 0 1,0-1 0,1 1 0,0-1 0,19 15 0,23 17 82,-33-29-95,-1 0 0,-1 1-1,-1 0 1,1 2 0,-2-1-1,17 26 1,-27-37 25,-1 1 0,0-1 0,-1 1 0,1-1 0,-1 1 0,0 0 0,0 0 0,0 0 0,0 0 0,0 0 0,-1 0 0,0 0 0,0 0 0,0 0 0,0 0 0,-1 0 0,1 0 0,-1 0 0,-2 4 0,1-2 15,-1-2 0,0 1-1,0 0 1,0 0 0,-1-1 0,1 0 0,-1 0 0,0 0 0,0 0-1,-1 0 1,1-1 0,-7 4 0,-6 2 36,0 0 1,-1-2-1,0 0 0,0 0 1,0-2-1,-36 6 1,48-10-73,-13 2 64,1-1 0,-1 0 1,-35-3-1,51 1-30,0 0 0,1 0 0,-1 0 1,0 0-1,1-1 0,-1 1 0,0-1 0,1 0 0,-1 0 0,1 0 0,-1 0 0,1 0 0,-1-1 1,1 1-1,0-1 0,0 0 0,0 1 0,0-1 0,0 0 0,0 0 0,0 0 0,0 0 0,1-1 1,-1 1-1,1 0 0,0-1 0,0 1 0,0-1 0,0 1 0,0-1 0,0 0 0,1 1 0,-1-1 1,0-5-1,2 7-133,-1 1 0,1-1 0,-1 0 0,1 1 0,-1-1 0,1 1 0,-1-1 0,1 1 0,0-1 0,-1 1 0,1-1 0,0 1 0,-1 0 0,1-1 0,0 1 0,-1 0 0,1-1 0,0 1 0,0 0 0,-1 0 0,1 0 0,0 0 0,0 0 0,0 0 0,-1 0 0,1 0 0,1 0 0,31 1-2677,-25-1 1430,29 0-3616,1 0-2202</inkml:trace>
</inkml:ink>
</file>

<file path=ppt/ink/ink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3:39.224"/>
    </inkml:context>
    <inkml:brush xml:id="br0">
      <inkml:brushProperty name="width" value="0.05" units="cm"/>
      <inkml:brushProperty name="height" value="0.05" units="cm"/>
      <inkml:brushProperty name="color" value="#E71224"/>
    </inkml:brush>
  </inkml:definitions>
  <inkml:trace contextRef="#ctx0" brushRef="#br0">1 0 14679,'0'0'9364,"59"101"-9012,-46-66-176,-7 0-176,0-4 0,-4-5-384,-2-3-592,0-5-721,0-7-640</inkml:trace>
</inkml:ink>
</file>

<file path=ppt/ink/ink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3:39.570"/>
    </inkml:context>
    <inkml:brush xml:id="br0">
      <inkml:brushProperty name="width" value="0.05" units="cm"/>
      <inkml:brushProperty name="height" value="0.05" units="cm"/>
      <inkml:brushProperty name="color" value="#E71224"/>
    </inkml:brush>
  </inkml:definitions>
  <inkml:trace contextRef="#ctx0" brushRef="#br0">0 1 13990,'0'0'3954,"27"24"-11189</inkml:trace>
</inkml:ink>
</file>

<file path=ppt/ink/ink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3:39.975"/>
    </inkml:context>
    <inkml:brush xml:id="br0">
      <inkml:brushProperty name="width" value="0.05" units="cm"/>
      <inkml:brushProperty name="height" value="0.05" units="cm"/>
      <inkml:brushProperty name="color" value="#E71224"/>
    </inkml:brush>
  </inkml:definitions>
  <inkml:trace contextRef="#ctx0" brushRef="#br0">10 134 8468,'0'0'9682,"-8"-24"-6900,7 18-2575,1 0 0,0 0 0,0 1 0,0-1 0,1 0 0,0 0 0,0 0 0,0 1 0,0-1 0,1 1 0,4-10 0,-4 12-181,0 1 0,1-1 0,-1 1 0,0 0-1,1 0 1,-1 0 0,1 0 0,0 0 0,-1 0 0,1 1 0,0-1-1,0 1 1,0 0 0,0 0 0,0 0 0,0 0 0,1 0 0,-1 1 0,0 0-1,0-1 1,1 1 0,4 1 0,-5 0-20,0-1-1,0 1 1,0 0 0,0 0-1,-1 1 1,1-1-1,0 0 1,-1 1 0,1 0-1,-1 0 1,1-1 0,-1 1-1,0 1 1,0-1 0,0 0-1,0 0 1,0 1-1,0 0 1,-1-1 0,1 1-1,-1 0 1,0-1 0,0 1-1,2 5 1,1 4 3,-1-1 0,0 1 0,0-1 0,-1 1 0,1 14 0,-3 39-103,29-96 134,-16 14-30,1 1 0,17-17 0,-28 30-12,1-1-1,0 1 0,0-1 1,0 1-1,1 1 0,-1-1 0,1 1 1,-1-1-1,1 1 0,0 1 1,0-1-1,0 1 0,0 0 0,9-2 1,-10 5-4,-1 0 0,0-1 1,0 1-1,0 0 0,0 1 0,0-1 1,0 0-1,0 1 0,-1 0 0,1-1 1,-1 1-1,0 0 0,0 0 0,0 1 1,0-1-1,1 4 0,15 18-8,-17-23 6,1 0 0,-1 0 1,1-1-1,-1 1 0,1 0 1,-1-1-1,1 0 0,0 1 0,0-1 1,0 0-1,0 0 0,0 0 1,0 0-1,0 0 0,0-1 1,0 1-1,0-1 0,1 1 1,-1-1-1,0 0 0,0 1 0,0-1 1,1-1-1,-1 1 0,0 0 1,0 0-1,0-1 0,1 1 1,-1-1-1,0 0 0,0 0 1,0 1-1,0-1 0,0-1 0,2 0 1,4-5 2,0-1 1,0 0 0,-1 0 0,0-1-1,12-18 1,10-13 72,-28 40-57,-1 0 0,1 0 0,-1-1 0,1 1 0,-1 0 0,1 0 0,-1-1 0,1 1 0,-1 0 0,1 0 0,-1 0 1,1 0-1,0 0 0,-1 0 0,1 0 0,-1 0 0,1 0 0,-1 0 0,1 0 0,-1 0 0,1 0 0,-1 0 0,1 1 0,0-1 0,-1 0 0,0 0 0,1 1 0,-1-1 0,1 0 1,-1 1-1,1-1 0,-1 0 0,1 1 0,-1-1 0,0 1 0,1-1 0,-1 1 0,0-1 0,0 0 0,1 1 0,-1 0 0,0-1 0,0 1 0,1-1 0,-1 1 0,0-1 0,0 1 0,0-1 1,0 1-1,0 0 0,12 37 363,-11-32-312,8 26-680,14 54 1738,-19-57-4098,-3 1-3763</inkml:trace>
</inkml:ink>
</file>

<file path=ppt/ink/ink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3:40.425"/>
    </inkml:context>
    <inkml:brush xml:id="br0">
      <inkml:brushProperty name="width" value="0.05" units="cm"/>
      <inkml:brushProperty name="height" value="0.05" units="cm"/>
      <inkml:brushProperty name="color" value="#E71224"/>
    </inkml:brush>
  </inkml:definitions>
  <inkml:trace contextRef="#ctx0" brushRef="#br0">1 17 16023,'0'0'5347,"18"-16"-10438,11 32-3168</inkml:trace>
</inkml:ink>
</file>

<file path=ppt/ink/ink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3:40.785"/>
    </inkml:context>
    <inkml:brush xml:id="br0">
      <inkml:brushProperty name="width" value="0.05" units="cm"/>
      <inkml:brushProperty name="height" value="0.05" units="cm"/>
      <inkml:brushProperty name="color" value="#E71224"/>
    </inkml:brush>
  </inkml:definitions>
  <inkml:trace contextRef="#ctx0" brushRef="#br0">54 26 10181,'0'0'13667,"-9"-6"-12845,1 0-730,-17-7 70,17 20-122,5 15-14,5 16 102,8 50-1,-2-30-1148,-8-57 807,0 0-1,0 0 0,0 0 0,1 0 0,-1 0 0,0 0 0,0 0 0,1 0 0,-1 0 0,0 0 0,1 0 0,-1 0 0,1 0 1,-1 0-1,1 0 0,0 0 0,-1 0 0,1-1 0,0 1 0,0 0 0,0 0 0,-1-1 0,1 1 0,0-1 0,0 1 0,0-1 1,0 1-1,0-1 0,0 1 0,0-1 0,0 0 0,0 0 0,2 1 0,9 0-5161</inkml:trace>
</inkml:ink>
</file>

<file path=ppt/ink/ink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3:42.272"/>
    </inkml:context>
    <inkml:brush xml:id="br0">
      <inkml:brushProperty name="width" value="0.05" units="cm"/>
      <inkml:brushProperty name="height" value="0.05" units="cm"/>
      <inkml:brushProperty name="color" value="#E71224"/>
    </inkml:brush>
  </inkml:definitions>
  <inkml:trace contextRef="#ctx0" brushRef="#br0">48 6 14503,'0'0'8836,"-8"-2"-8463,7 1-362,0 1-1,0 0 1,0-1-1,0 1 1,0 0-1,0-1 1,0 1-1,0 0 1,0 0 0,0 0-1,0 0 1,0 0-1,0 0 1,0 0-1,-1 0 1,1 0-1,0 1 1,0-1-1,0 0 1,0 1-1,0-1 1,0 1-1,0-1 1,1 1 0,-1-1-1,0 1 1,0 0-1,0-1 1,0 1-1,1 0 1,-1 0-1,0 0 1,1 0-1,-1-1 1,1 1-1,-1 0 1,1 0-1,-1 0 1,1 0 0,-1 0-1,1 0 1,0 0-1,0 2 1,-2 8 128,1 0 0,0 0 1,1 0-1,1 13 1,0 11 28,-1 30 259,-1 8-160,9 81 1,-5-133-274,0 0-1,1-1 1,1 1 0,1-1 0,1 0 0,1-1 0,0 0 0,18 29 0,-23-43-26,0 0-1,1 0 1,0-1 0,0 0 0,0 1 0,0-1-1,1-1 1,-1 1 0,1-1 0,0 1 0,0-1-1,0-1 1,0 1 0,1-1 0,-1 0-1,1 0 1,0 0 0,-1-1 0,1 0 0,0 0-1,0-1 1,10 0 0,-8 0-6,-1-2 1,1 1-1,-1-1 1,1 0-1,-1-1 1,1 1-1,-1-1 1,0-1-1,0 0 0,-1 0 1,1 0-1,-1-1 1,0 1-1,0-2 1,0 1-1,7-10 1,-7 8 41,0-1 0,0 0 0,-1 0 1,0-1-1,-1 1 0,1-1 1,-2 0-1,1 0 0,-1-1 1,-1 1-1,0 0 0,0-1 0,-1 0 1,0 1-1,-1-1 0,0 0 1,-2-17-1,1 26 21,0 0-1,0 1 1,0-1-1,0 0 1,0 0-1,0 0 1,0 1 0,0-1-1,0 1 1,0-1-1,-1 1 1,1-1-1,0 1 1,0 0 0,-1-1-1,1 1 1,0 0-1,-1 0 1,1 0-1,0 0 1,0 0 0,-1 0-1,1 1 1,0-1-1,-1 0 1,-1 1 0,-36 10 93,31-6-108,0 0 1,1 1 0,0 0 0,0 0 0,0 1 0,1 0-1,0 0 1,0 0 0,0 1 0,1 0 0,1 0-1,-1 0 1,1 1 0,0-1 0,1 1 0,0 0-1,1 0 1,-3 15 0,5-23-176,9-4-193,10-7 253,-5 3 39,0 0 1,0 1-1,1 0 0,23-5 1,-35 10 57,0 0 1,0 1-1,1-1 1,-1 1 0,0 0-1,0 0 1,0 0-1,1 0 1,-1 1 0,0 0-1,0-1 1,0 1-1,0 0 1,0 0 0,0 0-1,0 1 1,0-1-1,0 1 1,-1 0 0,1 0-1,0 0 1,-1 0-1,0 0 1,1 0-1,-1 1 1,0-1 0,0 1-1,2 4 1,-3-5-1,1 1 0,-1-1 0,0 1 0,0 0 1,-1 0-1,1 0 0,0-1 0,-1 1 0,0 0 0,0 0 0,0 5 1,2 0 51,13-21 6,-6 5-59,0 1 1,0 0 0,1 1-1,0 0 1,0 0-1,0 1 1,1 0 0,0 1-1,-1 1 1,2-1-1,-1 2 1,0-1 0,1 2-1,-1-1 1,1 2-1,-1 0 1,1 0 0,-1 1-1,15 2 1,-23-1 4,0-1 1,0 1 0,0-1-1,-1 1 1,1 0-1,0 0 1,-1 0 0,0 0-1,1 1 1,-1-1-1,0 1 1,0-1 0,-1 1-1,1 0 1,0 0-1,-1-1 1,0 1 0,0 0-1,0 1 1,1 2-1,-1-4-2,0 0-1,-1 0 1,1 0-1,-1 0 1,1 0-1,-1 0 0,0 0 1,0 0-1,0 1 1,0-1-1,0 0 1,-1 0-1,1 0 1,-1 0-1,1 0 0,-1 0 1,1 0-1,-1-1 1,0 1-1,0 0 1,0 0-1,0 0 0,-1-1 1,1 1-1,0-1 1,-1 1-1,1-1 1,-1 1-1,1-1 1,-4 2-1,5-3-3,-1 1 0,1-1 0,0 0 0,0 0 0,0 0 0,0 0-1,0 0 1,-1 0 0,1 0 0,0 0 0,0 0 0,0 0 0,0 0 0,-1 0 0,1 0 0,0 0 0,0 0 0,0 0-1,0 0 1,0 0 0,-1 0 0,1 0 0,0 0 0,0-1 0,0 1 0,0 0 0,0 0 0,-1 0 0,1 0 0,0 0-1,0 0 1,0 0 0,0 0 0,0-1 0,0 1 0,0 0 0,-1 0 0,1 0 0,0 0 0,0 0 0,0-1 0,0 1-1,0 0 1,0 0 0,0 0 0,0 0 0,0-1 0,0 1 0,0 0 0,0 0 0,1-15-143,10-15 73,8 4 56,41-42 0,-37 45 20,-1-1-1,19-31 1,-31 38 89,0-1 0,-2 0 1,0-1-1,-2 1 0,0-2 1,-1 1-1,0-1 1,-2 1-1,0-1 0,-2 0 1,-1-40-1,-3 48 933,-3 19-465,-5 19-326,2 22-27,1 1 0,4 0 1,1 0-1,7 91 0,-4-132-215,1 0 0,1-1 0,-1 1 0,1-1 1,0 1-1,1-1 0,0 0 0,0 0 0,1 0 1,-1 0-1,7 7 0,-9-11-2,1-1 1,0 0-1,1 1 1,-1-1-1,0 0 1,0 0-1,1-1 1,-1 1-1,1 0 1,0-1-1,0 1 0,-1-1 1,1 0-1,0 0 1,0 0-1,0-1 1,0 1-1,0-1 1,0 1-1,0-1 1,0 0-1,0 0 1,0 0-1,0-1 0,0 1 1,0-1-1,0 1 1,0-1-1,0 0 1,0 0-1,3-2 1,1-2-5,0 1 1,-1-1-1,1 0 1,-1 0-1,0 0 1,-1-1-1,1 0 1,-1-1-1,-1 1 1,6-9-1,38-72-180,-44 235 281,-3-145-96,0 0 1,0 0 0,0-1-1,0 1 1,0 0-1,1 0 1,-1-1-1,1 1 1,0 0-1,0-1 1,0 0 0,0 1-1,0-1 1,1 0-1,-1 0 1,1 0-1,-1-1 1,1 1-1,-1 0 1,1-1 0,0 0-1,0 0 1,0 0-1,0 0 1,0 0-1,0 0 1,0-1-1,0 1 1,0-1 0,0 0-1,5-1 1,0 2-24,0-2 0,-1 1 0,1-1 0,-1 0 0,1-1 0,-1 0 0,0 0 0,0 0 0,0-1 0,0 0 0,0 0 0,8-6 0,-9 4 118,1-1 0,-1 0 0,1 0 0,-2 0-1,1-1 1,-1 1 0,0-1 0,0-1-1,-1 1 1,0-1 0,0 0 0,-1 0-1,0 0 1,0 0 0,-1 0 0,0-1 0,-1 1-1,1-14 273,-3 25-185,-27 61 79,17-41-141,1 0 0,-11 37 0,12-15 116,1 2 0,2-1 0,1 61 0,13 144 1110,-7-226-1256,6 69 165,-2-30 44,-2 1-1,-9 106 0,5-165-262,-1 1 0,1 0 0,-1-1 0,-1 0 0,1 1 0,-1-1 0,0 0 0,-1 0 0,1 0 0,-1-1 0,0 1 0,0-1 0,-1 0 0,0 0 0,0-1 0,-6 5 0,8-7-4,-1 1-1,1-1 1,-1 0 0,0 0 0,0 0-1,1-1 1,-1 1 0,-1-1 0,1 0 0,0 0-1,0-1 1,0 1 0,0-1 0,-1 0-1,1 0 1,0 0 0,0-1 0,0 1 0,-1-1-1,1 0 1,0 0 0,0-1 0,0 1-1,1-1 1,-1 0 0,0 0 0,-4-3-1,0-1 16,1 0 0,1 0 0,-1-1 0,1 0 0,1 0 0,-1 0 0,1-1 0,0 0 0,1 0 0,-5-12 0,-6-16 18,-10-42 1,21 64-31,-10-35-28,1-1-1,3-1 0,2 0 0,3 0 0,1-100 1,5 140-53,0 0 1,1-1-1,0 1 0,1 0 1,0 0-1,1 1 1,0-1-1,1 1 1,0-1-1,0 1 0,1 1 1,1-1-1,0 1 1,0 0-1,0 1 1,1 0-1,1 0 1,-1 1-1,14-10 0,-3 5-743,1 2-1,0 0 0,0 1 0,1 0 0,0 2 0,0 1 1,0 0-1,1 2 0,23-2 0,49-6-7646,-42 3 1294</inkml:trace>
</inkml:ink>
</file>

<file path=ppt/ink/ink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4:02.732"/>
    </inkml:context>
    <inkml:brush xml:id="br0">
      <inkml:brushProperty name="width" value="0.05" units="cm"/>
      <inkml:brushProperty name="height" value="0.05" units="cm"/>
      <inkml:brushProperty name="color" value="#E71224"/>
    </inkml:brush>
  </inkml:definitions>
  <inkml:trace contextRef="#ctx0" brushRef="#br0">30 37 8148,'0'0'8174,"-3"-4"-7347,3 4-799,0-1-1,0 1 1,0-1 0,-1 0-1,1 1 1,0-1 0,-1 1-1,1-1 1,0 0 0,-1 1-1,1-1 1,-1 1 0,1-1-1,-1 1 1,1 0 0,-1-1-1,0 1 1,1 0 0,-1-1-1,1 1 1,-1 0-1,0-1 1,1 1 0,-1 0-1,0 0 1,1 0 0,-1 0-1,0 0 1,1 0 0,-1 0-1,0 0 1,1 0 0,-1 0-1,-1 0 1,1 1 24,0 1 1,1-1-1,-1 1 0,0-1 0,0 1 1,1-1-1,-1 1 0,1-1 1,-1 1-1,1-1 0,0 1 1,-1 0-1,1-1 0,0 1 0,0 0 1,1 2-1,1-3 52,0-1 0,0 1-1,0-1 1,0 0 0,0 0 0,0 0-1,0 0 1,0 0 0,0 0 0,0 0-1,0-1 1,0 1 0,0-1 0,0 1 0,0-1-1,0 0 1,0 0 0,2-1 0,-3 0-66,0 1 0,0 0 1,0 0-1,-1 0 0,1 0 1,0-1-1,-1 1 0,1 0 1,-1-1-1,0 1 0,1 0 1,-1-1-1,0 1 0,0-1 1,0 1-1,0 0 0,0-1 1,0 1-1,0-1 0,0 1 1,0 0-1,-1-1 0,1 1 1,-2-3-1,2 3-29,-1 0 0,0 1 0,1-1 0,-1 0 0,0 1 0,0-1 0,0 0-1,0 1 1,1-1 0,-1 1 0,0-1 0,0 1 0,0 0 0,0-1 0,0 1 0,0 0 0,0 0 0,0 0 0,0-1 0,0 1-1,0 0 1,-1 0 0,1 1 0,0-1 0,0 0 0,0 0 0,0 0 0,0 1 0,0-1 0,0 0 0,1 1 0,-1-1 0,-1 1 0,1 0-57,0-1 0,1 0 1,-1 0-1,0 0 1,1 1-1,-1-1 1,1 0-1,-1 1 1,0-1-1,1 0 1,-1 1-1,1-1 0,-1 1 1,1-1-1,-1 1 1,1-1-1,0 1 1,-1-1-1,1 1 1,-1 0-1,1-1 1,0 1-1,0-1 1,-1 1-1,1 0 0,0-1 1,0 1-1,0 0 1,0-1-1,0 1 1,0 0-1,0-1 1,0 1-1,0 0 1,0 0-1,0-1 0,0 1 1,0-1-1,1 1 1,-1 0-1,0-1 1,0 1-1,1 0 1,-1-1-1,0 1 1,1-1-1,-1 1 1,1-1-1,-1 1 0,1-1 1,-1 1-1,2 0 1,28 19-4317,-9-15 1086,3-1-780</inkml:trace>
</inkml:ink>
</file>

<file path=ppt/ink/ink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4:03.496"/>
    </inkml:context>
    <inkml:brush xml:id="br0">
      <inkml:brushProperty name="width" value="0.05" units="cm"/>
      <inkml:brushProperty name="height" value="0.05" units="cm"/>
      <inkml:brushProperty name="color" value="#E71224"/>
    </inkml:brush>
  </inkml:definitions>
  <inkml:trace contextRef="#ctx0" brushRef="#br0">36 25 9044,'0'0'9119,"-2"-12"-7388,1 14-1692,0 0-1,0 0 1,0 1-1,1-1 1,-1 0-1,1 0 0,0 0 1,-1 0-1,1 1 1,0-1-1,0 0 0,1 0 1,-1 1-1,1 2 1,0-4-21,-1 0 1,1-1 0,0 1-1,0 0 1,-1 0 0,1-1-1,0 1 1,0 0 0,0-1-1,0 1 1,0-1 0,0 0-1,0 1 1,0-1 0,0 1 0,0-1-1,0 0 1,0 0 0,0 0-1,0 0 1,0 0 0,0 0-1,0 0 1,0 0 0,0 0-1,0 0 1,0 0 0,0-1-1,0 1 1,0 0 0,2-2-1,-2 1 25,0 0 0,0 0 0,0 0 0,0-1 0,0 1 0,-1 0 1,1-1-1,0 1 0,-1 0 0,1-1 0,-1 1 0,1-1 0,-1 1 0,0-1 0,1 1 0,-1-1 0,0 0 0,0 1 0,0-1 0,0 1 0,0-1 0,-1 1 0,1-1 0,0 1 0,-1-1 0,1 1 0,-1-1 0,0 1 0,1 0 0,-1-1 0,0 1 0,0 0 0,0-1 0,0 1 0,0 0 0,0 0 0,0 0 0,-2-1 0,1 1-111,0 1-1,-1-1 1,1 1-1,-1 0 1,1 0-1,0 0 1,-1 1-1,1-1 1,-1 0-1,1 1 1,0 0-1,-1-1 0,1 1 1,-4 2-1,5-2-275,-1 1-1,1-1 0,0 0 0,0 1 0,0-1 0,0 1 0,0-1 1,0 1-1,0 0 0,0-1 0,1 1 0,-1 0 0,0 2 0,-3 11-4748</inkml:trace>
</inkml:ink>
</file>

<file path=ppt/ink/ink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4:04.500"/>
    </inkml:context>
    <inkml:brush xml:id="br0">
      <inkml:brushProperty name="width" value="0.05" units="cm"/>
      <inkml:brushProperty name="height" value="0.05" units="cm"/>
      <inkml:brushProperty name="color" value="#E71224"/>
    </inkml:brush>
  </inkml:definitions>
  <inkml:trace contextRef="#ctx0" brushRef="#br0">9 41 5619,'0'0'8974,"-6"2"-8389,7-1-475,-1 0 0,1 0 0,0-1 0,-1 1 0,1 0 0,0-1 1,0 1-1,0-1 0,0 1 0,0-1 0,0 1 0,0-1 0,0 0 0,0 1 1,0-1-1,0 0 0,0 0 0,0 0 0,0 0 0,0 0 0,0 0 0,0 0 1,0 0-1,0 0 0,2-1 0,-2 1-58,0 0 1,0 0-1,0 0 0,0 0 1,0 0-1,0 0 0,0-1 1,0 1-1,0-1 0,0 1 0,0 0 1,0-1-1,0 1 0,0-1 1,0 0-1,0 1 0,-1-1 1,1 0-1,0 0 0,0 1 1,-1-1-1,1 0 0,0 0 1,-1 0-1,1 0 0,-1 0 1,1 0-1,-1 0 0,0 0 0,1 0 1,-1 0-1,0 0 0,0-2 1,1 3-26,-1-1 0,0 0 0,0 0 0,0 1-1,0-1 1,0 0 0,0 0 0,0 1 0,0-1 0,0 0 0,0 0 0,-1 1 0,1-1 0,0 0 0,0 0 0,-1 1 0,1-1 0,0 0 0,-1 1 0,1-1 0,-1 1-1,1-1 1,-1 0 0,1 1 0,-1-1 0,1 1 0,-1-1 0,0 1 0,1 0 0,-1-1 0,1 1 0,-1-1 0,0 1 0,0 0 0,1 0 0,-1 0 0,0-1-1,-1 1 1,1 0-18,-1 1-1,1-1 0,-1 1 1,1-1-1,-1 1 0,1 0 1,0-1-1,-1 1 0,1 0 1,0 0-1,0 0 0,-1 0 0,1 0 1,0 0-1,0 0 0,0 1 1,0-1-1,-1 3 0,0-2-15,0 1 0,1 0-1,-1 0 1,1 0 0,0-1-1,0 2 1,0-1 0,0 0-1,1 0 1,-1 0 0,1 0-1,-1 0 1,1 0 0,0 1-1,1 4 1,2-7 3,0 0 1,0-1-1,0 1 0,0-1 0,0 0 1,0 0-1,0 0 0,1 0 1,-1-1-1,0 1 0,0-1 1,5-1-1,-6 0 9,0-1-1,1 1 1,-1 0-1,-1-1 1,1 0 0,0 1-1,0-1 1,-1 0 0,0 0-1,1 0 1,-1 0 0,0 0-1,-1 0 1,1 0-1,0 0 1,-1 0 0,0 0-1,0 0 1,0 0 0,0-1-1,0 1 1,-2-6 0,2 9-17,0-1 1,-1 1-1,1 0 1,-1-1 0,1 1-1,0 0 1,-1-1-1,1 1 1,-1 0 0,1 0-1,-1 0 1,1-1-1,-1 1 1,1 0 0,-1 0-1,1 0 1,-1 0-1,1 0 1,-1 0 0,1 0-1,-1 0 1,0 0-1,1 0 1,-1 0 0,1 0-1,-1 1 1,1-1-1,-1 0 1,1 0-1,-1 0 1,1 1 0,0-1-1,-2 1 1,-13 11-2459,13 15-4306,2-14 306</inkml:trace>
</inkml:ink>
</file>

<file path=ppt/ink/ink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4:05.311"/>
    </inkml:context>
    <inkml:brush xml:id="br0">
      <inkml:brushProperty name="width" value="0.05" units="cm"/>
      <inkml:brushProperty name="height" value="0.05" units="cm"/>
      <inkml:brushProperty name="color" value="#E71224"/>
    </inkml:brush>
  </inkml:definitions>
  <inkml:trace contextRef="#ctx0" brushRef="#br0">83 40 8404,'0'0'6675,"-11"-12"-6323,15 34 562,-4-22-887,0 1 0,0-1 0,0 1 0,1-1 0,-1 0-1,0 0 1,0 1 0,0-1 0,0 0 0,1 1 0,-1-1 0,0 0-1,0 1 1,0-1 0,1 0 0,-1 0 0,0 0 0,1 1 0,-1-1-1,0 0 1,0 0 0,1 0 0,-1 1 0,0-1 0,1 0 0,-1 0-1,0 0 1,1 0 0,-1 0 0,1 0 0,-1 0 0,0 0 0,1 0-1,-1 0 1,0 0 0,1 0 0,-1 0 0,0 0 0,1 0 0,-1 0-1,0 0 1,1-1 0,-1 1 0,0 0 0,1 0 0,-1 0 0,0-1-1,0 1 1,1 0 0,-1 0 0,0-1 0,0 1 0,1 0 0,-1 0-1,0-1 1,0 1 0,0 0 0,1-1 0,-1 1 0,0 0 0,0-1-1,0 1 1,0 0 0,0-1 0,1 0 16,0 0 0,0 0 0,-1 0 0,1 0 0,-1-1 0,1 1 0,-1 0 0,1 0 0,-1-1 1,0 1-1,1 0 0,-1 0 0,0-1 0,0 1 0,0 0 0,0-1 0,0 1 0,0 0 0,0 0 0,-1-1 0,1 1 0,0 0 0,-1 0 0,1-1 0,-1 1 0,1 0 1,-1 0-1,0 0 0,1 0 0,-1 0 0,0 0 0,0 0 0,0 0 0,0 0 0,0 0 0,0 0 0,0 0 0,0 1 0,0-1 0,0 0 0,0 1 0,-1-1 1,1 1-1,0-1 0,0 1 0,0 0 0,-1 0 0,1-1 0,-2 1 0,0 0-156,0 0 0,1 0-1,-1 0 1,0 0 0,0 1 0,1-1 0,-1 1-1,0 0 1,1-1 0,-1 1 0,1 0 0,-1 1 0,1-1-1,-1 0 1,1 1 0,0-1 0,0 1 0,0 0 0,0 0-1,0 0 1,0 0 0,0 0 0,0 0 0,1 0-1,-2 3 1,-5 12-4382</inkml:trace>
</inkml:ink>
</file>

<file path=ppt/ink/ink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4:22.397"/>
    </inkml:context>
    <inkml:brush xml:id="br0">
      <inkml:brushProperty name="width" value="0.05" units="cm"/>
      <inkml:brushProperty name="height" value="0.05" units="cm"/>
      <inkml:brushProperty name="color" value="#E71224"/>
    </inkml:brush>
  </inkml:definitions>
  <inkml:trace contextRef="#ctx0" brushRef="#br0">0 17 15495,'0'0'7476,"0"-17"-7476,4 28-1201,2 13-384,-3 6-1568,-3 5-1890,0 2-4945</inkml:trace>
</inkml:ink>
</file>

<file path=ppt/ink/ink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4:22.757"/>
    </inkml:context>
    <inkml:brush xml:id="br0">
      <inkml:brushProperty name="width" value="0.05" units="cm"/>
      <inkml:brushProperty name="height" value="0.05" units="cm"/>
      <inkml:brushProperty name="color" value="#E71224"/>
    </inkml:brush>
  </inkml:definitions>
  <inkml:trace contextRef="#ctx0" brushRef="#br0">21 78 10533,'0'0'10261,"-11"70"-9685,11-64-224,-2-2-320,0-1-32,0 5-544,-2-5-2001</inkml:trace>
  <inkml:trace contextRef="#ctx0" brushRef="#br0" timeOffset="1">21 78 16215,'127'-43'2578,"-114"36"-1170,9 0-15,7 3-641,2 2-384,4 2-176,2-2-79,-2 2-113,6-2-80,-3 2-305,-1-2-1279,0-3-2018,0 1-5266</inkml:trace>
</inkml:ink>
</file>

<file path=ppt/ink/ink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4:24.546"/>
    </inkml:context>
    <inkml:brush xml:id="br0">
      <inkml:brushProperty name="width" value="0.05" units="cm"/>
      <inkml:brushProperty name="height" value="0.05" units="cm"/>
      <inkml:brushProperty name="color" value="#E71224"/>
    </inkml:brush>
  </inkml:definitions>
  <inkml:trace contextRef="#ctx0" brushRef="#br0">44 1 14791,'0'0'6846,"-7"1"-6457,-22 3-29,22-1 929,12 0-863,9 0-217,296-1 840,-159-3-1052,-150 1 0,0 0 0,0 0 0,0 0 0,0 0 0,0 0 0,-1 0 0,1 0 0,0 0 0,0 1 0,0-1 0,0 0 0,-1 1 0,1-1 0,0 1 0,0-1 0,-1 1 0,1-1 0,0 1 0,-1-1 0,1 1 0,-1 0 0,1-1 0,0 1 0,-1 0 0,1-1 0,-1 1 0,0 0 0,1 0 0,-1-1 0,0 1 0,1 0 0,-1 0 0,0 0 0,0 0 0,0 0 0,0-1 0,0 1 0,0 0 0,0 0 0,0 0 0,0 0 0,0 0 0,0-1 0,-1 1 0,1 1 0,-1 1-7,0 1 1,0-1-1,0 0 0,0 0 1,0 0-1,-1 0 1,0 0-1,1 0 1,-1 0-1,-5 4 1,-21 17 10,-2-2-1,-1-2 1,-1 0 0,-58 25-1,46-24 1,-81 54 0,125-75-5,-1 1-1,0-1 1,1 1 0,-1-1-1,0 1 1,1-1-1,-1 1 1,0-1 0,1 1-1,-1-1 1,1 1-1,-1 0 1,1-1 0,-1 1-1,1 0 1,0 0-1,-1-1 1,1 1 0,0 0-1,-1 0 1,1-1-1,0 2 1,13 5 64,42-7 174,-39-1-232,72-2-106,133-22 0,-183 21-2481,-14 2-3181,-13 2 1306</inkml:trace>
</inkml:ink>
</file>

<file path=ppt/ink/ink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4:24.909"/>
    </inkml:context>
    <inkml:brush xml:id="br0">
      <inkml:brushProperty name="width" value="0.05" units="cm"/>
      <inkml:brushProperty name="height" value="0.05" units="cm"/>
      <inkml:brushProperty name="color" value="#E71224"/>
    </inkml:brush>
  </inkml:definitions>
  <inkml:trace contextRef="#ctx0" brushRef="#br0">1 4 12870,'0'0'10279,"0"-4"-9492,0 111 2203,0-7-7909,0-99 4685,0-1-1,0 1 1,1-1-1,-1 1 1,0-1 0,1 0-1,-1 1 1,0-1-1,1 0 1,-1 1-1,0-1 1,1 0-1,-1 1 1,1-1-1,-1 0 1,0 0-1,1 1 1,-1-1-1,1 0 1,-1 0-1,1 0 1,-1 0-1,1 1 1,-1-1-1,1 0 1,-1 0-1,1 0 1,-1 0-1,1 0 1,-1 0-1,1-1 1,-1 1-1,1 0 1,-1 0 0,1 0-1,0-1 1,4 1-2338,9 0-6843</inkml:trace>
</inkml:ink>
</file>

<file path=ppt/ink/ink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4:25.275"/>
    </inkml:context>
    <inkml:brush xml:id="br0">
      <inkml:brushProperty name="width" value="0.05" units="cm"/>
      <inkml:brushProperty name="height" value="0.05" units="cm"/>
      <inkml:brushProperty name="color" value="#E71224"/>
    </inkml:brush>
  </inkml:definitions>
  <inkml:trace contextRef="#ctx0" brushRef="#br0">5 0 3410,'0'0'19539,"0"4"-19064,-1 42 1300,-1-31-1718,1 1 1,1 0-1,0 0 1,1-1-1,1 1 0,0-1 1,1 1-1,9 28 1,-1-30-1649,-10-14 1128,0 1 0,1 0 1,-1 0-1,0-1 0,1 1 1,-1-1-1,0 1 0,1-1 0,-1 1 1,1-1-1,-1 0 0,1 0 0,-1 0 1,3 0-1,8 0-5228</inkml:trace>
</inkml:ink>
</file>

<file path=ppt/ink/ink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4:25.739"/>
    </inkml:context>
    <inkml:brush xml:id="br0">
      <inkml:brushProperty name="width" value="0.05" units="cm"/>
      <inkml:brushProperty name="height" value="0.05" units="cm"/>
      <inkml:brushProperty name="color" value="#E71224"/>
    </inkml:brush>
  </inkml:definitions>
  <inkml:trace contextRef="#ctx0" brushRef="#br0">11 24 12086,'0'0'9783,"-2"-5"-9042,-5-13-236,5 38 388,6 48 129,-4-5-903,0 0-2567,7-24-4264,1-23-329</inkml:trace>
</inkml:ink>
</file>

<file path=ppt/ink/ink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4:26.166"/>
    </inkml:context>
    <inkml:brush xml:id="br0">
      <inkml:brushProperty name="width" value="0.05" units="cm"/>
      <inkml:brushProperty name="height" value="0.05" units="cm"/>
      <inkml:brushProperty name="color" value="#E71224"/>
    </inkml:brush>
  </inkml:definitions>
  <inkml:trace contextRef="#ctx0" brushRef="#br0">66 1 6099,'0'0'16856,"40"59"-16344,-40-35-320,0 0-96,-3 0-96,-19 4-16,-5-2-881,-2 0-1408,5-8-2177</inkml:trace>
</inkml:ink>
</file>

<file path=ppt/ink/ink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4:26.961"/>
    </inkml:context>
    <inkml:brush xml:id="br0">
      <inkml:brushProperty name="width" value="0.05" units="cm"/>
      <inkml:brushProperty name="height" value="0.05" units="cm"/>
      <inkml:brushProperty name="color" value="#E71224"/>
    </inkml:brush>
  </inkml:definitions>
  <inkml:trace contextRef="#ctx0" brushRef="#br0">12 14 16840,'0'0'7686,"-12"-6"-6918,60 4-133,46 0-397,-52-1-195,1 3-1,-1 1 1,74 11-1,-115-12-53,0 0 1,-1 1-1,1-1 0,-1 0 0,1 0 0,0 0 0,-1 1 0,1-1 0,-1 0 0,1 1 0,-1-1 1,1 0-1,-1 1 0,1-1 0,-1 1 0,1-1 0,-1 1 0,1-1 0,-1 1 0,0-1 0,1 1 1,-1 0-1,0-1 0,0 1 0,1-1 0,-1 1 0,0 0 0,0-1 0,0 1 0,0 0 0,0-1 1,0 1-1,0 0 0,0-1 0,0 1 0,0-1 0,0 1 0,0 0 0,-1 0 0,1 2-5,-1-1 0,0 0 0,0 0 0,0 0 0,0 0-1,-1 1 1,1-2 0,0 1 0,-1 0 0,-2 3 0,-35 26-31,-81 50 0,76-54 51,-74 61 0,117-88-2,1 1-1,0-1 1,0 0-1,0 0 1,0 0-1,0 0 1,0 0-1,-1 0 0,1 0 1,0 1-1,0-1 1,0 0-1,0 0 1,0 0-1,0 0 1,0 0-1,0 0 1,0 1-1,0-1 0,0 0 1,0 0-1,0 0 1,0 0-1,0 1 1,0-1-1,0 0 1,0 0-1,0 0 0,0 0 1,0 0-1,0 1 1,0-1-1,0 0 1,0 0-1,0 0 1,0 0-1,0 0 1,0 1-1,0-1 0,0 0 1,1 0-1,-1 0 1,0 0-1,0 0 1,0 0-1,0 1 1,0-1-1,0 0 1,0 0-1,1 0 0,-1 0 1,13 4 93,14-1 103,168-12-179,-118 3-2834,4 4-5867,-58 2 3549</inkml:trace>
</inkml:ink>
</file>

<file path=ppt/ink/ink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4:27.304"/>
    </inkml:context>
    <inkml:brush xml:id="br0">
      <inkml:brushProperty name="width" value="0.05" units="cm"/>
      <inkml:brushProperty name="height" value="0.05" units="cm"/>
      <inkml:brushProperty name="color" value="#E71224"/>
    </inkml:brush>
  </inkml:definitions>
  <inkml:trace contextRef="#ctx0" brushRef="#br0">4 10 12486,'0'0'11477,"0"-10"-9884,-1 51-684,-1-26-1023,2 1 0,0-1 1,0 1-1,2-1 0,3 21 0,-4-36-125,-1 1-1,0 0 0,0 0 0,1 0 0,-1 0 0,1-1 0,-1 1 0,1 0 0,-1 0 1,1 0-1,-1-1 0,1 1 0,-1 0 0,1-1 0,0 1 0,0-1 0,-1 1 0,1-1 0,0 1 1,0-1-1,0 1 0,-1-1 0,1 0 0,0 0 0,0 1 0,0-1 0,0 0 0,0 0 1,0 0-1,-1 0 0,1 0 0,0 0 0,0 0 0,0 0 0,0 0 0,1-1 0,3 1-917,10 0-3867</inkml:trace>
</inkml:ink>
</file>

<file path=ppt/ink/ink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4:27.709"/>
    </inkml:context>
    <inkml:brush xml:id="br0">
      <inkml:brushProperty name="width" value="0.05" units="cm"/>
      <inkml:brushProperty name="height" value="0.05" units="cm"/>
      <inkml:brushProperty name="color" value="#E71224"/>
    </inkml:brush>
  </inkml:definitions>
  <inkml:trace contextRef="#ctx0" brushRef="#br0">1 0 15255,'0'0'9468,"1"7"-8617,0 4-596,4 19-127,0 1 1,2-1-1,11 31 1,-12-53-1443,6-6-5429,-5-2 2175</inkml:trace>
</inkml:ink>
</file>

<file path=ppt/ink/ink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4:28.071"/>
    </inkml:context>
    <inkml:brush xml:id="br0">
      <inkml:brushProperty name="width" value="0.05" units="cm"/>
      <inkml:brushProperty name="height" value="0.05" units="cm"/>
      <inkml:brushProperty name="color" value="#E71224"/>
    </inkml:brush>
  </inkml:definitions>
  <inkml:trace contextRef="#ctx0" brushRef="#br0">23 3 15271,'0'0'4626,"12"-1"-4399,-6 1-208,-2-1 3,1 1 1,0 0-1,-1 0 0,1 0 1,0 1-1,-1-1 1,7 3-1,-9-2-7,0 0-1,0-1 1,0 1 0,-1 0-1,1 1 1,0-1-1,-1 0 1,1 0 0,-1 1-1,0-1 1,1 1 0,-1-1-1,0 1 1,0 0 0,0-1-1,0 1 1,0 0 0,0 0-1,0 0 1,-1 0 0,1-1-1,-1 1 1,1 0 0,-1 0-1,0 3 1,1 1 58,0 0 0,-1 1-1,0-1 1,-1 0 0,1 0 0,-1 0 0,0-1 0,-1 1 0,1 0 0,-1 0 0,0 0-1,-1-1 1,-4 9 0,-2-1 190,0-1 0,-1 0-1,-21 19 1,4-3 280,26-28-531,1 0-1,-1 0 0,0 1 0,1-1 0,-1 0 1,1 1-1,0-1 0,-1 1 0,1-1 1,-1 0-1,1 1 0,-1-1 0,1 1 0,0-1 1,-1 1-1,1 0 0,0-1 0,0 1 0,-1-1 1,1 1-1,0-1 0,0 1 0,0 0 1,0-1-1,0 1 0,0-1 0,0 1 0,0 0 1,0-1-1,0 1 0,0-1 0,0 1 1,0 0-1,0-1 0,1 1 0,-1-1 0,0 1 1,0-1-1,1 1 0,-1 0 0,0-1 1,1 0-1,-1 1 0,1-1 0,-1 1 0,1-1 1,-1 1-1,0-1 0,1 0 0,-1 1 0,1-1 1,0 0-1,-1 1 0,1-1 0,-1 0 1,1 0-1,-1 0 0,1 0 0,0 1 0,-1-1 1,1 0-1,-1 0 0,1 0 0,0 0 1,-1 0-1,1 0 0,-1-1 0,2 1 0,57-1 226,-44 0-293,83-9-490,-42 3-2133,-1 4-4938,-25 3-4004</inkml:trace>
</inkml:ink>
</file>

<file path=ppt/ink/ink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4:28.415"/>
    </inkml:context>
    <inkml:brush xml:id="br0">
      <inkml:brushProperty name="width" value="0.05" units="cm"/>
      <inkml:brushProperty name="height" value="0.05" units="cm"/>
      <inkml:brushProperty name="color" value="#E71224"/>
    </inkml:brush>
  </inkml:definitions>
  <inkml:trace contextRef="#ctx0" brushRef="#br0">127 0 19337,'0'0'5314,"14"123"-5234,-37-90-80,-5-2-288,-1-1-624,-2 0-2274,2-4-1296</inkml:trace>
</inkml:ink>
</file>

<file path=ppt/ink/ink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4:29.038"/>
    </inkml:context>
    <inkml:brush xml:id="br0">
      <inkml:brushProperty name="width" value="0.05" units="cm"/>
      <inkml:brushProperty name="height" value="0.05" units="cm"/>
      <inkml:brushProperty name="color" value="#E71224"/>
    </inkml:brush>
  </inkml:definitions>
  <inkml:trace contextRef="#ctx0" brushRef="#br0">32 3 14983,'0'0'7347,"-8"-1"-7072,-16 0-244,33 1 152,60 0 363,-29 0-290,352 0 243,-391 0-504,0 1 0,-1-1 0,1 1 0,0-1 0,-1 1 0,1-1 0,-1 1 0,1 0 0,0-1 0,-1 1 0,0 0 0,1-1 0,-1 1 0,1 0 0,-1 0 0,0-1 0,0 1 0,1 0 0,-1 0 0,0 0 0,0-1 0,0 1 0,0 0 0,0 0 0,0 0 0,0 0 0,0-1 0,0 1 0,0 0 0,-1 0 0,1 0 0,0-1 0,-1 1 0,1 0 0,0 0 0,-1-1 0,1 1 0,-1 0 0,1-1 0,-2 2 0,-9 10 24,-1-1 0,-1 0 0,0-1 0,0-1 0,-24 13 0,-1 2 8,-64 38-23,69-44 1,1 2 0,0 0 0,-46 41 0,66-42 4,12-18-8,0-1 0,0 0 0,0 1 0,1-1 0,-1 1 0,0-1 0,0 1 0,0-1-1,1 0 1,-1 1 0,0-1 0,0 1 0,1-1 0,-1 0 0,0 1 0,1-1 0,-1 0 0,0 0 0,1 1 0,-1-1 0,1 0 0,-1 0 0,0 1 0,1-1 0,-1 0 0,1 0 0,0 0 0,41 3 117,-33-3-69,80-1-148,107-15 1,-142 12-2791,-19 4-2460,-21 0 1587,3 0-3458</inkml:trace>
</inkml:ink>
</file>

<file path=ppt/ink/ink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4:29.381"/>
    </inkml:context>
    <inkml:brush xml:id="br0">
      <inkml:brushProperty name="width" value="0.05" units="cm"/>
      <inkml:brushProperty name="height" value="0.05" units="cm"/>
      <inkml:brushProperty name="color" value="#E71224"/>
    </inkml:brush>
  </inkml:definitions>
  <inkml:trace contextRef="#ctx0" brushRef="#br0">0 1 14967,'0'0'8468,"0"13"-7876,0 7-128,0 0-304,0 3-112,0-3-32,0-2-16,0 1-208,0-4-768,0-2-1073,8-4-432,1-5-1121,5-4-1936</inkml:trace>
</inkml:ink>
</file>

<file path=ppt/ink/ink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4:29.758"/>
    </inkml:context>
    <inkml:brush xml:id="br0">
      <inkml:brushProperty name="width" value="0.05" units="cm"/>
      <inkml:brushProperty name="height" value="0.05" units="cm"/>
      <inkml:brushProperty name="color" value="#E71224"/>
    </inkml:brush>
  </inkml:definitions>
  <inkml:trace contextRef="#ctx0" brushRef="#br0">0 1 10389,'0'0'11797,"8"46"-10932,-8-20-97,2 0-448,0 0-304,3-4-16,-1-2 32,-2-1-64,0-8-688,0-2-1041,0-3-528,2-6-496</inkml:trace>
</inkml:ink>
</file>

<file path=ppt/ink/ink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4:30.103"/>
    </inkml:context>
    <inkml:brush xml:id="br0">
      <inkml:brushProperty name="width" value="0.05" units="cm"/>
      <inkml:brushProperty name="height" value="0.05" units="cm"/>
      <inkml:brushProperty name="color" value="#E71224"/>
    </inkml:brush>
  </inkml:definitions>
  <inkml:trace contextRef="#ctx0" brushRef="#br0">58 9 15031,'0'0'5258,"19"-2"-4887,58-4-45,-75 6-312,0 0 1,-1 0 0,1 0-1,-1 0 1,1 0 0,-1 0 0,1 0-1,-1 1 1,1-1 0,-1 1-1,1-1 1,-1 1 0,0 0-1,1-1 1,-1 1 0,0 0 0,1 0-1,-1 0 1,0 0 0,0 0-1,0 0 1,0 0 0,0 1 0,0-1-1,0 0 1,0 1 0,-1-1-1,1 0 1,0 1 0,-1-1-1,1 1 1,-1-1 0,0 1 0,1-1-1,-1 1 1,0-1 0,0 1-1,0-1 1,0 1 0,0 2 0,-1 0 6,1 1 0,-1-1 1,0 1-1,0-1 0,-1 1 1,1-1-1,-1 0 0,0 0 1,0 0-1,-4 6 0,-22 15 28,18-16-34,-1 0 1,1 0 0,-10 14 0,19-22-15,-1 1 0,1 0 0,-1 0 0,1 0 0,0 0-1,0 0 1,0 0 0,0 0 0,0 1 0,1-1 0,-1 0 0,1 0 0,-1 1 0,1-1 0,0 0 0,0 1 0,0-1 0,0 0 0,0 1 0,0-1 0,1 0 0,-1 1 0,1-1 0,1 3 0,1-2 3,0 0-1,0 0 1,0-1-1,1 0 1,-1 1-1,1-1 1,-1-1-1,1 1 0,0 0 1,0-1-1,8 2 1,18 10 18,-25-10-103,20 16 432,-24-18-328,-1-1 0,0 0 0,1 1 0,-1-1-1,0 1 1,0-1 0,0 1 0,1-1 0,-1 1 0,0-1 0,0 1-1,0-1 1,0 1 0,0-1 0,0 1 0,0-1 0,0 1 0,0-1 0,0 1-1,0-1 1,0 1 0,-1-1 0,1 1 0,0-1 0,0 0 0,0 1-1,-1-1 1,1 1 0,0-1 0,-1 1 0,1-1 0,0 0 0,-1 1-1,1-1 1,0 0 0,-1 1 0,1-1 0,-1 0 0,1 1 0,0-1 0,-1 0-1,1 0 1,-1 0 0,1 0 0,-1 1 0,1-1 0,-1 0 0,1 0-1,-1 0 1,1 0 0,-1 0 0,1 0 0,-1 0 0,1 0 0,-1 0-1,-55 12 617,37-8-670,1 0-1,0 1 0,0 0 0,-21 11 1,25-4-1823,11 2-3133,3-5-1629</inkml:trace>
</inkml:ink>
</file>

<file path=ppt/ink/ink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4:30.449"/>
    </inkml:context>
    <inkml:brush xml:id="br0">
      <inkml:brushProperty name="width" value="0.05" units="cm"/>
      <inkml:brushProperty name="height" value="0.05" units="cm"/>
      <inkml:brushProperty name="color" value="#E71224"/>
    </inkml:brush>
  </inkml:definitions>
  <inkml:trace contextRef="#ctx0" brushRef="#br0">155 1 18585,'0'0'8259,"-31"72"-8003,19-44-224,-7 1-32,-1-1-112,-3-2-1168,4-2-1810,1-5-1664,5-6-5122</inkml:trace>
</inkml:ink>
</file>

<file path=ppt/ink/ink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4:30.936"/>
    </inkml:context>
    <inkml:brush xml:id="br0">
      <inkml:brushProperty name="width" value="0.05" units="cm"/>
      <inkml:brushProperty name="height" value="0.05" units="cm"/>
      <inkml:brushProperty name="color" value="#E71224"/>
    </inkml:brush>
  </inkml:definitions>
  <inkml:trace contextRef="#ctx0" brushRef="#br0">32 15 17784,'0'0'8068,"-5"-2"-7753,-11-4-114,17 3-22,31 2 42,-8 2-214,48-2 72,-30-1-81,0 2-1,0 2 1,63 10-1,-104-12-1,0 0-1,0 1 0,0-1 1,-1 0-1,1 0 1,0 0-1,0 1 1,-1-1-1,1 0 0,0 1 1,0-1-1,-1 1 1,1-1-1,0 1 0,-1-1 1,1 1-1,-1-1 1,1 1-1,-1 0 0,1-1 1,-1 1-1,1 0 1,-1-1-1,0 1 0,1 0 1,-1 0-1,0-1 1,1 1-1,-1 0 0,0 0 1,0 0-1,0-1 1,0 1-1,0 0 0,0 0 1,0 0-1,0-1 1,0 1-1,0 0 0,0 0 1,-1 0-1,1-1 1,0 1-1,-1 0 0,1 0 1,0-1-1,-1 1 1,1 0-1,-1-1 1,1 1-1,-1 0 0,0 0 1,-32 33-28,-84 48 43,69-50 2,1 2 1,-80 74-1,127-108-15,-1 1-1,0-1 1,0 1-1,0 0 1,1 0-1,-1-1 1,0 1-1,1 0 1,-1 0-1,1 0 1,-1 0-1,1 0 1,-1 0-1,1 0 1,0 0 0,0 0-1,-1 0 1,1 0-1,0 0 1,0 0-1,0 0 1,0 1-1,1-1 4,-1 0 0,1 0-1,-1-1 1,1 1 0,0 0 0,-1-1-1,1 1 1,0-1 0,-1 1 0,1-1 0,0 1-1,0-1 1,0 1 0,-1-1 0,1 0-1,0 0 1,0 1 0,0-1 0,0 0-1,1 0 1,60 1 81,-47-2-88,13-1 140,1-1 1,-1-2-1,0-1 1,44-14-1,20-5-2029,-73 21-1196,0 1 0,37-2 0,-43 5-2471</inkml:trace>
</inkml:ink>
</file>

<file path=ppt/ink/ink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4:31.281"/>
    </inkml:context>
    <inkml:brush xml:id="br0">
      <inkml:brushProperty name="width" value="0.05" units="cm"/>
      <inkml:brushProperty name="height" value="0.05" units="cm"/>
      <inkml:brushProperty name="color" value="#E71224"/>
    </inkml:brush>
  </inkml:definitions>
  <inkml:trace contextRef="#ctx0" brushRef="#br0">0 1 15303,'0'0'9076,"0"26"-8259,0-2-353,0 4-416,0-1 48,0-1-80,0-3-16,0-5-512,0-3-1057,0-6-480,0 0-544,9-5-769,7-4-2336</inkml:trace>
</inkml:ink>
</file>

<file path=ppt/ink/ink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4:31.623"/>
    </inkml:context>
    <inkml:brush xml:id="br0">
      <inkml:brushProperty name="width" value="0.05" units="cm"/>
      <inkml:brushProperty name="height" value="0.05" units="cm"/>
      <inkml:brushProperty name="color" value="#E71224"/>
    </inkml:brush>
  </inkml:definitions>
  <inkml:trace contextRef="#ctx0" brushRef="#br0">0 0 13670,'0'0'10661,"0"54"-10133,0-24-79,0-1-433,0-1-16,0-2 0,0-4-16,0-5-545,2-4-1007,5-6-369,1-3-1233,0-4-1088</inkml:trace>
</inkml:ink>
</file>

<file path=ppt/ink/ink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4:31.971"/>
    </inkml:context>
    <inkml:brush xml:id="br0">
      <inkml:brushProperty name="width" value="0.05" units="cm"/>
      <inkml:brushProperty name="height" value="0.05" units="cm"/>
      <inkml:brushProperty name="color" value="#E71224"/>
    </inkml:brush>
  </inkml:definitions>
  <inkml:trace contextRef="#ctx0" brushRef="#br0">14 0 15543,'0'0'6782,"-10"10"-6088,9-7-678,0 0 1,0 0-1,1 1 1,-1-1-1,1 1 1,0-1-1,0 0 1,0 1-1,1-1 1,-1 0-1,1 1 1,-1-1-1,1 0 1,0 0-1,1 1 1,-1-1-1,0 0 1,1 0-1,0 0 1,-1-1-1,1 1 1,1 0-1,-1-1 1,0 1-1,0-1 1,1 0-1,0 1 1,-1-1-1,1 0 1,0-1-1,0 1 1,0 0-1,0-1 1,0 0-1,0 0 1,0 0-1,1 0 1,-1 0-1,0-1 1,1 1-1,-1-1 1,0 0-1,1 0 1,-1 0-1,0 0 1,1-1-1,5-1 1,-5-1 27,0-1 0,0 1 0,0-1 0,0 0 0,-1 0 0,1 0 0,-1-1 0,0 1 0,0-1 0,-1 0 0,1 0 0,-1 0 0,0 0 0,-1 0 0,2-6 1393,-3 21-1040,2 16-304,1 1-1,1-1 0,2 1 1,13 39-1,0 4-6580,-16-54 1608</inkml:trace>
</inkml:ink>
</file>

<file path=ppt/ink/ink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4:45.594"/>
    </inkml:context>
    <inkml:brush xml:id="br0">
      <inkml:brushProperty name="width" value="0.05" units="cm"/>
      <inkml:brushProperty name="height" value="0.05" units="cm"/>
      <inkml:brushProperty name="color" value="#E71224"/>
    </inkml:brush>
  </inkml:definitions>
  <inkml:trace contextRef="#ctx0" brushRef="#br0">12 444 14887,'0'0'4866,"-2"7"-4186,-1 1-485,-4 25 3036,11-35-3098,-1 0 0,0 0 0,1 0 0,-1 0 0,0-1 0,0 0 0,-1 1 0,1-1 0,0 0 0,-1 0 0,0 0 0,1 0 0,1-6 0,2 1-21,20-32 22,-1-1-1,-2-1 0,-1-1 1,-3-1-1,-2 0 1,-1-2-1,-3 0 0,8-50 1,-37 224 127,6-74-246,2 2 0,3-1 0,2 0 0,5 65 0,-2-117-16,0 0 0,1 0 0,-1 0 0,1 0 0,-1 0 0,1-1 0,0 1 0,0 0 0,0 0 0,0 0 0,1-1 0,-1 1 0,1 0 0,3 4 0,-3-6-3,-1 0 0,1 0 0,-1 0 0,1 0 0,0 0 0,0 0 0,-1 0 0,1 0 0,0-1 0,0 1 0,0 0 0,0-1 0,0 0 0,-1 0 0,1 1 0,0-1 0,4-1 0,-1 1 4,1-2 0,-1 1 1,0-1-1,1 1 0,-1-1 0,0-1 1,0 1-1,-1-1 0,1 0 1,0 0-1,-1 0 0,0-1 1,1 0-1,5-6 0,9-13-13,0-1-1,-1-1 1,-2 0 0,0-1-1,-2-1 1,-1 0 0,-1-1-1,16-57 1,-27 84-96,0 9 46,0 28 41,-1 12 91,9 54 0,-5-80-29,2 0-1,0-1 1,2 0-1,0 0 1,1-1-1,13 21 1,-19-34-237,1-1 0,0 0 0,1 0 0,-1 0 0,1-1 1,0 1-1,1-1 0,-1 0 0,1-1 0,0 1 0,0-1 0,1 0 0,-1-1 0,1 1 0,0-1 0,0-1 0,0 1 1,0-1-1,0 0 0,0-1 0,14 1 0,-7-1-986,-7-1 283,-1 0 1,1 0-1,-1 0 1,1-1-1,-1 0 1,1 0-1,-1-1 1,12-3-1,5-8-6970</inkml:trace>
</inkml:ink>
</file>

<file path=ppt/ink/ink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4:59.564"/>
    </inkml:context>
    <inkml:brush xml:id="br0">
      <inkml:brushProperty name="width" value="0.05" units="cm"/>
      <inkml:brushProperty name="height" value="0.05" units="cm"/>
      <inkml:brushProperty name="color" value="#E71224"/>
    </inkml:brush>
  </inkml:definitions>
  <inkml:trace contextRef="#ctx0" brushRef="#br0">87 86 14743,'0'0'5802,"-2"12"-5505,-5 60-116,3-1 0,6 77 1,-2-145-176,0 0 1,0 0-1,1-1 0,-1 1 1,1 0-1,0-1 0,0 1 1,0-1-1,0 1 1,0-1-1,1 1 0,-1-1 1,1 0-1,-1 1 0,1-1 1,0 0-1,0 0 1,0 0-1,0-1 0,0 1 1,0 0-1,1-1 0,-1 1 1,0-1-1,1 0 1,-1 0-1,1 0 0,0 0 1,-1 0-1,1-1 0,0 1 1,-1-1-1,1 1 1,0-1-1,0 0 0,-1 0 1,1-1-1,0 1 0,0 0 1,-1-1-1,1 0 1,0 1-1,-1-1 0,1 0 1,-1-1-1,1 1 0,-1 0 1,1-1-1,-1 1 1,0-1-1,0 0 0,0 1 1,0-1-1,0 0 0,0 0 1,0-1-1,-1 1 1,3-4-1,-1 0 12,0-1-1,0 0 1,-1 1-1,1-1 1,-2 0 0,1 0-1,-1 0 1,0 0-1,0-1 1,-1 1-1,0 0 1,0 0 0,-1 0-1,0-1 1,0 1-1,-1 0 1,1 0 0,-2 0-1,1 1 1,-1-1-1,0 0 1,0 1 0,-1 0-1,0 0 1,0 0-1,0 0 1,-1 1 0,0-1-1,0 1 1,0 0-1,-1 1 1,1-1 0,-1 1-1,0 0 1,-1 1-1,-12-6 1,-9-2-5,2 2-534,27 5 163,16 3-1,0-1 330,0 0 1,-1-1-1,1 0 0,0-1 0,-1-1 0,0-1 0,29-15 0,-34 16 55,-1-1 0,0 0 1,0-1-1,-1 0 0,0 0 0,0-1 0,-1 0 1,0-1-1,0 0 0,-1 0 0,0 0 1,8-15-1,-12 69 1708,-1 48 0,-28 296-316,-32-2-1053,1 0-348,31 4 360,26-382-372,3 46-39,-2-55 33,-1 1 0,0 0 0,0-1 0,0 1 0,0 0 0,1-1 0,-1 1 0,0 0 0,1-1 0,-1 1 0,0-1 0,1 1 0,-1-1 0,1 1 0,-1-1 0,1 1 0,-1-1 0,1 0 0,-1 1 0,1-1 0,0 1 0,-1-1 0,1 0 0,-1 0 0,2 1 0,-1-1 0,1-1 1,-1 1-1,1 0 0,-1-1 1,0 0-1,1 1 1,-1-1-1,0 1 0,1-1 1,-1 0-1,0 0 0,0 0 1,0 0-1,0 0 0,0 0 1,0 0-1,1-2 0,7-7-23,-1-2 0,0 1 0,-1-1 0,0 0-1,-1 0 1,0-1 0,-1 0 0,-1 0 0,0 0-1,3-19 1,-2 1-63,-1 0-1,-2 0 1,-2-51-1,0 75 67,-1-1 1,0 1-1,0 0 1,0 0-1,-1 0 1,0-1-1,-1 2 1,0-1-1,0 0 1,0 0-1,-1 1 1,1 0-1,-2 0 1,1 0-1,-1 0 1,0 1-1,0 0 0,0-1 1,-1 2-1,0-1 1,0 1-1,-8-5 1,0 2-2,-1 1 1,0 0 0,-1 1-1,1 1 1,-1 0 0,0 1-1,0 0 1,0 2 0,-17 0-1,-15-5 165,48 6-140,0 0 0,0 0 0,-1 0 0,1-1 0,0 1 0,-1 0 0,1 0 0,0 0 0,0 0 0,-1 0 0,1-1 0,0 1 1,0 0-1,-1 0 0,1 0 0,0-1 0,0 1 0,-1 0 0,1 0 0,0-1 0,0 1 0,0 0 0,0 0 0,0-1 0,-1 1 0,1 0 0,0-1 0,0 1 0,0 0 0,0-1 0,0 1 0,0 0 0,0-1 0,0 1 0,0 0 0,0 0 0,0-1 0,0 1 0,0-1 0,21-15-29,117-51-467,-83 43-1827,0-4 1,69-46-1,-71 34-2420,-5-1-3934</inkml:trace>
</inkml:ink>
</file>

<file path=ppt/ink/ink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5:00.189"/>
    </inkml:context>
    <inkml:brush xml:id="br0">
      <inkml:brushProperty name="width" value="0.05" units="cm"/>
      <inkml:brushProperty name="height" value="0.05" units="cm"/>
      <inkml:brushProperty name="color" value="#E71224"/>
    </inkml:brush>
  </inkml:definitions>
  <inkml:trace contextRef="#ctx0" brushRef="#br0">0 360 16359,'0'0'3925,"4"16"-3359,7 50 603,-3 1 0,0 80 1,-26-346 508,18 192-1677,-1-51 13,10-94-1,-6 135-16,0 0-1,1 0 1,0 0 0,1 1 0,1-1-1,1 1 1,0 1 0,1-1-1,1 2 1,11-16 0,-16 25-6,0 1 1,0 0 0,1 0-1,-1 0 1,1 0-1,-1 1 1,1 0-1,0 0 1,0 0 0,1 1-1,-1 0 1,9-3-1,-12 5 4,0-1 0,0 1 1,0-1-1,-1 1 0,1 0 0,0 0 0,0 0 0,0 0 0,0 0 0,0 1 0,0-1 0,0 1 0,0-1 0,0 1 0,0 0 1,0-1-1,-1 1 0,1 0 0,0 0 0,0 0 0,-1 1 0,1-1 0,-1 0 0,1 1 0,-1-1 0,0 1 0,1-1 1,-1 1-1,0-1 0,0 1 0,0 0 0,0 0 0,-1-1 0,1 1 0,0 0 0,-1 0 0,1 0 0,0 2 0,0 4-12,1 0 0,-1 0 1,0 0-1,0 0 0,-1 0 0,0 0 0,0 0 0,-1 0 0,0 0 0,-1 0 0,0 0 0,-5 14 0,-2-4-214,0 0 1,-1 0 0,-21 25 0,7-7-325,23-36 526,0 1 1,0 0-1,0 0 1,0 0-1,1 0 1,-1 0-1,0 0 0,1 0 1,-1 0-1,1 0 1,-1 0-1,1 0 1,-1 0-1,1 0 1,0 0-1,0 1 1,-1-1-1,1 0 1,0 0-1,0 0 1,0 1-1,0-1 1,0 0-1,1 0 1,-1 0-1,0 0 1,1 1-1,-1-1 1,0 0-1,1 0 0,-1 0 1,1 0-1,0 0 1,-1 0-1,2 1 1,2 0-32,0 0 1,-1 0-1,1 0 1,1-1-1,-1 1 0,0-1 1,0 0-1,5 0 1,17 5 205,-18-3-129,1 0 0,-1 0 0,0 1 1,0 1-1,0-1 0,-1 1 0,0 0 0,0 1 0,0-1 0,0 1 0,-1 1 1,0-1-1,0 1 0,-1 1 0,0-1 0,0 0 0,-1 1 0,0 0 0,0 0 1,-1 1-1,0-1 0,0 1 0,-1-1 0,0 1 0,0 0 0,-1 0 0,0 0 1,-1 0-1,0-1 0,-2 12 0,1-16 12,0 0 0,0 0-1,-1-1 1,1 1 0,-1-1 0,0 0 0,0 1-1,-1-1 1,1 0 0,0 0 0,-1 0 0,0-1-1,0 1 1,0 0 0,0-1 0,0 0 0,0 0-1,-1 0 1,1 0 0,-1-1 0,1 1 0,-1-1-1,0 0 1,1 0 0,-1 0 0,-5 0 0,-12 4 50,1-2 1,-1-1 0,-31 0-1,43-2-24,-1-1-1,1 0 1,-1 0-1,1-1 0,-12-3 1,19 5-175,-1-1 0,1 0 0,0 1 1,0-1-1,0 0 0,0 0 0,0 0 0,0-1 0,0 1 1,1 0-1,-1-1 0,0 1 0,1-1 0,-1 0 1,1 1-1,-1-1 0,1 0 0,0 0 0,0 0 1,0 0-1,0 0 0,0 0 0,0 0 0,0 0 1,1 0-1,-1-1 0,1 1 0,0-3 0,0 5-196,1-1 0,-1 1-1,1-1 1,0 1-1,-1-1 1,1 1-1,0-1 1,0 1 0,-1 0-1,1 0 1,0-1-1,0 1 1,0 0 0,-1 0-1,1 0 1,0-1-1,0 1 1,0 0 0,-1 0-1,1 1 1,1-1-1,3 0-1427,24-4-6609</inkml:trace>
</inkml:ink>
</file>

<file path=ppt/ink/ink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5:01.386"/>
    </inkml:context>
    <inkml:brush xml:id="br0">
      <inkml:brushProperty name="width" value="0.05" units="cm"/>
      <inkml:brushProperty name="height" value="0.05" units="cm"/>
      <inkml:brushProperty name="color" value="#E71224"/>
    </inkml:brush>
  </inkml:definitions>
  <inkml:trace contextRef="#ctx0" brushRef="#br0">93 271 14679,'0'0'7630,"-3"-1"-6931,2 1-677,0-1 0,0 1 1,1 0-1,-1 0 0,0 0 0,0 0 1,0 0-1,0 0 0,0 0 1,0 0-1,0 0 0,0 0 0,0 1 1,0-1-1,0 0 0,0 1 0,0-1 1,0 1-1,0-1 0,1 1 1,-1-1-1,0 1 0,0-1 0,1 1 1,-1 0-1,0-1 0,0 2 0,-25 35 193,18-20-188,1-1-1,-11 35 1,13 11-46,5-62 13,0 1-1,0-1 1,0 0-1,0 1 1,0-1 0,0 1-1,0-1 1,0 0 0,0 1-1,0-1 1,0 1-1,0-1 1,0 0 0,0 1-1,0-1 1,1 0 0,-1 1-1,0-1 1,0 0-1,1 1 1,-1-1 0,0 0-1,0 0 1,1 1 0,-1-1-1,0 0 1,1 0-1,-1 1 1,0-1 0,1 0-1,-1 0 1,0 0 0,1 0-1,-1 1 1,1-1-1,15-5-20,13-17 207,-23 13-139,0 3-24,-1-1 0,-1 1 0,1-1 0,-1 1 0,0-1 0,-1 0 0,0-1-1,0 1 1,3-11 0,-6 18 111,2 24 6,-2-15-134,1 0 0,0-1 0,1 1 1,0-1-1,1 0 0,3 11 0,-4-16-13,-1-1 0,1 1 0,-1-1 0,1 0 0,0 1 0,0-1 0,0 0 0,0 0 0,0 0 0,1 0 0,-1-1 0,1 1-1,-1-1 1,1 1 0,-1-1 0,1 0 0,0 0 0,-1 0 0,1 0 0,0 0 0,0-1 0,5 1 0,3 0-155,0-1-1,0 0 1,-1-1-1,1 0 1,0-1 0,0 0-1,-1-1 1,0 0-1,1 0 1,-1-1 0,0 0-1,-1-1 1,1 0-1,-1-1 1,0 0 0,0-1-1,-1 1 1,1-2-1,-2 1 1,1-1 0,-1 0-1,0 0 1,5-10-1,-1 1 166,0-1 0,-2 0-1,0 0 1,-1-1 0,-1 0-1,-1 0 1,-1 0 0,0-1-1,-1 0 1,-1 0-1,0-33 1,-2 21 588,0 23-80,0 0 1,-1-1-1,0 1 0,0 0 0,-1 0 1,-2-9-1,3 17-452,0 1 0,0-1 1,0 1-1,-1 0 0,1-1 0,0 1 1,0-1-1,0 1 0,0 0 0,0-1 1,-1 1-1,1 0 0,0-1 0,0 1 0,-1 0 1,1-1-1,0 1 0,0 0 0,-1-1 1,1 1-1,0 0 0,-1 0 0,1 0 0,-1-1 1,1 1-1,0 0 0,-1 0 0,1 0 1,0 0-1,-1 0 0,1 0 0,-1 0 1,1-1-1,-1 1 0,1 0 0,0 0 0,-1 1 1,-14 11 512,-5 22-418,14-14-102,0 0-1,2 0 0,0 0 0,1 0 1,0 25-1,7 103-183,-4-143-25,0 0 1,0 0-1,1 0 1,0 0-1,0-1 1,0 1-1,0 0 1,1-1-1,0 1 1,0-1-1,0 1 1,1-1-1,-1 0 1,1 0-1,0 0 1,0 0-1,0 0 1,1-1-1,-1 0 1,1 1-1,0-1 1,0-1-1,0 1 1,0 0-1,1-1 1,-1 0-1,1 0 1,-1 0-1,1-1 1,0 0-1,-1 0 1,1 0 0,0 0-1,0-1 1,0 1-1,0-1 1,0 0-1,0-1 1,-1 1-1,1-1 1,0 0-1,0-1 1,0 1-1,-1-1 1,1 1-1,-1-2 1,0 1-1,1 0 1,-1-1-1,0 0 1,0 0-1,6-6 1,3-2-111,0-1 0,-1-1 0,18-23 0,-26 30 636,0 1-1,0-2 1,0 1 0,-1 0 0,0-1 0,0 1 0,-1-1 0,0 0 0,0 0 0,0 0 0,0-13 0,-17 22 1541,11 1-1836,-1 0-1,1 0 0,-1 1 0,1-1 0,0 1 0,1 0 0,-1 0 1,1 1-1,-1-1 0,1 1 0,1-1 0,-1 1 0,1 0 0,-1 0 1,1 0-1,1 0 0,-3 8 0,1 5-57,-1 0 0,2 0 0,0 35 0,2-51-37,0 0 0,0 0 0,0 0 1,1 0-1,-1 0 0,1 0 0,-1 0 0,1 0 0,0 0 0,0 0 0,0-1 1,0 1-1,0 0 0,0-1 0,0 1 0,0 0 0,1-1 0,-1 0 1,1 1-1,-1-1 0,1 0 0,-1 0 0,1 0 0,0 0 0,0 0 1,-1 0-1,1 0 0,0 0 0,0-1 0,0 1 0,2 0 0,8 1-153,0-1 1,0 0-1,0 0 0,15-2 0,-9 1 10,-13 0 111,0 0 0,-1-1 1,1 1-1,0-1 0,0 0 0,0-1 0,-1 1 0,1-1 0,0 0 0,-1 0 1,1 0-1,-1-1 0,0 1 0,0-1 0,0 0 0,3-4 0,-1 1-2,0-1-1,-1 1 0,0-1 1,0-1-1,-1 1 1,0-1-1,0 1 0,4-14 1,-1-3 782,-1-1 1,-1 1 0,-1-1-1,-1 0 1,-1-36 565,-3 85-1071,-19 267-53,20-289-188,0 0-1,0 0 0,0 0 1,0 0-1,0-1 0,1 1 1,-1 0-1,0 0 1,1 0-1,0-1 0,-1 1 1,1 0-1,0-1 0,0 1 1,0 0-1,0-1 1,0 1-1,0-1 0,0 0 1,0 1-1,1-1 0,2 2 1,-3-2 12,1-1 0,-1 1 0,1-1 0,0 0 0,-1 0 0,1 0 0,0 0 0,-1 0 0,1 0 0,0 0 1,-1-1-1,1 1 0,0-1 0,-1 1 0,1-1 0,-1 1 0,1-1 0,-1 0 0,1 0 0,-1 0 0,0 0 0,1 0 0,-1 0 0,0 0 0,2-2 0,29-28-1,29-39-1,-61 70 18,0 0-1,1 0 1,-1-1-1,0 1 1,0 0-1,0 0 1,0 0-1,1-1 1,-1 1-1,0 0 1,0 0-1,0 0 1,1 0-1,-1 0 1,0 0-1,0-1 1,1 1-1,-1 0 1,0 0-1,0 0 1,1 0 0,-1 0-1,0 0 1,0 0-1,1 0 1,-1 0-1,0 0 1,0 0-1,1 0 1,-1 0-1,0 0 1,0 0-1,1 1 1,-1-1-1,0 0 1,0 0-1,1 0 1,-1 0-1,8 12 67,2 22 24,-9-29-67,5 20-5,-5-17-41,0-1 0,1 0-1,-1 0 1,2 1 0,-1-1-1,1 0 1,0-1-1,0 1 1,1-1 0,0 1-1,0-1 1,8 9 0,-10-14-76,-1 0 1,1 0 0,0 0 0,-1 0-1,1-1 1,0 1 0,0 0-1,-1-1 1,1 0 0,0 1-1,0-1 1,0 0 0,-1 0 0,1 0-1,0 0 1,0 0 0,0 0-1,0-1 1,-1 1 0,1-1-1,0 1 1,0-1 0,-1 0 0,1 1-1,0-1 1,-1 0 0,1 0-1,-1 0 1,1 0 0,-1-1 0,2-1-1,0 0-548,0 0 0,0 0 0,0 0 0,-1-1 0,1 1 0,-1-1 0,0 0 0,0 0 0,-1 0 0,1 0 0,-1 0 0,2-6 0,0-17-8200</inkml:trace>
</inkml:ink>
</file>

<file path=ppt/ink/ink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5:01.792"/>
    </inkml:context>
    <inkml:brush xml:id="br0">
      <inkml:brushProperty name="width" value="0.05" units="cm"/>
      <inkml:brushProperty name="height" value="0.05" units="cm"/>
      <inkml:brushProperty name="color" value="#E71224"/>
    </inkml:brush>
  </inkml:definitions>
  <inkml:trace contextRef="#ctx0" brushRef="#br0">1 23 16696,'0'0'6707,"94"0"-6323,-44 0-368,3 0 16,-5-2-32,-3 0 0,-4 2-32,-6-2-304,-4 0-1041,-4-3-944,-5 1-720,-7-2-2530</inkml:trace>
</inkml:ink>
</file>

<file path=ppt/ink/ink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5:02.917"/>
    </inkml:context>
    <inkml:brush xml:id="br0">
      <inkml:brushProperty name="width" value="0.05" units="cm"/>
      <inkml:brushProperty name="height" value="0.05" units="cm"/>
      <inkml:brushProperty name="color" value="#E71224"/>
    </inkml:brush>
  </inkml:definitions>
  <inkml:trace contextRef="#ctx0" brushRef="#br0">0 1 17096,'0'0'5992,"14"0"-5741,26-1-203,111 3-1027,-149-2 745,0 0 1,-1 0 0,1 0-1,-1 0 1,1 1 0,0-1 0,-1 0-1,1 1 1,-1 0 0,1-1-1,-1 1 1,0 0 0,1 0 0,-1-1-1,0 1 1,1 0 0,0 2-1,-2-2-24,1-1 0,-1 1-1,1 0 1,-1 0-1,0 0 1,1 0 0,-1-1-1,0 1 1,0 0-1,0 0 1,0 0 0,0 0-1,0 0 1,0 0-1,0 0 1,0 0 0,0 0-1,-1-1 1,1 1-1,0 0 1,-1 1 0,-18 26-4239,3-14 5343,-39 23 251,32-22 3945,-35 29 1,65-44-1389,17 1-3081,-6 0-430,68 9-1266,-33-2-4835,-26-7-229</inkml:trace>
</inkml:ink>
</file>

<file path=ppt/ink/ink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5:04.990"/>
    </inkml:context>
    <inkml:brush xml:id="br0">
      <inkml:brushProperty name="width" value="0.05" units="cm"/>
      <inkml:brushProperty name="height" value="0.05" units="cm"/>
      <inkml:brushProperty name="color" value="#E71224"/>
    </inkml:brush>
  </inkml:definitions>
  <inkml:trace contextRef="#ctx0" brushRef="#br0">36 1 15367,'0'0'8057,"-5"0"-7729,4 0-308,0 1-1,0-1 1,-1 0-1,1 1 1,0-1-1,0 1 1,0 0-1,0-1 1,0 1-1,0 0 1,0 0-1,0 0 1,0 0-1,0 0 1,0 0-1,0 0 1,1 0-1,-1 0 1,0 0-1,1 0 1,-1 0-1,1 0 1,-1 1-1,1-1 1,-1 0-1,1 0 1,0 1-1,0-1 1,0 0-1,0 2 1,-2 55 618,3-32-427,-2 2-599,-3 277 2982,3-202-5694,1 1-5946</inkml:trace>
</inkml:ink>
</file>

<file path=ppt/ink/ink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5:05.383"/>
    </inkml:context>
    <inkml:brush xml:id="br0">
      <inkml:brushProperty name="width" value="0.05" units="cm"/>
      <inkml:brushProperty name="height" value="0.05" units="cm"/>
      <inkml:brushProperty name="color" value="#E71224"/>
    </inkml:brush>
  </inkml:definitions>
  <inkml:trace contextRef="#ctx0" brushRef="#br0">123 0 14343,'0'0'1584,"-18"1"-119,-80 4 2499,92-1-2176,13 3-1363,17 4-357,28-1 239,-1-2-1,70 1 0,111-10-290,-97-1 23,529-20-151,-655 22-1981,-29 6-2195,10-4 2834,-25 9-4453</inkml:trace>
</inkml:ink>
</file>

<file path=ppt/ink/ink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5:27.243"/>
    </inkml:context>
    <inkml:brush xml:id="br0">
      <inkml:brushProperty name="width" value="0.05" units="cm"/>
      <inkml:brushProperty name="height" value="0.05" units="cm"/>
      <inkml:brushProperty name="color" value="#E71224"/>
    </inkml:brush>
  </inkml:definitions>
  <inkml:trace contextRef="#ctx0" brushRef="#br0">7 119 10037,'0'0'9054,"0"0"-8929,0 1-1,0-1 0,0 0 0,0 0 0,0 0 0,0 1 0,0-1 0,0 0 0,-2 2 1490,2-2-1490,0 0 0,0 0 0,0 0 0,0 0 0,0 0 1,-1 0-1,1 0 0,0 0 0,0 0 0,0 0 0,0 1 0,-1-1 0,1 0 0,0 0 1,0 0-1,0 0 0,-1 0 0,1 0 0,0-1 0,0 1 0,0 0 0,0 0 0,-1 0 1,1 0-1,0 0 0,0-7-115,0 0 0,1 1 1,0-1-1,0 0 0,1 1 0,0-1 1,0 1-1,0-1 0,6-10 0,-6 14-7,0 0-1,0 0 1,1 0 0,-1 0-1,1 0 1,-1 0-1,1 1 1,0-1-1,0 1 1,0 0 0,0 0-1,0 0 1,1 0-1,-1 0 1,1 1-1,-1 0 1,1-1-1,0 1 1,-1 1 0,5-2-1,-5 2-3,0 0 0,0-1-1,0 1 1,0 1 0,0-1-1,0 0 1,0 1 0,0-1-1,0 1 1,0 0 0,0 0-1,-1 0 1,1 0 0,0 0 0,0 1-1,-1 0 1,1-1 0,-1 1-1,3 2 1,-2 0 6,0 0 1,0 0-1,0 0 1,0 1-1,-1-1 1,1 1-1,-1-1 1,0 1-1,-1 0 1,3 7-1,-1 7 31,0 0-1,-1 1 1,-1-1 0,-3 37-1,-1-43 85,1-17 129,4-26-94,5 17-153,0-1 1,1 1-1,1 1 1,0 0 0,0 0-1,1 0 1,1 2 0,0-1-1,0 1 1,1 1 0,1 0-1,12-8 1,-23 16-7,0 0 1,0 0-1,0 0 0,0 0 1,0 0-1,0 1 1,0-1-1,0 0 0,0 1 1,0 0-1,0-1 1,1 1-1,-1 0 0,0 0 1,0 0-1,0 0 1,0 1-1,1-1 0,-1 1 1,0-1-1,0 1 1,0 0-1,0-1 0,0 1 1,0 0-1,0 0 1,-1 1-1,1-1 0,0 0 1,0 1-1,-1-1 1,1 1-1,-1-1 0,1 1 1,-1 0-1,1 2 1,5 7 17,-1 0 0,-1 0 0,0 1 0,-1 0 1,3 15-1,1-2 0,2 10-38,-8-25-93,1 1-1,0-1 1,0 0-1,1 0 1,7 11-1,-9-19-284,0-1 1,1 1-1,0-1 0,-1 1 0,1-1 1,0 0-1,-1 0 0,1 0 0,0-1 1,0 1-1,0-1 0,0 1 0,0-1 1,0 0-1,-1 0 0,1 0 1,0-1-1,0 1 0,0-1 0,3 0 1,-6 1 394,21-5-5688</inkml:trace>
</inkml:ink>
</file>

<file path=ppt/ink/ink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5:28.031"/>
    </inkml:context>
    <inkml:brush xml:id="br0">
      <inkml:brushProperty name="width" value="0.05" units="cm"/>
      <inkml:brushProperty name="height" value="0.05" units="cm"/>
      <inkml:brushProperty name="color" value="#E71224"/>
    </inkml:brush>
  </inkml:definitions>
  <inkml:trace contextRef="#ctx0" brushRef="#br0">426 8 13654,'0'0'7393,"9"-8"-6241,-58 37 372,-34 13-705,-53 29-283,121-61-469,-1 0 0,1 1 0,1 1 1,0 0-1,-24 28 0,35-37-60,1 0 1,0 0-1,0 0 0,1 0 1,-1 0-1,1 0 1,-1 1-1,1-1 0,0 0 1,0 1-1,0-1 1,1 1-1,-1 3 0,1-5-7,0-1 0,0 1 0,1-1 0,-1 1 0,0-1 0,1 1 0,-1-1 0,1 1 0,0-1 0,-1 1 0,1-1 0,0 0-1,0 1 1,0-1 0,0 0 0,0 0 0,0 0 0,0 0 0,0 0 0,0 0 0,1 0 0,-1 0 0,0 0 0,1 0 0,-1-1 0,1 1 0,-1-1 0,1 1-1,-1-1 1,2 1 0,54 11 101,59 6-1,-67-12-108,-1 2 0,63 19-1,-107-26 6,0 1-1,0-1 0,0 1 0,0 0 0,0 0 0,-1 1 0,1-1 0,-1 1 0,1 0 0,-1 0 0,4 5 0,-6-7 4,0 1-1,0-1 0,0 1 1,0-1-1,-1 1 0,1 0 1,-1-1-1,1 1 1,-1 0-1,1-1 0,-1 1 1,0 0-1,0 0 1,0-1-1,0 1 0,0 0 1,-1 0-1,1-1 1,0 1-1,-1 0 0,1 0 1,-1-1-1,0 1 1,1-1-1,-1 1 0,0-1 1,0 1-1,0-1 1,0 1-1,0-1 0,-2 2 1,-10 10 7,-1-2 1,0 0 0,0 0-1,-1-2 1,0 0-1,-25 11 1,3-1 19,-27 15 29,29-17-71,1 1 0,1 1 0,1 2 0,0 1-1,-49 46 1,80-67 11,-1 1 0,1-1 0,0 0 1,-1 1-1,1-1 0,0 1 0,0-1 0,0 1 0,1-1 0,-1 1 0,0 0 0,1-1 1,-1 1-1,0 0 0,1 0 0,0 0 0,0-1 0,-1 1 0,1 2 0,1-3 5,-1 1 0,1-1 0,-1 0 0,1 0 0,0 0 0,0 0 0,-1 0 0,1 0 0,0 0-1,0 0 1,0-1 0,0 1 0,0 0 0,0 0 0,0-1 0,0 1 0,0-1 0,0 1 0,1-1 0,-1 1-1,1-1 1,11 3 36,-1 0-1,0-1 0,1-1 0,17 0 1,-14-1 13,343 11-55,-204-10-3947</inkml:trace>
</inkml:ink>
</file>

<file path=ppt/ink/ink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5:28.389"/>
    </inkml:context>
    <inkml:brush xml:id="br0">
      <inkml:brushProperty name="width" value="0.05" units="cm"/>
      <inkml:brushProperty name="height" value="0.05" units="cm"/>
      <inkml:brushProperty name="color" value="#E71224"/>
    </inkml:brush>
  </inkml:definitions>
  <inkml:trace contextRef="#ctx0" brushRef="#br0">7 0 17304,'0'0'6435,"-6"73"-5779,6-40-560,0-1 160,0-7-176,0 0-16,0-9-64,0-7-160,2-3-976,2-28-17561</inkml:trace>
</inkml:ink>
</file>

<file path=ppt/ink/ink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5:28.732"/>
    </inkml:context>
    <inkml:brush xml:id="br0">
      <inkml:brushProperty name="width" value="0.05" units="cm"/>
      <inkml:brushProperty name="height" value="0.05" units="cm"/>
      <inkml:brushProperty name="color" value="#E71224"/>
    </inkml:brush>
  </inkml:definitions>
  <inkml:trace contextRef="#ctx0" brushRef="#br0">0 19 16824,'0'0'5266,"39"-19"-5266,-24 30-1328,1 2-2306,-2 0-3153</inkml:trace>
</inkml:ink>
</file>

<file path=ppt/ink/ink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5:29.107"/>
    </inkml:context>
    <inkml:brush xml:id="br0">
      <inkml:brushProperty name="width" value="0.05" units="cm"/>
      <inkml:brushProperty name="height" value="0.05" units="cm"/>
      <inkml:brushProperty name="color" value="#E71224"/>
    </inkml:brush>
  </inkml:definitions>
  <inkml:trace contextRef="#ctx0" brushRef="#br0">45 1 10917,'0'0'5384,"18"4"-5419,57 13-232,-73-17-70,-1 0 0,1 1 0,-1-1 0,0 1 0,1-1 0,-1 1 0,1 0 0,-1-1 0,0 1 0,0 0 0,1 0-1,-1 0 1,0 0 0,2 2 0,-3-3 189,0 1-1,1-1 1,-1 1-1,0 0 1,0-1-1,0 1 1,0-1-1,0 1 1,0-1-1,1 1 1,-1 0-1,-1-1 1,1 1-1,0-1 0,0 1 1,0 0-1,0-1 1,0 1-1,0-1 1,-1 1-1,1-1 1,0 1-1,-1 0 1,-21 20-1913,21-20 2306,-40 27 1299,26-18 35,0 0 0,0 1 0,1 1 0,-15 16 0,29-28-1537,-1 0 1,1 0 0,-1 1-1,1-1 1,-1 0 0,1 1 0,0-1-1,-1 0 1,1 1 0,0-1-1,0 1 1,-1-1 0,1 1 0,0-1-1,0 1 1,-1-1 0,1 0-1,0 1 1,0-1 0,0 1 0,0-1-1,0 1 1,0-1 0,0 1-1,0 0 1,0-1 0,0 1 0,0-1-1,0 1 1,0-1 0,0 1-1,0-1 1,0 1 0,1-1 0,-1 0-1,0 1 1,0-1 0,1 1 0,-1-1-1,0 1 1,1-1 0,-1 0-1,0 1 1,1-1 0,-1 0 0,1 1-1,-1-1 1,0 0 0,1 0-1,-1 1 1,1-1 0,-1 0 0,1 0-1,-1 0 1,1 1 0,-1-1-1,1 0 1,-1 0 0,1 0 0,-1 0-1,1 0 1,-1 0 0,2 0-1,44 0 156,-32-1-96,51-3-845,-22-5-2609,-6-2-2760</inkml:trace>
  <inkml:trace contextRef="#ctx0" brushRef="#br0" timeOffset="1">376 32 11589,'0'0'13254,"0"20"-11650,0 5-1511,-1-2-337,2 1-1,0-1 1,1 0 0,10 44-1,-12-67 79,4 8-1610</inkml:trace>
</inkml:ink>
</file>

<file path=ppt/ink/ink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5:30.106"/>
    </inkml:context>
    <inkml:brush xml:id="br0">
      <inkml:brushProperty name="width" value="0.05" units="cm"/>
      <inkml:brushProperty name="height" value="0.05" units="cm"/>
      <inkml:brushProperty name="color" value="#E71224"/>
    </inkml:brush>
  </inkml:definitions>
  <inkml:trace contextRef="#ctx0" brushRef="#br0">9 127 9845,'0'0'9519,"-8"-27"-7393,8 23-2049,1 0 1,0 0 0,0 0-1,0 0 1,0 0-1,1 0 1,-1 0-1,1 1 1,0-1 0,0 0-1,1 1 1,-1-1-1,1 1 1,-1 0 0,1 0-1,0 0 1,0 0-1,0 1 1,1-1-1,-1 1 1,5-2 0,-6 2-73,0 1 0,1-1 1,-1 1-1,1 0 0,-1 0 1,1 0-1,-1 1 0,1-1 1,0 0-1,-1 1 1,1 0-1,0-1 0,0 1 1,-1 1-1,1-1 0,0 0 1,-1 0-1,1 1 0,0 0 1,-1-1-1,1 1 0,0 0 1,-1 0-1,0 1 1,1-1-1,-1 0 0,0 1 1,1 0-1,-1-1 0,0 1 1,0 0-1,3 4 0,1 3 21,0 1-1,0 0 1,-1 0-1,0 1 1,-1-1-1,0 1 1,-1 0-1,0 0 0,-1 1 1,0-1-1,-1 0 1,0 24-1,3-49-18,0 1 0,1 0 0,1 0 0,-1 1 0,2 0 0,0 0 0,1 0 0,11-13-1,-15 19-7,1 0 0,1 0-1,-1 1 1,1-1-1,0 1 1,0 0-1,1 1 1,0-1-1,-1 1 1,1 1-1,1-1 1,-1 1-1,0 1 1,1-1-1,-1 1 1,10-1 0,-15 3-5,0 1 0,0-1 0,-1 1 0,1-1 0,0 1 1,0 0-1,-1-1 0,1 1 0,-1 0 0,1 0 0,-1 0 0,1 1 1,-1-1-1,1 0 0,-1 0 0,0 1 0,0-1 0,0 1 1,0-1-1,0 1 0,0 0 0,0-1 0,0 1 0,-1 0 1,1-1-1,0 1 0,-1 0 0,0 0 0,1 2 0,11 64 168,-11-55-164,2 23-265,-3-19 365,2 1 0,5 26 1,8-11-2443,-14-31 1807,1 0 1,-1 0-1,1 0 1,0 0-1,0 0 1,0 0-1,0-1 1,0 1-1,0-1 1,5 3-1,15 4-9016</inkml:trace>
</inkml:ink>
</file>

<file path=ppt/ink/ink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5:31.247"/>
    </inkml:context>
    <inkml:brush xml:id="br0">
      <inkml:brushProperty name="width" value="0.05" units="cm"/>
      <inkml:brushProperty name="height" value="0.05" units="cm"/>
      <inkml:brushProperty name="color" value="#E71224"/>
    </inkml:brush>
  </inkml:definitions>
  <inkml:trace contextRef="#ctx0" brushRef="#br0">7 23 12566,'0'0'10266,"-3"-3"-9346,3 3-866,0 0 0,-1 0 0,1 0-1,0 0 1,0 0 0,0 0 0,-1-1-1,1 1 1,0 0 0,0 0 0,0 0 0,0 0-1,0 0 1,-1-1 0,1 1 0,0 0-1,0 0 1,0 0 0,0-1 0,0 1 0,0 0-1,0 0 1,0 0 0,-1-1 0,1 1-1,0 0 1,0 0 0,0 0 0,0-1 0,0 1-1,0 0 1,0 0 0,0 0 0,1-1-1,-1 1 1,0 0 0,0 0 0,0 0 0,0-1-1,0 1 1,0 0 0,0 0 0,0 0-1,0-1 1,1 1 0,-1 0 0,0 0 0,0 0-1,0 0 1,0-1 0,1 1 0,-1 0-1,0 0 1,0 0 0,0 0 0,0 0 0,1 0-1,-1 0 1,0 0 0,0 0 0,1 0-1,-1 0 1,27-5 921,53 5-1663,-56 0 1036,65-2-314,-49-1-64,-1 3-1,1 0 1,-1 3-1,0 1 1,50 12-1,-89-16 27,1 0 0,-1 1 0,1-1 0,0 0 0,-1 0-1,1 1 1,-1-1 0,1 0 0,-1 0 0,1 1 0,-1-1 0,1 1 0,-1-1 0,1 0 0,-1 1 0,0-1-1,1 1 1,-1-1 0,1 1 0,-1-1 0,0 1 0,0-1 0,1 1 0,-1 0 0,0-1 0,0 1 0,0-1 0,0 1-1,1 0 1,-1-1 0,0 1 0,0-1 0,0 1 0,0 0 0,-1-1 0,1 1 0,0 0 0,0-1 0,0 1-1,0-1 1,-1 1 0,1-1 0,0 1 0,0 0 0,-1-1 0,1 1 0,0-1 0,-1 1 0,1-1 0,-1 0 0,1 1-1,-1-1 1,1 1 0,-1-1 0,0 1 0,-28 23 41,-49 16 13,-6 3-149,-135 94 1,218-137 92,0 0-1,1 0 1,-1 1 0,1-1-1,-1 1 1,1-1 0,-1 0-1,1 1 1,-1-1 0,1 1-1,0-1 1,-1 1 0,1-1-1,-1 1 1,1-1 0,0 1-1,0-1 1,-1 1 0,1 0-1,0-1 1,0 1 0,0-1-1,0 1 1,-1 0 0,1-1-1,0 1 1,0 0 0,0-1-1,1 2 1,14 9-10,28-3 49,21-3-1332,87-2 4025,-58-3-6041,-8 0-9447,-73 0 2955</inkml:trace>
</inkml:ink>
</file>

<file path=ppt/ink/ink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5:31.623"/>
    </inkml:context>
    <inkml:brush xml:id="br0">
      <inkml:brushProperty name="width" value="0.05" units="cm"/>
      <inkml:brushProperty name="height" value="0.05" units="cm"/>
      <inkml:brushProperty name="color" value="#E71224"/>
    </inkml:brush>
  </inkml:definitions>
  <inkml:trace contextRef="#ctx0" brushRef="#br0">9 11 14647,'0'0'7486,"0"-11"-6312,-4 106 597,1-46-2585,2-1-4030,3-42 1346,6-2-1683</inkml:trace>
</inkml:ink>
</file>

<file path=ppt/ink/ink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5:31.970"/>
    </inkml:context>
    <inkml:brush xml:id="br0">
      <inkml:brushProperty name="width" value="0.05" units="cm"/>
      <inkml:brushProperty name="height" value="0.05" units="cm"/>
      <inkml:brushProperty name="color" value="#E71224"/>
    </inkml:brush>
  </inkml:definitions>
  <inkml:trace contextRef="#ctx0" brushRef="#br0">0 11 13494,'0'0'11333,"4"-11"-10119,-4 70-296,0 70-1966,1-128 856,-1 0 0,0 0 1,0-1-1,0 1 0,1 0 1,-1-1-1,0 1 1,1 0-1,-1-1 0,1 1 1,-1 0-1,1-1 1,-1 1-1,1-1 0,-1 1 1,1-1-1,0 1 1,-1-1-1,1 0 0,-1 1 1,1-1-1,0 0 1,0 1-1,-1-1 0,1 0 1,0 0-1,0 1 0,-1-1 1,1 0-1,0 0 1,0 0-1,-1 0 0,1 0 1,0 0-1,0 0 1,-1-1-1,1 1 0,1 0 1,16 0-5281</inkml:trace>
</inkml:ink>
</file>

<file path=ppt/ink/ink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5:32.409"/>
    </inkml:context>
    <inkml:brush xml:id="br0">
      <inkml:brushProperty name="width" value="0.05" units="cm"/>
      <inkml:brushProperty name="height" value="0.05" units="cm"/>
      <inkml:brushProperty name="color" value="#E71224"/>
    </inkml:brush>
  </inkml:definitions>
  <inkml:trace contextRef="#ctx0" brushRef="#br0">9 1 14807,'0'0'7523,"-8"89"-6931,8-60 49,0-1-449,0-4-112,0-4-64,0-5-16,0-4-48,0-5-416,0-4-993</inkml:trace>
</inkml:ink>
</file>

<file path=ppt/ink/ink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5:32.780"/>
    </inkml:context>
    <inkml:brush xml:id="br0">
      <inkml:brushProperty name="width" value="0.05" units="cm"/>
      <inkml:brushProperty name="height" value="0.05" units="cm"/>
      <inkml:brushProperty name="color" value="#E71224"/>
    </inkml:brush>
  </inkml:definitions>
  <inkml:trace contextRef="#ctx0" brushRef="#br0">0 64 17848,'0'0'8020,"10"-63"-8068,-3 63-769,-5 16-2096,-2 1-3266</inkml:trace>
</inkml:ink>
</file>

<file path=ppt/ink/ink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5:36.077"/>
    </inkml:context>
    <inkml:brush xml:id="br0">
      <inkml:brushProperty name="width" value="0.05" units="cm"/>
      <inkml:brushProperty name="height" value="0.05" units="cm"/>
      <inkml:brushProperty name="color" value="#E71224"/>
    </inkml:brush>
  </inkml:definitions>
  <inkml:trace contextRef="#ctx0" brushRef="#br0">0 0 16087,'0'0'5891,"0"2"-5843,27 0 112,4-2 0,4 0-96,0 0-48,0 0-16,-6 0-944,-3 0-1009,-9 8-1136,-13 3-945,-4 4-1553</inkml:trace>
</inkml:ink>
</file>

<file path=ppt/ink/ink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5:36.420"/>
    </inkml:context>
    <inkml:brush xml:id="br0">
      <inkml:brushProperty name="width" value="0.05" units="cm"/>
      <inkml:brushProperty name="height" value="0.05" units="cm"/>
      <inkml:brushProperty name="color" value="#E71224"/>
    </inkml:brush>
  </inkml:definitions>
  <inkml:trace contextRef="#ctx0" brushRef="#br0">66 1 8708,'0'0'11909,"-66"67"-11428,71-64 223,13-1-400,9-2-32,2 0-144,2 0-128,1 0-160,-1 0-1344,0 0-2018,-2-3-3809</inkml:trace>
</inkml:ink>
</file>

<file path=ppt/ink/ink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6:07.515"/>
    </inkml:context>
    <inkml:brush xml:id="br0">
      <inkml:brushProperty name="width" value="0.05" units="cm"/>
      <inkml:brushProperty name="height" value="0.05" units="cm"/>
      <inkml:brushProperty name="color" value="#E71224"/>
    </inkml:brush>
  </inkml:definitions>
  <inkml:trace contextRef="#ctx0" brushRef="#br0">48 23 15687,'0'0'10087,"-2"-6"-9836,-9-10-138,5 22 59,0 46 293,5-21-190,-18 287 821,17-250-4748,2 1-3933</inkml:trace>
</inkml:ink>
</file>

<file path=ppt/ink/ink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6:07.888"/>
    </inkml:context>
    <inkml:brush xml:id="br0">
      <inkml:brushProperty name="width" value="0.05" units="cm"/>
      <inkml:brushProperty name="height" value="0.05" units="cm"/>
      <inkml:brushProperty name="color" value="#E71224"/>
    </inkml:brush>
  </inkml:definitions>
  <inkml:trace contextRef="#ctx0" brushRef="#br0">9 0 15159,'0'0'8372,"-4"5"-8103,4-5-260,-1 1-1,1-1 1,-1 0-1,1 1 1,0-1-1,-1 1 1,1-1-1,0 1 1,0-1-1,-1 1 1,1-1-1,0 1 1,0-1-1,0 1 1,-1-1-1,1 1 1,0-1-1,0 1 1,0-1-1,0 1 1,0-1 0,0 1-1,0-1 1,0 1-1,0 0 1,0-1-1,1 1 1,-1-1-1,0 1 1,0-1-1,0 1 1,1-1-1,-1 1 1,21 8 284,53-6 158,-46-3-372,364 18 42,-138-5-197,-227-7-1616,-27-5 1567,1-1 0,-1 1 0,1-1-1,-1 1 1,0 0 0,0-1 0,1 1-1,-1 0 1,0-1 0,0 1 0,0 0-1,0-1 1,1 1 0,-1 0 0,0-1-1,0 1 1,0 0 0,-1-1 0,1 1-1,0 0 1,0-1 0,0 1 0,0 0-1,-1-1 1,1 1 0,0 0 0,-1-1-1,1 1 1,0-1 0,-1 1 0,1 0-1,-1-1 1,1 1 0,-1-1-1,1 1 1,-1-1 0,1 0 0,-1 1-1,0-1 1,0 1 0,-22 16-3866,-10 2-3746</inkml:trace>
</inkml:ink>
</file>

<file path=ppt/ink/ink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6:08.343"/>
    </inkml:context>
    <inkml:brush xml:id="br0">
      <inkml:brushProperty name="width" value="0.05" units="cm"/>
      <inkml:brushProperty name="height" value="0.05" units="cm"/>
      <inkml:brushProperty name="color" value="#E71224"/>
    </inkml:brush>
  </inkml:definitions>
  <inkml:trace contextRef="#ctx0" brushRef="#br0">22 0 16392,'0'0'6530,"-4"7"-6148,1 1-369,0 0 0,0 0-1,1 0 1,0 1 0,0-1 0,1 1-1,0 0 1,0-1 0,1 1 0,1 0-1,-1-1 1,1 1 0,1 0 0,-1-1-1,2 0 1,-1 1 0,1-1 0,0 0-1,1 0 1,0 0 0,0-1 0,6 8-1,-9-13-12,0-1 0,1 1 0,-1-1 0,1 0 0,0 1 0,-1-1 0,1 0 0,0 0 0,0 0-1,-1 0 1,1 0 0,0-1 0,0 1 0,0-1 0,0 1 0,0-1 0,0 0 0,0 1-1,0-1 1,1 0 0,-1 0 0,0-1 0,0 1 0,0 0 0,0-1 0,0 1 0,0-1 0,0 0-1,-1 1 1,1-1 0,0 0 0,0 0 0,0 0 0,-1-1 0,1 1 0,0 0 0,-1-1-1,0 1 1,2-2 0,4-4 27,0 0-1,-1 0 1,0-1-1,0 0 1,-1 0-1,8-16 1,14-37 368,-27 60-30,0 19 361,-8 177 777,0 4-3566,29-199-8222,1-17-149</inkml:trace>
</inkml:ink>
</file>

<file path=ppt/ink/ink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6:08.716"/>
    </inkml:context>
    <inkml:brush xml:id="br0">
      <inkml:brushProperty name="width" value="0.05" units="cm"/>
      <inkml:brushProperty name="height" value="0.05" units="cm"/>
      <inkml:brushProperty name="color" value="#E71224"/>
    </inkml:brush>
  </inkml:definitions>
  <inkml:trace contextRef="#ctx0" brushRef="#br0">50 1 16343,'0'0'7559,"1"7"-7117,-1 33 258,-1 1-1,-2-1 0,-10 50 0,-3 26-75,-1 455 563,17-552-1541,1 0 0,0 1 1,2-1-1,0 0 0,1-1 0,1 1 1,1-1-1,1 0 0,0 0 1,11 18-1,-13-27 59,0-1 1,1 0 0,0 0-1,1 0 1,0-1 0,0 0-1,0-1 1,1 0-1,0 0 1,0 0 0,0-1-1,1 0 1,-1-1 0,2 1-1,-1-2 1,0 0-1,0 0 1,1 0 0,0-1-1,-1-1 1,13 1 0,20-1-5613</inkml:trace>
</inkml:ink>
</file>

<file path=ppt/ink/ink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6:09.544"/>
    </inkml:context>
    <inkml:brush xml:id="br0">
      <inkml:brushProperty name="width" value="0.05" units="cm"/>
      <inkml:brushProperty name="height" value="0.05" units="cm"/>
      <inkml:brushProperty name="color" value="#E71224"/>
    </inkml:brush>
  </inkml:definitions>
  <inkml:trace contextRef="#ctx0" brushRef="#br0">16 10 14679,'0'0'7323,"-16"-7"-5866,368 5-1089,-350 2-382,0 0 1,1 0 0,-1 0-1,0 1 1,1-1-1,-1 1 1,0-1-1,1 1 1,-1 0-1,0 0 1,0 0-1,4 3 1,-5-4-30,0 1 0,-1 0 0,1-1 0,-1 1 0,1 0 0,0 0-1,-1-1 1,1 1 0,-1 0 0,0 0 0,1 0 0,-1 0 0,0 0 0,0-1 0,1 1 0,-1 0 0,0 0 0,0 0 0,0 0 0,0 0 0,0 0 0,0 1 0,-1 1-26,0 0 0,0 0 0,0-1 0,-1 1 1,1 0-1,-1-1 0,1 1 0,-1-1 0,0 0 1,0 1-1,0-1 0,0 0 0,0 0 0,-1 0 1,1 0-1,-1-1 0,-4 3 0,-73 36-171,50-27 185,1 1-1,0 1 1,2 2-1,-45 35 1,72-52 64,-1 0 0,1 0 0,0 0 0,-1 1 0,1-1 0,0 0 0,0 0 0,-1 0 0,1 1 0,0-1 0,0 0 0,-1 0 1,1 1-1,0-1 0,0 0 0,0 1 0,0-1 0,-1 0 0,1 1 0,0-1 0,0 0 0,0 1 0,0-1 0,0 0 0,0 1 1,0-1-1,0 0 0,0 1 0,0-1 0,0 0 0,0 1 0,0-1 0,0 0 0,0 1 0,1-1 0,-1 0 0,0 1 0,0 0 1,16 4 322,29-3 78,-41-2-394,164 2-318,-57 0-6130,-81 0 1521</inkml:trace>
</inkml:ink>
</file>

<file path=ppt/ink/ink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6:09.919"/>
    </inkml:context>
    <inkml:brush xml:id="br0">
      <inkml:brushProperty name="width" value="0.05" units="cm"/>
      <inkml:brushProperty name="height" value="0.05" units="cm"/>
      <inkml:brushProperty name="color" value="#E71224"/>
    </inkml:brush>
  </inkml:definitions>
  <inkml:trace contextRef="#ctx0" brushRef="#br0">17 0 15143,'0'0'9306,"-2"3"-9056,-1 8-45,0 0-1,0 0 0,1 0 0,1 1 1,-1-1-1,2 0 0,0 1 0,2 18 1,-1 5-77,-1 72-236,0-62-5195,15-42-5963</inkml:trace>
</inkml:ink>
</file>

<file path=ppt/ink/ink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6:10.262"/>
    </inkml:context>
    <inkml:brush xml:id="br0">
      <inkml:brushProperty name="width" value="0.05" units="cm"/>
      <inkml:brushProperty name="height" value="0.05" units="cm"/>
      <inkml:brushProperty name="color" value="#E71224"/>
    </inkml:brush>
  </inkml:definitions>
  <inkml:trace contextRef="#ctx0" brushRef="#br0">0 1 10261,'0'0'13582,"0"3"-13134,3 151 1505,-4-88-3252,1-65 1096,2 9-2535,5-7-2797,1-3-593</inkml:trace>
</inkml:ink>
</file>

<file path=ppt/ink/ink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6:10.621"/>
    </inkml:context>
    <inkml:brush xml:id="br0">
      <inkml:brushProperty name="width" value="0.05" units="cm"/>
      <inkml:brushProperty name="height" value="0.05" units="cm"/>
      <inkml:brushProperty name="color" value="#E71224"/>
    </inkml:brush>
  </inkml:definitions>
  <inkml:trace contextRef="#ctx0" brushRef="#br0">50 1 15767,'0'0'8164,"-6"28"-8148,6 1-16,0 5 48,-2 4-48,-10 5-560,-3 0-2274,1-4-2112</inkml:trace>
</inkml:ink>
</file>

<file path=ppt/ink/ink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6:10.964"/>
    </inkml:context>
    <inkml:brush xml:id="br0">
      <inkml:brushProperty name="width" value="0.05" units="cm"/>
      <inkml:brushProperty name="height" value="0.05" units="cm"/>
      <inkml:brushProperty name="color" value="#E71224"/>
    </inkml:brush>
  </inkml:definitions>
  <inkml:trace contextRef="#ctx0" brushRef="#br0">0 210 16279,'0'0'8997,"87"-31"-8789,-30 29-160,-1 2-48,6 0 0,-5 0-48,-1 0-192,-11 0-769,-10 0-832,-12-4-704,-11-3-1265</inkml:trace>
  <inkml:trace contextRef="#ctx0" brushRef="#br0" timeOffset="1">317 1 15159,'0'0'8740,"-22"29"-8196,17 16 209,3 1-177,0 2-192,0 0-272,0 1-80,0-3-32,2-7-288,0-6-1137,0-7-1360,19-11-721,5-11-3121</inkml:trace>
</inkml:ink>
</file>

<file path=ppt/ink/ink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6:11.387"/>
    </inkml:context>
    <inkml:brush xml:id="br0">
      <inkml:brushProperty name="width" value="0.05" units="cm"/>
      <inkml:brushProperty name="height" value="0.05" units="cm"/>
      <inkml:brushProperty name="color" value="#E71224"/>
    </inkml:brush>
  </inkml:definitions>
  <inkml:trace contextRef="#ctx0" brushRef="#br0">53 18 17112,'0'0'7166,"22"-3"-6801,73-10-114,-80 12-233,0 0 1,0 2-1,0 0 1,0 0-1,0 1 0,0 1 1,-1 1-1,1 0 0,-1 1 1,16 7-1,-16-6 10,-12-6-31,-1 1 0,1-1 1,-1 1-1,1-1 1,-1 1-1,1 0 1,-1-1-1,0 1 0,1 0 1,-1 0-1,0 0 1,0 0-1,1 0 1,-1 0-1,0 0 1,0 1-1,0-1 0,-1 0 1,1 0-1,0 1 1,0-1-1,-1 1 1,1 1-1,-1-1-3,0-1 0,0 1-1,0-1 1,-1 1 0,1 0-1,-1-1 1,1 1 0,-1-1 0,0 0-1,0 1 1,1-1 0,-1 1-1,0-1 1,0 0 0,0 0 0,-1 0-1,1 0 1,-1 2 0,-9 5-36,0 0-1,0-1 1,-23 12 0,-30 10 2,-62 35-155,112-56 175,2 0 0,-1 1 1,1 1-1,0 0 0,1 0 0,-19 23 1,29-31 15,-1-1 0,1 1 0,0 0 0,0 0 0,0 0 0,0-1 0,0 1 0,0 0 0,0 0 0,0 0 0,1 0 0,-1 1 0,1-1 0,-1 0 0,1 0 0,0 0 0,0 0 0,0 0 0,0 1 0,1 1 0,0-2 8,0-1 0,0 0 0,0 1-1,0-1 1,0 0 0,0 0 0,0 0-1,1 0 1,-1 0 0,1 0 0,-1 0-1,0 0 1,1 0 0,-1-1 0,1 1-1,0-1 1,-1 1 0,1-1 0,-1 0-1,1 1 1,0-1 0,-1 0 0,1 0-1,3-1 1,74 1-419,88-13 0,-82 4-5270,-65 8 128,-4 1-4957</inkml:trace>
</inkml:ink>
</file>

<file path=ppt/ink/ink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6:11.731"/>
    </inkml:context>
    <inkml:brush xml:id="br0">
      <inkml:brushProperty name="width" value="0.05" units="cm"/>
      <inkml:brushProperty name="height" value="0.05" units="cm"/>
      <inkml:brushProperty name="color" value="#E71224"/>
    </inkml:brush>
  </inkml:definitions>
  <inkml:trace contextRef="#ctx0" brushRef="#br0">1 0 16279,'0'0'9551,"4"9"-8838,-2 9-446,0 0 0,-1 1 0,-1-1 0,0 0 0,-4 23 0,0-5-3303,3 0-4609</inkml:trace>
</inkml:ink>
</file>

<file path=ppt/ink/ink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6:12.141"/>
    </inkml:context>
    <inkml:brush xml:id="br0">
      <inkml:brushProperty name="width" value="0.05" units="cm"/>
      <inkml:brushProperty name="height" value="0.05" units="cm"/>
      <inkml:brushProperty name="color" value="#E71224"/>
    </inkml:brush>
  </inkml:definitions>
  <inkml:trace contextRef="#ctx0" brushRef="#br0">1 1 11493,'0'0'13110,"16"9"-12742,-16 17 113,0 2-353,0-2-96,0-2-32,0-2-32,0-5-433,0-2-1007,0-4-1025,12-8-8036</inkml:trace>
</inkml:ink>
</file>

<file path=ppt/ink/ink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6:12.483"/>
    </inkml:context>
    <inkml:brush xml:id="br0">
      <inkml:brushProperty name="width" value="0.05" units="cm"/>
      <inkml:brushProperty name="height" value="0.05" units="cm"/>
      <inkml:brushProperty name="color" value="#E71224"/>
    </inkml:brush>
  </inkml:definitions>
  <inkml:trace contextRef="#ctx0" brushRef="#br0">0 33 16087,'0'0'3074,"18"-7"-2253,54-17-575,-70 24-241,-1 0 0,0-1 0,0 1 0,0 0 0,0 0 0,1 0 1,-1 0-1,0 0 0,0 0 0,0 0 0,0 1 0,1-1 0,-1 0 0,0 1 0,0-1 0,0 0 0,0 1 0,0 0 1,0-1-1,0 1 0,0-1 0,0 1 0,0 0 0,0 0 0,0 0 0,-1 0 0,1-1 0,0 1 0,-1 0 0,1 0 1,0 0-1,-1 0 0,1 1 0,-1-1 0,1 2 0,2 39 443,-3-34-268,-1 0 23,0 0 1,0 0-1,-1 0 0,0-1 1,0 1-1,-1 0 0,0-1 1,0 0-1,-1 0 0,0 0 1,0 0-1,0-1 1,-11 12-1,3-1 15,11-16-194,0 0-1,0 0 0,0 0 1,0 1-1,1-1 0,-1 1 1,0-1-1,1 0 0,-1 1 1,1-1-1,-1 1 0,1-1 1,0 1-1,-1-1 0,1 1 1,0-1-1,0 3 0,1-3-13,-1 0-1,0-1 1,1 1-1,-1 0 1,1 0-1,-1-1 1,1 1-1,-1 0 1,1-1-1,0 1 1,-1-1-1,1 1 1,0 0-1,-1-1 1,1 0-1,0 1 1,0-1-1,0 1 1,-1-1-1,1 0 0,0 0 1,1 1-1,7 0 19,-1 0-1,1 0 0,0-1 0,16-1 0,-7 0 16,7 0-198,-1-1 0,32-6 0,13-7-2961,-37 8-106,-6 1-3227</inkml:trace>
</inkml:ink>
</file>

<file path=ppt/ink/ink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6:12.840"/>
    </inkml:context>
    <inkml:brush xml:id="br0">
      <inkml:brushProperty name="width" value="0.05" units="cm"/>
      <inkml:brushProperty name="height" value="0.05" units="cm"/>
      <inkml:brushProperty name="color" value="#E71224"/>
    </inkml:brush>
  </inkml:definitions>
  <inkml:trace contextRef="#ctx0" brushRef="#br0">1 35 14503,'0'0'8756,"88"-7"-8628,-32 5-128,2 2 80,-5 0-64,-3-2 0,-9 2-16,-8-2-368,-13 0-993,-7 1-64,-7-3-544,-6-2-640,0-3-2737</inkml:trace>
</inkml:ink>
</file>

<file path=ppt/ink/ink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6:13.187"/>
    </inkml:context>
    <inkml:brush xml:id="br0">
      <inkml:brushProperty name="width" value="0.05" units="cm"/>
      <inkml:brushProperty name="height" value="0.05" units="cm"/>
      <inkml:brushProperty name="color" value="#E71224"/>
    </inkml:brush>
  </inkml:definitions>
  <inkml:trace contextRef="#ctx0" brushRef="#br0">25 0 11669,'0'0'10773,"-16"43"-9892,13-8-385,1 6-64,2-1-352,-2 1 32,0-4-112,2-2-128,0-5-432,0-6-1953,2-5-433,15-10-3617</inkml:trace>
</inkml:ink>
</file>

<file path=ppt/ink/ink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6:13.546"/>
    </inkml:context>
    <inkml:brush xml:id="br0">
      <inkml:brushProperty name="width" value="0.05" units="cm"/>
      <inkml:brushProperty name="height" value="0.05" units="cm"/>
      <inkml:brushProperty name="color" value="#E71224"/>
    </inkml:brush>
  </inkml:definitions>
  <inkml:trace contextRef="#ctx0" brushRef="#br0">12 24 17512,'0'0'6432,"18"-4"-6136,-8 1-276,72-12 248,-74 14-251,1 1-1,-1 0 0,1 0 0,-1 1 1,1 0-1,-1 0 0,0 1 1,1 0-1,15 7 0,-15-5-32,0 1 0,-1 0-1,1 0 1,-1 1 0,14 13 0,-20-18 12,-1 0 0,0 0 0,0 1 0,1-1 0,-1 0 0,0 1 0,0-1 0,-1 1 0,1-1 0,0 1 0,0 0 0,-1-1 0,1 1 0,-1 0 0,1-1 0,-1 1 0,0 0 0,0 0 0,1-1 0,-1 1 0,0 0 0,-1 0 0,1 0 0,0-1 0,-1 1 0,1 0 1,0-1-1,-1 1 0,0 0 0,0-1 0,1 1 0,-1-1 0,0 1 0,0-1 0,0 1 0,0-1 0,-1 0 0,1 1 0,0-1 0,0 0 0,-1 0 0,1 0 0,-2 1 0,-16 10 44,0 0 0,0-1 0,-1-2-1,-32 12 1,30-13-40,0 1 0,1 1-1,1 1 1,-31 21 0,50-32-4,-1 1 1,1 0 0,0 0-1,0 0 1,0 0 0,0 0-1,0 0 1,0 1 0,0-1 0,0 0-1,0 1 1,0-1 0,0 0-1,1 1 1,-2 2 0,2-4 3,1 1 0,-1 0 0,0-1 0,0 1-1,0-1 1,0 1 0,1-1 0,-1 1 0,0-1 0,1 0 0,-1 1 0,0-1 0,1 1 0,-1-1 0,0 1 0,1-1 0,-1 0 0,1 1 0,-1-1 0,1 0-1,-1 0 1,1 1 0,-1-1 0,1 0 0,-1 0 0,1 0 0,-1 0 0,2 1 0,51 3 74,-45-5-59,232-8-326,-141 4-5231,-82 5 582,-6 0-4508</inkml:trace>
</inkml:ink>
</file>

<file path=ppt/ink/ink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6:13.887"/>
    </inkml:context>
    <inkml:brush xml:id="br0">
      <inkml:brushProperty name="width" value="0.05" units="cm"/>
      <inkml:brushProperty name="height" value="0.05" units="cm"/>
      <inkml:brushProperty name="color" value="#E71224"/>
    </inkml:brush>
  </inkml:definitions>
  <inkml:trace contextRef="#ctx0" brushRef="#br0">5 1 15975,'0'0'9413,"0"29"-9013,0-6 16,0 1-368,0-2-32,0-2-32,-3-1 16,1-4-688,2-2-1137,0-4-816</inkml:trace>
  <inkml:trace contextRef="#ctx0" brushRef="#br0" timeOffset="1">188 19 10917,'0'0'14823,"2"-3"-14759,-2 27-32,0 5 128,0 3-112,-4-3 16,0-1-64,2-4-16,0-7-496,2-4-1057,0-8-672</inkml:trace>
</inkml:ink>
</file>

<file path=ppt/ink/ink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6:14.293"/>
    </inkml:context>
    <inkml:brush xml:id="br0">
      <inkml:brushProperty name="width" value="0.05" units="cm"/>
      <inkml:brushProperty name="height" value="0.05" units="cm"/>
      <inkml:brushProperty name="color" value="#E71224"/>
    </inkml:brush>
  </inkml:definitions>
  <inkml:trace contextRef="#ctx0" brushRef="#br0">1 44 14599,'0'0'4620,"18"-8"-4441,54-24-48,-71 31-127,-1 1-1,1 0 1,0-1 0,-1 1 0,1 0-1,0 0 1,-1-1 0,1 1 0,0 0-1,0 0 1,-1 0 0,1 0 0,0 0-1,0 0 1,-1 0 0,1 0 0,0 0-1,0 0 1,-1 1 0,1-1 0,0 0-1,-1 0 1,1 1 0,0-1-1,-1 1 1,1-1 0,0 0 0,-1 1-1,1-1 1,-1 1 0,1-1 0,-1 1-1,1-1 1,-1 1 0,1 0 0,-1-1-1,0 1 1,1 0 0,-1-1 0,0 1-1,1 0 1,-1-1 0,0 1 0,0 0-1,0 0 1,0-1 0,0 2 0,-2 31 206,2-31-179,-1 2-7,-1 1-1,1-1 0,-1 0 0,0 0 0,0 0 0,0 0 0,-1 0 0,0-1 0,1 1 0,-6 4 1,5-5-21,0 0 1,1 0 0,-1 0 0,1 0 0,0 0 0,0 0 0,0 1 0,0-1-1,1 1 1,-1 0 0,1-1 0,0 1 0,0 0 0,-1 6 0,2-7-3,0-1 0,1 1 0,-1-1 0,0 0 0,1 1 0,0-1 0,-1 0 0,1 1 0,0-1 0,0 0 0,0 0 0,1 0 0,-1 0 0,0 0 0,1 0 0,-1 0 0,1 0 0,2 1 0,39 24-9,2 2 6,-44-27 4,1-1 0,0 1 0,0 0 0,-1 0 0,1 1 0,-1-1 0,1 0 0,-1 1 0,0-1 0,0 0 0,0 1 0,0-1 0,-1 1 0,1-1 0,-1 1 0,1 0 0,-1 4 0,0-6 30,-1 0 0,0 0 0,1-1 0,-1 1 0,1 0 0,-1-1 0,0 1 0,0-1 0,1 1 0,-1 0 0,0-1 0,0 0 0,0 1 1,0-1-1,1 1 0,-1-1 0,0 0 0,0 0 0,0 1 0,0-1 0,0 0 0,0 0 0,0 0 0,-1 0 0,-32 2 303,29-2-343,-2 0-86,-50 4-267,21 6-3506,19-2-1770</inkml:trace>
</inkml:ink>
</file>

<file path=ppt/ink/ink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6:14.825"/>
    </inkml:context>
    <inkml:brush xml:id="br0">
      <inkml:brushProperty name="width" value="0.05" units="cm"/>
      <inkml:brushProperty name="height" value="0.05" units="cm"/>
      <inkml:brushProperty name="color" value="#E71224"/>
    </inkml:brush>
  </inkml:definitions>
  <inkml:trace contextRef="#ctx0" brushRef="#br0">0 36 16263,'0'0'8255,"3"-2"-7943,1 0-291,0 0 0,0 0 0,0 0 0,0 1 0,0 0-1,1 0 1,-1 0 0,1 0 0,-1 0 0,8 1 0,57 1-35,-37 0 33,171-1-2378,-202-1 2156,-1 1 0,0 0 0,1 0-1,-1 0 1,1 0 0,-1-1-1,0 1 1,1 0 0,-1-1-1,0 1 1,1 0 0,-1 0 0,0-1-1,0 1 1,1 0 0,-1-1-1,0 1 1,0-1 0,0 1 0,1 0-1,-1-1 1,0 1 0,0-1-1,0 1 1,0 0 0,0-1 0,0 1-1,0-1 1,0 1 0,0-1-1,0 1 1,0 0 0,0-1 0,0 1-1,0-1 1,-1 0 0,0-6-5476</inkml:trace>
</inkml:ink>
</file>

<file path=ppt/ink/ink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6:15.183"/>
    </inkml:context>
    <inkml:brush xml:id="br0">
      <inkml:brushProperty name="width" value="0.05" units="cm"/>
      <inkml:brushProperty name="height" value="0.05" units="cm"/>
      <inkml:brushProperty name="color" value="#E71224"/>
    </inkml:brush>
  </inkml:definitions>
  <inkml:trace contextRef="#ctx0" brushRef="#br0">23 38 10981,'0'0'11160,"-3"-8"-9730,1 1-1243,-5-15 397,4 22-353,1 16-131,-1 134 1178,1-75-2339,1 0-4465,1-56 1033</inkml:trace>
</inkml:ink>
</file>

<file path=ppt/ink/ink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6:15.587"/>
    </inkml:context>
    <inkml:brush xml:id="br0">
      <inkml:brushProperty name="width" value="0.05" units="cm"/>
      <inkml:brushProperty name="height" value="0.05" units="cm"/>
      <inkml:brushProperty name="color" value="#E71224"/>
    </inkml:brush>
  </inkml:definitions>
  <inkml:trace contextRef="#ctx0" brushRef="#br0">52 27 15335,'0'0'2684,"18"-4"-1417,-6 0-1091,2 0-76,0 0 1,0 0 0,0 2 0,1 0 0,-1 0-1,1 1 1,24 2 0,-33 1-85,0 0 1,0 0-1,0 1 1,0-1-1,0 2 1,0-1-1,-1 0 1,0 1-1,1 0 1,-1 0-1,-1 1 0,8 8 1,-10-12-11,0 1 1,-1 0 0,0-1-1,1 1 1,-1 0-1,0 0 1,0 0-1,0 0 1,0 0-1,0 0 1,0 0 0,-1 0-1,1 0 1,-1 1-1,0-1 1,1 0-1,-1 0 1,0 0 0,0 1-1,0-1 1,-1 0-1,1 0 1,0 0-1,-1 1 1,0-1-1,1 0 1,-1 0 0,0 0-1,0 0 1,0 0-1,0 0 1,0 0-1,-1-1 1,1 1 0,-1 0-1,1-1 1,-1 1-1,1-1 1,-1 1-1,-3 1 1,-16 10 53,0-1 1,-2 0-1,-30 11 0,36-17-12,1 0-1,-1 2 0,1 0 1,1 1-1,-1 0 0,1 1 0,1 1 1,-21 20-1,34-30 2,0 0 1,0-1 0,0 1-1,0 0 1,0 0 0,1 0-1,-1 0 1,0 0-1,1 0 1,-1 0 0,0 0-1,1 0 1,0 0 0,-1 1-1,1-1 1,0 0-1,-1 0 1,1 0 0,0 1-1,0-1 1,0 0-1,0 0 1,0 0 0,0 1-1,0-1 1,1 2 0,0-2-10,1 1 1,-1-1 0,0 0 0,0 0 0,1 0 0,-1 0 0,1 0-1,-1 0 1,1 0 0,0 0 0,-1-1 0,1 1 0,0 0 0,-1-1 0,1 0-1,2 1 1,13 1 69,0 0-1,0-2 0,17 0 1,-22-1-24,200-5-99,-121 0-2393,-69 5-1861,-17 1 1165</inkml:trace>
</inkml:ink>
</file>

<file path=ppt/ink/ink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6:15.948"/>
    </inkml:context>
    <inkml:brush xml:id="br0">
      <inkml:brushProperty name="width" value="0.05" units="cm"/>
      <inkml:brushProperty name="height" value="0.05" units="cm"/>
      <inkml:brushProperty name="color" value="#E71224"/>
    </inkml:brush>
  </inkml:definitions>
  <inkml:trace contextRef="#ctx0" brushRef="#br0">0 6 11013,'0'0'12710,"6"-2"-12566,-6 19 384,0 5-208,0 1-224,0-1-16,0-2-80,0-1-144,0-3-944,0-1-1265,0-2-817,0-5-2736</inkml:trace>
  <inkml:trace contextRef="#ctx0" brushRef="#br0" timeOffset="1">218 1 15687,'0'0'10165,"-2"61"-9525,-4-35-560,0 2 112,2-1-192,-2-3-144,0-1-80,3-7-560,1-3-961,2-2-656</inkml:trace>
</inkml:ink>
</file>

<file path=ppt/ink/ink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6:16.323"/>
    </inkml:context>
    <inkml:brush xml:id="br0">
      <inkml:brushProperty name="width" value="0.05" units="cm"/>
      <inkml:brushProperty name="height" value="0.05" units="cm"/>
      <inkml:brushProperty name="color" value="#E71224"/>
    </inkml:brush>
  </inkml:definitions>
  <inkml:trace contextRef="#ctx0" brushRef="#br0">8 1 15591,'0'0'5568,"-2"13"-5347,1-7-190,-4 52 23,5-55-54,0-1 0,0 1 0,0-1 0,1 1 0,-1-1 0,0 1 0,1-1 0,0 1 1,0-1-1,0 1 0,0-1 0,0 0 0,0 1 0,0-1 0,1 0 0,-1 0 0,1 0 0,-1 0 0,1 0 0,0-1 0,0 1 0,0 0 0,3 1 0,-4-2 55,1-1 0,-1 0 1,1 1-1,-1-1 0,1 0 1,-1 1-1,1-1 0,-1 0 1,1 0-1,-1 0 0,1 0 1,-1-1-1,1 1 0,-1 0 1,1-1-1,-1 1 0,1-1 1,-1 1-1,1-1 0,-1 0 0,0 0 1,1 1-1,-1-1 0,0 0 1,0 0-1,0 0 0,0 0 1,0-1-1,2-1 0,25-44 2479,-20 32-1551,-11 182-1269,-4-57-6485,4-77 1945</inkml:trace>
</inkml:ink>
</file>

<file path=ppt/ink/ink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6:16.698"/>
    </inkml:context>
    <inkml:brush xml:id="br0">
      <inkml:brushProperty name="width" value="0.05" units="cm"/>
      <inkml:brushProperty name="height" value="0.05" units="cm"/>
      <inkml:brushProperty name="color" value="#E71224"/>
    </inkml:brush>
  </inkml:definitions>
  <inkml:trace contextRef="#ctx0" brushRef="#br0">241 1 17256,'0'0'8921,"-1"8"-8798,0 36 210,1 1 0,2-1 0,9 51 0,1 20-46,-2 46-169,-14 196-1,3-340-321,-1 1-1,-2-1 1,1 0-1,-2-1 1,0 1-1,-1-1 1,-1 0-1,0 0 1,-1-1-1,-1 0 1,-1-1-1,-13 18 1,11-18-971,-1-1 0,0 0 1,-1-2-1,0 1 0,-1-1 0,0-1 1,-17 8-1,-20 7-4310</inkml:trace>
</inkml:ink>
</file>

<file path=ppt/ink/ink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6:17.591"/>
    </inkml:context>
    <inkml:brush xml:id="br0">
      <inkml:brushProperty name="width" value="0.05" units="cm"/>
      <inkml:brushProperty name="height" value="0.05" units="cm"/>
      <inkml:brushProperty name="color" value="#E71224"/>
    </inkml:brush>
  </inkml:definitions>
  <inkml:trace contextRef="#ctx0" brushRef="#br0">0 8 16712,'0'0'5570,"75"-7"-5474,-38 7-192,-11 0 0,-5 3-1120,-7 6-1137,-12 1-897,-2 3-2993</inkml:trace>
</inkml:ink>
</file>

<file path=ppt/ink/ink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6:17.918"/>
    </inkml:context>
    <inkml:brush xml:id="br0">
      <inkml:brushProperty name="width" value="0.05" units="cm"/>
      <inkml:brushProperty name="height" value="0.05" units="cm"/>
      <inkml:brushProperty name="color" value="#E71224"/>
    </inkml:brush>
  </inkml:definitions>
  <inkml:trace contextRef="#ctx0" brushRef="#br0">0 1 6051,'0'0'14839,"33"11"-14311,0-11-368,6 0-160,9 0-560,3 0-2418,-6 0-4193</inkml:trace>
</inkml:ink>
</file>

<file path=ppt/ink/ink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6:19.382"/>
    </inkml:context>
    <inkml:brush xml:id="br0">
      <inkml:brushProperty name="width" value="0.05" units="cm"/>
      <inkml:brushProperty name="height" value="0.05" units="cm"/>
      <inkml:brushProperty name="color" value="#E71224"/>
    </inkml:brush>
  </inkml:definitions>
  <inkml:trace contextRef="#ctx0" brushRef="#br0">95 83 9316,'0'0'8903,"-9"-1"-8252,-36-3 502,4 2 5183,44 1-6288,-1 0 0,1 0 0,0 0 0,-1 1 1,1-1-1,0 1 0,-1 0 0,1 0 0,0 0 0,0 0 1,4 1-1,0-1 9,374-16 456,-51 1-439,-214 13-71,843-17-86,-955 19 179,25-3-315,-28 3 282,-1 0 0,1-1 0,0 1 0,0 0 0,-1 0-1,1-1 1,0 1 0,-1 0 0,1-1 0,0 1 0,-1-1 0,1 1 0,0 0 0,-1-1 0,1 0-1,-1 1 1,1-1 0,-1 1 0,1-1 0,-1 0 0,0 1 0,1-1 0,-1 0 0,0 1 0,1-1 0,-1 0-1,0 0 1,0 1 0,0-1 0,0-1 0,-41 3-14152,12 2 2852</inkml:trace>
</inkml:ink>
</file>

<file path=ppt/ink/ink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6:20.976"/>
    </inkml:context>
    <inkml:brush xml:id="br0">
      <inkml:brushProperty name="width" value="0.05" units="cm"/>
      <inkml:brushProperty name="height" value="0.05" units="cm"/>
      <inkml:brushProperty name="color" value="#E71224"/>
    </inkml:brush>
  </inkml:definitions>
  <inkml:trace contextRef="#ctx0" brushRef="#br0">414 11 16456,'0'0'2678,"-18"-3"-1405,14 2-1223,-13-1 114,-1-1-1,0 2 0,-27 1 0,37 1-141,1-1 0,-1 2 0,1-1 0,-1 1 0,1 0 0,0 1 0,0 0 0,0 0 0,1 0 0,-1 1 0,1 0 0,-1 0 0,-10 10 0,12-9-16,0 1 1,0 0-1,1 0 1,-1 0 0,1 0-1,1 1 1,-1-1-1,1 1 1,0 0-1,1 0 1,-1 0-1,2 0 1,-1 1-1,1-1 1,0 1 0,0-1-1,1 1 1,0-1-1,0 1 1,1-1-1,0 0 1,0 1-1,1-1 1,0 0 0,0 1-1,1-1 1,-1-1-1,2 1 1,-1 0-1,1-1 1,0 1-1,8 9 1,39 24 0,-41-33 12,-1-1-1,0 2 0,0 0 0,15 15 1,-24-23 12,0 1-1,0-1 1,1 0 0,-1 1 0,0-1 0,0 0 0,1 1 0,-1-1 0,0 1 0,0-1-1,0 0 1,1 1 0,-1-1 0,0 1 0,0-1 0,0 0 0,0 1 0,0-1 0,0 1-1,0-1 1,0 1 0,0-1 0,0 0 0,0 1 0,-1-1 0,1 1 0,0-1 0,0 0-1,0 1 1,0-1 0,-1 1 0,1-1 0,0 0 0,0 1 0,-1-1 0,1 0 0,0 0-1,0 1 1,-1-1 0,1 0 0,0 1 0,-1-1 0,1 0 0,-1 0 0,1 0 0,0 0-1,-1 1 1,1-1 0,-1 0 0,1 0 0,0 0 0,-1 0 0,1 0 0,-1 0 0,1 0-1,0 0 1,-1 0 0,-33 2 233,28-2-164,-54 2 135,18-2-274,-75 12 1,101-8-1039,13 0-2125,27 0-904,12-4-302</inkml:trace>
</inkml:ink>
</file>

<file path=ppt/ink/ink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6:21.869"/>
    </inkml:context>
    <inkml:brush xml:id="br0">
      <inkml:brushProperty name="width" value="0.05" units="cm"/>
      <inkml:brushProperty name="height" value="0.05" units="cm"/>
      <inkml:brushProperty name="color" value="#E71224"/>
    </inkml:brush>
  </inkml:definitions>
  <inkml:trace contextRef="#ctx0" brushRef="#br0">109 0 2753,'0'0'14329,"-14"16"-13307,-45 53-549,55-62-428,-1 0 0,1 0 0,0 0 0,1 1 0,0-1 0,0 1 0,1 0 0,0 0 0,0 0 0,0 0 0,1 1 0,1-1 0,-1 0 0,2 0 0,-1 1 0,2 9 0,-1-2-34,-1-14-5,1 0 1,-1 0-1,1 0 1,-1-1-1,1 1 1,0 0 0,-1-1-1,1 1 1,0 0-1,0-1 1,0 1-1,0-1 1,0 1-1,1-1 1,-1 0-1,0 0 1,1 1-1,-1-1 1,1 0-1,-1 0 1,1 0-1,0 0 1,-1-1-1,1 1 1,2 0-1,-3 0 28,0-1-1,0 1 0,0-1 0,1 0 0,-1 0 0,0 0 0,0 1 0,1-1 1,-1 0-1,0 0 0,0-1 0,1 1 0,-1 0 0,0 0 0,0-1 0,0 1 1,1 0-1,-1-1 0,0 1 0,0-1 0,0 0 0,0 1 0,0-1 1,0 0-1,0 0 0,0 1 0,0-1 0,0 0 0,-1 0 0,1 0 0,0 0 1,0 0-1,-1 0 0,1 0 0,-1-1 0,1 0 0,2-9 5,-1 0 0,-1 1-1,0-1 1,0 0 0,-1-12 0,-1 13 5,1 0 1,0 0 0,1 0-1,1 0 1,-1 0-1,4-11 1,-3 18-18,-1 1 0,0-1-1,1 0 1,0 0 0,-1 1 0,1-1-1,0 1 1,1-1 0,-1 1 0,0 0-1,1 0 1,-1 0 0,1 0 0,-1 0-1,1 1 1,0-1 0,0 1 0,0 0-1,0 0 1,0 0 0,0 0 0,0 0-1,6 0 1,-5 0-10,-1 1 0,0-1 0,1 1 0,-1-1 1,1 1-1,-1 0 0,1 1 0,-1-1 0,1 0 0,-1 1 0,1 0 0,-1 0 0,0 0 0,1 0 1,-1 1-1,0-1 0,0 1 0,0 0 0,0 0 0,0 0 0,0 0 0,-1 0 0,1 1 0,-1-1 1,1 1-1,-1-1 0,3 7 0,1 2 153,-2 0 0,1 0-1,-1 1 1,-1-1 0,0 1 0,2 22 0,-5-34-164,0 1 1,0 0-1,0-1 1,0 1-1,0 0 1,0-1-1,1 1 1,-1-1-1,0 1 1,0 0-1,1-1 1,-1 1-1,0-1 1,1 1-1,-1-1 1,1 1 0,-1-1-1,1 1 1,-1-1-1,1 1 1,-1-1-1,1 0 1,-1 1-1,1-1 1,-1 0-1,1 1 1,0-1-1,-1 0 1,1 0-1,0 0 1,-1 1-1,1-1 1,-1 0-1,1 0 1,0 0-1,-1 0 1,1 0-1,0 0 1,-1 0-1,1-1 1,0 1-1,-1 0 1,1 0-1,0 0 1,-1-1-1,1 1 1,-1 0-1,1-1 1,-1 1-1,1 0 1,0-1-1,0 0 1,40-29 396,-24 16-312,-12 11-105,1-1 0,1 1 0,-1 0 0,0 0-1,1 0 1,10-1 0,-15 3 10,0 1 0,-1 0-1,1-1 1,0 1 0,0 0 0,0 0-1,0 0 1,0 1 0,0-1-1,0 0 1,0 1 0,0 0 0,0-1-1,0 1 1,0 0 0,0 0 0,-1 0-1,1 0 1,0 0 0,-1 0 0,1 0-1,-1 1 1,1-1 0,-1 1 0,0-1-1,2 3 1,-1-1 9,0 1 0,1-1 0,-1 0 0,1 0 0,0 0 0,-1 0 0,1-1 0,1 1 0,-1-1 0,0 1 0,1-1 0,-1 0 0,1-1 0,-1 1 0,1 0 0,0-1 0,0 0 0,0 0 0,0 0 0,0-1 0,0 1 0,0-1 0,0 0 0,0 0 0,0 0 0,0 0 0,0-1 0,0 0 0,0 0 0,-1 0 0,1 0 0,0-1 0,0 1 0,-1-1 0,1 0 0,-1 0 0,6-4 0,-7 4-12,0 0-1,1 0 1,-1 0 0,0 1-1,1-1 1,-1 1-1,1 0 1,0-1 0,-1 1-1,1 0 1,0 1 0,0-1-1,0 0 1,5 0-1,-4 3-2,0-1-1,-1 1 0,1-1 0,-1 1 0,0 0 0,1 0 1,-1 1-1,0-1 0,0 1 0,2 2 0,-3-4 12,5 4 3,0-1-1,0 0 1,0 0-1,1-1 1,0 0 0,0 0-1,0-1 1,0 0-1,0 0 1,0-1-1,0 0 1,1 0 0,-1-1-1,0 0 1,1-1-1,-1 0 1,15-3 0,-18 3-2,0 0 1,0 0 0,0 0 0,-1-1-1,1 1 1,0-1 0,-1 0 0,1-1 0,-1 1-1,0-1 1,0 0 0,0 0 0,0 0-1,0 0 1,-1-1 0,1 1 0,-1-1-1,0 0 1,0 0 0,-1 0 0,1-1-1,-1 1 1,0-1 0,0 1 0,0-1 0,-1 0-1,1 0 1,-1 1 0,0-1 0,0-6-1,-1 10 2,0 1 1,0-1-1,0 1 0,0-1 0,-1 0 0,1 1 0,0-1 0,0 1 1,0-1-1,-1 1 0,1-1 0,0 1 0,-1-1 0,1 1 0,0-1 0,-1 1 1,1-1-1,-1 1 0,1 0 0,-1-1 0,1 1 0,-1-1 0,1 1 1,-1 0-1,1 0 0,-1-1 0,1 1 0,-1 0 0,0 0 0,-25-1 84,20 1-49,1 1 0,-1 1 0,1-1 1,-1 1-1,1 0 0,-10 5 1,11-4-20,1 0 0,0 1 1,-1 0-1,2 0 1,-1 0-1,0 0 0,1 0 1,0 1-1,0-1 1,0 1-1,0-1 0,1 1 1,0 0-1,-1 6 1,1-8-20,0 0 0,1 0 0,0 0 0,-1 0 1,1 0-1,0 0 0,0 0 0,1 0 0,-1 0 1,1-1-1,-1 1 0,1 0 0,0 0 1,0 0-1,0 0 0,1-1 0,-1 1 0,1 0 1,-1-1-1,1 1 0,0-1 0,0 0 0,4 4 1,5-1-463,0 0 0,0-1 1,1 0-1,-1-1 1,1 0-1,0-1 0,0 0 1,0-1-1,0 0 1,0-1-1,24-3 0,3 2-2746,6 1-2256</inkml:trace>
</inkml:ink>
</file>

<file path=ppt/ink/ink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6:22.216"/>
    </inkml:context>
    <inkml:brush xml:id="br0">
      <inkml:brushProperty name="width" value="0.05" units="cm"/>
      <inkml:brushProperty name="height" value="0.05" units="cm"/>
      <inkml:brushProperty name="color" value="#E71224"/>
    </inkml:brush>
  </inkml:definitions>
  <inkml:trace contextRef="#ctx0" brushRef="#br0">0 35 14727,'0'0'9348,"0"0"-9319,1-1 0,-1 1 0,0 0 0,1 0 0,-1-1 0,0 1 0,1 0 0,-1 0 0,1 0 0,-1-1 0,0 1 0,1 0 0,-1 0 0,1 0 0,-1 0-1,0 0 1,1 0 0,-1 0 0,1 0 0,-1 0 0,0 0 0,1 0 0,-1 0 0,1 0 0,-1 0 0,0 0 0,1 0 0,-1 1 0,1-1 0,-1 0 0,0 0 0,1 0 0,-1 1 0,1-1 0,3 6-9,0-1 1,0 1-1,-1 0 1,0 0-1,0 0 1,0 1-1,-1-1 1,3 13-1,8 19 12,-8-29-39,-1 0-1,2 0 1,-1-1-1,1 1 1,0-1 0,1-1-1,10 11 1,-15-17 4,0 1 0,-1-1 1,1 1-1,0-1 0,0 0 0,-1 0 1,1 0-1,0 0 0,0 0 0,0 0 1,0 0-1,1-1 0,-1 1 1,0-1-1,0 1 0,0-1 0,1 0 1,-1 0-1,0 0 0,0 0 1,0 0-1,1 0 0,-1-1 0,0 1 1,0-1-1,0 0 0,0 1 0,0-1 1,0 0-1,0 0 0,0 0 1,0-1-1,0 1 0,-1 0 0,1-1 1,0 1-1,-1-1 0,1 1 1,1-4-1,23-31 226,-2-1-1,-2 0 1,26-61 0,-47 97-218,4 2-1092,0 12-28,5 21-1378,-9-29 1796,1 2-271,0-1 0,0 1 0,1-1 0,0 0 0,0 0 0,8 11 0,12 11-5534</inkml:trace>
</inkml:ink>
</file>

<file path=ppt/ink/ink4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6:23.340"/>
    </inkml:context>
    <inkml:brush xml:id="br0">
      <inkml:brushProperty name="width" value="0.05" units="cm"/>
      <inkml:brushProperty name="height" value="0.05" units="cm"/>
      <inkml:brushProperty name="color" value="#E71224"/>
    </inkml:brush>
  </inkml:definitions>
  <inkml:trace contextRef="#ctx0" brushRef="#br0">143 323 10517,'0'0'9519,"-13"-3"-9020,11 3-482,-2-2-7,1 1 0,-1 0 0,0 0 1,1 1-1,-1-1 0,0 1 1,0 0-1,1 0 0,-1 0 0,0 0 1,1 1-1,-1-1 0,0 1 0,1 0 1,-1 0-1,1 0 0,-1 1 1,1-1-1,-1 1 0,1 0 0,0 0 1,0 0-1,0 0 0,0 1 0,0-1 1,1 1-1,-1 0 0,-3 4 1,3-3-16,1-1 1,-1 1 0,1 0-1,-1 0 1,1 0 0,0 0 0,1 0-1,-1 0 1,1 0 0,0 1 0,0-1-1,0 0 1,0 1 0,1 5 0,23-10-253,-18-1 250,-1 0 0,0-1 0,1 1-1,-1-1 1,0 0 0,0 0-1,0 0 1,0-1 0,-1 1 0,5-5-1,-4 4-11,-1 1-1,0-1 0,0 1 0,1 0 1,0 0-1,-1 0 0,1 0 1,0 1-1,0-1 0,0 1 1,0 0-1,7-1 0,19 45-260,-26-41 283,0 0-1,0 0 1,0 0-1,1-1 1,-1 1 0,1-1-1,-1 0 1,1 0-1,0-1 1,-1 1 0,1-1-1,0 0 1,-1 0-1,1-1 1,6 0-1,-1-1 6,0 0-1,-1-1 0,1 0 0,-1 0 0,1-1 0,8-5 0,-3-1 33,0 0 1,-1-1 0,-1 0-1,0-1 1,0-1-1,-1 0 1,-1-1-1,0 0 1,-1 0 0,0-1-1,8-20 1,-5 8 453,-2 0-1,-1 0 1,-1-1 0,-1 0-1,-2-1 1,3-29 0,-15 63 2466,-9 20-2466,-16 38-728,22-33 141,0 0-1,2 0 1,2 1 0,0 0-1,2 0 1,1 0-1,6 62 1,-4-92 43,0 1 0,0-1 1,0 0-1,0 1 0,1-1 0,-1 1 0,1-1 0,-1 0 1,1 1-1,-1-1 0,1 0 0,0 1 0,0-1 0,0 0 0,0 0 1,0 0-1,0 0 0,0 0 0,0 0 0,0 0 0,0 0 1,0 0-1,1-1 0,-1 1 0,0 0 0,0-1 0,1 1 1,-1-1-1,1 1 0,-1-1 0,0 0 0,1 0 0,-1 1 0,1-1 1,-1 0-1,1 0 0,-1 0 0,1-1 0,-1 1 0,0 0 1,1 0-1,-1-1 0,1 1 0,-1-1 0,0 0 0,1 1 1,-1-1-1,1 0 0,6-3-3,0 0 0,0 0 0,-1-1 1,0 0-1,0 0 0,10-9 0,-5 1 32,1 1 47,-1 0 1,0-2 0,-1 1-1,10-18 1,-28 86 621,4-44-647,0 1 0,1 0 0,1 0 0,0 0 0,1 20 0,0-29-1,0-2-8,0 0 0,1 1 0,-1-1 0,1 1 1,-1-1-1,1 0 0,0 1 0,0-1 0,-1 0 0,1 0 0,0 0 1,0 0-1,0 0 0,0 0 0,0 0 0,1 0 0,-1 0 1,0 0-1,0 0 0,1-1 0,-1 1 0,0 0 0,1-1 0,-1 1 1,0-1-1,1 0 0,-1 1 0,1-1 0,-1 0 0,1 0 1,-1 0-1,1 0 0,-1 0 0,1 0 0,1-1 0,4 1-9,-1 0-1,1-1 0,0 0 0,-1 0 1,1 0-1,-1-1 0,8-3 1,4-5 0,0-2 1,0 0 0,-1 0 0,27-28 0,-26 24 43,-17 25 30,0 1-1,1 0 1,1-1-1,-1 1 1,7 12-1,-5-17-52,1-1-1,0 1 1,0-1 0,0-1 0,1 1-1,-1-1 1,1 0 0,0 0-1,-1 0 1,1-1 0,1 0-1,-1 0 1,0-1 0,0 1-1,1-2 1,-1 1 0,0-1-1,9 0 1,-7 1 2,1-1 0,-1-1 0,0 1 0,1-2-1,-1 1 1,0-1 0,0 0 0,1-1 0,-2 0 0,1 0 0,0 0-1,-1-1 1,10-7 0,-13 8 1,-1 0 0,1 0 0,-1-1 0,0 1 0,0-1 0,0 0 0,0 0 0,-1 0 0,0 0 0,0-1 0,0 1 0,0-1 0,-1 1 0,1-1 0,-1 0 1,0 1-1,-1-1 0,1-6 0,-30 12 318,25 1-308,1-1 0,-1 1-1,1 0 1,0 0 0,0 1 0,0-1 0,0 1-1,0-1 1,0 1 0,1 0 0,-1 0 0,1 0-1,0 0 1,0 1 0,0-1 0,0 1 0,0-1-1,-1 6 1,1-4-15,0 1 0,0 0 0,1-1 1,-1 1-1,1 0 0,1 0 0,-1 0 0,1 0 0,0 0 0,0 0 0,2 10 0,-1-15 2,0 0-1,0 0 1,-1 0 0,1 0-1,0 1 1,0-2-1,0 1 1,0 0 0,0 0-1,0 0 1,0 0-1,1-1 1,-1 1 0,0 0-1,0-1 1,1 1-1,-1-1 1,0 1 0,1-1-1,-1 0 1,0 0-1,1 0 1,2 1 0,39-1-15,-31 0 2,17 0-631,0-2 1,44-7-1,-55 5-2109,1-1-1,29-12 1,-30 8-3793</inkml:trace>
</inkml:ink>
</file>

<file path=ppt/ink/ink4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6:26.664"/>
    </inkml:context>
    <inkml:brush xml:id="br0">
      <inkml:brushProperty name="width" value="0.05" units="cm"/>
      <inkml:brushProperty name="height" value="0.05" units="cm"/>
      <inkml:brushProperty name="color" value="#E71224"/>
    </inkml:brush>
  </inkml:definitions>
  <inkml:trace contextRef="#ctx0" brushRef="#br0">213 173 10981,'0'0'6542,"1"13"-5713,-1 0-770,1 5 538,-1-1 0,-4 35 0,2-45-422,1-1-1,-1 1 1,0-1-1,0 1 1,-1-1-1,1 0 1,-1 0 0,-1 0-1,1-1 1,-1 1-1,0-1 1,-9 9 0,11-11-137,-1-1 1,0 1 0,0 0-1,-1-1 1,1 0 0,0 0-1,-1 0 1,1 0 0,-1 0-1,0-1 1,0 1 0,1-1-1,-1 0 1,0-1-1,0 1 1,0 0 0,0-1-1,0 0 1,0 0 0,0 0-1,0-1 1,0 1 0,0-1-1,0 0 1,0 0 0,0 0-1,0-1 1,1 1 0,-1-1-1,1 0 1,-1 0 0,1 0-1,0-1 1,-1 1 0,1-1-1,0 0 1,1 1 0,-1-1-1,0-1 1,1 1 0,0 0-1,0-1 1,0 1 0,0-1-1,0 1 1,1-1 0,0 0-1,-1 0 1,1 0 0,0-4-1,-1 1-19,0 0-1,1 0 1,0-1-1,1 1 1,-1 0-1,1 0 1,1 0-1,-1-1 1,1 1-1,0 0 1,1 0-1,0 0 0,0 0 1,0 0-1,1 1 1,0-1-1,1 1 1,-1-1-1,1 1 1,5-6-1,3-1 18,0 1-1,1 0 1,0 1-1,1 1 1,1 0-1,-1 1 1,22-11-1,-8 7-105,0 1-1,1 2 0,0 0 0,1 2 0,-1 1 0,2 2 0,-1 0 0,0 2 0,47 2 0,-72 1-256,0 1 1,0 0 0,-1 0-1,1 1 1,0-1 0,-1 1-1,1 0 1,-1 0 0,1 1-1,-1-1 1,0 1-1,0 0 1,0 0 0,0 0-1,-1 0 1,1 1 0,-1 0-1,0 0 1,0-1-1,4 8 1,11 12-3924</inkml:trace>
</inkml:ink>
</file>

<file path=ppt/ink/ink4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6:27.357"/>
    </inkml:context>
    <inkml:brush xml:id="br0">
      <inkml:brushProperty name="width" value="0.05" units="cm"/>
      <inkml:brushProperty name="height" value="0.05" units="cm"/>
      <inkml:brushProperty name="color" value="#E71224"/>
    </inkml:brush>
  </inkml:definitions>
  <inkml:trace contextRef="#ctx0" brushRef="#br0">9 28 11909,'0'0'10501,"-9"-13"-9764,30 11-257,10-3-464,6 1 32,-2 2-96,0 0 32,-4 2-16,-4 0-208,-7 0-1873,-5 2-80,-9 13-1457,-6 5-2993</inkml:trace>
</inkml:ink>
</file>

<file path=ppt/ink/ink4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6:27.703"/>
    </inkml:context>
    <inkml:brush xml:id="br0">
      <inkml:brushProperty name="width" value="0.05" units="cm"/>
      <inkml:brushProperty name="height" value="0.05" units="cm"/>
      <inkml:brushProperty name="color" value="#E71224"/>
    </inkml:brush>
  </inkml:definitions>
  <inkml:trace contextRef="#ctx0" brushRef="#br0">1 10 13270,'0'0'11894,"61"-2"-11622,-26-4-112,2 5-160,-2 1-256,-2 0-1777,2 0-1345,-6 11-1488</inkml:trace>
</inkml:ink>
</file>

<file path=ppt/ink/ink4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6:32.060"/>
    </inkml:context>
    <inkml:brush xml:id="br0">
      <inkml:brushProperty name="width" value="0.05" units="cm"/>
      <inkml:brushProperty name="height" value="0.05" units="cm"/>
      <inkml:brushProperty name="color" value="#E71224"/>
    </inkml:brush>
  </inkml:definitions>
  <inkml:trace contextRef="#ctx0" brushRef="#br0">467 93 8404,'0'0'9388,"-7"-13"-8358,-1-5-647,6 11-88,-2 0 1,1 0-1,-1 0 1,0 0 0,0 1-1,-9-11 1,12 17-254,1 0 0,0-1 0,-1 1 1,1 0-1,0-1 0,-1 1 0,1 0 0,-1 0 1,1-1-1,0 1 0,-1 0 0,1 0 0,-1 0 0,1 0 1,-1 0-1,1 0 0,-1-1 0,1 1 0,-1 0 1,1 0-1,-1 0 0,1 1 0,-1-1 0,1 0 1,0 0-1,-1 0 0,1 0 0,-1 0 0,1 0 1,-1 1-1,1-1 0,-1 0 0,1 0 0,0 1 1,-1-1-1,1 0 0,0 1 0,-1-1 0,1 0 1,0 1-1,-1-1 0,1 0 0,0 1 0,0-1 1,-1 1-1,1-1 0,0 1 0,0-1 0,0 1 1,0-1-1,-1 0 0,1 1 0,0-1 0,0 1 1,0 0-1,-10 33-369,9-31 505,-7 42 65,2 0 1,1 1-1,3-1 1,5 59-1,-2-17 141,4 16-72,20 120 0,-12-132-193,3 184 0,-16-268-100,-1-1 1,-1 1-1,1 0 1,-1-1 0,0 1-1,-1-1 1,1 0-1,-1 0 1,-1 0-1,1 0 1,-1 0 0,0-1-1,0 1 1,-1-1-1,1 0 1,-1 0 0,0-1-1,-1 0 1,1 0-1,-1 0 1,0 0 0,0-1-1,0 0 1,0 0-1,0-1 1,-1 1 0,1-1-1,-1-1 1,0 1-1,1-1 1,-14 0 0,0-3-1,0-1 0,-1 0 0,2-2 0,-1 0 0,1-2 0,0 0 0,0-1 0,-22-12 0,16 8-33,21 10-97,1 0 1,-1 0-1,1 0 1,0 0 0,0 0-1,0-1 1,0 1-1,0-1 1,0 0-1,0 0 1,1 0-1,0 0 1,-3-5-1,3 5-266,1-1 0,0 0 0,0 0 0,0 1 0,0-1 0,1 0 0,-1 0-1,1 0 1,0 0 0,0 0 0,1 0 0,-1 0 0,1 0 0,0 1 0,0-1 0,0 0 0,0 0 0,1 1-1,-1-1 1,5-5 0,21-30-5420,7-1-4827</inkml:trace>
</inkml:ink>
</file>

<file path=ppt/ink/ink4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6:32.965"/>
    </inkml:context>
    <inkml:brush xml:id="br0">
      <inkml:brushProperty name="width" value="0.05" units="cm"/>
      <inkml:brushProperty name="height" value="0.05" units="cm"/>
      <inkml:brushProperty name="color" value="#E71224"/>
    </inkml:brush>
  </inkml:definitions>
  <inkml:trace contextRef="#ctx0" brushRef="#br0">38 289 6451,'0'0'8892,"-7"-5"-7769,-21-18 171,28 23-1248,0 0 0,0 0 0,0 0 0,-1 0 0,1 0 0,0 0 0,0 0 0,0 0 0,0 0 1,0 0-1,0-1 0,-1 1 0,1 0 0,0 0 0,0 0 0,0 0 0,0 0 0,0 0 0,0-1 0,0 1 0,0 0 0,0 0 0,0 0 0,-1 0 0,1 0 0,0-1 0,0 1 0,0 0 0,0 0 0,0 0 0,0 0 0,0-1 0,0 1 0,0 0 1,0 0-1,1 0 0,-1 0 0,0 0 0,0-1 0,0 1 0,0 0 0,0 0 0,0 0 0,0 0 0,0 0 0,0-1 0,0 1 0,0 0 0,1 0 0,-1 0 0,0 0 0,0 0 0,13-4 457,18 2-750,-30 2 382,887-9 1089,9 0-165,223-29-186,-978 36-811,24 1 50,303-41-1,-401 27 244,76-29 0,-83 24-27,101-20 0,-62 26-25,119-1 0,-239 16-779,0 1-1,0 1 1,0 0 0,-22 8-1,-40 15-5302,57-18 2836,-40 12-9796</inkml:trace>
</inkml:ink>
</file>

<file path=ppt/ink/ink4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6:33.701"/>
    </inkml:context>
    <inkml:brush xml:id="br0">
      <inkml:brushProperty name="width" value="0.05" units="cm"/>
      <inkml:brushProperty name="height" value="0.05" units="cm"/>
      <inkml:brushProperty name="color" value="#E71224"/>
    </inkml:brush>
  </inkml:definitions>
  <inkml:trace contextRef="#ctx0" brushRef="#br0">13 31 13222,'0'0'7267,"-2"-7"-6197,-5-16-488,4 33 87,4 58 615,0-30-759,-1 183 670,0-74-4721,0-142 2607,0 1 1,1-1 0,-1 0 0,1 0 0,1 1 0,2 6 0,2 5-4730</inkml:trace>
</inkml:ink>
</file>

<file path=ppt/ink/ink4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6:34.088"/>
    </inkml:context>
    <inkml:brush xml:id="br0">
      <inkml:brushProperty name="width" value="0.05" units="cm"/>
      <inkml:brushProperty name="height" value="0.05" units="cm"/>
      <inkml:brushProperty name="color" value="#E71224"/>
    </inkml:brush>
  </inkml:definitions>
  <inkml:trace contextRef="#ctx0" brushRef="#br0">1 71 12870,'0'0'7161,"16"0"-6753,109-3-59,-1-6 1,130-25-1,-216 24-343,-26 6-244,0 1 1,0 0-1,24-2 1,-42 20-8207,-12 4 1643</inkml:trace>
</inkml:ink>
</file>

<file path=ppt/ink/ink4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6:34.636"/>
    </inkml:context>
    <inkml:brush xml:id="br0">
      <inkml:brushProperty name="width" value="0.05" units="cm"/>
      <inkml:brushProperty name="height" value="0.05" units="cm"/>
      <inkml:brushProperty name="color" value="#E71224"/>
    </inkml:brush>
  </inkml:definitions>
  <inkml:trace contextRef="#ctx0" brushRef="#br0">9 124 12134,'0'0'7467,"-2"-10"-6904,1 8-543,0-1 12,0 1 0,0 0 0,1 0 1,-1-1-1,1 1 0,-1 0 0,1-1 0,0 1 1,0 0-1,0-1 0,0 1 0,0-1 0,1 1 1,-1 0-1,1 0 0,-1-1 0,1 1 0,0 0 1,0 0-1,0-1 0,0 1 0,0 0 1,0 0-1,1 0 0,-1 1 0,1-1 0,0 0 1,-1 0-1,1 1 0,0-1 0,0 1 0,0 0 1,0-1-1,2 0 0,3-2 49,-1 1 0,1 0 1,0 0-1,0 0 0,0 1 0,0 0 0,1 1 0,-1-1 1,0 1-1,1 1 0,-1 0 0,1 0 0,-1 0 0,1 1 0,-1 0 1,9 2-1,-12-2-67,0 1-1,0-1 1,-1 1 0,1 0 0,0 0-1,-1 1 1,1-1 0,-1 1 0,0-1-1,0 1 1,0 0 0,0 0 0,0 1 0,-1-1-1,1 1 1,-1-1 0,0 1 0,0 0-1,0-1 1,-1 1 0,1 0 0,-1 0-1,0 0 1,0 1 0,0-1 0,-1 0 0,1 0-1,-1 0 1,-1 6 0,0 14 69,1-24-78,0 0 1,0 0-1,0 0 1,-1 0 0,1 0-1,0 0 1,0 0 0,0 0-1,0 0 1,0 0-1,0 0 1,0 0 0,0 0-1,0 0 1,0 0-1,0 0 1,0 0 0,0 0-1,0 0 1,-1 0-1,1 0 1,0 0 0,0 0-1,0 0 1,0 0-1,0 0 1,0 0 0,0 0-1,0 0 1,0 0 0,0 0-1,0 0 1,0 0-1,0 0 1,0 0 0,0 0-1,-1 0 1,1-3 4,0 0 0,1 0 0,-1 0 1,0 0-1,1 0 0,0 0 0,-1 0 0,1 0 1,1 0-1,1-4 0,3-3-10,1 0 0,0 1 0,0 0 0,1 0 0,10-9-1,-14 13 2,1 1-1,1-1 0,-1 1 1,0 0-1,1 1 0,0-1 1,0 1-1,0 0 0,1 0 0,8-2 1,-13 5 5,0 0 0,0 0 0,-1 0 0,1 0 0,0 1 0,-1-1 0,1 1 0,0-1 0,-1 1 1,1-1-1,0 1 0,-1 0 0,1 0 0,-1 0 0,1 0 0,-1 0 0,0 0 0,1 0 0,-1 0 0,0 0 0,0 1 0,0-1 0,0 1 1,0-1-1,0 1 0,0-1 0,0 1 0,-1-1 0,1 1 0,-1 0 0,1-1 0,0 3 0,2 10 67,0-1 1,0 1-1,0 16 0,-1-12-35,2 16-470,3 0 1,13 41 0,-8-55-4630,-2-12-80</inkml:trace>
</inkml:ink>
</file>

<file path=ppt/ink/ink4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6:36.931"/>
    </inkml:context>
    <inkml:brush xml:id="br0">
      <inkml:brushProperty name="width" value="0.05" units="cm"/>
      <inkml:brushProperty name="height" value="0.05" units="cm"/>
      <inkml:brushProperty name="color" value="#E71224"/>
    </inkml:brush>
  </inkml:definitions>
  <inkml:trace contextRef="#ctx0" brushRef="#br0">382 0 11333,'0'0'9210,"-2"2"-8930,-16 13-110,0 0-1,-1-2 1,-1 0 0,0-1 0,0-2 0,-34 14-1,-2 2 121,-84 44 139,139-70-423,0 1 0,0-1-1,1 0 1,-1 1-1,0-1 1,0 1-1,0-1 1,1 1 0,-1-1-1,0 1 1,1 0-1,-1-1 1,0 1-1,1 0 1,-1 0 0,1-1-1,-1 1 1,1 0-1,-1 1 1,12 5 29,33-4-27,-38-3 8,50 0 18,-30-1-39,1 1 0,0 1 0,0 1 0,-1 1 1,1 2-1,-1 1 0,34 11 0,-58-16-3,0-1 1,-1 1-1,1 0 1,0-1-1,0 1 1,0 0 0,-1 0-1,1 0 1,0 1-1,-1-1 1,1 0-1,-1 1 1,0-1-1,1 1 1,-1-1-1,0 1 1,0 0-1,0-1 1,0 1-1,0 0 1,0 0-1,0 0 1,-1-1 0,1 1-1,-1 0 1,1 0-1,-1 0 1,0 0-1,0 0 1,0 0-1,0 0 1,0 0-1,0 0 1,0 0-1,-1 0 1,1 0-1,-1 0 1,0 0-1,1 0 1,-3 3 0,-1 2 4,-1 0 1,0 0-1,0 0 1,0-1-1,-1 0 1,0 0 0,-1 0-1,-8 6 1,-21 12 25,-52 25 0,61-36-10,1 2 0,0 1 0,0 1 1,-43 38-1,68-55-9,1 1 0,-1-1 0,1 0 0,-1 1 0,1-1 0,-1 0 1,1 1-1,0-1 0,-1 1 0,1-1 0,0 1 0,-1-1 0,1 1 0,0-1 0,-1 1 1,1 0-1,0-1 0,0 1 0,0-1 0,0 1 0,-1 0 0,1-1 0,0 1 1,0-1-1,0 1 0,0 0 0,0-1 0,1 1 0,-1-1 0,0 1 0,0 0 0,0-1 1,0 1-1,1-1 0,-1 1 0,0-1 0,1 1 0,-1-1 0,0 1 0,1-1 1,-1 1-1,0-1 0,1 1 0,-1-1 0,1 1 0,-1-1 0,1 0 0,-1 1 0,1-1 1,-1 0-1,1 0 0,0 1 0,-1-1 0,1 0 0,0 0 0,37 9 92,-35-9-89,88 8-279,120-6 0,-113-3-5144</inkml:trace>
</inkml:ink>
</file>

<file path=ppt/ink/ink4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6:37.305"/>
    </inkml:context>
    <inkml:brush xml:id="br0">
      <inkml:brushProperty name="width" value="0.05" units="cm"/>
      <inkml:brushProperty name="height" value="0.05" units="cm"/>
      <inkml:brushProperty name="color" value="#E71224"/>
    </inkml:brush>
  </inkml:definitions>
  <inkml:trace contextRef="#ctx0" brushRef="#br0">13 1 16055,'0'0'5827,"-6"109"-5123,6-83-319,0-2-353,0-5 144,-2-3-176,0-3 0,0-2-593,2-5-991,0-2-914</inkml:trace>
</inkml:ink>
</file>

<file path=ppt/ink/ink4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6:37.648"/>
    </inkml:context>
    <inkml:brush xml:id="br0">
      <inkml:brushProperty name="width" value="0.05" units="cm"/>
      <inkml:brushProperty name="height" value="0.05" units="cm"/>
      <inkml:brushProperty name="color" value="#E71224"/>
    </inkml:brush>
  </inkml:definitions>
  <inkml:trace contextRef="#ctx0" brushRef="#br0">1 28 15655,'0'0'4978,"27"-28"-5026,-9 28-256,-1 6-1232,-1 8-1138,-4 3-3312</inkml:trace>
</inkml:ink>
</file>

<file path=ppt/ink/ink4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6:38.022"/>
    </inkml:context>
    <inkml:brush xml:id="br0">
      <inkml:brushProperty name="width" value="0.05" units="cm"/>
      <inkml:brushProperty name="height" value="0.05" units="cm"/>
      <inkml:brushProperty name="color" value="#E71224"/>
    </inkml:brush>
  </inkml:definitions>
  <inkml:trace contextRef="#ctx0" brushRef="#br0">1 1 11125,'0'0'3602,"14"3"-3762,43 12-766,-56-14 757,0-1-1,0 0 1,0 0 0,0 1 0,0-1-1,0 0 1,0 1 0,0-1-1,0 1 1,0 0 0,0-1 0,0 1-1,0 0 1,0-1 0,-1 1 0,1 0-1,0 0 1,-1 0 0,1 0-1,0-1 1,-1 1 0,1 0 0,-1 0-1,1 0 1,-1 0 0,0 0 0,1 1-1,-1-1 1,0 0 0,0 0-1,0 0 1,0 0 0,0 0 0,0 0-1,0 0 1,0 0 0,0 0 0,-1 0-1,1 0 1,0 1 0,-1-1-1,1 0 1,0 0 0,-2 1 0,-25 33-1645,26-34 1915,-9 9 956,7-8-492,0 0 0,0 1-1,0-1 1,0 1-1,1 0 1,-1-1 0,1 1-1,0 1 1,0-1 0,0 0-1,1 0 1,-1 1-1,1-1 1,-1 1 0,1-1-1,-1 6 1,6-7-445,1-1 0,-1 0 0,1 0 0,-1 0 0,1 0 0,-1-1 0,1 1 1,-1-1-1,1-1 0,7 0 0,-6 1-246,14 0-1752,0 0-2353</inkml:trace>
</inkml:ink>
</file>

<file path=ppt/ink/ink4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6:38.364"/>
    </inkml:context>
    <inkml:brush xml:id="br0">
      <inkml:brushProperty name="width" value="0.05" units="cm"/>
      <inkml:brushProperty name="height" value="0.05" units="cm"/>
      <inkml:brushProperty name="color" value="#E71224"/>
    </inkml:brush>
  </inkml:definitions>
  <inkml:trace contextRef="#ctx0" brushRef="#br0">9 16 11509,'0'0'10744,"0"-16"-9229,-4 123 550,-1 14-4893,10-103-2753</inkml:trace>
</inkml:ink>
</file>

<file path=ppt/ink/ink4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6:39.268"/>
    </inkml:context>
    <inkml:brush xml:id="br0">
      <inkml:brushProperty name="width" value="0.05" units="cm"/>
      <inkml:brushProperty name="height" value="0.05" units="cm"/>
      <inkml:brushProperty name="color" value="#E71224"/>
    </inkml:brush>
  </inkml:definitions>
  <inkml:trace contextRef="#ctx0" brushRef="#br0">17 77 7155,'0'0'7422,"-17"3"-1133,17-6-6292,1 1 0,-1-1 1,0 0-1,1 1 0,-1-1 1,1 1-1,0-1 0,0 1 1,0-1-1,0 1 0,0 0 1,1 0-1,-1-1 0,0 1 1,1 0-1,0 0 0,0 0 1,-1 1-1,1-1 0,0 0 1,1 1-1,-1-1 0,0 1 1,0 0-1,0-1 0,1 1 1,-1 0-1,1 0 0,-1 1 1,1-1-1,-1 1 0,1-1 1,-1 1-1,1 0 0,0 0 1,3 0-1,-2-1 1,-1 1 1,1 0 0,-1 0-1,1 0 1,-1 1-1,1-1 1,-1 1-1,0-1 1,1 1 0,-1 0-1,0 1 1,1-1-1,-1 0 1,0 1 0,0 0-1,0 0 1,0 0-1,2 2 1,-1 0-3,-1 1-1,0-1 1,0 1 0,0-1 0,-1 1 0,0 0-1,0 0 1,0 0 0,0 0 0,-1 0 0,2 8-1,-2 10 75,-1-16 166,4-18-136,-2 3-106,1-1 1,1 2-1,-1-1 0,1 0 1,0 1-1,1-1 0,0 1 1,0 1-1,0-1 1,1 1-1,0 0 0,0 0 1,1 0-1,0 1 0,0 0 1,14-7-1,-19 11 3,-1 1 0,1 0 0,0 0-1,0-1 1,0 1 0,0 0 0,-1 1 0,1-1 0,0 0 0,0 1-1,0-1 1,-1 1 0,1-1 0,0 1 0,0 0 0,-1 0 0,1-1 0,-1 1-1,1 1 1,-1-1 0,1 0 0,-1 0 0,1 0 0,-1 1 0,0-1-1,0 1 1,0-1 0,0 1 0,0-1 0,0 1 0,0 0 0,0 1-1,6 11-5,0-1-1,8 28 0,-12-31 34,1 2-275,-1-4 203,-1 0 0,1-1-1,1 1 1,-1-1 0,6 8 0,-7-12-490,0-1 0,0 0 1,-1 0-1,1-1 0,0 1 0,0 0 0,1-1 0,-1 1 0,0-1 1,0 0-1,1 0 0,3 2 0,14 1-9330</inkml:trace>
</inkml:ink>
</file>

<file path=ppt/ink/ink4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6:42.155"/>
    </inkml:context>
    <inkml:brush xml:id="br0">
      <inkml:brushProperty name="width" value="0.05" units="cm"/>
      <inkml:brushProperty name="height" value="0.05" units="cm"/>
      <inkml:brushProperty name="color" value="#E71224"/>
    </inkml:brush>
  </inkml:definitions>
  <inkml:trace contextRef="#ctx0" brushRef="#br0">121 115 11269,'0'0'3906,"0"-17"-2252,0-81 3583,-2 106-4210,-1 0-931,-68 188 1626,60-157-1568,1 0 0,2 1 0,-3 51-1,8-54-109,1 0 0,3 1 0,0-1 0,3 0 0,15 68 0,-17-94-168,2 0 1,0 0-1,0-1 0,1 1 0,0-1 0,1 0 1,0 0-1,0-1 0,1 1 0,0-1 0,1-1 0,0 0 1,1 0-1,-1 0 0,2-1 0,-1-1 0,1 1 0,-1-1 1,2-1-1,-1 0 0,1 0 0,-1-1 0,15 3 0,-1-3-1109,0 0-1,0-2 0,1-1 0,-1-1 0,28-3 0,0-5-4673</inkml:trace>
</inkml:ink>
</file>

<file path=ppt/ink/ink4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6:42.637"/>
    </inkml:context>
    <inkml:brush xml:id="br0">
      <inkml:brushProperty name="width" value="0.05" units="cm"/>
      <inkml:brushProperty name="height" value="0.05" units="cm"/>
      <inkml:brushProperty name="color" value="#E71224"/>
    </inkml:brush>
  </inkml:definitions>
  <inkml:trace contextRef="#ctx0" brushRef="#br0">1 25 17224,'0'0'5789,"5"-3"-5639,9-1-125,-1-1 0,1 2 1,-1 0-1,1 0 0,26 0 1,84 2 30,-74 2-16,44-1-110,-93 0 65,0 0-1,-1 0 1,1 0-1,-1 1 1,1-1-1,0 0 1,-1 0-1,1 0 1,-1 1 0,1-1-1,0 0 1,-1 1-1,1-1 1,-1 1-1,1-1 1,-1 0-1,1 1 1,-1-1-1,0 1 1,1 0-1,-1-1 1,0 1-1,1-1 1,-1 1-1,0-1 1,1 1-1,-1 0 1,0-1-1,0 1 1,0 0-1,0-1 1,0 1-1,0-1 1,0 1-1,0 0 1,0-1-1,0 1 1,0 0-1,0-1 1,0 1-1,0 0 1,-1-1 0,1 1-1,0-1 1,-1 2-1,0 1-19,0 0 1,0 0-1,0 0 0,-1-1 1,1 1-1,-1 0 0,0-1 1,0 1-1,-3 3 0,-20 13 19,0-1-1,-1 0 1,-30 13-1,31-17 14,0 0 0,1 1 0,0 2 0,-29 26-1,52-42 9,-1 1-1,1-1 0,-1 0 0,1 0 0,0 1 0,0-1 1,-1 1-1,1-1 0,0 1 0,1 0 0,-1-1 0,0 1 1,0 0-1,1-1 0,-1 1 0,1 0 0,-1 0 0,1 0 0,0 0 1,-1 0-1,1-1 0,0 3 0,1-2-4,0-1-1,0 1 1,0-1 0,0 0-1,0 0 1,0 1 0,0-1-1,0 0 1,1 0 0,-1 0-1,0 0 1,1 0 0,-1-1-1,0 1 1,1 0 0,-1-1-1,1 1 1,-1-1 0,4 1-1,10 3 42,0-2 0,0 0 0,29-1 0,121-10-93,-56-10-6212,-83 14 1415</inkml:trace>
</inkml:ink>
</file>

<file path=ppt/ink/ink4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6:42.995"/>
    </inkml:context>
    <inkml:brush xml:id="br0">
      <inkml:brushProperty name="width" value="0.05" units="cm"/>
      <inkml:brushProperty name="height" value="0.05" units="cm"/>
      <inkml:brushProperty name="color" value="#E71224"/>
    </inkml:brush>
  </inkml:definitions>
  <inkml:trace contextRef="#ctx0" brushRef="#br0">1 0 14935,'0'0'6211,"0"76"-5555,0-42-256,0 1-48,0 0-336,0-2-16,0-7-544,0-5-576,0-8-801,6-6-288,6-5-1233,3-2-1376</inkml:trace>
</inkml:ink>
</file>

<file path=ppt/ink/ink4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6:43.354"/>
    </inkml:context>
    <inkml:brush xml:id="br0">
      <inkml:brushProperty name="width" value="0.05" units="cm"/>
      <inkml:brushProperty name="height" value="0.05" units="cm"/>
      <inkml:brushProperty name="color" value="#E71224"/>
    </inkml:brush>
  </inkml:definitions>
  <inkml:trace contextRef="#ctx0" brushRef="#br0">0 0 12166,'0'0'9348,"0"7"-8745,0 162 1755,0-53-7840</inkml:trace>
</inkml:ink>
</file>

<file path=ppt/ink/ink4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6:43.793"/>
    </inkml:context>
    <inkml:brush xml:id="br0">
      <inkml:brushProperty name="width" value="0.05" units="cm"/>
      <inkml:brushProperty name="height" value="0.05" units="cm"/>
      <inkml:brushProperty name="color" value="#E71224"/>
    </inkml:brush>
  </inkml:definitions>
  <inkml:trace contextRef="#ctx0" brushRef="#br0">28 299 16167,'0'0'6753,"-4"-5"-6364,2 3-360,1 0 0,0 0 0,-1 0 0,1 0 0,-1 1 0,1-1 0,-1 0 0,0 1-1,0-1 1,0 1 0,-3-3 0,5 4 49,0 23 439,0 91-1453,12-112-9749</inkml:trace>
  <inkml:trace contextRef="#ctx0" brushRef="#br0" timeOffset="1">34 47 7812,'0'0'13030,"-13"-46"-13239,13 50-495,13 12-897,-3 5-1584,-6-1-2802</inkml:trace>
</inkml:ink>
</file>

<file path=ppt/ink/ink4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6:45.544"/>
    </inkml:context>
    <inkml:brush xml:id="br0">
      <inkml:brushProperty name="width" value="0.05" units="cm"/>
      <inkml:brushProperty name="height" value="0.05" units="cm"/>
      <inkml:brushProperty name="color" value="#E71224"/>
    </inkml:brush>
  </inkml:definitions>
  <inkml:trace contextRef="#ctx0" brushRef="#br0">1 27 7475,'0'0'15333,"15"1"-15264,67 2-19,-1-4 0,1-4 0,96-18 0,-174 22 54,-3 1-90,-6 15-12068</inkml:trace>
</inkml:ink>
</file>

<file path=ppt/ink/ink4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6:47.800"/>
    </inkml:context>
    <inkml:brush xml:id="br0">
      <inkml:brushProperty name="width" value="0.05" units="cm"/>
      <inkml:brushProperty name="height" value="0.05" units="cm"/>
      <inkml:brushProperty name="color" value="#E71224"/>
    </inkml:brush>
  </inkml:definitions>
  <inkml:trace contextRef="#ctx0" brushRef="#br0">26 324 8500,'0'0'8260,"-5"0"-7569,4 0-555,1 0 0,-1 1 0,0-1 0,0 0 0,1 0 0,-1 0 0,0 0 0,0 0 1,0 0-1,1 0 0,-1 0 0,0 0 0,0 0 0,0-1 0,1 1 0,-1 0 0,0 0 0,1-1 1,-1 1-1,0-1 0,0 1 0,1 0 0,-1-1 0,1 1 0,-1-1 0,0 0 0,17-23 2651,-9 15-3515,-3 4 763,95-128 118,-86 113 68,-1 0 0,-1-1-1,-1 0 1,15-45-1,-36 105 186,3-15-412,1 0 1,1 0 0,2 0-1,0 1 1,0 49 0,4-72 5,0 0 1,0-1 0,1 1 0,-1 0 0,1 0-1,-1-1 1,1 1 0,0 0 0,0-1-1,0 1 1,0-1 0,0 1 0,0-1-1,0 1 1,0-1 0,1 0 0,-1 1-1,1-1 1,-1 0 0,0 0 0,1 0-1,0 0 1,-1-1 0,1 1 0,0 0 0,-1-1-1,1 1 1,0-1 0,0 1 0,-1-1-1,1 0 1,0 0 0,0 1 0,0-2-1,0 1 1,-1 0 0,4-1 0,1 1-8,0-1 1,0 1 0,-1-2 0,1 1-1,0-1 1,0 0 0,-1 0-1,1 0 1,-1-1 0,8-4 0,1-4 8,0-1 1,0 0 0,-2-1-1,1-1 1,-2 0 0,0-1-1,13-20 1,-24 34-11,0 23 24,-2 43 16,0-22-19,4 48 1,-1-80-20,0 0 0,1 0 0,0 0 0,1 0 0,1 0 0,-1 0 1,1-1-1,1 0 0,7 13 0,-8-19-94,-1 0-1,1-1 1,-1 1-1,1-1 1,0 0-1,0 0 1,1-1 0,-1 1-1,1-1 1,-1 0-1,1 0 1,0 0 0,-1-1-1,1 1 1,0-1-1,0 0 1,0-1-1,0 1 1,0-1 0,0 0-1,0 0 1,0-1-1,7-1 1,3 0-913,-1-1-1,0 0 1,0-1 0,-1 0-1,1-1 1,-1-1 0,14-8-1,2-4-5079</inkml:trace>
</inkml:ink>
</file>

<file path=ppt/ink/ink4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6:49.473"/>
    </inkml:context>
    <inkml:brush xml:id="br0">
      <inkml:brushProperty name="width" value="0.05" units="cm"/>
      <inkml:brushProperty name="height" value="0.05" units="cm"/>
      <inkml:brushProperty name="color" value="#E71224"/>
    </inkml:brush>
  </inkml:definitions>
  <inkml:trace contextRef="#ctx0" brushRef="#br0">10 107 8724,'0'0'5715,"-1"0"-5550,1-1 0,-1 1 1,0-1-1,0 0 1,1 1-1,-1-1 0,1 0 1,-1 1-1,0-1 1,1 0-1,0 0 1,-1 1-1,1-1 0,-1 0 1,1 0-1,0 0 1,0 0-1,-1-1 0,23-6 65,-1 1-1,1 1 0,1 0 1,-1 2-1,29-2 0,10-3 212,378-33 618,30 39-1153,-240 5 39,130 18 85,-64 0 575,161-6 190,-259-14 125,-196 0-984,-2 2-312,1 1-1,0-1 0,0 0 0,-1 1 0,1-1 1,-1 0-1,0 1 0,0-1 0,0 0 0,0 0 1,0 0-1,0 0 0,0 0 0,-1 0 0,1 0 1,-3 2-1,-12 16-6048</inkml:trace>
</inkml:ink>
</file>

<file path=ppt/ink/ink4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6:50.131"/>
    </inkml:context>
    <inkml:brush xml:id="br0">
      <inkml:brushProperty name="width" value="0.05" units="cm"/>
      <inkml:brushProperty name="height" value="0.05" units="cm"/>
      <inkml:brushProperty name="color" value="#E71224"/>
    </inkml:brush>
  </inkml:definitions>
  <inkml:trace contextRef="#ctx0" brushRef="#br0">28 78 11989,'0'0'7748,"-4"-13"-6697,-14-44-85,13 49 1977,4 18-2443,3 19-627,9 8 262,2-1 1,1 0-1,20 33 0,15 38 90,-33-65-187,-2 0 0,-2 1 0,-1 0 0,-3 1 0,-1 0 1,1 82-1,-8-122-38,1 13-13,0 0 0,-2 1 0,0-1 0,-1 0 0,0 0 1,-1 0-1,-1 0 0,-1 0 0,-1-1 0,-7 17 0,-2-7-746,-32 42 0,1-10-3319,21-27-592,12-13-2685</inkml:trace>
</inkml:ink>
</file>

<file path=ppt/ink/ink4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6:51.193"/>
    </inkml:context>
    <inkml:brush xml:id="br0">
      <inkml:brushProperty name="width" value="0.05" units="cm"/>
      <inkml:brushProperty name="height" value="0.05" units="cm"/>
      <inkml:brushProperty name="color" value="#E71224"/>
    </inkml:brush>
  </inkml:definitions>
  <inkml:trace contextRef="#ctx0" brushRef="#br0">7 12 15863,'0'0'5088,"-6"-8"-4944,11 7-63,1 0-1,-1 0 1,1 1-1,0 0 1,-1 0-1,11 1 1,-1 0 25,84-2 350,-50 0-1571,-2 1-3565,-45 15-2510</inkml:trace>
</inkml:ink>
</file>

<file path=ppt/ink/ink4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6:51.583"/>
    </inkml:context>
    <inkml:brush xml:id="br0">
      <inkml:brushProperty name="width" value="0.05" units="cm"/>
      <inkml:brushProperty name="height" value="0.05" units="cm"/>
      <inkml:brushProperty name="color" value="#E71224"/>
    </inkml:brush>
  </inkml:definitions>
  <inkml:trace contextRef="#ctx0" brushRef="#br0">68 0 4498,'0'0'14247,"-68"39"-13735,68-33-64,12-3 0,11 1-256,8 0 0,8-4-176,4 0-16,3 0-656,-3 0-1697,-6 0-3378</inkml:trace>
</inkml:ink>
</file>

<file path=ppt/ink/ink4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6:52.257"/>
    </inkml:context>
    <inkml:brush xml:id="br0">
      <inkml:brushProperty name="width" value="0.05" units="cm"/>
      <inkml:brushProperty name="height" value="0.05" units="cm"/>
      <inkml:brushProperty name="color" value="#E71224"/>
    </inkml:brush>
  </inkml:definitions>
  <inkml:trace contextRef="#ctx0" brushRef="#br0">348 16 13350,'0'0'1275,"-21"1"-253,12-1-828,-163 18 3598,136-12-2930,11 0 474,0-2-1,-34 1 1,75-5-1002,304-10 583,711-26-1709,-862 27 696,-164 10-405,-1 0 0,-1 0-1,1 0 1,0 1 0,0 0 0,0 0 0,-1 0 0,1 0 0,5 5 0,21 10-4354,5-5-3629</inkml:trace>
</inkml:ink>
</file>

<file path=ppt/ink/ink4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6:52.942"/>
    </inkml:context>
    <inkml:brush xml:id="br0">
      <inkml:brushProperty name="width" value="0.05" units="cm"/>
      <inkml:brushProperty name="height" value="0.05" units="cm"/>
      <inkml:brushProperty name="color" value="#E71224"/>
    </inkml:brush>
  </inkml:definitions>
  <inkml:trace contextRef="#ctx0" brushRef="#br0">301 10 14439,'0'0'4143,"-22"-3"-3674,-69-4-132,88 7-314,-1 0 1,0 0-1,1 1 1,-1-1-1,1 1 1,-1 0-1,1 0 1,-1 0-1,1 1 1,0-1 0,0 1-1,-1 0 1,1-1-1,0 1 1,1 1-1,-1-1 1,0 0-1,1 1 1,-1-1-1,1 1 1,0 0 0,-1 0-1,1 0 1,1 0-1,-1 0 1,0 1-1,1-1 1,-2 7-1,1-6-25,1 1-1,0-1 1,1 1-1,-1-1 1,1 1-1,0-1 1,0 1-1,0-1 1,0 1-1,1-1 1,0 1-1,0-1 1,0 1-1,1-1 0,-1 0 1,1 0-1,0 0 1,0 0-1,4 5 1,1-2 7,0 0 0,1-1 0,0 0 0,16 9 0,-16-10 6,0 0 1,-1 0 0,1 1 0,-1 0 0,12 13 0,-18-19-9,-1 0-1,0 1 1,1-1 0,-1 1 0,0-1-1,1 1 1,-1-1 0,0 1 0,0-1-1,0 1 1,1 0 0,-1-1 0,0 1-1,0-1 1,0 1 0,0-1-1,0 1 1,0 0 0,0-1 0,0 1-1,0-1 1,0 1 0,0 0 0,-1-1-1,1 1 1,0-1 0,0 1 0,-1-1-1,1 1 1,0-1 0,0 1 0,-1-1-1,1 1 1,-1-1 0,1 1 0,0-1-1,-1 0 1,1 1 0,-1-1 0,1 0-1,-1 1 1,1-1 0,-1 0 0,1 0-1,-1 1 1,1-1 0,-1 0 0,0 0-1,1 0 1,-1 0 0,1 0-1,-1 0 1,0 0 0,0 0 0,-39 5 269,35-4-220,-169 1-132,173-2-222,9 0-2790,15-1-790,10-4-1301</inkml:trace>
</inkml:ink>
</file>

<file path=ppt/ink/ink4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6:53.806"/>
    </inkml:context>
    <inkml:brush xml:id="br0">
      <inkml:brushProperty name="width" value="0.05" units="cm"/>
      <inkml:brushProperty name="height" value="0.05" units="cm"/>
      <inkml:brushProperty name="color" value="#E71224"/>
    </inkml:brush>
  </inkml:definitions>
  <inkml:trace contextRef="#ctx0" brushRef="#br0">58 0 10805,'0'0'5883,"-10"16"-5697,-28 51-156,37-65-30,-1-1 0,1 1 1,0 0-1,0 0 0,1 0 1,-1 0-1,0 1 0,1-1 1,-1 0-1,1 0 0,-1 0 1,1 0-1,0 1 0,0-1 1,0 0-1,0 0 0,1 0 1,-1 1-1,1-1 0,-1 0 1,1 0-1,0 0 0,-1 0 1,1 0-1,0 0 0,0 0 0,1 0 1,-1 0-1,0-1 0,1 1 1,-1 0-1,1-1 0,-1 1 1,5 2-1,-2-2 2,1 1 0,0-1 0,0 0 1,1 0-1,-1 0 0,0-1 0,1 0 0,-1 0 0,0 0 0,9-1 0,-13-6 58,0-1-1,0 1 1,0-1-1,-1 0 0,-1-8 1,1 10-64,0-6-33,-1 8 46,1 0 0,0 0 1,0 0-1,0 0 0,1 0 0,-1 0 0,1 0 0,-1 0 0,1 0 0,2-4 0,-2 6-3,0 0 0,0 0-1,1 0 1,-1 0-1,1 0 1,-1 0-1,1 0 1,-1 0 0,1 1-1,-1-1 1,1 0-1,0 1 1,-1 0 0,1-1-1,0 1 1,0 0-1,-1 0 1,1 0 0,0 0-1,0 0 1,1 0-1,1 0 23,-1 1-1,0-1 1,1 0-1,-1 1 1,0 0-1,0-1 0,0 1 1,0 1-1,0-1 1,0 0-1,0 1 1,0 0-1,0-1 1,0 1-1,-1 0 1,1 0-1,-1 1 0,1-1 1,-1 0-1,0 1 1,0 0-1,0-1 1,0 1-1,1 4 1,18 19 208,-20-25-231,0 0-1,0 0 0,1-1 0,-1 1 0,0 0 0,0-1 0,1 1 0,-1-1 0,1 0 1,-1 0-1,0 1 0,1-1 0,-1 0 0,1 0 0,-1 0 0,1 0 0,-1 0 1,0-1-1,1 1 0,-1 0 0,0-1 0,1 1 0,2-2 0,34-16 22,-30 14-17,-4 2-5,-1 0 0,1 1 0,-1 0 0,1 0 0,-1 0 0,1 0 0,0 0 0,0 1 1,-1-1-1,1 1 0,0 0 0,0 1 0,-1-1 0,1 0 0,0 1 0,0 0 0,-1 0 0,1 0 0,-1 0 0,1 1 0,-1 0 1,0-1-1,1 1 0,-1 0 0,0 0 0,0 1 0,0-1 0,3 4 0,1-1 18,0 0-1,0 0 1,1-1 0,15 7 0,-19-10-27,1 1 1,-1-2-1,0 1 1,1 0 0,-1-1-1,0 0 1,1 0-1,-1 0 1,0-1 0,1 1-1,-1-1 1,0 0-1,1 0 1,-1-1 0,0 1-1,0-1 1,0 0 0,5-3-1,28-10 99,-33 14-114,-1 1 0,1 0-1,0 0 1,0 0 0,0 1-1,0-1 1,-1 1 0,1 0 0,0 0-1,-1 0 1,1 1 0,-1-1-1,1 1 1,-1 0 0,7 4-1,25 10 138,-21-13-109,0 0 0,1-1 0,-1-1 0,1 0 0,-1-2 0,22-1-1,-31 1-2,1 0-1,-1 0 0,1 0 1,-1 0-1,0-1 0,1 0 1,-1 0-1,0 0 0,0-1 1,-1 1-1,1-1 0,0 0 0,-1-1 1,0 1-1,0-1 0,0 0 1,0 0-1,0 0 0,4-8 1,-7 11 13,-1 1 0,1-1 0,-1 1 0,1-1 0,-1 1 0,0-1 0,1 1 0,-1-1 0,0 0 0,1 1 1,-1-1-1,0 1 0,0-1 0,1 0 0,-1 1 0,0-1 0,0 0 0,0 1 0,0-1 0,0 0 0,0 1 0,0-1 1,0 0-1,0 1 0,0-1 0,-1 0 0,1 1 0,0-1 0,0 0 0,-1 1 0,1-1 0,0 1 0,-1-1 0,1 1 1,0-1-1,-1 1 0,1-1 0,-1 1 0,1-1 0,-1 1 0,1-1 0,-1 1 0,1 0 0,-1-1 0,0 1 1,1 0-1,-1-1 0,1 1 0,-1 0 0,0 0 0,1 0 0,-1 0 0,0-1 0,1 1 0,-2 0 0,0 0 23,-1 0 0,1 1 0,0-1 0,-1 0 0,1 1 0,0 0 0,-1-1 0,1 1 0,0 0-1,0 0 1,0 0 0,0 0 0,0 1 0,0-1 0,-2 2 0,2-1-35,1-1 1,-1 1-1,1 0 0,-1 0 1,1 0-1,0 0 0,-1 0 1,1 1-1,1-1 0,-1 0 0,0 0 1,0 1-1,1-1 0,-1 0 1,1 1-1,0-1 0,0 1 1,0-1-1,0 0 0,0 1 1,0-1-1,1 1 0,-1-1 1,1 0-1,0 1 0,-1-1 1,3 3-1,-1-1-15,0 0 0,1 0 0,-1 0 0,1 0 0,0-1 0,0 1 0,0-1 0,1 0 0,-1 0 0,1 0 0,0-1 0,-1 1 0,7 2 0,5 1-111,-1-1 0,1 0 0,0-2 0,0 1 0,0-2 1,29 2-1,47-4-4712,-85 0 4311,32-2-4746</inkml:trace>
</inkml:ink>
</file>

<file path=ppt/ink/ink4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6:54.213"/>
    </inkml:context>
    <inkml:brush xml:id="br0">
      <inkml:brushProperty name="width" value="0.05" units="cm"/>
      <inkml:brushProperty name="height" value="0.05" units="cm"/>
      <inkml:brushProperty name="color" value="#E71224"/>
    </inkml:brush>
  </inkml:definitions>
  <inkml:trace contextRef="#ctx0" brushRef="#br0">0 14 11605,'0'0'8474,"6"5"-8253,6 9-57,-2 0 0,1 0 1,-2 1-1,0 0 0,7 18 0,26 43-250,-41-75 72,0 0 0,-1 1 0,1-1 0,0 0 0,0 0 0,0 0 0,-1 0 0,1 0 0,0 0 0,0 0 0,1-1 0,-1 1 0,0 0 0,0-1 0,0 1 0,0 0 0,1-1 0,-1 1 0,0-1 0,0 0 0,1 1 0,-1-1 0,0 0 0,1 0 0,1 0 0,-1 0 11,0-1 0,0 0-1,0 0 1,0 0 0,0 0 0,0 0 0,0 0-1,-1-1 1,1 1 0,0-1 0,-1 1 0,1-1-1,-1 1 1,2-4 0,6-8 55,-1 0 0,-1-1 0,9-22 0,-12 27-48,7-15 86,23-64 71,-28 97-1340,-2 8 285,9 31-3948,-5-25 672</inkml:trace>
</inkml:ink>
</file>

<file path=ppt/ink/ink4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6:55.248"/>
    </inkml:context>
    <inkml:brush xml:id="br0">
      <inkml:brushProperty name="width" value="0.05" units="cm"/>
      <inkml:brushProperty name="height" value="0.05" units="cm"/>
      <inkml:brushProperty name="color" value="#E71224"/>
    </inkml:brush>
  </inkml:definitions>
  <inkml:trace contextRef="#ctx0" brushRef="#br0">135 264 10005,'0'0'7352,"-18"12"-7093,-56 41-216,71-50-74,-1 1 0,0-1 0,1 1 0,0 0 1,0 0-1,0 0 0,0 0 0,1 0 0,-1 1 0,1-1 1,0 1-1,0-1 0,1 1 0,-1 0 0,1 0 0,0 0 1,1 0-1,-1 0 0,1 0 0,0 0 0,1 6 0,-1-5-179,23-13-123,11-29 282,-7 5-178,-25 30 202,-2 43 603,0-40-577,0 0 0,0-1 0,1 1 0,-1 0-1,0 0 1,0-1 0,1 1 0,-1 0 0,1-1 0,0 1-1,-1 0 1,1-1 0,0 1 0,0-1 0,0 1-1,0-1 1,0 0 0,0 1 0,1-1 0,-1 0 0,0 0-1,4 2 1,-2-1 8,0-1 0,0 0-1,1 0 1,-1 0 0,0 0 0,1 0-1,-1 0 1,1-1 0,-1 0 0,1 0 0,3 0-1,0 0 3,0-1 0,0 0-1,0 0 1,0-1-1,0 0 1,-1 0 0,1-1-1,-1 1 1,1-1-1,-1-1 1,8-5 0,-1-3 110,-2 0 0,0-1 0,0 0 0,-1-1 0,-1 0 1,0-1-1,-1 0 0,0 0 0,-2-1 0,0 0 0,6-23 1,-4 2 1552,-1-1 0,-2 0 0,0-76 0,-16 121-743,4 2-894,2 0 1,-1 0 0,1 1 0,0 0-1,1 0 1,1 0 0,-1 0 0,1 1-1,1 0 1,0-1 0,0 12 0,-2 24-5,4 60 0,1-55-50,-1-48 43,0 6-102,0-1-1,0 0 0,1 0 1,0 0-1,0 1 1,4 10-1,-4-17 60,0-1-1,-1 1 1,1-1 0,0 0-1,0 1 1,0-1-1,0 0 1,0 0 0,1 0-1,-1 1 1,0-1 0,0 0-1,1-1 1,-1 1-1,1 0 1,-1 0 0,1-1-1,-1 1 1,1 0-1,-1-1 1,1 0 0,-1 1-1,1-1 1,0 0-1,-1 0 1,1 0 0,0 0-1,-1 0 1,1 0-1,0 0 1,-1-1 0,1 1-1,-1-1 1,1 1-1,-1-1 1,1 1 0,-1-1-1,1 0 1,-1 0 0,2-1-1,9-6-28,-1 0 0,1 0-1,-2-1 1,1-1 0,-2 0-1,1 0 1,-1-1 0,-1 0-1,10-17 1,13-14-106,-31 42 153,0-1 1,0 1 0,0 0 0,1 0 0,-1 0-1,0 0 1,0 0 0,0 0 0,0-1-1,0 1 1,0 0 0,0 0 0,0 0 0,1 0-1,-1 0 1,0 0 0,0 0 0,0 0 0,0 0-1,0 0 1,1 0 0,-1 0 0,0 0 0,0-1-1,0 1 1,0 0 0,0 0 0,1 0 0,-1 0-1,0 0 1,0 0 0,0 1 0,0-1 0,1 0-1,-1 0 1,0 0 0,0 0 0,0 0 0,0 0-1,0 0 1,0 0 0,1 0 0,-1 0 0,0 0-1,0 0 1,0 1 0,0-1 0,0 0 0,0 0-1,0 0 1,1 0 0,-1 0 0,0 0 0,0 1-1,0-1 1,0 0 0,0 0 0,0 0 0,0 0-1,0 0 1,0 1 0,3 17-34,-2 32-31,-1-43 62,0-4-7,0-1 0,0 1 0,0-1 0,0 1 0,1 0 0,-1-1 0,1 1 0,-1-1 0,1 1 0,0-1 0,0 1-1,0-1 1,0 0 0,0 1 0,1-1 0,-1 0 0,1 0 0,0 0 0,-1 0 0,1 0 0,0 0 0,0-1 0,0 1 0,0-1 0,1 1 0,-1-1 0,0 0 0,3 1 0,-1-1-7,-1 0 0,1 0 0,0-1 0,-1 0 0,1 0 0,0 0 0,0 0 0,-1 0 1,1-1-1,0 0 0,-1 0 0,1 0 0,-1 0 0,1 0 0,-1-1 0,1 1 0,-1-1 0,0 0 0,4-3 0,4-3 7,-1 0 1,0 0-1,-1-1 0,0 0 0,0-1 0,-1 0 1,0 0-1,6-12 0,-14 31 14,1-1 0,0 1 1,0-1-1,1 1 0,0-1 0,0 1 0,1-1 0,7 15 0,-8-19-14,0 0-1,0-1 1,0 1-1,0-1 1,1 0-1,-1 1 0,1-1 1,0-1-1,0 1 1,0 0-1,1-1 0,-1 1 1,0-1-1,1 0 1,0 0-1,-1 0 0,1-1 1,0 0-1,0 1 1,0-1-1,0 0 0,0-1 1,0 1-1,0-1 1,0 0-1,0 0 1,1 0-1,-1 0 0,0-1 1,0 0-1,0 1 1,6-4-1,-1 1-14,0 0 0,0-1 0,0-1 0,0 1 0,-1-1 0,0-1 0,0 0 0,0 0 0,-1 0 0,0-1 0,0 0 0,10-14 0,6-20 17,-22 38 18,0 0 0,0 1 0,0-1 0,0 0 0,0 0 0,-1 0 0,1 0-1,-1 0 1,0 0 0,0 0 0,0 0 0,0 1 0,0-1 0,-1-3 0,-2 5 31,1 1 0,0 0 0,-1 0 0,1 0 0,-1 0 0,1 0 1,-1 0-1,1 1 0,-1-1 0,1 1 0,0 0 0,-1-1 0,1 1 0,-3 2 0,1 0-12,1 0-1,-1 1 0,0-1 1,1 1-1,0 0 0,0 0 0,0 0 1,0 1-1,1-1 0,0 1 1,0-1-1,0 1 0,0 0 1,-1 8-1,0-2-27,2-1-1,-1 1 1,1-1 0,1 1-1,0-1 1,2 14 0,-2-21-5,1-1 0,0 1 1,0 0-1,0-1 0,0 1 1,1-1-1,-1 0 0,1 1 0,-1-1 1,1 0-1,0 0 0,0 0 1,0 0-1,0 0 0,0 0 1,0-1-1,0 1 0,1-1 1,-1 1-1,1-1 0,-1 0 0,1 0 1,-1 0-1,1-1 0,0 1 1,-1 0-1,1-1 0,0 0 1,3 1-1,11 0-260,0 0 1,0-1 0,24-2-1,-37 1 140,10 0-588,-1-1-1,1-1 1,25-9-1,11-9-5041,-12 2-5742</inkml:trace>
</inkml:ink>
</file>

<file path=ppt/ink/ink49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2-09-27T08:16:03.821"/>
    </inkml:context>
    <inkml:brush xml:id="br0">
      <inkml:brushProperty name="width" value="0.05292" units="cm"/>
      <inkml:brushProperty name="height" value="0.05292" units="cm"/>
      <inkml:brushProperty name="color" value="#FF0000"/>
    </inkml:brush>
  </inkml:definitions>
  <inkml:trace contextRef="#ctx0" brushRef="#br0">942 6197 628 0,'0'0'163'15,"0"0"-33"-15,0 0-61 16,0 0-21-16,0 0-6 16,0 0 25-16,0 0-10 15,0 0 3-15,0 0-7 0,-4 0-20 16,4 0 0-16,0 0-3 16,0 0-10-16,0 0-2 15,12 0 4-15,47 0-10 16,25 0 18-16,31-13-9 15,16 1-15-15,28-2-4 16,19-1 0-16,17 4 0 31,4-5 5-31,-9 1-7 16,-7 7-1-16,-8 0 0 0,-12-3 0 16,-12 6 1-16,-8 3 0 15,-4-1-3-15,-8-2 1 16,-4 2 4-16,-24 3-4 15,4-4 3-15,-15 4-3 16,-21 0 4-16,-3 0-2 16,-1-3 1-16,-27 2-1 15,-4-4-2-15,-16 2 2 16,-8 3 1-16,0 0 3 0,-12-4-8 16,0 4-7-16,0 0-51 15,0 0-47-15,0 0-38 16,-12 0-82-16,-24 0-675 15</inkml:trace>
  <inkml:trace contextRef="#ctx0" brushRef="#br0" timeOffset="5499.22">6177 5739 800 0,'0'0'225'0,"0"0"-92"16,0 0-47-16,0 0-16 15,0 0-22-15,0 0-11 16,0 0 3-16,-52-45-18 0,44 45-16 15,4 7 0 1,-7 31-5-16,-9 11 3 0,-4 16 4 16,0 1-1-16,-8 6 0 15,4-4-3-15,-7 0-3 16,3-5 0-16,-4-7-2 16,12-14 1-16,12-13 0 15,1-11 3-15,3-12-3 16,8-6 0-16,-4 0 6 15,4 0 0-15,-20 0 10 16,8-6 30-16,-12-14-24 16,-4-9-21-16,8 4 9 15,-4-6 2-15,1 1-1 16,15 2 7-16,-4 7-12 0,0 9 11 16,8 8 1-16,-4 4-8 15,8 0-10-15,-4 0-4 16,-4 4-7-16,4 25 6 31,-4 15 0-31,8-2 5 0,0-5 6 16,0-3-6-16,0-11-9 15,12-7 9-15,24-6 2 16,7-7-2-16,13-3-5 16,8 0 4-16,15 0-1 15,12-13-12-15,-19-13-23 16,31-2-62-16,-19-2-44 15,11-4-104-15,8-5-609 16</inkml:trace>
  <inkml:trace contextRef="#ctx0" brushRef="#br0" timeOffset="17818.82">6106 17248 716 0,'0'0'104'0,"0"0"57"15,0 0-53-15,0 0-13 16,0 0-54-16,0 0-1 16,0 0-10-16,-36 0-10 15,36 0-6-15,0 4 5 16,67 1 13-16,17-5 24 16,47 0-15-16,20 0-13 15,24 0 3-15,31-19-13 0,5 0 3 16,-1-1-14-1,1 2 4-15,-25 2-11 0,-11-4-1 16,-16 7-6-16,-40 3 7 16,-16 0 1-16,-43 5-1 15,-36 5 0-15,-24-4-1 16,12 1 0-16,-12 3 0 16,0-4 1-16,0 4 1 15,0 0 5-15,0 0-6 16,-44 0 0-16,-39 0 2 15,-36 7-2-15,-20 9 0 16,-36-3 3-16,-12 4 0 0,-31 4-1 16,-9-3-1-16,9 4 3 15,7-2-4-15,36 2-6 16,24-6 5 0,44 3 0-16,28-4-1 15,31-7 2-15,24-1 0 16,4 1 0-16,16-4-1 15,-4-4 1-15,8 3 0 16,0-3 0-16,0 0-1 16,8 0 1-16,64 0 2 15,23 0 1-15,44 0 0 16,44-7-1-16,28-9 3 0,39-13-5 16,12 6 0-16,-4-4-1 15,-24 7 1-15,-23 1-5 16,-40 5 0-16,-52 11-2 15,-40-1-4-15,-43 2-6 16,-20 2-7-16,-16 0-12 0,0 0-37 16,-4 26-38-1,-63-1-51-15,-13-6-294 0</inkml:trace>
  <inkml:trace contextRef="#ctx0" brushRef="#br0" timeOffset="19608.93">4751 7578 625 0,'0'0'144'0,"0"0"-3"15,0 0-95-15,0 0-30 16,0 0-14-16,0 0-1 16,-8 0 4-16,4 0-10 15,-8 0-6-15,-20 0-63 16,-15 0-94-16,-13 0-412 0</inkml:trace>
  <inkml:trace contextRef="#ctx0" brushRef="#br0" timeOffset="19765.23">3400 7598 551 0,'0'0'77'0,"0"0"-46"15,0 0-28-15,0 0-3 16,0 0-67-16</inkml:trace>
  <inkml:trace contextRef="#ctx0" brushRef="#br0" timeOffset="20238.45">239 7919 286 0,'0'0'0'16,"0"0"-42"-16</inkml:trace>
  <inkml:trace contextRef="#ctx0" brushRef="#br0" timeOffset="20394.66">250 8757 123 0,'0'0'0'16</inkml:trace>
  <inkml:trace contextRef="#ctx0" brushRef="#br0" timeOffset="20614.72">413 9801 337 0,'0'0'47'0,"0"0"-22"16,0 0-2-16,0 0-22 16,60 198-1-16,-56-143-1 15,-4 0-18-15,8 0 4 16,8-1-32-16,4-2-41 15</inkml:trace>
  <inkml:trace contextRef="#ctx0" brushRef="#br0" timeOffset="20989.62">532 10936 493 0,'0'0'36'0,"0"0"-6"15,0 0 67-15,0 0 24 16,-43 182-74-16,43-158-45 15,0-8-2-15,0 2-9 16,0-5 9-16,0 0 4 16,0 6-4-16,20-4 0 15,3 1-35-15,-11 7-17 0,24-7 26 16,-4 6-62-16,-8-2-14 16,-8 16 18-16,-16 3 84 15,0-5 1-15,0 5 161 16,0-10-122-16,0-6-15 15,-16 3 49-15,8-5-34 16,4 2-33-16,4-12 21 16,0 7 17-16,0-2-17 15,0 0-28-15,0 1-2 16,16 5-7-16,27 5 7 16,5 2-17-16,0 5 7 15,-1-11-109-15,-3 3-11 16,16-10-72-16</inkml:trace>
  <inkml:trace contextRef="#ctx0" brushRef="#br0" timeOffset="21130.23">1172 11976 166 0,'0'0'119'0,"0"0"85"15,0 0-78-15,0 0-49 16,0 0-35-16,0 0-39 16,71 45 38-16,-3-45-19 15,4 0-20-15,31 0-2 16,16-8-49-16,24 4-39 15,16 1-137-15,-16 3 64 16</inkml:trace>
  <inkml:trace contextRef="#ctx0" brushRef="#br0" timeOffset="21333.31">3083 12163 606 0,'0'0'127'0,"0"0"-66"0,0 0 78 16,0 0-92-16,0 0-38 15,341-76-8-15,-257 63-1 16,7 3-1-16,0-6-8 16,5 6-24-16,-5-3-12 15,4-3-51-15,-3-1-1 16,-1-4-13-16,-7-1-200 16</inkml:trace>
  <inkml:trace contextRef="#ctx0" brushRef="#br0" timeOffset="21667.76">4811 11844 445 0,'0'0'61'15,"0"0"57"-15,0 0 4 0,0 0-18 16,0 0 15-16,313-45-58 16,-313 45-2-16,12 0-21 15,12 0-16-15,20 0-21 16,7 0 6-16,5 0-3 16,4 0-8-16,7 0-3 15,-7 0-36-15,11 0 3 16,1 0-5-16,7 0 18 0,-7-11-115 15,-5 0-45-15,13 1-117 16,-21-2 70-16,-11 3 234 16,12-1 181-16,-25-1 11 15,-11-1-47-15,-12 9 6 16,0-4 15-16,-4 5-103 16,-8 2-15-16,0-4-21 15,0 4-12-15,0-7-6 0,0-5-5 16,0-2 3-16,12-5-7 15,0-12-11-15,0-1-13 16,-12-10-35-16,0-10-31 16,0-7-139-16</inkml:trace>
  <inkml:trace contextRef="#ctx0" brushRef="#br0" timeOffset="21902.1">5335 9645 337 0,'0'0'84'0,"0"0"16"16,-68-256 7-16,52 178-99 16,-3 9 27-16,7 3 20 15,-4-5-23-15,4 4 7 16,4-1-20-16,-4 6-14 15,12 0-5-15,0-7-9 16,-12 4-94-16</inkml:trace>
  <inkml:trace contextRef="#ctx0" brushRef="#br0" timeOffset="22105.33">4822 7791 472 0,'0'0'113'15,"0"0"-81"-15,0 0-32 16,0 0 0-16,0 0 12 16,0 0-12-16,-83-94 0 15,47 78-11-15,1-7-98 16</inkml:trace>
  <inkml:trace contextRef="#ctx0" brushRef="#br0" timeOffset="22308.22">3158 7507 658 0,'0'0'109'15,"0"0"-68"-15,0 0 17 16,0 0-26-16,0 0-32 16,0 0-12-16,-167 0-57 15,143 0-86-15</inkml:trace>
  <inkml:trace contextRef="#ctx0" brushRef="#br0" timeOffset="31569.6">17899 5504 791 0,'0'0'154'0,"0"0"-55"0,0 0-36 15,0 0-16-15,0 0-34 16,0 0 25-16,0 0-5 16,-12 3 30-16,12-3-27 15,0 0-6-15,16 0 20 16,40 0-5-16,15 0-23 16,21-3-13-16,-1-4-7 15,16-2-1-15,8-3 7 16,13-2-8-16,-1-5 0 15,4-1-2-15,12-5 7 16,16 0-4-16,-4 11-1 16,7 1-4-16,-11 7 4 0,-4 6 1 15,-4-4 2-15,-12 4-3 16,-3 0-1-16,-13 0 0 16,16 0 1-16,-4 0 3 15,20 0 1-15,4 0-3 16,4 0-1-16,20 0 0 15,11-9 1-15,-23 3 0 16,0-1-2-16,-24-5-1 16,-20 8 2-16,-16-1 2 0,5-2-2 15,-17-1-7 1,0 2 6-16,-19-2 1 0,-5 1 0 16,-15 3 0-16,-20 2 1 15,-20 2-1-15,0 0 0 16,-12 0-1-16,0 0 1 15,0 0-11-15,0 0 7 16,-32 13-7-16,-20 14-24 16,-7-4-54-16,-5 3-28 15,12-15-58-15,17-6-297 16</inkml:trace>
  <inkml:trace contextRef="#ctx0" brushRef="#br0" timeOffset="37595.71">12620 5526 410 0,'0'0'118'15,"0"0"-28"-15,0 0-28 16,0 0 5-16,0 0-8 0,0 0 50 31,0 0-49-31,0 0-10 16,0 0-31-16,0 0 4 15,0 0-12-15,0 0-5 16,0 0 5-16,0 0-11 16,0 0-1-16,0 0 1 15,0 0 0-15,0 0 0 0,0 0 1 16,0 0 3-16,0 0 3 16,0 0 0-16,0 0 23 15,0 0-26-15,0 0 0 16,0 0 11-16,0 0-15 15,0 0 4-15,0 0 6 16,0 0-10-16,0 0 7 16,0 0-5-16,0 0-2 0,0 0-2 15,0 0 0 1,0 0 1-16,0 0-47 0,0 4-3 16,12 2-29-16,8-1-101 15,8-5-325-15</inkml:trace>
  <inkml:trace contextRef="#ctx0" brushRef="#br0" timeOffset="52673.74">17049 7212 553 0,'0'0'109'16,"0"0"-19"-16,0 0-17 15,0 0 2-15,0 0-4 16,0 0-20-16,0 0 1 16,0 0 27-16,-36-30-34 15,24 30 25-15,-7 0-26 0,3 0-24 16,-4 0-17-1,8 0 3-15,8 0 0 0,-4 0-4 16,4 0 6-16,-8 0 6 16,4 0 15-16,-4 0-11 15,12 0 5-15,0 0-6 16,0 0 5-16,0 0-14 16,0 0-5-16,0 0-1 15,0 12 6-15,60-1 0 16,19-4 20-16,13-7-7 15,15 0-4-15,12 0-6 16,16 0-5-16,8-10-1 16,8-13-2-16,-12 3-1 15,4 1-2-15,-16 1 2 16,-24-2-4-16,1 6 2 0,-21 1 0 16,-11-2 3-16,-13 8-3 15,-15-5-4-15,0 6 4 16,-21 2-3-16,-7 3-1 15,-8 1-3-15,-8 0-23 16,0 0-35-16,0 0-14 16,0 0-35-16,0 0-30 15,0 16-110-15</inkml:trace>
  <inkml:trace contextRef="#ctx0" brushRef="#br0" timeOffset="58672.55">19103 7327 678 0,'0'0'230'15,"0"0"-145"-15,0 0-37 16,0 0 30-16,0 0-32 15,0 0-17-15,0 0 17 0,310-3 4 16,-179-1-23-16,32-4-4 16,23 6 7-16,25-4-4 15,23-6-14-15,32 1-2 16,28 5 3-16,40-6-9 16,15 6 2-16,-7-8-6 15,-8 2-2-15,-20-1 2 16,-21-3 1-16,-10-4 5 15,-17 1-6-15,-24 0 4 16,-28 5 2-16,-19 6-4 16,-32 7 3-16,-36 1 0 15,-32 0-1-15,-23 0 3 16,-16 0 1-16,-21 0-4 16,-11 0 4-16,-8 0 1 15,-8 0-4-15,-8 0-3 0,0 0 4 16,0 0 1-16,0 0-6 15,0 0-2-15,0 0-4 16,-12 0-19-16,-48 13-43 16,-19 4-75-16,-12-5-100 15</inkml:trace>
  <inkml:trace contextRef="#ctx0" brushRef="#br0" timeOffset="65075.84">1243 8915 545 0,'0'0'92'0,"0"0"1"16,0 0-61-16,0 0 35 15,0 0 14-15,0 0-44 16,0 0-13-16,-79-7 7 16,75 7 4-16,-4 0 21 0,4 0 5 15,4 0-20-15,-8 0-8 16,8 0-9-16,0 0-1 15,0 0-12-15,0 0 1 16,0 0 2-16,0 0-7 16,0 0 3-16,0 0 3 15,0 0-2-15,0 0-1 16,0 0-5-16,0 0-5 16,0 0 0-16,8 0-1 0,32 0 1 15,15-4 9-15,17-1-2 16,7-2 1-16,5-6 4 15,-5 7-8-15,13-5 4 16,-9 0 0-16,0 3-1 0,1-1-6 16,-5 2 6-16,13 4-6 15,-9-2 0-15,1 3 0 16,7-3-1-16,12-4 7 16,12-1-6-16,-19-3 2 15,19 0 6-15,-20 3-5 16,1 0 1-16,-17-2-2 15,4 5 1-15,-15 4-3 16,11-1 2-16,-3 4-3 16,11-3 0-16,-3 3-2 15,-13 0 0-15,9 0 4 16,-21 0-2-16,13 0 0 0,-13 0 0 16,-3 0 1-16,11 0 0 15,-15-4-1-15,4 4 0 16,11 0 0-16,-7 0-1 15,-1 0 1-15,1 0 5 16,-4 0-4-16,-9 0-1 16,1 0 0-16,-4 0 0 15,-21 0-1-15,-11 0 2 16,0 0-1-16,-8 0 0 16,-4 0 1-16,0 0 3 15,0 0-3-15,0 0 0 16,0 0 7-16,0 0-3 15,0 0-2-15,0 0-2 16,0 0-1-16,0 0 0 0,0 0-1 16,-16 0-28-16,-27 0-82 15,-5 0-67-15,24 0-419 16</inkml:trace>
  <inkml:trace contextRef="#ctx0" brushRef="#br0" timeOffset="68468.22">17140 9923 534 0,'0'0'224'0,"0"0"-51"16,0 0-78-16,0 0-7 0,0 0-25 15,0 0-12-15,0 0-2 16,0 0 3-16,0 0 2 16,-19 0 11-16,3 0-18 15,-8 3-18-15,-8 0-1 16,20 0-11-16,0 1-6 15,12-4-4-15,0 3-6 16,0 0-1-16,0 1 3 16,12-1-3-16,48-3 7 15,31 0 3-15,16 0-1 16,28 0 5-16,8 0-11 16,12 0 1-16,-4-13-2 0,8-4-2 15,-20 2-4 1,-20-2 4-16,-15 4 2 0,-33 1 3 15,-11-2-5-15,-25 7 1 16,-15 4-2-16,-8-2-4 16,-8 5 4-16,-4 0-6 15,0 0-14-15,0 0-28 16,0 0-31-16,0 0-30 16,-12 8-24-16,-12 9-85 15,1-13-532-15</inkml:trace>
  <inkml:trace contextRef="#ctx0" brushRef="#br0" timeOffset="71604.57">18153 5526 238 0,'0'0'73'16,"0"0"-67"-16,0 0 4 16,0 0 5-16,0 0 47 0,0 0 20 15,12 7 2-15,-12-7-29 16,0 0 0-16,0 0 3 16,4 0-38-16,-4 0 15 15,0 3-27-15,0-3-7 16,0 0 11-16,0 0-1 15,0 0 17-15,0 0 37 16,0 0-30-16,0 0-10 16,0 0-6-16,0 0-8 0,0 0 13 15,0 0-11-15,0 0-11 16,0 3 6-16,0-3-7 16,0 0 11-16,0 2-4 15,0-2 3-15,0 0-3 16,0 0-4-16,0 0-3 15,0 0-1-15,0 0 4 16,0 0-1-16,0 0-4 16,0 0 4-16,0 0-5 15,0 0 4-15,8 0-4 16,-4 0-6-16,4 0-24 16,8 0-27-16,8 0-53 15,0-5-218-15</inkml:trace>
  <inkml:trace contextRef="#ctx0" brushRef="#br0" timeOffset="72874.19">24100 9785 630 0,'0'0'133'0,"0"0"-26"16,0 0-40-16,0 0-48 0,0 0-9 15,0 0-10 1,-8 0-33-16,8 0-95 0,-4 0-293 15</inkml:trace>
  <inkml:trace contextRef="#ctx0" brushRef="#br0" timeOffset="74266.19">1537 8770 79 0,'0'0'596'16,"0"0"-425"-16,0 0-26 15,0 0-72-15,0 0-31 16,0 0 1-16,-27 7-7 15,27-7-5-15,0 0 4 16,-8 0 4-16,4 3 9 16,-4-3-8-16,8 0 6 15,0 0-15-15,0 0-17 0,0 0-10 16,0 0-1-16,0 0-3 16,24 0-4-16,31 0 3 15,29 0-2-15,19-6-53 16,24-5-25-16,24-1-41 15,4-4-47-15,8-5-229 16</inkml:trace>
  <inkml:trace contextRef="#ctx0" brushRef="#br0" timeOffset="74817.33">3738 8613 446 0,'0'0'161'0,"0"0"-47"16,0 0 2-16,0 0 15 15,0 0-61-15,0 0-3 16,-246 14-2-16,214-14-6 15,20 2 4-15,8-2-6 16,4 3-31-16,0-3 22 16,-8 0-14-16,8 0-14 15,-4 0-5-15,4 0 6 16,0 5-18-16,0-5 5 0,0 0-5 16,0 0 2-16,0 0-1 15,40 0-4-15,63 0 16 16,24 0 7-16,24 0-11 15,4-5-6-15,-20-8-5 16,-16 0-1-16,-23 2-5 16,-29 6-6-16,-7 5-48 0,-28 0-36 15,-20 0-65-15,-12 0-140 16</inkml:trace>
  <inkml:trace contextRef="#ctx0" brushRef="#br0" timeOffset="75882.64">19985 9954 829 0,'0'0'187'0,"0"0"-38"16,0 0-75-16,0 0-8 16,0 0-42-16,0 0-16 15,83-18 22-15,8 18-2 16,5 0-19-16,7 0-6 16,0 0-3-16,5 0 4 0,7 0-4 15,12 0-5-15,16-10-32 16,32-3-54-16,31-17-80 15,21-10-235-15</inkml:trace>
  <inkml:trace contextRef="#ctx0" brushRef="#br0" timeOffset="76445.02">26245 9720 746 0,'0'0'231'0,"0"0"-87"16,0 0-48-16,-326 47-45 16,302-45 0-16,4 4-18 15,16-6-4-15,4 0-3 16,0 0 17-16,0 0-21 15,0 0-6-15,0 0-12 16,36 0 1-16,48 0-5 0,19-6-7 16,12 4-2-16,-8 2-108 15,1-8-80-15,-9-6-341 16</inkml:trace>
  <inkml:trace contextRef="#ctx0" brushRef="#br0" timeOffset="77307.66">28016 9653 381 0,'0'0'260'0,"0"0"-125"16,0 0 50-16,0 0-71 15,0 0-82-15,0 0 21 16,72 0-18-16,67-5-3 0,48-8-11 16,11-6 2-1,33-4 5-15,3-1-2 0,0 5-12 16,-15-4-6-16,-44 6-4 15,-56 11-2-15,-48 3-1 16,-47 3-1-16,-24 0 3 16,0 0-3-16,-4 0 0 15,-63 0 0-15,-37 4 4 16,-23 15-4-16,-40-4-2 16,-27 5 2-16,-29 5 1 15,-15-5 0-15,-16 11-1 16,23-8-1-16,53 3 1 15,55-15 0-15,63 1 2 16,44-12-2-16,16 0-1 16,28 0-9-16,83 0 10 15,32 0 7-15,44 0-4 0,23-12 7 16,13-3-6-16,7-4-3 16,-7 0 5-16,-17 3 5 15,-39-2 1-15,-52 10-7 16,-55 3-3-16,-40 3 1 15,-20 2 0-15,0 0-3 16,-44 0 0-16,-39 0-17 16,-45 15-36-16,-23 14-56 0,-23 6-33 15,-9-4-157-15</inkml:trace>
  <inkml:trace contextRef="#ctx0" brushRef="#br0" timeOffset="84542.07">811 9820 421 0,'0'0'263'0,"0"0"-186"0,0 0-43 16,0 0 122-16,0 0-93 15,317 13-6-15,-146-13 17 16,40 0-21-16,35 0-14 15,44-6-5-15,4-5-23 16,8 4-7-16,-8 4 2 16,-16 3-6-16,-8-5 0 15,-28 5 0-15,-31 0 0 16,-48-3 1-16,-48 3 0 0,-44 0 1 16,-39 0-4-16,-16 0-2 15,-16 0 4-15,0 0 3 16,0 0-3-16,0 0 0 15,0 0-4-15,0 0-22 16,-12 15-49-16,-36 13-55 16,-19 1-161-16</inkml:trace>
  <inkml:trace contextRef="#ctx0" brushRef="#br0" timeOffset="85190.54">1291 11062 726 0,'0'0'225'16,"0"0"-131"-16,0 0 26 15,0 0-45-15,0 0 3 16,0 0-27 0,-48-10 7-16,48 10-5 15,-11 0-25-15,11 0-16 16,0 0 0-16,0 0-12 16,0 0-4-16,11 0-4 15,85 0 8-15,39 0 5 16,52 0-3-16,39 0 0 0,40 0 3 15,28 0-5-15,16 0-3 16,16-9 3-16,-9-10 0 16,21 5-3-16,-32-2 3 15,-20-3 0-15,-48 7 0 16,-39 3 4-16,-48 2-4 16,-48 7 0-16,-43 0-1 15,-25 0 1-15,-15 0 0 16,-8 0-1-16,0 0 1 15,-12 0 0-15,0 0 0 16,0 0-2-16,0 0-10 16,0 0-24-16,0 0-67 0,-12 0-16 15,-35 9-45-15,-21 10-229 16</inkml:trace>
  <inkml:trace contextRef="#ctx0" brushRef="#br0" timeOffset="85992.11">2046 11915 371 0,'0'0'145'16,"0"0"-32"-16,0 0 20 16,0 0 33-16,0 0-67 15,0 0-43-15,-290 0 23 16,222 0-33-16,9 0-4 15,11 0 7-15,4 5-11 16,-7 4-13-16,-5 1-7 16,1 0 1-16,7-2 4 15,20 2-7-15,8-1-2 16,8-7-2-16,12-2 2 16,0 0-5-16,0 0-1 0,0 0-2 15,0 5-5-15,0-4 2 16,24 7 0-16,48-1 24 15,39-7 4-15,32 0-4 0,44 0 1 16,31 0-12 0,16 0-15-16,13 0 9 0,7-21-9 15,16 0 1-15,8 0 4 16,-8-5-5-16,-4 3-1 16,-19-3 0-16,-13 7 1 15,-27-4-1-15,-33 8 3 16,-35 7 0-16,-43 0-3 15,-37 6 1-15,-23-4 1 16,-24 6-2-16,-4 0 9 16,-8 0-7-16,0 0-1 15,0-3 0-15,0 0-1 16,0 3 1-16,0 0-1 16,0 0-26-16,0 0-48 15,0 0-69-15,-32 0-104 0,-4 0-513 16</inkml:trace>
  <inkml:trace contextRef="#ctx0" brushRef="#br0" timeOffset="89544.69">16362 14066 582 0,'0'0'91'16,"0"0"-12"-16,0 0-79 16,0 0 17-16,0 0-15 15,0 0 2-15,0 0 12 16,-12 0 39-16,12 0 48 15,0 0-49-15,0 0 17 16,0 0-6-16,-12 0-13 16,12 0-19-16,0 0-22 15,0 0-5-15,0 0-3 0,0 3 11 16,0-3-4-16,-12 4 28 16,12-4-5-16,-12 0 9 15,12 4 0-15,0-4-17 16,0 3-15-16,0-3-8 15,0 0 2-15,0 0 10 16,0 0-5-16,0 0 2 16,0 0 1-16,0 0 6 15,0 0-1-15,0 0 10 16,0 0-24-16,0 0 13 16,0 0-12-16,0 0-4 15,36 4 0-15,35-4 1 0,9 0 2 16,27 0 3-1,-15 0-3-15,15 0-3 0,-4 0 1 16,-12 0 1-16,1 0-2 16,-9-7 0-16,-23-4 0 15,-1-1 1-15,-15 9-1 16,-16-1 0-16,-8 4-1 16,-8-3 0-16,11 0-3 15,-11 3-7-15,-4 0 9 16,-4 0-8-16,-4 0-3 15,0 0-27-15,0 0-17 16,0 0-51-16,0 0-20 16,0-6-80-16,0-17-550 15</inkml:trace>
  <inkml:trace contextRef="#ctx0" brushRef="#br0" timeOffset="91628.62">19007 14288 818 0,'0'0'174'0,"0"0"-80"15,0 0 33-15,0 0-50 16,0 0-18-16,0 0 0 0,-83 13 1 15,83-13-30-15,0 5-15 16,0-2-10-16,24 5 1 16,55-3 10-16,21-5 0 15,11 0-7-15,-4 0-7 16,-4 0-2-16,-7 0-6 16,-17 0-17-16,-19 0-20 15,11 0-23-15,-15 0-33 16,3-3-23-16,1-18-102 15,11-7-573-15</inkml:trace>
  <inkml:trace contextRef="#ctx0" brushRef="#br0" timeOffset="92420.16">21280 14169 553 0,'0'0'143'0,"0"0"14"16,0 0-16-16,0 0-32 16,0 0-16-16,0 0-28 15,0 7-1-15,0-4-19 16,0-3 1-16,0 0-9 15,0 0-20-15,0 0-8 0,35 0-8 16,21 0 6-16,31 0 15 16,25 0 6-16,3 0-20 15,-8 0-5-15,8 0-2 16,-8 0-1-16,-15 0 0 16,-21 0-1-16,-3 0-7 31,-21-8 8-31,-11 3-6 0,0-11-16 15,8 6-3 1,-5-3-10-16,17-6-41 0,12 4-14 16,15-1-67-16,12-3-219 15</inkml:trace>
  <inkml:trace contextRef="#ctx0" brushRef="#br0" timeOffset="93122.34">24310 14080 256 0,'0'0'292'0,"0"0"-232"16,0 0 2-16,0 0 16 0,-302 35-28 0,255-28 26 31,-1 0 35-31,4-1-30 15,-7 1 5-15,-5 1-5 16,-11 2-12-16,-5-1-12 0,17-2 8 16,7-1-26-16,12 1-9 15,20-4-4-15,16-3 1 16,-8 0-13-16,8 0 0 16,0 0 0-16,0 0-2 15,0 0-3-15,32 0-8 16,32 0 21-16,35 0 5 15,12 0-13-15,16 0-14 0,8 0 7 16,-15-7-6-16,-25-2-2 16,-28 2 2-16,-11-2 1 0,-28 9-2 15,-16-3 0 1,0 3-2-16,-12 0 2 0,0 0-9 16,8 0-13-16,-8 0-30 15,4 0-35-15,3 0-37 16,9 0-44-16,4-12-155 15</inkml:trace>
  <inkml:trace contextRef="#ctx0" brushRef="#br0" timeOffset="97737.64">12386 5572 577 0,'0'0'160'16,"0"0"-26"-16,0 0-11 16,0 0-86-16,0 0-15 15,0 0-3-15,0 0-15 16,12-9 2-16,0 9-6 0,-12 0 4 15,11 0 9-15,1 0 4 16,0 0 1-16,-12 0-10 16,20 0-2-16,-4 0 2 15,8 0 7-15,12 0 22 16,7-14-5-16,17-18-19 0,7-2-13 16,17-2-1-16,7-6-13 15,16 6-84-15,-3 3-185 16</inkml:trace>
  <inkml:trace contextRef="#ctx0" brushRef="#br0" timeOffset="107071.85">15544 16228 616 0,'0'0'115'0,"0"0"-27"16,0 0 55-16,0 0-32 16,0 0-40-16,0 0-20 15,0 0-8-15,-104 0-3 16,104 0-7-16,0 0-14 16,0 0 3-16,12 0 5 15,56 0 11-15,27 0 2 16,36 0-22-16,44 0-2 15,43 0-10-15,37 0-5 16,7 0 0-16,24 0 3 0,-16-11-4 16,8-1-2-16,4 2-4 15,-16 1 6-15,-31 2 4 16,-25 4-3-16,-47-3-2 16,-44 6 0-16,-39 0 1 15,-33 0 0-15,-23 0 0 16,-12-3 1-16,-4-1-1 15,-4-3 2-15,-4 7 2 16,0-3-3-16,8 3-1 16,-8 0-2-16,0 0-25 15,0 0-47-15,-36 0-41 16,-12 7-87-16,5-4-338 16</inkml:trace>
  <inkml:trace contextRef="#ctx0" brushRef="#br0" timeOffset="118603.71">27484 16730 826 0,'0'0'172'0,"0"0"-74"15,0 0 1-15,0 0-24 16,0 0-46-16,0 0-9 16,0 0-7-16,-24-30 12 15,24 30-1-15,0 0 0 16,0 0-10-16,24 5 25 16,-4 10-24-16,4 4-11 15,0-9 4-15,-4 3-5 16,-5-3-2-16,5 2 5 15,-4-5-6-15,-4-3 2 0,12-4 5 16,-4 0 0-16,24 0 14 16,3-11-3-16,25-21-5 15,19-12-13-15,16 2 0 16,20-3-15-16,1 3-54 16,-9 6-62-16,-4 3-131 15</inkml:trace>
  <inkml:trace contextRef="#ctx0" brushRef="#br0" timeOffset="120320.08">14380 18343 801 0,'0'0'197'0,"0"0"-108"16,0 0 40-16,0 0-29 15,0 0-50-15,0 0-2 16,-12-52-8-16,12 52-18 16,0 0-12-16,0 23-6 15,0 13 16-15,0 6 11 16,0 0-17-16,0 2-6 16,0-5-3-16,0-10-4 15,0-9-1-15,0-11-1 16,0-9 0-16,24 0 1 0,47-39 9 15,32-35 18-15,29-25-6 16,26-10-21-16,9-5 0 16,4-1-20-16,-4 8-52 15,-4 5-67-15,-12 10-55 16,-36 10-230-16</inkml:trace>
  <inkml:trace contextRef="#ctx0" brushRef="#br0" timeOffset="158648.79">12167 6771 483 0,'0'0'123'15,"0"0"-79"-15,0 0 6 16,0 0-20-16,0 0 16 0,0 0-38 16,0 0 59-16,0 0-12 15,-127 64-20-15,111-55-9 16,4 5 0-16,0 1-21 16,4 2 13-16,4-6-10 15,4 12 2-15,-8-4 0 16,8 2-3-16,0 7 0 15,0-6-5-15,0 2 5 16,0 2-5-16,0-2-1 16,0 2 4-16,0-3 4 0,0-1-5 15,8-2 4-15,16 6-5 16,-8-13-3-16,4 5 7 16,-8 0 2-16,12-5-7 15,-12 1 7-15,19 1-8 0,-3-4 1 16,4-6 8-16,-4 3 1 15,4-1-1-15,3 0-3 16,-3 2-3-16,4-2-4 16,-8-4 3-16,4 0-1 15,3-3 0-15,13 0 0 0,-4 0 7 16,-9 0-7-16,1 0 4 16,-4 0-5-16,-4-6 18 15,15-1-6-15,-15-2 2 16,4-1-4-1,-8 3-8-15,0-3 3 16,-4 4-6-16,-5-3 1 16,5-5 7-16,-4 3 0 15,4-4-2-15,-8-6-3 0,0 2 4 16,0 1-6 0,0-4 6-16,0 1-1 0,0 4-3 15,-12-3 9-15,0-3-9 16,0 4 5-16,0 0-5 15,0 4 5-15,0 2 1 16,0-1-3-16,0-5 1 0,0 3 3 16,-12-3 2-16,0 5-1 15,0-2-2-15,-8 1-1 16,8 1 3-16,0 5 9 16,-4-7-14-16,4-1 11 15,-8 5-5-15,5 3-3 16,-5 1-6-1,-4 0-3-15,0 5 0 16,-8 1 0-16,-4 2 0 16,-3 0-2-16,-5 0 1 15,0 0 1-15,5 0 0 16,-5 0 1-16,-4 0-2 16,13 0 2-16,-9 0-3 0,4 0 2 15,-16 0-2-15,9 13 2 0,-13 8-27 16,-7 8-46-16,11 9-33 15,16 1-62-15,17 3-221 16</inkml:trace>
  <inkml:trace contextRef="#ctx0" brushRef="#br0" timeOffset="159524.76">12445 8567 788 0,'0'0'244'0,"0"0"-105"15,0 0-28-15,0 0-26 16,0 0-15-16,0 0-27 0,-67 17 6 16,67-17-13-16,0 6-14 15,32 2 1-15,51 0 15 16,32-1 3-16,12-4-30 15,16-3-9-15,4 0 7 16,8 0-9-16,-4 0-6 16,-24 0 6-16,-31 0-2 15,-25 0 2-15,-39-7-1 16,-8 4 1-16,-24-5-2 16,0 5-5-16,0 3-4 15,0 0-10-15,-24 0 8 16,-44 0-22-16,-15 0-11 15,-24 18-20-15,-21 6-33 16,-11 5-72-16,24-9-254 0</inkml:trace>
  <inkml:trace contextRef="#ctx0" brushRef="#br0" timeOffset="178768.24">12632 5327 734 0,'0'0'241'0,"0"0"-145"16,0 0-7-16,0 0-40 16,0 0-18-16,0 0 1 15,0 0 8-15,338-29-20 16,-235 45 17-16,4 6 6 16,20-2-17-16,12 9-5 15,4 1 7-15,4 5-15 16,-16 7-1-16,20 5-5 15,-20-5 0-15,4 1 6 16,-15-4-8-16,7-1 4 16,-20 0-5-16,-16-2-1 15,5-4-3-15,-29-5-4 16,-7-5 4-16,-17-4 5 16,-19-8-3-16,0-3-2 0,-20-3 0 15,4-4 0-15,-4 0 3 16,-4 0 0-16,0 0 3 15,0 0-3-15,0 0 1 16,0 0-2-16,0 0-2 16,0 0-6-16,0 0-5 15,0-11 4-15,-24-4-4 16,0-4 7-16,-3-4-5 16,-17 3-12-16,-4-6 15 15,4 7 6-15,-3-12-3 16,-13 4 3-16,5-4 0 15,-5-5 2-15,0 4 0 0,13-1 12 16,3 7 13-16,16 10-12 16,8 3 6-16,8 13-12 15,1 0 13-15,11 0-6 16,-12 0-9-16,12 0-7 16,0 0-10-16,0 0 10 15,0 0 2-15,0 22 4 16,35-1-6-16,9 4 9 15,4 4 1-15,-1-6-5 16,25 6-5-16,-12-6 4 16,-5 4-3-16,-7-4-1 15,-16 3-1-15,-17-3-5 0,-7 0 12 16,-8-4-11-16,0 1 5 16,0-1 0-1,-47 3-2-15,-33 6-9 0,-15-2-35 16,-8 1-78-16,-13 2-43 15,13-3-86-15,28 3-728 16</inkml:trace>
  <inkml:trace contextRef="#ctx0" brushRef="#br0" timeOffset="179837.78">13212 7353 552 0,'0'0'114'0,"0"0"6"16,0 0 45-16,0 0-79 16,0 0-9-16,0 0-8 15,-68 6-22-15,68-3 1 16,0-3 27-16,0 0-4 15,0 0-14-15,0 0-13 16,12 0 19-16,56-16-12 16,27-20-11-16,44-11-17 15,4-4-12-15,28-14-5 16,-8 6-5-16,-8 1 7 16,-4 1-6-16,-24 8-1 15,-12 2-1-15,-32 14 1 16,-27 13 1-16,-32 5-2 0,-12 12 0 15,-12-4 5 1,0 7 1-16,0 0-5 0,0 0-1 16,0 0 0-16,0 0-6 15,-32 0-1-15,-39 0 3 16,-13 0 4-16,-7 0-3 16,-5 0 8-16,5 0-10 15,24 0 5-15,7 0 0 16,12 0-1-16,13 0 5 15,15 0-4-15,8 0 1 16,8 0-1-16,4 0 2 16,0 0-2-16,0 0 8 15,0 0 4-15,0-6-9 16,0 6 2-16,36 0-3 16,35-3 5-16,24 3-5 0,9-4-2 15,-1 4 0-15,-20 0-5 16,-23 0 5-16,-16 0 0 15,-32 0 0-15,11 16-8 16,-11 17 5-16,-4 9 3 16,-8 15-1-16,0 13-10 15,0 6-31-15,-32 13-33 16,-23 9-43-16,-21 14-88 16,-11 11-187-16</inkml:trace>
</inkml:ink>
</file>

<file path=ppt/ink/ink4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7:38.161"/>
    </inkml:context>
    <inkml:brush xml:id="br0">
      <inkml:brushProperty name="width" value="0.05" units="cm"/>
      <inkml:brushProperty name="height" value="0.05" units="cm"/>
      <inkml:brushProperty name="color" value="#E71224"/>
    </inkml:brush>
  </inkml:definitions>
  <inkml:trace contextRef="#ctx0" brushRef="#br0">75 0 14375,'0'0'6827,"-4"11"-6142,-5 28-254,2 0 0,2 0 0,-2 67 0,0 9-295,-1 4-1950,8-130-1791,-4-162-1997,-13 0 7846,11 82 2910,6 90-4303,3 1-390,3 2-334,1 1-1,-1-1 1,0 1-1,0 0 1,0 1-1,0-1 0,-1 1 1,8 7-1,46 43 733,-40-35-732,113 129 217,-5-5-1496,-89-113-1059,-8-22-2843,-22-12 425,-1-14-3124</inkml:trace>
</inkml:ink>
</file>

<file path=ppt/ink/ink4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7:38.524"/>
    </inkml:context>
    <inkml:brush xml:id="br0">
      <inkml:brushProperty name="width" value="0.05" units="cm"/>
      <inkml:brushProperty name="height" value="0.05" units="cm"/>
      <inkml:brushProperty name="color" value="#E71224"/>
    </inkml:brush>
  </inkml:definitions>
  <inkml:trace contextRef="#ctx0" brushRef="#br0">60 0 10869,'0'0'10976,"-6"3"-10416,4-2-500,0 1 0,-1 0 1,1-1-1,0 1 0,0 0 1,1 0-1,-1 1 0,0-1 1,1 0-1,-1 0 0,1 1 0,0-1 1,-1 1-1,1 0 0,1-1 1,-1 1-1,0-1 0,1 1 0,-1 0 1,1 5-1,-1 73 503,2-40-383,-13 130 131,-1 16-4592,13-186 4093,0 0-1,0 0 1,0 0-1,0 0 1,0 0 0,0-1-1,1 1 1,-1 0-1,0 0 1,0 0 0,1 0-1,-1 0 1,1 0-1,-1 0 1,1 0 0,-1-1-1,1 1 1,-1 0-1,1 0 1,0 0 0,-1-1-1,1 1 1,0-1-1,0 1 1,-1 0 0,1-1-1,0 1 1,0-1-1,0 0 1,0 1 0,0-1-1,0 0 1,0 1-1,0-1 1,-1 0 0,1 0-1,0 0 1,0 0-1,0 0 1,0 0 0,0 0-1,0 0 1,0 0-1,0-1 1,0 1 0,1-1-1,17 1-5493</inkml:trace>
</inkml:ink>
</file>

<file path=ppt/ink/ink4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7:40.127"/>
    </inkml:context>
    <inkml:brush xml:id="br0">
      <inkml:brushProperty name="width" value="0.05" units="cm"/>
      <inkml:brushProperty name="height" value="0.05" units="cm"/>
      <inkml:brushProperty name="color" value="#E71224"/>
    </inkml:brush>
  </inkml:definitions>
  <inkml:trace contextRef="#ctx0" brushRef="#br0">7 273 10661,'0'0'10044,"0"8"-9318,-3 42 562,1-26-1058,1 1 1,0-1-1,5 30 0,-4-49-234,1 0 0,0 0 0,0 1-1,0-1 1,1 0 0,0-1 0,0 1 0,0 0-1,0 0 1,1-1 0,0 1 0,0-1 0,0 0-1,0 0 1,1 0 0,-1 0 0,1-1 0,0 0 0,0 1-1,9 4 1,-11-7-19,1 0 0,-1 1 1,1-1-1,-1 0 0,1 0 0,0-1 0,-1 1 0,1 0 0,0-1 1,0 0-1,0 0 0,-1 0 0,1 0 0,0 0 0,0 0 0,-1-1 1,1 1-1,0-1 0,0 0 0,-1 1 0,1-2 0,-1 1 0,1 0 1,3-2-1,-4 0-1,1 1 0,-1-1-1,0 1 1,0-1 0,0 0 0,0 0 0,0 0 0,0 0 0,-1 0-1,0 0 1,1 0 0,-1-1 0,-1 1 0,1 0 0,0-1 0,-1 1 0,1-1-1,-1-6 1,0 5 26,-1 0-1,1 0 1,-1 0-1,1 0 1,-1 0 0,-1 0-1,1 0 1,-1 0-1,0 0 1,0 1-1,0-1 1,-1 1-1,0-1 1,0 1-1,0 0 1,0 0-1,0 0 1,-1 0-1,0 1 1,0-1 0,-5-2-1,7 4 5,-1-1 21,0 0 0,1 1 0,-1-1 1,1 0-1,0 0 0,-1 0 0,1-1 0,1 1 0,-1-1 0,0 1 0,1-1 0,0 1 0,0-1 0,0 0 0,0 0 0,0 1 0,1-1 0,0 0 0,0-7 0,1 8-9,-1 0 0,1 1-1,0-1 1,0 0 0,0 1 0,1 0-1,-1-1 1,1 1 0,-1 0 0,1-1-1,0 1 1,0 0 0,0 0 0,0 0-1,0 1 1,0-1 0,0 0 0,1 1-1,-1 0 1,0-1 0,1 1 0,0 0-1,-1 0 1,1 1 0,-1-1 0,1 0-1,4 0 1,2 0-19,1 0-1,-1 0 0,0 1 1,0 1-1,1-1 0,-1 1 1,0 1-1,0 0 1,0 0-1,0 1 0,0 0 1,-1 0-1,1 1 0,-1 0 1,0 0-1,0 1 1,0 0-1,-1 1 0,0 0 1,0 0-1,0 0 1,-1 1-1,0 0 0,0 1 1,0-1-1,-1 1 0,0 0 1,-1 0-1,0 0 1,0 1-1,-1-1 0,3 11 1,-3-5 5,-1-1-1,0 1 1,-1 0 0,-2 26 0,1-16-2,0-24 0,0 0-1,0 1 1,0-1 0,0 0-1,0 0 1,0 0 0,0 0-1,0 1 1,0-1 0,0 0-1,0 0 1,0 0 0,0 1-1,0-1 1,0 0 0,0 0-1,0 0 1,0 0-1,0 1 1,0-1 0,0 0-1,0 0 1,0 0 0,-1 0-1,1 1 1,0-1 0,0 0-1,0 0 1,0 0 0,0 0-1,0 0 1,-1 0 0,1 0-1,0 1 1,0-1-1,0 0 1,0 0 0,-1 0-1,1 0 1,0 0 0,0 0-1,0 0 1,-1 0 0,1 0-1,0 0 1,0 0 0,0 0-1,0 0 1,-1 0 0,1 0-1,0 0 1,0 0 0,0 0-1,-1 0 1,1 0-1,0 0 1,0-1 0,0 1-1,0 0 1,0 0 0,-1 0-1,1 0 1,0 0 0,0 0-1,0-1 1,0 1 0,-1 0-1,-8-14 143,8 7-137,0 0-1,0 0 1,0-1-1,1 1 0,0 0 1,1-1-1,-1 1 1,1 0-1,1 0 1,-1 0-1,1-1 1,1 2-1,-1-1 0,1 0 1,0 0-1,1 1 1,-1 0-1,1 0 1,1 0-1,-1 0 1,1 0-1,0 1 0,0 0 1,1 0-1,-1 0 1,1 1-1,0 0 1,0 0-1,1 0 0,-1 1 1,1 0-1,0 0 1,0 1-1,0 0 1,0 0-1,0 0 1,0 1-1,0 0 0,1 1 1,9 0-1,-13 0-8,0 1-1,0 0 0,0 0 0,0 0 0,0 0 0,0 1 1,0 0-1,0 0 0,0 0 0,-1 0 0,1 0 0,-1 1 1,0-1-1,0 1 0,0 0 0,0 0 0,0 0 1,0 1-1,-1-1 0,1 0 0,2 8 0,0-2-3,-1-1 1,0 1-1,0 0 0,-1 0 0,0 0 0,-1 1 0,0-1 0,1 18 1,-1-2 34,-1-17-36,0 0 0,0 1 0,-1-1 1,0 1-1,-1-1 0,0 1 0,0-1 1,-1 1-1,0-1 0,-3 9 0,5-17 8,0 0 0,0 0 0,0 0 0,0 0 0,0 0 0,0 0-1,0-1 1,0 1 0,0 0 0,0 0 0,0 0 0,0 0 0,0 0 0,0-1-1,0 1 1,0 0 0,0 0 0,0 0 0,0 0 0,0 0 0,0 0 0,0-1-1,-1 1 1,1 0 0,0 0 0,0 0 0,0 0 0,0 0 0,0 0 0,0 0 0,0 0-1,0 0 1,-1-1 0,1 1 0,0 0 0,0 0 0,0 0 0,0 0 0,0 0-1,0 0 1,-1 0 0,1 0 0,0 0 0,0 0 0,0 0 0,0 0 0,0 0-1,0 0 1,-1 0 0,1 0 0,0 0 0,0 0 0,0 0 0,0 0 0,0 0-1,0 0 1,-1 0 0,1 0 0,0 0 0,0 1 0,0-1 0,0 0 0,0 0 0,0 0-1,0 0 1,-1 0 0,1 0 0,0 0 0,0 1 0,-3-23 62,3-25 44,3 37-101,0 1-1,0 1 0,1-1 1,0 0-1,1 1 0,0 0 1,0 0-1,0 0 0,1 1 1,1 0-1,-1 0 0,10-8 1,-12 11-12,0 0 0,1 1 0,-1-1 0,1 1 0,0 0 0,-1 0-1,1 0 1,1 1 0,-1 0 0,0 0 0,0 0 0,1 1 0,-1-1 0,1 1 0,0 1 0,-1-1 0,1 1 0,-1 0 0,1 0 0,0 0 0,-1 1 0,7 1 0,-8 0-6,-1 0 0,1 0 0,-1-1 0,0 2 0,0-1 0,0 0 0,0 1 0,0-1 0,-1 1-1,1 0 1,-1 0 0,0 0 0,1 0 0,2 7 0,19 56 31,-9-23-38,-14-43 18,-1 0 1,1 0 0,-1 0 0,1 0 0,-1 0 0,1 0-1,-1 0 1,1 0 0,-1 0 0,1 0 0,-1 0-1,1 0 1,-1-1 0,1 1 0,-1 0 0,1 0 0,-1 0-1,0-1 1,1 1 0,-1 0 0,1-1 0,-1 1 0,0 0-1,1-1 1,-1 1 0,0-1 0,1 1 0,-1 0-1,0-1 1,0 1 0,1-1 0,-1 1 0,0-1 0,0 1-1,0-1 1,15-21 34,-14 21-35,11-19 27,2 0 1,0 1-1,1 1 0,30-28 0,-45 45-30,1 0 0,0 0 0,0 0 0,0 1 0,0-1 0,0 0-1,0 1 1,0-1 0,0 1 0,1-1 0,-1 1 0,0 0 0,0-1 0,0 1 0,1 0 0,-1 0 0,0 0-1,0 0 1,0 0 0,1 0 0,-1 0 0,0 0 0,0 1 0,0-1 0,1 0 0,-1 1 0,0-1 0,0 1 0,0-1-1,0 1 1,0-1 0,0 1 0,0 0 0,0-1 0,0 1 0,0 0 0,0 1 0,5 4-16,-1 1 1,-1-1-1,0 1 0,7 14 1,3 3 11,-10-17-184,0-1 0,1 0 0,0 0 0,0 0 0,0-1 0,1 0 0,0 0 0,0 0 0,0-1 0,1 1 0,-1-2 0,1 1 0,0-1 0,0 0 0,0 0 0,1-1 0,-1 0 0,1 0 0,-1-1 0,1 0 0,-1 0 0,1-1 0,0 0 0,-1 0 0,1-1 0,0 0 0,10-3 0,-11 1 168,-1 0 0,1-1 0,-1 0 0,1 0 0,-1-1 0,0 1 0,-1-1 0,1-1-1,-1 1 1,0-1 0,0 0 0,-1 0 0,7-11 0,-6 8 228,0 0 0,0 0 0,-1 0 0,0-1 0,-1 0-1,0 1 1,0-1 0,-1 0 0,2-17 0,-4 26-164,0 0 0,0 1 0,0-1 0,0 1 0,0-1 0,0 0 0,-1 1 0,1-1 0,0 1 0,0-1 1,0 0-1,0 1 0,-1-1 0,1 1 0,0-1 0,-1 1 0,1-1 0,0 1 0,-1-1 0,1 1 0,-1-1 0,1 1 0,-1-1 0,1 1 0,-1 0 0,1-1 0,-1 1 0,1 0 1,-1-1-1,1 1 0,-1 0 0,0 0 0,0-1 0,-25 6 334,20-3-368,0 1 0,1-1 0,-1 1-1,1 1 1,0-1 0,-8 8 0,7-3-23,1 0 0,0 0 1,0 0-1,1 1 0,0 0 0,0 0 1,1 0-1,0 0 0,1 0 1,0 1-1,0-1 0,1 1 0,1-1 1,0 17-1,0-25-3,1-1 0,0 1 1,0-1-1,-1 1 0,1-1 1,0 0-1,0 1 0,-1-1 0,1 0 1,0 0-1,0 1 0,0-1 1,-1 0-1,1 0 0,0 0 0,0 0 1,0 0-1,0 0 0,-1 0 1,1 0-1,0-1 0,0 1 0,0 0 1,0 0-1,1-1 0,23-6-27,-19 4 25,1 0-1,0 1 1,-1-1 0,1 2 0,0-1 0,0 1 0,10-1 0,-10 2 42,0-1 0,0 0 1,0-1-1,0 1 0,0-1 0,-1-1 1,1 1-1,9-6 0,-4 0 61,0 0 1,-1-2-1,0 1 0,0-1 0,-1-1 1,-1 1-1,0-2 0,0 1 1,-1-1-1,0-1 0,-1 0 0,-1 0 1,0 0-1,0 0 0,5-26 1,-2-3 622,-2 0 1,-3-1 0,0-86-1,-4 126 102,-9 22-94,-4 17-616,1 1 0,2 0 0,2 0 0,1 1 0,2 1 1,2-1-1,2 60 0,1-92-107,0 0 1,1 1 0,-1-1-1,2 0 1,-1 1 0,0-1-1,1 0 1,1 0 0,-1 0-1,1 0 1,0-1 0,0 1-1,0-1 1,1 1 0,0-1 0,0 0-1,0-1 1,0 1 0,9 6-1,-5-6-82,-1 0 0,1-1-1,0 0 1,0 0 0,0-1-1,1 0 1,-1 0 0,1-1-1,-1 0 1,1-1 0,0 1 0,0-2-1,14 0 1,-19-1 70,1 0-1,-1 0 1,0 0 0,1-1-1,-1 0 1,0 0 0,0 0 0,0 0-1,-1-1 1,1 1 0,0-1 0,-1 0-1,0 0 1,1-1 0,-1 1-1,-1-1 1,1 1 0,0-1 0,-1 0-1,0 0 1,4-8 0,4-9-57,-1 0 0,10-40 0,-13 36 352,-4 13 154,-1 29-140,-7 96 507,2-73-999,2 1-1,3 42 0,-1-82-235,1 7-314</inkml:trace>
</inkml:ink>
</file>

<file path=ppt/ink/ink4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7:40.491"/>
    </inkml:context>
    <inkml:brush xml:id="br0">
      <inkml:brushProperty name="width" value="0.05" units="cm"/>
      <inkml:brushProperty name="height" value="0.05" units="cm"/>
      <inkml:brushProperty name="color" value="#E71224"/>
    </inkml:brush>
  </inkml:definitions>
  <inkml:trace contextRef="#ctx0" brushRef="#br0">1 43 3874,'0'0'17544,"37"-42"-18793,-16 49-1776,-5 10-3730</inkml:trace>
</inkml:ink>
</file>

<file path=ppt/ink/ink4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7:41.412"/>
    </inkml:context>
    <inkml:brush xml:id="br0">
      <inkml:brushProperty name="width" value="0.05" units="cm"/>
      <inkml:brushProperty name="height" value="0.05" units="cm"/>
      <inkml:brushProperty name="color" value="#E71224"/>
    </inkml:brush>
  </inkml:definitions>
  <inkml:trace contextRef="#ctx0" brushRef="#br0">208 203 15591,'0'0'5277,"18"-7"-4476,60-20-204,-75 26-554,0 0 0,0 0-1,0 0 1,0 1 0,0-1-1,0 1 1,0-1 0,1 1-1,-1 0 1,0 1 0,0-1-1,0 0 1,0 1 0,0 0-1,0-1 1,0 1 0,0 1-1,4 1 1,-5-2-25,0 1 0,0 0 0,0 0 0,0 0 0,0 0 0,0 1-1,-1-1 1,1 0 0,-1 1 0,0-1 0,0 1 0,0-1 0,0 1 0,0 0 0,0-1 0,0 5 0,0 6 46,0 0 0,-1 1 0,0-1 0,-1 1 0,-1-1 0,-3 16 0,-11 31 133,11-42-154,0 0-1,1 1 1,-3 31 0,6-23 57,1-1 1,0 0 0,2 1 0,2-1-1,0 0 1,1 0 0,17 47-1,-1-22-12,-6-16 110,14 48 0,-27-74-116,0 1 0,0-1 0,0 1 0,-1-1 1,-1 1-1,0 0 0,0-1 0,-1 1 0,0 0 1,-3 11-1,3-18-59,0 0 0,-1-1 0,1 1 0,-1-1 0,1 1 0,-1-1 0,0 0 0,0 1 0,-1-1 0,1 0 0,0 0 0,-1 0 0,1-1 0,-1 1 0,1-1 0,-1 1 0,0-1 0,1 0 0,-1 0 0,0 0 0,0 0 0,0-1 0,-4 1 0,-9 2 65,-1-1 0,-31-1 0,40-1-101,-12 0 16,0-1 1,0 0 0,0-2-1,1 0 1,-1-2 0,-31-10-1,42 11-13,0 0 0,0 0 0,1-1-1,-1 0 1,1-1 0,0 0 0,1 0-1,-1 0 1,1-1 0,1 0-1,-1-1 1,1 1 0,1-1 0,-1-1-1,-7-14 1,12 20-4,-1-1 1,1 1-1,-1-1 0,1 0 0,0 1 1,1-1-1,-1 0 0,0 1 1,1-1-1,0 0 0,0 0 0,0 1 1,1-1-1,-1 0 0,1 1 1,0-1-1,0 0 0,0 1 0,0-1 1,1 1-1,-1-1 0,1 1 1,0 0-1,0 0 0,0-1 0,0 2 1,5-6-1,4-2-12,2 0 0,-1 0 1,1 1-1,1 0 0,16-7 0,-5 2-19,39-23-121,-2-1-1,-1-4 1,-3-2 0,-1-3 0,-3-2 0,51-60 0,-103 107 166,0 0 0,0 0 1,0-1-1,0 1 1,-1-1-1,1 1 1,-1-1-1,0 1 1,0-1-1,0 0 0,0 0 1,1-5-1,-3 7 3,1 1-1,0-1 1,0 0-1,-1 0 1,1 0-1,-1 1 1,1-1-1,-1 0 0,1 1 1,-1-1-1,1 0 1,-1 1-1,1-1 1,-1 1-1,0-1 1,0 1-1,1-1 1,-1 1-1,0-1 1,0 1-1,1 0 0,-1-1 1,0 1-1,0 0 1,0 0-1,1 0 1,-1 0-1,0-1 1,0 1-1,0 0 1,0 0-1,0 1 1,1-1-1,-1 0 1,0 0-1,0 0 0,0 1 1,0-1-1,1 0 1,-2 1-1,-1 0-1,-1 0-1,1 1 0,0-1 1,0 1-1,0 0 1,0 0-1,0 0 0,1 0 1,-1 0-1,1 1 1,-1-1-1,1 1 0,0-1 1,0 1-1,0 0 1,0 0-1,0 0 0,1 0 1,-1 0-1,1 1 1,0-1-1,0 0 0,0 1 1,1-1-1,-1 6 1,-1-2 0,1-1 0,0 0 0,1 0 0,-1 0 0,1 0 0,1 0 0,-1 1-1,1-1 1,0 0 0,0 0 0,1 0 0,0 0 0,4 9 0,-2-11 2,0 0 0,0 0 0,1-1 0,-1 1 0,1-1 0,0 0 0,-1-1 0,1 1 0,1-1 0,-1 0 0,0 0 0,0 0 0,1-1 0,-1 0 0,1 0 0,-1 0 0,1-1 0,6 0 0,0 1-4,0-1 0,1-1 0,-1 0 0,0 0-1,0-2 1,0 1 0,18-7 0,-18 3-6,0 0 0,-1-1 1,1-1-1,-1 0 0,-1 0 0,1-1 0,16-18 0,-22 21 26,1-1 0,-1 1 0,-1-1 1,1 0-1,-1 0 0,0 0 0,-1 0 0,1-1 0,-2 0 1,1 1-1,-1-1 0,0 0 0,-1 0 0,1-9 0,-2 16-4,0 0 0,-1 0 0,1 0 0,-1 1 0,1-1 0,-1 0-1,1 1 1,-1-1 0,0 0 0,1 1 0,-1-1 0,0 1-1,1-1 1,-1 1 0,0-1 0,0 1 0,1 0 0,-1-1-1,0 1 1,0 0 0,0 0 0,1 0 0,-1-1 0,0 1 0,0 0-1,0 0 1,0 0 0,0 0 0,1 0 0,-1 0 0,-1 1-1,-33 4 26,30-2-48,0 0 0,0 1 0,0-1 0,0 1-1,0 1 1,1-1 0,0 0 0,0 1 0,0 0-1,0 0 1,1 0 0,0 1 0,0-1 0,0 1 0,1-1-1,0 1 1,0 0 0,0 0 0,1 0 0,0 0-1,0 0 1,1 1 0,-1-1 0,1 0 0,0 0-1,1 0 1,0 0 0,1 7 0,-1-11-41,0-1 1,1 0-1,-1 1 0,0-1 1,0 0-1,1 0 0,-1 0 1,1 0-1,-1 0 0,1 0 1,-1 0-1,1 0 0,0-1 1,-1 1-1,1-1 0,0 1 1,-1-1-1,1 0 1,0 1-1,0-1 0,-1 0 1,1 0-1,2 0 0,2 0-152,-1 0-1,1-1 0,-1 1 0,1-1 1,-1 0-1,10-3 0,-7-1 78,-1 1-1,0-1 0,0 0 1,0-1-1,-1 0 1,1 0-1,-2 0 1,1-1-1,-1 0 1,0 0-1,5-9 1,1-3 102,-1 0 1,0-1 0,8-28 0,-9 12 342,-2 0 0,-1 0 1,-2 0-1,-2-1 0,-2-53 1,0 50 818,-10 52 52,5 2-1130,-1 0 1,2 1-1,0-1 0,0 1 0,2 0 0,-2 18 0,1 99 394,3-96-392,-1 15-8,0 61-8,2-104-56,0 0 1,0-1 0,0 1 0,1 0-1,0-1 1,0 1 0,1-1 0,0 0-1,1 0 1,-1 0 0,6 7-1,-6-11-65,-1-1-1,1 1 0,0 0 1,0-1-1,0 0 0,1 1 0,-1-1 1,0-1-1,1 1 0,0 0 0,-1-1 1,1 0-1,0 0 0,0 0 1,0 0-1,-1 0 0,1-1 0,0 0 1,0 0-1,0 0 0,0 0 0,0-1 1,0 1-1,7-3 0,-4 1-658,1 0-1,0-1 1,-1 0-1,1-1 1,-1 1-1,0-1 1,0-1-1,-1 1 1,1-1-1,10-10 1,3-8-6255</inkml:trace>
</inkml:ink>
</file>

<file path=ppt/ink/ink5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7:42.177"/>
    </inkml:context>
    <inkml:brush xml:id="br0">
      <inkml:brushProperty name="width" value="0.05" units="cm"/>
      <inkml:brushProperty name="height" value="0.05" units="cm"/>
      <inkml:brushProperty name="color" value="#E71224"/>
    </inkml:brush>
  </inkml:definitions>
  <inkml:trace contextRef="#ctx0" brushRef="#br0">50 43 12982,'0'0'11712,"-8"-4"-10365,-25-11-288,25 12 174,34 2-801,-10 0-441,487-18-1014,-509 26 297,-103 60 482,70-46 158,-69 52 0,-70 83 107,167-138 71,11-18-84,0 0 1,0 1-1,0-1 1,0 1-1,1-1 1,-1 1-1,0-1 1,0 0-1,0 1 1,1-1-1,-1 0 0,0 1 1,1-1-1,-1 0 1,0 1-1,1-1 1,-1 0-1,0 0 1,1 1-1,-1-1 1,1 0-1,-1 0 1,0 0-1,1 0 0,-1 1 1,1-1-1,-1 0 1,1 0-1,43 1 473,-32-2-456,29-1 35,-1-2 0,-1-2 0,69-19 0,-35 8-113,13 1-467,-48 14-3762,-37 2 4112,-1 0 0,0 0 0,0 0 0,1 0 0,-1 0 0,0 0 0,0 0 0,1 1 0,-1-1 1,0 0-1,0 0 0,1 0 0,-1 0 0,0 0 0,0 0 0,0 1 0,1-1 0,0 1-849,-1-1 849,0 0 0,0 1 0,0-1 0,0 0 0,0 0 0,0 1 0,0-1 0,0 0 0,1 0 0,-1 1 0,0-1 1,0 0-1,0 0 0,0 1 0,2 11-5430</inkml:trace>
</inkml:ink>
</file>

<file path=ppt/ink/ink5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7:42.520"/>
    </inkml:context>
    <inkml:brush xml:id="br0">
      <inkml:brushProperty name="width" value="0.05" units="cm"/>
      <inkml:brushProperty name="height" value="0.05" units="cm"/>
      <inkml:brushProperty name="color" value="#E71224"/>
    </inkml:brush>
  </inkml:definitions>
  <inkml:trace contextRef="#ctx0" brushRef="#br0">1 1 9957,'0'0'16252,"0"3"-15350,0 120 202,0-37-3617,0-85 2305,0-1 0,0 1 0,0 0 0,0-1 0,0 1 0,0-1-1,0 1 1,0 0 0,0-1 0,0 1 0,1-1 0,-1 1-1,0 0 1,0-1 0,1 1 0,-1-1 0,0 1 0,1-1 0,-1 1-1,0-1 1,1 1 0,-1-1 0,1 0 0,-1 1 0,1-1-1,-1 0 1,1 1 0,-1-1 0,1 0 0,0 1 0,-1-1 0,1 0-1,-1 0 1,1 0 0,0 0 0,-1 1 0,1-1 0,-1 0-1,1 0 1,0 0 0,-1 0 0,1 0 0,-1-1 0,1 1 0,1 0-1,12 0-6090</inkml:trace>
</inkml:ink>
</file>

<file path=ppt/ink/ink5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7:42.848"/>
    </inkml:context>
    <inkml:brush xml:id="br0">
      <inkml:brushProperty name="width" value="0.05" units="cm"/>
      <inkml:brushProperty name="height" value="0.05" units="cm"/>
      <inkml:brushProperty name="color" value="#E71224"/>
    </inkml:brush>
  </inkml:definitions>
  <inkml:trace contextRef="#ctx0" brushRef="#br0">0 1 8980,'0'0'16322,"1"3"-15476,4 22-682,0-1 0,-2 1 0,-1 1 0,-1-1 0,-4 43 0,1-2-5582,3-61 2003</inkml:trace>
</inkml:ink>
</file>

<file path=ppt/ink/ink5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7:43.190"/>
    </inkml:context>
    <inkml:brush xml:id="br0">
      <inkml:brushProperty name="width" value="0.05" units="cm"/>
      <inkml:brushProperty name="height" value="0.05" units="cm"/>
      <inkml:brushProperty name="color" value="#E71224"/>
    </inkml:brush>
  </inkml:definitions>
  <inkml:trace contextRef="#ctx0" brushRef="#br0">15 1 16440,'0'0'10468,"-14"22"-10308,14 6-48,4 5-64,2-1-32,0-1-32,-2 1-176,1-3-528,-5 1-961,0-4-1520,0-6-1041,0-3-5459</inkml:trace>
</inkml:ink>
</file>

<file path=ppt/ink/ink5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7:43.768"/>
    </inkml:context>
    <inkml:brush xml:id="br0">
      <inkml:brushProperty name="width" value="0.05" units="cm"/>
      <inkml:brushProperty name="height" value="0.05" units="cm"/>
      <inkml:brushProperty name="color" value="#E71224"/>
    </inkml:brush>
  </inkml:definitions>
  <inkml:trace contextRef="#ctx0" brushRef="#br0">33 0 14054,'0'0'10560,"-5"3"-9704,-17 5-247,16-6-119,43-2 508,-35 0-1047,143 0 163,-96 0-3016,0 0-4308,-34 0 847</inkml:trace>
</inkml:ink>
</file>

<file path=ppt/ink/ink5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7:44.172"/>
    </inkml:context>
    <inkml:brush xml:id="br0">
      <inkml:brushProperty name="width" value="0.05" units="cm"/>
      <inkml:brushProperty name="height" value="0.05" units="cm"/>
      <inkml:brushProperty name="color" value="#E71224"/>
    </inkml:brush>
  </inkml:definitions>
  <inkml:trace contextRef="#ctx0" brushRef="#br0">0 27 15271,'0'0'11797,"33"16"-11460,0-18-337,0-3 0,-2-1 0,0-1-305,2-1-607,-2 1-865,2 2-1344,-4 3-945,-5 2-4322</inkml:trace>
</inkml:ink>
</file>

<file path=ppt/ink/ink5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8:24.751"/>
    </inkml:context>
    <inkml:brush xml:id="br0">
      <inkml:brushProperty name="width" value="0.05" units="cm"/>
      <inkml:brushProperty name="height" value="0.05" units="cm"/>
      <inkml:brushProperty name="color" value="#E71224"/>
    </inkml:brush>
  </inkml:definitions>
  <inkml:trace contextRef="#ctx0" brushRef="#br0">0 62 9332,'0'0'5915,"1"8"-5403,-1-5-484,0-1 9,0 1 1,1-1-1,-1 0 0,0 0 1,1 0-1,-1 1 1,1-1-1,-1 0 0,1 0 1,0 0-1,2 3 0,-1-3 51,-1-1 0,1 0 0,0 0-1,0 0 1,-1 0 0,1 0-1,0 0 1,0 0 0,0-1-1,0 1 1,0-1 0,0 1-1,0-1 1,0 0 0,0 0-1,1 0 1,-1 0 0,2 0 0,-2 0-24,0 0 1,0-1 0,0 1-1,0-1 1,0 1 0,0-1 0,0 1-1,0-1 1,0 0 0,0 0-1,-1 0 1,1 0 0,0 0-1,-1-1 1,1 1 0,0 0 0,-1-1-1,0 1 1,1-1 0,-1 0-1,0 1 1,0-1 0,0 0 0,0 0-1,0 1 1,0-1 0,-1 0-1,2-3 1,0-4 200,0 0-1,0 1 0,-1-1 1,0 0-1,-1-11 0,-1 19-223,1 0 0,-1 0 0,0 0 0,0 0-1,-1 0 1,1 0 0,0 0 0,0 1 0,0-1-1,0 0 1,-1 1 0,1-1 0,0 1-1,-1 0 1,1-1 0,0 1 0,-1 0 0,1 0-1,0 0 1,-1-1 0,1 2 0,0-1 0,-1 0-1,-1 0 1,-36 5 20,37-3-64,0 0 1,0 0-1,1 0 1,-1 0-1,1 0 1,-1 0-1,1 1 1,0-1 0,0 0-1,-1 1 1,2-1-1,-1 1 1,0-1-1,1 1 1,-1-1-1,1 1 1,0 0-1,-1-1 1,1 1-1,1 0 1,-1 3-1,0-3-241,0 0 0,1 0 0,-1 0 0,1 0 0,-1 0 0,1 0 0,0-1 0,0 1 0,0 0 0,1 0 0,-1-1 0,1 1 0,-1 0 0,1-1 0,0 0 0,0 1 0,4 3 0,18 6-4228</inkml:trace>
</inkml:ink>
</file>

<file path=ppt/ink/ink5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8:22.769"/>
    </inkml:context>
    <inkml:brush xml:id="br0">
      <inkml:brushProperty name="width" value="0.05" units="cm"/>
      <inkml:brushProperty name="height" value="0.05" units="cm"/>
      <inkml:brushProperty name="color" value="#E71224"/>
    </inkml:brush>
  </inkml:definitions>
  <inkml:trace contextRef="#ctx0" brushRef="#br0">56 11 10725,'0'0'9156,"-6"0"-8465,-10 3-400,-17 3 4028,489-25-4420,-455 19 94,0 0 0,1 0-1,-1 0 1,0 0 0,1 0 0,-1 0 0,0 0 0,1 0 0,-1 1-1,0-1 1,0 1 0,1-1 0,-1 0 0,0 1 0,0 0-1,0-1 1,0 1 0,0 0 0,0 0 0,0-1 0,0 1 0,0 0-1,0 0 1,0 0 0,0 0 0,0 0 0,-1 0 0,1 1 0,-1-1-1,1 0 1,-1 0 0,1 0 0,-1 1 0,1-1 0,-1 0 0,0 1-1,0-1 1,0 0 0,0 0 0,0 1 0,0-1 0,0 0 0,0 1-1,0-1 1,0 0 0,-1 0 0,1 1 0,-1-1 0,1 0 0,-2 2-1,0 4 8,-1 0-1,0 0 1,-1-1-1,1 1 1,-1-1 0,0 0-1,-9 9 1,-42 35-15,-80 56 1,-36 32-5,171-138 18,-6 4 4,1 1 0,0 0 0,1 0 0,-1 1-1,-5 9 1,10-15 1,-1 1 0,1 0 0,0 0 0,-1-1 0,1 1-1,0 0 1,0 0 0,0 0 0,-1-1 0,1 1 0,0 0 0,0 0 0,0 0 0,0-1-1,1 1 1,-1 0 0,0 0 0,0 0 0,0-1 0,1 1 0,0 1 0,0-1 1,0 0 0,0 1 0,0-1 0,0 0 0,0-1 1,1 1-1,-1 0 0,0 0 0,1-1 0,-1 1 0,1 0 0,-1-1 0,1 1 1,-1-1-1,1 0 0,1 1 0,37 3 36,0-1 1,0-2-1,74-7 0,-87 3 12,1-2 0,29-9-1,24-6-3062,-25 15-4590,-42 5 2253</inkml:trace>
</inkml:ink>
</file>

<file path=ppt/ink/ink5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8:23.112"/>
    </inkml:context>
    <inkml:brush xml:id="br0">
      <inkml:brushProperty name="width" value="0.05" units="cm"/>
      <inkml:brushProperty name="height" value="0.05" units="cm"/>
      <inkml:brushProperty name="color" value="#E71224"/>
    </inkml:brush>
  </inkml:definitions>
  <inkml:trace contextRef="#ctx0" brushRef="#br0">4 1 15431,'0'0'8351,"-4"24"-7879,4 207 113,0-132-4857,0-99 4165,0 1 1,0-1 0,0 0-1,0 0 1,0 0 0,0 1-1,0-1 1,0 0-1,0 0 1,0 0 0,0 1-1,0-1 1,0 0 0,1 0-1,-1 0 1,0 1-1,0-1 1,0 0 0,0 0-1,0 0 1,0 0 0,1 1-1,-1-1 1,0 0-1,0 0 1,0 0 0,0 0-1,0 0 1,1 0 0,-1 0-1,0 0 1,0 1-1,0-1 1,1 0 0,-1 0-1,0 0 1,0 0 0,0 0-1,1 0 1,-1 0 0,0 0-1,0 0 1,0 0-1,1 0 1,-1 0 0,0 0-1,0 0 1,1-1-1,1 1-1086,12 0-4468</inkml:trace>
</inkml:ink>
</file>

<file path=ppt/ink/ink5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8:23.453"/>
    </inkml:context>
    <inkml:brush xml:id="br0">
      <inkml:brushProperty name="width" value="0.05" units="cm"/>
      <inkml:brushProperty name="height" value="0.05" units="cm"/>
      <inkml:brushProperty name="color" value="#E71224"/>
    </inkml:brush>
  </inkml:definitions>
  <inkml:trace contextRef="#ctx0" brushRef="#br0">0 7 1409,'0'0'21287,"0"-6"-20116,0 76-988,13 96-1,-13-165-380,0-1-1,0 0 0,0 1 0,0-1 0,0 0 0,1 0 0,-1 0 0,0 1 0,6 2-5569,-5-4 5570,-1 1-1,0 0 0,0 0 0,1 0 0,-1 0 0,0 0 0,1-1-596</inkml:trace>
</inkml:ink>
</file>

<file path=ppt/ink/ink5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8:25.634"/>
    </inkml:context>
    <inkml:brush xml:id="br0">
      <inkml:brushProperty name="width" value="0.05" units="cm"/>
      <inkml:brushProperty name="height" value="0.05" units="cm"/>
      <inkml:brushProperty name="color" value="#E71224"/>
    </inkml:brush>
  </inkml:definitions>
  <inkml:trace contextRef="#ctx0" brushRef="#br0">13 1 12934,'0'0'8356,"-12"96"-7780,12-59-240,0 2-128,0-6-192,0-3-32,0-6-160,0-7-944,0-6-689</inkml:trace>
</inkml:ink>
</file>

<file path=ppt/ink/ink5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8:26.021"/>
    </inkml:context>
    <inkml:brush xml:id="br0">
      <inkml:brushProperty name="width" value="0.05" units="cm"/>
      <inkml:brushProperty name="height" value="0.05" units="cm"/>
      <inkml:brushProperty name="color" value="#E71224"/>
    </inkml:brush>
  </inkml:definitions>
  <inkml:trace contextRef="#ctx0" brushRef="#br0">11 127 2369,'0'0'15207,"4"1"-14359,-2 0-785,0 0-1,0-1 1,-1 0 0,1 1-1,0-1 1,0 0-1,0 0 1,0 0-1,0 0 1,0-1-1,0 1 1,0 0-1,0-1 1,0 1-1,-1-1 1,1 0-1,0 0 1,0 1-1,-1-1 1,1 0-1,0-1 1,-1 1 0,1 0-1,-1 0 1,1-1-1,-1 1 1,0-1-1,0 1 1,1-1-1,-1 1 1,0-1-1,-1 0 1,1 0-1,0 1 1,0-1-1,-1 0 1,1-2-1,2-1 129,-2 0 0,1-1 0,0 1 0,-1 0 0,0-1-1,0 1 1,-1-1 0,0 1 0,0-1 0,0 1 0,0-1-1,-1 1 1,-2-11 0,2 15-166,1 1 0,-1-1 1,1 0-1,-1 1 0,0-1 0,1 1 0,-1-1 1,0 1-1,1-1 0,-1 1 0,0-1 0,0 1 1,1 0-1,-1-1 0,0 1 0,0 0 0,0 0 1,1 0-1,-1-1 0,0 1 0,0 0 0,0 0 1,0 0-1,0 1 0,1-1 0,-1 0 0,0 0 1,0 0-1,-1 1 0,0-1-30,-1 1 1,1 0-1,0-1 0,0 1 1,0 0-1,0 0 0,0 0 0,0 0 1,0 0-1,-3 4 0,0 2-347,2 0-1,-1 1 0,1-1 0,0 1 0,0 0 0,1 0 0,0 0 0,0 0 1,1 1-1,0-1 0,1 0 0,0 1 0,2 13 0,-2-11-667,0 35-3974</inkml:trace>
</inkml:ink>
</file>

<file path=ppt/ink/ink5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8:26.361"/>
    </inkml:context>
    <inkml:brush xml:id="br0">
      <inkml:brushProperty name="width" value="0.05" units="cm"/>
      <inkml:brushProperty name="height" value="0.05" units="cm"/>
      <inkml:brushProperty name="color" value="#E71224"/>
    </inkml:brush>
  </inkml:definitions>
  <inkml:trace contextRef="#ctx0" brushRef="#br0">1 52 11237,'0'0'13900,"0"0"-13879,0 0 0,0-1 0,-1 1 1,1 0-1,0-1 0,0 1 0,0 0 0,0-1 1,0 1-1,0 0 0,0-1 0,0 1 0,0 0 1,0-1-1,0 1 0,0 0 0,0-1 0,0 1 1,1 0-1,-1-1 0,0 1 0,0 0 0,0 0 1,0-1-1,1 1 0,-1 0 0,0 0 0,0-1 1,0 1-1,1 0 0,-1 0 0,0-1 0,0 1 1,1 0-1,-1 0 0,1 0 0,3-2 19,0 1 1,0 1-1,0-1 0,0 1 0,0 0 1,0-1-1,0 2 0,5 0 0,8-1 41,48-4 155,68-14 0,-19 2-3467,-103 15-2448,-5 1 655</inkml:trace>
</inkml:ink>
</file>

<file path=ppt/ink/ink5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8:27.081"/>
    </inkml:context>
    <inkml:brush xml:id="br0">
      <inkml:brushProperty name="width" value="0.05" units="cm"/>
      <inkml:brushProperty name="height" value="0.05" units="cm"/>
      <inkml:brushProperty name="color" value="#E71224"/>
    </inkml:brush>
  </inkml:definitions>
  <inkml:trace contextRef="#ctx0" brushRef="#br0">24 394 14839,'0'0'6427,"-4"5"-5808,-16 15 165,76-63 1855,-13-2-2553,-3-2 0,-2-1 0,-2-2 1,-2-1-1,41-84 0,-84 164 23,2 1 0,1 0 0,1 0 0,1 0 0,2 0 0,2 54 0,1-81-120,-1-1 0,0 1 1,1 0-1,0-1 0,0 1 0,-1-1 0,1 0 0,1 1 1,-1-1-1,0 0 0,1 1 0,-1-1 0,1 0 0,-1 0 1,1 0-1,0 0 0,0-1 0,0 1 0,0 0 0,0-1 1,0 1-1,1-1 0,-1 0 0,1 0 0,-1 0 0,0 0 1,1 0-1,-1-1 0,1 1 0,0-1 0,-1 1 0,1-1 0,-1 0 1,1 0-1,0 0 0,4-1 0,0 0 1,0 0 0,0 0 0,0-1 0,0 0 0,0 0 0,-1-1 0,1 0 0,-1 0 0,1 0 0,-1-1 0,0 0 0,8-7 0,4-9-6,-1 0 1,-1-1-1,-1-1 0,14-24 0,15-24 69,-39 138 469,-14 58-163,4-94-312,3 1 0,0-1-1,2 1 1,5 42 0,-4-72-84,0 1 0,1-1 1,-1 0-1,1 0 1,-1 0-1,1 0 0,0 0 1,0-1-1,0 1 0,1-1 1,-1 1-1,1-1 0,-1 0 1,1 0-1,0 0 0,0 0 1,0 0-1,0 0 0,0-1 1,0 0-1,0 1 0,0-1 1,1 0-1,-1-1 0,0 1 1,6 0-1,4 1-684,0-1 0,0 0-1,0-1 1,0 0 0,23-4 0,-32 3 164,0 0 1,0-1 0,0 1-1,0-1 1,0 0-1,0 0 1,0 0 0,0 0-1,-1-1 1,7-5 0,5-7-5325</inkml:trace>
</inkml:ink>
</file>

<file path=ppt/ink/ink5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8:27.735"/>
    </inkml:context>
    <inkml:brush xml:id="br0">
      <inkml:brushProperty name="width" value="0.05" units="cm"/>
      <inkml:brushProperty name="height" value="0.05" units="cm"/>
      <inkml:brushProperty name="color" value="#E71224"/>
    </inkml:brush>
  </inkml:definitions>
  <inkml:trace contextRef="#ctx0" brushRef="#br0">225 46 14423,'-20'1'885,"-8"-1"-604,-9-1 1614,0 2 0,-66 11 0,134-7-975,162-1-51,296-33-1,-141 3-735,1073 14-138,-901 42 314,-394-21 561,-124-8-787,-9 2-435,-25 4-1349,-47 7-3500,-16 2-3054</inkml:trace>
</inkml:ink>
</file>

<file path=ppt/ink/ink5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8:28.266"/>
    </inkml:context>
    <inkml:brush xml:id="br0">
      <inkml:brushProperty name="width" value="0.05" units="cm"/>
      <inkml:brushProperty name="height" value="0.05" units="cm"/>
      <inkml:brushProperty name="color" value="#E71224"/>
    </inkml:brush>
  </inkml:definitions>
  <inkml:trace contextRef="#ctx0" brushRef="#br0">279 106 16968,'0'0'7211,"-7"13"-6557,-2 7-415,1-1 0,1 1 0,1 1 0,-7 34 0,11-40-160,-1 0 1,-1 0-1,-1 0 0,0 0 0,0-1 1,-14 24-1,17-35-67,0 1-1,0-1 1,0 1 0,0-1-1,-1 0 1,1 1-1,-1-1 1,0-1 0,0 1-1,0 0 1,0-1-1,-1 1 1,1-1 0,-1 0-1,0 0 1,1-1-1,-1 1 1,0-1 0,0 1-1,0-1 1,0-1 0,0 1-1,0 0 1,0-1-1,0 0 1,0 0 0,0 0-1,0 0 1,0-1-1,-5-1 1,5 1-9,0-1 0,0 0-1,0-1 1,1 1 0,-1-1 0,1 1-1,-1-1 1,1 0 0,0 0 0,0-1-1,0 1 1,0-1 0,1 1 0,0-1-1,-1 0 1,1 0 0,1 0 0,-1 0 0,0 0-1,0-6 1,-2-4 0,0-1 0,2 1-1,-1-1 1,1-27 0,2 33-8,0 0 1,1 0-1,0 0 1,1 0-1,0 0 1,0 0-1,1 0 1,0 1-1,0-1 0,1 1 1,0 0-1,6-8 1,-3 7-6,1 0 0,0 0 1,0 0-1,1 1 0,0 1 0,0-1 1,1 1-1,19-10 0,-8 7-21,1 1-1,-1 1 0,1 1 1,0 1-1,1 0 0,0 2 1,38-2-1,163 8-1336,-224-2 1367,60 9-2308,-23 1-3305,-27-6 345</inkml:trace>
</inkml:ink>
</file>

<file path=ppt/ink/ink5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8:32.924"/>
    </inkml:context>
    <inkml:brush xml:id="br0">
      <inkml:brushProperty name="width" value="0.05" units="cm"/>
      <inkml:brushProperty name="height" value="0.05" units="cm"/>
      <inkml:brushProperty name="color" value="#E71224"/>
    </inkml:brush>
  </inkml:definitions>
  <inkml:trace contextRef="#ctx0" brushRef="#br0">2 326 12486,'0'0'9375,"0"-7"-8724,-1-5-481,0-3 211,10 30-92,68 187 698,-77-202-972,0 1-1,1 0 1,-1-1 0,0 1-1,1-1 1,-1 1-1,1-1 1,-1 1 0,0-1-1,1 1 1,-1-1-1,1 0 1,-1 1 0,1-1-1,0 1 1,-1-1-1,1 0 1,-1 0 0,1 1-1,0-1 1,-1 0-1,1 0 1,-1 0 0,1 0-1,0 0 1,-1 0-1,1 0 1,0 0 0,-1 0-1,1 0 1,0 0-1,-1 0 1,1 0 0,0 0-1,-1-1 1,1 1-1,-1 0 1,1-1 0,0 1-1,-1 0 1,1-1-1,-1 1 1,1 0 0,-1-1-1,1 0 1,25-23 471,-25 23-473,266-275 195,-70 109-6747,-140 122 2119</inkml:trace>
</inkml:ink>
</file>

<file path=ppt/ink/ink5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8:40.217"/>
    </inkml:context>
    <inkml:brush xml:id="br0">
      <inkml:brushProperty name="width" value="0.05" units="cm"/>
      <inkml:brushProperty name="height" value="0.05" units="cm"/>
      <inkml:brushProperty name="color" value="#E71224"/>
    </inkml:brush>
  </inkml:definitions>
  <inkml:trace contextRef="#ctx0" brushRef="#br0">633 201 13446,'0'0'2116,"3"-16"-700,4-8-884,1-5 388,-2-1 0,5-37 1,-11 65-889,0 1 1,0 0-1,1-1 1,-1 1 0,0-1-1,0 1 1,-1 0-1,1-1 1,0 1-1,0 0 1,-1-1 0,1 1-1,-1 0 1,1-1-1,-1 1 1,1 0-1,-1 0 1,0-1 0,0 1-1,-1-1 1,0 1-13,0 0 0,0 0 0,0 0-1,0 1 1,0-1 0,-1 1 0,1 0 0,0 0 0,0-1 0,0 1 0,-1 1 0,1-1 0,-3 1 0,-5 0-11,0 2 1,0-1-1,0 2 1,1-1-1,-1 1 0,1 0 1,0 1-1,0 0 1,-9 8-1,-78 62 8,78-59-11,-13 9 7,1 2 1,0 2-1,-45 58 0,67-77-16,1 1 1,1 0-1,-1 0 0,2 1 1,-1 0-1,2 0 0,0 0 1,0 0-1,1 1 1,0 0-1,1-1 0,1 1 1,0 0-1,1 0 0,0 0 1,3 15-1,-1-19 1,0 0 0,0 0 0,1 0 0,1-1 0,-1 1 0,1-1 0,1 0 0,-1 0 0,1-1 0,1 1 0,-1-1 0,8 7 0,10 7-29,1 0 0,32 22 0,-38-31 44,0 1 1,-1 0 0,-1 2-1,0 0 1,-1 1-1,13 18 1,-25-30 3,0 0 0,0 0 1,-1 0-1,0 0 0,0 1 0,0-1 0,-1 1 0,1-1 1,-1 1-1,0 0 0,0 0 0,-1-1 0,1 1 0,-1 0 1,0 0-1,-1 0 0,1 0 0,-1-1 0,-1 6 1,-1-4 14,1 0 1,-1 0 0,0-1 0,-1 1 0,1-1 0,-1 0-1,0 0 1,0 0 0,-1-1 0,0 0 0,1 0 0,-11 7-1,-5 1 45,0-1-1,-1-1 0,-1-1 1,1 0-1,-2-2 0,-36 8 1,35-10-30,0-1 1,0-2 0,-1 0-1,1-1 1,0-2 0,-29-3-1,51 3-27,-1 0 0,0 1 0,1-1 0,-1-1 0,1 1 0,-1 0-1,1 0 1,-1-1 0,1 0 0,0 1 0,0-1 0,0 0 0,0 0 0,0 0 0,0 0-1,0 0 1,1-1 0,-1 1 0,1 0 0,0-1 0,-1 1 0,1-1 0,0 0 0,1 1-1,-1-1 1,0 0 0,1 0 0,0 1 0,-1-1 0,1 0 0,0 0 0,1-4-1,1 6-60,0-1 0,1 1 0,-1 0 0,1 1 0,-1-1 0,1 0-1,-1 1 1,1-1 0,0 1 0,-1 0 0,1 0 0,-1 0-1,1 0 1,0 0 0,3 2 0,2-2-368,67 1-2241,-22 1-1809,79-8 0,-84-4-500</inkml:trace>
</inkml:ink>
</file>

<file path=ppt/ink/ink5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8:40.606"/>
    </inkml:context>
    <inkml:brush xml:id="br0">
      <inkml:brushProperty name="width" value="0.05" units="cm"/>
      <inkml:brushProperty name="height" value="0.05" units="cm"/>
      <inkml:brushProperty name="color" value="#E71224"/>
    </inkml:brush>
  </inkml:definitions>
  <inkml:trace contextRef="#ctx0" brushRef="#br0">15 249 10421,'0'0'10341,"7"9"-9402,1 4-690,0 1 1,-1 1-1,-1-1 1,0 1-1,-1 0 1,0 1 0,-2-1-1,1 1 1,-2 0-1,1 18 1,-1 38-458,-2-41-3132,0-27 2569</inkml:trace>
  <inkml:trace contextRef="#ctx0" brushRef="#br0" timeOffset="1">9 36 9412,'0'0'8900,"-8"-35"-10148,28 61-1361,-1 3-5715</inkml:trace>
</inkml:ink>
</file>

<file path=ppt/ink/ink5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8:41.499"/>
    </inkml:context>
    <inkml:brush xml:id="br0">
      <inkml:brushProperty name="width" value="0.05" units="cm"/>
      <inkml:brushProperty name="height" value="0.05" units="cm"/>
      <inkml:brushProperty name="color" value="#E71224"/>
    </inkml:brush>
  </inkml:definitions>
  <inkml:trace contextRef="#ctx0" brushRef="#br0">0 89 12134,'0'0'6667,"12"-5"-4178,-1-7-2140,-2 2-94,1 0 0,0 1 1,0 1-1,23-15 1,-31 21-239,1 1 1,0-1 0,0 1 0,0 0-1,0 0 1,0 0 0,0 0-1,0 1 1,0-1 0,0 1-1,1 0 1,-1 0 0,0 0-1,0 0 1,0 0 0,0 1-1,0 0 1,1-1 0,-1 1-1,0 0 1,0 0 0,-1 1-1,1-1 1,0 1 0,0-1-1,-1 1 1,4 3 0,-1-1 6,1 1 1,-1 1-1,-1-1 0,1 1 1,-1 0-1,0 0 1,0 0-1,-1 0 1,0 1-1,0-1 0,0 1 1,-1 0-1,3 13 1,-1 4 95,-2 0 1,0 43 0,-2-66-81,0-12 157,1 0-186,0 0-1,0 0 0,1 0 0,0 0 0,1 0 0,0 0 0,1 0 1,8-15-1,-10 22-15,-1 0 0,1 1 0,0 0 0,1-1 1,-1 1-1,0 0 0,1 0 0,0 0 0,0 0 1,0 1-1,0-1 0,0 1 0,0 0 0,1-1 1,-1 2-1,1-1 0,-1 0 0,1 1 0,0-1 1,0 1-1,-1 0 0,1 1 0,0-1 0,0 1 1,0-1-1,0 1 0,0 0 0,7 1 0,-8 0 5,-1 0 0,1 1-1,0-1 1,0 0 0,0 1-1,-1 0 1,1-1-1,-1 1 1,1 0 0,-1 0-1,0 1 1,0-1-1,0 0 1,3 6 0,26 44-12,-16-24 0,-14-27 5,-1 0 0,1 1-1,0-1 1,-1 0 0,1 1 0,0-1-1,0 0 1,0 0 0,0 0 0,0 0-1,0 0 1,0 0 0,0 0-1,0 0 1,0 0 0,1-1 0,-1 1-1,0 0 1,1-1 0,-1 1 0,0-1-1,1 1 1,-1-1 0,3 0 0,-2-1-2,0 0 0,0 0 0,0-1 0,0 1 0,0-1 0,0 1 0,0-1 0,0 0 0,0 0 0,-1 0 0,1 0 0,-1 0 0,3-4 0,18-28 51,-16 22-42,1 0 0,0 1-1,1 0 1,1 0 0,-1 1 0,2 0 0,-1 1 0,1 0-1,14-9 1,-23 17-6,0 1-1,0-1 0,0 1 0,0-1 0,0 1 1,0 0-1,1 0 0,-1-1 0,0 1 1,0 0-1,0 0 0,0 0 0,0 0 0,1 1 1,-1-1-1,0 0 0,0 0 0,0 1 1,0-1-1,0 1 0,0-1 0,0 1 0,0-1 1,0 1-1,0 0 0,0-1 0,0 1 1,0 0-1,0 0 0,-1-1 0,1 1 0,0 0 1,0 0-1,0 1 0,22 44 0,-14-24 38,-1-8-17,-2-3-12,0 1 0,0-2 1,14 17-1,-19-25-1,1-1 1,-1 1-1,1 0 0,0 0 0,0-1 1,0 1-1,0-1 0,0 1 1,0-1-1,0 0 0,0 0 1,1 0-1,-1 0 0,0 0 1,1-1-1,-1 1 0,0-1 1,1 1-1,-1-1 0,1 0 1,-1 0-1,1 0 0,-1 0 1,4-1-1,-1-3 5,-1 1 1,0 0 0,0-1-1,0 0 1,-1 0-1,1 0 1,-1-1-1,0 1 1,0-1-1,-1 1 1,1-1-1,-1 0 1,2-7 0,2-1 18,2-2-16,-3 4-10,0 0 0,1 0 1,13-17-1,-18 27 1,-1 1 1,1 0 0,-1 0-1,1 0 1,-1 0 0,1 0-1,-1 0 1,1 0-1,0 0 1,-1 0 0,1 0-1,-1 0 1,1 0 0,-1 0-1,1 0 1,-1 0 0,1 1-1,-1-1 1,1 0 0,-1 0-1,1 1 1,-1-1 0,1 0-1,-1 1 1,0-1 0,1 0-1,-1 1 1,1-1-1,-1 1 1,0-1 0,0 0-1,1 1 1,-1-1 0,0 1-1,0-1 1,1 1 0,-1-1-1,0 1 1,0-1 0,0 1-1,0 0 1,13 26 76,-12-24-56,53 155 465,-24-63-1191,-27-88 794,1-42-21705</inkml:trace>
</inkml:ink>
</file>

<file path=ppt/ink/ink5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8:41.919"/>
    </inkml:context>
    <inkml:brush xml:id="br0">
      <inkml:brushProperty name="width" value="0.05" units="cm"/>
      <inkml:brushProperty name="height" value="0.05" units="cm"/>
      <inkml:brushProperty name="color" value="#E71224"/>
    </inkml:brush>
  </inkml:definitions>
  <inkml:trace contextRef="#ctx0" brushRef="#br0">31 32 15383,'0'0'5443,"-30"-32"-5812,52 53-1039,1 7-961,2 5-1217,-1 2-2529</inkml:trace>
</inkml:ink>
</file>

<file path=ppt/ink/ink5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8:43.247"/>
    </inkml:context>
    <inkml:brush xml:id="br0">
      <inkml:brushProperty name="width" value="0.05" units="cm"/>
      <inkml:brushProperty name="height" value="0.05" units="cm"/>
      <inkml:brushProperty name="color" value="#E71224"/>
    </inkml:brush>
  </inkml:definitions>
  <inkml:trace contextRef="#ctx0" brushRef="#br0">20 0 15527,'0'0'7374,"-2"9"-7163,-5 23 102,2 0 0,1 0 0,2 0 1,3 62-1,5-22-176,18 87 1,-21-141-146,2 0 0,-1-1 1,2 1-1,0-1 0,11 19 0,-14-31-66,-1 0-1,1 0 0,1 0 0,-1-1 0,1 0 1,0 0-1,0 0 0,0 0 0,0 0 1,1-1-1,-1 0 0,1 0 0,0 0 0,0 0 1,0-1-1,0 0 0,1 0 0,-1 0 1,1-1-1,9 2 0,-6-3 40,1 0 0,0-1 0,-1 0 0,0 0 0,1-1 0,-1 0 0,0-1 0,0 0 0,0-1 0,0 1 0,-1-2 0,1 1 0,-1-1 0,0 0 0,0-1 1,-1 0-1,0 0 0,0-1 0,0 0 0,6-9 0,-4 6 68,-1-1 0,0-1 1,0 1-1,-1-1 1,-1 0-1,0-1 0,-1 0 1,0 0-1,-1 0 1,0 0-1,-1-1 0,0 1 1,0-22-1,-4 35 22,-1 0-1,1 0 1,0 0-1,-1 1 1,1-1-1,0 0 1,-1 1-1,1-1 1,0 1-1,0 0 1,0-1 0,-1 1-1,1 0 1,0 0-1,-1 1 1,-8 8-56,0 1 1,1 0 0,1 0-1,0 1 1,1 0 0,0 0-1,1 1 1,0 0 0,1 0-1,0 1 1,1-1 0,1 1-1,0 0 1,1 0 0,-1 27-1,22-53-404,-13 7 396,2-2-69,1 0 0,-1 1 0,1 0 0,1 0 0,18-8 0,-25 13 66,-1 1 1,0-1-1,0 1 0,1-1 0,-1 1 1,1 0-1,-1 0 0,0 0 1,1 0-1,-1 0 0,0 1 0,1-1 1,-1 1-1,0 0 0,0-1 1,1 1-1,-1 0 0,0 0 0,0 0 1,0 1-1,0-1 0,0 0 1,0 1-1,-1-1 0,1 1 0,0 0 1,-1 0-1,1-1 0,-1 1 1,0 0-1,1 0 0,-1 0 0,1 4 1,2 3 25,0 0 0,-1 0 1,0 0-1,-1 1 0,0-1 1,0 1-1,-1 0 0,0-1 0,-1 1 1,-1 10-1,1-20 10,1-15 150,1 7-176,0 0 0,1 0 0,0 0 0,0 1-1,1 0 1,0-1 0,0 1 0,1 0 0,-1 1 0,2-1 0,-1 1 0,1 0 0,0 1 0,0-1 0,8-5 0,-5 5-10,-1 0 0,0 1-1,1 0 1,0 0 0,1 1 0,-1 0-1,1 1 1,-1 0 0,1 0-1,0 1 1,0 1 0,13-2-1,-19 4 15,0-1 0,0 1 0,0 0-1,1 0 1,-1 1 0,-1-1-1,1 1 1,0 0 0,0 0-1,-1 0 1,1 0 0,-1 1-1,1-1 1,-1 1 0,0 0-1,0 0 1,-1 0 0,1 0 0,0 1-1,-1-1 1,0 1 0,0 0-1,0-1 1,0 1 0,-1 0-1,1 0 1,-1 0 0,0 0-1,0 5 1,0-7-2,0 1 1,-1 0-1,1 0 1,-1-1-1,0 1 0,1 0 1,-1 0-1,-1-1 0,1 1 1,0 0-1,-1 0 0,1-1 1,-1 1-1,0 0 1,0-1-1,0 1 0,0-1 1,-1 1-1,1-1 0,-1 1 1,1-1-1,-1 0 0,0 0 1,0 0-1,0 0 1,0 0-1,0 0 0,0-1 1,0 1-1,-1-1 0,1 1 1,-1-1-1,1 0 0,-1 0 1,1 0-1,-1 0 1,0 0-1,1-1 0,-1 1 1,0-1-1,0 0 0,1 0 1,-4 0-1,5 0-2,-1 0 0,1 0-1,-1-1 1,1 1 0,0 0 0,0-1-1,-1 1 1,1-1 0,0 0-1,0 1 1,-1-1 0,1 0 0,0 0-1,0 1 1,0-1 0,0 0 0,0 0-1,0 0 1,0 0 0,1 0 0,-1-1-1,0 1 1,0 0 0,1 0-1,-1-1 1,1 1 0,-1 0 0,1 0-1,0-1 1,-1 1 0,1 0 0,0-1-1,0 1 1,0-1 0,0 1 0,0 0-1,1-2 1,-1-4-10,0 1 1,1 0-1,0-1 1,0 1-1,0 0 1,1-1-1,3-6 0,8-11-12,1-1-1,1 2 0,29-36 0,21-30 74,-58 78-9,9-13 69,-2-1 0,0 0 0,-1-1 0,-2 0-1,14-47 1,-34 204 2215,2 80-1996,7-162-320,0-44-10,1 0 0,0 1 0,0-1 0,0 0 0,0 0-1,1 0 1,0 0 0,0 0 0,0 0 0,0-1 0,1 1 0,0-1 0,0 1-1,5 4 1,-7-7-7,1 0 0,0 0 0,0 0 0,0-1 0,0 1-1,0-1 1,1 1 0,-1-1 0,0 0 0,1 0 0,-1 0 0,1 0 0,-1-1-1,1 1 1,-1-1 0,1 1 0,-1-1 0,1 0 0,0 0 0,-1 0-1,1 0 1,-1 0 0,1-1 0,0 1 0,-1-1 0,1 0 0,-1 1-1,1-1 1,-1 0 0,0-1 0,1 1 0,1-2 0,3-2-7,-1-1 0,1 0 0,-1 0 0,-1-1 1,1 0-1,-1 0 0,0 0 0,-1-1 0,0 1 0,0-1 0,3-10 1,-1 6-31,-1 1 0,1 0 0,1 0 1,11-14-1,-18 25 38,1-1 0,-1 1 0,0 0 0,1 0-1,-1 0 1,0 0 0,1 0 0,-1-1 0,0 1 0,1 0 0,-1 0 0,1 0 0,-1 0 0,0 0 0,1 0 0,-1 0 0,0 1-1,1-1 1,-1 0 0,1 0 0,-1 0 0,0 0 0,1 0 0,-1 0 0,0 1 0,1-1 0,-1 0 0,0 0 0,1 1 0,-1-1-1,0 0 1,0 0 0,1 1 0,-1-1 0,0 0 0,0 1 0,0-1 0,1 0 0,-1 1 0,0-1 0,0 0 0,0 1-1,0-1 1,0 1 0,0-1 0,0 0 0,0 1 0,0-1 0,0 0 0,0 1 0,0-1 0,0 1 0,8 29 49,-8-25-65,2 1-6,0 1-1,0 0 1,1-1-1,0 0 1,0 1-1,0-1 1,0 0-1,1-1 1,0 1-1,7 6 1,-10-11-12,1 1 0,-1-1 1,1 1-1,0-1 0,0 0 1,0 0-1,0 0 0,0 0 0,0 0 1,0 0-1,0 0 0,0-1 1,0 1-1,0-1 0,0 0 1,1 0-1,-1 1 0,0-1 0,0 0 1,0-1-1,1 1 0,-1 0 1,0-1-1,0 1 0,0-1 1,0 0-1,0 0 0,0 0 0,0 0 1,0 0-1,0 0 0,0 0 1,0 0-1,-1-1 0,1 1 1,1-3-1,5-3-2,0 0 1,0-1-1,0 0 0,-1 0 1,-1-1-1,0 0 0,0 0 1,0-1-1,-1 0 1,-1 0-1,0 0 0,0 0 1,-1-1-1,0 1 0,-1-1 1,2-16-1,-4 26 455,-1 17-59,-19 46 313,13-43-391,1 1-1,-5 24 1,4 24 375,2 1 0,5 78-1,1-58 424,10 287 1045,-3 165-817,-10-502-1266,-2 0 1,-15 67-1,16-94-22,0 0 0,-1-1 0,0 1 0,0-1 0,-2 0 0,1 0 0,-1-1 0,-1 0 0,0 0 0,-1 0 0,1-1 0,-18 15 0,21-20-12,-1-1 0,0 0 0,0 0 0,0 0 1,0 0-1,0-1 0,-1 0 0,1 0 0,-1-1 0,1 1 0,-1-1 1,0 0-1,0-1 0,1 1 0,-1-1 0,0-1 0,0 1 0,0-1 1,1 0-1,-1 0 0,0 0 0,1-1 0,-1 0 0,1 0 0,0 0 0,0-1 1,-1 0-1,2 0 0,-1 0 0,0 0 0,1-1 0,-6-5 0,-2-2-24,1-1 0,0 0 0,1-1 0,1 0 0,0 0-1,0-1 1,1 0 0,1 0 0,1-1 0,-8-23-1,7 6-30,1 0-1,2 0 0,1 0 0,1-1 0,2 1 0,1-1 0,2 1 0,1 0 0,2 0 0,1 0 0,17-49 0,-6 32-271,1 2 0,3 0 0,2 2 0,1 0-1,3 2 1,55-66 0,-63 86-864,0 2 1,2 1-1,40-30 0,34-9-7279,-39 29-1105</inkml:trace>
</inkml:ink>
</file>

<file path=ppt/ink/ink5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8:43.623"/>
    </inkml:context>
    <inkml:brush xml:id="br0">
      <inkml:brushProperty name="width" value="0.05" units="cm"/>
      <inkml:brushProperty name="height" value="0.05" units="cm"/>
      <inkml:brushProperty name="color" value="#E71224"/>
    </inkml:brush>
  </inkml:definitions>
  <inkml:trace contextRef="#ctx0" brushRef="#br0">17 1 15015,'0'0'10036,"24"111"-9283,-24-68-561,0 1-112,-4 3-80,-8-1-848,2-7-1458,-1-11-1695,7-14-3251</inkml:trace>
</inkml:ink>
</file>

<file path=ppt/ink/ink5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8:45.637"/>
    </inkml:context>
    <inkml:brush xml:id="br0">
      <inkml:brushProperty name="width" value="0.05" units="cm"/>
      <inkml:brushProperty name="height" value="0.05" units="cm"/>
      <inkml:brushProperty name="color" value="#E71224"/>
    </inkml:brush>
  </inkml:definitions>
  <inkml:trace contextRef="#ctx0" brushRef="#br0">410 171 14551,'0'0'1382,"-9"-21"301,-32-68 259,38 83-1693,0 0 0,0 1 0,-1-1 0,0 1 0,0 0 0,0 0 0,-7-7 0,9 11-121,1 0 0,0 0-1,-1 0 1,1 0 0,-1 0-1,1 0 1,-1 1-1,0-1 1,1 0 0,-1 1-1,0-1 1,1 1 0,-1 0-1,0 0 1,0 0-1,1-1 1,-1 2 0,-3-1-1,2 2-24,-1-1 0,1 1 0,0 0 0,0 0 0,0 0 0,0 1 0,0-1 1,0 1-1,1 0 0,-1-1 0,1 1 0,0 0 0,-1 1 0,2-1 0,-1 0 0,0 0 0,1 1 0,-1-1 0,-1 8 0,-9 27 139,1 1 0,2 1 0,2 0 0,-3 60 0,8 169 475,4-139-366,5 153 276,-3 146 163,-6-397-723,-2 0 0,-1 0 1,-2-1-1,-17 51 0,24-80-62,0-1-1,-1 0 1,1 0 0,0 0-1,-1 0 1,1 0-1,-1 0 1,0 0 0,1 0-1,-1 0 1,0 0-1,1 0 1,-1-1 0,0 1-1,0 0 1,0 0-1,0-1 1,0 1 0,0-1-1,0 1 1,0-1 0,0 1-1,0-1 1,0 1-1,0-1 1,0 0 0,-1 0-1,-1 1 1,0-2-26,1 1 0,-1-1 1,0 1-1,0-1 0,0 0 0,1 0 1,-1 0-1,1-1 0,-1 1 0,1-1 1,-4-2-1,-2-2-214,0-1 1,0 1-1,1-2 0,0 1 0,-9-14 1,9 9-444,1 0 0,1 0 0,0 0 0,1 0 0,0-1 0,1 0 0,-3-23 0,3-8-3863,1-44 0,2 58 1633,0-32-3916</inkml:trace>
</inkml:ink>
</file>

<file path=ppt/ink/ink5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8:46.354"/>
    </inkml:context>
    <inkml:brush xml:id="br0">
      <inkml:brushProperty name="width" value="0.05" units="cm"/>
      <inkml:brushProperty name="height" value="0.05" units="cm"/>
      <inkml:brushProperty name="color" value="#E71224"/>
    </inkml:brush>
  </inkml:definitions>
  <inkml:trace contextRef="#ctx0" brushRef="#br0">20 294 13142,'0'0'8529,"-5"-3"-7894,3 2-627,-11-9 382,19 11 243,34 8-218,-19-8-374,-1 0-1,1-2 1,0 0 0,0-1-1,-1-1 1,1-1-1,37-13 1,-26 4-42,0-1 1,-1-2-1,55-38 1,-55 35-3,-20 13-1,-1 0 0,0 0 0,0-1 1,0-1-1,-1 1 0,0-2 0,-1 1 0,11-14 1,-29 74-115,5-34 118,0 1 0,2-1 0,0 1 0,1 0 0,1 0 0,1 24-1,0-33-3,0-9-1,0 1 0,0-1 0,0 0 0,1 1 0,-1-1 0,0 1 1,0-1-1,1 0 0,-1 1 0,1-1 0,0 0 0,-1 1 0,1-1 0,0 0 0,0 0 0,-1 1 0,1-1 1,0 0-1,0 0 0,0 0 0,0 0 0,1 0 0,-1-1 0,0 1 0,0 0 0,1 0 0,-1-1 0,0 1 1,0-1-1,1 1 0,-1-1 0,1 1 0,-1-1 0,1 0 0,-1 0 0,0 0 0,3 0 0,-1 0 0,-1 0 0,1 0 0,-1-1-1,1 1 1,-1-1 0,1 1 0,-1-1 0,0 0-1,1 0 1,-1 0 0,0 0 0,0-1-1,0 1 1,0 0 0,0-1 0,0 0 0,0 1-1,0-1 1,0 0 0,-1 0 0,3-3-1,-2 0 7,0 0 0,0 1 0,-1-1-1,0 0 1,0-1 0,0 1 0,0 0-1,-1 0 1,0 0 0,0 0-1,0 0 1,-1-1 0,1 1 0,-1 0-1,0 0 1,-1 0 0,1 0 0,-1 0-1,0 1 1,-1-1 0,-2-4-1,4 7 4,0 1 0,0-1 0,1 1 0,-1-1 0,0 0 0,1 0-1,-1 1 1,1-1 0,-1 0 0,1 0 0,0 1 0,0-1 0,0 0-1,0 0 1,0 0 0,0 1 0,0-1 0,1 0 0,-1 0 0,1 1-1,-1-1 1,1 0 0,0 1 0,-1-1 0,3-3 0,0 3 7,-1 0 1,0 0 0,1 0-1,0 0 1,0 0 0,-1 1-1,1-1 1,0 1 0,0-1-1,0 1 1,0 0 0,1 1-1,3-2 1,2 1 8,0-1 0,-1 2 0,1-1 0,0 1 0,-1 0 0,1 1 0,0 0 0,-1 1-1,1 0 1,12 4 0,-14-2-3,0 1-1,0 0 1,-1 1-1,1-1 1,-1 1-1,0 1 1,-1-1-1,1 1 1,-1 0-1,-1 0 1,1 0-1,3 10 0,-4-10 4,-1 0 0,0 1-1,0-1 1,-1 1-1,0-1 1,0 1 0,-1-1-1,0 1 1,0 0-1,-1 0 1,0-1-1,0 1 1,-3 14 0,2-21 3,1-1 0,0 1 0,-1 0 0,1-1 0,0 1 0,-1-1 0,1 1 0,-1-1 0,1 1 0,-1-1 0,1 1 0,-1-1 0,0 1 0,1-1 0,-1 1 0,0-1 0,1 0 0,-1 0 0,0 1 0,1-1 0,-1 0 0,0 0 0,1 0 0,-1 0 0,0 0 0,0 0 0,1 0 0,-1 0 0,0 0 0,0 0 0,1 0 0,-1 0 0,0 0 0,1-1 0,-1 1 0,0 0 0,1 0 0,-1-1 0,0 1 0,1-1 1,-1 1-1,1 0 0,-1-1 0,1 1 0,-1-1 0,1 1 0,-1-1 0,1 0 0,-1 1 0,1-1 0,-1 1 0,1-1 0,0-1 0,-2-5 16,0 0-1,1-1 1,0 1 0,0-1 0,1 1-1,0-1 1,0 0 0,1 1 0,0-1-1,0 1 1,1 0 0,0-1 0,0 1 0,1 0-1,0 0 1,0 0 0,1 0 0,0 1-1,0-1 1,0 1 0,1 0 0,7-8-1,3-1-57,0-1-1,0 2 1,2 0-1,-1 1 1,2 0-1,36-19 1,-39 25-158,-1 1 1,1 0-1,0 1 0,1 1 0,16-2 1,-23 4-720,0 1 0,0 1 0,-1 0 0,1 0 0,0 1 0,11 2 0,-8 3-4429</inkml:trace>
</inkml:ink>
</file>

<file path=ppt/ink/ink5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8:44.170"/>
    </inkml:context>
    <inkml:brush xml:id="br0">
      <inkml:brushProperty name="width" value="0.05" units="cm"/>
      <inkml:brushProperty name="height" value="0.05" units="cm"/>
      <inkml:brushProperty name="color" value="#E71224"/>
    </inkml:brush>
  </inkml:definitions>
  <inkml:trace contextRef="#ctx0" brushRef="#br0">200 326 19305,'0'0'5682,"-21"-6"-5225,6 2-433,0 0 1,0 1 0,-28-1-1,40 4-17,0 1-1,0 0 0,0-1 1,1 1-1,-1 1 0,0-1 1,0 0-1,1 1 0,-1-1 1,1 1-1,-1 0 0,1 0 0,0 0 1,0 0-1,0 0 0,0 1 1,0-1-1,0 1 0,0-1 1,1 1-1,0 0 0,-2 2 1,-3 9 3,0-1 1,-7 29-1,11-34-8,-1 5-6,0 1 0,1 0 0,1 0 0,1 26 0,0-38 0,0-1-8,0 0-1,0 0 0,1 1 1,-1-1-1,0 0 1,1 0-1,-1 0 0,1 0 1,-1 0-1,1 0 1,0-1-1,-1 1 0,1 0 1,0 0-1,0 0 1,-1-1-1,1 1 1,0 0-1,0-1 0,0 1 1,0 0-1,0-1 1,0 0-1,0 1 0,0-1 1,0 1-1,0-1 1,0 0-1,0 0 1,1 0-1,-1 0 0,0 0 1,0 0-1,0 0 1,0 0-1,0 0 0,0 0 1,2-1-1,2 1-25,0-1 0,0 0 0,0 0-1,0 0 1,0 0 0,-1-1 0,1 0-1,6-3 1,1-4-23,0 0 0,0-1 0,-1-1 0,0 0 0,0-1-1,-2 1 1,1-2 0,-1 0 0,9-17 0,-4 3-48,-2 0 1,0 0-1,15-57 0,-20 49 178,-2-1 1,-2 1-1,-1-65 0,-2 72 353,-9 73 334,1-17-642,-5 41 166,4 0-1,2 1 1,3 0-1,8 94 1,-4-161-288,0 1-1,1-1 1,-1 1 0,1-1 0,0 0-1,0 1 1,0-1 0,0 0-1,1 0 1,-1 0 0,1 0 0,0 0-1,0 0 1,0-1 0,0 1 0,1-1-1,-1 1 1,0-1 0,1 0 0,0 0-1,0 0 1,-1 0 0,1 0-1,0-1 1,1 1 0,-1-1 0,0 0-1,0 0 1,1 0 0,-1 0 0,0 0-1,1-1 1,-1 0 0,0 0-1,1 0 1,-1 0 0,1 0 0,-1 0-1,0-1 1,1 0 0,-1 0 0,0 0-1,1 0 1,-1 0 0,0-1-1,0 1 1,0-1 0,0 0 0,3-3-1,15-15-74,0-1 0,-2 0 0,-1-2 0,0 0 0,-2-1 0,19-36 0,-36 64 64,0 1 1,0 0-1,1-1 1,0 1-1,0 0 0,0 0 1,0-1-1,2 6 1,-1 9-23,-2 6 26,-1-10 11,2 0 1,0 0-1,0 0 0,2 0 1,5 27-1,-6-39 3,0 0 0,0 0-1,0-1 1,0 1 0,1-1 0,-1 1-1,1-1 1,-1 1 0,1-1 0,0 0-1,0 0 1,0 0 0,1 0 0,-1 0-1,0 0 1,1-1 0,-1 1 0,1-1-1,-1 1 1,1-1 0,0 0 0,0 0-1,-1 0 1,1-1 0,0 1 0,0-1-1,0 1 1,0-1 0,0 0 0,0 0-1,0 0 1,0-1 0,-1 1 0,1-1 0,0 0-1,4-1 1,-4 1 3,1 0 1,-1-1-1,0 1 1,1-1-1,-1 0 1,0 0-1,0 0 1,0-1-1,-1 1 1,1-1-1,-1 1 1,1-1-1,-1 0 1,0 0-1,0 0 1,0 0-1,0 0 0,-1 0 1,1-1-1,-1 1 1,0-1-1,0 1 1,0-1-1,1-6 1,1-10 66,0 0 1,-2 0-1,0-22 1,-1 39-55,0-1 0,0 0 1,0 0-1,0 0 0,-1 0 1,1 0-1,-1 0 1,0 0-1,0 1 1,-1-1-1,1 0 0,-1 1 1,0-1-1,0 1 1,0-1-1,0 1 0,0 0 1,-1 0-1,1 0 1,-1 0-1,0 1 0,0-1 1,0 1-1,0-1 1,-1 1-1,1 0 0,-1 0 1,1 1-1,-6-3 1,-4 0-181,-1 1 0,0 0 0,1 1 0,-1 1 1,0 0-1,-24 2 0,35-1-167,0 0 1,-1 0-1,1 1 1,0-1-1,0 1 1,0 0-1,0-1 1,0 2-1,0-1 1,0 0-1,0 1 0,1-1 1,-1 1-1,-2 2 1,-9 7-4602</inkml:trace>
</inkml:ink>
</file>

<file path=ppt/ink/ink5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8:44.606"/>
    </inkml:context>
    <inkml:brush xml:id="br0">
      <inkml:brushProperty name="width" value="0.05" units="cm"/>
      <inkml:brushProperty name="height" value="0.05" units="cm"/>
      <inkml:brushProperty name="color" value="#E71224"/>
    </inkml:brush>
  </inkml:definitions>
  <inkml:trace contextRef="#ctx0" brushRef="#br0">0 0 20537,'0'0'5763,"0"104"-5091,6-58-319,3 0 271,-3-1-576,-4-10-48,-2-5-48,0-8-929,0-9-1200,-4-34-14902</inkml:trace>
</inkml:ink>
</file>

<file path=ppt/ink/ink5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8:44.935"/>
    </inkml:context>
    <inkml:brush xml:id="br0">
      <inkml:brushProperty name="width" value="0.05" units="cm"/>
      <inkml:brushProperty name="height" value="0.05" units="cm"/>
      <inkml:brushProperty name="color" value="#E71224"/>
    </inkml:brush>
  </inkml:definitions>
  <inkml:trace contextRef="#ctx0" brushRef="#br0">3 23 10261,'0'0'10284,"-1"-1"-10325,1 1 0,0 0 0,0 0 0,0-1 0,-1 1 0,1 0-1,0 0 1,0-1 0,0 1 0,0 0 0,0 0 0,0-1-1,0 1 1,0 0 0,0-1 0,0 1 0,0 0 0,0-1 0,0 1-1,0 0 1,0 0 0,0-1 0,0 1 0,0 0 0,0-1-1,0 1 1,0 0 0,0 0 0,0-1 0,1 1 0,-1 0 0,0-1-1,62 14-9826,-13-15 3023,-27-5 8312,-1-5 4196,-20 11-5390,-1 1-1,1-1 1,-1 1-1,1 0 0,-1-1 1,1 1-1,-1 0 1,1 0-1,-1-1 0,1 1 1,-1 0-1,1 0 0,-1 0 1,1 0-1,0-1 1,-1 1-1,1 0 0,-1 0 1,1 0-1,0 0 1,-1 1-1,1-1 0,-1 0 1,1 0-1,-1 0 0,1 0 1,0 1-1,0-1 1,8 17 2721,-4 34-2074,-5-43-56,-1 336 3488,-3-132-4032,3-209-323,1 1 1,0-1 0,0 1-1,1-1 1,-1 1 0,1-1-1,-1 1 1,1-1 0,0 1-1,0-1 1,1 0-1,-1 1 1,1-1 0,0 0-1,4 6 1,-4-7-4,1-1-1,0 1 1,-1-1-1,1 1 1,0-1-1,0 0 1,0 0-1,0 0 1,0 0 0,0 0-1,0-1 1,0 0-1,1 1 1,-1-1-1,0 0 1,0-1 0,0 1-1,4-1 1,-1 0-174,0-1 0,1 1 0,-1-1 0,0-1 0,0 1 0,0-1 0,0 0 0,0 0 0,-1-1 0,0 0 0,1 0 0,-1 0 0,-1-1 0,1 1 0,4-7 0,-4 5-810,0 0 0,0-1 0,-1 0 0,0 1 0,-1-1 0,0 0 0,5-13 0,-2-18-7737</inkml:trace>
</inkml:ink>
</file>

<file path=ppt/ink/ink5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8:45.280"/>
    </inkml:context>
    <inkml:brush xml:id="br0">
      <inkml:brushProperty name="width" value="0.05" units="cm"/>
      <inkml:brushProperty name="height" value="0.05" units="cm"/>
      <inkml:brushProperty name="color" value="#E71224"/>
    </inkml:brush>
  </inkml:definitions>
  <inkml:trace contextRef="#ctx0" brushRef="#br0">0 122 15879,'0'0'8612,"151"-25"-8436,-94 12-112,-1-2-64,2 0-112,-3-2-1536,-7-1-1314,-9-1-2464</inkml:trace>
</inkml:ink>
</file>

<file path=ppt/ink/ink5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8:47.274"/>
    </inkml:context>
    <inkml:brush xml:id="br0">
      <inkml:brushProperty name="width" value="0.05" units="cm"/>
      <inkml:brushProperty name="height" value="0.05" units="cm"/>
      <inkml:brushProperty name="color" value="#E71224"/>
    </inkml:brush>
  </inkml:definitions>
  <inkml:trace contextRef="#ctx0" brushRef="#br0">1 14 9524,'0'0'6262,"7"16"-5873,25 50-183,-30-64-140,-1-1-1,1 1 1,0-1 0,-1 1 0,1-1 0,0 1 0,0-1-1,0 0 1,0 0 0,0 0 0,0 0 0,0 0 0,1-1-1,-1 1 1,0-1 0,0 1 0,0-1 0,1 0 0,-1 0-1,0 0 1,1 0 0,-1 0 0,0 0 0,0-1 0,1 1-1,-1-1 1,0 0 0,0 0 0,0 1 0,0-1 0,0 0-1,0-1 1,0 1 0,0 0 0,0-1 0,0 1 0,-1-1-1,1 1 1,2-5 0,-2 3 34,-1 0 0,0 0 0,0 0 0,0 0 0,0 0 0,-1-1 0,1 1 0,-1 0 0,0-1 0,0 1 0,0 0 0,0-1 0,0 1 0,-1 0 0,0-1 0,-1-5 0,1 7-41,0 0 0,0 0 1,-1 0-1,1 1 1,0-1-1,-1 0 1,1 0-1,-1 1 1,1-1-1,-1 1 0,0 0 1,0-1-1,0 1 1,1 0-1,-1 0 1,0 0-1,-1 0 0,1 0 1,0 1-1,0-1 1,0 0-1,0 1 1,-1 0-1,-3-1 0,3 1-47,0 0-1,-1-1 1,1 1 0,0 1-1,0-1 1,0 0-1,0 1 1,0-1-1,-1 1 1,1 0-1,0 0 1,0 0-1,1 1 1,-1-1-1,-5 4 1,5-2-126,1-1 1,0 1-1,1 0 1,-1 0 0,0 0-1,1 0 1,0 0-1,0 0 1,0 0 0,0 1-1,0-1 1,0 0 0,1 1-1,0-1 1,0 5-1,-1 51-4773,1-31 74</inkml:trace>
</inkml:ink>
</file>

<file path=ppt/ink/ink5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8:51.642"/>
    </inkml:context>
    <inkml:brush xml:id="br0">
      <inkml:brushProperty name="width" value="0.05" units="cm"/>
      <inkml:brushProperty name="height" value="0.05" units="cm"/>
      <inkml:brushProperty name="color" value="#E71224"/>
    </inkml:brush>
  </inkml:definitions>
  <inkml:trace contextRef="#ctx0" brushRef="#br0">68 0 15415,'0'0'7817,"-12"2"-7315,-39 6-100,46-5-118,16-1-167,17 1 67,229-10 179,-46 0-574,-210 7 198,-1 0 0,1 0 1,0 0-1,-1 0 0,1 0 1,-1 0-1,1 0 0,0 0 1,-1 0-1,1 0 1,-1 1-1,1-1 0,0 0 1,-1 0-1,1 1 0,-1-1 1,1 0-1,-1 1 0,1-1 1,-1 1-1,0-1 0,1 0 1,-1 1-1,1-1 0,-1 1 1,0-1-1,1 1 0,-1-1 1,0 1-1,0 0 0,1 0 1,-4 22-72,-20 19 34,-23 1 53,-1-1 0,-68 45-1,-59 50 48,171-134-40,-1 1 0,1 0 0,-1 0 0,1 0 0,0 0 0,-3 7 0,6-10-7,-1-1-1,1 1 0,0 0 1,0-1-1,-1 1 0,1 0 1,0-1-1,0 1 1,0 0-1,0-1 0,0 1 1,0 0-1,0-1 0,0 1 1,0 0-1,0-1 1,1 1-1,-1 0 0,0-1 1,0 1-1,1 0 0,-1-1 1,0 1-1,1 0 1,-1-1-1,0 1 0,1-1 1,-1 1-1,1-1 0,-1 1 1,1-1-1,-1 1 0,1-1 1,0 0-1,-1 1 1,1-1-1,-1 0 0,1 0 1,0 1-1,-1-1 0,1 0 1,0 0-1,-1 0 1,1 0-1,0 1 0,0-1 1,-1 0-1,1 0 0,0-1 1,-1 1-1,1 0 0,0 0 1,-1 0-1,2-1 1,30 2 73,1-2 0,-1-2 1,63-12-1,88-37-631,-70 17-2736,-86 30-502,-9 5-3963</inkml:trace>
</inkml:ink>
</file>

<file path=ppt/ink/ink5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8:52.005"/>
    </inkml:context>
    <inkml:brush xml:id="br0">
      <inkml:brushProperty name="width" value="0.05" units="cm"/>
      <inkml:brushProperty name="height" value="0.05" units="cm"/>
      <inkml:brushProperty name="color" value="#E71224"/>
    </inkml:brush>
  </inkml:definitions>
  <inkml:trace contextRef="#ctx0" brushRef="#br0">7 4 13382,'0'0'8711,"0"-4"-7996,-1 48 1189,-4 173-2874,5-217 808,0 1 1,0-1 0,-1 0 0,1 1 0,0-1 0,0 1 0,0-1 0,0 0-1,0 1 1,0-1 0,0 1 0,0-1 0,0 0 0,0 1 0,1-1 0,-1 0-1,0 1 1,0-1 0,0 0 0,0 1 0,0-1 0,1 0 0,-1 1 0,0-1 0,0 0-1,1 1 1,-1-1 0,0 0 0,0 0 0,1 1 0,-1-1 0,0 0 0,1 0-1,-1 1 1,0-1 0,1 0 0,-1 0 0,1 0 0,-1 0 0,0 0 0,1 0-1,-1 0 1,0 0 0,1 0 0,-1 0 0,1 0 0,-1 0 0,0 0 0,1 0 0,0 0-1,9 0-5405</inkml:trace>
</inkml:ink>
</file>

<file path=ppt/ink/ink5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8:52.386"/>
    </inkml:context>
    <inkml:brush xml:id="br0">
      <inkml:brushProperty name="width" value="0.05" units="cm"/>
      <inkml:brushProperty name="height" value="0.05" units="cm"/>
      <inkml:brushProperty name="color" value="#E71224"/>
    </inkml:brush>
  </inkml:definitions>
  <inkml:trace contextRef="#ctx0" brushRef="#br0">1 18 13622,'0'0'6371,"20"-4"-6219,62-9 38,-80 13-182,0 0 1,0 0 0,0 0 0,0 0 0,0 1-1,0-1 1,0 1 0,0-1 0,0 1 0,0 0-1,0-1 1,0 1 0,0 0 0,-1 0 0,1 0-1,0 1 1,-1-1 0,1 0 0,-1 1 0,1-1-1,-1 1 1,0-1 0,0 1 0,1 0 0,-1-1 0,1 4-1,0 0 33,0 0 1,-1 1-1,1-1 0,-1 1 0,0-1 0,0 8 0,0-4 51,-1 0 0,0-1 0,0 1 0,-1 0 0,0 0 1,-1 0-1,0-1 0,0 1 0,-1-1 0,0 0 0,0 1 0,-5 7 0,-5 4 285,0-1 0,-1 0-1,-19 18 1,7-6 126,21-25-358,-16 24 774,21-29-817,22 0-11,-1-1-1,1-1 1,-1-1 0,1-1-1,-1 0 1,0-2 0,0 0 0,28-12-1,-37 11-455,10-3-2877,-10 1-4396</inkml:trace>
</inkml:ink>
</file>

<file path=ppt/ink/ink5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8:53.170"/>
    </inkml:context>
    <inkml:brush xml:id="br0">
      <inkml:brushProperty name="width" value="0.05" units="cm"/>
      <inkml:brushProperty name="height" value="0.05" units="cm"/>
      <inkml:brushProperty name="color" value="#E71224"/>
    </inkml:brush>
  </inkml:definitions>
  <inkml:trace contextRef="#ctx0" brushRef="#br0">21 8 17208,'0'0'7251,"-21"0"-7251,33 0-4114,7-4 337,-5 0-4163</inkml:trace>
</inkml:ink>
</file>

<file path=ppt/ink/ink5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9:00.510"/>
    </inkml:context>
    <inkml:brush xml:id="br0">
      <inkml:brushProperty name="width" value="0.05" units="cm"/>
      <inkml:brushProperty name="height" value="0.05" units="cm"/>
      <inkml:brushProperty name="color" value="#E71224"/>
    </inkml:brush>
  </inkml:definitions>
  <inkml:trace contextRef="#ctx0" brushRef="#br0">99 108 14118,'0'0'5907,"-3"21"-5483,-17 127 292,-17 113 129,-1-106-226,46-465 873,-2 237-1432,3 0 1,23-87-1,-29 150-59,9-31-2,-12 39 1,1 1 0,0-1 0,-1 1-1,1-1 1,0 1 0,0 0 0,0-1 0,-1 1 0,1 0 0,1 0 0,-1 0-1,0-1 1,0 1 0,0 0 0,1 1 0,-1-1 0,0 0 0,1 0 0,-1 0-1,1 1 1,1-1 0,-2 1 0,1 0 0,-1 0 0,0 1 0,1-1 0,-1 0-1,0 1 1,1-1 0,-1 1 0,0-1 0,1 1 0,-1 0 0,0 0 0,0-1 0,0 1 0,0 0-1,0 0 1,0 0 0,0 0 0,0 0 0,0 1 0,0-1 0,0 0 0,-1 0 0,1 1-1,0 0 1,17 42 22,-14-33-1,17 54 162,-4 1-1,-2 0 0,8 101 1,-3-21-83,4 48-420,-21-111-5910</inkml:trace>
</inkml:ink>
</file>

<file path=ppt/ink/ink5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9:01.765"/>
    </inkml:context>
    <inkml:brush xml:id="br0">
      <inkml:brushProperty name="width" value="0.05" units="cm"/>
      <inkml:brushProperty name="height" value="0.05" units="cm"/>
      <inkml:brushProperty name="color" value="#E71224"/>
    </inkml:brush>
  </inkml:definitions>
  <inkml:trace contextRef="#ctx0" brushRef="#br0">0 568 12134,'0'0'4100,"23"-6"-3478,-6 2-523,16-3 41,0-2 0,-1-1 0,53-24 0,-63 22-129,0-2 1,-1-1 0,0-1 0,-1 0-1,-1-2 1,-1 0 0,17-22 0,-25 28 119,0-1 0,-1-1 1,0 0-1,-1 0 0,-1 0 0,0-1 1,-1 0-1,-1-1 0,0 1 1,-1-1-1,0 0 0,1-21 1,-4-101 4571,6 185-4266,21 77-1,0-6 105,42 428 84,-50-336-531,59 261 1,-74-445-88,2 1 1,1-1 0,1-1-1,1 1 1,1-2-1,20 34 1,-30-56-8,0 0 1,1 0-1,-1 0 1,1 0-1,-1-1 0,1 1 1,0 0-1,0 0 1,0-1-1,0 0 1,0 1-1,0-1 0,0 0 1,0 0-1,0 0 1,0 0-1,3 1 0,-3-2 1,0 0 0,-1 0 0,1 0 0,-1-1 0,1 1 0,0 0-1,-1-1 1,1 1 0,-1-1 0,1 1 0,-1-1 0,1 0 0,-1 0 0,1 0-1,-1 1 1,0-1 0,1-1 0,-1 1 0,1-1 0,5-6 4,-1 0 0,-1 0 0,1 0 1,-1-1-1,-1 0 0,6-14 0,-2 3-17,-1 0 0,-2-1 0,0 1 0,-1-1 0,-1 0-1,-1 0 1,0 0 0,-2 0 0,-1 0 0,0 0-1,-2 0 1,0 0 0,-1 1 0,-1-1 0,-1 1 0,-1 0-1,-1 0 1,-1 1 0,0 0 0,-1 1 0,-1 0 0,-1 0-1,-1 1 1,0 1 0,-1 0 0,-1 1 0,0 1-1,-1 0 1,-1 1 0,0 0 0,0 2 0,-2 0 0,1 1-1,-1 1 1,-1 0 0,1 2 0,-1 0 0,-36-6 0,-36 2 161,91 11-149,1 0-1,0 0 1,-1-1-1,1 1 1,0 0-1,-1 0 1,1-1 0,0 1-1,0 0 1,-1-1-1,1 1 1,0 0 0,0 0-1,0-1 1,-1 1-1,1 0 1,0-1 0,0 1-1,0-1 1,0 1-1,0 0 1,0-1-1,0 1 1,0 0 0,0-1-1,0 1 1,0-1-1,0 1 1,0 0 0,0-1-1,0 1 1,0 0-1,0-1 1,0 1 0,1 0-1,-1-1 1,0 1-1,0 0 1,0-1 0,1 1-1,-1 0 1,0-1-1,0 1 1,1 0-1,-1 0 1,0-1 0,0 1-1,1 0 1,-1 0-1,0-1 1,1 1 0,26-22-12,37-22 0,22-17-92,-58 37 66,-2-1 0,-1 0 1,-2-2-1,0-1 0,-2-1 1,33-58-1,-41 62 15,-1-1-1,-1 0 0,-2 0 1,0-1-1,-2 0 1,-1-1-1,-1 0 1,-1 0-1,0-32 1,-4 43 56,-3-55 419,2 69-429,1-1 1,-1 1-1,0 0 0,0 0 0,0-1 0,0 1 0,-1 0 0,1 0 0,-1 0 0,0 0 1,1 0-1,-1 0 0,-1 1 0,1-1 0,0 1 0,-1-1 0,-4-2 0,7 5-18,-1-1 0,1 1 0,0 0 0,-1 0 0,1 0 0,0 0 0,-1 0 0,1 0 0,-1 0 0,1 1 0,0-1 0,-1 0 0,1 0 0,0 0 0,-1 0 0,1 0 0,0 0 0,-1 1 0,1-1 0,0 0 0,-1 0 0,1 1 0,0-1 0,0 0 0,-1 0 0,1 1 0,0-1 0,0 0 0,0 1 0,-1-1 0,1 0 0,0 1 0,0-1 0,0 0 0,0 1 0,0-1 0,0 0 0,0 1 0,0-1 0,-1 1 0,-4 20-38,5-19 48,-7 50 4,2-1-1,2 0 1,7 89 0,-2-112-23,1 0 1,2 0-1,1-1 1,14 42-1,-17-59 3,0 0-1,1-1 1,1 0-1,-1 0 1,1 0-1,1 0 0,0-1 1,0 0-1,0 0 1,1-1-1,0 1 0,1-2 1,0 1-1,0-1 1,17 10-1,-21-14-5,0 0 0,0-1 0,0 1 0,0-1 0,1 0 0,-1 0 0,0-1 0,1 1 0,-1-1 0,1 0 0,-1 0 0,0 0 0,1-1 0,-1 0 0,0 0 0,1 0 0,-1 0 0,6-3 0,-4 1-19,0-1-1,-1 1 1,1-1-1,-1-1 1,0 1-1,0-1 0,0 0 1,0 0-1,-1 0 1,7-12-1,-3 3-15,-1 1 0,0-1 0,-1-1 0,-1 1 0,0-1 0,-1 0 0,-1-1 0,0 1 0,1-26-1,-4 39 44,0 1 0,0-1 0,1 1-1,-1-1 1,0 1 0,-1-1-1,1 1 1,0-1 0,0 1-1,-1-1 1,1 1 0,0-1 0,-1 1-1,0 0 1,1-1 0,-1 1-1,0 0 1,0 0 0,1-1-1,-3 0 1,2 2-4,0 0-1,-1 0 1,1 1 0,0-1-1,0 1 1,-1-1-1,1 1 1,0 0 0,0-1-1,0 1 1,0 0-1,0 0 1,0 0 0,0 0-1,0 0 1,0 0-1,0 0 1,1 0 0,-1 0-1,0 0 1,1 0 0,-1 1-1,0 1 1,-7 11-3,0 0 1,1 0-1,-7 22 1,12-30-1,0 0 1,1 1-1,-1-1 1,1 1-1,1-1 1,-1 1-1,1-1 1,0 1-1,1-1 1,-1 1-1,3 7 1,-2-12 3,0-1 0,0 1 1,0-1-1,0 0 0,0 1 0,0-1 1,0 0-1,1 1 0,-1-1 1,1 0-1,-1 0 0,1 0 0,-1 0 1,1-1-1,-1 1 0,1 0 1,0-1-1,-1 1 0,1-1 0,0 1 1,-1-1-1,1 0 0,2 0 0,50 3-40,-40-3 38,5 0-9,1 2 1,0 0 0,-1 1 0,26 7 0,-41-9 10,0 0-1,0 0 1,0 0-1,0 1 1,0 0 0,-1 0-1,1 0 1,0 0-1,-1 0 1,1 1 0,-1-1-1,0 1 1,0 0-1,0 0 1,0 1 0,-1-1-1,1 0 1,-1 1-1,0 0 1,0-1 0,0 1-1,0 0 1,-1 0-1,1 0 1,-1 0 0,1 6-1,-2-3 8,0 0-1,0 0 1,0 1-1,-1-1 1,0 0-1,0 0 0,-1-1 1,-2 9-1,3-13 2,0 0-1,1-1 0,-1 1 1,0 0-1,0-1 0,0 1 1,0 0-1,0-1 0,-1 0 1,1 1-1,0-1 0,-1 0 1,1 1-1,0-1 0,-1 0 1,0 0-1,1 0 0,-1 0 1,0-1-1,1 1 0,-1 0 1,0-1-1,0 1 0,0-1 1,1 1-1,-1-1 0,0 0 1,0 0-1,0 0 0,0 0 1,0 0-1,1-1 0,-1 1 1,0 0-1,0-1 0,-2 0 1,4 0 4,-1 1 1,0-1-1,0 0 1,1 0 0,-1 1-1,1-1 1,-1 0-1,1 0 1,-1 0-1,1 0 1,-1 0 0,1 0-1,0 0 1,-1 0-1,1 0 1,0 0 0,0 0-1,0 0 1,0 0-1,0 0 1,0 0-1,0-2 1,2-28 39,-2 28-45,1-4-4,1 0 0,-1 0 0,1 0 0,1 0-1,-1 0 1,1 0 0,0 1 0,1-1-1,0 1 1,0 0 0,0 0 0,1 1 0,7-9-1,8-5 40,1 1 0,30-20 0,26-22-2641,-76 59 2179,6-7-2223</inkml:trace>
</inkml:ink>
</file>

<file path=ppt/ink/ink5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9:02.125"/>
    </inkml:context>
    <inkml:brush xml:id="br0">
      <inkml:brushProperty name="width" value="0.05" units="cm"/>
      <inkml:brushProperty name="height" value="0.05" units="cm"/>
      <inkml:brushProperty name="color" value="#E71224"/>
    </inkml:brush>
  </inkml:definitions>
  <inkml:trace contextRef="#ctx0" brushRef="#br0">1 73 16488,'0'0'5170,"154"-65"-5154,-104 61-32,-3 2-320,-6 0-1025,-6 2-2112,-6 0-4595</inkml:trace>
</inkml:ink>
</file>

<file path=ppt/ink/ink5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9:04.073"/>
    </inkml:context>
    <inkml:brush xml:id="br0">
      <inkml:brushProperty name="width" value="0.05" units="cm"/>
      <inkml:brushProperty name="height" value="0.05" units="cm"/>
      <inkml:brushProperty name="color" value="#E71224"/>
    </inkml:brush>
  </inkml:definitions>
  <inkml:trace contextRef="#ctx0" brushRef="#br0">2 199 11717,'0'0'7433,"-2"-28"-4637,2 20-2689,1-1 0,0 1 1,0 0-1,0 1 0,1-1 0,0 0 1,1 0-1,-1 1 0,1-1 0,1 1 0,0 0 1,0 0-1,0 0 0,9-10 0,-8 12-90,-1 1-1,0 0 0,1 0 0,0 1 1,0-1-1,0 1 0,0 0 1,1 0-1,-1 1 0,1 0 0,0 0 1,-1 0-1,1 0 0,0 1 1,0 0-1,0 0 0,0 1 0,0 0 1,0 0-1,8 1 0,-10 0-3,0 0 0,0 0 0,0 1 0,0-1 0,-1 1 0,1 0-1,0 0 1,-1 1 0,0-1 0,1 1 0,-1-1 0,0 1 0,0 0 0,0 0 0,-1 0 0,1 1-1,-1-1 1,0 1 0,0-1 0,0 1 0,0 0 0,-1 0 0,3 6 0,0 4 33,0 0 1,0 0 0,-1 1-1,-1 0 1,1 20 0,-2-13-18,-2 51 69,1-68-84,-1-1 1,0 0-1,0 1 1,0-1-1,0 0 1,-1 0-1,1 0 1,-1 0-1,0 0 1,0 0-1,-1-1 1,1 1-1,-1-1 1,-4 5-1,7-42 135,1 21-153,1 0-1,1 0 0,0 0 1,0 1-1,2-1 0,-1 1 1,1 0-1,1 0 0,0 1 1,1 0-1,0 0 0,1 0 1,0 1-1,1 0 0,-1 1 1,2 0-1,0 0 0,0 1 1,20-13-1,-28 20 5,0 0-1,0 0 1,0 0 0,0 1-1,0-1 1,0 1 0,0-1-1,0 1 1,0 0 0,0 0-1,0 0 1,0 0-1,0 0 1,0 0 0,0 0-1,0 1 1,0-1 0,0 1-1,0-1 1,0 1 0,0 0-1,3 2 1,-2-1-2,0 1 1,0 0-1,0 0 0,0 0 1,0 0-1,-1 0 0,1 1 1,-1-1-1,0 1 1,3 6-1,2 9-5,-1 0 0,0 1 1,4 32-1,-10-50 7,11 114-2404,-11-116 2288,0 1 1,0-1 0,0 1-1,0 0 1,0-1-1,0 1 1,1-1-1,-1 1 1,0 0-1,0-1 1,0 1-1,1-1 1,-1 1-1,0-1 1,1 1-1,-1-1 1,0 1-1,1-1 1,-1 0-1,1 1 1,-1-1-1,1 1 1,-1-1-1,1 0 1,-1 1-1,1-1 1,-1 0 0,1 0-1,-1 1 1,1-1-1,-1 0 1,2 0-1,21-5-2694,16-23-1166,-22 7 2885,-2 0 0,0-1-1,-1 0 1,13-30 0,-6 1 2670,-3 0 3488,-20 65-662,1 21-2550,-2 15-1181,-1-10-361,2 74 1,2-113-313,0 1 0,1-1 1,-1 0-1,0 1 0,0-1 1,0 0-1,1 1 0,-1-1 1,1 0-1,-1 0 0,1 0 1,0 1-1,-1-1 0,1 0 1,0 0-1,0 0 1,-1 0-1,1 0 0,0 0 1,0 0-1,0-1 0,0 1 1,0 0-1,1 0 0,-1-1 1,0 1-1,0-1 0,0 1 1,1-1-1,-1 1 0,0-1 1,0 0-1,1 0 0,-1 1 1,0-1-1,1 0 0,0 0 1,1-1 2,-1 1 1,0 0 0,0 0-1,0-1 1,0 1 0,0-1 0,1 0-1,-1 0 1,0 0 0,-1 0 0,1 0-1,0 0 1,0 0 0,0 0-1,-1-1 1,1 1 0,0-1 0,-1 0-1,0 1 1,1-1 0,1-3 0,2-5 9,-1 0 0,0-1 0,-1 1 1,0-1-1,2-16 0,-4 22-4,-1 1 0,0-1 1,0 1-1,0-1 0,0 1 0,0-1 0,-1 1 0,0-1 1,0 1-1,0-1 0,-1 1 0,1 0 0,-1 0 0,0 0 0,-5-8 1,5 10 48,0 0 0,1 0 1,-1 0-1,0-1 1,1 1-1,0 0 0,-1-1 1,1 0-1,0 1 1,0-1-1,0 0 1,1 1-1,-1-1 0,1 0 1,-1 0-1,1 0 1,0 0-1,0 1 0,0-1 1,1 0-1,-1 0 1,1 0-1,-1 1 0,1-1 1,0 0-1,0 1 1,0-1-1,1 0 0,-1 1 1,0 0-1,4-5 1,-2 4-52,1-1 1,0 1-1,0 0 1,0 0-1,0 0 1,0 0-1,0 0 1,1 1 0,0 0-1,-1 0 1,1 1-1,0-1 1,0 1-1,0 0 1,0 0-1,9 0 1,-6 1-9,-1 0 0,1 1 1,0 0-1,-1 1 0,0 0 0,1 0 1,-1 0-1,0 1 0,0 0 0,0 0 1,0 1-1,-1 0 0,1 0 0,-1 1 1,0-1-1,-1 1 0,1 1 0,-1-1 1,0 1-1,6 8 0,-4-4 31,0 0 0,-1 1 1,-1-1-1,1 1 0,-2 0 0,0 1 0,0-1 1,-1 1-1,0 0 0,-1 0 0,0 0 1,0 16-1,-2-20 61,-1 22-4,1-30-84,0 1-1,0 0 1,0-1-1,0 1 1,0 0-1,0-1 0,0 1 1,0 0-1,-1-1 1,1 1-1,0 0 0,-1-1 1,1 1-1,0-1 1,-1 1-1,1 0 1,-1-1-1,1 1 0,-1-1 1,1 1-1,-1-1 1,1 0-1,-1 1 0,1-1 1,-1 0-1,0 1 1,1-1-1,-1 0 1,0 1-1,1-1 0,-1 0 1,0 0-1,-2-46 683,5 36-672,0-1 0,0 1-1,1 0 1,1-1 0,0 1 0,0 1 0,1-1 0,0 1 0,0-1 0,1 1-1,0 1 1,1-1 0,0 1 0,1 0 0,-1 1 0,1 0 0,1 0 0,-1 1-1,13-7 1,-19 12-13,1 0-1,-1 0 1,1 0 0,-1 0-1,1 0 1,0 1-1,0-1 1,-1 1-1,1 0 1,0 0 0,0 0-1,-1 0 1,1 0-1,0 1 1,-1-1-1,1 1 1,0-1 0,-1 1-1,4 1 1,-2 1 1,0 0 1,0-1 0,0 1-1,0 0 1,0 1-1,0-1 1,-1 1 0,0 0-1,6 8 1,2 7 10,-1 0-1,0 1 1,12 38 0,-19-47-11,13 34-2,-15-45-16,1-3 56,45-89 0,-42 84-46,1 0 0,0 0-1,0 0 1,0 1 0,1 0 0,0 0-1,0 1 1,16-11 0,-21 16 3,0 0 0,0 1-1,-1-1 1,1 0 0,0 1 0,0-1-1,0 1 1,-1 0 0,1 0 0,0-1-1,0 1 1,0 0 0,0 1 0,0-1-1,0 0 1,-1 0 0,1 1 0,0-1-1,0 1 1,0 0 0,-1-1 0,1 1-1,0 0 1,-1 0 0,1 0 0,-1 0-1,1 1 1,-1-1 0,1 0 0,-1 0-1,0 1 1,2 2 0,5 7 3,0 0 0,0 0-1,9 23 1,3 0-4,-13-24-44,1 0 0,0-1 1,1 0-1,0-1 0,0 1 0,17 10 1,-23-17 9,-1-1 1,1 1 0,0 0 0,-1-1-1,1 1 1,0-1 0,0 0 0,0 0-1,0 0 1,0 0 0,1-1 0,-1 1-1,0-1 1,0 0 0,0 0 0,0 0 0,1 0-1,-1 0 1,0-1 0,0 0 0,0 1-1,0-1 1,0 0 0,0-1 0,0 1-1,0 0 1,0-1 0,-1 1 0,1-1 0,4-4-1,5-8 68,-1-1 0,-1 0-1,0-1 1,-1 0 0,-1 0-1,0-1 1,-1 0 0,-1 0 0,-1-1-1,-1 1 1,0-1 0,-1-1-1,-1 1 1,0-24 0,-22 61 426,15-12-445,0 0-1,1 0 1,-1 1-1,2-1 1,-1 1-1,1 0 0,0 0 1,0 1-1,1-1 1,1 0-1,-1 1 1,1-1-1,1 1 1,0 12-1,0-21-36,16 0-13015</inkml:trace>
</inkml:ink>
</file>

<file path=ppt/ink/ink5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9:04.949"/>
    </inkml:context>
    <inkml:brush xml:id="br0">
      <inkml:brushProperty name="width" value="0.05" units="cm"/>
      <inkml:brushProperty name="height" value="0.05" units="cm"/>
      <inkml:brushProperty name="color" value="#E71224"/>
    </inkml:brush>
  </inkml:definitions>
  <inkml:trace contextRef="#ctx0" brushRef="#br0">222 395 976,'0'0'19689,"-18"-11"-18773,4 1-563,-2 1 0,-30-13 0,43 22-306,1 0 1,0-1-1,-1 1 1,1 0-1,0 0 1,-1 0-1,1 1 1,0-1-1,-1 0 1,1 1-1,0 0 1,0-1-1,0 1 0,-1 0 1,1 0-1,0 0 1,0 1-1,0-1 1,0 0-1,1 1 1,-1-1-1,0 1 1,0 0-1,-2 3 1,-30 47 560,30-44-560,-1 0-10,0 1 0,1 0-1,0 0 1,1 0 0,0 0-1,0 1 1,1-1 0,1 1 0,-1 0-1,1-1 1,1 1 0,0 0-1,0 0 1,3 11 0,-2-19-45,0 0-1,0 0 1,0 0 0,1 0-1,-1 0 1,1-1 0,0 1-1,-1 0 1,1-1 0,0 1 0,0-1-1,0 0 1,0 0 0,0 0-1,0 0 1,0 0 0,1 0 0,-1 0-1,0-1 1,0 1 0,1-1-1,-1 1 1,0-1 0,1 0-1,-1 0 1,0 0 0,5-1 0,-2 1-11,0 0 0,0-1 1,1 0-1,-1 0 0,0 0 1,0 0-1,0-1 0,0 0 1,0 0-1,-1 0 0,8-5 1,-2-3 30,-1-1 0,-1 0-1,0-1 1,0 1 0,-1-1 0,-1-1 0,0 0 0,0 0 0,-1 0 0,-1 0 0,0-1 0,-1 1 0,2-28 0,-7 82 52,0-27-48,1-1-1,1 0 0,0 1 0,1-1 1,3 15-1,-3-26-16,0 0 0,0 0 1,0 0-1,0 0 0,1 0 1,-1 0-1,1-1 0,-1 1 1,1 0-1,-1-1 0,1 1 0,0-1 1,0 1-1,0-1 0,0 0 1,0 0-1,0 0 0,0 0 1,1 0-1,-1-1 0,0 1 0,0-1 1,1 1-1,-1-1 0,0 0 1,1 0-1,-1 0 0,0 0 1,1 0-1,4-1 0,-1 0-2,0 0-1,1 0 1,-1 0-1,0-1 0,0 0 1,1 0-1,-2 0 1,1-1-1,0 0 1,6-4-1,1-4 0,-1 0 1,0-1-1,-1 0 0,0 0 0,-1-2 1,-1 1-1,0-1 0,-1 0 1,0-1-1,-1 0 0,6-18 0,-5 5-1,-1 0-1,-2-1 0,-1 1 0,-1-1 1,-1-44-1,-1 42 0,0 20 25,-1-1-1,0 1 0,0 0 1,-1-1-1,-1 1 0,-3-12 0,5 22 8,0 0 0,0 1 0,0-1 0,0 0 0,0 1-1,0-1 1,-1 1 0,1-1 0,0 0 0,0 1 0,-1-1-1,1 1 1,0-1 0,-1 1 0,1-1 0,0 1 0,-1-1-1,1 1 1,-1-1 0,1 1 0,-1 0 0,1-1 0,-1 1-1,1 0 1,-1-1 0,1 1 0,-1 0 0,0 0 0,1-1-1,-1 1 1,1 0 0,-1 0 0,0 0 0,1 0 0,-1 0-1,0 0 1,1 0 0,-1 0 0,1 0 0,-1 0 0,0 0-1,1 0 1,-1 1 0,0-1 0,1 0 0,-1 0 0,1 1-1,-2 0 1,0 0 9,0 1 0,0 0 0,0 0 1,0 0-1,0 0 0,0 1 0,0-1 0,1 0 0,-2 5 0,-4 9 49,1 0-1,0 1 1,1 0-1,1 0 1,1 0 0,-2 31-1,6 108-2,0-130-73,-1-15-11,1-1 0,1 1 0,0 0 0,1 0 0,0-1 0,0 1 0,1-1 0,1 0 0,-1 0 0,2 0 0,8 12 0,-11-18-40,0 0 0,0 0 0,0-1 0,1 1-1,-1-1 1,1 0 0,0 0 0,0 0 0,0-1 0,0 1 0,0-1-1,1 0 1,-1 0 0,1 0 0,0-1 0,-1 0 0,1 0 0,0 0-1,-1 0 1,1-1 0,0 0 0,0 0 0,0 0 0,0 0 0,-1-1-1,1 0 1,0 0 0,7-3 0,-6 2-7,0-1 1,-1 0 0,1 0-1,-1 0 1,0-1-1,0 1 1,0-1-1,0-1 1,-1 1-1,1-1 1,-1 0-1,-1 1 1,1-2-1,0 1 1,-1 0-1,2-7 1,5-10 69,-1-1 0,11-42 0,-10 28-63,-8 36 388,0 8-70,1 27 114,-1 42 57,-3-31-229,0-17-279,5 49 0,-4-74 756</inkml:trace>
</inkml:ink>
</file>

<file path=ppt/ink/ink5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9:05.279"/>
    </inkml:context>
    <inkml:brush xml:id="br0">
      <inkml:brushProperty name="width" value="0.05" units="cm"/>
      <inkml:brushProperty name="height" value="0.05" units="cm"/>
      <inkml:brushProperty name="color" value="#E71224"/>
    </inkml:brush>
  </inkml:definitions>
  <inkml:trace contextRef="#ctx0" brushRef="#br0">9 49 17960,'0'0'4082,"-8"-48"-5122,24 57-1554,-1 10-3248</inkml:trace>
</inkml:ink>
</file>

<file path=ppt/ink/ink5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9:07.033"/>
    </inkml:context>
    <inkml:brush xml:id="br0">
      <inkml:brushProperty name="width" value="0.05" units="cm"/>
      <inkml:brushProperty name="height" value="0.05" units="cm"/>
      <inkml:brushProperty name="color" value="#E71224"/>
    </inkml:brush>
  </inkml:definitions>
  <inkml:trace contextRef="#ctx0" brushRef="#br0">161 221 8468,'0'0'12848,"19"-3"-12242,59-9-168,-75 11-412,-1 1 1,0 0-1,0-1 1,1 1-1,-1 0 1,0 0 0,1 0-1,-1 0 1,0 1-1,0-1 1,1 1-1,-1-1 1,0 1 0,0 0-1,0 0 1,0 0-1,0 0 1,0 0-1,0 0 1,0 1 0,0-1-1,0 0 1,-1 1-1,1 0 1,0-1-1,-1 1 1,0 0 0,1 0-1,-1 0 1,0 0-1,0 0 1,2 4-1,-1 3 25,0-1 0,-1 1 0,0 0-1,0 0 1,0 0 0,-2 12 0,1-9 45,-2 8 43,0 0-1,-1 0 1,-1-1 0,-12 36-1,10-35-75,0-1-1,1 1 1,1 0-1,-2 38 1,9-25-1,1 0-1,1 0 1,2 0 0,1-1 0,2 0-1,17 40 1,-14-41 269,-1 1 0,-2 0 0,-1 1-1,-2 0 1,6 60 0,-13-89-314,0 1-1,0-1 1,0 1 0,-1-1 0,1 1-1,-1-1 1,0 0 0,0 1-1,0-1 1,-1 0 0,0 0-1,0 0 1,0 0 0,0 0 0,0 0-1,-1 0 1,-4 5 0,2-5-3,-1-1 0,1 1 1,0-1-1,-1 0 0,0 0 0,1 0 1,-1-1-1,0 0 0,0 0 1,-1-1-1,-11 2 0,1 0 5,1-1-1,-1-1 0,1 0 1,-1-1-1,0-1 0,1-1 1,-1 0-1,-23-7 0,33 7-31,0 0 0,1-1-1,-1 0 1,1-1 0,-1 1-1,1-1 1,0 0 0,0-1-1,1 0 1,-1 0 0,1 0-1,0 0 1,1-1 0,-1 0-1,1 0 1,0 0 0,0 0-1,1 0 1,0-1 0,0 0 0,-3-11-1,4 9-48,0-1-1,0 0 0,1 0 1,0 0-1,1 0 0,0-1 1,1 1-1,0 0 1,0 0-1,1 0 0,0 0 1,1 1-1,0-1 0,1 1 1,0-1-1,0 1 0,1 0 1,9-12-1,9-10-183,2 0-1,0 2 1,46-39 0,-31 30 23,26-29-142,102-92-453,-145 139 748,1 2-1,0 1 0,1 1 1,1 1-1,41-18 1,-55 30 76,0 0 1,0 0-1,0 1 1,0 1-1,0 0 0,24 2 1,-17-1 121,-22-41 907,1 40-1030,0-1-1,0 0 0,1 1 1,-1 0-1,0-1 0,0 1 1,0 0-1,0 0 0,-1 0 0,1 0 1,0 1-1,0-1 0,-1 1 1,1-1-1,0 1 0,-1 0 1,1-1-1,0 1 0,-1 1 1,1-1-1,0 0 0,-1 0 1,-2 2-1,-1-1 40,0 0-1,1 1 1,-1-1-1,1 1 1,-1 1 0,1-1-1,0 1 1,-7 4 0,4 0-25,0 0 0,0 1 0,0 0 0,1 0 0,1 0 0,-1 1 0,1 0 0,1 0 0,0 1 0,0 0 0,1 0 0,0 0 1,1 0-1,0 0 0,0 1 0,1-1 0,0 1 0,1 0 0,1 11 0,0-20-21,0 0-1,0 0 1,0 0-1,1-1 1,-1 1-1,0 0 1,1-1 0,0 1-1,-1 0 1,1-1-1,0 1 1,0-1-1,0 1 1,0-1 0,0 1-1,0-1 1,0 0-1,0 0 1,1 1-1,-1-1 1,1 0 0,-1 0-1,1 0 1,-1 0-1,1-1 1,-1 1-1,1 0 1,0-1 0,-1 1-1,1-1 1,0 1-1,-1-1 1,1 0-1,0 0 1,0 0 0,-1 0-1,1 0 1,0 0-1,0 0 1,-1-1-1,4 0 1,0 1-6,0-1 0,0 0 0,0 0-1,0-1 1,0 1 0,-1-1 0,1 0 0,0-1 0,-1 1 0,0-1-1,1 0 1,-1 0 0,7-6 0,-5 0-66,1-1 1,-1 0-1,0 0 1,-1 0-1,0-1 1,5-18-1,-9 28 39,-1 11-189,-1 10 200,0-12 18,1-1 0,0 0 0,0 1 0,1-1 0,0 1 1,3 11-1,-3-17 6,0 0-1,0 0 1,0-1 0,0 1 0,1 0-1,-1 0 1,0 0 0,1-1 0,-1 1-1,1-1 1,0 1 0,-1-1 0,1 0 0,0 1-1,0-1 1,0 0 0,0 0 0,0 0-1,0-1 1,0 1 0,0 0 0,1-1-1,-1 0 1,0 1 0,0-1 0,0 0-1,4 0 1,2 0 6,0 0 1,-1-1-1,1 0 0,-1 0 1,1 0-1,-1-1 0,1 0 0,-1-1 1,0 0-1,0 0 0,0 0 0,11-8 1,-7 3 5,0-1 1,-1 0 0,0-1 0,0 0-1,-1 0 1,11-17 0,-11 12-7,0-1 0,-1 0-1,0 0 1,-2-1 0,0 0 0,0 0 0,-2 0-1,5-36 1,-3-7 224,-4-78 0,-2 92 50,0 45-248,0 0 0,0 0 0,0 1 0,0-1-1,0 0 1,0 0 0,-1 0 0,1 1-1,0-1 1,0 0 0,0 0 0,-1 1 0,1-1-1,-1 0 1,1 0 0,0 1 0,-1-1 0,1 0-1,-1 1 1,1-1 0,-1 1 0,0-1 0,1 1-1,-1-1 1,1 1 0,-1-1 0,0 1 0,0 0-1,1-1 1,-1 1 0,0 0 0,0-1 0,1 1-1,-1 0 1,-1 0 0,1 0-3,-1 0-1,1 0 1,-1 0 0,0 0-1,1 1 1,-1-1 0,1 1-1,0-1 1,-1 1 0,1-1-1,-1 1 1,1 0 0,0 0-1,-1 0 1,1 0 0,0-1-1,0 2 1,0-1 0,-1 1-1,-4 6 5,1 0 0,-1 0 0,2 1 0,-1-1 0,1 1 0,1 0 0,0 0-1,0 1 1,1-1 0,0 1 0,-1 13 0,0 16 11,3 59 0,1-47-36,-1-30 3,0-1-1,2 1 0,0-1 1,7 27-1,-7-40-12,1 1-1,0-1 1,0 0-1,0 0 1,1 0 0,-1-1-1,2 1 1,-1-1 0,1 0-1,0 0 1,0-1-1,1 1 1,-1-1 0,12 8-1,-14-11-19,0-1-1,0 1 0,0 0 0,0-1 1,0 0-1,0 0 0,0 0 1,1 0-1,-1 0 0,0 0 0,1-1 1,-1 0-1,0 0 0,1 0 1,-1 0-1,0 0 0,1-1 0,-1 1 1,4-2-1,-1 0-1,0-1 1,0 0-1,-1 0 0,1 0 0,-1 0 0,0-1 1,0 0-1,0 0 0,6-8 0,5-7-51,-1-1 0,-1 0 0,23-44 0,-37 64 74,0 0 0,0 0 0,0 1 0,0-1-1,0 0 1,0 0 0,1 0 0,-1 1 0,0-1 0,0 0 0,0 0 0,0 0 0,0 0 0,1 1 0,-1-1 0,0 0-1,0 0 1,0 0 0,0 0 0,1 0 0,-1 0 0,0 0 0,0 0 0,0 0 0,1 0 0,-1 1 0,0-1 0,0 0-1,1 0 1,-1 0 0,0 0 0,0 0 0,0 0 0,1-1 0,-1 1 0,0 0 0,0 0 0,0 0 0,1 0 0,-1 0-1,0 0 1,0 0 0,0 0 0,1 0 0,-1 0 0,0-1 0,0 1 0,0 0 0,0 0 0,0 0 0,1 0 0,-1-1-1,0 1 1,0 0 0,0 0 0,0 0 0,0-1 0,0 1 0,0 0 0,0 0 0,0 0 0,0-1 0,0 1-1,1 0 1,-1 0 0,4 32 8,-3 63 55,-1-75-75,0-19 13,0 1 0,0-1 1,0 1-1,0-1 0,0 1 1,0 0-1,1-1 0,-1 1 0,0-1 1,1 0-1,-1 1 0,1-1 0,0 1 1,-1-1-1,1 0 0,0 0 1,0 1-1,0-1 0,0 0 0,0 0 1,0 0-1,0 0 0,0 0 1,1 0-1,1 1 0,0-1-1,-1 0 0,1-1 0,-1 1 0,1-1 0,-1 0-1,1 0 1,-1 0 0,1 0 0,0 0 0,-1 0 0,1-1 0,-1 1 0,1-1-1,-1 0 1,4-1 0,5-4 0,0 0 0,-1 0 0,0-1 0,0-1-1,0 0 1,-1 0 0,-1 0 0,1-1 0,-1-1 0,-1 1-1,0-1 1,0-1 0,-1 1 0,0-1 0,4-12 0,-9 22 25,-2 23 24,-6 44 60,4-49-105,1-1 0,0 1 1,1 0-1,1-1 0,1 1 0,2 18 0,-3-34-12,0-1 0,0 1-1,0 0 1,0-1 0,0 1-1,1 0 1,-1-1 0,0 1-1,0 0 1,0-1 0,0 1-1,1-1 1,-1 1 0,0 0-1,1-1 1,-1 1 0,0-1-1,1 1 1,-1-1 0,1 1-1,-1-1 1,1 1 0,-1-1-1,1 0 1,-1 1 0,1-1-1,0 0 1,-1 1-1,1-1 1,-1 0 0,2 1 0,12-15-124,6-31 41,-14 5 71,-5 33 23,-1 0 0,1 0-1,0 0 1,0 0 0,1 0 0,0 1 0,0-1 0,1 0 0,4-7 0,-6 13-1,1 0 0,-1 0 0,0 0 0,1 0 0,-1 0 0,1 1 0,0-1 0,-1 0 0,1 1 0,0-1 0,-1 1 0,1 0 1,0 0-1,-1-1 0,1 1 0,0 0 0,0 0 0,-1 1 0,1-1 0,0 0 0,-1 0 0,1 1 0,2 0 0,0 0 7,-1 0 0,1 1 0,0-1 0,-1 1-1,1-1 1,-1 1 0,1 0 0,-1 0 0,4 4 0,17 24 18,-20-24-21,0 0 1,1 0 0,0 0 0,0 0 0,1-1-1,-1 0 1,9 6 0,-13-11 6,1 1 0,0 0 0,0-1 0,0 0 0,0 1 0,0-1 0,0 0 0,0 0 0,0 0 0,0 0 0,0 0 0,0-1 0,0 1 0,0-1-1,0 1 1,-1-1 0,1 0 0,0 1 0,0-1 0,0 0 0,-1 0 0,1 0 0,2-3 0,40-38 146,-28 25-128,-11 12-22,-1 0-7,1 1-1,-1-1 1,1 1 0,0 0 0,0 0 0,1 0 0,-1 1 0,1-1 0,0 1 0,0 1-1,0-1 1,0 1 0,0 0 0,13-2 0,-17 5 9,0-1 1,-1 1-1,1 0 0,-1-1 1,1 1-1,-1 0 0,1 0 1,-1 0-1,1 0 0,-1 0 1,0 1-1,1-1 0,-1 0 1,0 1-1,0-1 0,0 0 1,1 3-1,20 32 151,-17-26-92,77 119 185,-82-129-335,0 0 1,0 0 0,0 0-1,1 1 1,-1-1 0,0 0 0,0 0-1,0 0 1,0 1 0,0-1-1,0 0 1,0 0 0,0 1 0,0-1-1,1 0 1,-1 0 0,0 1-1,0-1 1,0 0 0,0 0-1,0 1 1,0-1 0,-1 0 0,1 0-1,0 1 1,0-1 0,0 0-1,0 0 1,0 0 0,0 1 0,0-1-1,0 0 1,0 0 0,-1 0-1,1 1 1,0-1 0,0 0-1,0 0 1,-1 0 0,1 1 0,0-1-1,0 0 1,0 0 0,-1 0-1,1 0 1,0 0 0,0 0 0,0 0-1,-1 0 1,1 0 0,0 1-1,0-1 1,-1 0 0,1 0-1,-22-4-2456,-23-13-1920,1-3-1388</inkml:trace>
</inkml:ink>
</file>

<file path=ppt/ink/ink5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9:07.394"/>
    </inkml:context>
    <inkml:brush xml:id="br0">
      <inkml:brushProperty name="width" value="0.05" units="cm"/>
      <inkml:brushProperty name="height" value="0.05" units="cm"/>
      <inkml:brushProperty name="color" value="#E71224"/>
    </inkml:brush>
  </inkml:definitions>
  <inkml:trace contextRef="#ctx0" brushRef="#br0">103 102 18456,'0'0'6900,"-14"-98"-6788,14 96-64,0 1-48,-2 1-1089,-6 0-1488,-11 14-192,-8 9-1425,-6-1-5443</inkml:trace>
</inkml:ink>
</file>

<file path=ppt/ink/ink5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9:07.785"/>
    </inkml:context>
    <inkml:brush xml:id="br0">
      <inkml:brushProperty name="width" value="0.05" units="cm"/>
      <inkml:brushProperty name="height" value="0.05" units="cm"/>
      <inkml:brushProperty name="color" value="#E71224"/>
    </inkml:brush>
  </inkml:definitions>
  <inkml:trace contextRef="#ctx0" brushRef="#br0">0 17 16504,'0'0'7507,"27"20"-6803,18-18-255,9-2-401,4 0 32,-3 0-80,3-7-160,0-1-753,-3 1-1312,-5-1-368,-5 3-1713,-8 1-9108</inkml:trace>
  <inkml:trace contextRef="#ctx0" brushRef="#br0" timeOffset="1">1524 404 17656,'0'0'9028,"62"98"-8564,-62-57-239,0 1-161,-23 3-48,-14-4-32,-6-1-657,-8 3-1488,-1-10-1216,11-5-3394</inkml:trace>
</inkml:ink>
</file>

<file path=ppt/ink/ink5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9:11.564"/>
    </inkml:context>
    <inkml:brush xml:id="br0">
      <inkml:brushProperty name="width" value="0.05" units="cm"/>
      <inkml:brushProperty name="height" value="0.05" units="cm"/>
      <inkml:brushProperty name="color" value="#E71224"/>
    </inkml:brush>
  </inkml:definitions>
  <inkml:trace contextRef="#ctx0" brushRef="#br0">284 140 8980,'0'0'4359,"6"-19"-2339,18-59-665,-23 76-1134,-1-1 0,1 0-1,0 1 1,-1-1-1,1 0 1,-1 0 0,0 1-1,0-1 1,0 0-1,0 0 1,0 1 0,-1-4-1,0 6-177,1 0 0,0-1-1,-1 1 1,1 0 0,0-1 0,-1 1-1,1 0 1,0-1 0,-1 1-1,1 0 1,-1 0 0,1-1 0,0 1-1,-1 0 1,1 0 0,-1 0-1,1 0 1,-1 0 0,1 0 0,-1 0-1,1 0 1,0 0 0,-1 0 0,1 0-1,-1 0 1,1 0 0,-1 0-1,1 0 1,-1 0 0,1 0 0,-1 0-1,1 1 1,0-1 0,-1 0-1,1 0 1,-1 1 0,-40 32 653,40-31-721,-23 20 282,1 2 1,1 1-1,-30 46 0,46-61-234,0-1-1,1 1 1,1 0-1,0 0 1,0 0-1,1 1 1,0-1 0,0 1-1,2 0 1,-1 0-1,1 0 1,1 0-1,0 0 1,0 0-1,3 12 1,-1-18-24,-1 0 0,1 0-1,1 0 1,-1 0 0,1-1 0,0 1 0,0-1 0,0 1-1,0-1 1,1 0 0,0 0 0,0-1 0,0 1 0,0-1-1,0 0 1,8 4 0,12 7-17,51 21 1,-37-18 11,-37-17 6,37 24 12,-37-24-11,0 1 0,-1-1 1,1 1-1,0 0 0,0-1 0,-1 1 0,1 0 0,0-1 0,-1 1 0,1 0 0,-1 0 0,1-1 0,-1 1 0,1 0 0,-1 0 0,0 0 0,1 0 0,-1 0 0,0 0 0,0 0 1,0 0-1,1 0 0,-1 0 0,0-1 0,0 1 0,0 0 0,-1 0 0,1 0 0,0 0 0,0 0 0,0 0 0,-1 0 0,1 0 0,-1 0 0,1 0 0,0-1 0,-1 1 0,0 0 1,1 0-1,-1 0 0,1-1 0,-1 1 0,0 0 0,1-1 0,-2 2 0,-14 6 28,0 0 1,0-1 0,-1 0-1,0-2 1,0 0-1,0-1 1,-22 3-1,14-2-25,-131 21-460,154-25-555,26-11-3143,58-31-3047,-33 16 1041</inkml:trace>
</inkml:ink>
</file>

<file path=ppt/ink/ink5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9:12.941"/>
    </inkml:context>
    <inkml:brush xml:id="br0">
      <inkml:brushProperty name="width" value="0.05" units="cm"/>
      <inkml:brushProperty name="height" value="0.05" units="cm"/>
      <inkml:brushProperty name="color" value="#E71224"/>
    </inkml:brush>
  </inkml:definitions>
  <inkml:trace contextRef="#ctx0" brushRef="#br0">140 295 13350,'0'0'6817,"-17"15"-6492,-53 55-72,64-62-230,0 0-1,0 0 0,1 0 0,1 0 1,-1 1-1,2-1 0,-1 1 0,1 0 1,0 1-1,1-1 0,0 0 0,0 1 1,1-1-1,0 1 0,1 0 0,0-1 1,2 14-1,-1-15-22,-1-4-2,0 0 1,0 0-1,1-1 0,-1 1 1,1 0-1,0-1 1,1 1-1,-1 0 0,0-1 1,1 0-1,0 1 1,0-1-1,0 0 1,0 0-1,0 0 0,1 0 1,-1 0-1,1-1 1,0 1-1,0-1 1,0 1-1,0-1 0,0 0 1,0 0-1,1-1 1,-1 1-1,1-1 0,-1 1 1,6 0-1,9 2-17,0-1-1,0 0 1,1-2-1,31 0 1,-38-1 17,2-1-3,-1-1-1,0 0 1,1-1-1,-1 0 1,0-1 0,0 0-1,-1-1 1,1-1-1,-1 0 1,0 0 0,13-11-1,-18 13 3,0-1 0,-1 0 0,1 0 0,-1 0 0,-1-1 0,1 0 0,-1 0 0,0-1 0,0 1 0,-1-1 0,1 0 0,-2-1 0,1 1 0,-1-1 0,0 1 0,-1-1 0,1 0 0,-2 0 0,3-15 0,-4 23 3,0-1 0,0 0 1,0 0-1,0 1 0,0-1 1,0 0-1,-1 0 0,1 1 1,0-1-1,0 0 0,0 0 1,-1 1-1,1-1 1,0 0-1,-1 1 0,1-1 1,-1 0-1,1 1 0,-1-1 1,1 0-1,-1 1 0,1-1 1,-1 1-1,1-1 0,-1 1 1,0 0-1,1-1 0,-1 1 1,0-1-1,1 1 1,-1 0-1,-1-1 0,-1 1 3,1 0-1,-1 0 0,1 0 1,-1 0-1,1 1 0,-1-1 1,1 0-1,-1 1 0,1 0 1,-4 1-1,-1 1 4,-1 0 0,1 1 1,0 0-1,0 0 0,-13 11 0,16-11-10,0 0 0,0 0 0,0 1 0,1-1 0,-1 1 0,1 0 0,0 0 0,0 0 0,1 1 0,0-1-1,0 1 1,0-1 0,0 1 0,1-1 0,0 1 0,0 0 0,1 0 0,0 10 0,0-15-4,1 0 1,0 0-1,-1 0 0,1 0 1,0 0-1,0-1 0,0 1 1,0 0-1,0 0 0,0-1 1,0 1-1,0-1 0,0 1 1,0-1-1,0 1 0,0-1 1,0 0-1,1 1 0,-1-1 1,0 0-1,0 0 0,0 0 1,0 0-1,1 0 0,1 0 1,42-1-530,-32 1 219,28 1-171,-29 0 486,0 0 1,0 0-1,0-1 1,0-1-1,0 0 0,0-1 1,-1 0-1,1-1 1,0 0-1,-1-1 0,20-9 1,-15 3 73,0-1-1,-1-1 1,0 0 0,-1-1 0,0 0-1,15-20 1,-22 23-13,0 0 0,-1-1 0,0 0-1,0-1 1,-1 1 0,-1-1 0,0 0 0,0 0-1,-1 0 1,2-22 0,0-7 130,-3 0 1,-1-1-1,-2 0 0,-7-45 1,8 82-65,-1 1 0,0 0 0,-1-1 0,1 1 0,-1 0 0,0-1 0,0 1 0,0 0 0,0 1 0,-1-1 0,-5-6 0,7 9-63,1 1 1,-1-1-1,0 0 0,0 1 0,0-1 0,0 1 1,0-1-1,0 1 0,0-1 0,0 1 0,0 0 0,0-1 1,0 1-1,0 0 0,0 0 0,0 0 0,0 0 0,0 0 1,0 0-1,-2 0 0,1 1-27,0 0-1,0 0 1,0 0 0,0 0 0,0 0-1,1 0 1,-1 0 0,0 1-1,1-1 1,-1 1 0,1-1-1,-1 1 1,1 0 0,-2 2 0,-7 12 70,1 0 0,0 1 0,1 0 0,1 1 0,0 0 0,2 0 0,0 0 0,-5 37 1,4 9 60,2 82 1,4-143-164,0 17 9,1 1 0,1-1 0,1 1 0,1-1 1,13 39-1,-14-50-30,0 0 0,1-1 1,0 1-1,1-1 0,0 0 1,0 0-1,1 0 0,0-1 0,0 0 1,1 0-1,0-1 0,0 1 1,0-2-1,1 1 0,10 5 0,-14-9-14,1 1-1,0-1 1,0-1-1,0 1 1,0-1-1,0 1 1,0-2 0,0 1-1,0 0 1,0-1-1,0 0 1,0 0-1,1-1 1,-1 1-1,0-1 1,0 0-1,0 0 1,0-1-1,0 0 1,-1 0-1,1 0 1,0 0-1,-1-1 1,1 1-1,-1-1 1,7-7-1,5-5-75,-1-1-1,0 0 1,-2-2-1,23-35 1,-21 29-51,0 10 115,-6 17-29,2 29-41,-8-16 133,1-5-5,0 0-1,0 0 1,1-1-1,0 0 1,1 0 0,0 0-1,13 15 1,-17-22-14,0-1-1,0 0 1,0 0 0,0-1-1,0 1 1,0 0 0,1-1 0,-1 1-1,1-1 1,-1 0 0,1 1-1,0-1 1,-1-1 0,1 1 0,0 0-1,0-1 1,0 1 0,-1-1-1,1 0 1,0 0 0,0 0 0,0 0-1,0 0 1,-1-1 0,1 0-1,0 1 1,0-1 0,-1 0 0,1 0-1,0 0 1,-1-1 0,1 1-1,-1-1 1,1 1 0,-1-1 0,4-3-1,37-37-1,-36 33-11,1 1-1,0 0 1,1 0 0,-1 1-1,1 0 1,17-10-1,-25 17 13,1-1 0,-1 1 0,0 0 0,0-1 0,0 1 0,1 0 0,-1 0 0,0 0 0,0 0 0,1 0 0,-1 0-1,0 0 1,0 0 0,0 1 0,1-1 0,-1 0 0,0 1 0,0-1 0,0 1 0,0-1 0,0 1 0,0 0 0,1 0 0,24 25 33,-3-4 11,-14-17-42,0 0 0,0-1 0,1 0 0,0-1 0,-1 0 0,1 0 0,0-1-1,14 1 1,3-1-21,53-3 1,-71 0 21,-1-1 0,0 0 0,0 0 0,0-1 0,0 0 0,0 0 0,0-1 0,-1 0 0,0 0 0,0-1 0,0 0 0,0 0 0,-1 0 0,1-1 0,7-9 0,-8 8 2,-1 0 0,1 0 0,-1-1-1,0 0 1,0 1 0,-1-2 0,-1 1 0,1 0-1,-1-1 1,0 0 0,-1 1 0,0-1 0,-1 0-1,1-10 1,-6 4 230,-7 18-21,-10 23 141,10 1-132,2 0 1,2 1-1,0 0 0,-5 53 0,2 117 736,10-197-950,26 621 3477,-13-347-2592,-13-274-891,-1-1 1,1 0-1,0 0 1,-1 0-1,1 0 1,0 0-1,0 0 1,-1 0-1,1 0 1,0 0-1,-1 0 1,1 0-1,0 0 1,-1 0-1,1 0 1,0 0-1,0 0 1,-1 0-1,1 0 1,0-1-1,-1 1 1,1 0-1,0 0 1,0 0-1,0 0 1,-1-1-1,1 1 1,0 0-1,0 0 1,-1 0-1,1-1 1,0 1-1,0 0 1,0 0-1,0-1 1,0 1-1,-1 0 1,1-1-1,-6-7-108,1-1 0,0 0 0,1 0 0,0 0 0,0-1 0,-4-17 0,-13-71-1575,13 53 776,-45-174-6700,10 85 333</inkml:trace>
</inkml:ink>
</file>

<file path=ppt/ink/ink5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9:13.318"/>
    </inkml:context>
    <inkml:brush xml:id="br0">
      <inkml:brushProperty name="width" value="0.05" units="cm"/>
      <inkml:brushProperty name="height" value="0.05" units="cm"/>
      <inkml:brushProperty name="color" value="#E71224"/>
    </inkml:brush>
  </inkml:definitions>
  <inkml:trace contextRef="#ctx0" brushRef="#br0">1 17 18841,'0'0'2225,"80"-17"-6659,-34 47-4290</inkml:trace>
</inkml:ink>
</file>

<file path=ppt/ink/ink5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9:13.645"/>
    </inkml:context>
    <inkml:brush xml:id="br0">
      <inkml:brushProperty name="width" value="0.05" units="cm"/>
      <inkml:brushProperty name="height" value="0.05" units="cm"/>
      <inkml:brushProperty name="color" value="#E71224"/>
    </inkml:brush>
  </inkml:definitions>
  <inkml:trace contextRef="#ctx0" brushRef="#br0">348 988 19865,'0'0'5210,"-4"-19"-4532,3 11-641,-3-15 44,-2 0 1,0 0-1,-1 0 0,-18-36 0,-20-28-56,-98-217 182,130 268-202,1-1-1,2-1 1,1 0-1,3 0 1,0 0 0,1-64-1,5 95-10,1 1-1,-1 0 1,1 0 0,1 0-1,-1 0 1,1 0-1,0 0 1,1 0 0,0 0-1,3-6 1,-5 11-1,0 0 0,0-1 0,0 1 0,0 0 0,0 0 0,0 0 0,0 0 0,0 0 0,1 0 0,-1 0 0,0 0 0,1 0 0,-1 0 0,1 1 0,-1-1 0,1 1 0,-1-1 0,1 1 0,-1 0 0,1-1 0,0 1 0,-1 0 0,1 0 0,-1 0 0,1 0 0,0 0 0,-1 1 1,1-1-1,-1 0 0,1 1 0,-1-1 0,1 1 0,-1-1 0,1 1 0,-1 0 0,1 0 0,-1 0 0,0 0 0,1 0 0,-1 0 0,0 0 0,0 0 0,0 0 0,2 3 0,3 2-6,-1 1 0,0 0-1,0 0 1,0 1 0,-1-1 0,0 1 0,-1 0-1,0 0 1,0 0 0,0 0 0,-1 1 0,1 10 0,2 19-3,1 55 1,-6-90 12,0 44-6,-2 1 1,-2-1 0,-2 0 0,-24 90 0,-78 173 0,83-245 6,11-22 66,13-43-64,1 1 1,0-1-1,0 1 1,-1-1-1,1 0 1,0 1 0,0-1-1,0 1 1,0-1-1,0 1 1,0-1-1,-1 1 1,1-1-1,1 1 1,-1-1-1,0 1 1,0-1-1,0 1 1,0-1-1,0 1 1,0-1-1,0 1 1,1-1-1,-1 1 1,0-1-1,0 0 1,1 1 0,-1-1-1,0 1 1,0-1-1,1 0 1,-1 1-1,1-1 1,-1 0-1,0 1 1,1-1-1,-1 0 1,1 0-1,-1 1 1,0-1-1,1 0 1,-1 0-1,1 0 1,-1 0-1,1 0 1,-1 1-1,1-1 1,-1 0-1,1 0 1,-1 0 0,1 0-1,-1 0 1,1-1-1,-1 1 1,1 0-1,-1 0 1,1 0-1,-1 0 1,1 0-1,-1-1 1,0 1-1,1 0 1,-1 0-1,1-1 1,0 1-1,37-21 44,-33 18-31,179-123 46,8-6 239,-160 113-1483,0 1 0,2 2 0,0 1 0,43-12 0,-62 22-3954,-2-1-4382</inkml:trace>
</inkml:ink>
</file>

<file path=ppt/ink/ink5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9:14.304"/>
    </inkml:context>
    <inkml:brush xml:id="br0">
      <inkml:brushProperty name="width" value="0.05" units="cm"/>
      <inkml:brushProperty name="height" value="0.05" units="cm"/>
      <inkml:brushProperty name="color" value="#E71224"/>
    </inkml:brush>
  </inkml:definitions>
  <inkml:trace contextRef="#ctx0" brushRef="#br0">449 12 16440,'0'0'4866,"-21"-3"-3772,7 1-947,6 0-110,1 1 1,-1-1 0,1 1 0,-1 1-1,1 0 1,-1 0 0,1 0 0,-1 1 0,0 0-1,1 0 1,0 1 0,-1 0 0,1 0 0,0 1-1,0 0 1,0 0 0,-8 6 0,6-3 41,1 1 1,0 1 0,0-1 0,0 1 0,1 1-1,0-1 1,0 1 0,1 1 0,1-1 0,-8 17-1,11-21-65,0 0-1,0 1 0,1-1 1,0 1-1,0-1 0,0 1 1,1 0-1,0-1 0,0 1 1,0 0-1,1-1 0,0 1 1,0 0-1,0-1 0,1 1 1,-1-1-1,1 0 0,1 0 1,-1 1-1,1-1 0,0-1 1,5 8-1,6 3-3,1 0-1,0 0 1,2-1-1,-1-1 1,2-1-1,0-1 1,27 14-1,46 32 54,-89-57-62,-1 1 0,0 0 1,1 0-1,-1 0 0,0 0 0,0 0 0,0 0 1,0 0-1,0 0 0,0 0 0,0 0 1,0 1-1,-1-1 0,1 0 0,0 1 0,-1-1 1,1 0-1,-1 1 0,1-1 0,-1 1 1,0 1-1,0-2 5,0 1 0,-1-1 1,1 0-1,-1 0 0,1 0 0,-1 0 1,0 0-1,0 0 0,1 0 0,-1 0 1,0 0-1,0-1 0,0 1 0,0 0 1,0 0-1,0-1 0,0 1 0,0-1 1,0 1-1,-1 0 0,-10 3 58,1 0 0,-1-1 1,-23 4-1,30-6-58,-69 8 73,-1-3-1,-96-4 0,167-2-89,-33-4 32,36 4-30,1 0 0,-1 0 1,0 0-1,0 0 0,0 0 0,0-1 0,1 1 0,-1 0 1,0-1-1,0 1 0,0 0 0,1-1 0,-1 1 1,0-1-1,1 1 0,-1-1 0,0 0 0,1 1 0,-1-1 1,1 0-1,-1 1 0,1-1 0,-1 0 0,1 0 1,0 1-1,-1-1 0,1 0 0,0 0 0,-1 0 0,1 1 1,0-1-1,0 0 0,0 0 0,0-1 0,1 1-118,0-1 0,-1 1-1,1 0 1,1 0 0,-1-1-1,0 1 1,0 0 0,0 0-1,1 0 1,-1 0 0,0 1 0,1-1-1,-1 0 1,1 0 0,-1 1-1,1-1 1,-1 1 0,1-1-1,0 1 1,2 0 0,5-3-620,94-36-7275,-46 14-2017</inkml:trace>
</inkml:ink>
</file>

<file path=ppt/ink/ink5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9:14.821"/>
    </inkml:context>
    <inkml:brush xml:id="br0">
      <inkml:brushProperty name="width" value="0.05" units="cm"/>
      <inkml:brushProperty name="height" value="0.05" units="cm"/>
      <inkml:brushProperty name="color" value="#E71224"/>
    </inkml:brush>
  </inkml:definitions>
  <inkml:trace contextRef="#ctx0" brushRef="#br0">32 0 15319,'0'0'7307,"-1"21"-6664,-11 156 274,-5 174 445,16-350-1365,1 0 0,0 0 1,0 0-1,0 0 0,0 1 1,0-1-1,0 0 0,0 0 1,0 0-1,0 0 1,1 0-1,-1 0 0,0 0 1,1 0-1,-1 1 0,1-1 1,-1 0-1,1-1 0,0 1 1,-1 0-1,1 0 0,0 0 1,0 0-1,-1 0 0,1-1 1,0 1-1,0 0 0,0-1 1,0 1-1,0-1 0,0 1 1,0-1-1,0 1 1,0-1-1,0 0 0,0 1 1,1-1-1,-1 0 0,0 0 1,2 0-1,0 0-5,0-1 1,0 0-1,0 0 1,-1 0-1,1-1 1,0 1-1,0-1 1,-1 1-1,1-1 1,0 0-1,-1 0 1,0 0-1,0 0 1,3-3-1,40-50-11,-23 27-86,2 1 0,33-31 1,-56 57 103,-1 1-1,1-1 1,-1 1 0,1-1 0,-1 1-1,1-1 1,-1 1 0,1 0 0,0-1-1,-1 1 1,1 0 0,0-1 0,-1 1-1,1 0 1,0 0 0,-1 0 0,1-1-1,0 1 1,0 0 0,-1 0 0,1 0-1,0 0 1,-1 0 0,1 0 0,0 1-1,0-1 1,-1 0 0,1 0 0,0 0-1,-1 1 1,1-1 0,0 0 0,-1 1-1,1-1 1,0 1 0,-1-1 0,1 1-1,-1-1 1,1 1 0,-1-1 0,1 1-1,-1-1 1,0 1 0,1-1 0,-1 1-1,1 0 1,-1 0 0,14 44-87,-7-22 65,-5-18 12,1 1 0,-1-1 0,1 0 0,1 0 1,-1 0-1,1 0 0,0 0 0,0-1 0,1 0 0,-1 0 0,1 0 0,0 0 0,0-1 1,6 4-1,-8-6 4,0 1 1,1-1-1,-1 0 1,0 0-1,1-1 1,-1 1-1,0-1 1,1 0-1,-1 1 1,0-1-1,1-1 1,-1 1-1,1 0 1,-1-1-1,0 0 1,1 0-1,-1 0 1,0 0-1,0 0 1,0-1-1,0 1 1,0-1-1,0 0 1,0 0-1,-1 0 1,5-4-1,23-29-3,-26 29 9,1-1 0,0 1 0,0 1 0,1-1 0,-1 1 0,1 0 0,10-7 0,-15 12-3,0-1 1,0 1 0,-1 0 0,1-1-1,0 1 1,0 0 0,0 0-1,0 0 1,0 0 0,0 0 0,0 0-1,0 0 1,0 0 0,0 0 0,0 0-1,0 0 1,0 1 0,-1-1 0,1 0-1,0 1 1,0-1 0,0 1 0,0-1-1,-1 1 1,1-1 0,0 1 0,0-1-1,-1 1 1,1 0 0,0-1 0,-1 1-1,1 0 1,-1 0 0,1 1 0,16 34 18,-14-26 17,25 46 217,-26-52-550,1 1 0,-1-1 0,1 0 1,0-1-1,0 1 0,0-1 0,1 1 0,0-1 0,-1 0 1,9 5-1,-2-7-5542</inkml:trace>
</inkml:ink>
</file>

<file path=ppt/ink/ink5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9:15.149"/>
    </inkml:context>
    <inkml:brush xml:id="br0">
      <inkml:brushProperty name="width" value="0.05" units="cm"/>
      <inkml:brushProperty name="height" value="0.05" units="cm"/>
      <inkml:brushProperty name="color" value="#E71224"/>
    </inkml:brush>
  </inkml:definitions>
  <inkml:trace contextRef="#ctx0" brushRef="#br0">1 1 15367,'0'0'3730,"74"20"-11910</inkml:trace>
</inkml:ink>
</file>

<file path=ppt/ink/ink5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9:16.289"/>
    </inkml:context>
    <inkml:brush xml:id="br0">
      <inkml:brushProperty name="width" value="0.05" units="cm"/>
      <inkml:brushProperty name="height" value="0.05" units="cm"/>
      <inkml:brushProperty name="color" value="#E71224"/>
    </inkml:brush>
  </inkml:definitions>
  <inkml:trace contextRef="#ctx0" brushRef="#br0">299 1 15335,'0'0'9108,"0"29"-7894,2 74-191,-22 188 0,-7-136-779,-37 248 23,49-274-232,3 147 1,12-256-39,0 2 3,1 1 1,3 25-1,-3-43-5,0 0 0,0 0 0,0 0 0,1-1 0,-1 1 1,1-1-1,0 1 0,1-1 0,-1 1 0,1-1 0,-1 0 0,1 0 1,1-1-1,-1 1 0,7 5 0,-8-8 0,0 1 0,1-1 0,-1 0 0,1 0 0,0 0 0,-1 0 0,1 0 0,0-1 0,-1 1 1,1-1-1,0 0 0,0 0 0,-1 0 0,1 0 0,0 0 0,0-1 0,-1 1 0,1-1 0,0 0 0,-1 0 0,1 0 0,-1 0 0,1 0 0,-1 0 0,1-1 0,-1 1 1,0-1-1,0 0 0,1 1 0,2-5 0,7-6-38,-1 1 1,-1-2 0,17-24-1,-14 16-5,-1 0 0,0 0 0,-2-1 0,-1 0 0,-1 0 0,0-1 0,-2 0 0,-1-1 0,4-40 0,-8 48 8,0 1-1,-1-1 0,-1 1 0,0 0 0,-1-1 0,-1 1 1,-1 0-1,0 0 0,0 0 0,-2 1 0,0 0 0,0 0 1,-2 0-1,0 1 0,0 0 0,-12-13 0,7 11-4,-2 0 0,0 2-1,-1 0 1,0 1 0,0 0 0,-2 1-1,-28-13 1,14 10-6,0 2-1,0 1 0,-58-11 1,89 22 50,-1 0 1,1 0-1,0 0 1,-1-1-1,1 1 0,0 0 1,-1-1-1,1 1 1,0-1-1,0 0 1,-1 1-1,1-1 0,0 0 1,0 0-1,-2-2 1,3 3-1,0-1 0,0 1 0,0-1 0,0 1 1,0-1-1,0 1 0,0-1 0,0 1 0,0 0 1,0-1-1,0 1 0,0-1 0,0 1 0,1-1 1,-1 1-1,0-1 0,0 1 0,1-1 0,-1 1 1,0 0-1,1-1 0,-1 1 0,0 0 0,1-1 1,-1 1-1,0 0 0,1-1 0,-1 1 0,1 0 1,48-25-68,-34 18 44,38-20-223,-1-2 0,-1-2 0,-2-3 0,-1-1 0,60-59 0,-82 68 217,-1 0-1,-1-2 1,-2-1 0,-1-1 0,-1-1-1,-1 0 1,-2-2 0,-1 0 0,-2-1 0,11-37-1,-22 59 270,0-1-1,-1 0 1,-1 1-1,0-20 1,-1 32-187,-1 0 0,0 0 0,0 0 0,1 0 0,-1 0 0,0 0 0,1 0 0,-1 0 0,0 0 0,0 0 0,1 0 0,-1 1 0,0-1 0,1 0 0,-1 0 0,0 1 0,1-1 0,-1 0 0,1 1 0,-1-1 0,0 1 0,1-1 1,-1 1-1,-5 7-4,1-1 1,0 1-1,1 0 1,0 0-1,0 1 1,0-1-1,1 1 1,1 0-1,-3 9 1,-12 88 183,10-49-184,2 2-1,3-1 0,6 63 1,-4-118-58,0 0 1,0 0 0,0-1 0,1 1 0,-1 0 0,1-1 0,-1 1 0,1 0 0,0-1-1,0 1 1,0-1 0,0 0 0,1 1 0,-1-1 0,1 0 0,-1 1 0,1-1 0,0 0-1,0 0 1,0-1 0,0 1 0,0 0 0,0-1 0,1 1 0,-1-1 0,0 0 0,1 1-1,-1-1 1,1 0 0,-1-1 0,1 1 0,4 1 0,-1-3-16,-1 1 0,0-1 0,0 1 0,1-1 0,-1-1-1,0 1 1,0-1 0,0 0 0,0 0 0,0 0 0,-1-1 0,1 0 0,-1 0 0,0 0 0,7-6 0,16-18-140,-18 18 94,-1 0 0,1 1 1,1-1-1,0 2 0,17-11 0,-26 18 67,-1-1 0,1 1-1,0 0 1,0 0 0,-1 0-1,1 0 1,0 0-1,-1 0 1,1 0 0,0 0-1,0 0 1,-1 0 0,1 0-1,0 0 1,-1 0 0,1 1-1,0-1 1,-1 0-1,1 1 1,0-1 0,-1 0-1,1 1 1,-1-1 0,1 1-1,0-1 1,-1 1 0,1-1-1,-1 1 1,0-1-1,1 1 1,-1-1 0,1 1-1,-1 0 1,1 0 0,11 28-47,-9-19 44,-2-6 3,0-1 1,1 1 0,-1-1 0,1 1 0,-1-1 0,1 0-1,0 0 1,0 0 0,0 0 0,1 0 0,-1 0 0,1 0-1,-1-1 1,1 1 0,0-1 0,0 0 0,0 0-1,1 0 1,-1 0 0,0-1 0,1 1 0,-1-1 0,1 0-1,-1 0 1,1 0 0,0 0 0,-1 0 0,1-1 0,0 0-1,-1 0 1,1 0 0,0 0 0,-1-1 0,1 1 0,0-1-1,4-1 1,0-1-42,1 1-1,-1-1 0,0-1 1,0 0-1,10-6 1,-9 5-47,0 0 0,1 0 1,0 1-1,13-4 0,-20 7 81,0 1 0,-1-1 0,1 1 0,0 0 0,0 0 0,-1 0 0,1 0 0,0 0 0,0 1 0,-1-1 0,1 1 0,0 0 0,-1 0 0,1 0 0,-1 0 0,1 0 0,-1 0 0,0 1 0,1-1 0,-1 1 0,3 2 0,0 0-23,0 1 0,1-1 0,0 0-1,0 0 1,0-1 0,0 0 0,0 0-1,1 0 1,0-1 0,-1 0-1,1 0 1,0-1 0,0 0 0,0 0-1,0 0 1,0-1 0,0 0 0,0-1-1,0 1 1,0-1 0,-1-1 0,1 1-1,0-1 1,0 0 0,-1-1-1,1 0 1,-1 0 0,0 0 0,0 0-1,0-1 1,10-9 0,-3 3 20,-2 0-7,1 1 1,0 1-1,24-13 1,-31 19 17,1 0 0,-1 0-1,1 1 1,0-1 0,0 1 0,0 1 0,-1-1 0,1 1 0,0 0 0,0 0 0,0 0 0,11 3 0,3 2-23,1-1 1,-1-1-1,1-1 0,-1-1 1,1-1-1,23-2 0,-39 1 21,0 0-1,0 0 0,0 0 1,-1-1-1,1 1 0,0-1 1,-1 0-1,1-1 1,-1 1-1,0-1 0,0 0 1,0 0-1,0 0 0,0-1 1,-1 1-1,1-1 0,-1 0 1,0 0-1,0 0 0,-1 0 1,1 0-1,-1-1 0,0 1 1,0-1-1,0 0 0,-1 0 1,1 1-1,-1-1 0,-1 0 1,2-10-1,0-56 457,-16 73 483,9 3-814,-1-1-1,1 1 1,0 0 0,1 0 0,-1 0 0,1 1 0,0 0-1,0 0 1,-3 8 0,-30 67 677,30-63-645,-6 18 118,1 0 0,2 1-1,2 0 1,1 0 0,2 1 0,0 52-1,20 233 1139,-4-157-1214,-7-108-36,-1-3-33,-1 0-1,-9 80 0,-8-79-47,14-53-73,0 0 1,0 0-1,-1 0 0,1 0 1,-1-1-1,0 1 0,0-1 1,0 1-1,0-1 0,0 0 1,0 1-1,-1-1 0,1 0 1,-1-1-1,-3 3 1,5-4-4,1 1 0,-1-1 0,1 0 0,-1 0 0,1 0 0,-1 0 0,0 0 0,1 0 1,-1 0-1,1 0 0,-1 0 0,1 0 0,-1 0 0,1 0 0,-1 0 0,1 0 0,-1 0 0,1 0 1,-1-1-1,1 1 0,-1 0 0,1 0 0,-1-1 0,1 1 0,-1 0 0,1-1 0,0 1 1,-1-1-1,1 1 0,-1 0 0,1-1 0,0 1 0,0-1 0,-1 1 0,1-1 0,0 1 0,0-1 1,-1 1-1,1-2 0,-5-24-17,4 20-7,-49-250-3372,-25 5-5875,27 123 867</inkml:trace>
</inkml:ink>
</file>

<file path=ppt/ink/ink5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9:16.632"/>
    </inkml:context>
    <inkml:brush xml:id="br0">
      <inkml:brushProperty name="width" value="0.05" units="cm"/>
      <inkml:brushProperty name="height" value="0.05" units="cm"/>
      <inkml:brushProperty name="color" value="#E71224"/>
    </inkml:brush>
  </inkml:definitions>
  <inkml:trace contextRef="#ctx0" brushRef="#br0">5 47 15927,'0'0'4290,"-4"-47"-5058,4 70-1265,0 3-3378</inkml:trace>
</inkml:ink>
</file>

<file path=ppt/ink/ink5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9:16.991"/>
    </inkml:context>
    <inkml:brush xml:id="br0">
      <inkml:brushProperty name="width" value="0.05" units="cm"/>
      <inkml:brushProperty name="height" value="0.05" units="cm"/>
      <inkml:brushProperty name="color" value="#E71224"/>
    </inkml:brush>
  </inkml:definitions>
  <inkml:trace contextRef="#ctx0" brushRef="#br0">0 25 16215,'0'0'5795,"132"42"-5619,-70-49-80,1-8-96,3 2-480,2 2-913,2 2-736,-2 3-1184,-4 1-5331</inkml:trace>
  <inkml:trace contextRef="#ctx0" brushRef="#br0" timeOffset="1">1590 288 20441,'0'0'6707,"22"5"-6707,-17-3-720</inkml:trace>
</inkml:ink>
</file>

<file path=ppt/ink/ink5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9:19.927"/>
    </inkml:context>
    <inkml:brush xml:id="br0">
      <inkml:brushProperty name="width" value="0.05" units="cm"/>
      <inkml:brushProperty name="height" value="0.05" units="cm"/>
      <inkml:brushProperty name="color" value="#E71224"/>
    </inkml:brush>
  </inkml:definitions>
  <inkml:trace contextRef="#ctx0" brushRef="#br0">0 188 14903,'0'0'1272,"3"-17"268,13-57-198,-15 71-1287,1-1 0,0 1 1,0 0-1,0 0 0,0 0 0,1 0 1,-1 0-1,1 1 0,-1-1 1,1 1-1,0 0 0,0 0 0,0 0 1,0 0-1,1 0 0,-1 0 1,0 1-1,1 0 0,-1 0 1,1 0-1,-1 0 0,7-1 0,3 1 51,0 0 0,0 0 0,1 1 0,16 2 0,-18 1-41,1-1 0,-1 2 0,0 0 1,0 0-1,0 1 0,0 0 0,-1 1 1,0 1-1,0 0 0,0 0 0,-1 1 1,0 0-1,-1 1 0,13 14 0,-11-11 8,-1 0-1,-1 1 1,0 0-1,0 0 1,-2 1-1,1 0 1,-2 0-1,0 1 1,-1 0-1,0 0 1,3 22-1,-6-22-54,0 1 0,-1-1-1,-1 1 1,-3 22-1,2-33-5,0 1 0,0 0 0,-1-1 1,0 1-1,0-1 0,0 0 0,0 1 0,-1-1 0,0 0 0,0-1 0,0 1 1,-1 0-1,0-1 0,-8 8 0,12-11-1,-1-1-1,1 1 1,-1 0 0,0-1 0,1 1-1,-1-1 1,0 1 0,0-1 0,0 1 0,1-1-1,-1 1 1,0-1 0,0 0 0,0 1-1,0-1 1,0 0 0,1 0 0,-1 0 0,0 0-1,0 1 1,0-1 0,0-1 0,0 1-1,0 0 1,0 0 0,0 0 0,0 0-1,1-1 1,-1 1 0,0 0 0,0-1 0,0 1-1,0 0 1,1-1 0,-1 1 0,0-1-1,0 0 1,1 1 0,-1-1 0,0 0 0,1 1-1,-1-1 1,1 0 0,-1 0 0,1 1-1,-1-1 1,1 0 0,0 0 0,-1 0-1,1-1 1,-3-5 76,1-1 0,0 1 0,0-1 0,0-14 0,0 3-48,1 0-1,1 1 0,1-1 1,1 0-1,0 0 1,2 1-1,0-1 0,1 1 1,0 0-1,2 0 0,0 1 1,1 0-1,1 0 1,0 1-1,2 0 0,-1 0 1,2 1-1,0 1 0,1 0 1,0 0-1,1 2 1,1 0-1,0 0 0,0 1 1,27-13-1,-32 19-270,0 1 1,1 0-1,0 1 0,-1 0 1,1 1-1,0 0 0,13-1 1,-13 2-944,0 1 1,0 1 0,0 0-1,1 0 1,-1 1 0,20 6-1,-2 2-3736</inkml:trace>
</inkml:ink>
</file>

<file path=ppt/ink/ink5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9:20.520"/>
    </inkml:context>
    <inkml:brush xml:id="br0">
      <inkml:brushProperty name="width" value="0.05" units="cm"/>
      <inkml:brushProperty name="height" value="0.05" units="cm"/>
      <inkml:brushProperty name="color" value="#E71224"/>
    </inkml:brush>
  </inkml:definitions>
  <inkml:trace contextRef="#ctx0" brushRef="#br0">11 24 14983,'0'0'9943,"0"0"-9926,-1 0-1,1 0 1,-1 0 0,1 0-1,-1 0 1,1 0-1,-1 0 1,1-1 0,0 1-1,-1 0 1,1 0-1,-1 0 1,1-1 0,0 1-1,-1 0 1,1-1 0,0 1-1,-1 0 1,1-1-1,0 1 1,-1 0 0,1-1-1,0 1 1,0-1-1,0 1 1,-1-1 0,1 1-1,0 0 1,0-1 0,0 1-1,0-1 1,0 1-1,0-1 1,0 0 0,8-1 4,0 1 1,0 0 0,0 0 0,0 1 0,13 0 0,1 0 4,35-3 23,-23 0-34,0 2 1,0 1-1,0 1 1,0 2-1,41 9 0,-72-12-37,-1 1-1,0 0 0,1-1 0,-1 1 1,0 0-1,0 0 0,1 0 0,-1 0 1,0 1-1,0-1 0,0 1 0,0-1 0,-1 1 1,1 0-1,0-1 0,-1 1 0,3 4 1,-3-4-6,-1-1 1,1 1-1,-1-1 1,0 1 0,0-1-1,0 1 1,0 0-1,0-1 1,0 1-1,0-1 1,-1 1 0,1 0-1,0-1 1,-1 1-1,1-1 1,-1 1 0,0-1-1,1 0 1,-1 1-1,-1 1 1,-5 6-35,0-1 0,-1 1 0,0-1 0,-1-1 0,-16 13 0,-51 32-45,48-35 106,1 1 1,1 1-1,1 2 1,-43 45-1,67-65 21,-1 0 1,1 0-1,0 0 0,0 1 0,0-1 0,0 0 1,0 1-1,1-1 0,-1 1 0,0-1 1,1 1-1,-1-1 0,1 1 0,-1-1 0,1 1 1,0 0-1,0-1 0,0 1 0,0 0 0,0-1 1,0 3-1,1-3-2,-1 0 1,1 1-1,0-1 0,0 0 1,0-1-1,0 1 0,0 0 1,0 0-1,0 0 0,0-1 1,0 1-1,1 0 0,-1-1 1,0 1-1,0-1 0,1 1 1,-1-1-1,0 0 0,0 1 1,3-1-1,10 1 93,1 0-1,0-1 0,25-3 1,-25 1-97,38-3 134,62-15 0,-43 4-3241,-14 3-4312,-37 9 1298</inkml:trace>
</inkml:ink>
</file>

<file path=ppt/ink/ink5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9:20.862"/>
    </inkml:context>
    <inkml:brush xml:id="br0">
      <inkml:brushProperty name="width" value="0.05" units="cm"/>
      <inkml:brushProperty name="height" value="0.05" units="cm"/>
      <inkml:brushProperty name="color" value="#E71224"/>
    </inkml:brush>
  </inkml:definitions>
  <inkml:trace contextRef="#ctx0" brushRef="#br0">0 0 15767,'0'0'8884,"9"52"-8115,-1-20-705,-2 3 16,-2 2-48,-2 2-32,0-4-176,2-7-1393,0-4-976,7-13-1185,1-7-1792,5-4-4259</inkml:trace>
</inkml:ink>
</file>

<file path=ppt/ink/ink5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9:21.221"/>
    </inkml:context>
    <inkml:brush xml:id="br0">
      <inkml:brushProperty name="width" value="0.05" units="cm"/>
      <inkml:brushProperty name="height" value="0.05" units="cm"/>
      <inkml:brushProperty name="color" value="#E71224"/>
    </inkml:brush>
  </inkml:definitions>
  <inkml:trace contextRef="#ctx0" brushRef="#br0">0 1 15527,'0'0'9508,"10"94"-9155,-1-59-49,-3 0-208,2 2-64,-2-5-16,0-4-32,3-10-352,-5-7-1313,-2-3-816</inkml:trace>
</inkml:ink>
</file>

<file path=ppt/ink/ink5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9:21.631"/>
    </inkml:context>
    <inkml:brush xml:id="br0">
      <inkml:brushProperty name="width" value="0.05" units="cm"/>
      <inkml:brushProperty name="height" value="0.05" units="cm"/>
      <inkml:brushProperty name="color" value="#E71224"/>
    </inkml:brush>
  </inkml:definitions>
  <inkml:trace contextRef="#ctx0" brushRef="#br0">98 362 14615,'0'0'9988,"-19"83"-9540,19-51-223,4-2-49,0-6-176,-1-4-128,-3-3-353,0-6-1311,0-4-914</inkml:trace>
  <inkml:trace contextRef="#ctx0" brushRef="#br0" timeOffset="1">34 40 6675,'0'0'15367,"-33"-39"-15895,56 61-1697,-1 2-3986</inkml:trace>
</inkml:ink>
</file>

<file path=ppt/ink/ink5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9:24.458"/>
    </inkml:context>
    <inkml:brush xml:id="br0">
      <inkml:brushProperty name="width" value="0.05" units="cm"/>
      <inkml:brushProperty name="height" value="0.05" units="cm"/>
      <inkml:brushProperty name="color" value="#E71224"/>
    </inkml:brush>
  </inkml:definitions>
  <inkml:trace contextRef="#ctx0" brushRef="#br0">41 69 15735,'0'0'8057,"-9"-1"-7758,-15-4-198,17 4-65,18 2 27,51 6 369,119 0 0,-153-8-530,0-2-1,0 0 1,0-2 0,-1-1 0,1-1-1,43-18 1,-61 18-418,-8-2-4360,-3 8 4314,0 0 0,0 0 0,0 1-1,0-1 1,0 0 0,0 1-1,0-1 1,0 1 0,0-1-1,-1 1 1,1-1 0,0 1 0,0 0-1,0 0 1,-1 0 0,0-1-1,-22 0-8953</inkml:trace>
</inkml:ink>
</file>

<file path=ppt/ink/ink5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9:24.800"/>
    </inkml:context>
    <inkml:brush xml:id="br0">
      <inkml:brushProperty name="width" value="0.05" units="cm"/>
      <inkml:brushProperty name="height" value="0.05" units="cm"/>
      <inkml:brushProperty name="color" value="#E71224"/>
    </inkml:brush>
  </inkml:definitions>
  <inkml:trace contextRef="#ctx0" brushRef="#br0">31 63 11925,'0'0'9223,"-5"-12"-8292,-16-39-178,17 67-148,4 16-284,11 72 446,4 73-649,-17-107-122,5 89-3100,-3-156 2753,1 0 1,-1 1-1,1-1 0,-1 0 0,1 0 1,0 0-1,0 0 0,1 0 0,-1 0 1,1 0-1,-1 0 0,1 0 0,0-1 1,0 1-1,0-1 0,5 5 0,13 6-4816</inkml:trace>
</inkml:ink>
</file>

<file path=ppt/ink/ink5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9:25.128"/>
    </inkml:context>
    <inkml:brush xml:id="br0">
      <inkml:brushProperty name="width" value="0.05" units="cm"/>
      <inkml:brushProperty name="height" value="0.05" units="cm"/>
      <inkml:brushProperty name="color" value="#E71224"/>
    </inkml:brush>
  </inkml:definitions>
  <inkml:trace contextRef="#ctx0" brushRef="#br0">56 25 14999,'0'0'7230,"7"-7"-6747,13-10-345,-20 17-128,1 0-1,-1 0 1,1 0 0,-1 0-1,0 0 1,1 0-1,-1 0 1,0 0 0,1 0-1,-1 0 1,1 0 0,-1 0-1,0 0 1,1 0 0,-1 1-1,0-1 1,1 0 0,-1 0-1,0 0 1,1 1 0,-1-1-1,0 0 1,0 0 0,1 1-1,-1-1 1,0 0 0,0 0-1,1 1 1,-1-1 0,0 0-1,0 1 1,0-1 0,0 0-1,1 1 1,-1-1 0,0 1-1,2 9 169,-1 1-1,1-1 0,-2 1 1,0 13-1,0-12-84,-2 88 508,-4 0 0,-33 168 1,-7 100-431,41-207-6249,19-172-4930</inkml:trace>
</inkml:ink>
</file>

<file path=ppt/ink/ink5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9:25.547"/>
    </inkml:context>
    <inkml:brush xml:id="br0">
      <inkml:brushProperty name="width" value="0.05" units="cm"/>
      <inkml:brushProperty name="height" value="0.05" units="cm"/>
      <inkml:brushProperty name="color" value="#E71224"/>
    </inkml:brush>
  </inkml:definitions>
  <inkml:trace contextRef="#ctx0" brushRef="#br0">3 273 15511,'0'-20'1235,"-1"7"-989,0 4-83,1 0 0,0 0 0,0 0-1,1 0 1,0 1 0,0-1-1,1 0 1,1 1 0,-1-1-1,1 1 1,1-1 0,-1 1-1,9-13 1,-5 12-89,1 0-1,0 1 1,1 0 0,-1 0-1,1 1 1,1 0 0,-1 0-1,1 1 1,1 0-1,-1 1 1,1 0 0,0 1-1,0 0 1,0 1 0,0 0-1,1 1 1,-1 0 0,1 1-1,-1 0 1,1 1-1,0 0 1,0 0 0,-1 2-1,15 2 1,-21-2-73,0 0 1,0 1-1,0-1 0,-1 1 1,1 0-1,-1 0 1,0 0-1,0 0 0,0 1 1,0 0-1,0 0 0,-1 0 1,0 0-1,0 1 1,0-1-1,0 1 0,-1-1 1,0 1-1,0 0 0,0 0 1,0 0-1,-1 1 1,0-1-1,0 0 0,0 8 1,0-5 2,-1 0 1,1 0 0,-2 0-1,1 0 1,-1 0 0,-1 0-1,1-1 1,-2 1 0,1 0-1,-1-1 1,0 1-1,0-1 1,-1 0 0,1 0-1,-2 0 1,-7 9 0,-2-1 6,-2-1 0,0 0 1,0-1-1,-1-1 0,-1 0 1,0-2-1,-35 16 0,48-25-8,63-3 42,-26 0-28,1 2 1,36 4-1,-62-3-17,1 0 1,-1 0-1,1 1 0,-1 0 0,0 0 1,1 1-1,-1 0 0,0 0 1,-1 1-1,1 0 0,-1 0 1,0 0-1,0 1 0,8 7 0,-12-10 40,1 1 0,-1 0-1,0 0 1,1 0 0,-1 0-1,-1 1 1,1-1 0,0 0-1,-1 1 1,0-1 0,1 1-1,-2 0 1,1-1 0,0 1-1,-1 0 1,1 0 0,-1-1-1,0 1 1,0 0 0,-1 0-1,1-1 1,-1 1-1,0 0 1,-1 5 0,-1-4 69,0 1 0,0-1-1,0 0 1,-1 0 0,0 0 0,1 0 0,-2 0 0,1-1 0,-1 0 0,1 0 0,-1 0 0,0 0-1,-9 4 1,-3 0-66,-1-1-1,0-1 1,0 0-1,0-1 1,0-1-1,-1-1 0,1-1 1,-1-1-1,0 0 1,-19-2-1,38 1-144,-1 0 1,0 0-1,1 1 0,-1-1 1,0 0-1,1 0 0,-1 0 0,0 0 1,1-1-1,-1 1 0,0 0 1,1 0-1,-1 0 0,0 0 0,1-1 1,-1 1-1,1 0 0,-1 0 1,1-1-1,-1 1 0,0-1 0,1 1 1,-1 0-1,1-1 0,-1 1 0,1-1 1,0 1-1,-1-1 0,1 0 1,0 1-1,-1-1 0,1 1 0,0-1 1,-1 0-1,1 1 0,0-1 1,0 1-1,0-1 0,0 0 0,0 1 1,0-1-1,0 0 0,0 1 1,0-1-1,0 0 0,0-1 0,0-11-4601</inkml:trace>
</inkml:ink>
</file>

<file path=ppt/ink/ink5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9:32.437"/>
    </inkml:context>
    <inkml:brush xml:id="br0">
      <inkml:brushProperty name="width" value="0.05" units="cm"/>
      <inkml:brushProperty name="height" value="0.05" units="cm"/>
      <inkml:brushProperty name="color" value="#E71224"/>
    </inkml:brush>
  </inkml:definitions>
  <inkml:trace contextRef="#ctx0" brushRef="#br0">140 4 13910,'0'0'7310,"0"-4"-6619,0 12 387,0 56 1659,2 9-2505,11 75 1,-3-60-15,-2 155 0,-4-46-121,20 59 20,4 114-100,-45 541-10,7-527-9,-50 606 21,5-157 7,13 479-68,27-828 23,-15 1695 110,37-1717-114,14 441 14,-17-812-28,29 422 162,-8-317-90,15 162 18,-40-356-256,0-5-220,1-15-1083,0-28-4152,-1 7-1324</inkml:trace>
</inkml:ink>
</file>

<file path=ppt/ink/ink5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9:45.290"/>
    </inkml:context>
    <inkml:brush xml:id="br0">
      <inkml:brushProperty name="width" value="0.05" units="cm"/>
      <inkml:brushProperty name="height" value="0.05" units="cm"/>
      <inkml:brushProperty name="color" value="#E71224"/>
    </inkml:brush>
  </inkml:definitions>
  <inkml:trace contextRef="#ctx0" brushRef="#br0">2 86 13494,'0'0'4536,"0"-16"-2730,0-40 352,0 42 235,0 52-1659,-1 141 148,3 190 102,3-268-908,30 163-1,-32-249-76,0 0 0,1-1 0,1 1 0,0-1 0,12 24 0,-15-35 0,-1-1 1,1 1-1,0-1 0,0 0 0,-1 0 1,1 0-1,1 0 0,-1 0 0,0-1 1,0 1-1,1 0 0,-1-1 0,1 0 1,-1 0-1,1 0 0,2 1 0,-2-1 6,0-1 0,1 0-1,-1 0 1,0 0-1,0-1 1,0 1-1,0-1 1,0 0 0,0 0-1,0 0 1,0 0-1,0 0 1,0 0-1,-1-1 1,1 1 0,0-1-1,4-4 1,12-10 6,0-1 0,-1 0 1,-1-2-1,-1 0 0,0-1 1,-2 0-1,0-1 0,-1-1 1,-1 0-1,-1-1 0,15-47 1,-13 24 2,-1-1-1,-2 0 1,-3-1 0,-1 0 0,-1-64 0,-6 87 12,-1 1 0,0 0 0,-2 0 1,-13-42-1,-41-87 361,56 149-372,-5-7-1628,9 32-403,13 37-1238,21 52-6278,-19-53 906</inkml:trace>
</inkml:ink>
</file>

<file path=ppt/ink/ink5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9:45.899"/>
    </inkml:context>
    <inkml:brush xml:id="br0">
      <inkml:brushProperty name="width" value="0.05" units="cm"/>
      <inkml:brushProperty name="height" value="0.05" units="cm"/>
      <inkml:brushProperty name="color" value="#E71224"/>
    </inkml:brush>
  </inkml:definitions>
  <inkml:trace contextRef="#ctx0" brushRef="#br0">153 130 13030,'0'0'9700,"-3"-3"-9041,3 2-651,0 1-1,-1 0 0,1 0 0,0 0 0,0-1 0,0 1 0,0 0 1,-1 0-1,1 0 0,0-1 0,0 1 0,0 0 0,-1 0 1,1 0-1,0 0 0,0 0 0,0 0 0,-1-1 0,1 1 1,0 0-1,0 0 0,-1 0 0,1 0 0,0 0 0,0 0 1,-1 0-1,1 0 0,0 0 0,-1 0 0,1 0 0,0 0 0,0 0 1,-1 0-1,1 0 0,0 1 0,0-1 0,0 0 0,-1 0 1,1 0-1,0 0 0,0 0 0,-1 0 0,1 1 0,0-1 1,0 0-1,0 0 0,0 0 0,-1 1 0,1-1 0,0 0 1,0 0-1,0 0 0,0 1 0,0-1 0,0 1 0,-8 26 446,1 62 453,5-50-518,-62 463 2015,11-108-2050,48-304-262,5-89 2,0-6 72,0-31-97,6-285 106,0 231-193,27-143-1,-15 151-53,44-122 1,-53 177 32,2 1 0,1 1 0,1 0 0,1 0 0,2 1 1,0 1-1,1 1 0,30-30 0,-41 46 18,0 1-1,0 1 1,0-1 0,1 1-1,-1 0 1,1 1 0,0 0-1,0 0 1,0 0 0,1 1 0,-1 0-1,1 0 1,-1 1 0,11-1-1,-14 2 12,0 0-1,1 0 0,-1 1 1,1 0-1,-1-1 0,0 2 1,0-1-1,0 0 0,0 1 1,0 0-1,0 0 0,0 0 1,0 0-1,0 1 1,-1-1-1,0 1 0,1 0 1,-1 0-1,0 0 0,0 1 1,-1-1-1,1 1 0,-1-1 1,0 1-1,3 6 0,1 2 8,-2-1 0,0 1 0,0-1 0,-1 1 0,0 0 0,-1 0 0,-1 1 0,0-1 0,0 0 0,-1 0 0,-1 1 0,0-1 0,-1 0 0,0 0 0,-1 0 0,0 0 0,-1 0 0,0-1-1,-1 1 1,0-1 0,-1 0 0,0-1 0,-1 1 0,0-1 0,0-1 0,-1 1 0,-1-1 0,1-1 0,-1 1 0,-13 8 0,-3 1 36,1-1 0,-44 22 0,1-14-1823,57-22 436,-1-1 0,0 0 0,1 0 0,-14-1-1,23-14-6418</inkml:trace>
</inkml:ink>
</file>

<file path=ppt/ink/ink5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9:47.414"/>
    </inkml:context>
    <inkml:brush xml:id="br0">
      <inkml:brushProperty name="width" value="0.05" units="cm"/>
      <inkml:brushProperty name="height" value="0.05" units="cm"/>
      <inkml:brushProperty name="color" value="#E71224"/>
    </inkml:brush>
  </inkml:definitions>
  <inkml:trace contextRef="#ctx0" brushRef="#br0">231 526 12470,'0'0'5165,"1"-16"-3010,3-48-535,-3 62-1546,-1 1-1,0 0 1,0-1 0,0 1 0,0 0-1,0 0 1,0-1 0,-1 1 0,1 0 0,0 0-1,-1-1 1,1 1 0,-1 0 0,1 0-1,-1 0 1,1 0 0,-1 0 0,0-1 0,0 1-1,0 0 1,1 1 0,-1-1 0,0 0 0,0 0-1,0 0 1,0 0 0,0 1 0,-1-1-1,1 1 1,0-1 0,0 1 0,0-1 0,0 1-1,-1-1 1,1 1 0,0 0 0,-3 0-1,-2-1 17,0 1 0,0 1 0,0-1-1,0 1 1,-10 2 0,14-2-39,-6 2-31,0 0 0,1 0-1,-1 1 1,0 0 0,1 0-1,0 1 1,0 0-1,1 0 1,-1 1 0,1 0-1,0 0 1,1 0 0,-1 1-1,1 0 1,1 0 0,-1 0-1,1 1 1,-4 9-1,2-3-20,-1 1 0,2 1 0,0-1 0,1 1 0,1-1 0,0 1-1,1 0 1,0 29 0,2-43 0,1 0-1,-1 0 1,1 0 0,0-1-1,0 1 1,0 0 0,0 0-1,0-1 1,0 1 0,0-1-1,0 1 1,0-1-1,1 1 1,-1-1 0,1 0-1,-1 0 1,1 1 0,0-1-1,-1 0 1,1 0 0,0-1-1,0 1 1,-1 0-1,1-1 1,0 1 0,0-1-1,0 1 1,0-1 0,0 0-1,3 0 1,2 1-6,0-1 0,0 1-1,-1-1 1,1-1 0,0 0 0,0 0 0,0 0 0,7-3-1,-4 0 8,0-2-1,0 0 0,0 0 0,-1 0 0,0-1 0,0-1 0,-1 1 0,1-2 1,-2 1-1,9-11 0,0-3 9,-1-1 1,-1 0-1,14-31 0,-12 16-8,-3 0 0,0 0 0,-3-1 0,9-61 0,-10 20 914,-1-104 0,-8 182-343,-2 21-256,-23 113-299,11-69 8,3 1 0,-3 73 0,13-103-26,0-5-6,0 0-1,2 1 1,7 40-1,-7-62 5,0-1 1,1 0-1,1 0 1,-1 1-1,1-2 0,0 1 1,0 0-1,1-1 1,0 1-1,0-1 0,1 0 1,0 0-1,0-1 1,0 1-1,0-1 0,1 0 1,0-1-1,9 6 1,-8-7-27,-1 0 1,0-1-1,1 0 1,0 0 0,0 0-1,-1-1 1,1 0-1,0-1 1,0 1 0,0-1-1,0 0 1,0-1-1,0 0 1,0 0 0,-1-1-1,1 1 1,0-1-1,6-4 1,3 0-59,0-2 0,-1 0 0,0 0 0,0-2 1,-1 0-1,14-12 0,-20 15 64,0-1-1,0 0 1,0 0 0,-1 0-1,0-1 1,-1 0 0,0-1 0,-1 1-1,0-1 1,0 0 0,-1-1 0,0 1-1,-1-1 1,0 1 0,0-1-1,-1 0 1,-1 0 0,0 0 0,-1-15-1,0 25 26,0 0 0,-1 0 0,1 0 0,0 0 0,-1 0 0,1 0 0,-1 0 0,1 1-1,-1-1 1,0 0 0,1 0 0,-1 0 0,0 1 0,0-1 0,1 0 0,-1 1 0,0-1 0,0 0-1,0 1 1,0-1 0,0 1 0,0 0 0,0-1 0,0 1 0,0 0 0,0 0 0,0-1 0,0 1-1,0 0 1,0 0 0,0 0 0,0 0 0,0 0 0,0 1 0,0-1 0,0 0 0,0 0 0,-1 1-1,-4 0 8,1-1 0,0 1 0,-1 1 0,1-1 0,0 1 0,-9 4 0,3 1-9,1 1 1,1 1-1,-1-1 1,1 2-1,1-1 0,0 1 1,0 0-1,1 1 1,0 0-1,1 0 0,0 0 1,1 1-1,0 0 1,1 0-1,0 0 0,1 0 1,0 1-1,1-1 0,1 1 1,0 0-1,0 13 1,4-25-20,0-1 1,0 0-1,0-1 1,0 1-1,-1-1 1,1 1-1,0-1 1,0 0-1,3-1 1,10-9 3,0-1 1,-1-1-1,0 0 1,25-30-1,13-11-10,-53 54 26,0 0-1,1 0 1,-1 0 0,1 0-1,-1 0 1,0 0 0,1 1-1,-1-1 1,0 0 0,0 0-1,1 0 1,-1 1 0,0-1-1,1 0 1,-1 0 0,0 1 0,0-1-1,1 0 1,-1 0 0,0 1-1,0-1 1,0 0 0,1 1-1,-1-1 1,0 0 0,0 1-1,0-1 1,0 0 0,0 1-1,0-1 1,0 0 0,0 1-1,0-1 1,0 0 0,0 1 0,0-1-1,0 1 1,0-1 0,0 0-1,0 1 1,0-1 0,0 0-1,0 1 1,-1-1 0,2 29-7,-1-23 17,1 7 4,-1 0 1,2 1-1,0-1 0,0 0 1,1-1-1,1 1 0,9 23 1,-11-33-14,0 1 0,0-1 0,0 0 0,0 0 0,1 0 0,-1 0 0,1-1 0,0 1-1,-1 0 1,1-1 0,1 0 0,-1 0 0,0 0 0,0 0 0,1 0 0,-1-1 0,1 1 0,-1-1 0,1 0 0,0 0 0,-1-1 0,1 1 0,0-1 0,0 1 0,0-1 0,-1 0 0,1-1 0,0 1 0,0-1 0,-1 0 0,1 1 0,4-3 0,1 0 8,0-1 1,0 0-1,0-1 0,0 1 1,-1-2-1,0 1 0,0-1 1,0-1-1,-1 1 0,0-1 1,12-16-1,-3 3 16,-2 0-1,0-2 1,18-37 0,-15 19 192,-1-1 1,-2-1 0,-2 0 0,-1 0 0,-3-1-1,-1-1 1,1-66 0,-25 121 153,9 0-359,0-1 0,1 1 0,1 0 0,-1 0 0,2 0 0,0 1 0,0 0 0,-4 18 0,0 5 22,-8 64 0,12-58-15,1 0 1,3 0 0,1 0 0,6 49-1,-6-86-25,1 0 0,0-1 0,0 1 0,0 0 0,0 0 0,1-1 0,0 1-1,-1-1 1,1 1 0,0-1 0,1 0 0,-1 0 0,1 0 0,-1 0-1,1 0 1,0 0 0,0-1 0,0 1 0,0-1 0,1 0 0,-1 0-1,0 0 1,1-1 0,0 1 0,-1-1 0,1 0 0,0 0 0,0 0 0,-1 0-1,1-1 1,0 1 0,0-1 0,0 0 0,0 0 0,6-1 0,4-1-29,0-1 0,0 0-1,-1 0 1,1-1 0,-1-1 0,0 0 0,0-1 0,19-12 0,-11 5 15,-1 0 0,23-21 0,-39 30 21,0 0-1,0 1 1,0-1 0,-1 0 0,1-1 0,-1 1 0,0-1 0,0 1 0,-1-1 0,1 0-1,-1 0 1,0 0 0,0-1 0,-1 1 0,0 0 0,2-10 0,-11 17-17,2 2 16,0 1 0,0 0-1,1 0 1,-1 0 0,1 0 0,1 1 0,-1-1 0,1 1 0,0 1 0,0-1-1,0 0 1,1 1 0,0 0 0,1 0 0,-3 10 0,1-2 1,1-1 1,0 1-1,1 1 1,1-1-1,0 0 0,3 25 1,-2-37-8,1 1 0,-1-1 1,1 0-1,0 0 0,0 0 1,0 0-1,0 0 0,0 0 1,1 0-1,0 0 0,-1-1 1,1 1-1,0-1 0,0 1 1,0-1-1,1 1 0,-1-1 1,0 0-1,6 3 0,-2-2-20,-1 0 0,1-1 0,0 1 0,0-2 0,0 1 0,0 0 0,1-1 0,-1 0 0,11 0 0,-2-1-28,0-1 1,0-1-1,0 0 0,0 0 1,-1-1-1,1-1 1,-1-1-1,16-7 0,-18 6-42,1-1-1,-1 0 0,0-1 0,-1-1 0,16-14 1,-22 18-180,-1 0 1,0 0-1,0 0 1,-1 0-1,0 0 1,4-8-1,-5 9-321,-1-1 1,1 1-1,-1-1 1,0 1-1,0-1 0,-1 1 1,1-1-1,-1 0 0,0-6 1,-4-2-2883,-8-2-2023</inkml:trace>
</inkml:ink>
</file>

<file path=ppt/ink/ink5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9:47.787"/>
    </inkml:context>
    <inkml:brush xml:id="br0">
      <inkml:brushProperty name="width" value="0.05" units="cm"/>
      <inkml:brushProperty name="height" value="0.05" units="cm"/>
      <inkml:brushProperty name="color" value="#E71224"/>
    </inkml:brush>
  </inkml:definitions>
  <inkml:trace contextRef="#ctx0" brushRef="#br0">0 38 15079,'0'0'8660,"101"-12"-8580,-49 9-32,-1-1 16,-5 0-64,-5 1-784,-6 1-1217,-13-4-673,-9 3-1455</inkml:trace>
</inkml:ink>
</file>

<file path=ppt/ink/ink5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9:49.539"/>
    </inkml:context>
    <inkml:brush xml:id="br0">
      <inkml:brushProperty name="width" value="0.05" units="cm"/>
      <inkml:brushProperty name="height" value="0.05" units="cm"/>
      <inkml:brushProperty name="color" value="#E71224"/>
    </inkml:brush>
  </inkml:definitions>
  <inkml:trace contextRef="#ctx0" brushRef="#br0">59 541 13926,'0'0'7687,"-5"15"-6919,-2 14-278,0 1 0,2-1 1,-2 60-1,-7 83 948,14-211-244,-1-7-955,2 0 1,2-1 0,13-71 0,2 45-211,3 0 0,40-94 1,-49 140-26,0 1 0,2 0 0,1 1 0,2 1 0,0 0 0,1 2 0,1 0 0,1 0 0,28-21 0,-43 38-30,1 1 0,-1 1 1,1-1-1,0 1 0,0 0 0,0 0 1,1 1-1,-1-1 0,11-1 0,-16 4 19,1 0 0,0 0 0,0 0 0,-1 0 0,1 0 0,0 0 0,0 1 0,-1-1 0,1 1 0,0-1 0,-1 1 0,1-1 0,-1 1 0,1 0 0,0 0 0,-1 0 0,0 0 0,1 0 0,-1 0 0,0 0 0,1 0 0,-1 1 0,0-1 0,0 1-1,0-1 1,0 0 0,0 1 0,0 0 0,-1-1 0,1 1 0,0-1 0,-1 1 0,1 0 0,-1 0 0,0-1 0,0 1 0,1 0 0,-1 0 0,-1 2 0,3 5-4,-2 0 1,1 0-1,-2 1 0,1-1 1,-1 0-1,0 0 0,-1 0 1,0 0-1,0 0 0,-1 0 1,-1 0-1,1-1 0,-1 1 1,-10 14-1,1-5-26,-2-1-1,0 0 1,0-1-1,-2-1 1,-19 15 0,-88 63-478,104-79 371,-1-2 1,0 0-1,-1-1 1,-32 11-1,53-21 140,0-1-1,0 1 0,0-1 1,0 0-1,0 1 0,0-1 1,-1 0-1,1 1 0,0-1 1,0 0-1,0 0 0,0 0 1,0 0-1,0 0 0,0 0 1,-1 0-1,1 0 0,0-1 1,0 1-1,0 0 1,0-1-1,0 1 0,0-1 1,0 1-1,-1-2 0,1 0 1,0 0-1,1 1 1,-1-1-1,1 0 1,0 0 0,0 0-1,-1 0 1,1 0-1,0 0 1,1 0-1,-1 0 1,1-3-1,-1 4 9,1-1 0,-1 1 0,1 0-1,0 0 1,-1 0 0,1 0-1,0 1 1,0-1 0,0 0-1,0 0 1,0 0 0,0 1-1,0-1 1,0 0 0,0 1 0,0-1-1,0 1 1,0-1 0,0 1-1,0 0 1,0-1 0,1 1-1,-1 0 1,0 0 0,0 0-1,0 0 1,1 0 0,-1 0 0,0 0-1,0 0 1,0 0 0,1 1-1,0 0 1,3-1 32,0 1 1,-1 0-1,1 0 0,-1 0 1,1 0-1,-1 1 0,9 4 1,-6 0 1,0 1 0,-1-1 0,0 1 0,0 1 0,0-1 0,-1 1 0,6 11 0,30 66 144,-23-43-132,-13-32-41,13 30 39,33 51 0,-44-81-54,-1-1-1,1 0 1,0 0 0,1 0 0,0-1 0,0 0 0,1-1 0,0 0-1,1 0 1,16 9 0,-21-14-10,1-1-1,-1 1 1,1-1-1,-1 1 0,1-2 1,-1 1-1,1-1 1,-1 1-1,1-1 1,0-1-1,-1 1 0,1-1 1,-1 0-1,1-1 1,-1 1-1,0-1 1,1 0-1,-1 0 1,0 0-1,0-1 0,0 0 1,-1 0-1,1 0 1,-1-1-1,0 0 1,7-6-1,3-5 19,0-1 0,-1-1 0,0 0 0,-2 0 0,17-34 0,-28 71 97,1 0 0,0 0 0,1 0-1,10 36 1,-10-52-107,-1 1 1,1-1-1,0 0 1,0-1-1,0 1 0,1 0 1,-1-1-1,1 1 0,0-1 1,0 0-1,0 0 1,1 0-1,-1 0 0,1 0 1,5 3-1,-7-5 6,1-1 0,-1 1-1,1-1 1,-1 1 0,1-1-1,-1 0 1,1 0 0,-1 0-1,0 0 1,1 0 0,-1 0-1,1-1 1,-1 0 0,1 1-1,-1-1 1,0 0 0,1 0-1,-1 0 1,0 0 0,0 0-1,0-1 1,0 1 0,0-1-1,0 1 1,0-1 0,-1 0-1,1 0 1,2-3 0,11-13 12,-1-1 0,18-34 0,-22 35-3,1 0 0,1 0 0,21-23 0,-26 41-41,-2 12-32,-1 21-55,-3-27 110,-1-3 11,2 14-7,0-1 0,1-1 0,1 1-1,9 25 1,-11-37 5,0 0 0,0 0 0,0-1 0,0 1 0,0-1 0,1 0 0,-1 1 0,1-1 0,0 0 0,0-1 0,0 1 0,1 0-1,-1-1 1,0 0 0,1 0 0,0 0 0,-1 0 0,1 0 0,0-1 0,0 0 0,0 0 0,0 0 0,8 1 0,-2-1 0,-1-1 0,1 0 0,0-1 0,-1 0 0,1 0 0,0-1 0,-1 0 0,0-1 0,1 0 0,-1 0 0,-1-1 0,16-8 0,-12 4 4,0-1-1,0 0 1,-1-1 0,0 0-1,-1-1 1,0 0-1,14-21 1,-9 9 20,-1-1 1,-2-1-1,0 1 1,-2-2-1,0 0 1,-2 0-1,-1-1 1,6-44-1,-4-139 939,-15 216-305,-7 14-643,2 1 1,0 1-1,2 0 1,0 0 0,1 1-1,2 0 1,-7 40-1,8-25-4,1 0 0,2 0-1,1 0 1,6 47 0,-3-77-41,-1 0 0,1 1 0,1-1 1,-1 0-1,1 0 0,1-1 0,-1 1 0,2-1 0,-1 0 1,1 1-1,0-2 0,0 1 0,0-1 0,1 0 0,0 0 0,1 0 1,-1-1-1,1 0 0,0 0 0,0-1 0,1 0 0,-1 0 1,1-1-1,0 0 0,0 0 0,0 0 0,0-1 0,0-1 1,0 1-1,1-2 0,-1 1 0,1-1 0,-1 0 0,1 0 1,-1-1-1,0-1 0,1 1 0,-1-1 0,0-1 0,0 1 0,0-1 1,-1-1-1,1 1 0,-1-1 0,8-6 0,5-3-5,-1-2 0,-1 0 0,32-35 0,-44 44 41,-1-1 1,1 0-1,-1 0 1,0 0-1,-1-1 1,0 1-1,0-1 1,-1 0-1,0-1 1,0 1-1,-1 0 1,0-1-1,2-16 1,-4 24-1,0 1-1,0 0 1,0-1 0,0 1 0,0 0 0,0-1-1,0 1 1,0 0 0,0-1 0,0 1 0,0 0-1,0-1 1,0 1 0,-1 0 0,1-1-1,0 1 1,0 0 0,0-1 0,0 1 0,-1 0-1,1 0 1,0-1 0,0 1 0,-1 0-1,1 0 1,0-1 0,0 1 0,-1 0 0,1 0-1,0 0 1,-1-1 0,1 1 0,0 0-1,-1 0 1,1 0 0,-1 0 0,-15 5 38,-11 16-8,20-9-26,-1-1 1,1 1-1,1 1 0,0-1 1,1 1-1,0 0 0,1 1 0,1-1 1,0 1-1,1-1 0,0 1 1,1 0-1,0 0 0,1 0 1,1 0-1,0-1 0,5 19 0,-5-27-40,1-1-1,-1 1 1,1 0 0,1 0-1,-1-1 1,1 1-1,0-1 1,0 0-1,0 0 1,0 0-1,1 0 1,-1 0-1,1-1 1,0 0-1,0 0 1,1 0-1,-1 0 1,0 0-1,1-1 1,0 0-1,0 0 1,-1 0 0,1-1-1,0 0 1,0 1-1,1-2 1,-1 1-1,7 0 1,-1-1-99,0 1 1,0-1 0,0-1-1,0 0 1,0-1 0,-1 0-1,1 0 1,0-1 0,-1-1-1,0 0 1,1 0 0,13-9 0,24-27-3666,-19 8-1786,-7 3-3406</inkml:trace>
</inkml:ink>
</file>

<file path=ppt/ink/ink5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9:50.038"/>
    </inkml:context>
    <inkml:brush xml:id="br0">
      <inkml:brushProperty name="width" value="0.05" units="cm"/>
      <inkml:brushProperty name="height" value="0.05" units="cm"/>
      <inkml:brushProperty name="color" value="#E71224"/>
    </inkml:brush>
  </inkml:definitions>
  <inkml:trace contextRef="#ctx0" brushRef="#br0">604 135 12758,'0'0'4234,"-11"-18"-2743,-35-58 446,44 73-1672,0 0-1,0 0 1,0 0-1,0 0 1,-1 0-1,1 0 0,-1 1 1,0-1-1,0 1 1,0 0-1,0 0 1,0 0-1,0 0 1,-4-1-1,6 2-191,-1 1 0,1 0 0,-1 0-1,1 0 1,-1 0 0,1 0-1,0 0 1,-1 0 0,1 1-1,-1-1 1,1 0 0,-1 1-1,1-1 1,0 1 0,-1 0-1,1-1 1,0 1 0,0 0-1,0 0 1,-1 0 0,1 0-1,0 0 1,-1 1 0,-4 7 25,0-1 0,0 1 0,1 1 0,0-1 0,1 1 0,-5 17 0,6-20-2,-23 72 443,4 1 1,-14 98-1,-2 170 372,32 82 327,-1 22-257,3-399-842,-14 60 0,15-96-107,-2 0-1,0 0 1,-1-1 0,0 0-1,-1 0 1,-1-1 0,-16 24-1,23-38-25,0 1-1,0-1 0,0 1 0,0-1 0,0 0 0,-1 1 0,1-1 0,0 0 0,-1 0 1,1 0-1,-1 0 0,0 0 0,1 0 0,-1-1 0,0 1 0,1 0 0,-1-1 1,0 0-1,0 1 0,1-1 0,-1 0 0,0 0 0,-3 0 0,1-1-7,1 1-1,0-1 0,0-1 1,0 1-1,0 0 0,0-1 1,0 0-1,1 0 0,-1 0 1,0 0-1,1 0 0,-3-3 1,-6-7-139,0-1 1,1 0 0,1 0-1,-10-20 1,8 9-658,0-1 1,2 0-1,1-1 1,0 0-1,2 0 1,1-1-1,2 0 1,-1-31-1,3 26-2334,2 1 0,1 0 1,11-56-1,2 26-7494</inkml:trace>
</inkml:ink>
</file>

<file path=ppt/ink/ink5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9:50.784"/>
    </inkml:context>
    <inkml:brush xml:id="br0">
      <inkml:brushProperty name="width" value="0.05" units="cm"/>
      <inkml:brushProperty name="height" value="0.05" units="cm"/>
      <inkml:brushProperty name="color" value="#E71224"/>
    </inkml:brush>
  </inkml:definitions>
  <inkml:trace contextRef="#ctx0" brushRef="#br0">19 202 15015,'0'0'8041,"-6"-4"-7510,-7-9-384,14 6-34,30 3 36,-2 3-94,49-9-24,-1-2 0,-1-4 0,-1-4 0,119-46 0,-160 55-9,-25 8-13,1 0 0,-1 0 0,0-1 0,0 0-1,0 0 1,-1-1 0,9-6 0,-16 10 498,-21 18 27,6 0-520,1 0 0,0 0 1,1 2-1,1-1 0,1 2 1,-11 27-1,16-33-23,0 1 0,1 0-1,0 0 1,1 0 0,1 1 0,0-1-1,1 1 1,1-1 0,3 28 0,-3-42 0,1 1 0,-1 0 0,1-1 1,0 1-1,-1-1 0,1 1 0,0-1 1,0 1-1,0-1 0,1 1 0,-1-1 1,0 0-1,0 0 0,1 0 1,-1 0-1,0 0 0,1 0 0,-1 0 1,1 0-1,0 0 0,-1-1 0,1 1 1,0-1-1,-1 1 0,1-1 0,0 1 1,-1-1-1,1 0 0,0 0 0,0 0 1,-1 0-1,4-1 0,-3 1 9,0 0-1,1 0 1,-1 0-1,0 0 1,0-1-1,1 1 1,-1-1-1,0 0 0,0 0 1,0 0-1,0 0 1,0 0-1,0 0 1,0 0-1,0 0 1,0-1-1,-1 1 1,1-1-1,0 0 1,-1 1-1,1-1 1,-1 0-1,0 0 1,2-2-1,0-9 37,-1 1 0,0-1 0,-1 0-1,0 0 1,-1 0 0,-1-13 0,0 13-19,1-1 1,0 1 0,1-1-1,3-14 1,-3 23-8,1-1 1,0 1-1,0 0 0,0 0 1,0 0-1,1 0 0,0 0 0,0 1 1,1-1-1,-1 1 0,1 0 0,0 0 1,8-7-1,-5 6 7,0 0 0,1 1-1,-1 0 1,1 0 0,0 0-1,0 1 1,1 0 0,-1 1 0,0 0-1,1 0 1,15 0 0,-19 1-15,-1 1 0,1 0 0,0 0 1,0 0-1,-1 1 0,1 0 0,-1 0 0,1 0 1,-1 0-1,1 1 0,-1 0 0,0 0 0,0 0 1,1 0-1,-2 1 0,1-1 0,0 1 0,0 0 1,-1 0-1,0 1 0,1-1 0,-1 1 0,2 3 0,4 9 40,-1 0-1,-1 0 1,-1 0-1,-1 0 0,0 1 1,-1 0-1,0 1 0,-2-1 1,0 0-1,-1 1 0,0-1 1,-2 1-1,-4 32 0,-11-12 65,16-37-96,-1 1 1,0 0-1,0-1 0,0 1 0,0-1 0,0 1 0,0-1 1,0 0-1,-1 1 0,1-1 0,0 0 0,-1 0 1,1 0-1,-1 0 0,1 0 0,-1 0 0,0 0 0,1-1 1,-4 2-1,4-8 171,0 1-1,0-1 1,1 0-1,0 1 1,0-1 0,1-8-1,1 1-149,1 1 0,0 0-1,1 0 1,0 0 0,1 1-1,0-1 1,1 1-1,0 0 1,13-17 0,8-7-11,43-45 0,-58 67 29,1 1-1,0-1 0,1 2 0,1 0 0,21-12 1,24 0-1977,-49 20-49,1 1-1,-1 1 0,22-1 1,-14 2-3855</inkml:trace>
</inkml:ink>
</file>

<file path=ppt/ink/ink5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9:51.269"/>
    </inkml:context>
    <inkml:brush xml:id="br0">
      <inkml:brushProperty name="width" value="0.05" units="cm"/>
      <inkml:brushProperty name="height" value="0.05" units="cm"/>
      <inkml:brushProperty name="color" value="#E71224"/>
    </inkml:brush>
  </inkml:definitions>
  <inkml:trace contextRef="#ctx0" brushRef="#br0">0 137 17960,'0'0'1115,"10"-16"-138,36-54 514,-45 67-1391,1 1 0,-1-1 0,1 0 0,0 1-1,0 0 1,0-1 0,1 1 0,-1 0 0,0 0 0,1 0-1,-1 1 1,1-1 0,0 1 0,-1-1 0,1 1 0,0 0 0,0 0-1,0 0 1,0 0 0,0 1 0,0-1 0,0 1 0,0-1-1,0 1 1,1 0 0,-1 1 0,0-1 0,0 0 0,0 1 0,0 0-1,5 1 1,-2 2-64,0-1 0,1 1 0,-2 0 0,1 0 0,0 1 0,-1 0 0,0 0 0,0 0 0,0 1 0,5 9 0,3 5 58,-1 0-1,-2 1 1,0 1-1,-1 0 1,-1 0-1,-1 1 1,-1 0-1,5 42 1,-5 3 196,-5 120 0,-1-178-268,0-1 1,0 1-1,-1-1 0,-1 1 0,1-1 1,-2 0-1,1 0 0,-1 0 0,0 0 0,-1 0 1,0-1-1,-1 1 0,0-1 0,0 0 1,0-1-1,-1 1 0,-8 6 0,13-12-15,0-1-1,-1 1 0,0-1 0,1 0 0,-1 0 0,0 0 1,1 0-1,-1 0 0,0 0 0,0 0 0,0-1 1,0 1-1,1-1 0,-1 1 0,0-1 0,0 0 1,0 0-1,0 0 0,0 0 0,0 0 0,-3 0 1,3-1 3,0 0 1,1 0-1,-1 0 1,0-1-1,1 1 1,-1 0-1,1-1 1,0 1-1,-1 0 1,1-1-1,0 0 1,0 1-1,0-1 1,0 0-1,0 1 1,1-1-1,-2-3 1,-1-7 35,0 0 0,1 0 1,0 0-1,1-1 0,0-15 0,2 2-19,2 0-1,1 0 1,1 0-1,1 0 1,2 1-1,0 0 1,2 0-1,0 1 1,2 1-1,0 0 1,31-42-1,-16 29-46,2 0 0,2 2 1,0 2-1,3 1 0,0 1 0,44-28 0,-69 52-239,0 0-1,1 0 1,18-6 0,3 7-2761,-30 5 2652,1 1-1,-1-1 1,0 0-1,1 1 1,-1-1-1,1 1 1,-1 0-1,0-1 1,0 1-1,1 0 1,-1-1-1,0 1 1,0 0-1,0 0 1,0 0-1,0 0 1,0 0-1,1 2 1,7 18-6307</inkml:trace>
</inkml:ink>
</file>

<file path=ppt/ink/ink5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9:51.844"/>
    </inkml:context>
    <inkml:brush xml:id="br0">
      <inkml:brushProperty name="width" value="0.05" units="cm"/>
      <inkml:brushProperty name="height" value="0.05" units="cm"/>
      <inkml:brushProperty name="color" value="#E71224"/>
    </inkml:brush>
  </inkml:definitions>
  <inkml:trace contextRef="#ctx0" brushRef="#br0">433 861 17640,'0'0'6547,"-14"-22"-5485,-4-7-845,-83-147 1223,88 152-1266,2-1 1,0 0 0,2-1 0,1 0-1,-9-52 1,14 47-118,1-1 1,2 1-1,1 0 0,2-1 0,9-46 0,-9 67-55,-1-1-1,2 1 0,0 0 0,0 0 1,1 0-1,0 1 0,0-1 0,1 1 1,1 0-1,0 1 0,0 0 0,1 0 0,0 0 1,1 1-1,-1 1 0,2-1 0,18-11 1,-27 18-10,0 0 0,0 1 0,1-1 0,-1 0 0,0 0 0,1 1 0,-1-1 0,0 1 0,1-1 0,-1 1 0,1 0 0,-1-1 0,1 1 0,-1 0 0,1 0 1,-1 0-1,1 0 0,-1 0 0,1 0 0,-1 1 0,1-1 0,-1 0 0,1 1 0,-1-1 0,0 1 0,1 0 0,-1-1 0,0 1 0,1 0 0,-1 0 0,0 0 0,0 0 1,0 0-1,0 0 0,0 0 0,0 0 0,0 0 0,0 1 0,0-1 0,0 0 0,-1 1 0,1-1 0,-1 0 0,1 1 0,-1-1 0,1 1 0,-1-1 0,0 1 0,0-1 0,1 4 0,0 9-29,0 1-1,0-1 1,-1 1-1,-3 16 1,3-26 40,-3 13-19,0-1 0,-1 1 1,-1-1-1,-1 0 0,0-1 0,-1 1 1,-1-1-1,-1 0 0,0-1 0,-11 15 0,-21 22-160,-63 65 0,58-69-69,7-6 52,16-19 108,1 1 1,1 1-1,-32 49 1,53-68 39,10-7 57,-7 0-6,29-8 110,0-2 0,0-1 0,-2-1 0,56-33 0,-21 11-47,267-152-728,-329 185 2,8-7-183</inkml:trace>
</inkml:ink>
</file>

<file path=ppt/ink/ink5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9:52.410"/>
    </inkml:context>
    <inkml:brush xml:id="br0">
      <inkml:brushProperty name="width" value="0.05" units="cm"/>
      <inkml:brushProperty name="height" value="0.05" units="cm"/>
      <inkml:brushProperty name="color" value="#E71224"/>
    </inkml:brush>
  </inkml:definitions>
  <inkml:trace contextRef="#ctx0" brushRef="#br0">205 5 16856,'0'0'9308,"0"-5"-8574,0 13-686,-3 125 289,-6 0 0,-5 0-1,-6-1 1,-6-1 0,-6-2 0,-58 153 0,82-258-707,6-18-2360,29-78-12130,-6 16 4621</inkml:trace>
</inkml:ink>
</file>

<file path=ppt/ink/ink5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9:52.847"/>
    </inkml:context>
    <inkml:brush xml:id="br0">
      <inkml:brushProperty name="width" value="0.05" units="cm"/>
      <inkml:brushProperty name="height" value="0.05" units="cm"/>
      <inkml:brushProperty name="color" value="#E71224"/>
    </inkml:brush>
  </inkml:definitions>
  <inkml:trace contextRef="#ctx0" brushRef="#br0">93 284 15735,'2'-22'1766,"-2"19"-1722,1-20 786,2 0 1,0 0-1,2 0 0,0 0 1,2 1-1,15-37 0,-20 54-644,1 1-1,0-1 0,0 1 1,0 0-1,0 0 1,1 0-1,0 0 0,0 0 1,0 1-1,0-1 1,0 1-1,1 1 0,8-5 1,-10 6-171,0 0 0,-1 0 0,1 0 1,0 1-1,0-1 0,0 1 0,0 0 1,0 0-1,0 0 0,0 0 0,0 1 1,-1-1-1,1 1 0,0-1 0,0 1 0,0 0 1,-1 0-1,1 0 0,0 1 0,-1-1 1,1 1-1,-1-1 0,0 1 0,1 0 1,-1 0-1,3 4 0,2 2-12,0 1-1,0 0 0,-1 1 1,0 0-1,0 0 1,-1 0-1,-1 0 1,0 1-1,0 0 0,-1 0 1,3 19-1,-5-22-5,0 0 1,0 0-1,0 1 0,-1-1 0,-1 0 0,1 0 1,-1 1-1,-1-1 0,1 0 0,-1 0 0,-1 0 0,0 0 1,0 0-1,0-1 0,-1 0 0,-8 13 0,1-8-30,0 0 0,-1-1 0,-1-1 0,0 1 0,-1-2 0,1 0 0,-2-1 0,1 0 0,-18 6 0,117-11-90,-80-3 119,0 0 0,0 0 0,0 1 0,0 0 1,0 0-1,0 0 0,0 0 0,-1 1 0,1 0 0,0 0 0,-1 0 0,0 1 1,1 0-1,-1-1 0,0 1 0,0 1 0,-1-1 0,1 0 0,-1 1 0,1 0 1,-1 0-1,0 0 0,-1 0 0,1 0 0,-1 1 0,1-1 0,-1 1 1,-1 0-1,1 0 0,-1-1 0,0 1 0,0 0 0,0 0 0,-1 0 0,1 0 1,-1 0-1,0 0 0,-1 0 0,-1 10 0,0-11 27,0 0 1,0 0-1,0 1 0,0-1 0,-1 0 1,1-1-1,-1 1 0,0 0 0,-1-1 1,1 0-1,0 1 0,-1-1 0,0-1 1,0 1-1,0 0 0,0-1 0,0 0 1,0 0-1,0 0 0,-10 2 1,-2 1 45,-1 0 1,0-2 0,-1 0 0,-22 1 0,21-2-12,-1 0 92,-1-2 0,-25-1 0,43 1-132,-1 0-1,1 0 1,-1-1 0,1 1 0,0-1 0,-1 0 0,1 0 0,0 0 0,0-1-1,-1 1 1,1-1 0,0 1 0,0-1 0,1 0 0,-1 0 0,0-1-1,1 1 1,-1 0 0,1-1 0,-3-3 0,4 4-62,0 0 0,0 1 0,1-1 0,-1 0 0,1 1 0,-1-1 0,1 0 0,0 1 0,-1-1 0,1 0 0,0 0 0,0 0 0,0 1 0,1-1 0,-1 0 0,0 0 0,1 1 0,-1-1 0,1 0 0,-1 1 0,1-1 0,0 0 0,0 1 0,-1-1 0,1 1 0,0-1 0,1 1 0,-1 0 0,0-1 0,0 1 0,1 0 0,-1 0 0,0 0 0,1 0 1,1-1-1,7-4-928,0 1 1,0 0 0,1 0-1,16-4 1,-8 3-1052,37-16-4550</inkml:trace>
</inkml:ink>
</file>

<file path=ppt/ink/ink5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9:53.177"/>
    </inkml:context>
    <inkml:brush xml:id="br0">
      <inkml:brushProperty name="width" value="0.05" units="cm"/>
      <inkml:brushProperty name="height" value="0.05" units="cm"/>
      <inkml:brushProperty name="color" value="#E71224"/>
    </inkml:brush>
  </inkml:definitions>
  <inkml:trace contextRef="#ctx0" brushRef="#br0">0 17 18649,'0'0'8788,"8"-17"-8884,3 19-481,3 15-927,0 5-1698,-3 9-848,-7 6-2081</inkml:trace>
</inkml:ink>
</file>

<file path=ppt/ink/ink5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9:53.520"/>
    </inkml:context>
    <inkml:brush xml:id="br0">
      <inkml:brushProperty name="width" value="0.05" units="cm"/>
      <inkml:brushProperty name="height" value="0.05" units="cm"/>
      <inkml:brushProperty name="color" value="#E71224"/>
    </inkml:brush>
  </inkml:definitions>
  <inkml:trace contextRef="#ctx0" brushRef="#br0">5 223 11429,'0'0'12870,"-4"24"-12662,16-30-1712,4-8-1730,3-9-2673</inkml:trace>
  <inkml:trace contextRef="#ctx0" brushRef="#br0" timeOffset="1">270 15 17512,'0'0'7796,"134"-14"-7092,-82 14-224,-1 0-192,-10 0-256,-4 0-32,-8 0-64,-6 0-832,-7 0-1361,-5 0-1329,-3 0-1568</inkml:trace>
</inkml:ink>
</file>

<file path=ppt/ink/ink5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9:54.399"/>
    </inkml:context>
    <inkml:brush xml:id="br0">
      <inkml:brushProperty name="width" value="0.05" units="cm"/>
      <inkml:brushProperty name="height" value="0.05" units="cm"/>
      <inkml:brushProperty name="color" value="#E71224"/>
    </inkml:brush>
  </inkml:definitions>
  <inkml:trace contextRef="#ctx0" brushRef="#br0">12 424 16119,'0'0'1614,"-2"-20"-336,-7-68 625,9 83-1735,0-1 1,0 0-1,0 1 0,1-1 1,0 0-1,0 1 1,1-1-1,0 1 1,0-1-1,0 1 1,0 0-1,1 0 1,0 0-1,0 0 1,0 0-1,0 1 1,1-1-1,0 1 1,0 0-1,0 0 0,1 0 1,-1 1-1,1 0 1,7-5-1,-6 5-125,0 0 0,0 0 0,0 1 0,0 0 0,0 0 0,0 1 0,1-1 0,-1 1 0,1 0 0,-1 1 0,0 0 0,1 0 0,-1 0 0,1 1 0,-1 0 0,1 0 0,-1 1 0,0-1 0,12 6 0,-8-1 8,-1 1-1,0 0 1,0 0-1,0 1 1,-1 0-1,0 0 1,0 1 0,-1 0-1,11 18 1,-4-2 141,0 1 1,18 49-1,-22-39-90,-2-1-1,-1 1 1,-2 0-1,-1 1 0,-2-1 1,-4 60-1,2-84-92,-1 0 0,0 0-1,-1-1 1,0 1 0,0 0 0,-1-1-1,-1 0 1,0 0 0,-1 0 0,0 0-1,0-1 1,-1 0 0,-11 14 0,17-24-7,0 1 0,0-1 0,0 0-1,0 0 1,0 1 0,0-1 0,-1 0 0,1 0 0,0 1 0,0-1 0,0 0 0,0 0 0,-1 0 0,1 1-1,0-1 1,0 0 0,-1 0 0,1 0 0,0 0 0,0 0 0,-1 0 0,1 0 0,0 1 0,0-1 0,-1 0-1,1 0 1,0 0 0,-1 0 0,1 0 0,0 0 0,0 0 0,-1 0 0,1 0 0,0-1 0,0 1 0,-1 0 0,1 0-1,0 0 1,0 0 0,-1 0 0,1 0 0,0 0 0,0-1 0,-1 1 0,1 0 0,-5-18 208,3-31 252,2 43-403,2-34-10,2 1 0,1-1 0,2 1 0,2 0 0,1 0 0,2 1 1,30-63-1,-18 50 6,3 2 0,2 0 1,3 2-1,71-83 0,-88 113-835,1 1-1,0 0 1,2 2-1,23-18 1,-37 30 583,-1-1 0,1 1 1,-1 0-1,1 0 0,0 0 0,0 1 1,0-1-1,0 1 0,0 0 0,0 0 1,0 0-1,0 0 0,1 1 0,-1 0 1,0 0-1,0 0 0,0 0 0,1 1 1,-1-1-1,0 1 0,0 0 0,0 1 1,0-1-1,0 1 0,0-1 0,-1 1 1,1 0-1,0 1 0,-1-1 0,4 4 1,20 23-5829,-2 3-5417</inkml:trace>
</inkml:ink>
</file>

<file path=ppt/ink/ink5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9:54.726"/>
    </inkml:context>
    <inkml:brush xml:id="br0">
      <inkml:brushProperty name="width" value="0.05" units="cm"/>
      <inkml:brushProperty name="height" value="0.05" units="cm"/>
      <inkml:brushProperty name="color" value="#E71224"/>
    </inkml:brush>
  </inkml:definitions>
  <inkml:trace contextRef="#ctx0" brushRef="#br0">1 32 18328,'0'0'6996,"119"-13"-6932,-67 5-64,-1 1-144,-5 3-1057,-9 4-1536,-15 0-993,-13 2-2625,-9 18-4514</inkml:trace>
</inkml:ink>
</file>

<file path=ppt/ink/ink5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9:55.102"/>
    </inkml:context>
    <inkml:brush xml:id="br0">
      <inkml:brushProperty name="width" value="0.05" units="cm"/>
      <inkml:brushProperty name="height" value="0.05" units="cm"/>
      <inkml:brushProperty name="color" value="#E71224"/>
    </inkml:brush>
  </inkml:definitions>
  <inkml:trace contextRef="#ctx0" brushRef="#br0">0 41 12310,'0'0'11637,"33"36"-11061,0-44-384,8-3-192,5-2-160,7-2-1360,1 0-2002,-3 1-2449</inkml:trace>
</inkml:ink>
</file>

<file path=ppt/ink/ink5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9:55.651"/>
    </inkml:context>
    <inkml:brush xml:id="br0">
      <inkml:brushProperty name="width" value="0.05" units="cm"/>
      <inkml:brushProperty name="height" value="0.05" units="cm"/>
      <inkml:brushProperty name="color" value="#E71224"/>
    </inkml:brush>
  </inkml:definitions>
  <inkml:trace contextRef="#ctx0" brushRef="#br0">16 173 15655,'0'0'2777,"-3"-17"-730,-8-56-252,11 72-1743,-1-1 0,1 0-1,0 0 1,-1 0 0,1 0 0,0 0 0,1 0-1,-1 0 1,0 0 0,0 0 0,1 0-1,-1 1 1,1-1 0,0 0 0,0 0-1,-1 0 1,1 1 0,0-1 0,0 0-1,1 1 1,-1-1 0,0 1 0,0-1-1,1 1 1,-1 0 0,1 0 0,-1-1-1,1 1 1,0 0 0,-1 0 0,1 1 0,0-1-1,0 0 1,0 0 0,-1 1 0,1-1-1,0 1 1,2 0 0,4-1 26,0 0 0,0 1 0,0 0-1,0 0 1,0 1 0,14 4 0,-12-2-40,0 1 0,0 1 0,0-1 0,-1 2 1,0-1-1,0 1 0,-1 1 0,1 0 0,-1 0 0,-1 0 0,1 1 0,8 13 1,2 2 6,-2 1 1,0 0-1,17 39 1,-22-37-10,-1 0 0,-2 1 0,-1 1 1,-1-1-1,-1 1 0,-1 0 0,-1 0 1,-2 1-1,-1-1 0,-1 0 0,-7 39 1,6-59-23,0 0 1,0 0 0,-1 0 0,0 0 0,-1-1 0,1 0-1,-1 1 1,-1-1 0,1-1 0,-1 1 0,0-1 0,-1 0-1,0 0 1,0 0 0,-11 8 0,16-14 4,1 1 0,-1-1-1,0 0 1,1 1 0,-1-1 0,0 0-1,0 0 1,1 1 0,-1-1 0,0 0 0,0 0-1,1 0 1,-1 0 0,0 0 0,0 0-1,0 0 1,1 0 0,-1 0 0,0 0 0,0-1-1,1 1 1,-1 0 0,0 0 0,0-1-1,1 1 1,-1-1 0,0 1 0,0-1 0,-10-23 291,6-39 21,5 57-274,2-20-1,0-1 1,2 1-1,1 0 0,1 0 0,1 1 1,1-1-1,2 2 0,0-1 0,1 1 1,2 1-1,15-22 0,-2 6-110,2 2 0,1 2-1,2 0 1,2 2 0,56-44 0,-77 67-159,1 0 0,1 1 1,0 1-1,0 0 0,26-10 1,-32 16-637,-1 0 0,1 0 0,0 1 0,-1 0 0,1 0 0,0 0 0,0 1 1,11 2-1,-1 2-4778</inkml:trace>
</inkml:ink>
</file>

<file path=ppt/ink/ink5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9:55.978"/>
    </inkml:context>
    <inkml:brush xml:id="br0">
      <inkml:brushProperty name="width" value="0.05" units="cm"/>
      <inkml:brushProperty name="height" value="0.05" units="cm"/>
      <inkml:brushProperty name="color" value="#E71224"/>
    </inkml:brush>
  </inkml:definitions>
  <inkml:trace contextRef="#ctx0" brushRef="#br0">1 8 5090,'0'0'20394,"4"0"-19727,145 3 847,154-5-3517,-268-3-4077,-22 2 841</inkml:trace>
</inkml:ink>
</file>

<file path=ppt/ink/ink5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9:56.762"/>
    </inkml:context>
    <inkml:brush xml:id="br0">
      <inkml:brushProperty name="width" value="0.05" units="cm"/>
      <inkml:brushProperty name="height" value="0.05" units="cm"/>
      <inkml:brushProperty name="color" value="#E71224"/>
    </inkml:brush>
  </inkml:definitions>
  <inkml:trace contextRef="#ctx0" brushRef="#br0">51 384 5346,'0'0'14639,"-8"-14"-13478,-22-49 74,27 56-1091,1 0 1,0 0-1,0 0 0,1-1 1,0 1-1,0-1 1,1 1-1,0-1 0,0 1 1,0-1-1,1 1 1,0-1-1,1 1 0,0 0 1,0 0-1,1 0 1,-1 0-1,1 0 0,1 0 1,0 1-1,-1-1 1,2 1-1,9-11 0,-5 6-104,1 1 0,0 1 0,1 0 0,0 0-1,0 1 1,1 0 0,0 1 0,0 0 0,1 1-1,0 0 1,15-4 0,-25 9-38,0 0 0,1 0 0,-1 0 0,1 0-1,-1 1 1,1-1 0,-1 1 0,1 0 0,-1 0 0,1 0 0,-1 1-1,1-1 1,-1 1 0,1 0 0,-1 0 0,0 0 0,1 0 0,-1 0-1,0 1 1,5 2 0,-5 0-4,1 0 0,-1 0-1,0 0 1,0 1 0,0-1 0,0 1 0,-1-1-1,0 1 1,0 0 0,0 0 0,-1 0 0,1 0-1,-1 6 1,5 14 12,-2 1-1,-1 1 1,-1-1-1,-1 36 1,-2-51-6,0 0-1,0-1 1,-1 1 0,0 0 0,0 0-1,-1-1 1,-1 1 0,0-1-1,-1 0 1,1 0 0,-2-1-1,-12 18 1,18-26-3,0-1-1,0 0 0,0 0 1,0 0-1,0 0 1,0 0-1,-1 1 0,1-1 1,0 0-1,0 0 1,0 0-1,0 0 1,0 0-1,0 0 0,0 1 1,-1-1-1,1 0 1,0 0-1,0 0 1,0 0-1,0 0 0,-1 0 1,1 0-1,0 0 1,0 0-1,0 0 0,0 0 1,-1 0-1,1 0 1,0 0-1,0 0 1,0 0-1,0 0 0,0 0 1,-1 0-1,1 0 1,0 0-1,0 0 1,0 0-1,0 0 0,-1 0 1,1 0-1,0-1 1,0 1-1,0 0 0,0 0 1,0 0-1,0 0 1,-1 0-1,1 0 1,0 0-1,0-1 0,0 1 1,0 0-1,0 0 1,0 0-1,0 0 1,0-1-1,0 1 0,-2-17 58,6-23 41,3 19-94,2 0 1,1 0 0,0 0 0,24-33 0,63-69 7,-87 111 0,0 0 0,0 1-1,1 0 1,0 1 0,1 1 0,1-1-1,-1 2 1,22-11 0,-34 19-4,1-1 0,0 1 0,0 0-1,0 0 1,0 0 0,0 0 0,0 1 0,-1-1 0,1 0 0,0 0 0,0 0-1,0 1 1,0-1 0,-1 0 0,1 1 0,0-1 0,0 1 0,-1-1 0,1 1-1,0-1 1,-1 1 0,1 0 0,0-1 0,-1 1 0,1 0 0,-1-1 0,1 1 0,-1 0-1,0 0 1,1 0 0,-1-1 0,0 1 0,1 0 0,-1 0 0,0 0 0,0 0-1,0-1 1,0 1 0,1 0 0,-2 1 0,6 47 201,-5-39-106,1 85 315,-5-1 1,-4 0-1,-20 97 1,15-82-174,3 188 1,9-285-250,2 0 0,-1 0 0,2 0-1,-1 0 1,2-1 0,0 1 0,6 17 0,-8-26-9,1 0 0,0 0 0,-1 0 0,1 0 1,0 0-1,1 0 0,-1-1 0,0 1 0,1-1 0,0 1 1,-1-1-1,1 0 0,0 0 0,0-1 0,0 1 0,0 0 1,0-1-1,1 0 0,-1 0 0,0 0 0,1 0 1,-1 0-1,1-1 0,-1 1 0,0-1 0,1 0 0,-1 0 1,1 0-1,-1-1 0,4 0 0,3-1-131,0-1 0,-1 0 0,1 0 1,-1-1-1,0 0 0,0-1 0,0 0 0,-1 0 0,0-1 0,0 0 0,0 0 1,10-12-1,-4 4-1057,-1-1 0,-1-1 0,0 0 0,-1-1 0,13-26 0,-1-11-3984</inkml:trace>
</inkml:ink>
</file>

<file path=ppt/ink/ink5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49:57.528"/>
    </inkml:context>
    <inkml:brush xml:id="br0">
      <inkml:brushProperty name="width" value="0.05" units="cm"/>
      <inkml:brushProperty name="height" value="0.05" units="cm"/>
      <inkml:brushProperty name="color" value="#E71224"/>
    </inkml:brush>
  </inkml:definitions>
  <inkml:trace contextRef="#ctx0" brushRef="#br0">277 638 14118,'0'0'8890,"-22"-12"-7903,-4-2-497,-43-16-1,66 29-438,0 0 0,0 0 0,-1 1 0,1-1 0,0 1 0,0 0 0,-1 0-1,1 0 1,0 0 0,-1 1 0,1-1 0,0 1 0,0 0 0,0 0 0,-1 0 0,1 0 0,0 1 0,0-1 0,1 1-1,-1 0 1,0 0 0,1 0 0,-4 2 0,-1 3 26,1 1 0,0-1 0,0 1 0,0 0-1,-5 12 1,10-18-68,-6 12 37,1 1 1,0 0 0,1 0 0,1 1 0,0-1-1,1 1 1,1 0 0,0 0 0,2 0 0,0 22-1,0-34-42,1 0-1,-1 0 0,1 0 0,0 0 0,-1 0 0,2 0 0,-1-1 0,0 1 0,1 0 0,0-1 0,0 1 1,0-1-1,0 1 0,0-1 0,1 0 0,-1 0 0,1 0 0,0-1 0,0 1 0,0 0 0,0-1 0,0 0 1,1 0-1,-1 0 0,1 0 0,-1 0 0,1-1 0,0 0 0,0 0 0,0 0 0,0 0 0,-1 0 0,6 0 1,-1-1-4,1 1 0,-1-1 1,0 0-1,0-1 1,0 0-1,0 0 1,0-1-1,0 0 0,0 0 1,0-1-1,-1 0 1,1 0-1,-1-1 1,0 0-1,12-8 0,2-8 7,-1 0-1,-1-2 0,-1 0 0,-1 0 1,-1-2-1,-1 0 0,-1-1 0,-1 0 1,-2-1-1,0-1 0,9-35 1,-10 26 38,-2 0 1,-1-1-1,-2 0 1,-2-1 0,-1 1-1,-2-1 1,-1 1-1,-8-42 1,6 64-42,0 0 0,-1 0 0,-1 1 0,0-1 0,-1 1-1,-1 0 1,0 0 0,-1 1 0,-1 0 0,0 1 0,0 0 0,-20-20 0,28 31-54,0 0 1,0 0-1,0 0 1,0 0-1,0 0 1,0 0-1,0 0 1,0 0-1,0 1 1,-1-1-1,1 0 1,0 1-1,0-1 1,-1 1-1,1-1 1,0 1-1,-1 0 1,1 0 0,0-1-1,-1 1 1,1 0-1,-1 0 1,1 0-1,0 0 1,-1 1-1,1-1 1,0 0-1,-1 1 1,1-1-1,0 1 1,-1-1-1,1 1 1,0-1-1,0 1 1,0 0-1,-1 0 1,1-1-1,0 1 1,0 0-1,0 0 1,-1 2-1,-1 3-744,-1 1 0,1-1-1,0 1 1,1 0 0,-1 0-1,-1 9 1,3-10 258,-10 38-5128</inkml:trace>
</inkml:ink>
</file>

<file path=ppt/ink/ink5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50:09.806"/>
    </inkml:context>
    <inkml:brush xml:id="br0">
      <inkml:brushProperty name="width" value="0.05" units="cm"/>
      <inkml:brushProperty name="height" value="0.05" units="cm"/>
      <inkml:brushProperty name="color" value="#E71224"/>
    </inkml:brush>
  </inkml:definitions>
  <inkml:trace contextRef="#ctx0" brushRef="#br0">136 60 9524,'0'0'5542,"4"-9"-5046,16-41 1102,-44 97 1734,-21 55 1,26-50-3185,2 0 0,2 1 1,2 0-1,3 1 1,-7 110-1,17-162-146,1 0 0,-1 0 0,0 0 0,1 0 0,0 0 1,-1 0-1,1 0 0,0-1 0,0 1 0,0 0 0,0 0 0,0-1 0,1 1 0,-1-1 0,0 1 0,1-1 0,-1 1 0,1-1 0,-1 0 0,1 0 0,0 0 0,0 0 0,-1 0 0,1 0 0,0 0 0,0 0 0,0-1 0,0 1 0,0-1 0,0 0 0,0 1 0,2-1 0,12 2 17,0-1-1,-1 0 0,21-2 1,-14 0-69,22-2-342,1 1-2594,-15 4-3953,-24-1 2343</inkml:trace>
</inkml:ink>
</file>

<file path=ppt/ink/ink5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50:10.349"/>
    </inkml:context>
    <inkml:brush xml:id="br0">
      <inkml:brushProperty name="width" value="0.05" units="cm"/>
      <inkml:brushProperty name="height" value="0.05" units="cm"/>
      <inkml:brushProperty name="color" value="#E71224"/>
    </inkml:brush>
  </inkml:definitions>
  <inkml:trace contextRef="#ctx0" brushRef="#br0">144 0 6835,'0'0'4434,"-18"5"-2910,-8 1-925,-56 19 1477,64-15-295,22-1-271,30 3-439,48-6-441,111-3 1,-65-4-563,263 11 166,224 2-793,-643-7-3705,-5 6-124</inkml:trace>
</inkml:ink>
</file>

<file path=ppt/ink/ink5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50:10.976"/>
    </inkml:context>
    <inkml:brush xml:id="br0">
      <inkml:brushProperty name="width" value="0.05" units="cm"/>
      <inkml:brushProperty name="height" value="0.05" units="cm"/>
      <inkml:brushProperty name="color" value="#E71224"/>
    </inkml:brush>
  </inkml:definitions>
  <inkml:trace contextRef="#ctx0" brushRef="#br0">196 402 6195,'0'0'12083,"-9"-10"-11379,-27-28-186,35 37-480,-1 0 1,1 0 0,-1-1-1,0 1 1,0 1 0,1-1-1,-1 0 1,0 0 0,0 1 0,0-1-1,0 1 1,0-1 0,0 1-1,0 0 1,0 0 0,0 0-1,0 0 1,0 0 0,0 0 0,0 1-1,0-1 1,1 1 0,-1-1-1,0 1 1,0 0 0,-3 1-1,-1 2 33,0-1 1,0 1-1,1 1 0,-1-1 0,-5 7 0,9-9-22,-3 4 13,-1-1-1,1 1 0,1 1 1,-1-1-1,1 0 0,0 1 1,0 0-1,1 0 1,0 0-1,0 1 0,1-1 1,0 0-1,0 1 0,1 0 1,0-1-1,0 1 0,1 0 1,0 0-1,0-1 1,1 1-1,1 8 0,0-14-57,-1 1 0,1 0 0,0 0 0,0-1-1,0 1 1,0-1 0,0 0 0,1 0 0,-1 1 0,1-1-1,-1-1 1,1 1 0,0 0 0,0-1 0,0 1 0,0-1 0,0 0-1,0 0 1,0 0 0,0-1 0,0 1 0,1-1 0,5 1-1,-1 0 5,0-1-1,0 0 0,1 0 0,-1 0 1,0-1-1,0 0 0,0-1 0,13-4 1,-9 0 19,0 0 0,0-1 0,-1-1 0,-1 0 0,1 0 0,-1-1 0,-1 0 0,1-1 0,-2 0 0,1 0 0,-1-1-1,-1 0 1,0-1 0,-1 0 0,8-18 0,-10 20 49,0 0-1,0-1 0,-1 0 0,-1 1 0,0-1 0,0 0 0,-1 0 0,0 0 1,-1 0-1,0 0 0,-1 0 0,0 0 0,-1 0 0,0 0 0,-1 0 0,0 1 1,-1-1-1,0 1 0,-6-10 0,0 3 56,-1 2 0,-1-1 0,-1 2 0,0-1 1,-1 2-1,-30-23 0,34 28-77,0 1 0,0 1 0,-1 0 0,0 0 1,0 1-1,0 0 0,-1 1 0,0 0 0,1 1 0,-1 1 1,-1 0-1,-11-1 0,23 3-162,0 0 1,1 1-1,-1-1 0,0 0 0,1 0 1,-1 1-1,0-1 0,1 1 1,-1-1-1,0 0 0,1 1 1,-1-1-1,1 1 0,-1-1 0,1 1 1,-1 0-1,1-1 0,-1 1 1,1-1-1,0 1 0,-1 0 1,1-1-1,0 1 0,-1 0 0,1 0 1,0-1-1,0 1 0,0 0 1,0 0-1,0-1 0,0 1 1,0 0-1,0 0 0,0-1 0,0 1 1,0 0-1,0 0 0,0-1 1,1 1-1,-1 0 0,0-1 1,0 1-1,1 0 0,0 3-384,0-1-1,0 0 1,0 0-1,0 0 1,1 0 0,-1 0-1,1-1 1,0 1-1,3 5 1,23 9-4030,6-2-1758</inkml:trace>
</inkml:ink>
</file>

<file path=ppt/ink/ink5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50:12.303"/>
    </inkml:context>
    <inkml:brush xml:id="br0">
      <inkml:brushProperty name="width" value="0.05" units="cm"/>
      <inkml:brushProperty name="height" value="0.05" units="cm"/>
      <inkml:brushProperty name="color" value="#E71224"/>
    </inkml:brush>
  </inkml:definitions>
  <inkml:trace contextRef="#ctx0" brushRef="#br0">0 79 4578,'0'0'16682,"0"-13"-15903,1-39-152,-1 52-616,0-1-1,0 1 0,0-1 0,0 1 0,0-1 0,0 1 0,0 0 0,0-1 1,0 1-1,0-1 0,0 1 0,0-1 0,0 1 0,0-1 0,1 1 0,-1 0 1,0-1-1,0 1 0,0-1 0,1 1 0,-1 0 0,0-1 0,1 1 1,-1 0-1,0-1 0,1 1 0,-1 0 0,0-1 0,1 1 0,-1 0 0,0 0 1,1 0-1,-1-1 0,1 1 0,-1 0 0,1 0 0,-1 0 0,1 0 1,-1 0-1,0 0 0,1 0 0,-1 0 0,1 0 0,-1 0 0,1 0 0,-1 0 1,1 0-1,-1 0 0,1 0 0,-1 0 0,0 0 0,1 1 0,-1-1 1,1 0-1,-1 0 0,0 1 0,1-1 0,-1 0 0,0 1 0,1-1 0,0 1 1,17 16 158,-2 3-38,-1 0 0,0 2-1,-2 0 1,-1 0 0,0 1-1,-2 1 1,0 0 0,-2 0 0,9 41-1,-7-4 206,-3 0-1,-1 115 0,-12-179 39,2-5-284,0 0 1,0 0-1,1 0 1,1 0-1,-1-1 1,1 1-1,0-1 1,0-13-1,-1-76 134,3 70-171,1 14-48,1 0-1,0 0 1,1 0 0,0 1 0,1-1 0,1 1-1,0 0 1,1 0 0,0 0 0,1 1 0,0 0 0,1 0-1,0 1 1,1 0 0,0 0 0,19-15 0,-11 10-13,1 2 0,1 0 0,0 1 0,0 1 0,1 0 0,1 2 0,0 1 0,0 0 0,39-9 0,-41 14-531,-1 1-1,35-1 0,4 10-4673,-39 5-1294,-10 6-7094</inkml:trace>
</inkml:ink>
</file>

<file path=ppt/ink/ink5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50:13.259"/>
    </inkml:context>
    <inkml:brush xml:id="br0">
      <inkml:brushProperty name="width" value="0.05" units="cm"/>
      <inkml:brushProperty name="height" value="0.05" units="cm"/>
      <inkml:brushProperty name="color" value="#E71224"/>
    </inkml:brush>
  </inkml:definitions>
  <inkml:trace contextRef="#ctx0" brushRef="#br0">153 45 14759,'0'0'7755,"0"-9"-6632,0-20-391,0 22-276,0 28-254,-4 49 425,-3-1-1,-25 106 0,6-33-197,-32 425 212,43-379-556,5-87-1054,10-100-84,0-15-1797,1-5 883,1 0 0,1 1 1,10-36-1,-10 43 998,10-41-4996</inkml:trace>
</inkml:ink>
</file>

<file path=ppt/ink/ink5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50:13.776"/>
    </inkml:context>
    <inkml:brush xml:id="br0">
      <inkml:brushProperty name="width" value="0.05" units="cm"/>
      <inkml:brushProperty name="height" value="0.05" units="cm"/>
      <inkml:brushProperty name="color" value="#E71224"/>
    </inkml:brush>
  </inkml:definitions>
  <inkml:trace contextRef="#ctx0" brushRef="#br0">40 206 9412,'3'-17'3079,"-1"2"-2586,1 1 1,1-1-1,0 1 1,7-17-1,-8 24-275,1 1 1,-1 0-1,1 0 0,0 0 1,0 0-1,0 1 0,1-1 0,0 1 1,0 0-1,1 1 0,-1-1 1,1 1-1,0 0 0,9-4 0,-9 5-122,0 0 1,1 1-1,-1 0 0,0 0 0,1 1 0,0-1 0,-1 1 0,1 1 0,0-1 0,-1 1 0,1 0 0,0 1 0,-1 0 0,11 2 0,-14-2-77,1 0-1,0 1 0,-1-1 0,0 1 0,1 0 0,-1 0 1,0 1-1,0-1 0,0 0 0,0 1 0,0 0 0,-1 0 1,1 0-1,-1 0 0,0 0 0,0 0 0,0 1 0,0-1 1,0 1-1,-1-1 0,0 1 0,0 0 0,0-1 0,0 1 1,0 0-1,0 4 0,0 1 0,-1 1 1,1-1-1,-2 1 1,1-1-1,-1 1 1,0-1-1,-1 0 0,0 0 1,-1 0-1,0 0 1,0 0-1,-1 0 1,0-1-1,-1 1 1,-7 10-1,-1-3 13,0-1-1,-1 0 1,-1-1 0,0-1-1,0 0 1,-24 14-1,5-9-33,14-5 173,21-12-163,0-1-1,1 1 0,-1 0 0,0-1 0,1 1 0,-1-1 0,1 1 0,-1-1 0,0 1 0,1-1 0,0 0 1,-1 0-1,1 0 0,-1 0 0,1 0 0,-1 0 0,1 0 0,1-1 0,11 2-6,0 1-1,-1 1 1,1 0-1,0 1 1,-1 1-1,0 0 0,0 0 1,-1 1-1,1 1 1,20 14-1,-27-16 1,0 0-1,0 0 1,0 1 0,-1-1-1,1 1 1,-1 1-1,-1-1 1,1 1 0,4 9-1,-7-12 11,-1 1 0,1 0 0,-1-1 0,0 1 0,0 0 0,0-1 0,0 1 0,-1 0 0,0 0 0,0-1 0,0 1 0,-1 0 0,0 0 0,0-1 0,0 1 0,-3 6 0,1-4 76,-1-1-1,0 1 0,0-1 1,-1-1-1,0 1 1,0-1-1,0 1 0,-1-2 1,1 1-1,-1 0 1,-1-1-1,1 0 0,0-1 1,-15 6-1,3-1 65,-1 0-1,-1-2 0,1 0 1,-28 3-1,37-7-64,0-1 1,0 0-1,0-1 1,0 0-1,0 0 1,0-1-1,-19-5 1,27 6-91,-1-1 0,1 0-1,0 0 1,0 0 0,0 0 0,0-1 0,0 1 0,0-1 0,0 1 0,0-1 0,0 1 0,1-1 0,-1 0 0,1 0-1,-1 0 1,1 0 0,0 0 0,0 0 0,0 0 0,0 0 0,0-1 0,0 1 0,1 0 0,-1-1 0,1 1 0,-1 0-1,1-1 1,0 1 0,0-1 0,0 1 0,0 0 0,0-1 0,1 1 0,-1-1 0,1 1 0,0 0 0,-1 0 0,3-4-1,-2 3-130,1 0-1,-1 1 0,1-1 1,0 1-1,-1 0 1,1-1-1,0 1 0,0 0 1,1 0-1,-1 0 0,0 0 1,1 1-1,-1-1 0,1 0 1,0 1-1,-1 0 0,1 0 1,0 0-1,0 0 0,0 0 1,3 0-1,73-10-4018,-60 9 2227,28-3-3184</inkml:trace>
</inkml:ink>
</file>

<file path=ppt/ink/ink5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50:14.150"/>
    </inkml:context>
    <inkml:brush xml:id="br0">
      <inkml:brushProperty name="width" value="0.05" units="cm"/>
      <inkml:brushProperty name="height" value="0.05" units="cm"/>
      <inkml:brushProperty name="color" value="#E71224"/>
    </inkml:brush>
  </inkml:definitions>
  <inkml:trace contextRef="#ctx0" brushRef="#br0">0 5 15543,'0'0'4682,"18"0"-4362,82-2 33,52 0-3373,-151 2 2870,-1 0 0,1 0 0,-1 0 0,1 1 0,-1-1 0,1 0 0,-1 0 0,1 0 0,-1 1 0,1-1 0,-1 0 0,1 1 0,-1-1 0,1 0 0,-1 1 0,0-1 0,1 1 0,-1-1 0,0 1 0,1-1 0,-1 1 0,0-1 0,0 1 0,1-1 0,-1 1 0,0-1 0,0 1 0,0-1 0,0 1 0,0-1 0,0 1 0,1-1 0,-1 1 0,-1 0 0,1-1 0,0 1 0,-6 24-3361,1-18 2959,0 0-1,-1 0 0,0 0 0,0-1 0,-8 6 0,-41 30 1880,38-30 564,0 0 0,1 1 0,-18 19 0,34-32-1805,0 0 0,-1 1 1,1-1-1,-1 0 0,1 1 1,0-1-1,-1 1 0,1-1 1,0 0-1,0 1 1,-1-1-1,1 1 0,0-1 1,0 1-1,0-1 0,-1 1 1,1-1-1,0 1 0,0-1 1,0 1-1,0-1 0,0 1 1,0-1-1,0 1 1,0-1-1,0 1 0,0-1 1,0 1-1,0-1 0,1 1 1,-1-1-1,0 1 0,0-1 1,0 0-1,1 1 1,-1-1-1,0 1 0,1-1 1,-1 0-1,0 1 0,1-1 1,-1 1-1,0-1 0,1 0 1,-1 0-1,1 1 0,-1-1 1,1 0-1,-1 0 1,0 1-1,1-1 0,-1 0 1,1 0-1,-1 0 0,1 0 1,-1 0-1,1 0 0,-1 0 1,1 0-1,-1 0 0,1 0 1,-1 0-1,1 0 1,-1 0-1,2 0 0,45-1 75,-36 0 173,105-12-614,-39 3-3852,-42 6-708</inkml:trace>
</inkml:ink>
</file>

<file path=ppt/ink/ink5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50:14.590"/>
    </inkml:context>
    <inkml:brush xml:id="br0">
      <inkml:brushProperty name="width" value="0.05" units="cm"/>
      <inkml:brushProperty name="height" value="0.05" units="cm"/>
      <inkml:brushProperty name="color" value="#E71224"/>
    </inkml:brush>
  </inkml:definitions>
  <inkml:trace contextRef="#ctx0" brushRef="#br0">104 0 17352,'0'0'5757,"-1"11"-5301,-7 228 1590,9-162-1548,-15 134 0,-31 21-384,12-70-564,30-139-1519,8-38-7417,6-12 1385</inkml:trace>
</inkml:ink>
</file>

<file path=ppt/ink/ink5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50:15.057"/>
    </inkml:context>
    <inkml:brush xml:id="br0">
      <inkml:brushProperty name="width" value="0.05" units="cm"/>
      <inkml:brushProperty name="height" value="0.05" units="cm"/>
      <inkml:brushProperty name="color" value="#E71224"/>
    </inkml:brush>
  </inkml:definitions>
  <inkml:trace contextRef="#ctx0" brushRef="#br0">1 98 11877,'0'0'2260,"20"-15"-1118,66-47-368,-83 60-730,1-1 0,0 1 0,-1 0 0,1 0 0,0 0 0,0 1 0,0-1 1,0 1-1,0 0 0,0 0 0,1 1 0,-1-1 0,0 1 0,0 0 0,1 0 0,-1 0 1,0 0-1,0 1 0,0 0 0,1 0 0,-1 0 0,0 0 0,0 1 0,0 0 0,-1-1 1,1 1-1,0 1 0,-1-1 0,1 0 0,-1 1 0,6 6 0,-4-3-5,0 1-1,0-1 1,0 1-1,-1 1 1,0-1-1,-1 1 1,0-1-1,0 1 1,-1 0-1,0 0 1,0 0-1,0 0 0,-1 10 1,0-11-26,-1-1 0,-1 1 0,1-1 0,-1 1 0,0-1 0,-1 1 0,1-1 0,-1 0 0,-1 0 0,1 0 0,-1 0-1,0 0 1,-7 10 0,-1-2 57,-2 0 0,1-1-1,-23 18 1,11-10 92,59-19 134,-27-2-287,0 1 0,0 0 0,0 0 0,0 0 0,0 1 0,0 0 0,-1 1 0,1 0 0,0 0 0,-1 0 0,0 1 0,0 0 0,11 9 0,-15-10 10,1 1 0,0-1 0,-1 1 1,1 0-1,-1 0 0,0 0 0,0 1 0,-1-1 1,1 1-1,-1-1 0,0 1 0,-1 0 1,1 0-1,-1 0 0,0 0 0,0 0 1,0 0-1,-1 0 0,1 0 0,-1 0 0,-1 1 1,0 7-1,0-9 48,-1 0 1,0 0-1,1 0 0,-1 0 1,-1-1-1,1 1 0,0-1 1,-1 1-1,0-1 0,0 0 1,0 0-1,0 0 0,0 0 1,-1-1-1,1 1 0,-1-1 0,1 0 1,-1 0-1,0 0 0,0-1 1,-8 3-1,-4 1 206,1 0-1,-1-2 1,0 1-1,-26 0 1,29-3-191,-48-1 265,59 0-361,1 0 0,-1 0 0,1 0-1,-1-1 1,1 1 0,-1-1-1,1 1 1,0-1 0,-1 1 0,1-1-1,-1 0 1,1 1 0,0-1-1,0 0 1,-1 0 0,1 0 0,0 0-1,0 0 1,0 0 0,0 0-1,0-1 1,0 1 0,1 0 0,-1-1-1,0 1 1,1 0 0,-1-1 0,1 1-1,-1-1 1,1 1 0,-1-1-1,1 1 1,0-3 0,0 3-116,0 1 1,1-1-1,-1 0 0,0 0 1,1 0-1,-1 0 1,1 0-1,-1 0 0,1 0 1,-1 1-1,1-1 1,0 0-1,-1 0 0,1 1 1,0-1-1,0 0 1,-1 1-1,1-1 0,0 1 1,0-1-1,0 1 0,0-1 1,0 1-1,0 0 1,1-1-1,29-7-2986,-25 7 2046,36-7-6128</inkml:trace>
</inkml:ink>
</file>

<file path=ppt/ink/ink5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50:15.402"/>
    </inkml:context>
    <inkml:brush xml:id="br0">
      <inkml:brushProperty name="width" value="0.05" units="cm"/>
      <inkml:brushProperty name="height" value="0.05" units="cm"/>
      <inkml:brushProperty name="color" value="#E71224"/>
    </inkml:brush>
  </inkml:definitions>
  <inkml:trace contextRef="#ctx0" brushRef="#br0">1 25 18312,'0'0'5843,"154"-11"-5683,-105 11-160,-7 0 0,-7 0 0,-9-2-112,-3 0-352,-4-1-1297,-5 1-1040,-4-2-2434</inkml:trace>
</inkml:ink>
</file>

<file path=ppt/ink/ink5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50:15.980"/>
    </inkml:context>
    <inkml:brush xml:id="br0">
      <inkml:brushProperty name="width" value="0.05" units="cm"/>
      <inkml:brushProperty name="height" value="0.05" units="cm"/>
      <inkml:brushProperty name="color" value="#E71224"/>
    </inkml:brush>
  </inkml:definitions>
  <inkml:trace contextRef="#ctx0" brushRef="#br0">8 272 15207,'0'0'5608,"-2"-20"-4637,-4-64-253,7 79-658,-1-1 1,1 1 0,0 0-1,0 0 1,1-1 0,0 1-1,0 0 1,0 0 0,0 1-1,1-1 1,0 0-1,0 1 1,0 0 0,0-1-1,1 1 1,0 1 0,6-7-1,1 0 73,-5 4-94,0 0-1,0 0 0,1 1 1,0 0-1,0 0 0,1 1 1,-1 0-1,1 0 0,16-4 1,-22 7-41,1 0 1,0 0-1,0 1 1,-1-1-1,1 1 1,0 0-1,0 0 1,-1 0-1,1 0 1,0 1-1,0-1 1,-1 1 0,1-1-1,0 1 1,-1 0-1,1 0 1,0 0-1,-1 0 1,0 1-1,1-1 1,-1 1-1,0-1 1,0 1-1,1 0 1,-1 0-1,-1 0 1,1 0 0,0 0-1,0 1 1,-1-1-1,0 0 1,1 1-1,1 3 1,3 13 19,-1 0 0,-1 0 0,0 0 0,-1 0 0,-2 1 0,0-1 0,0 1 0,-4 24 0,2-24-34,1-13 18,-1 0 0,0 0 0,-1 0-1,1 0 1,-5 9 0,6-14 5,-1 0 0,0 0 1,1-1-1,-1 1 0,0 0 1,0-1-1,0 1 0,0 0 0,0-1 1,0 1-1,-1-1 0,1 0 1,0 1-1,-1-1 0,1 0 1,-1 0-1,1 0 0,-1 0 0,0 0 1,0 0-1,1 0 0,-1-1 1,0 1-1,0 0 0,-1-1 1,2-17 370,2 3-368,1 0-1,0 1 1,1-1 0,0 1-1,1 0 1,1 0-1,0 0 1,1 0-1,14-23 1,-1 6 2,2 1-1,42-47 1,-58 71-12,-2 1 4,0 0-1,0 1 0,0 0 0,0-1 1,1 1-1,0 1 0,-1-1 0,1 0 1,0 1-1,0 0 0,1 0 1,7-3-1,-12 5 2,1 1 1,0-1-1,0 0 0,-1 0 1,1 1-1,0-1 1,-1 0-1,1 1 1,-1-1-1,1 1 0,0-1 1,-1 1-1,1-1 1,-1 1-1,1 0 0,-1-1 1,0 1-1,1-1 1,-1 1-1,0 0 0,1 0 1,-1-1-1,0 1 1,0 0-1,1-1 1,-1 1-1,0 0 0,0 0 1,0 1-1,5 32 199,-4-25-101,17 219 589,-1-6-226,-17-216-537,1-1-1,0 1 1,0-1-1,0 0 0,1 0 1,0 1-1,0-1 1,0 0-1,1-1 1,-1 1-1,1 0 0,0-1 1,6 7-1,-5-8-39,0 0 0,0-1 0,0 1 0,0-1 0,1 0 0,-1 0-1,1 0 1,0-1 0,-1 0 0,1 0 0,0 0 0,0 0 0,0-1-1,0 1 1,5-2 0,3 2-815,0 0 1,0-1-1,0-1 0,0 0 0,0-1 1,0 0-1,-1-1 0,23-9 0,7-9-4738</inkml:trace>
</inkml:ink>
</file>

<file path=ppt/ink/ink5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50:16.982"/>
    </inkml:context>
    <inkml:brush xml:id="br0">
      <inkml:brushProperty name="width" value="0.05" units="cm"/>
      <inkml:brushProperty name="height" value="0.05" units="cm"/>
      <inkml:brushProperty name="color" value="#E71224"/>
    </inkml:brush>
  </inkml:definitions>
  <inkml:trace contextRef="#ctx0" brushRef="#br0">347 716 10917,'0'0'7670,"-3"-16"-6685,-11-51 76,13 65-976,0-1 0,0 1 0,0 0 0,0 0 0,0 0 0,-1 0 0,1 1 0,0-1 0,-1 0 0,0 0 0,1 1 0,-1-1-1,0 1 1,0-1 0,0 1 0,0 0 0,0 0 0,0 0 0,0 0 0,0 0 0,-1 1 0,1-1 0,0 0 0,0 1 0,-1 0 0,1 0-1,0-1 1,-1 1 0,1 1 0,-3-1 0,-3 0 78,-5-2 8,0 2-1,0-1 0,0 2 0,0 0 1,0 0-1,0 1 0,1 1 0,-1 0 0,1 1 1,-1 0-1,-17 9 0,24-10-143,-1 1 1,1 0-1,0 1 0,1 0 1,-1 0-1,1 0 0,0 0 1,0 1-1,0 0 0,1 0 1,0 0-1,0 1 0,0-1 1,1 1-1,0 0 0,1 0 1,-1 0-1,1 0 0,1 0 1,-1 0-1,0 14 0,1-15-21,1 0 1,0 0-1,0 0 0,0 0 0,0-1 0,1 1 0,0 0 0,0 0 0,1 0 0,0 0 1,4 8-1,-4-11-10,0 0 1,0 0-1,1 0 1,-1-1-1,1 1 1,-1-1-1,1 0 1,0 0-1,0 0 1,0 0-1,1 0 1,-1-1-1,0 0 1,0 1-1,1-1 1,-1 0-1,1-1 1,-1 1-1,1 0 1,6-1-1,-1 0 14,0 0 0,0 0 0,1-1 0,-1 0 0,0-1 0,0 0 0,0-1 1,-1 0-1,1 0 0,-1 0 0,1-1 0,-1-1 0,0 1 0,-1-1 0,1-1 0,-1 1 0,0-1 0,0-1 0,-1 1 0,0-1 0,0 0 0,8-13 0,-1 0 15,-1 0 0,-1-1 1,0 0-1,-2-1 0,-1 0 0,0 0 0,8-45 0,-11 34-5,-1 0-1,-1 0 0,-2 0 0,-1 0 0,-2 0 0,-1 0 0,-8-33 0,5 42-17,0 1 0,-2 0 0,-1 0 0,0 0 0,-2 1 0,0 1-1,-2 0 1,0 1 0,-2 0 0,-20-22 0,20 32-393,6 17-1311,5 26-1464,4-32 3132,0 105-9144,0-48-1958</inkml:trace>
</inkml:ink>
</file>

<file path=ppt/ink/ink5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50:17.576"/>
    </inkml:context>
    <inkml:brush xml:id="br0">
      <inkml:brushProperty name="width" value="0.05" units="cm"/>
      <inkml:brushProperty name="height" value="0.05" units="cm"/>
      <inkml:brushProperty name="color" value="#E71224"/>
    </inkml:brush>
  </inkml:definitions>
  <inkml:trace contextRef="#ctx0" brushRef="#br0">81 15 14919,'0'0'8340,"-1"-5"-7839,1 5-497,0-1-1,0 1 0,0 0 1,0 0-1,0-1 1,0 1-1,0 0 1,0 0-1,0-1 0,0 1 1,0 0-1,0 0 1,0-1-1,0 1 0,0 0 1,0-1-1,0 1 1,0 0-1,0 0 0,0-1 1,-1 1-1,1 0 1,0 0-1,0 0 1,0-1-1,0 1 0,0 0 1,-1 0-1,1 0 1,0-1-1,0 1 0,0 0 1,-1 0-1,1 0 1,0 0-1,0 0 0,-1-1 1,1 1-1,0 0 1,0 0-1,-1 0 1,1 0-1,0 0 0,-1 0 1,1 0-1,-1 0 1,-4 18 329,-5 59 559,4-22-296,-9 33 56,1-14-439,3 1 0,0 81 1,10-153-215,1-1-1,1 0 1,-1 1 0,0-1 0,0 0 0,1 1 0,-1-1 0,1 0-1,0 0 1,0 0 0,0 0 0,0 1 0,0-1 0,0 0 0,1-1-1,-1 1 1,0 0 0,1 0 0,0 0 0,-1-1 0,1 1 0,0-1-1,0 0 1,2 2 0,1-1 1,0 0-1,0 0 1,0-1 0,0 1-1,1-1 1,-1 0-1,0-1 1,1 1 0,-1-1-1,7-1 1,8-1-60,0 0 0,0-2-1,-1-1 1,34-11 0,-35 9-254,80-34-1054,-37 8-4217,-57 29 3652</inkml:trace>
</inkml:ink>
</file>

<file path=ppt/ink/ink5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50:17.999"/>
    </inkml:context>
    <inkml:brush xml:id="br0">
      <inkml:brushProperty name="width" value="0.05" units="cm"/>
      <inkml:brushProperty name="height" value="0.05" units="cm"/>
      <inkml:brushProperty name="color" value="#E71224"/>
    </inkml:brush>
  </inkml:definitions>
  <inkml:trace contextRef="#ctx0" brushRef="#br0">1 1 16103,'0'0'4320,"19"5"-3469,41 7-279,0-3-1,110 3 1,437-11-492,-325-2-125,-228 2 23,1-3 0,0-2 0,105-22 0,-156 24-2996,-12 3-570,-19 5-1201</inkml:trace>
</inkml:ink>
</file>

<file path=ppt/ink/ink5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50:18.482"/>
    </inkml:context>
    <inkml:brush xml:id="br0">
      <inkml:brushProperty name="width" value="0.05" units="cm"/>
      <inkml:brushProperty name="height" value="0.05" units="cm"/>
      <inkml:brushProperty name="color" value="#E71224"/>
    </inkml:brush>
  </inkml:definitions>
  <inkml:trace contextRef="#ctx0" brushRef="#br0">334 514 14231,'0'0'5930,"-12"-10"-5418,-41-31-47,48 38-345,0 0 0,0 1 1,0 0-1,-1 0 0,1 0 1,0 1-1,-1-1 0,1 1 1,-1 0-1,0 1 1,1 0-1,-1 0 0,1 0 1,-1 0-1,-5 2 0,-13 0 337,18-2-404,0 0 1,0 1-1,1 0 0,-1 0 1,0 0-1,1 1 0,-1-1 1,1 2-1,-1-1 0,1 0 1,0 1-1,0 0 0,0 1 0,0-1 1,1 1-1,-1-1 0,1 1 1,0 1-1,0-1 0,0 1 1,-4 8-1,2-4-25,1 0-1,0 1 0,1 0 1,0 0-1,1 1 1,0-1-1,1 1 1,0-1-1,0 1 1,1 20-1,1-28-26,0 0-1,1-1 0,0 1 1,-1 0-1,1 0 0,0-1 1,0 1-1,1-1 0,-1 1 1,0-1-1,1 0 0,-1 1 1,1-1-1,0 0 0,0 0 1,0 0-1,0 0 0,0 0 1,0-1-1,1 1 0,-1-1 1,1 1-1,-1-1 0,1 0 1,-1 0-1,1 0 0,-1 0 1,1-1-1,0 1 0,0-1 1,4 1-1,2 0 6,-1 0 1,1 0-1,-1-1 1,1 0-1,-1-1 0,1 1 1,-1-2-1,1 1 1,14-6-1,-12 1 8,0 0 0,-1 0 0,0-1 1,-1 0-1,1-1 0,-1 0 0,-1 0 0,0-1 0,0 0 0,0-1 0,-1 1 0,-1-2 1,7-12-1,-4 5-1,0 0 0,-1 0 0,-1-1 0,-1-1 0,-1 1 0,0-1 0,2-24 0,-6 25 0,0 0 1,0 0-1,-2 0 1,-1 0-1,0 0 1,-1 0-1,-1 1 1,-1 0-1,0-1 1,-9-17-1,8 25 33,0-1 0,-1 1 0,-1 0 0,0 1 0,0-1 1,-1 2-1,0-1 0,-1 1 0,1 1 0,-2-1 0,0 2 0,0 0 0,0 0 0,0 1 0,-18-7 0,-24-2 87,51 14-181,0 0 0,1 1-1,-1 0 1,0-1 0,0 1-1,0 0 1,1 0 0,-1 0 0,0 0-1,0 0 1,0 1 0,1-1-1,-1 0 1,0 1 0,0 0-1,1-1 1,-1 1 0,0 0 0,1 0-1,-1 0 1,1 0 0,-1 0-1,1 0 1,0 0 0,-1 0-1,-1 3 1,0 7-948,1 0 1,0 0-1,1 0 0,0 0 1,1 0-1,0 0 0,1 0 0,3 18 1,8 21-4517</inkml:trace>
</inkml:ink>
</file>

<file path=ppt/ink/ink5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50:18.827"/>
    </inkml:context>
    <inkml:brush xml:id="br0">
      <inkml:brushProperty name="width" value="0.05" units="cm"/>
      <inkml:brushProperty name="height" value="0.05" units="cm"/>
      <inkml:brushProperty name="color" value="#E71224"/>
    </inkml:brush>
  </inkml:definitions>
  <inkml:trace contextRef="#ctx0" brushRef="#br0">103 1 16552,'0'0'6643,"-14"107"-6163,8-59 112,-3 4-160,-1 2-432,-2 3 80,-1 1-80,-1-6-336,4-8-400,-1-9-1169,7-12 192,4-9-1120,0-8-657</inkml:trace>
</inkml:ink>
</file>

<file path=ppt/ink/ink5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4:50:19.215"/>
    </inkml:context>
    <inkml:brush xml:id="br0">
      <inkml:brushProperty name="width" value="0.05" units="cm"/>
      <inkml:brushProperty name="height" value="0.05" units="cm"/>
      <inkml:brushProperty name="color" value="#E71224"/>
    </inkml:brush>
  </inkml:definitions>
  <inkml:trace contextRef="#ctx0" brushRef="#br0">25 141 14807,'0'0'1408,"4"-16"-36,12-53 439,-14 65-1707,-1 1-1,1 0 1,0 0 0,0-1-1,0 1 1,0 0-1,0 0 1,1 1-1,-1-1 1,1 0 0,0 1-1,0 0 1,0 0-1,0 0 1,0 0 0,0 0-1,1 0 1,-1 1-1,0-1 1,1 1 0,0 0-1,-1 0 1,1 1-1,-1-1 1,1 1-1,7 0 1,-8-1-97,1 1 0,0 0 0,-1 0 0,1 0 0,0 1 0,-1 0 0,1-1 0,0 1 0,-1 0 0,1 1 0,-1-1 0,0 1 0,1-1 0,-1 1 0,0 0 0,0 0-1,0 0 1,0 1 0,-1-1 0,1 1 0,0 0 0,-1-1 0,3 5 0,-3-3-4,-1 0 0,1 0 0,-1 0 0,0 0 0,0 1 0,0-1 0,0 0 0,-1 1 0,1-1 0,-1 0 0,0 1 1,-1-1-1,1 1 0,-1-1 0,0 0 0,0 0 0,0 1 0,-1-1 0,1 0 0,-1 0 0,0 0 0,-4 6 0,-3 1 6,-1 0-1,0-1 1,0 0 0,-1 0 0,-17 11-1,1 0 28,26-21-40,1 0 1,0 0-1,0 0 0,-1 0 1,1 0-1,0 1 1,0-1-1,0 0 1,0 0-1,-1 0 1,1 1-1,0-1 0,0 0 1,0 0-1,0 0 1,0 1-1,0-1 1,-1 0-1,1 0 1,0 1-1,0-1 1,0 0-1,0 0 0,0 1 1,0-1-1,0 0 1,0 0-1,0 1 1,0-1-1,0 0 1,0 0-1,0 1 0,1-1 1,-1 0-1,0 0 1,0 1-1,0-1 1,0 0-1,1 1 1,11 6-39,29 4 80,-26-7-50,-4-1 11,-1 0-1,0 1 0,0 0 1,0 1-1,9 6 1,-17-9 3,0-1 1,0 0-1,0 1 1,0 0-1,0-1 1,-1 1-1,1 0 1,-1 0 0,1 0-1,-1 0 1,0 0-1,1 0 1,-1 0-1,0 0 1,-1 1-1,1-1 1,0 0-1,-1 1 1,1-1-1,-1 1 1,1-1 0,-1 0-1,0 1 1,0-1-1,-1 1 1,1-1-1,0 1 1,-2 3-1,1-3 39,-1-1 0,0 1 0,1-1 0,-1 1-1,0-1 1,0 0 0,-1 0 0,1 0 0,0 0 0,-1 0 0,1 0-1,-1-1 1,1 1 0,-1-1 0,0 0 0,0 0 0,0 0-1,1 0 1,-7 1 0,-58 9 751,52-9-629,4 0-53,-1-1-1,0 0 0,0-1 1,0 0-1,0-1 0,0 0 0,-13-3 1,24 3-159,0 1 1,0-1 0,0 1-1,0-1 1,0 1 0,0-1-1,0 0 1,1 1-1,-1-1 1,0 0 0,1 0-1,-1 1 1,0-1 0,1 0-1,-1 0 1,1 0-1,-1 0 1,1 0 0,0 0-1,-1 0 1,1-1-1,0 1-289,-1-1 0,1 1 0,0 0 0,0 0 0,0 0 0,0 0 0,1 0 0,-1 0 0,0 0-1,0 0 1,1 0 0,-1-1 0,1 1 0,-1 0 0,1 0 0,-1 1 0,1-1 0,-1 0 0,1 0-1,0 0 1,1-1 0,16-11-7892</inkml:trace>
</inkml:ink>
</file>

<file path=ppt/ink/ink60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2-09-27T08:18:13.030"/>
    </inkml:context>
    <inkml:brush xml:id="br0">
      <inkml:brushProperty name="width" value="0.05292" units="cm"/>
      <inkml:brushProperty name="height" value="0.05292" units="cm"/>
      <inkml:brushProperty name="color" value="#FF0000"/>
    </inkml:brush>
  </inkml:definitions>
  <inkml:trace contextRef="#ctx0" brushRef="#br0">5613 7022 714 0,'0'0'257'0,"0"0"-133"0,0 0-24 15,0 0-29-15,0 0-9 16,0 0-14-16,0 0 0 16,-12 8-18-16,12-7-6 15,16 3 0-15,51 7 18 16,17-4-6-16,7 0-11 0,36-3-5 16,4-1-11-16,20 5 0 15,0-3-6-15,12 0-3 16,-24-2 2-16,-24 0-7 15,-43 1 9-15,-24 3-4 16,-17-7 0-16,-27 3-8 16,4-3 6-16,-8 0 1 15,0 0-20-15,0 0-29 16,0 0-20-16,0 0-52 16,0 0-24-16,0 0-233 0</inkml:trace>
  <inkml:trace contextRef="#ctx0" brushRef="#br0" timeOffset="13053.41">12608 7144 928 0,'0'0'120'0,"0"0"-47"15,0 0 21-15,0 0-54 16,0 0-22-16,0 0-14 16,0 0 5-16,115-23 23 15,-79 81-2-15,-12 6-4 0,12 5-10 16,-16-5 1-16,3-3-17 16,1-4 5-16,-8-11-5 15,8-17 0-15,-4-7 8 16,-8-12-8-16,0-10-5 15,11 0 5-15,25-12 8 16,32-44 14-16,35-33 11 16,16-25-14-16,8-8-17 15,0 5 5-15,-8 18-5 0,-28 19-1 16,-19 12-1-16,-17 20 1 16,-19 9-1-16,-16 19-2 15,-16 5-8-15,-9 8-19 16,-3 7-27-16,8 0-28 15,-4 7-85-15,-4 24-67 16</inkml:trace>
  <inkml:trace contextRef="#ctx0" brushRef="#br0" timeOffset="15220.25">14964 11288 440 0,'0'0'304'0,"0"0"-91"15,0 0-125-15,0 0-19 16,0 0-9-16,0 0-17 15,-151 6 14-15,147-6-15 16,-4 0-11-16,4 0 8 16,-4 0-1-16,-4 0 4 0,8 0-25 15,4 0 5-15,-8 0 2 16,8 0-13-16,0 0 1 16,0 0 0-16,0 0-12 15,0 0 13-15,0 0-6 16,36 7-5-16,55-3 6 15,24-1 4-15,28-3-5 16,20 5-6-16,-12-5 2 16,0 4-2-16,-12-4 3 15,-24 0-4-15,-19 0 1 16,-29 0-1-16,-15 0 0 16,-16 0-1-16,-17 0 1 0,-19 0-6 15,0 0 13 1,0 0-16-16,0 0 9 0,0 0-2 15,0 3-16-15,0 1-21 16,0-1-49-16,0 3-44 16,-43-2-66-16,-5-4-347 15</inkml:trace>
  <inkml:trace contextRef="#ctx0" brushRef="#br0" timeOffset="149523.18">20255 9745 575 0,'0'0'134'0,"0"0"27"15,0 0-35-15,0 0-38 16,0 0 9-16,0 0-22 16,0 0 8-16,0 0-11 15,-330 88-9-15,251-66-19 16,-25 13-11-16,-15 7-9 0,-8 0 11 15,0 12-20-15,32-9 0 16,-9-9 15-16,45-9-21 16,15-8 1-16,20-13 3 15,20-3-5-15,4-3-8 16,0 0-2-16,0 0-10 16,24 0 12-16,59 0 2 15,45 0 4-15,38-9 0 16,29-27-1-16,20-13-5 15,3-6-2-15,-7-11 2 16,-25 14 1-16,-47 10-1 16,-43 12 0-16,-49 11-2 0,-27 11 2 15,-8 4 1-15,-12 4-1 16,0 0 0-16,0-3 3 16,0-3 1-16,0-4-4 15,0-1 0-15,-36-1 0 16,-11 2 0-16,-9 8-1 15,-4-2 3-15,13 4-4 16,11 0 2-16,16-3 0 16,16-1 1-16,4 4 3 15,0-3 0-15,0 3-1 16,0 0-5-16,16 0 4 16,52 0-4-16,11 0 5 15,16 0-3-15,9 0 4 0,-21 0-3 16,-3 0-1-1,-21 3 0-15,-23 10 2 0,-12 1-2 16,-12 5-6-16,0 7 3 16,-12 11-6-16,0 12-11 15,-36 6-10-15,-32 10-24 16,-3-2-2-16,3 3-15 16,9 0-42-16,-1-5-35 15,16 0-100-15</inkml:trace>
  <inkml:trace contextRef="#ctx0" brushRef="#br0" timeOffset="150587.94">18984 12604 769 0,'0'0'224'0,"0"0"-88"16,0 0-46-1,0 0-5 1,0 0-33-16,0 0 2 0,-56 0-6 15,56 0-7-15,0 4-3 16,0-1-12-16,0-3-1 16,56 0 4-16,59 0-1 15,24-7 3-15,36-24-27 16,23-7 4-16,13-8-6 16,3-3 0-16,-19 4-2 15,-32 6 5-15,-48 5-4 16,-44 8 0-16,-15 10 0 15,-28 6-1-15,-20 6 1 16,-8 1 1-16,0 0 2 16,0 0-4-16,0-4-1 0,-44-9-6 15,-23 3 6-15,-9-3-2 16,-15-3 3-16,11 7 2 16,9 9-2-16,15 0-2 15,20 3 2-15,21 0 2 16,7 0 0-16,8 0 10 15,0 0-6-15,0-2-6 16,8 2 0-16,39-3 0 16,13 3 5-16,11 0-2 15,-3 0-3-15,-9 0 0 16,-3 0 2-16,-8 3-2 16,-13 13 0-16,1 7-1 15,-12 3 1-15,-12 6-1 0,-4 11 2 16,-8 4-2-16,0 2-6 15,-12 5-4-15,-44 2-29 16,1 9-11-16,-9 4-45 16,-3 6-37-16,-1-2-43 15,5-1-176-15</inkml:trace>
</inkml:ink>
</file>

<file path=ppt/ink/ink60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2-09-27T08:22:11.970"/>
    </inkml:context>
    <inkml:brush xml:id="br0">
      <inkml:brushProperty name="width" value="0.05292" units="cm"/>
      <inkml:brushProperty name="height" value="0.05292" units="cm"/>
      <inkml:brushProperty name="color" value="#FF0000"/>
    </inkml:brush>
  </inkml:definitions>
  <inkml:trace contextRef="#ctx0" brushRef="#br0">9812 13749 644 0,'0'0'261'16,"0"0"-127"-16,0 0-38 15,0 0-20-15,0 0 3 16,0 0-19-16,0 0 4 0,0 0-11 16,0-16 4-1,0 16-8-15,0 0-16 16,0 0-9-16,0 0-7 0,0 0-12 16,0 0-3-16,0 14-2 0,0 19-2 15,0 16 2-15,0 9 0 16,0 5 4-16,0 3 0 15,0 4-4-15,0 1 2 16,0-1-2-16,0 1 1 16,0-10 2-16,-4-6-3 15,-16-12 1-15,20-9 1 16,0-10-1-16,0-6 1 16,0-10-2-16,0-3 1 15,0-5-1-15,0 0 0 16,0 0 7-16,-12 0 1 15,0 0 2-15,-12-13-10 16,-12-12 2-16,-7 0-1 16,7 2 0-16,-12-3 2 0,17 3-3 15,-5 1-2-15,0 5 2 16,12 8-1-16,12 5 2 16,0 4-2-16,12 0 1 15,0 0-4-15,0 0-4 16,0 4-2-16,0 19 9 15,0 8 0-15,0 6 1 0,0-3-1 16,36-2 1-16,0-6-2 16,-4-7 2-16,3-8-2 15,1 1 0-15,-4-12 0 16,-4 0-5-16,7 0 3 16,1-9 2-16,8-21-4 15,-8-4-1-15,7-1-12 16,-3 5-22-16,-8 1-4 15,16 9-28-15,-1 5-33 16,-3 8-40-16,-8 7-108 16</inkml:trace>
  <inkml:trace contextRef="#ctx0" brushRef="#br0" timeOffset="735.79">9144 15056 1022 0,'0'0'212'15,"0"0"-97"-15,0 0-20 16,0 0-44-16,0 0-35 0,0 0 19 15,12 132-3-15,-8-74-16 0,-4-3-6 16,0-2-7 0,0-7-2-16,0-4-1 0,0-14 0 15,0-7-8-15,0-10-7 16,0-9 2-16,-4-2 2 16,-8 0 11-16,0-26 1 15,-7-10 1-15,7 0-2 16,8 8 0-16,4 6 4 15,0 11-2-15,0 4-3 16,16-2 1-16,39 6-7 16,5-4 5-16,23 2 2 15,-3-2-5-15,-13 1-3 16,-15 1-15-16,-16-3-1 16,-17-3 11-16,5-1 6 15,-12-4 2-15,0-6 3 0,0-1 1 16,-12-3 1-16,0 9 0 15,0 4 3-15,0 4 14 16,0 9 6-16,0 0 3 16,0 0-9-16,0 0-16 15,0 32-1-15,0 10 0 16,0 7 0-16,0 1 1 16,0-1-1-16,0-4-4 15,0 1-51-15,0-7-53 16,12-7-66-16,12-9-71 15,7-8-580-15</inkml:trace>
  <inkml:trace contextRef="#ctx0" brushRef="#br0" timeOffset="1042.75">10046 15262 779 0,'0'0'297'16,"0"0"-138"-16,0 0-59 15,0 0-13-15,0 0-45 16,0 0-8-16,0-13-8 16,0 47-8-16,0 9-7 15,0 2-6-15,0 4-4 16,0 1 0-16,0 0-1 16,0-5 1-1,0 0-1-15,0-3-2 16,12-10 1-16,12-6-6 0,19-10 3 15,13-8-6-15,-4-8-18 16,15 0 17-16,5 0 8 16,-1-3-14-16,-3-10-28 15,-13-3-58-15,-7 3-29 16,-24 5-213-16</inkml:trace>
</inkml:ink>
</file>

<file path=ppt/ink/ink60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2-09-27T08:26:56.404"/>
    </inkml:context>
    <inkml:brush xml:id="br0">
      <inkml:brushProperty name="width" value="0.05292" units="cm"/>
      <inkml:brushProperty name="height" value="0.05292" units="cm"/>
      <inkml:brushProperty name="color" value="#FF0000"/>
    </inkml:brush>
  </inkml:definitions>
  <inkml:trace contextRef="#ctx0" brushRef="#br0">4938 11465 560 0,'0'0'232'0,"0"0"-3"0,0 0-152 15,0 0 10 1,0 0-46-16,0 0-28 0,0 0 0 16,-32 9-1-16,32 2 11 15,0-1 12-15,24-1 3 16,19-3-17-16,13-2 4 15,20-4 6-15,23 0-9 16,20 0 3-16,20 0-14 16,24 0-7-16,0 0-1 15,4 0-3-15,7 2 0 16,-3 2 9-16,-4-1-9 16,4 4 2-16,-28-7 0 0,-16 0-2 0,-20 0-2 15,-27 0 0 1,-25 0 3-16,-27 0-1 15,-8 0 0-15,-16 0-1 16,8 0-1-16,-4 0 2 16,-4 0-19-16,4 0-23 15,-4 0-8-15,4 0-21 16,3 0-44-16,1 0-43 16,0 0-177-16</inkml:trace>
  <inkml:trace contextRef="#ctx0" brushRef="#br0" timeOffset="1860.21">10626 11449 474 0,'0'0'101'0,"0"0"-33"16,0 0 29-16,0 0-50 15,0 0 40-15,0 0-35 16,278 0-41-16,-214 0-11 16,3 0-9-16,5 0-30 15,-5 0-85-15,5 0-102 16</inkml:trace>
  <inkml:trace contextRef="#ctx0" brushRef="#br0" timeOffset="2220.41">12040 11355 608 0,'0'0'177'0,"0"0"-27"16,0 0-70-16,0 0-22 16,0 0-28-16,0 0 5 15,-16 3-7-15,32-3-11 16,28 0-3-16,27 0-5 15,9 0-9-15,15 0-10 16,8 0-11-16,24 0-61 16,12-8-34-16,12-9-267 15</inkml:trace>
  <inkml:trace contextRef="#ctx0" brushRef="#br0" timeOffset="2590.01">13264 11369 184 0,'0'0'480'0,"0"0"-348"0,0 0 12 16,0 0-56-16,0 0-47 15,0 0 3-15,43 0-4 16,5 0-28-16,0 0-9 15,7 0-3-15,5 0-12 16,-1 0-45-16,9 0-64 16,3 0-343-16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D7F3BA-5C2C-4447-B995-54F683C0930A}" type="datetimeFigureOut">
              <a:rPr lang="en-IN" smtClean="0"/>
              <a:t>30-09-2022</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4216B5-ABB0-425F-AA84-B4A3AD6D932D}" type="slidenum">
              <a:rPr lang="en-IN" smtClean="0"/>
              <a:t>‹#›</a:t>
            </a:fld>
            <a:endParaRPr lang="en-IN"/>
          </a:p>
        </p:txBody>
      </p:sp>
    </p:spTree>
    <p:extLst>
      <p:ext uri="{BB962C8B-B14F-4D97-AF65-F5344CB8AC3E}">
        <p14:creationId xmlns:p14="http://schemas.microsoft.com/office/powerpoint/2010/main" val="27308259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www.yourdatateacher.com/2021/03/29/an-introduction-to-linear-models/"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Example: </a:t>
            </a:r>
            <a:r>
              <a:rPr lang="en-US" sz="1200" dirty="0">
                <a:latin typeface="+mj-lt"/>
              </a:rPr>
              <a:t>Suppose we have a car rental service. Firstly, we want to predict a fair price for each car based on competitors’ data.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mj-lt"/>
              </a:rPr>
              <a:t>We have </a:t>
            </a:r>
            <a:r>
              <a:rPr lang="en-US" sz="1200" b="1" dirty="0">
                <a:latin typeface="+mj-lt"/>
              </a:rPr>
              <a:t>two features</a:t>
            </a:r>
            <a:r>
              <a:rPr lang="en-US" sz="1200" dirty="0">
                <a:latin typeface="+mj-lt"/>
              </a:rPr>
              <a:t> per car: </a:t>
            </a:r>
            <a:r>
              <a:rPr lang="en-US" sz="1200" b="1" dirty="0">
                <a:latin typeface="+mj-lt"/>
              </a:rPr>
              <a:t>the age </a:t>
            </a:r>
            <a:r>
              <a:rPr lang="en-US" sz="1200" dirty="0">
                <a:latin typeface="+mj-lt"/>
              </a:rPr>
              <a:t>in years and the </a:t>
            </a:r>
            <a:r>
              <a:rPr lang="en-US" sz="1200" b="1" dirty="0">
                <a:latin typeface="+mj-lt"/>
              </a:rPr>
              <a:t>total amount of kilometers it has been driven for</a:t>
            </a:r>
            <a:r>
              <a:rPr lang="en-US" sz="1200" dirty="0">
                <a:latin typeface="+mj-lt"/>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mj-lt"/>
              </a:rPr>
              <a:t>These can have very different ranges, ranging from 0 to 15 years, while distance could go from 0 to several hundreds of thousands of kilometers.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mj-lt"/>
              </a:rPr>
              <a:t>We don’t want features to have these differences in ranges, </a:t>
            </a:r>
            <a:r>
              <a:rPr lang="en-US" sz="1200" b="1" dirty="0">
                <a:latin typeface="+mj-lt"/>
              </a:rPr>
              <a:t>as the value with the higher range might bias our models into giving them inflated importance</a:t>
            </a:r>
            <a:r>
              <a:rPr lang="en-US" sz="1200" dirty="0">
                <a:latin typeface="+mj-lt"/>
              </a:rPr>
              <a:t>.</a:t>
            </a:r>
            <a:endParaRPr lang="en-IN" sz="1200" dirty="0">
              <a:latin typeface="+mj-lt"/>
            </a:endParaRPr>
          </a:p>
          <a:p>
            <a:endParaRPr lang="en-IN" dirty="0"/>
          </a:p>
        </p:txBody>
      </p:sp>
      <p:sp>
        <p:nvSpPr>
          <p:cNvPr id="4" name="Slide Number Placeholder 3"/>
          <p:cNvSpPr>
            <a:spLocks noGrp="1"/>
          </p:cNvSpPr>
          <p:nvPr>
            <p:ph type="sldNum" sz="quarter" idx="5"/>
          </p:nvPr>
        </p:nvSpPr>
        <p:spPr/>
        <p:txBody>
          <a:bodyPr/>
          <a:lstStyle/>
          <a:p>
            <a:fld id="{D54216B5-ABB0-425F-AA84-B4A3AD6D932D}" type="slidenum">
              <a:rPr lang="en-IN" smtClean="0"/>
              <a:t>3</a:t>
            </a:fld>
            <a:endParaRPr lang="en-IN"/>
          </a:p>
        </p:txBody>
      </p:sp>
    </p:spTree>
    <p:extLst>
      <p:ext uri="{BB962C8B-B14F-4D97-AF65-F5344CB8AC3E}">
        <p14:creationId xmlns:p14="http://schemas.microsoft.com/office/powerpoint/2010/main" val="4517344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54216B5-ABB0-425F-AA84-B4A3AD6D932D}" type="slidenum">
              <a:rPr lang="en-IN" smtClean="0"/>
              <a:t>4</a:t>
            </a:fld>
            <a:endParaRPr lang="en-IN"/>
          </a:p>
        </p:txBody>
      </p:sp>
    </p:spTree>
    <p:extLst>
      <p:ext uri="{BB962C8B-B14F-4D97-AF65-F5344CB8AC3E}">
        <p14:creationId xmlns:p14="http://schemas.microsoft.com/office/powerpoint/2010/main" val="27506242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W = W – eta(gradient) and we know gradient is dependent on the input, so if input is large, gradient will be large, update made to weights will be large and hence weight will be large.</a:t>
            </a:r>
            <a:endParaRPr lang="en-IN" dirty="0"/>
          </a:p>
        </p:txBody>
      </p:sp>
      <p:sp>
        <p:nvSpPr>
          <p:cNvPr id="4" name="Slide Number Placeholder 3"/>
          <p:cNvSpPr>
            <a:spLocks noGrp="1"/>
          </p:cNvSpPr>
          <p:nvPr>
            <p:ph type="sldNum" sz="quarter" idx="5"/>
          </p:nvPr>
        </p:nvSpPr>
        <p:spPr/>
        <p:txBody>
          <a:bodyPr/>
          <a:lstStyle/>
          <a:p>
            <a:fld id="{D54216B5-ABB0-425F-AA84-B4A3AD6D932D}" type="slidenum">
              <a:rPr lang="en-IN" smtClean="0"/>
              <a:t>5</a:t>
            </a:fld>
            <a:endParaRPr lang="en-IN"/>
          </a:p>
        </p:txBody>
      </p:sp>
    </p:spTree>
    <p:extLst>
      <p:ext uri="{BB962C8B-B14F-4D97-AF65-F5344CB8AC3E}">
        <p14:creationId xmlns:p14="http://schemas.microsoft.com/office/powerpoint/2010/main" val="40399140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54216B5-ABB0-425F-AA84-B4A3AD6D932D}" type="slidenum">
              <a:rPr lang="en-IN" smtClean="0"/>
              <a:t>6</a:t>
            </a:fld>
            <a:endParaRPr lang="en-IN"/>
          </a:p>
        </p:txBody>
      </p:sp>
    </p:spTree>
    <p:extLst>
      <p:ext uri="{BB962C8B-B14F-4D97-AF65-F5344CB8AC3E}">
        <p14:creationId xmlns:p14="http://schemas.microsoft.com/office/powerpoint/2010/main" val="5450677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54216B5-ABB0-425F-AA84-B4A3AD6D932D}" type="slidenum">
              <a:rPr lang="en-IN" smtClean="0"/>
              <a:t>7</a:t>
            </a:fld>
            <a:endParaRPr lang="en-IN"/>
          </a:p>
        </p:txBody>
      </p:sp>
    </p:spTree>
    <p:extLst>
      <p:ext uri="{BB962C8B-B14F-4D97-AF65-F5344CB8AC3E}">
        <p14:creationId xmlns:p14="http://schemas.microsoft.com/office/powerpoint/2010/main" val="26835381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54216B5-ABB0-425F-AA84-B4A3AD6D932D}" type="slidenum">
              <a:rPr lang="en-IN" smtClean="0"/>
              <a:t>8</a:t>
            </a:fld>
            <a:endParaRPr lang="en-IN"/>
          </a:p>
        </p:txBody>
      </p:sp>
    </p:spTree>
    <p:extLst>
      <p:ext uri="{BB962C8B-B14F-4D97-AF65-F5344CB8AC3E}">
        <p14:creationId xmlns:p14="http://schemas.microsoft.com/office/powerpoint/2010/main" val="35289612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54216B5-ABB0-425F-AA84-B4A3AD6D932D}" type="slidenum">
              <a:rPr lang="en-IN" smtClean="0"/>
              <a:t>9</a:t>
            </a:fld>
            <a:endParaRPr lang="en-IN"/>
          </a:p>
        </p:txBody>
      </p:sp>
    </p:spTree>
    <p:extLst>
      <p:ext uri="{BB962C8B-B14F-4D97-AF65-F5344CB8AC3E}">
        <p14:creationId xmlns:p14="http://schemas.microsoft.com/office/powerpoint/2010/main" val="38787801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4216B5-ABB0-425F-AA84-B4A3AD6D932D}"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291140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00000"/>
                </a:solidFill>
                <a:effectLst/>
                <a:latin typeface="Raleway" pitchFamily="2" charset="0"/>
              </a:rPr>
              <a:t>Here, we have a feed-forward Neural Network: </a:t>
            </a:r>
          </a:p>
          <a:p>
            <a:r>
              <a:rPr lang="en-US" b="0" i="0" dirty="0">
                <a:solidFill>
                  <a:srgbClr val="000000"/>
                </a:solidFill>
                <a:effectLst/>
                <a:latin typeface="Raleway" pitchFamily="2" charset="0"/>
              </a:rPr>
              <a:t>Where x are the inputs, </a:t>
            </a:r>
          </a:p>
          <a:p>
            <a:r>
              <a:rPr lang="en-US" b="0" i="0" dirty="0">
                <a:solidFill>
                  <a:srgbClr val="000000"/>
                </a:solidFill>
                <a:effectLst/>
                <a:latin typeface="Raleway" pitchFamily="2" charset="0"/>
              </a:rPr>
              <a:t>z are the net input (input multiplied with weights) / the output of the neurons, </a:t>
            </a:r>
          </a:p>
          <a:p>
            <a:r>
              <a:rPr lang="en-US" b="0" i="0" dirty="0">
                <a:solidFill>
                  <a:srgbClr val="000000"/>
                </a:solidFill>
                <a:effectLst/>
                <a:latin typeface="Raleway" pitchFamily="2" charset="0"/>
              </a:rPr>
              <a:t>a are the output of the activation functions, and </a:t>
            </a:r>
          </a:p>
          <a:p>
            <a:r>
              <a:rPr lang="en-US" b="0" i="0" dirty="0">
                <a:solidFill>
                  <a:srgbClr val="000000"/>
                </a:solidFill>
                <a:effectLst/>
                <a:latin typeface="Raleway" pitchFamily="2" charset="0"/>
              </a:rPr>
              <a:t>y is the output of the network:</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4216B5-ABB0-425F-AA84-B4A3AD6D932D}"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014073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4216B5-ABB0-425F-AA84-B4A3AD6D932D}"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340099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4216B5-ABB0-425F-AA84-B4A3AD6D932D}"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589434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4216B5-ABB0-425F-AA84-B4A3AD6D932D}"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703478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4216B5-ABB0-425F-AA84-B4A3AD6D932D}"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158946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1200" dirty="0">
                <a:solidFill>
                  <a:prstClr val="black"/>
                </a:solidFill>
                <a:latin typeface="Calibri Light" panose="020F0302020204030204"/>
              </a:rPr>
              <a:t>Batch Norm reduces the internal covariate shift of the network. The covariate shift is a change in data distribution. For example, going back to our example on the car rental service, imagine we want to include other motorbikes. If we only look at our previous data set, containing only cars, our model will likely fail to predict motorbikes’ price. This change in data (now containing motorbikes) is named covariate shift, and it is gaining attention as it is a common issue in real-world problems.</a:t>
            </a:r>
          </a:p>
          <a:p>
            <a:pPr algn="l"/>
            <a:r>
              <a:rPr lang="en-US" b="0" i="0" dirty="0">
                <a:solidFill>
                  <a:srgbClr val="222222"/>
                </a:solidFill>
                <a:effectLst/>
                <a:latin typeface="Lato" panose="020F0502020204030203" pitchFamily="34" charset="0"/>
              </a:rPr>
              <a:t>These new images will have a slightly different distribution from the previous images. Now the model will change its parameters according to these new images. Hence the distribution of the hidden activation will also change. This change in hidden activation is known as an internal covariate shift.</a:t>
            </a:r>
          </a:p>
          <a:p>
            <a:pPr algn="l"/>
            <a:r>
              <a:rPr lang="en-US" b="0" i="0" dirty="0">
                <a:solidFill>
                  <a:srgbClr val="222222"/>
                </a:solidFill>
                <a:effectLst/>
                <a:latin typeface="Lato" panose="020F0502020204030203" pitchFamily="34" charset="0"/>
              </a:rPr>
              <a:t> </a:t>
            </a:r>
            <a:endParaRPr lang="en-US" sz="1200" dirty="0">
              <a:solidFill>
                <a:prstClr val="black"/>
              </a:solidFill>
              <a:latin typeface="Calibri Light" panose="020F0302020204030204"/>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1200" dirty="0">
                <a:solidFill>
                  <a:prstClr val="black"/>
                </a:solidFill>
                <a:latin typeface="Calibri Light" panose="020F0302020204030204"/>
              </a:rPr>
              <a:t>The internal covariate shift is a change in the input distribution of an internal layer of a Neural Network. For the neurons in an internal layer, the inputs received (from the previous layer) are constantly changing. </a:t>
            </a:r>
            <a:r>
              <a:rPr lang="en-US" b="0" i="0" dirty="0">
                <a:solidFill>
                  <a:srgbClr val="000000"/>
                </a:solidFill>
                <a:effectLst/>
                <a:latin typeface="Raleway" pitchFamily="2" charset="0"/>
              </a:rPr>
              <a:t>Applying Batch Norm ensures that the mean and standard deviation of the layer inputs will always remain the same;  and , respectively. Thus, the amount of change in the distribution of the input of layers is reduced. </a:t>
            </a:r>
            <a:endParaRPr lang="en-US" sz="1200" dirty="0">
              <a:solidFill>
                <a:prstClr val="black"/>
              </a:solidFill>
              <a:latin typeface="Calibri Light" panose="020F0302020204030204"/>
            </a:endParaRPr>
          </a:p>
          <a:p>
            <a:endParaRPr lang="en-IN"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dirty="0">
                <a:ln>
                  <a:noFill/>
                </a:ln>
                <a:solidFill>
                  <a:prstClr val="black"/>
                </a:solidFill>
                <a:effectLst/>
                <a:uLnTx/>
                <a:uFillTx/>
                <a:latin typeface="Calibri Light" panose="020F0302020204030204"/>
                <a:ea typeface="+mn-ea"/>
                <a:cs typeface="+mn-cs"/>
              </a:rPr>
              <a:t>Because it is computed over mini-batches and not the entire data set, the model’s data distribution sees each time has some noise. This can act as a </a:t>
            </a:r>
            <a:r>
              <a:rPr kumimoji="0" lang="en-US" sz="1200" i="0" u="none" strike="noStrike" kern="1200" cap="none" spc="0" normalizeH="0" baseline="0" noProof="0" dirty="0" err="1">
                <a:ln>
                  <a:noFill/>
                </a:ln>
                <a:solidFill>
                  <a:prstClr val="black"/>
                </a:solidFill>
                <a:effectLst/>
                <a:uLnTx/>
                <a:uFillTx/>
                <a:latin typeface="Calibri Light" panose="020F0302020204030204"/>
                <a:ea typeface="+mn-ea"/>
                <a:cs typeface="+mn-cs"/>
              </a:rPr>
              <a:t>regularizer</a:t>
            </a:r>
            <a:r>
              <a:rPr kumimoji="0" lang="en-US" sz="1200" i="0" u="none" strike="noStrike" kern="1200" cap="none" spc="0" normalizeH="0" baseline="0" noProof="0" dirty="0">
                <a:ln>
                  <a:noFill/>
                </a:ln>
                <a:solidFill>
                  <a:prstClr val="black"/>
                </a:solidFill>
                <a:effectLst/>
                <a:uLnTx/>
                <a:uFillTx/>
                <a:latin typeface="Calibri Light" panose="020F0302020204030204"/>
                <a:ea typeface="+mn-ea"/>
                <a:cs typeface="+mn-cs"/>
              </a:rPr>
              <a:t>, which can help overcome overfitting and help learn better. However, the noise added is quite small. Thus, it generally is not enough to properly regularize on its own and is normally used along with Dropout.</a:t>
            </a:r>
          </a:p>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4216B5-ABB0-425F-AA84-B4A3AD6D932D}"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245151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4216B5-ABB0-425F-AA84-B4A3AD6D932D}"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576602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000000"/>
                </a:solidFill>
                <a:effectLst/>
                <a:latin typeface="Segoe UI" panose="020B0502040204020203" pitchFamily="34" charset="0"/>
              </a:rPr>
              <a:t>Examples of hyperparameters in ML is</a:t>
            </a:r>
          </a:p>
          <a:p>
            <a:pPr algn="l"/>
            <a:r>
              <a:rPr lang="en-US" b="0" i="0" dirty="0">
                <a:solidFill>
                  <a:srgbClr val="000000"/>
                </a:solidFill>
                <a:effectLst/>
                <a:latin typeface="Segoe UI" panose="020B0502040204020203" pitchFamily="34" charset="0"/>
              </a:rPr>
              <a:t>the number of trees in a random forest or</a:t>
            </a:r>
          </a:p>
          <a:p>
            <a:pPr algn="l"/>
            <a:r>
              <a:rPr lang="en-US" b="0" i="0" dirty="0">
                <a:solidFill>
                  <a:srgbClr val="000000"/>
                </a:solidFill>
                <a:effectLst/>
                <a:latin typeface="Segoe UI" panose="020B0502040204020203" pitchFamily="34" charset="0"/>
              </a:rPr>
              <a:t>the penalty intensity of a </a:t>
            </a:r>
            <a:r>
              <a:rPr lang="en-US" b="0" i="0" dirty="0">
                <a:solidFill>
                  <a:srgbClr val="386FA7"/>
                </a:solidFill>
                <a:effectLst/>
                <a:latin typeface="Segoe UI" panose="020B0502040204020203" pitchFamily="34" charset="0"/>
                <a:hlinkClick r:id="rId3"/>
              </a:rPr>
              <a:t>Lasso regression</a:t>
            </a:r>
            <a:r>
              <a:rPr lang="en-US" b="0" i="0" dirty="0">
                <a:solidFill>
                  <a:srgbClr val="000000"/>
                </a:solidFill>
                <a:effectLst/>
                <a:latin typeface="Segoe UI" panose="020B0502040204020203" pitchFamily="34" charset="0"/>
              </a:rPr>
              <a:t>. </a:t>
            </a:r>
          </a:p>
          <a:p>
            <a:pPr algn="l"/>
            <a:r>
              <a:rPr lang="en-US" b="0" i="0" dirty="0">
                <a:solidFill>
                  <a:srgbClr val="000000"/>
                </a:solidFill>
                <a:effectLst/>
                <a:latin typeface="Segoe UI" panose="020B0502040204020203" pitchFamily="34" charset="0"/>
              </a:rPr>
              <a:t>They are all numbers that are set before the training phase and their values affect the behavior of the model.</a:t>
            </a:r>
          </a:p>
          <a:p>
            <a:pPr algn="l"/>
            <a:endParaRPr lang="en-US" b="0" i="0" dirty="0">
              <a:solidFill>
                <a:srgbClr val="000000"/>
              </a:solidFill>
              <a:effectLst/>
              <a:latin typeface="Segoe UI" panose="020B0502040204020203"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4216B5-ABB0-425F-AA84-B4A3AD6D932D}"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63927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b="0" i="0" dirty="0">
              <a:solidFill>
                <a:srgbClr val="000000"/>
              </a:solidFill>
              <a:effectLst/>
              <a:latin typeface="Segoe UI" panose="020B0502040204020203" pitchFamily="34" charset="0"/>
            </a:endParaRPr>
          </a:p>
          <a:p>
            <a:pPr algn="l"/>
            <a:r>
              <a:rPr lang="en-US" b="0" i="0" dirty="0">
                <a:solidFill>
                  <a:srgbClr val="000000"/>
                </a:solidFill>
                <a:effectLst/>
                <a:latin typeface="Segoe UI" panose="020B0502040204020203" pitchFamily="34" charset="0"/>
              </a:rPr>
              <a:t>Why should we tune the hyperparameters? </a:t>
            </a:r>
          </a:p>
          <a:p>
            <a:pPr algn="l"/>
            <a:r>
              <a:rPr lang="en-US" b="0" i="0" dirty="0">
                <a:solidFill>
                  <a:srgbClr val="000000"/>
                </a:solidFill>
                <a:effectLst/>
                <a:latin typeface="Segoe UI" panose="020B0502040204020203" pitchFamily="34" charset="0"/>
              </a:rPr>
              <a:t>Because we don’t really know their optimal values in advance. A model with different hyperparameters is, actually, a different model so it may have a lower performance.</a:t>
            </a:r>
          </a:p>
          <a:p>
            <a:pPr algn="l"/>
            <a:r>
              <a:rPr lang="en-US" b="0" i="0" dirty="0">
                <a:solidFill>
                  <a:srgbClr val="000000"/>
                </a:solidFill>
                <a:effectLst/>
                <a:latin typeface="Segoe UI" panose="020B0502040204020203" pitchFamily="34" charset="0"/>
              </a:rPr>
              <a:t>In the case of neural networks, a low number of neurons could lead to underfitting and a high number could lead to overfitting. </a:t>
            </a:r>
          </a:p>
          <a:p>
            <a:pPr algn="l"/>
            <a:r>
              <a:rPr lang="en-US" b="0" i="0" dirty="0">
                <a:solidFill>
                  <a:srgbClr val="000000"/>
                </a:solidFill>
                <a:effectLst/>
                <a:latin typeface="Segoe UI" panose="020B0502040204020203" pitchFamily="34" charset="0"/>
              </a:rPr>
              <a:t>In both cases, the model is not good, so we need to find the intermediate number of neurons that leads to the best performance.</a:t>
            </a:r>
          </a:p>
          <a:p>
            <a:r>
              <a:rPr lang="en-US" sz="1200" dirty="0">
                <a:solidFill>
                  <a:prstClr val="black"/>
                </a:solidFill>
                <a:latin typeface="Calibri Light" panose="020F0302020204030204"/>
              </a:rPr>
              <a:t>Thus, we need to find the optimal values for these hyperparameters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4216B5-ABB0-425F-AA84-B4A3AD6D932D}"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776756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4216B5-ABB0-425F-AA84-B4A3AD6D932D}"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524204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more num of dimensions, the search will explode in time complexity. Therefore, used when num of dimensions are less than or equal to 4.</a:t>
            </a:r>
          </a:p>
          <a:p>
            <a:r>
              <a:rPr lang="en-US" dirty="0"/>
              <a:t>But guarantees the best configuration at the end. Still Not preferred</a:t>
            </a:r>
          </a:p>
          <a:p>
            <a:endParaRPr lang="en-US" dirty="0"/>
          </a:p>
          <a:p>
            <a:r>
              <a:rPr lang="en-US" b="0" i="0" dirty="0">
                <a:solidFill>
                  <a:srgbClr val="000000"/>
                </a:solidFill>
                <a:effectLst/>
                <a:latin typeface="Segoe UI" panose="020B0502040204020203" pitchFamily="34" charset="0"/>
              </a:rPr>
              <a:t>Grid search is an exhaustive algorithm that spans all the combinations, so it can actually find the best point in the domain.</a:t>
            </a:r>
          </a:p>
          <a:p>
            <a:r>
              <a:rPr lang="en-US" b="0" i="0" dirty="0">
                <a:solidFill>
                  <a:srgbClr val="000000"/>
                </a:solidFill>
                <a:effectLst/>
                <a:latin typeface="Segoe UI" panose="020B0502040204020203" pitchFamily="34" charset="0"/>
              </a:rPr>
              <a:t>The great drawback is that it’s very slow. Checking every combination of the space requires a lot of time that, sometimes, time is not available. Don’t forget that every point in the grid needs k-fold cross-validation, which requires </a:t>
            </a:r>
            <a:r>
              <a:rPr lang="en-US" b="0" i="1" dirty="0">
                <a:solidFill>
                  <a:srgbClr val="000000"/>
                </a:solidFill>
                <a:effectLst/>
                <a:latin typeface="Segoe UI" panose="020B0502040204020203" pitchFamily="34" charset="0"/>
              </a:rPr>
              <a:t>k</a:t>
            </a:r>
            <a:r>
              <a:rPr lang="en-US" b="0" i="0" dirty="0">
                <a:solidFill>
                  <a:srgbClr val="000000"/>
                </a:solidFill>
                <a:effectLst/>
                <a:latin typeface="Segoe UI" panose="020B0502040204020203" pitchFamily="34" charset="0"/>
              </a:rPr>
              <a:t> training steps. So, tuning the hyperparameters of a model in this way can be quite complex and expensive. </a:t>
            </a:r>
            <a:endParaRPr lang="en-IN" dirty="0"/>
          </a:p>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4216B5-ABB0-425F-AA84-B4A3AD6D932D}"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495678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00000"/>
                </a:solidFill>
                <a:effectLst/>
                <a:latin typeface="Segoe UI" panose="020B0502040204020203" pitchFamily="34" charset="0"/>
              </a:rPr>
              <a:t>Random search is a very useful option when you have several hyperparameters with a fine-grained grid of values. Using a subset made by 5-100 randomly selected points, we are able to get a reasonably good set of values of the hyperparameters. </a:t>
            </a:r>
          </a:p>
          <a:p>
            <a:endParaRPr lang="en-US" b="0" i="0" dirty="0">
              <a:solidFill>
                <a:srgbClr val="000000"/>
              </a:solidFill>
              <a:effectLst/>
              <a:latin typeface="Segoe UI" panose="020B0502040204020203" pitchFamily="34" charset="0"/>
            </a:endParaRPr>
          </a:p>
          <a:p>
            <a:r>
              <a:rPr lang="en-US" b="0" i="0" dirty="0">
                <a:solidFill>
                  <a:srgbClr val="000000"/>
                </a:solidFill>
                <a:effectLst/>
                <a:latin typeface="Segoe UI" panose="020B0502040204020203" pitchFamily="34" charset="0"/>
              </a:rPr>
              <a:t>random search is very useful because it’s faster and, since it doesn’t reach the best point in the grid, it avoids overfitting and is more able to generalize.</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4216B5-ABB0-425F-AA84-B4A3AD6D932D}"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664617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CNNs are primarily used for image classification, though can also be used for audio data</a:t>
            </a:r>
          </a:p>
          <a:p>
            <a:r>
              <a:rPr lang="en-US" dirty="0"/>
              <a:t>RNNs and LSTM are used for sequence modeling. (Textual data)</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4216B5-ABB0-425F-AA84-B4A3AD6D932D}"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683430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9A3B9-BE6F-4374-BDF3-400B9B9FE33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48F4F42-B551-4BE5-B5C7-CDE6B8890F1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8536BA3-8FFA-4E3E-9D01-CF39C8564C98}"/>
              </a:ext>
            </a:extLst>
          </p:cNvPr>
          <p:cNvSpPr>
            <a:spLocks noGrp="1"/>
          </p:cNvSpPr>
          <p:nvPr>
            <p:ph type="dt" sz="half" idx="10"/>
          </p:nvPr>
        </p:nvSpPr>
        <p:spPr/>
        <p:txBody>
          <a:bodyPr/>
          <a:lstStyle/>
          <a:p>
            <a:fld id="{9AA35E2B-BA71-4A17-93CC-6FFD507357E5}" type="datetimeFigureOut">
              <a:rPr lang="en-IN" smtClean="0"/>
              <a:t>30-09-2022</a:t>
            </a:fld>
            <a:endParaRPr lang="en-IN"/>
          </a:p>
        </p:txBody>
      </p:sp>
      <p:sp>
        <p:nvSpPr>
          <p:cNvPr id="5" name="Footer Placeholder 4">
            <a:extLst>
              <a:ext uri="{FF2B5EF4-FFF2-40B4-BE49-F238E27FC236}">
                <a16:creationId xmlns:a16="http://schemas.microsoft.com/office/drawing/2014/main" id="{CF78811A-5408-4898-817A-4A751207BC0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ACD568E-90C1-40A4-82E5-8A1D653FA2A2}"/>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39411355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FDFD6-583B-4BF2-8E00-D2F035A7D16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954F78C-FB62-4FCC-8814-A33971571F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2D4E0A4-1872-41DF-BCB6-7874FF36E75D}"/>
              </a:ext>
            </a:extLst>
          </p:cNvPr>
          <p:cNvSpPr>
            <a:spLocks noGrp="1"/>
          </p:cNvSpPr>
          <p:nvPr>
            <p:ph type="dt" sz="half" idx="10"/>
          </p:nvPr>
        </p:nvSpPr>
        <p:spPr/>
        <p:txBody>
          <a:bodyPr/>
          <a:lstStyle/>
          <a:p>
            <a:fld id="{9AA35E2B-BA71-4A17-93CC-6FFD507357E5}" type="datetimeFigureOut">
              <a:rPr lang="en-IN" smtClean="0"/>
              <a:t>30-09-2022</a:t>
            </a:fld>
            <a:endParaRPr lang="en-IN"/>
          </a:p>
        </p:txBody>
      </p:sp>
      <p:sp>
        <p:nvSpPr>
          <p:cNvPr id="5" name="Footer Placeholder 4">
            <a:extLst>
              <a:ext uri="{FF2B5EF4-FFF2-40B4-BE49-F238E27FC236}">
                <a16:creationId xmlns:a16="http://schemas.microsoft.com/office/drawing/2014/main" id="{B76F2F0F-4D4C-4326-B392-A84870F8C7F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D9977BE-CDA3-4BB8-A148-FDDB789E1727}"/>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9188279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85F3A-91EA-439B-8570-E19C063F8E3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F7EAF32-3040-43B5-A381-E05587793F7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91A1A0D-FDD4-45C4-957B-ABF55D1C84A7}"/>
              </a:ext>
            </a:extLst>
          </p:cNvPr>
          <p:cNvSpPr>
            <a:spLocks noGrp="1"/>
          </p:cNvSpPr>
          <p:nvPr>
            <p:ph type="dt" sz="half" idx="10"/>
          </p:nvPr>
        </p:nvSpPr>
        <p:spPr/>
        <p:txBody>
          <a:bodyPr/>
          <a:lstStyle/>
          <a:p>
            <a:fld id="{9AA35E2B-BA71-4A17-93CC-6FFD507357E5}" type="datetimeFigureOut">
              <a:rPr lang="en-IN" smtClean="0"/>
              <a:t>30-09-2022</a:t>
            </a:fld>
            <a:endParaRPr lang="en-IN"/>
          </a:p>
        </p:txBody>
      </p:sp>
      <p:sp>
        <p:nvSpPr>
          <p:cNvPr id="5" name="Footer Placeholder 4">
            <a:extLst>
              <a:ext uri="{FF2B5EF4-FFF2-40B4-BE49-F238E27FC236}">
                <a16:creationId xmlns:a16="http://schemas.microsoft.com/office/drawing/2014/main" id="{80B644C8-C890-409E-A5B5-56DF8C1BBA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2AB4C4-E96D-4169-80F2-CF65804C3FAD}"/>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21200881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174D9-23FA-4A48-B949-ECE2E4BC0A9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7CC65DB-B714-4CB5-95CF-0C7A69A2575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ED6763A-29AB-45DA-ABB6-379F8930186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2B2DD46-407B-4CF9-83DA-2D7CEAE87335}"/>
              </a:ext>
            </a:extLst>
          </p:cNvPr>
          <p:cNvSpPr>
            <a:spLocks noGrp="1"/>
          </p:cNvSpPr>
          <p:nvPr>
            <p:ph type="dt" sz="half" idx="10"/>
          </p:nvPr>
        </p:nvSpPr>
        <p:spPr/>
        <p:txBody>
          <a:bodyPr/>
          <a:lstStyle/>
          <a:p>
            <a:fld id="{9AA35E2B-BA71-4A17-93CC-6FFD507357E5}" type="datetimeFigureOut">
              <a:rPr lang="en-IN" smtClean="0"/>
              <a:t>30-09-2022</a:t>
            </a:fld>
            <a:endParaRPr lang="en-IN"/>
          </a:p>
        </p:txBody>
      </p:sp>
      <p:sp>
        <p:nvSpPr>
          <p:cNvPr id="6" name="Footer Placeholder 5">
            <a:extLst>
              <a:ext uri="{FF2B5EF4-FFF2-40B4-BE49-F238E27FC236}">
                <a16:creationId xmlns:a16="http://schemas.microsoft.com/office/drawing/2014/main" id="{155FF541-847C-4A35-A20B-9F98DFD6947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C1CB10C-2D9E-418E-988E-EB84A90D1AF0}"/>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29390116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46ED0-5BB3-43AD-80D7-BDB89471191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6B773D4-C688-40BC-8B2F-E8A603A433E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FEE05E1-9B06-401E-BD9E-8CAED9E9B3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B72E848-EE48-4E51-8488-BE4E4C9C6A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67BD559-2FDF-4EB9-BFB6-FA3CD30BA52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8827978-435D-41F4-8350-E5D1A28BD177}"/>
              </a:ext>
            </a:extLst>
          </p:cNvPr>
          <p:cNvSpPr>
            <a:spLocks noGrp="1"/>
          </p:cNvSpPr>
          <p:nvPr>
            <p:ph type="dt" sz="half" idx="10"/>
          </p:nvPr>
        </p:nvSpPr>
        <p:spPr/>
        <p:txBody>
          <a:bodyPr/>
          <a:lstStyle/>
          <a:p>
            <a:fld id="{9AA35E2B-BA71-4A17-93CC-6FFD507357E5}" type="datetimeFigureOut">
              <a:rPr lang="en-IN" smtClean="0"/>
              <a:t>30-09-2022</a:t>
            </a:fld>
            <a:endParaRPr lang="en-IN"/>
          </a:p>
        </p:txBody>
      </p:sp>
      <p:sp>
        <p:nvSpPr>
          <p:cNvPr id="8" name="Footer Placeholder 7">
            <a:extLst>
              <a:ext uri="{FF2B5EF4-FFF2-40B4-BE49-F238E27FC236}">
                <a16:creationId xmlns:a16="http://schemas.microsoft.com/office/drawing/2014/main" id="{68AD9FA8-82D1-4D5D-95EB-639F96FD74D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3E0290A-324B-42CA-B0EB-7725364EB4BC}"/>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7625795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D5F9E-D9C7-4DB9-B11A-FD7E05B4809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937F12A-59AD-4B11-A120-8BD75DD6CDEC}"/>
              </a:ext>
            </a:extLst>
          </p:cNvPr>
          <p:cNvSpPr>
            <a:spLocks noGrp="1"/>
          </p:cNvSpPr>
          <p:nvPr>
            <p:ph type="dt" sz="half" idx="10"/>
          </p:nvPr>
        </p:nvSpPr>
        <p:spPr/>
        <p:txBody>
          <a:bodyPr/>
          <a:lstStyle/>
          <a:p>
            <a:fld id="{9AA35E2B-BA71-4A17-93CC-6FFD507357E5}" type="datetimeFigureOut">
              <a:rPr lang="en-IN" smtClean="0"/>
              <a:t>30-09-2022</a:t>
            </a:fld>
            <a:endParaRPr lang="en-IN"/>
          </a:p>
        </p:txBody>
      </p:sp>
      <p:sp>
        <p:nvSpPr>
          <p:cNvPr id="4" name="Footer Placeholder 3">
            <a:extLst>
              <a:ext uri="{FF2B5EF4-FFF2-40B4-BE49-F238E27FC236}">
                <a16:creationId xmlns:a16="http://schemas.microsoft.com/office/drawing/2014/main" id="{A4D1C11B-A445-4EDE-896C-BA63748251C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C1BCCA4-5374-483F-A862-6A28DBC8BE57}"/>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29942161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6CCD08-A2DD-46ED-A859-954CFAED48E7}"/>
              </a:ext>
            </a:extLst>
          </p:cNvPr>
          <p:cNvSpPr>
            <a:spLocks noGrp="1"/>
          </p:cNvSpPr>
          <p:nvPr>
            <p:ph type="dt" sz="half" idx="10"/>
          </p:nvPr>
        </p:nvSpPr>
        <p:spPr/>
        <p:txBody>
          <a:bodyPr/>
          <a:lstStyle/>
          <a:p>
            <a:fld id="{9AA35E2B-BA71-4A17-93CC-6FFD507357E5}" type="datetimeFigureOut">
              <a:rPr lang="en-IN" smtClean="0"/>
              <a:t>30-09-2022</a:t>
            </a:fld>
            <a:endParaRPr lang="en-IN"/>
          </a:p>
        </p:txBody>
      </p:sp>
      <p:sp>
        <p:nvSpPr>
          <p:cNvPr id="3" name="Footer Placeholder 2">
            <a:extLst>
              <a:ext uri="{FF2B5EF4-FFF2-40B4-BE49-F238E27FC236}">
                <a16:creationId xmlns:a16="http://schemas.microsoft.com/office/drawing/2014/main" id="{26D94C68-DD22-491B-B3E6-9819074959C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CC85A6D-3274-4CB8-A937-8143C3EFFB20}"/>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13683066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414F3-8D9B-4EDE-A35C-D4C8FDB037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C4BD596-DCD3-4689-88EA-753D7CE2A3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B2F5BC4-5C19-4E76-9AFD-1189504090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D4FA46-99F6-4976-A3DD-EF9C026F3323}"/>
              </a:ext>
            </a:extLst>
          </p:cNvPr>
          <p:cNvSpPr>
            <a:spLocks noGrp="1"/>
          </p:cNvSpPr>
          <p:nvPr>
            <p:ph type="dt" sz="half" idx="10"/>
          </p:nvPr>
        </p:nvSpPr>
        <p:spPr/>
        <p:txBody>
          <a:bodyPr/>
          <a:lstStyle/>
          <a:p>
            <a:fld id="{9AA35E2B-BA71-4A17-93CC-6FFD507357E5}" type="datetimeFigureOut">
              <a:rPr lang="en-IN" smtClean="0"/>
              <a:t>30-09-2022</a:t>
            </a:fld>
            <a:endParaRPr lang="en-IN"/>
          </a:p>
        </p:txBody>
      </p:sp>
      <p:sp>
        <p:nvSpPr>
          <p:cNvPr id="6" name="Footer Placeholder 5">
            <a:extLst>
              <a:ext uri="{FF2B5EF4-FFF2-40B4-BE49-F238E27FC236}">
                <a16:creationId xmlns:a16="http://schemas.microsoft.com/office/drawing/2014/main" id="{90B95AC3-B698-4E3E-9BDB-C0DDA5564D5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32B085A-EEEF-40F7-A254-E4F040F40AAF}"/>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40447530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74550-FA08-4155-A6F9-ACBDBD17A5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E66E897-6238-4A10-9778-F3190952598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7158CEB-5FD2-4FA1-AD9A-10C129FECF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EE6AEA-26BC-4E23-B81D-95B7DDAC1853}"/>
              </a:ext>
            </a:extLst>
          </p:cNvPr>
          <p:cNvSpPr>
            <a:spLocks noGrp="1"/>
          </p:cNvSpPr>
          <p:nvPr>
            <p:ph type="dt" sz="half" idx="10"/>
          </p:nvPr>
        </p:nvSpPr>
        <p:spPr/>
        <p:txBody>
          <a:bodyPr/>
          <a:lstStyle/>
          <a:p>
            <a:fld id="{9AA35E2B-BA71-4A17-93CC-6FFD507357E5}" type="datetimeFigureOut">
              <a:rPr lang="en-IN" smtClean="0"/>
              <a:t>30-09-2022</a:t>
            </a:fld>
            <a:endParaRPr lang="en-IN"/>
          </a:p>
        </p:txBody>
      </p:sp>
      <p:sp>
        <p:nvSpPr>
          <p:cNvPr id="6" name="Footer Placeholder 5">
            <a:extLst>
              <a:ext uri="{FF2B5EF4-FFF2-40B4-BE49-F238E27FC236}">
                <a16:creationId xmlns:a16="http://schemas.microsoft.com/office/drawing/2014/main" id="{008E1477-4CB6-4AF4-A2E6-37014E46DB1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BE495C4-965F-4076-9E43-8092B47C3517}"/>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4131284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AC57B-87B8-497A-AA4D-A49F6741F6A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C50BE63-1404-4216-B024-2EC94D784FC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C73B622-DBE5-4B58-A13B-18684B84BA3C}"/>
              </a:ext>
            </a:extLst>
          </p:cNvPr>
          <p:cNvSpPr>
            <a:spLocks noGrp="1"/>
          </p:cNvSpPr>
          <p:nvPr>
            <p:ph type="dt" sz="half" idx="10"/>
          </p:nvPr>
        </p:nvSpPr>
        <p:spPr/>
        <p:txBody>
          <a:bodyPr/>
          <a:lstStyle/>
          <a:p>
            <a:fld id="{9AA35E2B-BA71-4A17-93CC-6FFD507357E5}" type="datetimeFigureOut">
              <a:rPr lang="en-IN" smtClean="0"/>
              <a:t>30-09-2022</a:t>
            </a:fld>
            <a:endParaRPr lang="en-IN"/>
          </a:p>
        </p:txBody>
      </p:sp>
      <p:sp>
        <p:nvSpPr>
          <p:cNvPr id="5" name="Footer Placeholder 4">
            <a:extLst>
              <a:ext uri="{FF2B5EF4-FFF2-40B4-BE49-F238E27FC236}">
                <a16:creationId xmlns:a16="http://schemas.microsoft.com/office/drawing/2014/main" id="{7DE85DA3-952E-4F11-8FE1-2A581996206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CA0EA9D-DCCB-4643-90F5-243111A68630}"/>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12941331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C073A67-23E3-41F3-A422-BB6AE1AC352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89456D1-907B-4DBD-B0A1-418CB7B3E18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D93CF3-64F2-4DFF-A9A9-2D68A76647F1}"/>
              </a:ext>
            </a:extLst>
          </p:cNvPr>
          <p:cNvSpPr>
            <a:spLocks noGrp="1"/>
          </p:cNvSpPr>
          <p:nvPr>
            <p:ph type="dt" sz="half" idx="10"/>
          </p:nvPr>
        </p:nvSpPr>
        <p:spPr/>
        <p:txBody>
          <a:bodyPr/>
          <a:lstStyle/>
          <a:p>
            <a:fld id="{9AA35E2B-BA71-4A17-93CC-6FFD507357E5}" type="datetimeFigureOut">
              <a:rPr lang="en-IN" smtClean="0"/>
              <a:t>30-09-2022</a:t>
            </a:fld>
            <a:endParaRPr lang="en-IN"/>
          </a:p>
        </p:txBody>
      </p:sp>
      <p:sp>
        <p:nvSpPr>
          <p:cNvPr id="5" name="Footer Placeholder 4">
            <a:extLst>
              <a:ext uri="{FF2B5EF4-FFF2-40B4-BE49-F238E27FC236}">
                <a16:creationId xmlns:a16="http://schemas.microsoft.com/office/drawing/2014/main" id="{DB81A994-875C-41B8-A8EF-C225C8B6278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9B2FE84-8024-4C5B-9AB7-6916BC01A794}"/>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42121300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11849254"/>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9A3B9-BE6F-4374-BDF3-400B9B9FE33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48F4F42-B551-4BE5-B5C7-CDE6B8890F1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8536BA3-8FFA-4E3E-9D01-CF39C8564C98}"/>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CF78811A-5408-4898-817A-4A751207BC0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ACD568E-90C1-40A4-82E5-8A1D653FA2A2}"/>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12796203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FDFD6-583B-4BF2-8E00-D2F035A7D16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954F78C-FB62-4FCC-8814-A33971571F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2D4E0A4-1872-41DF-BCB6-7874FF36E75D}"/>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B76F2F0F-4D4C-4326-B392-A84870F8C7F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D9977BE-CDA3-4BB8-A148-FDDB789E1727}"/>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25897346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85F3A-91EA-439B-8570-E19C063F8E3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F7EAF32-3040-43B5-A381-E05587793F7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91A1A0D-FDD4-45C4-957B-ABF55D1C84A7}"/>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80B644C8-C890-409E-A5B5-56DF8C1BBA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2AB4C4-E96D-4169-80F2-CF65804C3FAD}"/>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23311067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174D9-23FA-4A48-B949-ECE2E4BC0A9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7CC65DB-B714-4CB5-95CF-0C7A69A2575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ED6763A-29AB-45DA-ABB6-379F8930186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2B2DD46-407B-4CF9-83DA-2D7CEAE87335}"/>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155FF541-847C-4A35-A20B-9F98DFD6947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C1CB10C-2D9E-418E-988E-EB84A90D1AF0}"/>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11661286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46ED0-5BB3-43AD-80D7-BDB89471191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6B773D4-C688-40BC-8B2F-E8A603A433E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FEE05E1-9B06-401E-BD9E-8CAED9E9B3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B72E848-EE48-4E51-8488-BE4E4C9C6A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67BD559-2FDF-4EB9-BFB6-FA3CD30BA52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8827978-435D-41F4-8350-E5D1A28BD177}"/>
              </a:ext>
            </a:extLst>
          </p:cNvPr>
          <p:cNvSpPr>
            <a:spLocks noGrp="1"/>
          </p:cNvSpPr>
          <p:nvPr>
            <p:ph type="dt" sz="half" idx="10"/>
          </p:nvPr>
        </p:nvSpPr>
        <p:spPr/>
        <p:txBody>
          <a:bodyPr/>
          <a:lstStyle/>
          <a:p>
            <a:endParaRPr lang="en-IN"/>
          </a:p>
        </p:txBody>
      </p:sp>
      <p:sp>
        <p:nvSpPr>
          <p:cNvPr id="8" name="Footer Placeholder 7">
            <a:extLst>
              <a:ext uri="{FF2B5EF4-FFF2-40B4-BE49-F238E27FC236}">
                <a16:creationId xmlns:a16="http://schemas.microsoft.com/office/drawing/2014/main" id="{68AD9FA8-82D1-4D5D-95EB-639F96FD74D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3E0290A-324B-42CA-B0EB-7725364EB4BC}"/>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18618788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D5F9E-D9C7-4DB9-B11A-FD7E05B4809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937F12A-59AD-4B11-A120-8BD75DD6CDEC}"/>
              </a:ext>
            </a:extLst>
          </p:cNvPr>
          <p:cNvSpPr>
            <a:spLocks noGrp="1"/>
          </p:cNvSpPr>
          <p:nvPr>
            <p:ph type="dt" sz="half" idx="10"/>
          </p:nvPr>
        </p:nvSpPr>
        <p:spPr/>
        <p:txBody>
          <a:bodyPr/>
          <a:lstStyle/>
          <a:p>
            <a:endParaRPr lang="en-IN"/>
          </a:p>
        </p:txBody>
      </p:sp>
      <p:sp>
        <p:nvSpPr>
          <p:cNvPr id="4" name="Footer Placeholder 3">
            <a:extLst>
              <a:ext uri="{FF2B5EF4-FFF2-40B4-BE49-F238E27FC236}">
                <a16:creationId xmlns:a16="http://schemas.microsoft.com/office/drawing/2014/main" id="{A4D1C11B-A445-4EDE-896C-BA63748251C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C1BCCA4-5374-483F-A862-6A28DBC8BE57}"/>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375067025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6CCD08-A2DD-46ED-A859-954CFAED48E7}"/>
              </a:ext>
            </a:extLst>
          </p:cNvPr>
          <p:cNvSpPr>
            <a:spLocks noGrp="1"/>
          </p:cNvSpPr>
          <p:nvPr>
            <p:ph type="dt" sz="half" idx="10"/>
          </p:nvPr>
        </p:nvSpPr>
        <p:spPr/>
        <p:txBody>
          <a:bodyPr/>
          <a:lstStyle/>
          <a:p>
            <a:endParaRPr lang="en-IN"/>
          </a:p>
        </p:txBody>
      </p:sp>
      <p:sp>
        <p:nvSpPr>
          <p:cNvPr id="3" name="Footer Placeholder 2">
            <a:extLst>
              <a:ext uri="{FF2B5EF4-FFF2-40B4-BE49-F238E27FC236}">
                <a16:creationId xmlns:a16="http://schemas.microsoft.com/office/drawing/2014/main" id="{26D94C68-DD22-491B-B3E6-9819074959C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CC85A6D-3274-4CB8-A937-8143C3EFFB20}"/>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272331752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414F3-8D9B-4EDE-A35C-D4C8FDB037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C4BD596-DCD3-4689-88EA-753D7CE2A3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B2F5BC4-5C19-4E76-9AFD-1189504090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D4FA46-99F6-4976-A3DD-EF9C026F3323}"/>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90B95AC3-B698-4E3E-9BDB-C0DDA5564D5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32B085A-EEEF-40F7-A254-E4F040F40AAF}"/>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15624019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74550-FA08-4155-A6F9-ACBDBD17A5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E66E897-6238-4A10-9778-F3190952598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7158CEB-5FD2-4FA1-AD9A-10C129FECF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EE6AEA-26BC-4E23-B81D-95B7DDAC1853}"/>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008E1477-4CB6-4AF4-A2E6-37014E46DB1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BE495C4-965F-4076-9E43-8092B47C3517}"/>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365711885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AC57B-87B8-497A-AA4D-A49F6741F6A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C50BE63-1404-4216-B024-2EC94D784FC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C73B622-DBE5-4B58-A13B-18684B84BA3C}"/>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7DE85DA3-952E-4F11-8FE1-2A581996206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CA0EA9D-DCCB-4643-90F5-243111A68630}"/>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412354628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C073A67-23E3-41F3-A422-BB6AE1AC352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89456D1-907B-4DBD-B0A1-418CB7B3E18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D93CF3-64F2-4DFF-A9A9-2D68A76647F1}"/>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DB81A994-875C-41B8-A8EF-C225C8B6278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9B2FE84-8024-4C5B-9AB7-6916BC01A794}"/>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35845551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83977777"/>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88182934"/>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E4B8BB1-37F3-4AAE-A86D-E439DE60993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7D48695-EA6F-4292-8628-01E84DEC5E7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8F4770-E352-4AA2-BDE0-C43AC8BFB0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A35E2B-BA71-4A17-93CC-6FFD507357E5}" type="datetimeFigureOut">
              <a:rPr lang="en-IN" smtClean="0"/>
              <a:t>30-09-2022</a:t>
            </a:fld>
            <a:endParaRPr lang="en-IN"/>
          </a:p>
        </p:txBody>
      </p:sp>
      <p:sp>
        <p:nvSpPr>
          <p:cNvPr id="5" name="Footer Placeholder 4">
            <a:extLst>
              <a:ext uri="{FF2B5EF4-FFF2-40B4-BE49-F238E27FC236}">
                <a16:creationId xmlns:a16="http://schemas.microsoft.com/office/drawing/2014/main" id="{CE9C78DE-CD8F-4C07-899C-3AA2EA0999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47BE1E2-B63B-4310-A86A-C53BD6FC020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D9BD54-7BE9-4F3B-8F4A-CE67E3F85104}" type="slidenum">
              <a:rPr lang="en-IN" smtClean="0"/>
              <a:t>‹#›</a:t>
            </a:fld>
            <a:endParaRPr lang="en-IN"/>
          </a:p>
        </p:txBody>
      </p:sp>
    </p:spTree>
    <p:extLst>
      <p:ext uri="{BB962C8B-B14F-4D97-AF65-F5344CB8AC3E}">
        <p14:creationId xmlns:p14="http://schemas.microsoft.com/office/powerpoint/2010/main" val="30731196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8"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E4B8BB1-37F3-4AAE-A86D-E439DE60993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7D48695-EA6F-4292-8628-01E84DEC5E7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8F4770-E352-4AA2-BDE0-C43AC8BFB0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a:p>
        </p:txBody>
      </p:sp>
      <p:sp>
        <p:nvSpPr>
          <p:cNvPr id="5" name="Footer Placeholder 4">
            <a:extLst>
              <a:ext uri="{FF2B5EF4-FFF2-40B4-BE49-F238E27FC236}">
                <a16:creationId xmlns:a16="http://schemas.microsoft.com/office/drawing/2014/main" id="{CE9C78DE-CD8F-4C07-899C-3AA2EA0999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47BE1E2-B63B-4310-A86A-C53BD6FC020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D9BD54-7BE9-4F3B-8F4A-CE67E3F85104}" type="slidenum">
              <a:rPr lang="en-IN" smtClean="0"/>
              <a:t>‹#›</a:t>
            </a:fld>
            <a:endParaRPr lang="en-IN"/>
          </a:p>
        </p:txBody>
      </p:sp>
    </p:spTree>
    <p:extLst>
      <p:ext uri="{BB962C8B-B14F-4D97-AF65-F5344CB8AC3E}">
        <p14:creationId xmlns:p14="http://schemas.microsoft.com/office/powerpoint/2010/main" val="849043576"/>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17" Type="http://schemas.openxmlformats.org/officeDocument/2006/relationships/customXml" Target="../ink/ink58.xml"/><Relationship Id="rId21" Type="http://schemas.openxmlformats.org/officeDocument/2006/relationships/customXml" Target="../ink/ink10.xml"/><Relationship Id="rId42" Type="http://schemas.openxmlformats.org/officeDocument/2006/relationships/image" Target="../media/image21.png"/><Relationship Id="rId63" Type="http://schemas.openxmlformats.org/officeDocument/2006/relationships/customXml" Target="../ink/ink31.xml"/><Relationship Id="rId84" Type="http://schemas.openxmlformats.org/officeDocument/2006/relationships/image" Target="../media/image42.png"/><Relationship Id="rId138" Type="http://schemas.openxmlformats.org/officeDocument/2006/relationships/image" Target="../media/image69.png"/><Relationship Id="rId159" Type="http://schemas.openxmlformats.org/officeDocument/2006/relationships/customXml" Target="../ink/ink79.xml"/><Relationship Id="rId170" Type="http://schemas.openxmlformats.org/officeDocument/2006/relationships/image" Target="../media/image85.png"/><Relationship Id="rId191" Type="http://schemas.openxmlformats.org/officeDocument/2006/relationships/customXml" Target="../ink/ink95.xml"/><Relationship Id="rId205" Type="http://schemas.openxmlformats.org/officeDocument/2006/relationships/customXml" Target="../ink/ink102.xml"/><Relationship Id="rId226" Type="http://schemas.openxmlformats.org/officeDocument/2006/relationships/image" Target="../media/image113.png"/><Relationship Id="rId107" Type="http://schemas.openxmlformats.org/officeDocument/2006/relationships/customXml" Target="../ink/ink53.xml"/><Relationship Id="rId11" Type="http://schemas.openxmlformats.org/officeDocument/2006/relationships/customXml" Target="../ink/ink5.xml"/><Relationship Id="rId32" Type="http://schemas.openxmlformats.org/officeDocument/2006/relationships/image" Target="../media/image16.png"/><Relationship Id="rId53" Type="http://schemas.openxmlformats.org/officeDocument/2006/relationships/customXml" Target="../ink/ink26.xml"/><Relationship Id="rId74" Type="http://schemas.openxmlformats.org/officeDocument/2006/relationships/image" Target="../media/image37.png"/><Relationship Id="rId128" Type="http://schemas.openxmlformats.org/officeDocument/2006/relationships/image" Target="../media/image64.png"/><Relationship Id="rId149" Type="http://schemas.openxmlformats.org/officeDocument/2006/relationships/customXml" Target="../ink/ink74.xml"/><Relationship Id="rId5" Type="http://schemas.openxmlformats.org/officeDocument/2006/relationships/customXml" Target="../ink/ink2.xml"/><Relationship Id="rId95" Type="http://schemas.openxmlformats.org/officeDocument/2006/relationships/customXml" Target="../ink/ink47.xml"/><Relationship Id="rId160" Type="http://schemas.openxmlformats.org/officeDocument/2006/relationships/image" Target="../media/image80.png"/><Relationship Id="rId181" Type="http://schemas.openxmlformats.org/officeDocument/2006/relationships/customXml" Target="../ink/ink90.xml"/><Relationship Id="rId216" Type="http://schemas.openxmlformats.org/officeDocument/2006/relationships/image" Target="../media/image108.png"/><Relationship Id="rId237" Type="http://schemas.openxmlformats.org/officeDocument/2006/relationships/customXml" Target="../ink/ink118.xml"/><Relationship Id="rId22" Type="http://schemas.openxmlformats.org/officeDocument/2006/relationships/image" Target="../media/image11.png"/><Relationship Id="rId43" Type="http://schemas.openxmlformats.org/officeDocument/2006/relationships/customXml" Target="../ink/ink21.xml"/><Relationship Id="rId64" Type="http://schemas.openxmlformats.org/officeDocument/2006/relationships/image" Target="../media/image32.png"/><Relationship Id="rId118" Type="http://schemas.openxmlformats.org/officeDocument/2006/relationships/image" Target="../media/image59.png"/><Relationship Id="rId139" Type="http://schemas.openxmlformats.org/officeDocument/2006/relationships/customXml" Target="../ink/ink69.xml"/><Relationship Id="rId85" Type="http://schemas.openxmlformats.org/officeDocument/2006/relationships/customXml" Target="../ink/ink42.xml"/><Relationship Id="rId150" Type="http://schemas.openxmlformats.org/officeDocument/2006/relationships/image" Target="../media/image75.png"/><Relationship Id="rId171" Type="http://schemas.openxmlformats.org/officeDocument/2006/relationships/customXml" Target="../ink/ink85.xml"/><Relationship Id="rId192" Type="http://schemas.openxmlformats.org/officeDocument/2006/relationships/image" Target="../media/image96.png"/><Relationship Id="rId206" Type="http://schemas.openxmlformats.org/officeDocument/2006/relationships/image" Target="../media/image103.png"/><Relationship Id="rId227" Type="http://schemas.openxmlformats.org/officeDocument/2006/relationships/customXml" Target="../ink/ink113.xml"/><Relationship Id="rId12" Type="http://schemas.openxmlformats.org/officeDocument/2006/relationships/image" Target="../media/image6.png"/><Relationship Id="rId33" Type="http://schemas.openxmlformats.org/officeDocument/2006/relationships/customXml" Target="../ink/ink16.xml"/><Relationship Id="rId108" Type="http://schemas.openxmlformats.org/officeDocument/2006/relationships/image" Target="../media/image54.png"/><Relationship Id="rId129" Type="http://schemas.openxmlformats.org/officeDocument/2006/relationships/customXml" Target="../ink/ink64.xml"/><Relationship Id="rId54" Type="http://schemas.openxmlformats.org/officeDocument/2006/relationships/image" Target="../media/image27.png"/><Relationship Id="rId75" Type="http://schemas.openxmlformats.org/officeDocument/2006/relationships/customXml" Target="../ink/ink37.xml"/><Relationship Id="rId96" Type="http://schemas.openxmlformats.org/officeDocument/2006/relationships/image" Target="../media/image48.png"/><Relationship Id="rId140" Type="http://schemas.openxmlformats.org/officeDocument/2006/relationships/image" Target="../media/image70.png"/><Relationship Id="rId161" Type="http://schemas.openxmlformats.org/officeDocument/2006/relationships/customXml" Target="../ink/ink80.xml"/><Relationship Id="rId182" Type="http://schemas.openxmlformats.org/officeDocument/2006/relationships/image" Target="../media/image91.png"/><Relationship Id="rId217" Type="http://schemas.openxmlformats.org/officeDocument/2006/relationships/customXml" Target="../ink/ink108.xml"/><Relationship Id="rId6" Type="http://schemas.openxmlformats.org/officeDocument/2006/relationships/image" Target="../media/image3.png"/><Relationship Id="rId238" Type="http://schemas.openxmlformats.org/officeDocument/2006/relationships/image" Target="../media/image119.png"/><Relationship Id="rId23" Type="http://schemas.openxmlformats.org/officeDocument/2006/relationships/customXml" Target="../ink/ink11.xml"/><Relationship Id="rId119" Type="http://schemas.openxmlformats.org/officeDocument/2006/relationships/customXml" Target="../ink/ink59.xml"/><Relationship Id="rId44" Type="http://schemas.openxmlformats.org/officeDocument/2006/relationships/image" Target="../media/image22.png"/><Relationship Id="rId65" Type="http://schemas.openxmlformats.org/officeDocument/2006/relationships/customXml" Target="../ink/ink32.xml"/><Relationship Id="rId86" Type="http://schemas.openxmlformats.org/officeDocument/2006/relationships/image" Target="../media/image43.png"/><Relationship Id="rId130" Type="http://schemas.openxmlformats.org/officeDocument/2006/relationships/image" Target="../media/image65.png"/><Relationship Id="rId151" Type="http://schemas.openxmlformats.org/officeDocument/2006/relationships/customXml" Target="../ink/ink75.xml"/><Relationship Id="rId172" Type="http://schemas.openxmlformats.org/officeDocument/2006/relationships/image" Target="../media/image86.png"/><Relationship Id="rId193" Type="http://schemas.openxmlformats.org/officeDocument/2006/relationships/customXml" Target="../ink/ink96.xml"/><Relationship Id="rId207" Type="http://schemas.openxmlformats.org/officeDocument/2006/relationships/customXml" Target="../ink/ink103.xml"/><Relationship Id="rId228" Type="http://schemas.openxmlformats.org/officeDocument/2006/relationships/image" Target="../media/image114.png"/><Relationship Id="rId13" Type="http://schemas.openxmlformats.org/officeDocument/2006/relationships/customXml" Target="../ink/ink6.xml"/><Relationship Id="rId109" Type="http://schemas.openxmlformats.org/officeDocument/2006/relationships/customXml" Target="../ink/ink54.xml"/><Relationship Id="rId34" Type="http://schemas.openxmlformats.org/officeDocument/2006/relationships/image" Target="../media/image17.png"/><Relationship Id="rId55" Type="http://schemas.openxmlformats.org/officeDocument/2006/relationships/customXml" Target="../ink/ink27.xml"/><Relationship Id="rId76" Type="http://schemas.openxmlformats.org/officeDocument/2006/relationships/image" Target="../media/image38.png"/><Relationship Id="rId97" Type="http://schemas.openxmlformats.org/officeDocument/2006/relationships/customXml" Target="../ink/ink48.xml"/><Relationship Id="rId120" Type="http://schemas.openxmlformats.org/officeDocument/2006/relationships/image" Target="../media/image60.png"/><Relationship Id="rId141" Type="http://schemas.openxmlformats.org/officeDocument/2006/relationships/customXml" Target="../ink/ink70.xml"/><Relationship Id="rId7" Type="http://schemas.openxmlformats.org/officeDocument/2006/relationships/customXml" Target="../ink/ink3.xml"/><Relationship Id="rId162" Type="http://schemas.openxmlformats.org/officeDocument/2006/relationships/image" Target="../media/image81.png"/><Relationship Id="rId183" Type="http://schemas.openxmlformats.org/officeDocument/2006/relationships/customXml" Target="../ink/ink91.xml"/><Relationship Id="rId218" Type="http://schemas.openxmlformats.org/officeDocument/2006/relationships/image" Target="../media/image109.png"/><Relationship Id="rId239" Type="http://schemas.openxmlformats.org/officeDocument/2006/relationships/customXml" Target="../ink/ink119.xml"/><Relationship Id="rId24" Type="http://schemas.openxmlformats.org/officeDocument/2006/relationships/image" Target="../media/image12.png"/><Relationship Id="rId45" Type="http://schemas.openxmlformats.org/officeDocument/2006/relationships/customXml" Target="../ink/ink22.xml"/><Relationship Id="rId66" Type="http://schemas.openxmlformats.org/officeDocument/2006/relationships/image" Target="../media/image33.png"/><Relationship Id="rId87" Type="http://schemas.openxmlformats.org/officeDocument/2006/relationships/customXml" Target="../ink/ink43.xml"/><Relationship Id="rId110" Type="http://schemas.openxmlformats.org/officeDocument/2006/relationships/image" Target="../media/image55.png"/><Relationship Id="rId131" Type="http://schemas.openxmlformats.org/officeDocument/2006/relationships/customXml" Target="../ink/ink65.xml"/><Relationship Id="rId152" Type="http://schemas.openxmlformats.org/officeDocument/2006/relationships/image" Target="../media/image76.png"/><Relationship Id="rId173" Type="http://schemas.openxmlformats.org/officeDocument/2006/relationships/customXml" Target="../ink/ink86.xml"/><Relationship Id="rId194" Type="http://schemas.openxmlformats.org/officeDocument/2006/relationships/image" Target="../media/image97.png"/><Relationship Id="rId208" Type="http://schemas.openxmlformats.org/officeDocument/2006/relationships/image" Target="../media/image104.png"/><Relationship Id="rId229" Type="http://schemas.openxmlformats.org/officeDocument/2006/relationships/customXml" Target="../ink/ink114.xml"/><Relationship Id="rId240" Type="http://schemas.openxmlformats.org/officeDocument/2006/relationships/image" Target="../media/image120.png"/><Relationship Id="rId14" Type="http://schemas.openxmlformats.org/officeDocument/2006/relationships/image" Target="../media/image7.png"/><Relationship Id="rId35" Type="http://schemas.openxmlformats.org/officeDocument/2006/relationships/customXml" Target="../ink/ink17.xml"/><Relationship Id="rId56" Type="http://schemas.openxmlformats.org/officeDocument/2006/relationships/image" Target="../media/image28.png"/><Relationship Id="rId77" Type="http://schemas.openxmlformats.org/officeDocument/2006/relationships/customXml" Target="../ink/ink38.xml"/><Relationship Id="rId100" Type="http://schemas.openxmlformats.org/officeDocument/2006/relationships/image" Target="../media/image50.png"/><Relationship Id="rId8" Type="http://schemas.openxmlformats.org/officeDocument/2006/relationships/image" Target="../media/image4.png"/><Relationship Id="rId98" Type="http://schemas.openxmlformats.org/officeDocument/2006/relationships/image" Target="../media/image49.png"/><Relationship Id="rId121" Type="http://schemas.openxmlformats.org/officeDocument/2006/relationships/customXml" Target="../ink/ink60.xml"/><Relationship Id="rId142" Type="http://schemas.openxmlformats.org/officeDocument/2006/relationships/image" Target="../media/image71.png"/><Relationship Id="rId163" Type="http://schemas.openxmlformats.org/officeDocument/2006/relationships/customXml" Target="../ink/ink81.xml"/><Relationship Id="rId184" Type="http://schemas.openxmlformats.org/officeDocument/2006/relationships/image" Target="../media/image92.png"/><Relationship Id="rId219" Type="http://schemas.openxmlformats.org/officeDocument/2006/relationships/customXml" Target="../ink/ink109.xml"/><Relationship Id="rId230" Type="http://schemas.openxmlformats.org/officeDocument/2006/relationships/image" Target="../media/image115.png"/><Relationship Id="rId25" Type="http://schemas.openxmlformats.org/officeDocument/2006/relationships/customXml" Target="../ink/ink12.xml"/><Relationship Id="rId46" Type="http://schemas.openxmlformats.org/officeDocument/2006/relationships/image" Target="../media/image23.png"/><Relationship Id="rId67" Type="http://schemas.openxmlformats.org/officeDocument/2006/relationships/customXml" Target="../ink/ink33.xml"/><Relationship Id="rId88" Type="http://schemas.openxmlformats.org/officeDocument/2006/relationships/image" Target="../media/image44.png"/><Relationship Id="rId111" Type="http://schemas.openxmlformats.org/officeDocument/2006/relationships/customXml" Target="../ink/ink55.xml"/><Relationship Id="rId132" Type="http://schemas.openxmlformats.org/officeDocument/2006/relationships/image" Target="../media/image66.png"/><Relationship Id="rId153" Type="http://schemas.openxmlformats.org/officeDocument/2006/relationships/customXml" Target="../ink/ink76.xml"/><Relationship Id="rId174" Type="http://schemas.openxmlformats.org/officeDocument/2006/relationships/image" Target="../media/image87.png"/><Relationship Id="rId195" Type="http://schemas.openxmlformats.org/officeDocument/2006/relationships/customXml" Target="../ink/ink97.xml"/><Relationship Id="rId209" Type="http://schemas.openxmlformats.org/officeDocument/2006/relationships/customXml" Target="../ink/ink104.xml"/><Relationship Id="rId220" Type="http://schemas.openxmlformats.org/officeDocument/2006/relationships/image" Target="../media/image110.png"/><Relationship Id="rId241" Type="http://schemas.openxmlformats.org/officeDocument/2006/relationships/customXml" Target="../ink/ink120.xml"/><Relationship Id="rId15" Type="http://schemas.openxmlformats.org/officeDocument/2006/relationships/customXml" Target="../ink/ink7.xml"/><Relationship Id="rId36" Type="http://schemas.openxmlformats.org/officeDocument/2006/relationships/image" Target="../media/image18.png"/><Relationship Id="rId57" Type="http://schemas.openxmlformats.org/officeDocument/2006/relationships/customXml" Target="../ink/ink28.xml"/><Relationship Id="rId106" Type="http://schemas.openxmlformats.org/officeDocument/2006/relationships/image" Target="../media/image53.png"/><Relationship Id="rId127" Type="http://schemas.openxmlformats.org/officeDocument/2006/relationships/customXml" Target="../ink/ink63.xml"/><Relationship Id="rId10" Type="http://schemas.openxmlformats.org/officeDocument/2006/relationships/image" Target="../media/image5.png"/><Relationship Id="rId31" Type="http://schemas.openxmlformats.org/officeDocument/2006/relationships/customXml" Target="../ink/ink15.xml"/><Relationship Id="rId52" Type="http://schemas.openxmlformats.org/officeDocument/2006/relationships/image" Target="../media/image26.png"/><Relationship Id="rId73" Type="http://schemas.openxmlformats.org/officeDocument/2006/relationships/customXml" Target="../ink/ink36.xml"/><Relationship Id="rId78" Type="http://schemas.openxmlformats.org/officeDocument/2006/relationships/image" Target="../media/image39.png"/><Relationship Id="rId94" Type="http://schemas.openxmlformats.org/officeDocument/2006/relationships/image" Target="../media/image47.png"/><Relationship Id="rId99" Type="http://schemas.openxmlformats.org/officeDocument/2006/relationships/customXml" Target="../ink/ink49.xml"/><Relationship Id="rId101" Type="http://schemas.openxmlformats.org/officeDocument/2006/relationships/customXml" Target="../ink/ink50.xml"/><Relationship Id="rId122" Type="http://schemas.openxmlformats.org/officeDocument/2006/relationships/image" Target="../media/image61.png"/><Relationship Id="rId143" Type="http://schemas.openxmlformats.org/officeDocument/2006/relationships/customXml" Target="../ink/ink71.xml"/><Relationship Id="rId148" Type="http://schemas.openxmlformats.org/officeDocument/2006/relationships/image" Target="../media/image74.png"/><Relationship Id="rId164" Type="http://schemas.openxmlformats.org/officeDocument/2006/relationships/image" Target="../media/image82.png"/><Relationship Id="rId169" Type="http://schemas.openxmlformats.org/officeDocument/2006/relationships/customXml" Target="../ink/ink84.xml"/><Relationship Id="rId185" Type="http://schemas.openxmlformats.org/officeDocument/2006/relationships/customXml" Target="../ink/ink92.xml"/><Relationship Id="rId4" Type="http://schemas.openxmlformats.org/officeDocument/2006/relationships/image" Target="../media/image2.png"/><Relationship Id="rId9" Type="http://schemas.openxmlformats.org/officeDocument/2006/relationships/customXml" Target="../ink/ink4.xml"/><Relationship Id="rId180" Type="http://schemas.openxmlformats.org/officeDocument/2006/relationships/image" Target="../media/image90.png"/><Relationship Id="rId210" Type="http://schemas.openxmlformats.org/officeDocument/2006/relationships/image" Target="../media/image105.png"/><Relationship Id="rId215" Type="http://schemas.openxmlformats.org/officeDocument/2006/relationships/customXml" Target="../ink/ink107.xml"/><Relationship Id="rId236" Type="http://schemas.openxmlformats.org/officeDocument/2006/relationships/image" Target="../media/image118.png"/><Relationship Id="rId26" Type="http://schemas.openxmlformats.org/officeDocument/2006/relationships/image" Target="../media/image13.png"/><Relationship Id="rId231" Type="http://schemas.openxmlformats.org/officeDocument/2006/relationships/customXml" Target="../ink/ink115.xml"/><Relationship Id="rId47" Type="http://schemas.openxmlformats.org/officeDocument/2006/relationships/customXml" Target="../ink/ink23.xml"/><Relationship Id="rId68" Type="http://schemas.openxmlformats.org/officeDocument/2006/relationships/image" Target="../media/image34.png"/><Relationship Id="rId89" Type="http://schemas.openxmlformats.org/officeDocument/2006/relationships/customXml" Target="../ink/ink44.xml"/><Relationship Id="rId112" Type="http://schemas.openxmlformats.org/officeDocument/2006/relationships/image" Target="../media/image56.png"/><Relationship Id="rId133" Type="http://schemas.openxmlformats.org/officeDocument/2006/relationships/customXml" Target="../ink/ink66.xml"/><Relationship Id="rId154" Type="http://schemas.openxmlformats.org/officeDocument/2006/relationships/image" Target="../media/image77.png"/><Relationship Id="rId175" Type="http://schemas.openxmlformats.org/officeDocument/2006/relationships/customXml" Target="../ink/ink87.xml"/><Relationship Id="rId196" Type="http://schemas.openxmlformats.org/officeDocument/2006/relationships/image" Target="../media/image98.png"/><Relationship Id="rId200" Type="http://schemas.openxmlformats.org/officeDocument/2006/relationships/image" Target="../media/image100.png"/><Relationship Id="rId16" Type="http://schemas.openxmlformats.org/officeDocument/2006/relationships/image" Target="../media/image8.png"/><Relationship Id="rId221" Type="http://schemas.openxmlformats.org/officeDocument/2006/relationships/customXml" Target="../ink/ink110.xml"/><Relationship Id="rId242" Type="http://schemas.openxmlformats.org/officeDocument/2006/relationships/image" Target="../media/image121.png"/><Relationship Id="rId37" Type="http://schemas.openxmlformats.org/officeDocument/2006/relationships/customXml" Target="../ink/ink18.xml"/><Relationship Id="rId58" Type="http://schemas.openxmlformats.org/officeDocument/2006/relationships/image" Target="../media/image29.png"/><Relationship Id="rId79" Type="http://schemas.openxmlformats.org/officeDocument/2006/relationships/customXml" Target="../ink/ink39.xml"/><Relationship Id="rId102" Type="http://schemas.openxmlformats.org/officeDocument/2006/relationships/image" Target="../media/image51.png"/><Relationship Id="rId123" Type="http://schemas.openxmlformats.org/officeDocument/2006/relationships/customXml" Target="../ink/ink61.xml"/><Relationship Id="rId144" Type="http://schemas.openxmlformats.org/officeDocument/2006/relationships/image" Target="../media/image72.png"/><Relationship Id="rId90" Type="http://schemas.openxmlformats.org/officeDocument/2006/relationships/image" Target="../media/image45.png"/><Relationship Id="rId165" Type="http://schemas.openxmlformats.org/officeDocument/2006/relationships/customXml" Target="../ink/ink82.xml"/><Relationship Id="rId186" Type="http://schemas.openxmlformats.org/officeDocument/2006/relationships/image" Target="../media/image93.png"/><Relationship Id="rId211" Type="http://schemas.openxmlformats.org/officeDocument/2006/relationships/customXml" Target="../ink/ink105.xml"/><Relationship Id="rId232" Type="http://schemas.openxmlformats.org/officeDocument/2006/relationships/image" Target="../media/image116.png"/><Relationship Id="rId27" Type="http://schemas.openxmlformats.org/officeDocument/2006/relationships/customXml" Target="../ink/ink13.xml"/><Relationship Id="rId48" Type="http://schemas.openxmlformats.org/officeDocument/2006/relationships/image" Target="../media/image24.png"/><Relationship Id="rId69" Type="http://schemas.openxmlformats.org/officeDocument/2006/relationships/customXml" Target="../ink/ink34.xml"/><Relationship Id="rId113" Type="http://schemas.openxmlformats.org/officeDocument/2006/relationships/customXml" Target="../ink/ink56.xml"/><Relationship Id="rId134" Type="http://schemas.openxmlformats.org/officeDocument/2006/relationships/image" Target="../media/image67.png"/><Relationship Id="rId80" Type="http://schemas.openxmlformats.org/officeDocument/2006/relationships/image" Target="../media/image40.png"/><Relationship Id="rId155" Type="http://schemas.openxmlformats.org/officeDocument/2006/relationships/customXml" Target="../ink/ink77.xml"/><Relationship Id="rId176" Type="http://schemas.openxmlformats.org/officeDocument/2006/relationships/image" Target="../media/image88.png"/><Relationship Id="rId197" Type="http://schemas.openxmlformats.org/officeDocument/2006/relationships/customXml" Target="../ink/ink98.xml"/><Relationship Id="rId201" Type="http://schemas.openxmlformats.org/officeDocument/2006/relationships/customXml" Target="../ink/ink100.xml"/><Relationship Id="rId222" Type="http://schemas.openxmlformats.org/officeDocument/2006/relationships/image" Target="../media/image111.png"/><Relationship Id="rId17" Type="http://schemas.openxmlformats.org/officeDocument/2006/relationships/customXml" Target="../ink/ink8.xml"/><Relationship Id="rId38" Type="http://schemas.openxmlformats.org/officeDocument/2006/relationships/image" Target="../media/image19.png"/><Relationship Id="rId59" Type="http://schemas.openxmlformats.org/officeDocument/2006/relationships/customXml" Target="../ink/ink29.xml"/><Relationship Id="rId103" Type="http://schemas.openxmlformats.org/officeDocument/2006/relationships/customXml" Target="../ink/ink51.xml"/><Relationship Id="rId124" Type="http://schemas.openxmlformats.org/officeDocument/2006/relationships/image" Target="../media/image62.png"/><Relationship Id="rId70" Type="http://schemas.openxmlformats.org/officeDocument/2006/relationships/image" Target="../media/image35.png"/><Relationship Id="rId91" Type="http://schemas.openxmlformats.org/officeDocument/2006/relationships/customXml" Target="../ink/ink45.xml"/><Relationship Id="rId145" Type="http://schemas.openxmlformats.org/officeDocument/2006/relationships/customXml" Target="../ink/ink72.xml"/><Relationship Id="rId166" Type="http://schemas.openxmlformats.org/officeDocument/2006/relationships/image" Target="../media/image83.png"/><Relationship Id="rId187" Type="http://schemas.openxmlformats.org/officeDocument/2006/relationships/customXml" Target="../ink/ink93.xml"/><Relationship Id="rId1" Type="http://schemas.openxmlformats.org/officeDocument/2006/relationships/slideLayout" Target="../slideLayouts/slideLayout2.xml"/><Relationship Id="rId212" Type="http://schemas.openxmlformats.org/officeDocument/2006/relationships/image" Target="../media/image106.png"/><Relationship Id="rId233" Type="http://schemas.openxmlformats.org/officeDocument/2006/relationships/customXml" Target="../ink/ink116.xml"/><Relationship Id="rId28" Type="http://schemas.openxmlformats.org/officeDocument/2006/relationships/image" Target="../media/image14.png"/><Relationship Id="rId49" Type="http://schemas.openxmlformats.org/officeDocument/2006/relationships/customXml" Target="../ink/ink24.xml"/><Relationship Id="rId114" Type="http://schemas.openxmlformats.org/officeDocument/2006/relationships/image" Target="../media/image57.png"/><Relationship Id="rId60" Type="http://schemas.openxmlformats.org/officeDocument/2006/relationships/image" Target="../media/image30.png"/><Relationship Id="rId81" Type="http://schemas.openxmlformats.org/officeDocument/2006/relationships/customXml" Target="../ink/ink40.xml"/><Relationship Id="rId135" Type="http://schemas.openxmlformats.org/officeDocument/2006/relationships/customXml" Target="../ink/ink67.xml"/><Relationship Id="rId156" Type="http://schemas.openxmlformats.org/officeDocument/2006/relationships/image" Target="../media/image78.png"/><Relationship Id="rId177" Type="http://schemas.openxmlformats.org/officeDocument/2006/relationships/customXml" Target="../ink/ink88.xml"/><Relationship Id="rId198" Type="http://schemas.openxmlformats.org/officeDocument/2006/relationships/image" Target="../media/image99.png"/><Relationship Id="rId202" Type="http://schemas.openxmlformats.org/officeDocument/2006/relationships/image" Target="../media/image101.png"/><Relationship Id="rId223" Type="http://schemas.openxmlformats.org/officeDocument/2006/relationships/customXml" Target="../ink/ink111.xml"/><Relationship Id="rId18" Type="http://schemas.openxmlformats.org/officeDocument/2006/relationships/image" Target="../media/image9.png"/><Relationship Id="rId39" Type="http://schemas.openxmlformats.org/officeDocument/2006/relationships/customXml" Target="../ink/ink19.xml"/><Relationship Id="rId50" Type="http://schemas.openxmlformats.org/officeDocument/2006/relationships/image" Target="../media/image25.png"/><Relationship Id="rId104" Type="http://schemas.openxmlformats.org/officeDocument/2006/relationships/image" Target="../media/image52.png"/><Relationship Id="rId125" Type="http://schemas.openxmlformats.org/officeDocument/2006/relationships/customXml" Target="../ink/ink62.xml"/><Relationship Id="rId146" Type="http://schemas.openxmlformats.org/officeDocument/2006/relationships/image" Target="../media/image73.png"/><Relationship Id="rId167" Type="http://schemas.openxmlformats.org/officeDocument/2006/relationships/customXml" Target="../ink/ink83.xml"/><Relationship Id="rId188" Type="http://schemas.openxmlformats.org/officeDocument/2006/relationships/image" Target="../media/image94.png"/><Relationship Id="rId71" Type="http://schemas.openxmlformats.org/officeDocument/2006/relationships/customXml" Target="../ink/ink35.xml"/><Relationship Id="rId92" Type="http://schemas.openxmlformats.org/officeDocument/2006/relationships/image" Target="../media/image46.png"/><Relationship Id="rId213" Type="http://schemas.openxmlformats.org/officeDocument/2006/relationships/customXml" Target="../ink/ink106.xml"/><Relationship Id="rId234" Type="http://schemas.openxmlformats.org/officeDocument/2006/relationships/image" Target="../media/image117.png"/><Relationship Id="rId2" Type="http://schemas.openxmlformats.org/officeDocument/2006/relationships/notesSlide" Target="../notesSlides/notesSlide3.xml"/><Relationship Id="rId29" Type="http://schemas.openxmlformats.org/officeDocument/2006/relationships/customXml" Target="../ink/ink14.xml"/><Relationship Id="rId40" Type="http://schemas.openxmlformats.org/officeDocument/2006/relationships/image" Target="../media/image20.png"/><Relationship Id="rId115" Type="http://schemas.openxmlformats.org/officeDocument/2006/relationships/customXml" Target="../ink/ink57.xml"/><Relationship Id="rId136" Type="http://schemas.openxmlformats.org/officeDocument/2006/relationships/image" Target="../media/image68.png"/><Relationship Id="rId157" Type="http://schemas.openxmlformats.org/officeDocument/2006/relationships/customXml" Target="../ink/ink78.xml"/><Relationship Id="rId178" Type="http://schemas.openxmlformats.org/officeDocument/2006/relationships/image" Target="../media/image89.png"/><Relationship Id="rId61" Type="http://schemas.openxmlformats.org/officeDocument/2006/relationships/customXml" Target="../ink/ink30.xml"/><Relationship Id="rId82" Type="http://schemas.openxmlformats.org/officeDocument/2006/relationships/image" Target="../media/image41.png"/><Relationship Id="rId199" Type="http://schemas.openxmlformats.org/officeDocument/2006/relationships/customXml" Target="../ink/ink99.xml"/><Relationship Id="rId203" Type="http://schemas.openxmlformats.org/officeDocument/2006/relationships/customXml" Target="../ink/ink101.xml"/><Relationship Id="rId19" Type="http://schemas.openxmlformats.org/officeDocument/2006/relationships/customXml" Target="../ink/ink9.xml"/><Relationship Id="rId224" Type="http://schemas.openxmlformats.org/officeDocument/2006/relationships/image" Target="../media/image112.png"/><Relationship Id="rId30" Type="http://schemas.openxmlformats.org/officeDocument/2006/relationships/image" Target="../media/image15.png"/><Relationship Id="rId105" Type="http://schemas.openxmlformats.org/officeDocument/2006/relationships/customXml" Target="../ink/ink52.xml"/><Relationship Id="rId126" Type="http://schemas.openxmlformats.org/officeDocument/2006/relationships/image" Target="../media/image63.png"/><Relationship Id="rId147" Type="http://schemas.openxmlformats.org/officeDocument/2006/relationships/customXml" Target="../ink/ink73.xml"/><Relationship Id="rId168" Type="http://schemas.openxmlformats.org/officeDocument/2006/relationships/image" Target="../media/image84.png"/><Relationship Id="rId51" Type="http://schemas.openxmlformats.org/officeDocument/2006/relationships/customXml" Target="../ink/ink25.xml"/><Relationship Id="rId72" Type="http://schemas.openxmlformats.org/officeDocument/2006/relationships/image" Target="../media/image36.png"/><Relationship Id="rId93" Type="http://schemas.openxmlformats.org/officeDocument/2006/relationships/customXml" Target="../ink/ink46.xml"/><Relationship Id="rId189" Type="http://schemas.openxmlformats.org/officeDocument/2006/relationships/customXml" Target="../ink/ink94.xml"/><Relationship Id="rId3" Type="http://schemas.openxmlformats.org/officeDocument/2006/relationships/customXml" Target="../ink/ink1.xml"/><Relationship Id="rId214" Type="http://schemas.openxmlformats.org/officeDocument/2006/relationships/image" Target="../media/image107.png"/><Relationship Id="rId235" Type="http://schemas.openxmlformats.org/officeDocument/2006/relationships/customXml" Target="../ink/ink117.xml"/><Relationship Id="rId116" Type="http://schemas.openxmlformats.org/officeDocument/2006/relationships/image" Target="../media/image58.png"/><Relationship Id="rId137" Type="http://schemas.openxmlformats.org/officeDocument/2006/relationships/customXml" Target="../ink/ink68.xml"/><Relationship Id="rId158" Type="http://schemas.openxmlformats.org/officeDocument/2006/relationships/image" Target="../media/image79.png"/><Relationship Id="rId20" Type="http://schemas.openxmlformats.org/officeDocument/2006/relationships/image" Target="../media/image10.png"/><Relationship Id="rId41" Type="http://schemas.openxmlformats.org/officeDocument/2006/relationships/customXml" Target="../ink/ink20.xml"/><Relationship Id="rId62" Type="http://schemas.openxmlformats.org/officeDocument/2006/relationships/image" Target="../media/image31.png"/><Relationship Id="rId83" Type="http://schemas.openxmlformats.org/officeDocument/2006/relationships/customXml" Target="../ink/ink41.xml"/><Relationship Id="rId179" Type="http://schemas.openxmlformats.org/officeDocument/2006/relationships/customXml" Target="../ink/ink89.xml"/><Relationship Id="rId190" Type="http://schemas.openxmlformats.org/officeDocument/2006/relationships/image" Target="../media/image95.png"/><Relationship Id="rId204" Type="http://schemas.openxmlformats.org/officeDocument/2006/relationships/image" Target="../media/image102.png"/><Relationship Id="rId225" Type="http://schemas.openxmlformats.org/officeDocument/2006/relationships/customXml" Target="../ink/ink1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23.png"/></Relationships>
</file>

<file path=ppt/slides/_rels/slide8.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40.png"/><Relationship Id="rId5" Type="http://schemas.openxmlformats.org/officeDocument/2006/relationships/customXml" Target="../ink/ink121.xml"/><Relationship Id="rId4" Type="http://schemas.openxmlformats.org/officeDocument/2006/relationships/image" Target="../media/image126.png"/></Relationships>
</file>

<file path=ppt/slides/_rels/slide10.xml.rels><?xml version="1.0" encoding="UTF-8" standalone="yes"?>
<Relationships xmlns="http://schemas.openxmlformats.org/package/2006/relationships"><Relationship Id="rId3" Type="http://schemas.openxmlformats.org/officeDocument/2006/relationships/customXml" Target="../ink/ink122.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42.png"/><Relationship Id="rId5" Type="http://schemas.openxmlformats.org/officeDocument/2006/relationships/customXml" Target="../ink/ink123.xml"/><Relationship Id="rId4" Type="http://schemas.openxmlformats.org/officeDocument/2006/relationships/image" Target="../media/image141.png"/></Relationships>
</file>

<file path=ppt/slides/_rels/slide11.xml.rels><?xml version="1.0" encoding="UTF-8" standalone="yes"?>
<Relationships xmlns="http://schemas.openxmlformats.org/package/2006/relationships"><Relationship Id="rId13" Type="http://schemas.openxmlformats.org/officeDocument/2006/relationships/image" Target="../media/image148.png"/><Relationship Id="rId18" Type="http://schemas.openxmlformats.org/officeDocument/2006/relationships/customXml" Target="../ink/ink131.xml"/><Relationship Id="rId26" Type="http://schemas.openxmlformats.org/officeDocument/2006/relationships/customXml" Target="../ink/ink135.xml"/><Relationship Id="rId39" Type="http://schemas.openxmlformats.org/officeDocument/2006/relationships/image" Target="../media/image161.png"/><Relationship Id="rId21" Type="http://schemas.openxmlformats.org/officeDocument/2006/relationships/image" Target="../media/image152.png"/><Relationship Id="rId34" Type="http://schemas.openxmlformats.org/officeDocument/2006/relationships/customXml" Target="../ink/ink139.xml"/><Relationship Id="rId42" Type="http://schemas.openxmlformats.org/officeDocument/2006/relationships/customXml" Target="../ink/ink143.xml"/><Relationship Id="rId47" Type="http://schemas.openxmlformats.org/officeDocument/2006/relationships/image" Target="../media/image165.png"/><Relationship Id="rId50" Type="http://schemas.openxmlformats.org/officeDocument/2006/relationships/customXml" Target="../ink/ink147.xml"/><Relationship Id="rId7" Type="http://schemas.openxmlformats.org/officeDocument/2006/relationships/image" Target="../media/image145.png"/><Relationship Id="rId2" Type="http://schemas.openxmlformats.org/officeDocument/2006/relationships/notesSlide" Target="../notesSlides/notesSlide9.xml"/><Relationship Id="rId16" Type="http://schemas.openxmlformats.org/officeDocument/2006/relationships/customXml" Target="../ink/ink130.xml"/><Relationship Id="rId29" Type="http://schemas.openxmlformats.org/officeDocument/2006/relationships/image" Target="../media/image156.png"/><Relationship Id="rId11" Type="http://schemas.openxmlformats.org/officeDocument/2006/relationships/image" Target="../media/image147.png"/><Relationship Id="rId24" Type="http://schemas.openxmlformats.org/officeDocument/2006/relationships/customXml" Target="../ink/ink134.xml"/><Relationship Id="rId32" Type="http://schemas.openxmlformats.org/officeDocument/2006/relationships/customXml" Target="../ink/ink138.xml"/><Relationship Id="rId37" Type="http://schemas.openxmlformats.org/officeDocument/2006/relationships/image" Target="../media/image160.png"/><Relationship Id="rId40" Type="http://schemas.openxmlformats.org/officeDocument/2006/relationships/customXml" Target="../ink/ink142.xml"/><Relationship Id="rId45" Type="http://schemas.openxmlformats.org/officeDocument/2006/relationships/image" Target="../media/image164.png"/><Relationship Id="rId53" Type="http://schemas.openxmlformats.org/officeDocument/2006/relationships/image" Target="../media/image168.png"/><Relationship Id="rId5" Type="http://schemas.openxmlformats.org/officeDocument/2006/relationships/image" Target="../media/image144.png"/><Relationship Id="rId10" Type="http://schemas.openxmlformats.org/officeDocument/2006/relationships/customXml" Target="../ink/ink127.xml"/><Relationship Id="rId19" Type="http://schemas.openxmlformats.org/officeDocument/2006/relationships/image" Target="../media/image151.png"/><Relationship Id="rId31" Type="http://schemas.openxmlformats.org/officeDocument/2006/relationships/image" Target="../media/image157.png"/><Relationship Id="rId44" Type="http://schemas.openxmlformats.org/officeDocument/2006/relationships/customXml" Target="../ink/ink144.xml"/><Relationship Id="rId52" Type="http://schemas.openxmlformats.org/officeDocument/2006/relationships/customXml" Target="../ink/ink148.xml"/><Relationship Id="rId4" Type="http://schemas.openxmlformats.org/officeDocument/2006/relationships/customXml" Target="../ink/ink124.xml"/><Relationship Id="rId9" Type="http://schemas.openxmlformats.org/officeDocument/2006/relationships/image" Target="../media/image146.png"/><Relationship Id="rId14" Type="http://schemas.openxmlformats.org/officeDocument/2006/relationships/customXml" Target="../ink/ink129.xml"/><Relationship Id="rId22" Type="http://schemas.openxmlformats.org/officeDocument/2006/relationships/customXml" Target="../ink/ink133.xml"/><Relationship Id="rId27" Type="http://schemas.openxmlformats.org/officeDocument/2006/relationships/image" Target="../media/image155.png"/><Relationship Id="rId30" Type="http://schemas.openxmlformats.org/officeDocument/2006/relationships/customXml" Target="../ink/ink137.xml"/><Relationship Id="rId35" Type="http://schemas.openxmlformats.org/officeDocument/2006/relationships/image" Target="../media/image159.png"/><Relationship Id="rId43" Type="http://schemas.openxmlformats.org/officeDocument/2006/relationships/image" Target="../media/image163.png"/><Relationship Id="rId48" Type="http://schemas.openxmlformats.org/officeDocument/2006/relationships/customXml" Target="../ink/ink146.xml"/><Relationship Id="rId8" Type="http://schemas.openxmlformats.org/officeDocument/2006/relationships/customXml" Target="../ink/ink126.xml"/><Relationship Id="rId51" Type="http://schemas.openxmlformats.org/officeDocument/2006/relationships/image" Target="../media/image167.png"/><Relationship Id="rId3" Type="http://schemas.openxmlformats.org/officeDocument/2006/relationships/image" Target="../media/image127.png"/><Relationship Id="rId12" Type="http://schemas.openxmlformats.org/officeDocument/2006/relationships/customXml" Target="../ink/ink128.xml"/><Relationship Id="rId17" Type="http://schemas.openxmlformats.org/officeDocument/2006/relationships/image" Target="../media/image150.png"/><Relationship Id="rId25" Type="http://schemas.openxmlformats.org/officeDocument/2006/relationships/image" Target="../media/image154.png"/><Relationship Id="rId33" Type="http://schemas.openxmlformats.org/officeDocument/2006/relationships/image" Target="../media/image158.png"/><Relationship Id="rId38" Type="http://schemas.openxmlformats.org/officeDocument/2006/relationships/customXml" Target="../ink/ink141.xml"/><Relationship Id="rId46" Type="http://schemas.openxmlformats.org/officeDocument/2006/relationships/customXml" Target="../ink/ink145.xml"/><Relationship Id="rId20" Type="http://schemas.openxmlformats.org/officeDocument/2006/relationships/customXml" Target="../ink/ink132.xml"/><Relationship Id="rId41" Type="http://schemas.openxmlformats.org/officeDocument/2006/relationships/image" Target="../media/image162.png"/><Relationship Id="rId1" Type="http://schemas.openxmlformats.org/officeDocument/2006/relationships/slideLayout" Target="../slideLayouts/slideLayout2.xml"/><Relationship Id="rId6" Type="http://schemas.openxmlformats.org/officeDocument/2006/relationships/customXml" Target="../ink/ink125.xml"/><Relationship Id="rId15" Type="http://schemas.openxmlformats.org/officeDocument/2006/relationships/image" Target="../media/image149.png"/><Relationship Id="rId23" Type="http://schemas.openxmlformats.org/officeDocument/2006/relationships/image" Target="../media/image153.png"/><Relationship Id="rId28" Type="http://schemas.openxmlformats.org/officeDocument/2006/relationships/customXml" Target="../ink/ink136.xml"/><Relationship Id="rId36" Type="http://schemas.openxmlformats.org/officeDocument/2006/relationships/customXml" Target="../ink/ink140.xml"/><Relationship Id="rId49" Type="http://schemas.openxmlformats.org/officeDocument/2006/relationships/image" Target="../media/image166.png"/></Relationships>
</file>

<file path=ppt/slides/_rels/slide12.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70.png"/><Relationship Id="rId4" Type="http://schemas.openxmlformats.org/officeDocument/2006/relationships/customXml" Target="../ink/ink149.xml"/></Relationships>
</file>

<file path=ppt/slides/_rels/slide13.xml.rels><?xml version="1.0" encoding="UTF-8" standalone="yes"?>
<Relationships xmlns="http://schemas.openxmlformats.org/package/2006/relationships"><Relationship Id="rId117" Type="http://schemas.openxmlformats.org/officeDocument/2006/relationships/customXml" Target="../ink/ink207.xml"/><Relationship Id="rId671" Type="http://schemas.openxmlformats.org/officeDocument/2006/relationships/customXml" Target="../ink/ink485.xml"/><Relationship Id="rId21" Type="http://schemas.openxmlformats.org/officeDocument/2006/relationships/customXml" Target="../ink/ink159.xml"/><Relationship Id="rId324" Type="http://schemas.openxmlformats.org/officeDocument/2006/relationships/image" Target="../media/image1650.png"/><Relationship Id="rId531" Type="http://schemas.openxmlformats.org/officeDocument/2006/relationships/customXml" Target="../ink/ink415.xml"/><Relationship Id="rId629" Type="http://schemas.openxmlformats.org/officeDocument/2006/relationships/customXml" Target="../ink/ink464.xml"/><Relationship Id="rId170" Type="http://schemas.openxmlformats.org/officeDocument/2006/relationships/image" Target="../media/image890.png"/><Relationship Id="rId268" Type="http://schemas.openxmlformats.org/officeDocument/2006/relationships/image" Target="../media/image1370.png"/><Relationship Id="rId475" Type="http://schemas.openxmlformats.org/officeDocument/2006/relationships/customXml" Target="../ink/ink387.xml"/><Relationship Id="rId682" Type="http://schemas.openxmlformats.org/officeDocument/2006/relationships/image" Target="../media/image344.png"/><Relationship Id="rId32" Type="http://schemas.openxmlformats.org/officeDocument/2006/relationships/image" Target="../media/image2010.png"/><Relationship Id="rId128" Type="http://schemas.openxmlformats.org/officeDocument/2006/relationships/image" Target="../media/image680.png"/><Relationship Id="rId335" Type="http://schemas.openxmlformats.org/officeDocument/2006/relationships/customXml" Target="../ink/ink317.xml"/><Relationship Id="rId542" Type="http://schemas.openxmlformats.org/officeDocument/2006/relationships/image" Target="../media/image274.png"/><Relationship Id="rId181" Type="http://schemas.openxmlformats.org/officeDocument/2006/relationships/customXml" Target="../ink/ink239.xml"/><Relationship Id="rId402" Type="http://schemas.openxmlformats.org/officeDocument/2006/relationships/image" Target="../media/image204.png"/><Relationship Id="rId279" Type="http://schemas.openxmlformats.org/officeDocument/2006/relationships/customXml" Target="../ink/ink289.xml"/><Relationship Id="rId486" Type="http://schemas.openxmlformats.org/officeDocument/2006/relationships/image" Target="../media/image246.png"/><Relationship Id="rId43" Type="http://schemas.openxmlformats.org/officeDocument/2006/relationships/customXml" Target="../ink/ink170.xml"/><Relationship Id="rId139" Type="http://schemas.openxmlformats.org/officeDocument/2006/relationships/customXml" Target="../ink/ink218.xml"/><Relationship Id="rId346" Type="http://schemas.openxmlformats.org/officeDocument/2006/relationships/image" Target="../media/image176.png"/><Relationship Id="rId553" Type="http://schemas.openxmlformats.org/officeDocument/2006/relationships/customXml" Target="../ink/ink426.xml"/><Relationship Id="rId192" Type="http://schemas.openxmlformats.org/officeDocument/2006/relationships/customXml" Target="../ink/ink245.xml"/><Relationship Id="rId206" Type="http://schemas.openxmlformats.org/officeDocument/2006/relationships/customXml" Target="../ink/ink252.xml"/><Relationship Id="rId413" Type="http://schemas.openxmlformats.org/officeDocument/2006/relationships/customXml" Target="../ink/ink356.xml"/><Relationship Id="rId497" Type="http://schemas.openxmlformats.org/officeDocument/2006/relationships/customXml" Target="../ink/ink398.xml"/><Relationship Id="rId620" Type="http://schemas.openxmlformats.org/officeDocument/2006/relationships/image" Target="../media/image313.png"/><Relationship Id="rId357" Type="http://schemas.openxmlformats.org/officeDocument/2006/relationships/customXml" Target="../ink/ink328.xml"/><Relationship Id="rId54" Type="http://schemas.openxmlformats.org/officeDocument/2006/relationships/image" Target="../media/image3110.png"/><Relationship Id="rId217" Type="http://schemas.openxmlformats.org/officeDocument/2006/relationships/image" Target="../media/image1120.png"/><Relationship Id="rId564" Type="http://schemas.openxmlformats.org/officeDocument/2006/relationships/image" Target="../media/image285.png"/><Relationship Id="rId424" Type="http://schemas.openxmlformats.org/officeDocument/2006/relationships/image" Target="../media/image215.png"/><Relationship Id="rId631" Type="http://schemas.openxmlformats.org/officeDocument/2006/relationships/customXml" Target="../ink/ink465.xml"/><Relationship Id="rId270" Type="http://schemas.openxmlformats.org/officeDocument/2006/relationships/image" Target="../media/image1380.png"/><Relationship Id="rId65" Type="http://schemas.openxmlformats.org/officeDocument/2006/relationships/customXml" Target="../ink/ink181.xml"/><Relationship Id="rId130" Type="http://schemas.openxmlformats.org/officeDocument/2006/relationships/image" Target="../media/image690.png"/><Relationship Id="rId368" Type="http://schemas.openxmlformats.org/officeDocument/2006/relationships/image" Target="../media/image187.png"/><Relationship Id="rId575" Type="http://schemas.openxmlformats.org/officeDocument/2006/relationships/customXml" Target="../ink/ink437.xml"/><Relationship Id="rId228" Type="http://schemas.openxmlformats.org/officeDocument/2006/relationships/customXml" Target="../ink/ink263.xml"/><Relationship Id="rId435" Type="http://schemas.openxmlformats.org/officeDocument/2006/relationships/customXml" Target="../ink/ink367.xml"/><Relationship Id="rId642" Type="http://schemas.openxmlformats.org/officeDocument/2006/relationships/image" Target="../media/image324.png"/><Relationship Id="rId281" Type="http://schemas.openxmlformats.org/officeDocument/2006/relationships/customXml" Target="../ink/ink290.xml"/><Relationship Id="rId502" Type="http://schemas.openxmlformats.org/officeDocument/2006/relationships/image" Target="../media/image254.png"/><Relationship Id="rId76" Type="http://schemas.openxmlformats.org/officeDocument/2006/relationships/image" Target="../media/image4210.png"/><Relationship Id="rId141" Type="http://schemas.openxmlformats.org/officeDocument/2006/relationships/customXml" Target="../ink/ink219.xml"/><Relationship Id="rId379" Type="http://schemas.openxmlformats.org/officeDocument/2006/relationships/customXml" Target="../ink/ink339.xml"/><Relationship Id="rId586" Type="http://schemas.openxmlformats.org/officeDocument/2006/relationships/image" Target="../media/image296.png"/><Relationship Id="rId7" Type="http://schemas.openxmlformats.org/officeDocument/2006/relationships/customXml" Target="../ink/ink152.xml"/><Relationship Id="rId239" Type="http://schemas.openxmlformats.org/officeDocument/2006/relationships/image" Target="../media/image1230.png"/><Relationship Id="rId446" Type="http://schemas.openxmlformats.org/officeDocument/2006/relationships/image" Target="../media/image226.png"/><Relationship Id="rId653" Type="http://schemas.openxmlformats.org/officeDocument/2006/relationships/customXml" Target="../ink/ink476.xml"/><Relationship Id="rId292" Type="http://schemas.openxmlformats.org/officeDocument/2006/relationships/image" Target="../media/image1490.png"/><Relationship Id="rId306" Type="http://schemas.openxmlformats.org/officeDocument/2006/relationships/image" Target="../media/image1560.png"/><Relationship Id="rId87" Type="http://schemas.openxmlformats.org/officeDocument/2006/relationships/customXml" Target="../ink/ink192.xml"/><Relationship Id="rId513" Type="http://schemas.openxmlformats.org/officeDocument/2006/relationships/customXml" Target="../ink/ink406.xml"/><Relationship Id="rId597" Type="http://schemas.openxmlformats.org/officeDocument/2006/relationships/customXml" Target="../ink/ink448.xml"/><Relationship Id="rId152" Type="http://schemas.openxmlformats.org/officeDocument/2006/relationships/image" Target="../media/image800.png"/><Relationship Id="rId457" Type="http://schemas.openxmlformats.org/officeDocument/2006/relationships/customXml" Target="../ink/ink378.xml"/><Relationship Id="rId664" Type="http://schemas.openxmlformats.org/officeDocument/2006/relationships/image" Target="../media/image335.png"/><Relationship Id="rId14" Type="http://schemas.openxmlformats.org/officeDocument/2006/relationships/image" Target="../media/image1110.png"/><Relationship Id="rId317" Type="http://schemas.openxmlformats.org/officeDocument/2006/relationships/customXml" Target="../ink/ink308.xml"/><Relationship Id="rId524" Type="http://schemas.openxmlformats.org/officeDocument/2006/relationships/image" Target="../media/image265.png"/><Relationship Id="rId98" Type="http://schemas.openxmlformats.org/officeDocument/2006/relationships/image" Target="../media/image530.png"/><Relationship Id="rId163" Type="http://schemas.openxmlformats.org/officeDocument/2006/relationships/customXml" Target="../ink/ink230.xml"/><Relationship Id="rId370" Type="http://schemas.openxmlformats.org/officeDocument/2006/relationships/image" Target="../media/image188.png"/><Relationship Id="rId230" Type="http://schemas.openxmlformats.org/officeDocument/2006/relationships/customXml" Target="../ink/ink264.xml"/><Relationship Id="rId468" Type="http://schemas.openxmlformats.org/officeDocument/2006/relationships/image" Target="../media/image237.png"/><Relationship Id="rId675" Type="http://schemas.openxmlformats.org/officeDocument/2006/relationships/customXml" Target="../ink/ink487.xml"/><Relationship Id="rId25" Type="http://schemas.openxmlformats.org/officeDocument/2006/relationships/customXml" Target="../ink/ink161.xml"/><Relationship Id="rId328" Type="http://schemas.openxmlformats.org/officeDocument/2006/relationships/image" Target="../media/image1670.png"/><Relationship Id="rId535" Type="http://schemas.openxmlformats.org/officeDocument/2006/relationships/customXml" Target="../ink/ink417.xml"/><Relationship Id="rId174" Type="http://schemas.openxmlformats.org/officeDocument/2006/relationships/image" Target="../media/image911.png"/><Relationship Id="rId381" Type="http://schemas.openxmlformats.org/officeDocument/2006/relationships/customXml" Target="../ink/ink340.xml"/><Relationship Id="rId602" Type="http://schemas.openxmlformats.org/officeDocument/2006/relationships/image" Target="../media/image304.png"/><Relationship Id="rId241" Type="http://schemas.openxmlformats.org/officeDocument/2006/relationships/image" Target="../media/image1240.png"/><Relationship Id="rId479" Type="http://schemas.openxmlformats.org/officeDocument/2006/relationships/customXml" Target="../ink/ink389.xml"/><Relationship Id="rId686" Type="http://schemas.openxmlformats.org/officeDocument/2006/relationships/image" Target="../media/image346.png"/><Relationship Id="rId36" Type="http://schemas.openxmlformats.org/officeDocument/2006/relationships/image" Target="../media/image2210.png"/><Relationship Id="rId339" Type="http://schemas.openxmlformats.org/officeDocument/2006/relationships/customXml" Target="../ink/ink319.xml"/><Relationship Id="rId546" Type="http://schemas.openxmlformats.org/officeDocument/2006/relationships/image" Target="../media/image276.png"/><Relationship Id="rId101" Type="http://schemas.openxmlformats.org/officeDocument/2006/relationships/customXml" Target="../ink/ink199.xml"/><Relationship Id="rId185" Type="http://schemas.openxmlformats.org/officeDocument/2006/relationships/customXml" Target="../ink/ink241.xml"/><Relationship Id="rId406" Type="http://schemas.openxmlformats.org/officeDocument/2006/relationships/image" Target="../media/image206.png"/><Relationship Id="rId392" Type="http://schemas.openxmlformats.org/officeDocument/2006/relationships/image" Target="../media/image199.png"/><Relationship Id="rId613" Type="http://schemas.openxmlformats.org/officeDocument/2006/relationships/customXml" Target="../ink/ink456.xml"/><Relationship Id="rId252" Type="http://schemas.openxmlformats.org/officeDocument/2006/relationships/customXml" Target="../ink/ink275.xml"/><Relationship Id="rId47" Type="http://schemas.openxmlformats.org/officeDocument/2006/relationships/customXml" Target="../ink/ink172.xml"/><Relationship Id="rId112" Type="http://schemas.openxmlformats.org/officeDocument/2006/relationships/image" Target="../media/image600.png"/><Relationship Id="rId557" Type="http://schemas.openxmlformats.org/officeDocument/2006/relationships/customXml" Target="../ink/ink428.xml"/><Relationship Id="rId196" Type="http://schemas.openxmlformats.org/officeDocument/2006/relationships/customXml" Target="../ink/ink247.xml"/><Relationship Id="rId417" Type="http://schemas.openxmlformats.org/officeDocument/2006/relationships/customXml" Target="../ink/ink358.xml"/><Relationship Id="rId624" Type="http://schemas.openxmlformats.org/officeDocument/2006/relationships/image" Target="../media/image315.png"/><Relationship Id="rId263" Type="http://schemas.openxmlformats.org/officeDocument/2006/relationships/customXml" Target="../ink/ink281.xml"/><Relationship Id="rId470" Type="http://schemas.openxmlformats.org/officeDocument/2006/relationships/image" Target="../media/image238.png"/><Relationship Id="rId58" Type="http://schemas.openxmlformats.org/officeDocument/2006/relationships/image" Target="../media/image3310.png"/><Relationship Id="rId123" Type="http://schemas.openxmlformats.org/officeDocument/2006/relationships/customXml" Target="../ink/ink210.xml"/><Relationship Id="rId330" Type="http://schemas.openxmlformats.org/officeDocument/2006/relationships/image" Target="../media/image1680.png"/><Relationship Id="rId568" Type="http://schemas.openxmlformats.org/officeDocument/2006/relationships/image" Target="../media/image287.png"/><Relationship Id="rId428" Type="http://schemas.openxmlformats.org/officeDocument/2006/relationships/image" Target="../media/image217.png"/><Relationship Id="rId635" Type="http://schemas.openxmlformats.org/officeDocument/2006/relationships/customXml" Target="../ink/ink467.xml"/><Relationship Id="rId274" Type="http://schemas.openxmlformats.org/officeDocument/2006/relationships/image" Target="../media/image1400.png"/><Relationship Id="rId481" Type="http://schemas.openxmlformats.org/officeDocument/2006/relationships/customXml" Target="../ink/ink390.xml"/><Relationship Id="rId69" Type="http://schemas.openxmlformats.org/officeDocument/2006/relationships/customXml" Target="../ink/ink183.xml"/><Relationship Id="rId134" Type="http://schemas.openxmlformats.org/officeDocument/2006/relationships/image" Target="../media/image711.png"/><Relationship Id="rId579" Type="http://schemas.openxmlformats.org/officeDocument/2006/relationships/customXml" Target="../ink/ink439.xml"/><Relationship Id="rId341" Type="http://schemas.openxmlformats.org/officeDocument/2006/relationships/customXml" Target="../ink/ink320.xml"/><Relationship Id="rId439" Type="http://schemas.openxmlformats.org/officeDocument/2006/relationships/customXml" Target="../ink/ink369.xml"/><Relationship Id="rId646" Type="http://schemas.openxmlformats.org/officeDocument/2006/relationships/image" Target="../media/image326.png"/><Relationship Id="rId201" Type="http://schemas.openxmlformats.org/officeDocument/2006/relationships/image" Target="../media/image1040.png"/><Relationship Id="rId285" Type="http://schemas.openxmlformats.org/officeDocument/2006/relationships/customXml" Target="../ink/ink292.xml"/><Relationship Id="rId506" Type="http://schemas.openxmlformats.org/officeDocument/2006/relationships/image" Target="../media/image256.png"/><Relationship Id="rId492" Type="http://schemas.openxmlformats.org/officeDocument/2006/relationships/image" Target="../media/image249.png"/><Relationship Id="rId145" Type="http://schemas.openxmlformats.org/officeDocument/2006/relationships/customXml" Target="../ink/ink221.xml"/><Relationship Id="rId352" Type="http://schemas.openxmlformats.org/officeDocument/2006/relationships/image" Target="../media/image179.png"/><Relationship Id="rId212" Type="http://schemas.openxmlformats.org/officeDocument/2006/relationships/customXml" Target="../ink/ink255.xml"/><Relationship Id="rId657" Type="http://schemas.openxmlformats.org/officeDocument/2006/relationships/customXml" Target="../ink/ink478.xml"/><Relationship Id="rId49" Type="http://schemas.openxmlformats.org/officeDocument/2006/relationships/customXml" Target="../ink/ink173.xml"/><Relationship Id="rId114" Type="http://schemas.openxmlformats.org/officeDocument/2006/relationships/image" Target="../media/image611.png"/><Relationship Id="rId296" Type="http://schemas.openxmlformats.org/officeDocument/2006/relationships/image" Target="../media/image1511.png"/><Relationship Id="rId461" Type="http://schemas.openxmlformats.org/officeDocument/2006/relationships/customXml" Target="../ink/ink380.xml"/><Relationship Id="rId517" Type="http://schemas.openxmlformats.org/officeDocument/2006/relationships/customXml" Target="../ink/ink408.xml"/><Relationship Id="rId559" Type="http://schemas.openxmlformats.org/officeDocument/2006/relationships/customXml" Target="../ink/ink429.xml"/><Relationship Id="rId60" Type="http://schemas.openxmlformats.org/officeDocument/2006/relationships/image" Target="../media/image3410.png"/><Relationship Id="rId156" Type="http://schemas.openxmlformats.org/officeDocument/2006/relationships/image" Target="../media/image820.png"/><Relationship Id="rId198" Type="http://schemas.openxmlformats.org/officeDocument/2006/relationships/customXml" Target="../ink/ink248.xml"/><Relationship Id="rId321" Type="http://schemas.openxmlformats.org/officeDocument/2006/relationships/customXml" Target="../ink/ink310.xml"/><Relationship Id="rId363" Type="http://schemas.openxmlformats.org/officeDocument/2006/relationships/customXml" Target="../ink/ink331.xml"/><Relationship Id="rId419" Type="http://schemas.openxmlformats.org/officeDocument/2006/relationships/customXml" Target="../ink/ink359.xml"/><Relationship Id="rId570" Type="http://schemas.openxmlformats.org/officeDocument/2006/relationships/image" Target="../media/image288.png"/><Relationship Id="rId626" Type="http://schemas.openxmlformats.org/officeDocument/2006/relationships/image" Target="../media/image316.png"/><Relationship Id="rId223" Type="http://schemas.openxmlformats.org/officeDocument/2006/relationships/image" Target="../media/image1150.png"/><Relationship Id="rId430" Type="http://schemas.openxmlformats.org/officeDocument/2006/relationships/image" Target="../media/image218.png"/><Relationship Id="rId668" Type="http://schemas.openxmlformats.org/officeDocument/2006/relationships/image" Target="../media/image337.png"/><Relationship Id="rId18" Type="http://schemas.openxmlformats.org/officeDocument/2006/relationships/image" Target="../media/image1310.png"/><Relationship Id="rId265" Type="http://schemas.openxmlformats.org/officeDocument/2006/relationships/customXml" Target="../ink/ink282.xml"/><Relationship Id="rId472" Type="http://schemas.openxmlformats.org/officeDocument/2006/relationships/image" Target="../media/image239.png"/><Relationship Id="rId528" Type="http://schemas.openxmlformats.org/officeDocument/2006/relationships/image" Target="../media/image267.png"/><Relationship Id="rId125" Type="http://schemas.openxmlformats.org/officeDocument/2006/relationships/customXml" Target="../ink/ink211.xml"/><Relationship Id="rId167" Type="http://schemas.openxmlformats.org/officeDocument/2006/relationships/customXml" Target="../ink/ink232.xml"/><Relationship Id="rId332" Type="http://schemas.openxmlformats.org/officeDocument/2006/relationships/image" Target="../media/image1690.png"/><Relationship Id="rId374" Type="http://schemas.openxmlformats.org/officeDocument/2006/relationships/image" Target="../media/image190.png"/><Relationship Id="rId581" Type="http://schemas.openxmlformats.org/officeDocument/2006/relationships/customXml" Target="../ink/ink440.xml"/><Relationship Id="rId71" Type="http://schemas.openxmlformats.org/officeDocument/2006/relationships/customXml" Target="../ink/ink184.xml"/><Relationship Id="rId234" Type="http://schemas.openxmlformats.org/officeDocument/2006/relationships/customXml" Target="../ink/ink266.xml"/><Relationship Id="rId637" Type="http://schemas.openxmlformats.org/officeDocument/2006/relationships/customXml" Target="../ink/ink468.xml"/><Relationship Id="rId679" Type="http://schemas.openxmlformats.org/officeDocument/2006/relationships/customXml" Target="../ink/ink489.xml"/><Relationship Id="rId2" Type="http://schemas.openxmlformats.org/officeDocument/2006/relationships/notesSlide" Target="../notesSlides/notesSlide11.xml"/><Relationship Id="rId29" Type="http://schemas.openxmlformats.org/officeDocument/2006/relationships/customXml" Target="../ink/ink163.xml"/><Relationship Id="rId276" Type="http://schemas.openxmlformats.org/officeDocument/2006/relationships/image" Target="../media/image1411.png"/><Relationship Id="rId441" Type="http://schemas.openxmlformats.org/officeDocument/2006/relationships/customXml" Target="../ink/ink370.xml"/><Relationship Id="rId483" Type="http://schemas.openxmlformats.org/officeDocument/2006/relationships/customXml" Target="../ink/ink391.xml"/><Relationship Id="rId539" Type="http://schemas.openxmlformats.org/officeDocument/2006/relationships/customXml" Target="../ink/ink419.xml"/><Relationship Id="rId690" Type="http://schemas.openxmlformats.org/officeDocument/2006/relationships/image" Target="../media/image348.png"/><Relationship Id="rId40" Type="http://schemas.openxmlformats.org/officeDocument/2006/relationships/image" Target="../media/image2410.png"/><Relationship Id="rId136" Type="http://schemas.openxmlformats.org/officeDocument/2006/relationships/image" Target="../media/image720.png"/><Relationship Id="rId178" Type="http://schemas.openxmlformats.org/officeDocument/2006/relationships/image" Target="../media/image930.png"/><Relationship Id="rId301" Type="http://schemas.openxmlformats.org/officeDocument/2006/relationships/customXml" Target="../ink/ink300.xml"/><Relationship Id="rId343" Type="http://schemas.openxmlformats.org/officeDocument/2006/relationships/customXml" Target="../ink/ink321.xml"/><Relationship Id="rId550" Type="http://schemas.openxmlformats.org/officeDocument/2006/relationships/image" Target="../media/image278.png"/><Relationship Id="rId82" Type="http://schemas.openxmlformats.org/officeDocument/2006/relationships/image" Target="../media/image456.png"/><Relationship Id="rId203" Type="http://schemas.openxmlformats.org/officeDocument/2006/relationships/image" Target="../media/image1050.png"/><Relationship Id="rId385" Type="http://schemas.openxmlformats.org/officeDocument/2006/relationships/customXml" Target="../ink/ink342.xml"/><Relationship Id="rId592" Type="http://schemas.openxmlformats.org/officeDocument/2006/relationships/image" Target="../media/image299.png"/><Relationship Id="rId606" Type="http://schemas.openxmlformats.org/officeDocument/2006/relationships/image" Target="../media/image306.png"/><Relationship Id="rId648" Type="http://schemas.openxmlformats.org/officeDocument/2006/relationships/image" Target="../media/image327.png"/><Relationship Id="rId245" Type="http://schemas.openxmlformats.org/officeDocument/2006/relationships/image" Target="../media/image1260.png"/><Relationship Id="rId287" Type="http://schemas.openxmlformats.org/officeDocument/2006/relationships/customXml" Target="../ink/ink293.xml"/><Relationship Id="rId410" Type="http://schemas.openxmlformats.org/officeDocument/2006/relationships/image" Target="../media/image208.png"/><Relationship Id="rId452" Type="http://schemas.openxmlformats.org/officeDocument/2006/relationships/image" Target="../media/image229.png"/><Relationship Id="rId494" Type="http://schemas.openxmlformats.org/officeDocument/2006/relationships/image" Target="../media/image250.png"/><Relationship Id="rId508" Type="http://schemas.openxmlformats.org/officeDocument/2006/relationships/image" Target="../media/image257.png"/><Relationship Id="rId105" Type="http://schemas.openxmlformats.org/officeDocument/2006/relationships/customXml" Target="../ink/ink201.xml"/><Relationship Id="rId147" Type="http://schemas.openxmlformats.org/officeDocument/2006/relationships/customXml" Target="../ink/ink222.xml"/><Relationship Id="rId312" Type="http://schemas.openxmlformats.org/officeDocument/2006/relationships/image" Target="../media/image1590.png"/><Relationship Id="rId354" Type="http://schemas.openxmlformats.org/officeDocument/2006/relationships/image" Target="../media/image180.png"/><Relationship Id="rId51" Type="http://schemas.openxmlformats.org/officeDocument/2006/relationships/customXml" Target="../ink/ink174.xml"/><Relationship Id="rId93" Type="http://schemas.openxmlformats.org/officeDocument/2006/relationships/customXml" Target="../ink/ink195.xml"/><Relationship Id="rId189" Type="http://schemas.openxmlformats.org/officeDocument/2006/relationships/customXml" Target="../ink/ink243.xml"/><Relationship Id="rId396" Type="http://schemas.openxmlformats.org/officeDocument/2006/relationships/image" Target="../media/image201.png"/><Relationship Id="rId561" Type="http://schemas.openxmlformats.org/officeDocument/2006/relationships/customXml" Target="../ink/ink430.xml"/><Relationship Id="rId617" Type="http://schemas.openxmlformats.org/officeDocument/2006/relationships/customXml" Target="../ink/ink458.xml"/><Relationship Id="rId659" Type="http://schemas.openxmlformats.org/officeDocument/2006/relationships/customXml" Target="../ink/ink479.xml"/><Relationship Id="rId214" Type="http://schemas.openxmlformats.org/officeDocument/2006/relationships/customXml" Target="../ink/ink256.xml"/><Relationship Id="rId256" Type="http://schemas.openxmlformats.org/officeDocument/2006/relationships/customXml" Target="../ink/ink277.xml"/><Relationship Id="rId298" Type="http://schemas.openxmlformats.org/officeDocument/2006/relationships/image" Target="../media/image1520.png"/><Relationship Id="rId421" Type="http://schemas.openxmlformats.org/officeDocument/2006/relationships/customXml" Target="../ink/ink360.xml"/><Relationship Id="rId463" Type="http://schemas.openxmlformats.org/officeDocument/2006/relationships/customXml" Target="../ink/ink381.xml"/><Relationship Id="rId519" Type="http://schemas.openxmlformats.org/officeDocument/2006/relationships/customXml" Target="../ink/ink409.xml"/><Relationship Id="rId670" Type="http://schemas.openxmlformats.org/officeDocument/2006/relationships/image" Target="../media/image338.png"/><Relationship Id="rId116" Type="http://schemas.openxmlformats.org/officeDocument/2006/relationships/image" Target="../media/image620.png"/><Relationship Id="rId158" Type="http://schemas.openxmlformats.org/officeDocument/2006/relationships/image" Target="../media/image830.png"/><Relationship Id="rId323" Type="http://schemas.openxmlformats.org/officeDocument/2006/relationships/customXml" Target="../ink/ink311.xml"/><Relationship Id="rId530" Type="http://schemas.openxmlformats.org/officeDocument/2006/relationships/image" Target="../media/image268.png"/><Relationship Id="rId20" Type="http://schemas.openxmlformats.org/officeDocument/2006/relationships/image" Target="../media/image1410.png"/><Relationship Id="rId62" Type="http://schemas.openxmlformats.org/officeDocument/2006/relationships/image" Target="../media/image3510.png"/><Relationship Id="rId365" Type="http://schemas.openxmlformats.org/officeDocument/2006/relationships/customXml" Target="../ink/ink332.xml"/><Relationship Id="rId572" Type="http://schemas.openxmlformats.org/officeDocument/2006/relationships/image" Target="../media/image289.png"/><Relationship Id="rId628" Type="http://schemas.openxmlformats.org/officeDocument/2006/relationships/image" Target="../media/image317.png"/><Relationship Id="rId225" Type="http://schemas.openxmlformats.org/officeDocument/2006/relationships/image" Target="../media/image1160.png"/><Relationship Id="rId267" Type="http://schemas.openxmlformats.org/officeDocument/2006/relationships/customXml" Target="../ink/ink283.xml"/><Relationship Id="rId432" Type="http://schemas.openxmlformats.org/officeDocument/2006/relationships/image" Target="../media/image219.png"/><Relationship Id="rId474" Type="http://schemas.openxmlformats.org/officeDocument/2006/relationships/image" Target="../media/image240.png"/><Relationship Id="rId127" Type="http://schemas.openxmlformats.org/officeDocument/2006/relationships/customXml" Target="../ink/ink212.xml"/><Relationship Id="rId681" Type="http://schemas.openxmlformats.org/officeDocument/2006/relationships/customXml" Target="../ink/ink490.xml"/><Relationship Id="rId31" Type="http://schemas.openxmlformats.org/officeDocument/2006/relationships/customXml" Target="../ink/ink164.xml"/><Relationship Id="rId73" Type="http://schemas.openxmlformats.org/officeDocument/2006/relationships/customXml" Target="../ink/ink185.xml"/><Relationship Id="rId169" Type="http://schemas.openxmlformats.org/officeDocument/2006/relationships/customXml" Target="../ink/ink233.xml"/><Relationship Id="rId334" Type="http://schemas.openxmlformats.org/officeDocument/2006/relationships/image" Target="../media/image1700.png"/><Relationship Id="rId376" Type="http://schemas.openxmlformats.org/officeDocument/2006/relationships/image" Target="../media/image191.png"/><Relationship Id="rId541" Type="http://schemas.openxmlformats.org/officeDocument/2006/relationships/customXml" Target="../ink/ink420.xml"/><Relationship Id="rId583" Type="http://schemas.openxmlformats.org/officeDocument/2006/relationships/customXml" Target="../ink/ink441.xml"/><Relationship Id="rId639" Type="http://schemas.openxmlformats.org/officeDocument/2006/relationships/customXml" Target="../ink/ink469.xml"/><Relationship Id="rId4" Type="http://schemas.openxmlformats.org/officeDocument/2006/relationships/image" Target="../media/image610.png"/><Relationship Id="rId180" Type="http://schemas.openxmlformats.org/officeDocument/2006/relationships/image" Target="../media/image940.png"/><Relationship Id="rId236" Type="http://schemas.openxmlformats.org/officeDocument/2006/relationships/customXml" Target="../ink/ink267.xml"/><Relationship Id="rId278" Type="http://schemas.openxmlformats.org/officeDocument/2006/relationships/image" Target="../media/image1420.png"/><Relationship Id="rId401" Type="http://schemas.openxmlformats.org/officeDocument/2006/relationships/customXml" Target="../ink/ink350.xml"/><Relationship Id="rId443" Type="http://schemas.openxmlformats.org/officeDocument/2006/relationships/customXml" Target="../ink/ink371.xml"/><Relationship Id="rId650" Type="http://schemas.openxmlformats.org/officeDocument/2006/relationships/image" Target="../media/image328.png"/><Relationship Id="rId303" Type="http://schemas.openxmlformats.org/officeDocument/2006/relationships/customXml" Target="../ink/ink301.xml"/><Relationship Id="rId485" Type="http://schemas.openxmlformats.org/officeDocument/2006/relationships/customXml" Target="../ink/ink392.xml"/><Relationship Id="rId42" Type="http://schemas.openxmlformats.org/officeDocument/2006/relationships/image" Target="../media/image2510.png"/><Relationship Id="rId84" Type="http://schemas.openxmlformats.org/officeDocument/2006/relationships/image" Target="../media/image460.png"/><Relationship Id="rId138" Type="http://schemas.openxmlformats.org/officeDocument/2006/relationships/image" Target="../media/image730.png"/><Relationship Id="rId345" Type="http://schemas.openxmlformats.org/officeDocument/2006/relationships/customXml" Target="../ink/ink322.xml"/><Relationship Id="rId387" Type="http://schemas.openxmlformats.org/officeDocument/2006/relationships/customXml" Target="../ink/ink343.xml"/><Relationship Id="rId510" Type="http://schemas.openxmlformats.org/officeDocument/2006/relationships/image" Target="../media/image258.png"/><Relationship Id="rId552" Type="http://schemas.openxmlformats.org/officeDocument/2006/relationships/image" Target="../media/image279.png"/><Relationship Id="rId594" Type="http://schemas.openxmlformats.org/officeDocument/2006/relationships/image" Target="../media/image300.png"/><Relationship Id="rId608" Type="http://schemas.openxmlformats.org/officeDocument/2006/relationships/image" Target="../media/image307.png"/><Relationship Id="rId191" Type="http://schemas.openxmlformats.org/officeDocument/2006/relationships/image" Target="../media/image990.png"/><Relationship Id="rId205" Type="http://schemas.openxmlformats.org/officeDocument/2006/relationships/image" Target="../media/image1060.png"/><Relationship Id="rId247" Type="http://schemas.openxmlformats.org/officeDocument/2006/relationships/image" Target="../media/image1270.png"/><Relationship Id="rId412" Type="http://schemas.openxmlformats.org/officeDocument/2006/relationships/image" Target="../media/image209.png"/><Relationship Id="rId107" Type="http://schemas.openxmlformats.org/officeDocument/2006/relationships/customXml" Target="../ink/ink202.xml"/><Relationship Id="rId289" Type="http://schemas.openxmlformats.org/officeDocument/2006/relationships/customXml" Target="../ink/ink294.xml"/><Relationship Id="rId454" Type="http://schemas.openxmlformats.org/officeDocument/2006/relationships/image" Target="../media/image230.png"/><Relationship Id="rId496" Type="http://schemas.openxmlformats.org/officeDocument/2006/relationships/image" Target="../media/image251.png"/><Relationship Id="rId661" Type="http://schemas.openxmlformats.org/officeDocument/2006/relationships/customXml" Target="../ink/ink480.xml"/><Relationship Id="rId11" Type="http://schemas.openxmlformats.org/officeDocument/2006/relationships/customXml" Target="../ink/ink154.xml"/><Relationship Id="rId53" Type="http://schemas.openxmlformats.org/officeDocument/2006/relationships/customXml" Target="../ink/ink175.xml"/><Relationship Id="rId149" Type="http://schemas.openxmlformats.org/officeDocument/2006/relationships/customXml" Target="../ink/ink223.xml"/><Relationship Id="rId314" Type="http://schemas.openxmlformats.org/officeDocument/2006/relationships/image" Target="../media/image1600.png"/><Relationship Id="rId356" Type="http://schemas.openxmlformats.org/officeDocument/2006/relationships/image" Target="../media/image181.png"/><Relationship Id="rId398" Type="http://schemas.openxmlformats.org/officeDocument/2006/relationships/image" Target="../media/image202.png"/><Relationship Id="rId521" Type="http://schemas.openxmlformats.org/officeDocument/2006/relationships/customXml" Target="../ink/ink410.xml"/><Relationship Id="rId563" Type="http://schemas.openxmlformats.org/officeDocument/2006/relationships/customXml" Target="../ink/ink431.xml"/><Relationship Id="rId619" Type="http://schemas.openxmlformats.org/officeDocument/2006/relationships/customXml" Target="../ink/ink459.xml"/><Relationship Id="rId95" Type="http://schemas.openxmlformats.org/officeDocument/2006/relationships/customXml" Target="../ink/ink196.xml"/><Relationship Id="rId160" Type="http://schemas.openxmlformats.org/officeDocument/2006/relationships/image" Target="../media/image840.png"/><Relationship Id="rId216" Type="http://schemas.openxmlformats.org/officeDocument/2006/relationships/customXml" Target="../ink/ink257.xml"/><Relationship Id="rId423" Type="http://schemas.openxmlformats.org/officeDocument/2006/relationships/customXml" Target="../ink/ink361.xml"/><Relationship Id="rId258" Type="http://schemas.openxmlformats.org/officeDocument/2006/relationships/image" Target="../media/image1320.png"/><Relationship Id="rId465" Type="http://schemas.openxmlformats.org/officeDocument/2006/relationships/customXml" Target="../ink/ink382.xml"/><Relationship Id="rId630" Type="http://schemas.openxmlformats.org/officeDocument/2006/relationships/image" Target="../media/image318.png"/><Relationship Id="rId672" Type="http://schemas.openxmlformats.org/officeDocument/2006/relationships/image" Target="../media/image339.png"/><Relationship Id="rId22" Type="http://schemas.openxmlformats.org/officeDocument/2006/relationships/image" Target="../media/image1510.png"/><Relationship Id="rId64" Type="http://schemas.openxmlformats.org/officeDocument/2006/relationships/image" Target="../media/image3610.png"/><Relationship Id="rId118" Type="http://schemas.openxmlformats.org/officeDocument/2006/relationships/image" Target="../media/image630.png"/><Relationship Id="rId325" Type="http://schemas.openxmlformats.org/officeDocument/2006/relationships/customXml" Target="../ink/ink312.xml"/><Relationship Id="rId367" Type="http://schemas.openxmlformats.org/officeDocument/2006/relationships/customXml" Target="../ink/ink333.xml"/><Relationship Id="rId532" Type="http://schemas.openxmlformats.org/officeDocument/2006/relationships/image" Target="../media/image269.png"/><Relationship Id="rId574" Type="http://schemas.openxmlformats.org/officeDocument/2006/relationships/image" Target="../media/image290.png"/><Relationship Id="rId171" Type="http://schemas.openxmlformats.org/officeDocument/2006/relationships/customXml" Target="../ink/ink234.xml"/><Relationship Id="rId227" Type="http://schemas.openxmlformats.org/officeDocument/2006/relationships/image" Target="../media/image1170.png"/><Relationship Id="rId269" Type="http://schemas.openxmlformats.org/officeDocument/2006/relationships/customXml" Target="../ink/ink284.xml"/><Relationship Id="rId434" Type="http://schemas.openxmlformats.org/officeDocument/2006/relationships/image" Target="../media/image220.png"/><Relationship Id="rId476" Type="http://schemas.openxmlformats.org/officeDocument/2006/relationships/image" Target="../media/image241.png"/><Relationship Id="rId641" Type="http://schemas.openxmlformats.org/officeDocument/2006/relationships/customXml" Target="../ink/ink470.xml"/><Relationship Id="rId683" Type="http://schemas.openxmlformats.org/officeDocument/2006/relationships/customXml" Target="../ink/ink491.xml"/><Relationship Id="rId33" Type="http://schemas.openxmlformats.org/officeDocument/2006/relationships/customXml" Target="../ink/ink165.xml"/><Relationship Id="rId129" Type="http://schemas.openxmlformats.org/officeDocument/2006/relationships/customXml" Target="../ink/ink213.xml"/><Relationship Id="rId280" Type="http://schemas.openxmlformats.org/officeDocument/2006/relationships/image" Target="../media/image1430.png"/><Relationship Id="rId336" Type="http://schemas.openxmlformats.org/officeDocument/2006/relationships/image" Target="../media/image171.png"/><Relationship Id="rId501" Type="http://schemas.openxmlformats.org/officeDocument/2006/relationships/customXml" Target="../ink/ink400.xml"/><Relationship Id="rId543" Type="http://schemas.openxmlformats.org/officeDocument/2006/relationships/customXml" Target="../ink/ink421.xml"/><Relationship Id="rId75" Type="http://schemas.openxmlformats.org/officeDocument/2006/relationships/customXml" Target="../ink/ink186.xml"/><Relationship Id="rId140" Type="http://schemas.openxmlformats.org/officeDocument/2006/relationships/image" Target="../media/image740.png"/><Relationship Id="rId182" Type="http://schemas.openxmlformats.org/officeDocument/2006/relationships/image" Target="../media/image950.png"/><Relationship Id="rId378" Type="http://schemas.openxmlformats.org/officeDocument/2006/relationships/image" Target="../media/image192.png"/><Relationship Id="rId403" Type="http://schemas.openxmlformats.org/officeDocument/2006/relationships/customXml" Target="../ink/ink351.xml"/><Relationship Id="rId585" Type="http://schemas.openxmlformats.org/officeDocument/2006/relationships/customXml" Target="../ink/ink442.xml"/><Relationship Id="rId6" Type="http://schemas.openxmlformats.org/officeDocument/2006/relationships/image" Target="../media/image710.png"/><Relationship Id="rId238" Type="http://schemas.openxmlformats.org/officeDocument/2006/relationships/customXml" Target="../ink/ink268.xml"/><Relationship Id="rId445" Type="http://schemas.openxmlformats.org/officeDocument/2006/relationships/customXml" Target="../ink/ink372.xml"/><Relationship Id="rId487" Type="http://schemas.openxmlformats.org/officeDocument/2006/relationships/customXml" Target="../ink/ink393.xml"/><Relationship Id="rId610" Type="http://schemas.openxmlformats.org/officeDocument/2006/relationships/image" Target="../media/image308.png"/><Relationship Id="rId652" Type="http://schemas.openxmlformats.org/officeDocument/2006/relationships/image" Target="../media/image329.png"/><Relationship Id="rId291" Type="http://schemas.openxmlformats.org/officeDocument/2006/relationships/customXml" Target="../ink/ink295.xml"/><Relationship Id="rId305" Type="http://schemas.openxmlformats.org/officeDocument/2006/relationships/customXml" Target="../ink/ink302.xml"/><Relationship Id="rId347" Type="http://schemas.openxmlformats.org/officeDocument/2006/relationships/customXml" Target="../ink/ink323.xml"/><Relationship Id="rId512" Type="http://schemas.openxmlformats.org/officeDocument/2006/relationships/image" Target="../media/image259.png"/><Relationship Id="rId44" Type="http://schemas.openxmlformats.org/officeDocument/2006/relationships/image" Target="../media/image2610.png"/><Relationship Id="rId86" Type="http://schemas.openxmlformats.org/officeDocument/2006/relationships/image" Target="../media/image470.png"/><Relationship Id="rId151" Type="http://schemas.openxmlformats.org/officeDocument/2006/relationships/customXml" Target="../ink/ink224.xml"/><Relationship Id="rId389" Type="http://schemas.openxmlformats.org/officeDocument/2006/relationships/customXml" Target="../ink/ink344.xml"/><Relationship Id="rId554" Type="http://schemas.openxmlformats.org/officeDocument/2006/relationships/image" Target="../media/image280.png"/><Relationship Id="rId596" Type="http://schemas.openxmlformats.org/officeDocument/2006/relationships/image" Target="../media/image301.png"/><Relationship Id="rId193" Type="http://schemas.openxmlformats.org/officeDocument/2006/relationships/image" Target="../media/image1000.png"/><Relationship Id="rId207" Type="http://schemas.openxmlformats.org/officeDocument/2006/relationships/image" Target="../media/image1070.png"/><Relationship Id="rId249" Type="http://schemas.openxmlformats.org/officeDocument/2006/relationships/image" Target="../media/image1280.png"/><Relationship Id="rId414" Type="http://schemas.openxmlformats.org/officeDocument/2006/relationships/image" Target="../media/image210.png"/><Relationship Id="rId456" Type="http://schemas.openxmlformats.org/officeDocument/2006/relationships/image" Target="../media/image231.png"/><Relationship Id="rId498" Type="http://schemas.openxmlformats.org/officeDocument/2006/relationships/image" Target="../media/image252.png"/><Relationship Id="rId621" Type="http://schemas.openxmlformats.org/officeDocument/2006/relationships/customXml" Target="../ink/ink460.xml"/><Relationship Id="rId663" Type="http://schemas.openxmlformats.org/officeDocument/2006/relationships/customXml" Target="../ink/ink481.xml"/><Relationship Id="rId13" Type="http://schemas.openxmlformats.org/officeDocument/2006/relationships/customXml" Target="../ink/ink155.xml"/><Relationship Id="rId109" Type="http://schemas.openxmlformats.org/officeDocument/2006/relationships/customXml" Target="../ink/ink203.xml"/><Relationship Id="rId260" Type="http://schemas.openxmlformats.org/officeDocument/2006/relationships/image" Target="../media/image1330.png"/><Relationship Id="rId316" Type="http://schemas.openxmlformats.org/officeDocument/2006/relationships/image" Target="../media/image1611.png"/><Relationship Id="rId523" Type="http://schemas.openxmlformats.org/officeDocument/2006/relationships/customXml" Target="../ink/ink411.xml"/><Relationship Id="rId55" Type="http://schemas.openxmlformats.org/officeDocument/2006/relationships/customXml" Target="../ink/ink176.xml"/><Relationship Id="rId97" Type="http://schemas.openxmlformats.org/officeDocument/2006/relationships/customXml" Target="../ink/ink197.xml"/><Relationship Id="rId120" Type="http://schemas.openxmlformats.org/officeDocument/2006/relationships/image" Target="../media/image640.png"/><Relationship Id="rId358" Type="http://schemas.openxmlformats.org/officeDocument/2006/relationships/image" Target="../media/image182.png"/><Relationship Id="rId565" Type="http://schemas.openxmlformats.org/officeDocument/2006/relationships/customXml" Target="../ink/ink432.xml"/><Relationship Id="rId162" Type="http://schemas.openxmlformats.org/officeDocument/2006/relationships/image" Target="../media/image850.png"/><Relationship Id="rId218" Type="http://schemas.openxmlformats.org/officeDocument/2006/relationships/customXml" Target="../ink/ink258.xml"/><Relationship Id="rId425" Type="http://schemas.openxmlformats.org/officeDocument/2006/relationships/customXml" Target="../ink/ink362.xml"/><Relationship Id="rId467" Type="http://schemas.openxmlformats.org/officeDocument/2006/relationships/customXml" Target="../ink/ink383.xml"/><Relationship Id="rId632" Type="http://schemas.openxmlformats.org/officeDocument/2006/relationships/image" Target="../media/image319.png"/><Relationship Id="rId271" Type="http://schemas.openxmlformats.org/officeDocument/2006/relationships/customXml" Target="../ink/ink285.xml"/><Relationship Id="rId674" Type="http://schemas.openxmlformats.org/officeDocument/2006/relationships/image" Target="../media/image340.png"/><Relationship Id="rId24" Type="http://schemas.openxmlformats.org/officeDocument/2006/relationships/image" Target="../media/image1610.png"/><Relationship Id="rId66" Type="http://schemas.openxmlformats.org/officeDocument/2006/relationships/image" Target="../media/image3710.png"/><Relationship Id="rId131" Type="http://schemas.openxmlformats.org/officeDocument/2006/relationships/customXml" Target="../ink/ink214.xml"/><Relationship Id="rId327" Type="http://schemas.openxmlformats.org/officeDocument/2006/relationships/customXml" Target="../ink/ink313.xml"/><Relationship Id="rId369" Type="http://schemas.openxmlformats.org/officeDocument/2006/relationships/customXml" Target="../ink/ink334.xml"/><Relationship Id="rId534" Type="http://schemas.openxmlformats.org/officeDocument/2006/relationships/image" Target="../media/image270.png"/><Relationship Id="rId576" Type="http://schemas.openxmlformats.org/officeDocument/2006/relationships/image" Target="../media/image291.png"/><Relationship Id="rId173" Type="http://schemas.openxmlformats.org/officeDocument/2006/relationships/customXml" Target="../ink/ink235.xml"/><Relationship Id="rId229" Type="http://schemas.openxmlformats.org/officeDocument/2006/relationships/image" Target="../media/image1180.png"/><Relationship Id="rId380" Type="http://schemas.openxmlformats.org/officeDocument/2006/relationships/image" Target="../media/image193.png"/><Relationship Id="rId436" Type="http://schemas.openxmlformats.org/officeDocument/2006/relationships/image" Target="../media/image221.png"/><Relationship Id="rId601" Type="http://schemas.openxmlformats.org/officeDocument/2006/relationships/customXml" Target="../ink/ink450.xml"/><Relationship Id="rId643" Type="http://schemas.openxmlformats.org/officeDocument/2006/relationships/customXml" Target="../ink/ink471.xml"/><Relationship Id="rId240" Type="http://schemas.openxmlformats.org/officeDocument/2006/relationships/customXml" Target="../ink/ink269.xml"/><Relationship Id="rId478" Type="http://schemas.openxmlformats.org/officeDocument/2006/relationships/image" Target="../media/image242.png"/><Relationship Id="rId685" Type="http://schemas.openxmlformats.org/officeDocument/2006/relationships/customXml" Target="../ink/ink492.xml"/><Relationship Id="rId35" Type="http://schemas.openxmlformats.org/officeDocument/2006/relationships/customXml" Target="../ink/ink166.xml"/><Relationship Id="rId77" Type="http://schemas.openxmlformats.org/officeDocument/2006/relationships/customXml" Target="../ink/ink187.xml"/><Relationship Id="rId100" Type="http://schemas.openxmlformats.org/officeDocument/2006/relationships/image" Target="../media/image540.png"/><Relationship Id="rId282" Type="http://schemas.openxmlformats.org/officeDocument/2006/relationships/image" Target="../media/image1440.png"/><Relationship Id="rId338" Type="http://schemas.openxmlformats.org/officeDocument/2006/relationships/image" Target="../media/image172.png"/><Relationship Id="rId503" Type="http://schemas.openxmlformats.org/officeDocument/2006/relationships/customXml" Target="../ink/ink401.xml"/><Relationship Id="rId545" Type="http://schemas.openxmlformats.org/officeDocument/2006/relationships/customXml" Target="../ink/ink422.xml"/><Relationship Id="rId587" Type="http://schemas.openxmlformats.org/officeDocument/2006/relationships/customXml" Target="../ink/ink443.xml"/><Relationship Id="rId8" Type="http://schemas.openxmlformats.org/officeDocument/2006/relationships/image" Target="../media/image810.png"/><Relationship Id="rId142" Type="http://schemas.openxmlformats.org/officeDocument/2006/relationships/image" Target="../media/image750.png"/><Relationship Id="rId184" Type="http://schemas.openxmlformats.org/officeDocument/2006/relationships/image" Target="../media/image960.png"/><Relationship Id="rId391" Type="http://schemas.openxmlformats.org/officeDocument/2006/relationships/customXml" Target="../ink/ink345.xml"/><Relationship Id="rId405" Type="http://schemas.openxmlformats.org/officeDocument/2006/relationships/customXml" Target="../ink/ink352.xml"/><Relationship Id="rId447" Type="http://schemas.openxmlformats.org/officeDocument/2006/relationships/customXml" Target="../ink/ink373.xml"/><Relationship Id="rId612" Type="http://schemas.openxmlformats.org/officeDocument/2006/relationships/image" Target="../media/image309.png"/><Relationship Id="rId251" Type="http://schemas.openxmlformats.org/officeDocument/2006/relationships/image" Target="../media/image1290.png"/><Relationship Id="rId489" Type="http://schemas.openxmlformats.org/officeDocument/2006/relationships/customXml" Target="../ink/ink394.xml"/><Relationship Id="rId654" Type="http://schemas.openxmlformats.org/officeDocument/2006/relationships/image" Target="../media/image330.png"/><Relationship Id="rId46" Type="http://schemas.openxmlformats.org/officeDocument/2006/relationships/image" Target="../media/image2710.png"/><Relationship Id="rId293" Type="http://schemas.openxmlformats.org/officeDocument/2006/relationships/customXml" Target="../ink/ink296.xml"/><Relationship Id="rId307" Type="http://schemas.openxmlformats.org/officeDocument/2006/relationships/customXml" Target="../ink/ink303.xml"/><Relationship Id="rId349" Type="http://schemas.openxmlformats.org/officeDocument/2006/relationships/customXml" Target="../ink/ink324.xml"/><Relationship Id="rId514" Type="http://schemas.openxmlformats.org/officeDocument/2006/relationships/image" Target="../media/image260.png"/><Relationship Id="rId556" Type="http://schemas.openxmlformats.org/officeDocument/2006/relationships/image" Target="../media/image281.png"/><Relationship Id="rId88" Type="http://schemas.openxmlformats.org/officeDocument/2006/relationships/image" Target="../media/image480.png"/><Relationship Id="rId111" Type="http://schemas.openxmlformats.org/officeDocument/2006/relationships/customXml" Target="../ink/ink204.xml"/><Relationship Id="rId153" Type="http://schemas.openxmlformats.org/officeDocument/2006/relationships/customXml" Target="../ink/ink225.xml"/><Relationship Id="rId195" Type="http://schemas.openxmlformats.org/officeDocument/2006/relationships/image" Target="../media/image1011.png"/><Relationship Id="rId209" Type="http://schemas.openxmlformats.org/officeDocument/2006/relationships/image" Target="../media/image1080.png"/><Relationship Id="rId360" Type="http://schemas.openxmlformats.org/officeDocument/2006/relationships/image" Target="../media/image183.png"/><Relationship Id="rId416" Type="http://schemas.openxmlformats.org/officeDocument/2006/relationships/image" Target="../media/image211.png"/><Relationship Id="rId598" Type="http://schemas.openxmlformats.org/officeDocument/2006/relationships/image" Target="../media/image302.png"/><Relationship Id="rId220" Type="http://schemas.openxmlformats.org/officeDocument/2006/relationships/customXml" Target="../ink/ink259.xml"/><Relationship Id="rId458" Type="http://schemas.openxmlformats.org/officeDocument/2006/relationships/image" Target="../media/image232.png"/><Relationship Id="rId623" Type="http://schemas.openxmlformats.org/officeDocument/2006/relationships/customXml" Target="../ink/ink461.xml"/><Relationship Id="rId665" Type="http://schemas.openxmlformats.org/officeDocument/2006/relationships/customXml" Target="../ink/ink482.xml"/><Relationship Id="rId15" Type="http://schemas.openxmlformats.org/officeDocument/2006/relationships/customXml" Target="../ink/ink156.xml"/><Relationship Id="rId57" Type="http://schemas.openxmlformats.org/officeDocument/2006/relationships/customXml" Target="../ink/ink177.xml"/><Relationship Id="rId262" Type="http://schemas.openxmlformats.org/officeDocument/2006/relationships/image" Target="../media/image1340.png"/><Relationship Id="rId318" Type="http://schemas.openxmlformats.org/officeDocument/2006/relationships/image" Target="../media/image1620.png"/><Relationship Id="rId525" Type="http://schemas.openxmlformats.org/officeDocument/2006/relationships/customXml" Target="../ink/ink412.xml"/><Relationship Id="rId567" Type="http://schemas.openxmlformats.org/officeDocument/2006/relationships/customXml" Target="../ink/ink433.xml"/><Relationship Id="rId99" Type="http://schemas.openxmlformats.org/officeDocument/2006/relationships/customXml" Target="../ink/ink198.xml"/><Relationship Id="rId122" Type="http://schemas.openxmlformats.org/officeDocument/2006/relationships/image" Target="../media/image650.png"/><Relationship Id="rId164" Type="http://schemas.openxmlformats.org/officeDocument/2006/relationships/image" Target="../media/image860.png"/><Relationship Id="rId371" Type="http://schemas.openxmlformats.org/officeDocument/2006/relationships/customXml" Target="../ink/ink335.xml"/><Relationship Id="rId427" Type="http://schemas.openxmlformats.org/officeDocument/2006/relationships/customXml" Target="../ink/ink363.xml"/><Relationship Id="rId469" Type="http://schemas.openxmlformats.org/officeDocument/2006/relationships/customXml" Target="../ink/ink384.xml"/><Relationship Id="rId634" Type="http://schemas.openxmlformats.org/officeDocument/2006/relationships/image" Target="../media/image320.png"/><Relationship Id="rId676" Type="http://schemas.openxmlformats.org/officeDocument/2006/relationships/image" Target="../media/image341.png"/><Relationship Id="rId26" Type="http://schemas.openxmlformats.org/officeDocument/2006/relationships/image" Target="../media/image1710.png"/><Relationship Id="rId231" Type="http://schemas.openxmlformats.org/officeDocument/2006/relationships/image" Target="../media/image1190.png"/><Relationship Id="rId273" Type="http://schemas.openxmlformats.org/officeDocument/2006/relationships/customXml" Target="../ink/ink286.xml"/><Relationship Id="rId329" Type="http://schemas.openxmlformats.org/officeDocument/2006/relationships/customXml" Target="../ink/ink314.xml"/><Relationship Id="rId480" Type="http://schemas.openxmlformats.org/officeDocument/2006/relationships/image" Target="../media/image243.png"/><Relationship Id="rId536" Type="http://schemas.openxmlformats.org/officeDocument/2006/relationships/image" Target="../media/image271.png"/><Relationship Id="rId68" Type="http://schemas.openxmlformats.org/officeDocument/2006/relationships/image" Target="../media/image3810.png"/><Relationship Id="rId133" Type="http://schemas.openxmlformats.org/officeDocument/2006/relationships/customXml" Target="../ink/ink215.xml"/><Relationship Id="rId175" Type="http://schemas.openxmlformats.org/officeDocument/2006/relationships/customXml" Target="../ink/ink236.xml"/><Relationship Id="rId340" Type="http://schemas.openxmlformats.org/officeDocument/2006/relationships/image" Target="../media/image173.png"/><Relationship Id="rId578" Type="http://schemas.openxmlformats.org/officeDocument/2006/relationships/image" Target="../media/image292.png"/><Relationship Id="rId200" Type="http://schemas.openxmlformats.org/officeDocument/2006/relationships/customXml" Target="../ink/ink249.xml"/><Relationship Id="rId382" Type="http://schemas.openxmlformats.org/officeDocument/2006/relationships/image" Target="../media/image194.png"/><Relationship Id="rId438" Type="http://schemas.openxmlformats.org/officeDocument/2006/relationships/image" Target="../media/image222.png"/><Relationship Id="rId603" Type="http://schemas.openxmlformats.org/officeDocument/2006/relationships/customXml" Target="../ink/ink451.xml"/><Relationship Id="rId645" Type="http://schemas.openxmlformats.org/officeDocument/2006/relationships/customXml" Target="../ink/ink472.xml"/><Relationship Id="rId687" Type="http://schemas.openxmlformats.org/officeDocument/2006/relationships/customXml" Target="../ink/ink493.xml"/><Relationship Id="rId242" Type="http://schemas.openxmlformats.org/officeDocument/2006/relationships/customXml" Target="../ink/ink270.xml"/><Relationship Id="rId284" Type="http://schemas.openxmlformats.org/officeDocument/2006/relationships/image" Target="../media/image1450.png"/><Relationship Id="rId491" Type="http://schemas.openxmlformats.org/officeDocument/2006/relationships/customXml" Target="../ink/ink395.xml"/><Relationship Id="rId505" Type="http://schemas.openxmlformats.org/officeDocument/2006/relationships/customXml" Target="../ink/ink402.xml"/><Relationship Id="rId37" Type="http://schemas.openxmlformats.org/officeDocument/2006/relationships/customXml" Target="../ink/ink167.xml"/><Relationship Id="rId79" Type="http://schemas.openxmlformats.org/officeDocument/2006/relationships/customXml" Target="../ink/ink188.xml"/><Relationship Id="rId102" Type="http://schemas.openxmlformats.org/officeDocument/2006/relationships/image" Target="../media/image550.png"/><Relationship Id="rId144" Type="http://schemas.openxmlformats.org/officeDocument/2006/relationships/image" Target="../media/image760.png"/><Relationship Id="rId547" Type="http://schemas.openxmlformats.org/officeDocument/2006/relationships/customXml" Target="../ink/ink423.xml"/><Relationship Id="rId589" Type="http://schemas.openxmlformats.org/officeDocument/2006/relationships/customXml" Target="../ink/ink444.xml"/><Relationship Id="rId90" Type="http://schemas.openxmlformats.org/officeDocument/2006/relationships/image" Target="../media/image490.png"/><Relationship Id="rId186" Type="http://schemas.openxmlformats.org/officeDocument/2006/relationships/image" Target="../media/image970.png"/><Relationship Id="rId351" Type="http://schemas.openxmlformats.org/officeDocument/2006/relationships/customXml" Target="../ink/ink325.xml"/><Relationship Id="rId393" Type="http://schemas.openxmlformats.org/officeDocument/2006/relationships/customXml" Target="../ink/ink346.xml"/><Relationship Id="rId407" Type="http://schemas.openxmlformats.org/officeDocument/2006/relationships/customXml" Target="../ink/ink353.xml"/><Relationship Id="rId449" Type="http://schemas.openxmlformats.org/officeDocument/2006/relationships/customXml" Target="../ink/ink374.xml"/><Relationship Id="rId614" Type="http://schemas.openxmlformats.org/officeDocument/2006/relationships/image" Target="../media/image310.png"/><Relationship Id="rId656" Type="http://schemas.openxmlformats.org/officeDocument/2006/relationships/image" Target="../media/image331.png"/><Relationship Id="rId211" Type="http://schemas.openxmlformats.org/officeDocument/2006/relationships/image" Target="../media/image1090.png"/><Relationship Id="rId253" Type="http://schemas.openxmlformats.org/officeDocument/2006/relationships/image" Target="../media/image1300.png"/><Relationship Id="rId295" Type="http://schemas.openxmlformats.org/officeDocument/2006/relationships/customXml" Target="../ink/ink297.xml"/><Relationship Id="rId309" Type="http://schemas.openxmlformats.org/officeDocument/2006/relationships/customXml" Target="../ink/ink304.xml"/><Relationship Id="rId460" Type="http://schemas.openxmlformats.org/officeDocument/2006/relationships/image" Target="../media/image233.png"/><Relationship Id="rId516" Type="http://schemas.openxmlformats.org/officeDocument/2006/relationships/image" Target="../media/image261.png"/><Relationship Id="rId48" Type="http://schemas.openxmlformats.org/officeDocument/2006/relationships/image" Target="../media/image2810.png"/><Relationship Id="rId113" Type="http://schemas.openxmlformats.org/officeDocument/2006/relationships/customXml" Target="../ink/ink205.xml"/><Relationship Id="rId320" Type="http://schemas.openxmlformats.org/officeDocument/2006/relationships/image" Target="../media/image1630.png"/><Relationship Id="rId558" Type="http://schemas.openxmlformats.org/officeDocument/2006/relationships/image" Target="../media/image282.png"/><Relationship Id="rId155" Type="http://schemas.openxmlformats.org/officeDocument/2006/relationships/customXml" Target="../ink/ink226.xml"/><Relationship Id="rId197" Type="http://schemas.openxmlformats.org/officeDocument/2006/relationships/image" Target="../media/image1020.png"/><Relationship Id="rId362" Type="http://schemas.openxmlformats.org/officeDocument/2006/relationships/image" Target="../media/image184.png"/><Relationship Id="rId418" Type="http://schemas.openxmlformats.org/officeDocument/2006/relationships/image" Target="../media/image212.png"/><Relationship Id="rId625" Type="http://schemas.openxmlformats.org/officeDocument/2006/relationships/customXml" Target="../ink/ink462.xml"/><Relationship Id="rId222" Type="http://schemas.openxmlformats.org/officeDocument/2006/relationships/customXml" Target="../ink/ink260.xml"/><Relationship Id="rId264" Type="http://schemas.openxmlformats.org/officeDocument/2006/relationships/image" Target="../media/image1350.png"/><Relationship Id="rId471" Type="http://schemas.openxmlformats.org/officeDocument/2006/relationships/customXml" Target="../ink/ink385.xml"/><Relationship Id="rId667" Type="http://schemas.openxmlformats.org/officeDocument/2006/relationships/customXml" Target="../ink/ink483.xml"/><Relationship Id="rId17" Type="http://schemas.openxmlformats.org/officeDocument/2006/relationships/customXml" Target="../ink/ink157.xml"/><Relationship Id="rId59" Type="http://schemas.openxmlformats.org/officeDocument/2006/relationships/customXml" Target="../ink/ink178.xml"/><Relationship Id="rId124" Type="http://schemas.openxmlformats.org/officeDocument/2006/relationships/image" Target="../media/image660.png"/><Relationship Id="rId527" Type="http://schemas.openxmlformats.org/officeDocument/2006/relationships/customXml" Target="../ink/ink413.xml"/><Relationship Id="rId569" Type="http://schemas.openxmlformats.org/officeDocument/2006/relationships/customXml" Target="../ink/ink434.xml"/><Relationship Id="rId70" Type="http://schemas.openxmlformats.org/officeDocument/2006/relationships/image" Target="../media/image3910.png"/><Relationship Id="rId166" Type="http://schemas.openxmlformats.org/officeDocument/2006/relationships/image" Target="../media/image870.png"/><Relationship Id="rId331" Type="http://schemas.openxmlformats.org/officeDocument/2006/relationships/customXml" Target="../ink/ink315.xml"/><Relationship Id="rId373" Type="http://schemas.openxmlformats.org/officeDocument/2006/relationships/customXml" Target="../ink/ink336.xml"/><Relationship Id="rId429" Type="http://schemas.openxmlformats.org/officeDocument/2006/relationships/customXml" Target="../ink/ink364.xml"/><Relationship Id="rId580" Type="http://schemas.openxmlformats.org/officeDocument/2006/relationships/image" Target="../media/image293.png"/><Relationship Id="rId636" Type="http://schemas.openxmlformats.org/officeDocument/2006/relationships/image" Target="../media/image321.png"/><Relationship Id="rId1" Type="http://schemas.openxmlformats.org/officeDocument/2006/relationships/slideLayout" Target="../slideLayouts/slideLayout2.xml"/><Relationship Id="rId233" Type="http://schemas.openxmlformats.org/officeDocument/2006/relationships/image" Target="../media/image1200.png"/><Relationship Id="rId440" Type="http://schemas.openxmlformats.org/officeDocument/2006/relationships/image" Target="../media/image223.png"/><Relationship Id="rId678" Type="http://schemas.openxmlformats.org/officeDocument/2006/relationships/image" Target="../media/image342.png"/><Relationship Id="rId28" Type="http://schemas.openxmlformats.org/officeDocument/2006/relationships/image" Target="../media/image1810.png"/><Relationship Id="rId275" Type="http://schemas.openxmlformats.org/officeDocument/2006/relationships/customXml" Target="../ink/ink287.xml"/><Relationship Id="rId300" Type="http://schemas.openxmlformats.org/officeDocument/2006/relationships/image" Target="../media/image1530.png"/><Relationship Id="rId482" Type="http://schemas.openxmlformats.org/officeDocument/2006/relationships/image" Target="../media/image244.png"/><Relationship Id="rId538" Type="http://schemas.openxmlformats.org/officeDocument/2006/relationships/image" Target="../media/image272.png"/><Relationship Id="rId81" Type="http://schemas.openxmlformats.org/officeDocument/2006/relationships/customXml" Target="../ink/ink189.xml"/><Relationship Id="rId135" Type="http://schemas.openxmlformats.org/officeDocument/2006/relationships/customXml" Target="../ink/ink216.xml"/><Relationship Id="rId177" Type="http://schemas.openxmlformats.org/officeDocument/2006/relationships/customXml" Target="../ink/ink237.xml"/><Relationship Id="rId342" Type="http://schemas.openxmlformats.org/officeDocument/2006/relationships/image" Target="../media/image174.png"/><Relationship Id="rId384" Type="http://schemas.openxmlformats.org/officeDocument/2006/relationships/image" Target="../media/image195.png"/><Relationship Id="rId591" Type="http://schemas.openxmlformats.org/officeDocument/2006/relationships/customXml" Target="../ink/ink445.xml"/><Relationship Id="rId605" Type="http://schemas.openxmlformats.org/officeDocument/2006/relationships/customXml" Target="../ink/ink452.xml"/><Relationship Id="rId202" Type="http://schemas.openxmlformats.org/officeDocument/2006/relationships/customXml" Target="../ink/ink250.xml"/><Relationship Id="rId244" Type="http://schemas.openxmlformats.org/officeDocument/2006/relationships/customXml" Target="../ink/ink271.xml"/><Relationship Id="rId647" Type="http://schemas.openxmlformats.org/officeDocument/2006/relationships/customXml" Target="../ink/ink473.xml"/><Relationship Id="rId689" Type="http://schemas.openxmlformats.org/officeDocument/2006/relationships/customXml" Target="../ink/ink494.xml"/><Relationship Id="rId39" Type="http://schemas.openxmlformats.org/officeDocument/2006/relationships/customXml" Target="../ink/ink168.xml"/><Relationship Id="rId286" Type="http://schemas.openxmlformats.org/officeDocument/2006/relationships/image" Target="../media/image1460.png"/><Relationship Id="rId451" Type="http://schemas.openxmlformats.org/officeDocument/2006/relationships/customXml" Target="../ink/ink375.xml"/><Relationship Id="rId493" Type="http://schemas.openxmlformats.org/officeDocument/2006/relationships/customXml" Target="../ink/ink396.xml"/><Relationship Id="rId507" Type="http://schemas.openxmlformats.org/officeDocument/2006/relationships/customXml" Target="../ink/ink403.xml"/><Relationship Id="rId549" Type="http://schemas.openxmlformats.org/officeDocument/2006/relationships/customXml" Target="../ink/ink424.xml"/><Relationship Id="rId50" Type="http://schemas.openxmlformats.org/officeDocument/2006/relationships/image" Target="../media/image2910.png"/><Relationship Id="rId104" Type="http://schemas.openxmlformats.org/officeDocument/2006/relationships/image" Target="../media/image560.png"/><Relationship Id="rId146" Type="http://schemas.openxmlformats.org/officeDocument/2006/relationships/image" Target="../media/image770.png"/><Relationship Id="rId188" Type="http://schemas.openxmlformats.org/officeDocument/2006/relationships/image" Target="../media/image980.png"/><Relationship Id="rId311" Type="http://schemas.openxmlformats.org/officeDocument/2006/relationships/customXml" Target="../ink/ink305.xml"/><Relationship Id="rId353" Type="http://schemas.openxmlformats.org/officeDocument/2006/relationships/customXml" Target="../ink/ink326.xml"/><Relationship Id="rId395" Type="http://schemas.openxmlformats.org/officeDocument/2006/relationships/customXml" Target="../ink/ink347.xml"/><Relationship Id="rId409" Type="http://schemas.openxmlformats.org/officeDocument/2006/relationships/customXml" Target="../ink/ink354.xml"/><Relationship Id="rId560" Type="http://schemas.openxmlformats.org/officeDocument/2006/relationships/image" Target="../media/image283.png"/><Relationship Id="rId92" Type="http://schemas.openxmlformats.org/officeDocument/2006/relationships/image" Target="../media/image500.png"/><Relationship Id="rId213" Type="http://schemas.openxmlformats.org/officeDocument/2006/relationships/image" Target="../media/image1100.png"/><Relationship Id="rId420" Type="http://schemas.openxmlformats.org/officeDocument/2006/relationships/image" Target="../media/image213.png"/><Relationship Id="rId616" Type="http://schemas.openxmlformats.org/officeDocument/2006/relationships/image" Target="../media/image311.png"/><Relationship Id="rId658" Type="http://schemas.openxmlformats.org/officeDocument/2006/relationships/image" Target="../media/image332.png"/><Relationship Id="rId255" Type="http://schemas.openxmlformats.org/officeDocument/2006/relationships/image" Target="../media/image1311.png"/><Relationship Id="rId297" Type="http://schemas.openxmlformats.org/officeDocument/2006/relationships/customXml" Target="../ink/ink298.xml"/><Relationship Id="rId462" Type="http://schemas.openxmlformats.org/officeDocument/2006/relationships/image" Target="../media/image234.png"/><Relationship Id="rId518" Type="http://schemas.openxmlformats.org/officeDocument/2006/relationships/image" Target="../media/image262.png"/><Relationship Id="rId115" Type="http://schemas.openxmlformats.org/officeDocument/2006/relationships/customXml" Target="../ink/ink206.xml"/><Relationship Id="rId157" Type="http://schemas.openxmlformats.org/officeDocument/2006/relationships/customXml" Target="../ink/ink227.xml"/><Relationship Id="rId322" Type="http://schemas.openxmlformats.org/officeDocument/2006/relationships/image" Target="../media/image1640.png"/><Relationship Id="rId364" Type="http://schemas.openxmlformats.org/officeDocument/2006/relationships/image" Target="../media/image185.png"/><Relationship Id="rId61" Type="http://schemas.openxmlformats.org/officeDocument/2006/relationships/customXml" Target="../ink/ink179.xml"/><Relationship Id="rId199" Type="http://schemas.openxmlformats.org/officeDocument/2006/relationships/image" Target="../media/image1030.png"/><Relationship Id="rId571" Type="http://schemas.openxmlformats.org/officeDocument/2006/relationships/customXml" Target="../ink/ink435.xml"/><Relationship Id="rId627" Type="http://schemas.openxmlformats.org/officeDocument/2006/relationships/customXml" Target="../ink/ink463.xml"/><Relationship Id="rId669" Type="http://schemas.openxmlformats.org/officeDocument/2006/relationships/customXml" Target="../ink/ink484.xml"/><Relationship Id="rId19" Type="http://schemas.openxmlformats.org/officeDocument/2006/relationships/customXml" Target="../ink/ink158.xml"/><Relationship Id="rId224" Type="http://schemas.openxmlformats.org/officeDocument/2006/relationships/customXml" Target="../ink/ink261.xml"/><Relationship Id="rId266" Type="http://schemas.openxmlformats.org/officeDocument/2006/relationships/image" Target="../media/image1360.png"/><Relationship Id="rId431" Type="http://schemas.openxmlformats.org/officeDocument/2006/relationships/customXml" Target="../ink/ink365.xml"/><Relationship Id="rId473" Type="http://schemas.openxmlformats.org/officeDocument/2006/relationships/customXml" Target="../ink/ink386.xml"/><Relationship Id="rId529" Type="http://schemas.openxmlformats.org/officeDocument/2006/relationships/customXml" Target="../ink/ink414.xml"/><Relationship Id="rId680" Type="http://schemas.openxmlformats.org/officeDocument/2006/relationships/image" Target="../media/image343.png"/><Relationship Id="rId30" Type="http://schemas.openxmlformats.org/officeDocument/2006/relationships/image" Target="../media/image1910.png"/><Relationship Id="rId126" Type="http://schemas.openxmlformats.org/officeDocument/2006/relationships/image" Target="../media/image670.png"/><Relationship Id="rId168" Type="http://schemas.openxmlformats.org/officeDocument/2006/relationships/image" Target="../media/image880.png"/><Relationship Id="rId333" Type="http://schemas.openxmlformats.org/officeDocument/2006/relationships/customXml" Target="../ink/ink316.xml"/><Relationship Id="rId540" Type="http://schemas.openxmlformats.org/officeDocument/2006/relationships/image" Target="../media/image273.png"/><Relationship Id="rId72" Type="http://schemas.openxmlformats.org/officeDocument/2006/relationships/image" Target="../media/image4010.png"/><Relationship Id="rId375" Type="http://schemas.openxmlformats.org/officeDocument/2006/relationships/customXml" Target="../ink/ink337.xml"/><Relationship Id="rId582" Type="http://schemas.openxmlformats.org/officeDocument/2006/relationships/image" Target="../media/image294.png"/><Relationship Id="rId638" Type="http://schemas.openxmlformats.org/officeDocument/2006/relationships/image" Target="../media/image322.png"/><Relationship Id="rId3" Type="http://schemas.openxmlformats.org/officeDocument/2006/relationships/customXml" Target="../ink/ink150.xml"/><Relationship Id="rId235" Type="http://schemas.openxmlformats.org/officeDocument/2006/relationships/image" Target="../media/image1211.png"/><Relationship Id="rId277" Type="http://schemas.openxmlformats.org/officeDocument/2006/relationships/customXml" Target="../ink/ink288.xml"/><Relationship Id="rId400" Type="http://schemas.openxmlformats.org/officeDocument/2006/relationships/image" Target="../media/image203.png"/><Relationship Id="rId442" Type="http://schemas.openxmlformats.org/officeDocument/2006/relationships/image" Target="../media/image224.png"/><Relationship Id="rId484" Type="http://schemas.openxmlformats.org/officeDocument/2006/relationships/image" Target="../media/image245.png"/><Relationship Id="rId137" Type="http://schemas.openxmlformats.org/officeDocument/2006/relationships/customXml" Target="../ink/ink217.xml"/><Relationship Id="rId302" Type="http://schemas.openxmlformats.org/officeDocument/2006/relationships/image" Target="../media/image1540.png"/><Relationship Id="rId344" Type="http://schemas.openxmlformats.org/officeDocument/2006/relationships/image" Target="../media/image175.png"/><Relationship Id="rId41" Type="http://schemas.openxmlformats.org/officeDocument/2006/relationships/customXml" Target="../ink/ink169.xml"/><Relationship Id="rId83" Type="http://schemas.openxmlformats.org/officeDocument/2006/relationships/customXml" Target="../ink/ink190.xml"/><Relationship Id="rId179" Type="http://schemas.openxmlformats.org/officeDocument/2006/relationships/customXml" Target="../ink/ink238.xml"/><Relationship Id="rId386" Type="http://schemas.openxmlformats.org/officeDocument/2006/relationships/image" Target="../media/image196.png"/><Relationship Id="rId551" Type="http://schemas.openxmlformats.org/officeDocument/2006/relationships/customXml" Target="../ink/ink425.xml"/><Relationship Id="rId593" Type="http://schemas.openxmlformats.org/officeDocument/2006/relationships/customXml" Target="../ink/ink446.xml"/><Relationship Id="rId607" Type="http://schemas.openxmlformats.org/officeDocument/2006/relationships/customXml" Target="../ink/ink453.xml"/><Relationship Id="rId649" Type="http://schemas.openxmlformats.org/officeDocument/2006/relationships/customXml" Target="../ink/ink474.xml"/><Relationship Id="rId190" Type="http://schemas.openxmlformats.org/officeDocument/2006/relationships/customXml" Target="../ink/ink244.xml"/><Relationship Id="rId204" Type="http://schemas.openxmlformats.org/officeDocument/2006/relationships/customXml" Target="../ink/ink251.xml"/><Relationship Id="rId246" Type="http://schemas.openxmlformats.org/officeDocument/2006/relationships/customXml" Target="../ink/ink272.xml"/><Relationship Id="rId288" Type="http://schemas.openxmlformats.org/officeDocument/2006/relationships/image" Target="../media/image1470.png"/><Relationship Id="rId411" Type="http://schemas.openxmlformats.org/officeDocument/2006/relationships/customXml" Target="../ink/ink355.xml"/><Relationship Id="rId453" Type="http://schemas.openxmlformats.org/officeDocument/2006/relationships/customXml" Target="../ink/ink376.xml"/><Relationship Id="rId509" Type="http://schemas.openxmlformats.org/officeDocument/2006/relationships/customXml" Target="../ink/ink404.xml"/><Relationship Id="rId660" Type="http://schemas.openxmlformats.org/officeDocument/2006/relationships/image" Target="../media/image333.png"/><Relationship Id="rId106" Type="http://schemas.openxmlformats.org/officeDocument/2006/relationships/image" Target="../media/image570.png"/><Relationship Id="rId313" Type="http://schemas.openxmlformats.org/officeDocument/2006/relationships/customXml" Target="../ink/ink306.xml"/><Relationship Id="rId495" Type="http://schemas.openxmlformats.org/officeDocument/2006/relationships/customXml" Target="../ink/ink397.xml"/><Relationship Id="rId10" Type="http://schemas.openxmlformats.org/officeDocument/2006/relationships/image" Target="../media/image910.png"/><Relationship Id="rId52" Type="http://schemas.openxmlformats.org/officeDocument/2006/relationships/image" Target="../media/image3010.png"/><Relationship Id="rId94" Type="http://schemas.openxmlformats.org/officeDocument/2006/relationships/image" Target="../media/image510.png"/><Relationship Id="rId148" Type="http://schemas.openxmlformats.org/officeDocument/2006/relationships/image" Target="../media/image780.png"/><Relationship Id="rId355" Type="http://schemas.openxmlformats.org/officeDocument/2006/relationships/customXml" Target="../ink/ink327.xml"/><Relationship Id="rId397" Type="http://schemas.openxmlformats.org/officeDocument/2006/relationships/customXml" Target="../ink/ink348.xml"/><Relationship Id="rId520" Type="http://schemas.openxmlformats.org/officeDocument/2006/relationships/image" Target="../media/image263.png"/><Relationship Id="rId562" Type="http://schemas.openxmlformats.org/officeDocument/2006/relationships/image" Target="../media/image284.png"/><Relationship Id="rId618" Type="http://schemas.openxmlformats.org/officeDocument/2006/relationships/image" Target="../media/image312.png"/><Relationship Id="rId215" Type="http://schemas.openxmlformats.org/officeDocument/2006/relationships/image" Target="../media/image1111.png"/><Relationship Id="rId257" Type="http://schemas.openxmlformats.org/officeDocument/2006/relationships/customXml" Target="../ink/ink278.xml"/><Relationship Id="rId422" Type="http://schemas.openxmlformats.org/officeDocument/2006/relationships/image" Target="../media/image214.png"/><Relationship Id="rId464" Type="http://schemas.openxmlformats.org/officeDocument/2006/relationships/image" Target="../media/image235.png"/><Relationship Id="rId299" Type="http://schemas.openxmlformats.org/officeDocument/2006/relationships/customXml" Target="../ink/ink299.xml"/><Relationship Id="rId63" Type="http://schemas.openxmlformats.org/officeDocument/2006/relationships/customXml" Target="../ink/ink180.xml"/><Relationship Id="rId159" Type="http://schemas.openxmlformats.org/officeDocument/2006/relationships/customXml" Target="../ink/ink228.xml"/><Relationship Id="rId366" Type="http://schemas.openxmlformats.org/officeDocument/2006/relationships/image" Target="../media/image186.png"/><Relationship Id="rId573" Type="http://schemas.openxmlformats.org/officeDocument/2006/relationships/customXml" Target="../ink/ink436.xml"/><Relationship Id="rId226" Type="http://schemas.openxmlformats.org/officeDocument/2006/relationships/customXml" Target="../ink/ink262.xml"/><Relationship Id="rId433" Type="http://schemas.openxmlformats.org/officeDocument/2006/relationships/customXml" Target="../ink/ink366.xml"/><Relationship Id="rId640" Type="http://schemas.openxmlformats.org/officeDocument/2006/relationships/image" Target="../media/image323.png"/><Relationship Id="rId74" Type="http://schemas.openxmlformats.org/officeDocument/2006/relationships/image" Target="../media/image4110.png"/><Relationship Id="rId377" Type="http://schemas.openxmlformats.org/officeDocument/2006/relationships/customXml" Target="../ink/ink338.xml"/><Relationship Id="rId500" Type="http://schemas.openxmlformats.org/officeDocument/2006/relationships/image" Target="../media/image253.png"/><Relationship Id="rId584" Type="http://schemas.openxmlformats.org/officeDocument/2006/relationships/image" Target="../media/image295.png"/><Relationship Id="rId5" Type="http://schemas.openxmlformats.org/officeDocument/2006/relationships/customXml" Target="../ink/ink151.xml"/><Relationship Id="rId237" Type="http://schemas.openxmlformats.org/officeDocument/2006/relationships/image" Target="../media/image1220.png"/><Relationship Id="rId444" Type="http://schemas.openxmlformats.org/officeDocument/2006/relationships/image" Target="../media/image225.png"/><Relationship Id="rId651" Type="http://schemas.openxmlformats.org/officeDocument/2006/relationships/customXml" Target="../ink/ink475.xml"/><Relationship Id="rId290" Type="http://schemas.openxmlformats.org/officeDocument/2006/relationships/image" Target="../media/image1480.png"/><Relationship Id="rId304" Type="http://schemas.openxmlformats.org/officeDocument/2006/relationships/image" Target="../media/image1550.png"/><Relationship Id="rId388" Type="http://schemas.openxmlformats.org/officeDocument/2006/relationships/image" Target="../media/image197.png"/><Relationship Id="rId511" Type="http://schemas.openxmlformats.org/officeDocument/2006/relationships/customXml" Target="../ink/ink405.xml"/><Relationship Id="rId609" Type="http://schemas.openxmlformats.org/officeDocument/2006/relationships/customXml" Target="../ink/ink454.xml"/><Relationship Id="rId85" Type="http://schemas.openxmlformats.org/officeDocument/2006/relationships/customXml" Target="../ink/ink191.xml"/><Relationship Id="rId150" Type="http://schemas.openxmlformats.org/officeDocument/2006/relationships/image" Target="../media/image790.png"/><Relationship Id="rId595" Type="http://schemas.openxmlformats.org/officeDocument/2006/relationships/customXml" Target="../ink/ink447.xml"/><Relationship Id="rId248" Type="http://schemas.openxmlformats.org/officeDocument/2006/relationships/customXml" Target="../ink/ink273.xml"/><Relationship Id="rId455" Type="http://schemas.openxmlformats.org/officeDocument/2006/relationships/customXml" Target="../ink/ink377.xml"/><Relationship Id="rId662" Type="http://schemas.openxmlformats.org/officeDocument/2006/relationships/image" Target="../media/image334.png"/><Relationship Id="rId12" Type="http://schemas.openxmlformats.org/officeDocument/2006/relationships/image" Target="../media/image1010.png"/><Relationship Id="rId108" Type="http://schemas.openxmlformats.org/officeDocument/2006/relationships/image" Target="../media/image580.png"/><Relationship Id="rId315" Type="http://schemas.openxmlformats.org/officeDocument/2006/relationships/customXml" Target="../ink/ink307.xml"/><Relationship Id="rId522" Type="http://schemas.openxmlformats.org/officeDocument/2006/relationships/image" Target="../media/image264.png"/><Relationship Id="rId96" Type="http://schemas.openxmlformats.org/officeDocument/2006/relationships/image" Target="../media/image520.png"/><Relationship Id="rId161" Type="http://schemas.openxmlformats.org/officeDocument/2006/relationships/customXml" Target="../ink/ink229.xml"/><Relationship Id="rId399" Type="http://schemas.openxmlformats.org/officeDocument/2006/relationships/customXml" Target="../ink/ink349.xml"/><Relationship Id="rId259" Type="http://schemas.openxmlformats.org/officeDocument/2006/relationships/customXml" Target="../ink/ink279.xml"/><Relationship Id="rId466" Type="http://schemas.openxmlformats.org/officeDocument/2006/relationships/image" Target="../media/image236.png"/><Relationship Id="rId673" Type="http://schemas.openxmlformats.org/officeDocument/2006/relationships/customXml" Target="../ink/ink486.xml"/><Relationship Id="rId23" Type="http://schemas.openxmlformats.org/officeDocument/2006/relationships/customXml" Target="../ink/ink160.xml"/><Relationship Id="rId119" Type="http://schemas.openxmlformats.org/officeDocument/2006/relationships/customXml" Target="../ink/ink208.xml"/><Relationship Id="rId326" Type="http://schemas.openxmlformats.org/officeDocument/2006/relationships/image" Target="../media/image1660.png"/><Relationship Id="rId533" Type="http://schemas.openxmlformats.org/officeDocument/2006/relationships/customXml" Target="../ink/ink416.xml"/><Relationship Id="rId172" Type="http://schemas.openxmlformats.org/officeDocument/2006/relationships/image" Target="../media/image900.png"/><Relationship Id="rId477" Type="http://schemas.openxmlformats.org/officeDocument/2006/relationships/customXml" Target="../ink/ink388.xml"/><Relationship Id="rId600" Type="http://schemas.openxmlformats.org/officeDocument/2006/relationships/image" Target="../media/image303.png"/><Relationship Id="rId684" Type="http://schemas.openxmlformats.org/officeDocument/2006/relationships/image" Target="../media/image345.png"/><Relationship Id="rId337" Type="http://schemas.openxmlformats.org/officeDocument/2006/relationships/customXml" Target="../ink/ink318.xml"/><Relationship Id="rId34" Type="http://schemas.openxmlformats.org/officeDocument/2006/relationships/image" Target="../media/image2110.png"/><Relationship Id="rId544" Type="http://schemas.openxmlformats.org/officeDocument/2006/relationships/image" Target="../media/image275.png"/><Relationship Id="rId183" Type="http://schemas.openxmlformats.org/officeDocument/2006/relationships/customXml" Target="../ink/ink240.xml"/><Relationship Id="rId390" Type="http://schemas.openxmlformats.org/officeDocument/2006/relationships/image" Target="../media/image198.png"/><Relationship Id="rId404" Type="http://schemas.openxmlformats.org/officeDocument/2006/relationships/image" Target="../media/image205.png"/><Relationship Id="rId611" Type="http://schemas.openxmlformats.org/officeDocument/2006/relationships/customXml" Target="../ink/ink455.xml"/><Relationship Id="rId250" Type="http://schemas.openxmlformats.org/officeDocument/2006/relationships/customXml" Target="../ink/ink274.xml"/><Relationship Id="rId488" Type="http://schemas.openxmlformats.org/officeDocument/2006/relationships/image" Target="../media/image247.png"/><Relationship Id="rId45" Type="http://schemas.openxmlformats.org/officeDocument/2006/relationships/customXml" Target="../ink/ink171.xml"/><Relationship Id="rId110" Type="http://schemas.openxmlformats.org/officeDocument/2006/relationships/image" Target="../media/image590.png"/><Relationship Id="rId348" Type="http://schemas.openxmlformats.org/officeDocument/2006/relationships/image" Target="../media/image177.png"/><Relationship Id="rId555" Type="http://schemas.openxmlformats.org/officeDocument/2006/relationships/customXml" Target="../ink/ink427.xml"/><Relationship Id="rId194" Type="http://schemas.openxmlformats.org/officeDocument/2006/relationships/customXml" Target="../ink/ink246.xml"/><Relationship Id="rId208" Type="http://schemas.openxmlformats.org/officeDocument/2006/relationships/customXml" Target="../ink/ink253.xml"/><Relationship Id="rId415" Type="http://schemas.openxmlformats.org/officeDocument/2006/relationships/customXml" Target="../ink/ink357.xml"/><Relationship Id="rId622" Type="http://schemas.openxmlformats.org/officeDocument/2006/relationships/image" Target="../media/image314.png"/><Relationship Id="rId261" Type="http://schemas.openxmlformats.org/officeDocument/2006/relationships/customXml" Target="../ink/ink280.xml"/><Relationship Id="rId499" Type="http://schemas.openxmlformats.org/officeDocument/2006/relationships/customXml" Target="../ink/ink399.xml"/><Relationship Id="rId56" Type="http://schemas.openxmlformats.org/officeDocument/2006/relationships/image" Target="../media/image3210.png"/><Relationship Id="rId359" Type="http://schemas.openxmlformats.org/officeDocument/2006/relationships/customXml" Target="../ink/ink329.xml"/><Relationship Id="rId566" Type="http://schemas.openxmlformats.org/officeDocument/2006/relationships/image" Target="../media/image286.png"/><Relationship Id="rId121" Type="http://schemas.openxmlformats.org/officeDocument/2006/relationships/customXml" Target="../ink/ink209.xml"/><Relationship Id="rId219" Type="http://schemas.openxmlformats.org/officeDocument/2006/relationships/image" Target="../media/image1130.png"/><Relationship Id="rId426" Type="http://schemas.openxmlformats.org/officeDocument/2006/relationships/image" Target="../media/image216.png"/><Relationship Id="rId633" Type="http://schemas.openxmlformats.org/officeDocument/2006/relationships/customXml" Target="../ink/ink466.xml"/><Relationship Id="rId67" Type="http://schemas.openxmlformats.org/officeDocument/2006/relationships/customXml" Target="../ink/ink182.xml"/><Relationship Id="rId272" Type="http://schemas.openxmlformats.org/officeDocument/2006/relationships/image" Target="../media/image1390.png"/><Relationship Id="rId577" Type="http://schemas.openxmlformats.org/officeDocument/2006/relationships/customXml" Target="../ink/ink438.xml"/><Relationship Id="rId132" Type="http://schemas.openxmlformats.org/officeDocument/2006/relationships/image" Target="../media/image700.png"/><Relationship Id="rId437" Type="http://schemas.openxmlformats.org/officeDocument/2006/relationships/customXml" Target="../ink/ink368.xml"/><Relationship Id="rId644" Type="http://schemas.openxmlformats.org/officeDocument/2006/relationships/image" Target="../media/image325.png"/><Relationship Id="rId283" Type="http://schemas.openxmlformats.org/officeDocument/2006/relationships/customXml" Target="../ink/ink291.xml"/><Relationship Id="rId490" Type="http://schemas.openxmlformats.org/officeDocument/2006/relationships/image" Target="../media/image248.png"/><Relationship Id="rId504" Type="http://schemas.openxmlformats.org/officeDocument/2006/relationships/image" Target="../media/image255.png"/><Relationship Id="rId78" Type="http://schemas.openxmlformats.org/officeDocument/2006/relationships/image" Target="../media/image4310.png"/><Relationship Id="rId143" Type="http://schemas.openxmlformats.org/officeDocument/2006/relationships/customXml" Target="../ink/ink220.xml"/><Relationship Id="rId350" Type="http://schemas.openxmlformats.org/officeDocument/2006/relationships/image" Target="../media/image178.png"/><Relationship Id="rId588" Type="http://schemas.openxmlformats.org/officeDocument/2006/relationships/image" Target="../media/image297.png"/><Relationship Id="rId9" Type="http://schemas.openxmlformats.org/officeDocument/2006/relationships/customXml" Target="../ink/ink153.xml"/><Relationship Id="rId210" Type="http://schemas.openxmlformats.org/officeDocument/2006/relationships/customXml" Target="../ink/ink254.xml"/><Relationship Id="rId448" Type="http://schemas.openxmlformats.org/officeDocument/2006/relationships/image" Target="../media/image227.png"/><Relationship Id="rId655" Type="http://schemas.openxmlformats.org/officeDocument/2006/relationships/customXml" Target="../ink/ink477.xml"/><Relationship Id="rId294" Type="http://schemas.openxmlformats.org/officeDocument/2006/relationships/image" Target="../media/image1500.png"/><Relationship Id="rId308" Type="http://schemas.openxmlformats.org/officeDocument/2006/relationships/image" Target="../media/image1570.png"/><Relationship Id="rId515" Type="http://schemas.openxmlformats.org/officeDocument/2006/relationships/customXml" Target="../ink/ink407.xml"/><Relationship Id="rId89" Type="http://schemas.openxmlformats.org/officeDocument/2006/relationships/customXml" Target="../ink/ink193.xml"/><Relationship Id="rId154" Type="http://schemas.openxmlformats.org/officeDocument/2006/relationships/image" Target="../media/image811.png"/><Relationship Id="rId361" Type="http://schemas.openxmlformats.org/officeDocument/2006/relationships/customXml" Target="../ink/ink330.xml"/><Relationship Id="rId599" Type="http://schemas.openxmlformats.org/officeDocument/2006/relationships/customXml" Target="../ink/ink449.xml"/><Relationship Id="rId459" Type="http://schemas.openxmlformats.org/officeDocument/2006/relationships/customXml" Target="../ink/ink379.xml"/><Relationship Id="rId666" Type="http://schemas.openxmlformats.org/officeDocument/2006/relationships/image" Target="../media/image336.png"/><Relationship Id="rId16" Type="http://schemas.openxmlformats.org/officeDocument/2006/relationships/image" Target="../media/image1210.png"/><Relationship Id="rId221" Type="http://schemas.openxmlformats.org/officeDocument/2006/relationships/image" Target="../media/image1140.png"/><Relationship Id="rId319" Type="http://schemas.openxmlformats.org/officeDocument/2006/relationships/customXml" Target="../ink/ink309.xml"/><Relationship Id="rId526" Type="http://schemas.openxmlformats.org/officeDocument/2006/relationships/image" Target="../media/image266.png"/><Relationship Id="rId165" Type="http://schemas.openxmlformats.org/officeDocument/2006/relationships/customXml" Target="../ink/ink231.xml"/><Relationship Id="rId372" Type="http://schemas.openxmlformats.org/officeDocument/2006/relationships/image" Target="../media/image189.png"/><Relationship Id="rId677" Type="http://schemas.openxmlformats.org/officeDocument/2006/relationships/customXml" Target="../ink/ink488.xml"/><Relationship Id="rId232" Type="http://schemas.openxmlformats.org/officeDocument/2006/relationships/customXml" Target="../ink/ink265.xml"/><Relationship Id="rId27" Type="http://schemas.openxmlformats.org/officeDocument/2006/relationships/customXml" Target="../ink/ink162.xml"/><Relationship Id="rId537" Type="http://schemas.openxmlformats.org/officeDocument/2006/relationships/customXml" Target="../ink/ink418.xml"/><Relationship Id="rId80" Type="http://schemas.openxmlformats.org/officeDocument/2006/relationships/image" Target="../media/image4410.png"/><Relationship Id="rId176" Type="http://schemas.openxmlformats.org/officeDocument/2006/relationships/image" Target="../media/image920.png"/><Relationship Id="rId383" Type="http://schemas.openxmlformats.org/officeDocument/2006/relationships/customXml" Target="../ink/ink341.xml"/><Relationship Id="rId590" Type="http://schemas.openxmlformats.org/officeDocument/2006/relationships/image" Target="../media/image298.png"/><Relationship Id="rId604" Type="http://schemas.openxmlformats.org/officeDocument/2006/relationships/image" Target="../media/image305.png"/><Relationship Id="rId243" Type="http://schemas.openxmlformats.org/officeDocument/2006/relationships/image" Target="../media/image1250.png"/><Relationship Id="rId450" Type="http://schemas.openxmlformats.org/officeDocument/2006/relationships/image" Target="../media/image228.png"/><Relationship Id="rId688" Type="http://schemas.openxmlformats.org/officeDocument/2006/relationships/image" Target="../media/image347.png"/><Relationship Id="rId38" Type="http://schemas.openxmlformats.org/officeDocument/2006/relationships/image" Target="../media/image2310.png"/><Relationship Id="rId103" Type="http://schemas.openxmlformats.org/officeDocument/2006/relationships/customXml" Target="../ink/ink200.xml"/><Relationship Id="rId310" Type="http://schemas.openxmlformats.org/officeDocument/2006/relationships/image" Target="../media/image1580.png"/><Relationship Id="rId548" Type="http://schemas.openxmlformats.org/officeDocument/2006/relationships/image" Target="../media/image277.png"/><Relationship Id="rId91" Type="http://schemas.openxmlformats.org/officeDocument/2006/relationships/customXml" Target="../ink/ink194.xml"/><Relationship Id="rId187" Type="http://schemas.openxmlformats.org/officeDocument/2006/relationships/customXml" Target="../ink/ink242.xml"/><Relationship Id="rId394" Type="http://schemas.openxmlformats.org/officeDocument/2006/relationships/image" Target="../media/image200.png"/><Relationship Id="rId408" Type="http://schemas.openxmlformats.org/officeDocument/2006/relationships/image" Target="../media/image207.png"/><Relationship Id="rId615" Type="http://schemas.openxmlformats.org/officeDocument/2006/relationships/customXml" Target="../ink/ink457.xml"/><Relationship Id="rId254" Type="http://schemas.openxmlformats.org/officeDocument/2006/relationships/customXml" Target="../ink/ink276.xml"/></Relationships>
</file>

<file path=ppt/slides/_rels/slide14.xml.rels><?xml version="1.0" encoding="UTF-8" standalone="yes"?>
<Relationships xmlns="http://schemas.openxmlformats.org/package/2006/relationships"><Relationship Id="rId117" Type="http://schemas.openxmlformats.org/officeDocument/2006/relationships/customXml" Target="../ink/ink552.xml"/><Relationship Id="rId21" Type="http://schemas.openxmlformats.org/officeDocument/2006/relationships/customXml" Target="../ink/ink504.xml"/><Relationship Id="rId42" Type="http://schemas.openxmlformats.org/officeDocument/2006/relationships/image" Target="../media/image367.png"/><Relationship Id="rId63" Type="http://schemas.openxmlformats.org/officeDocument/2006/relationships/customXml" Target="../ink/ink525.xml"/><Relationship Id="rId84" Type="http://schemas.openxmlformats.org/officeDocument/2006/relationships/image" Target="../media/image388.png"/><Relationship Id="rId138" Type="http://schemas.openxmlformats.org/officeDocument/2006/relationships/image" Target="../media/image415.png"/><Relationship Id="rId159" Type="http://schemas.openxmlformats.org/officeDocument/2006/relationships/customXml" Target="../ink/ink573.xml"/><Relationship Id="rId170" Type="http://schemas.openxmlformats.org/officeDocument/2006/relationships/image" Target="../media/image431.png"/><Relationship Id="rId191" Type="http://schemas.openxmlformats.org/officeDocument/2006/relationships/customXml" Target="../ink/ink589.xml"/><Relationship Id="rId205" Type="http://schemas.openxmlformats.org/officeDocument/2006/relationships/customXml" Target="../ink/ink596.xml"/><Relationship Id="rId107" Type="http://schemas.openxmlformats.org/officeDocument/2006/relationships/customXml" Target="../ink/ink547.xml"/><Relationship Id="rId11" Type="http://schemas.openxmlformats.org/officeDocument/2006/relationships/customXml" Target="../ink/ink499.xml"/><Relationship Id="rId32" Type="http://schemas.openxmlformats.org/officeDocument/2006/relationships/image" Target="../media/image362.png"/><Relationship Id="rId53" Type="http://schemas.openxmlformats.org/officeDocument/2006/relationships/customXml" Target="../ink/ink520.xml"/><Relationship Id="rId74" Type="http://schemas.openxmlformats.org/officeDocument/2006/relationships/image" Target="../media/image383.png"/><Relationship Id="rId128" Type="http://schemas.openxmlformats.org/officeDocument/2006/relationships/image" Target="../media/image410.png"/><Relationship Id="rId149" Type="http://schemas.openxmlformats.org/officeDocument/2006/relationships/customXml" Target="../ink/ink568.xml"/><Relationship Id="rId5" Type="http://schemas.openxmlformats.org/officeDocument/2006/relationships/customXml" Target="../ink/ink496.xml"/><Relationship Id="rId95" Type="http://schemas.openxmlformats.org/officeDocument/2006/relationships/customXml" Target="../ink/ink541.xml"/><Relationship Id="rId160" Type="http://schemas.openxmlformats.org/officeDocument/2006/relationships/image" Target="../media/image426.png"/><Relationship Id="rId181" Type="http://schemas.openxmlformats.org/officeDocument/2006/relationships/customXml" Target="../ink/ink584.xml"/><Relationship Id="rId22" Type="http://schemas.openxmlformats.org/officeDocument/2006/relationships/image" Target="../media/image357.png"/><Relationship Id="rId43" Type="http://schemas.openxmlformats.org/officeDocument/2006/relationships/customXml" Target="../ink/ink515.xml"/><Relationship Id="rId64" Type="http://schemas.openxmlformats.org/officeDocument/2006/relationships/image" Target="../media/image378.png"/><Relationship Id="rId118" Type="http://schemas.openxmlformats.org/officeDocument/2006/relationships/image" Target="../media/image405.png"/><Relationship Id="rId139" Type="http://schemas.openxmlformats.org/officeDocument/2006/relationships/customXml" Target="../ink/ink563.xml"/><Relationship Id="rId85" Type="http://schemas.openxmlformats.org/officeDocument/2006/relationships/customXml" Target="../ink/ink536.xml"/><Relationship Id="rId150" Type="http://schemas.openxmlformats.org/officeDocument/2006/relationships/image" Target="../media/image421.png"/><Relationship Id="rId171" Type="http://schemas.openxmlformats.org/officeDocument/2006/relationships/customXml" Target="../ink/ink579.xml"/><Relationship Id="rId192" Type="http://schemas.openxmlformats.org/officeDocument/2006/relationships/image" Target="../media/image442.png"/><Relationship Id="rId206" Type="http://schemas.openxmlformats.org/officeDocument/2006/relationships/image" Target="../media/image449.png"/><Relationship Id="rId12" Type="http://schemas.openxmlformats.org/officeDocument/2006/relationships/image" Target="../media/image352.png"/><Relationship Id="rId33" Type="http://schemas.openxmlformats.org/officeDocument/2006/relationships/customXml" Target="../ink/ink510.xml"/><Relationship Id="rId108" Type="http://schemas.openxmlformats.org/officeDocument/2006/relationships/image" Target="../media/image400.png"/><Relationship Id="rId129" Type="http://schemas.openxmlformats.org/officeDocument/2006/relationships/customXml" Target="../ink/ink558.xml"/><Relationship Id="rId54" Type="http://schemas.openxmlformats.org/officeDocument/2006/relationships/image" Target="../media/image373.png"/><Relationship Id="rId75" Type="http://schemas.openxmlformats.org/officeDocument/2006/relationships/customXml" Target="../ink/ink531.xml"/><Relationship Id="rId96" Type="http://schemas.openxmlformats.org/officeDocument/2006/relationships/image" Target="../media/image394.png"/><Relationship Id="rId140" Type="http://schemas.openxmlformats.org/officeDocument/2006/relationships/image" Target="../media/image416.png"/><Relationship Id="rId161" Type="http://schemas.openxmlformats.org/officeDocument/2006/relationships/customXml" Target="../ink/ink574.xml"/><Relationship Id="rId182" Type="http://schemas.openxmlformats.org/officeDocument/2006/relationships/image" Target="../media/image437.png"/><Relationship Id="rId6" Type="http://schemas.openxmlformats.org/officeDocument/2006/relationships/image" Target="../media/image349.png"/><Relationship Id="rId23" Type="http://schemas.openxmlformats.org/officeDocument/2006/relationships/customXml" Target="../ink/ink505.xml"/><Relationship Id="rId119" Type="http://schemas.openxmlformats.org/officeDocument/2006/relationships/customXml" Target="../ink/ink553.xml"/><Relationship Id="rId44" Type="http://schemas.openxmlformats.org/officeDocument/2006/relationships/image" Target="../media/image368.png"/><Relationship Id="rId65" Type="http://schemas.openxmlformats.org/officeDocument/2006/relationships/customXml" Target="../ink/ink526.xml"/><Relationship Id="rId86" Type="http://schemas.openxmlformats.org/officeDocument/2006/relationships/image" Target="../media/image389.png"/><Relationship Id="rId130" Type="http://schemas.openxmlformats.org/officeDocument/2006/relationships/image" Target="../media/image411.png"/><Relationship Id="rId151" Type="http://schemas.openxmlformats.org/officeDocument/2006/relationships/customXml" Target="../ink/ink569.xml"/><Relationship Id="rId172" Type="http://schemas.openxmlformats.org/officeDocument/2006/relationships/image" Target="../media/image432.png"/><Relationship Id="rId193" Type="http://schemas.openxmlformats.org/officeDocument/2006/relationships/customXml" Target="../ink/ink590.xml"/><Relationship Id="rId207" Type="http://schemas.openxmlformats.org/officeDocument/2006/relationships/customXml" Target="../ink/ink597.xml"/><Relationship Id="rId13" Type="http://schemas.openxmlformats.org/officeDocument/2006/relationships/customXml" Target="../ink/ink500.xml"/><Relationship Id="rId109" Type="http://schemas.openxmlformats.org/officeDocument/2006/relationships/customXml" Target="../ink/ink548.xml"/><Relationship Id="rId34" Type="http://schemas.openxmlformats.org/officeDocument/2006/relationships/image" Target="../media/image363.png"/><Relationship Id="rId55" Type="http://schemas.openxmlformats.org/officeDocument/2006/relationships/customXml" Target="../ink/ink521.xml"/><Relationship Id="rId76" Type="http://schemas.openxmlformats.org/officeDocument/2006/relationships/image" Target="../media/image384.png"/><Relationship Id="rId97" Type="http://schemas.openxmlformats.org/officeDocument/2006/relationships/customXml" Target="../ink/ink542.xml"/><Relationship Id="rId120" Type="http://schemas.openxmlformats.org/officeDocument/2006/relationships/image" Target="../media/image406.png"/><Relationship Id="rId141" Type="http://schemas.openxmlformats.org/officeDocument/2006/relationships/customXml" Target="../ink/ink564.xml"/><Relationship Id="rId7" Type="http://schemas.openxmlformats.org/officeDocument/2006/relationships/customXml" Target="../ink/ink497.xml"/><Relationship Id="rId162" Type="http://schemas.openxmlformats.org/officeDocument/2006/relationships/image" Target="../media/image427.png"/><Relationship Id="rId183" Type="http://schemas.openxmlformats.org/officeDocument/2006/relationships/customXml" Target="../ink/ink585.xml"/><Relationship Id="rId24" Type="http://schemas.openxmlformats.org/officeDocument/2006/relationships/image" Target="../media/image358.png"/><Relationship Id="rId45" Type="http://schemas.openxmlformats.org/officeDocument/2006/relationships/customXml" Target="../ink/ink516.xml"/><Relationship Id="rId66" Type="http://schemas.openxmlformats.org/officeDocument/2006/relationships/image" Target="../media/image379.png"/><Relationship Id="rId87" Type="http://schemas.openxmlformats.org/officeDocument/2006/relationships/customXml" Target="../ink/ink537.xml"/><Relationship Id="rId110" Type="http://schemas.openxmlformats.org/officeDocument/2006/relationships/image" Target="../media/image401.png"/><Relationship Id="rId131" Type="http://schemas.openxmlformats.org/officeDocument/2006/relationships/customXml" Target="../ink/ink559.xml"/><Relationship Id="rId152" Type="http://schemas.openxmlformats.org/officeDocument/2006/relationships/image" Target="../media/image422.png"/><Relationship Id="rId173" Type="http://schemas.openxmlformats.org/officeDocument/2006/relationships/customXml" Target="../ink/ink580.xml"/><Relationship Id="rId194" Type="http://schemas.openxmlformats.org/officeDocument/2006/relationships/image" Target="../media/image443.png"/><Relationship Id="rId208" Type="http://schemas.openxmlformats.org/officeDocument/2006/relationships/image" Target="../media/image450.png"/><Relationship Id="rId19" Type="http://schemas.openxmlformats.org/officeDocument/2006/relationships/customXml" Target="../ink/ink503.xml"/><Relationship Id="rId14" Type="http://schemas.openxmlformats.org/officeDocument/2006/relationships/image" Target="../media/image353.png"/><Relationship Id="rId30" Type="http://schemas.openxmlformats.org/officeDocument/2006/relationships/image" Target="../media/image361.png"/><Relationship Id="rId35" Type="http://schemas.openxmlformats.org/officeDocument/2006/relationships/customXml" Target="../ink/ink511.xml"/><Relationship Id="rId56" Type="http://schemas.openxmlformats.org/officeDocument/2006/relationships/image" Target="../media/image374.png"/><Relationship Id="rId77" Type="http://schemas.openxmlformats.org/officeDocument/2006/relationships/customXml" Target="../ink/ink532.xml"/><Relationship Id="rId100" Type="http://schemas.openxmlformats.org/officeDocument/2006/relationships/image" Target="../media/image396.png"/><Relationship Id="rId105" Type="http://schemas.openxmlformats.org/officeDocument/2006/relationships/customXml" Target="../ink/ink546.xml"/><Relationship Id="rId126" Type="http://schemas.openxmlformats.org/officeDocument/2006/relationships/image" Target="../media/image409.png"/><Relationship Id="rId147" Type="http://schemas.openxmlformats.org/officeDocument/2006/relationships/customXml" Target="../ink/ink567.xml"/><Relationship Id="rId168" Type="http://schemas.openxmlformats.org/officeDocument/2006/relationships/image" Target="../media/image430.png"/><Relationship Id="rId8" Type="http://schemas.openxmlformats.org/officeDocument/2006/relationships/image" Target="../media/image350.png"/><Relationship Id="rId51" Type="http://schemas.openxmlformats.org/officeDocument/2006/relationships/customXml" Target="../ink/ink519.xml"/><Relationship Id="rId72" Type="http://schemas.openxmlformats.org/officeDocument/2006/relationships/image" Target="../media/image382.png"/><Relationship Id="rId93" Type="http://schemas.openxmlformats.org/officeDocument/2006/relationships/customXml" Target="../ink/ink540.xml"/><Relationship Id="rId98" Type="http://schemas.openxmlformats.org/officeDocument/2006/relationships/image" Target="../media/image395.png"/><Relationship Id="rId121" Type="http://schemas.openxmlformats.org/officeDocument/2006/relationships/customXml" Target="../ink/ink554.xml"/><Relationship Id="rId142" Type="http://schemas.openxmlformats.org/officeDocument/2006/relationships/image" Target="../media/image417.png"/><Relationship Id="rId163" Type="http://schemas.openxmlformats.org/officeDocument/2006/relationships/customXml" Target="../ink/ink575.xml"/><Relationship Id="rId184" Type="http://schemas.openxmlformats.org/officeDocument/2006/relationships/image" Target="../media/image438.png"/><Relationship Id="rId189" Type="http://schemas.openxmlformats.org/officeDocument/2006/relationships/customXml" Target="../ink/ink588.xml"/><Relationship Id="rId3" Type="http://schemas.openxmlformats.org/officeDocument/2006/relationships/customXml" Target="../ink/ink495.xml"/><Relationship Id="rId214" Type="http://schemas.openxmlformats.org/officeDocument/2006/relationships/image" Target="../media/image453.png"/><Relationship Id="rId25" Type="http://schemas.openxmlformats.org/officeDocument/2006/relationships/customXml" Target="../ink/ink506.xml"/><Relationship Id="rId46" Type="http://schemas.openxmlformats.org/officeDocument/2006/relationships/image" Target="../media/image369.png"/><Relationship Id="rId67" Type="http://schemas.openxmlformats.org/officeDocument/2006/relationships/customXml" Target="../ink/ink527.xml"/><Relationship Id="rId116" Type="http://schemas.openxmlformats.org/officeDocument/2006/relationships/image" Target="../media/image404.png"/><Relationship Id="rId137" Type="http://schemas.openxmlformats.org/officeDocument/2006/relationships/customXml" Target="../ink/ink562.xml"/><Relationship Id="rId158" Type="http://schemas.openxmlformats.org/officeDocument/2006/relationships/image" Target="../media/image425.png"/><Relationship Id="rId20" Type="http://schemas.openxmlformats.org/officeDocument/2006/relationships/image" Target="../media/image356.png"/><Relationship Id="rId41" Type="http://schemas.openxmlformats.org/officeDocument/2006/relationships/customXml" Target="../ink/ink514.xml"/><Relationship Id="rId62" Type="http://schemas.openxmlformats.org/officeDocument/2006/relationships/image" Target="../media/image377.png"/><Relationship Id="rId83" Type="http://schemas.openxmlformats.org/officeDocument/2006/relationships/customXml" Target="../ink/ink535.xml"/><Relationship Id="rId88" Type="http://schemas.openxmlformats.org/officeDocument/2006/relationships/image" Target="../media/image390.png"/><Relationship Id="rId111" Type="http://schemas.openxmlformats.org/officeDocument/2006/relationships/customXml" Target="../ink/ink549.xml"/><Relationship Id="rId132" Type="http://schemas.openxmlformats.org/officeDocument/2006/relationships/image" Target="../media/image412.png"/><Relationship Id="rId153" Type="http://schemas.openxmlformats.org/officeDocument/2006/relationships/customXml" Target="../ink/ink570.xml"/><Relationship Id="rId174" Type="http://schemas.openxmlformats.org/officeDocument/2006/relationships/image" Target="../media/image433.png"/><Relationship Id="rId179" Type="http://schemas.openxmlformats.org/officeDocument/2006/relationships/customXml" Target="../ink/ink583.xml"/><Relationship Id="rId195" Type="http://schemas.openxmlformats.org/officeDocument/2006/relationships/customXml" Target="../ink/ink591.xml"/><Relationship Id="rId209" Type="http://schemas.openxmlformats.org/officeDocument/2006/relationships/customXml" Target="../ink/ink598.xml"/><Relationship Id="rId190" Type="http://schemas.openxmlformats.org/officeDocument/2006/relationships/image" Target="../media/image441.png"/><Relationship Id="rId204" Type="http://schemas.openxmlformats.org/officeDocument/2006/relationships/image" Target="../media/image448.png"/><Relationship Id="rId15" Type="http://schemas.openxmlformats.org/officeDocument/2006/relationships/customXml" Target="../ink/ink501.xml"/><Relationship Id="rId36" Type="http://schemas.openxmlformats.org/officeDocument/2006/relationships/image" Target="../media/image364.png"/><Relationship Id="rId57" Type="http://schemas.openxmlformats.org/officeDocument/2006/relationships/customXml" Target="../ink/ink522.xml"/><Relationship Id="rId106" Type="http://schemas.openxmlformats.org/officeDocument/2006/relationships/image" Target="../media/image399.png"/><Relationship Id="rId127" Type="http://schemas.openxmlformats.org/officeDocument/2006/relationships/customXml" Target="../ink/ink557.xml"/><Relationship Id="rId10" Type="http://schemas.openxmlformats.org/officeDocument/2006/relationships/image" Target="../media/image351.png"/><Relationship Id="rId31" Type="http://schemas.openxmlformats.org/officeDocument/2006/relationships/customXml" Target="../ink/ink509.xml"/><Relationship Id="rId52" Type="http://schemas.openxmlformats.org/officeDocument/2006/relationships/image" Target="../media/image372.png"/><Relationship Id="rId73" Type="http://schemas.openxmlformats.org/officeDocument/2006/relationships/customXml" Target="../ink/ink530.xml"/><Relationship Id="rId78" Type="http://schemas.openxmlformats.org/officeDocument/2006/relationships/image" Target="../media/image385.png"/><Relationship Id="rId94" Type="http://schemas.openxmlformats.org/officeDocument/2006/relationships/image" Target="../media/image393.png"/><Relationship Id="rId99" Type="http://schemas.openxmlformats.org/officeDocument/2006/relationships/customXml" Target="../ink/ink543.xml"/><Relationship Id="rId101" Type="http://schemas.openxmlformats.org/officeDocument/2006/relationships/customXml" Target="../ink/ink544.xml"/><Relationship Id="rId122" Type="http://schemas.openxmlformats.org/officeDocument/2006/relationships/image" Target="../media/image407.png"/><Relationship Id="rId143" Type="http://schemas.openxmlformats.org/officeDocument/2006/relationships/customXml" Target="../ink/ink565.xml"/><Relationship Id="rId148" Type="http://schemas.openxmlformats.org/officeDocument/2006/relationships/image" Target="../media/image420.png"/><Relationship Id="rId164" Type="http://schemas.openxmlformats.org/officeDocument/2006/relationships/image" Target="../media/image428.png"/><Relationship Id="rId169" Type="http://schemas.openxmlformats.org/officeDocument/2006/relationships/customXml" Target="../ink/ink578.xml"/><Relationship Id="rId185" Type="http://schemas.openxmlformats.org/officeDocument/2006/relationships/customXml" Target="../ink/ink586.xml"/><Relationship Id="rId4" Type="http://schemas.openxmlformats.org/officeDocument/2006/relationships/image" Target="../media/image3480.png"/><Relationship Id="rId9" Type="http://schemas.openxmlformats.org/officeDocument/2006/relationships/customXml" Target="../ink/ink498.xml"/><Relationship Id="rId180" Type="http://schemas.openxmlformats.org/officeDocument/2006/relationships/image" Target="../media/image436.png"/><Relationship Id="rId210" Type="http://schemas.openxmlformats.org/officeDocument/2006/relationships/image" Target="../media/image451.png"/><Relationship Id="rId26" Type="http://schemas.openxmlformats.org/officeDocument/2006/relationships/image" Target="../media/image359.png"/><Relationship Id="rId47" Type="http://schemas.openxmlformats.org/officeDocument/2006/relationships/customXml" Target="../ink/ink517.xml"/><Relationship Id="rId68" Type="http://schemas.openxmlformats.org/officeDocument/2006/relationships/image" Target="../media/image380.png"/><Relationship Id="rId89" Type="http://schemas.openxmlformats.org/officeDocument/2006/relationships/customXml" Target="../ink/ink538.xml"/><Relationship Id="rId112" Type="http://schemas.openxmlformats.org/officeDocument/2006/relationships/image" Target="../media/image402.png"/><Relationship Id="rId133" Type="http://schemas.openxmlformats.org/officeDocument/2006/relationships/customXml" Target="../ink/ink560.xml"/><Relationship Id="rId154" Type="http://schemas.openxmlformats.org/officeDocument/2006/relationships/image" Target="../media/image423.png"/><Relationship Id="rId175" Type="http://schemas.openxmlformats.org/officeDocument/2006/relationships/customXml" Target="../ink/ink581.xml"/><Relationship Id="rId196" Type="http://schemas.openxmlformats.org/officeDocument/2006/relationships/image" Target="../media/image444.png"/><Relationship Id="rId200" Type="http://schemas.openxmlformats.org/officeDocument/2006/relationships/image" Target="../media/image446.png"/><Relationship Id="rId16" Type="http://schemas.openxmlformats.org/officeDocument/2006/relationships/image" Target="../media/image354.png"/><Relationship Id="rId37" Type="http://schemas.openxmlformats.org/officeDocument/2006/relationships/customXml" Target="../ink/ink512.xml"/><Relationship Id="rId58" Type="http://schemas.openxmlformats.org/officeDocument/2006/relationships/image" Target="../media/image375.png"/><Relationship Id="rId79" Type="http://schemas.openxmlformats.org/officeDocument/2006/relationships/customXml" Target="../ink/ink533.xml"/><Relationship Id="rId102" Type="http://schemas.openxmlformats.org/officeDocument/2006/relationships/image" Target="../media/image397.png"/><Relationship Id="rId123" Type="http://schemas.openxmlformats.org/officeDocument/2006/relationships/customXml" Target="../ink/ink555.xml"/><Relationship Id="rId144" Type="http://schemas.openxmlformats.org/officeDocument/2006/relationships/image" Target="../media/image418.png"/><Relationship Id="rId90" Type="http://schemas.openxmlformats.org/officeDocument/2006/relationships/image" Target="../media/image391.png"/><Relationship Id="rId165" Type="http://schemas.openxmlformats.org/officeDocument/2006/relationships/customXml" Target="../ink/ink576.xml"/><Relationship Id="rId186" Type="http://schemas.openxmlformats.org/officeDocument/2006/relationships/image" Target="../media/image439.png"/><Relationship Id="rId211" Type="http://schemas.openxmlformats.org/officeDocument/2006/relationships/customXml" Target="../ink/ink599.xml"/><Relationship Id="rId27" Type="http://schemas.openxmlformats.org/officeDocument/2006/relationships/customXml" Target="../ink/ink507.xml"/><Relationship Id="rId48" Type="http://schemas.openxmlformats.org/officeDocument/2006/relationships/image" Target="../media/image370.png"/><Relationship Id="rId69" Type="http://schemas.openxmlformats.org/officeDocument/2006/relationships/customXml" Target="../ink/ink528.xml"/><Relationship Id="rId113" Type="http://schemas.openxmlformats.org/officeDocument/2006/relationships/customXml" Target="../ink/ink550.xml"/><Relationship Id="rId134" Type="http://schemas.openxmlformats.org/officeDocument/2006/relationships/image" Target="../media/image413.png"/><Relationship Id="rId80" Type="http://schemas.openxmlformats.org/officeDocument/2006/relationships/image" Target="../media/image386.png"/><Relationship Id="rId155" Type="http://schemas.openxmlformats.org/officeDocument/2006/relationships/customXml" Target="../ink/ink571.xml"/><Relationship Id="rId176" Type="http://schemas.openxmlformats.org/officeDocument/2006/relationships/image" Target="../media/image434.png"/><Relationship Id="rId197" Type="http://schemas.openxmlformats.org/officeDocument/2006/relationships/customXml" Target="../ink/ink592.xml"/><Relationship Id="rId201" Type="http://schemas.openxmlformats.org/officeDocument/2006/relationships/customXml" Target="../ink/ink594.xml"/><Relationship Id="rId17" Type="http://schemas.openxmlformats.org/officeDocument/2006/relationships/customXml" Target="../ink/ink502.xml"/><Relationship Id="rId38" Type="http://schemas.openxmlformats.org/officeDocument/2006/relationships/image" Target="../media/image365.png"/><Relationship Id="rId59" Type="http://schemas.openxmlformats.org/officeDocument/2006/relationships/customXml" Target="../ink/ink523.xml"/><Relationship Id="rId103" Type="http://schemas.openxmlformats.org/officeDocument/2006/relationships/customXml" Target="../ink/ink545.xml"/><Relationship Id="rId124" Type="http://schemas.openxmlformats.org/officeDocument/2006/relationships/image" Target="../media/image408.png"/><Relationship Id="rId70" Type="http://schemas.openxmlformats.org/officeDocument/2006/relationships/image" Target="../media/image381.png"/><Relationship Id="rId91" Type="http://schemas.openxmlformats.org/officeDocument/2006/relationships/customXml" Target="../ink/ink539.xml"/><Relationship Id="rId145" Type="http://schemas.openxmlformats.org/officeDocument/2006/relationships/customXml" Target="../ink/ink566.xml"/><Relationship Id="rId166" Type="http://schemas.openxmlformats.org/officeDocument/2006/relationships/image" Target="../media/image429.png"/><Relationship Id="rId187" Type="http://schemas.openxmlformats.org/officeDocument/2006/relationships/customXml" Target="../ink/ink587.xml"/><Relationship Id="rId1" Type="http://schemas.openxmlformats.org/officeDocument/2006/relationships/slideLayout" Target="../slideLayouts/slideLayout2.xml"/><Relationship Id="rId212" Type="http://schemas.openxmlformats.org/officeDocument/2006/relationships/image" Target="../media/image452.png"/><Relationship Id="rId28" Type="http://schemas.openxmlformats.org/officeDocument/2006/relationships/image" Target="../media/image360.png"/><Relationship Id="rId49" Type="http://schemas.openxmlformats.org/officeDocument/2006/relationships/customXml" Target="../ink/ink518.xml"/><Relationship Id="rId114" Type="http://schemas.openxmlformats.org/officeDocument/2006/relationships/image" Target="../media/image403.png"/><Relationship Id="rId60" Type="http://schemas.openxmlformats.org/officeDocument/2006/relationships/image" Target="../media/image376.png"/><Relationship Id="rId81" Type="http://schemas.openxmlformats.org/officeDocument/2006/relationships/customXml" Target="../ink/ink534.xml"/><Relationship Id="rId135" Type="http://schemas.openxmlformats.org/officeDocument/2006/relationships/customXml" Target="../ink/ink561.xml"/><Relationship Id="rId156" Type="http://schemas.openxmlformats.org/officeDocument/2006/relationships/image" Target="../media/image424.png"/><Relationship Id="rId177" Type="http://schemas.openxmlformats.org/officeDocument/2006/relationships/customXml" Target="../ink/ink582.xml"/><Relationship Id="rId198" Type="http://schemas.openxmlformats.org/officeDocument/2006/relationships/image" Target="../media/image445.png"/><Relationship Id="rId202" Type="http://schemas.openxmlformats.org/officeDocument/2006/relationships/image" Target="../media/image447.png"/><Relationship Id="rId18" Type="http://schemas.openxmlformats.org/officeDocument/2006/relationships/image" Target="../media/image355.png"/><Relationship Id="rId39" Type="http://schemas.openxmlformats.org/officeDocument/2006/relationships/customXml" Target="../ink/ink513.xml"/><Relationship Id="rId50" Type="http://schemas.openxmlformats.org/officeDocument/2006/relationships/image" Target="../media/image371.png"/><Relationship Id="rId104" Type="http://schemas.openxmlformats.org/officeDocument/2006/relationships/image" Target="../media/image398.png"/><Relationship Id="rId125" Type="http://schemas.openxmlformats.org/officeDocument/2006/relationships/customXml" Target="../ink/ink556.xml"/><Relationship Id="rId146" Type="http://schemas.openxmlformats.org/officeDocument/2006/relationships/image" Target="../media/image419.png"/><Relationship Id="rId167" Type="http://schemas.openxmlformats.org/officeDocument/2006/relationships/customXml" Target="../ink/ink577.xml"/><Relationship Id="rId188" Type="http://schemas.openxmlformats.org/officeDocument/2006/relationships/image" Target="../media/image440.png"/><Relationship Id="rId71" Type="http://schemas.openxmlformats.org/officeDocument/2006/relationships/customXml" Target="../ink/ink529.xml"/><Relationship Id="rId92" Type="http://schemas.openxmlformats.org/officeDocument/2006/relationships/image" Target="../media/image392.png"/><Relationship Id="rId213" Type="http://schemas.openxmlformats.org/officeDocument/2006/relationships/customXml" Target="../ink/ink600.xml"/><Relationship Id="rId2" Type="http://schemas.openxmlformats.org/officeDocument/2006/relationships/notesSlide" Target="../notesSlides/notesSlide12.xml"/><Relationship Id="rId29" Type="http://schemas.openxmlformats.org/officeDocument/2006/relationships/customXml" Target="../ink/ink508.xml"/><Relationship Id="rId40" Type="http://schemas.openxmlformats.org/officeDocument/2006/relationships/image" Target="../media/image366.png"/><Relationship Id="rId115" Type="http://schemas.openxmlformats.org/officeDocument/2006/relationships/customXml" Target="../ink/ink551.xml"/><Relationship Id="rId136" Type="http://schemas.openxmlformats.org/officeDocument/2006/relationships/image" Target="../media/image414.png"/><Relationship Id="rId157" Type="http://schemas.openxmlformats.org/officeDocument/2006/relationships/customXml" Target="../ink/ink572.xml"/><Relationship Id="rId178" Type="http://schemas.openxmlformats.org/officeDocument/2006/relationships/image" Target="../media/image435.png"/><Relationship Id="rId61" Type="http://schemas.openxmlformats.org/officeDocument/2006/relationships/customXml" Target="../ink/ink524.xml"/><Relationship Id="rId82" Type="http://schemas.openxmlformats.org/officeDocument/2006/relationships/image" Target="../media/image387.png"/><Relationship Id="rId199" Type="http://schemas.openxmlformats.org/officeDocument/2006/relationships/customXml" Target="../ink/ink593.xml"/><Relationship Id="rId203" Type="http://schemas.openxmlformats.org/officeDocument/2006/relationships/customXml" Target="../ink/ink595.xml"/></Relationships>
</file>

<file path=ppt/slides/_rels/slide15.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455.png"/><Relationship Id="rId4" Type="http://schemas.openxmlformats.org/officeDocument/2006/relationships/customXml" Target="../ink/ink60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customXml" Target="../ink/ink602.xml"/><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457.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www.yourdatateacher.com/2021/05/19/hyperparameter-tuning-grid-search-and-random-search/#:~:text=Random%20search%20is%20similar%20to,closer%20to%20a%20grid%20search" TargetMode="Externa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Rectangle 7">
            <a:extLst>
              <a:ext uri="{FF2B5EF4-FFF2-40B4-BE49-F238E27FC236}">
                <a16:creationId xmlns:a16="http://schemas.microsoft.com/office/drawing/2014/main" id="{2A8AA5BC-4F7A-4226-8F99-6D824B226A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5" name="Straight Connector 9">
            <a:extLst>
              <a:ext uri="{FF2B5EF4-FFF2-40B4-BE49-F238E27FC236}">
                <a16:creationId xmlns:a16="http://schemas.microsoft.com/office/drawing/2014/main" id="{911DBBF1-3229-4BD9-B3D1-B4CA571E743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bwMode="white">
          <a:xfrm>
            <a:off x="0" y="843625"/>
            <a:ext cx="12188824" cy="0"/>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sp>
        <p:nvSpPr>
          <p:cNvPr id="26" name="Rectangle 11">
            <a:extLst>
              <a:ext uri="{FF2B5EF4-FFF2-40B4-BE49-F238E27FC236}">
                <a16:creationId xmlns:a16="http://schemas.microsoft.com/office/drawing/2014/main" id="{5BC87C3E-1040-4EE4-9BDB-9537F7A1B3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6" y="968282"/>
            <a:ext cx="12188824" cy="49469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0C40C05-8385-48CA-92A2-DF37B0EE4230}"/>
              </a:ext>
            </a:extLst>
          </p:cNvPr>
          <p:cNvSpPr>
            <a:spLocks noGrp="1"/>
          </p:cNvSpPr>
          <p:nvPr>
            <p:ph type="ctrTitle"/>
          </p:nvPr>
        </p:nvSpPr>
        <p:spPr>
          <a:xfrm>
            <a:off x="795338" y="1566473"/>
            <a:ext cx="10601325" cy="2166723"/>
          </a:xfrm>
        </p:spPr>
        <p:txBody>
          <a:bodyPr>
            <a:normAutofit/>
          </a:bodyPr>
          <a:lstStyle/>
          <a:p>
            <a:r>
              <a:rPr lang="en-US" sz="6600"/>
              <a:t>CSET335L (Deep Learning)</a:t>
            </a:r>
            <a:endParaRPr lang="en-IN" sz="6600"/>
          </a:p>
        </p:txBody>
      </p:sp>
      <p:sp>
        <p:nvSpPr>
          <p:cNvPr id="3" name="Subtitle 2">
            <a:extLst>
              <a:ext uri="{FF2B5EF4-FFF2-40B4-BE49-F238E27FC236}">
                <a16:creationId xmlns:a16="http://schemas.microsoft.com/office/drawing/2014/main" id="{D11C1709-B620-47DC-9742-B9FB880F0527}"/>
              </a:ext>
            </a:extLst>
          </p:cNvPr>
          <p:cNvSpPr>
            <a:spLocks noGrp="1"/>
          </p:cNvSpPr>
          <p:nvPr>
            <p:ph type="subTitle" idx="1"/>
          </p:nvPr>
        </p:nvSpPr>
        <p:spPr>
          <a:xfrm>
            <a:off x="795338" y="4092319"/>
            <a:ext cx="10601325" cy="1379085"/>
          </a:xfrm>
        </p:spPr>
        <p:txBody>
          <a:bodyPr>
            <a:normAutofit/>
          </a:bodyPr>
          <a:lstStyle/>
          <a:p>
            <a:r>
              <a:rPr lang="en-US" sz="3600" b="1" dirty="0"/>
              <a:t>Lecture 10: Normalization, hyperparameter tuning</a:t>
            </a:r>
          </a:p>
          <a:p>
            <a:r>
              <a:rPr lang="en-US" b="1" dirty="0"/>
              <a:t>Deepika Vatsa</a:t>
            </a:r>
            <a:endParaRPr lang="en-IN" b="1" dirty="0"/>
          </a:p>
        </p:txBody>
      </p:sp>
      <p:cxnSp>
        <p:nvCxnSpPr>
          <p:cNvPr id="27" name="Straight Connector 13">
            <a:extLst>
              <a:ext uri="{FF2B5EF4-FFF2-40B4-BE49-F238E27FC236}">
                <a16:creationId xmlns:a16="http://schemas.microsoft.com/office/drawing/2014/main" id="{42CDBECE-872A-4C73-9DC1-BB4E805E2CF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4400" y="3894594"/>
            <a:ext cx="274320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15">
            <a:extLst>
              <a:ext uri="{FF2B5EF4-FFF2-40B4-BE49-F238E27FC236}">
                <a16:creationId xmlns:a16="http://schemas.microsoft.com/office/drawing/2014/main" id="{F5CD5A0B-CDD7-427C-AA42-2EECFDFA181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bwMode="white">
          <a:xfrm>
            <a:off x="0" y="6028863"/>
            <a:ext cx="12188824" cy="0"/>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0929C46D-E4E5-4480-A82C-60FBB11ED96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D9BD54-7BE9-4F3B-8F4A-CE67E3F85104}"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1571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2761FFB-B61B-4D55-81FD-2A4988EECDC9}"/>
              </a:ext>
            </a:extLst>
          </p:cNvPr>
          <p:cNvSpPr>
            <a:spLocks noGrp="1"/>
          </p:cNvSpPr>
          <p:nvPr>
            <p:ph type="title"/>
          </p:nvPr>
        </p:nvSpPr>
        <p:spPr>
          <a:xfrm>
            <a:off x="838200" y="365125"/>
            <a:ext cx="10515600" cy="1325563"/>
          </a:xfrm>
        </p:spPr>
        <p:txBody>
          <a:bodyPr>
            <a:normAutofit/>
          </a:bodyPr>
          <a:lstStyle/>
          <a:p>
            <a:r>
              <a:rPr lang="en-US" sz="5400"/>
              <a:t>Outline</a:t>
            </a:r>
            <a:endParaRPr lang="en-IN" sz="54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80E36F94-92C5-49C4-89B0-FDCC3A53501B}"/>
              </a:ext>
            </a:extLst>
          </p:cNvPr>
          <p:cNvSpPr>
            <a:spLocks noGrp="1"/>
          </p:cNvSpPr>
          <p:nvPr>
            <p:ph idx="1"/>
          </p:nvPr>
        </p:nvSpPr>
        <p:spPr>
          <a:xfrm>
            <a:off x="838200" y="1929384"/>
            <a:ext cx="10515600" cy="4251960"/>
          </a:xfrm>
        </p:spPr>
        <p:txBody>
          <a:bodyPr>
            <a:normAutofit/>
          </a:bodyPr>
          <a:lstStyle/>
          <a:p>
            <a:pPr algn="just">
              <a:lnSpc>
                <a:spcPct val="107000"/>
              </a:lnSpc>
              <a:spcAft>
                <a:spcPts val="800"/>
              </a:spcAft>
            </a:pPr>
            <a:r>
              <a:rPr lang="en-IN" dirty="0">
                <a:effectLst/>
                <a:latin typeface="+mj-lt"/>
                <a:ea typeface="Calibri" panose="020F0502020204030204" pitchFamily="34" charset="0"/>
                <a:cs typeface="Mangal" panose="02040503050203030202" pitchFamily="18" charset="0"/>
              </a:rPr>
              <a:t>Data normalization</a:t>
            </a:r>
          </a:p>
          <a:p>
            <a:pPr algn="just">
              <a:lnSpc>
                <a:spcPct val="107000"/>
              </a:lnSpc>
              <a:spcAft>
                <a:spcPts val="800"/>
              </a:spcAft>
            </a:pPr>
            <a:r>
              <a:rPr lang="en-IN" dirty="0">
                <a:effectLst/>
                <a:latin typeface="+mj-lt"/>
                <a:ea typeface="Calibri" panose="020F0502020204030204" pitchFamily="34" charset="0"/>
                <a:cs typeface="Mangal" panose="02040503050203030202" pitchFamily="18" charset="0"/>
              </a:rPr>
              <a:t>Batch normalization</a:t>
            </a:r>
          </a:p>
          <a:p>
            <a:pPr algn="just">
              <a:lnSpc>
                <a:spcPct val="107000"/>
              </a:lnSpc>
              <a:spcAft>
                <a:spcPts val="800"/>
              </a:spcAft>
            </a:pPr>
            <a:r>
              <a:rPr lang="en-IN" dirty="0">
                <a:effectLst/>
                <a:latin typeface="+mj-lt"/>
                <a:ea typeface="Calibri" panose="020F0502020204030204" pitchFamily="34" charset="0"/>
                <a:cs typeface="Mangal" panose="02040503050203030202" pitchFamily="18" charset="0"/>
              </a:rPr>
              <a:t>Hyper parameter Tuning: random, coarse to fine</a:t>
            </a:r>
          </a:p>
          <a:p>
            <a:pPr marL="457200" lvl="1" indent="0">
              <a:buNone/>
            </a:pPr>
            <a:endParaRPr lang="en-US" dirty="0"/>
          </a:p>
        </p:txBody>
      </p:sp>
      <p:sp>
        <p:nvSpPr>
          <p:cNvPr id="4" name="Slide Number Placeholder 3">
            <a:extLst>
              <a:ext uri="{FF2B5EF4-FFF2-40B4-BE49-F238E27FC236}">
                <a16:creationId xmlns:a16="http://schemas.microsoft.com/office/drawing/2014/main" id="{89D42D6E-C1D7-4D2C-B834-CAF70A71EF3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D9BD54-7BE9-4F3B-8F4A-CE67E3F85104}"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778131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a:solidFill>
                  <a:srgbClr val="FFFFFF"/>
                </a:solidFill>
                <a:latin typeface="+mj-lt"/>
                <a:ea typeface="+mj-ea"/>
                <a:cs typeface="+mj-cs"/>
              </a:rPr>
              <a:t>Data Normalization</a:t>
            </a:r>
            <a:endParaRPr lang="en-US" sz="4000" kern="1200" dirty="0">
              <a:solidFill>
                <a:srgbClr val="FFFFFF"/>
              </a:solidFill>
              <a:latin typeface="+mj-lt"/>
              <a:ea typeface="+mj-ea"/>
              <a:cs typeface="+mj-cs"/>
            </a:endParaRPr>
          </a:p>
        </p:txBody>
      </p:sp>
      <p:sp>
        <p:nvSpPr>
          <p:cNvPr id="6" name="Content Placeholder 2">
            <a:extLst>
              <a:ext uri="{FF2B5EF4-FFF2-40B4-BE49-F238E27FC236}">
                <a16:creationId xmlns:a16="http://schemas.microsoft.com/office/drawing/2014/main" id="{98E0FE6E-8F22-4B9F-9E9F-E2B694DC96D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endParaRPr lang="en-IN" dirty="0"/>
          </a:p>
        </p:txBody>
      </p:sp>
      <p:sp>
        <p:nvSpPr>
          <p:cNvPr id="9" name="Content Placeholder 2">
            <a:extLst>
              <a:ext uri="{FF2B5EF4-FFF2-40B4-BE49-F238E27FC236}">
                <a16:creationId xmlns:a16="http://schemas.microsoft.com/office/drawing/2014/main" id="{55A5BFD8-4962-4C89-86F0-4A582AD35F41}"/>
              </a:ext>
            </a:extLst>
          </p:cNvPr>
          <p:cNvSpPr txBox="1">
            <a:spLocks/>
          </p:cNvSpPr>
          <p:nvPr/>
        </p:nvSpPr>
        <p:spPr>
          <a:xfrm>
            <a:off x="990600"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latin typeface="+mj-lt"/>
              </a:rPr>
              <a:t>Normalization and standardization</a:t>
            </a:r>
            <a:r>
              <a:rPr lang="en-US" sz="2400" dirty="0">
                <a:latin typeface="+mj-lt"/>
              </a:rPr>
              <a:t> are pre-processing techniques to have different sources of data inside the same range. Also known as </a:t>
            </a:r>
            <a:r>
              <a:rPr lang="en-US" sz="2400" b="1" dirty="0">
                <a:latin typeface="+mj-lt"/>
              </a:rPr>
              <a:t>Scaling</a:t>
            </a:r>
            <a:r>
              <a:rPr lang="en-US" sz="2400" dirty="0">
                <a:latin typeface="+mj-lt"/>
              </a:rPr>
              <a:t>.</a:t>
            </a:r>
          </a:p>
          <a:p>
            <a:pPr marL="0" indent="0">
              <a:buNone/>
            </a:pPr>
            <a:endParaRPr lang="en-US" sz="2400" dirty="0">
              <a:latin typeface="+mj-lt"/>
            </a:endParaRPr>
          </a:p>
          <a:p>
            <a:pPr marL="0" indent="0">
              <a:buNone/>
            </a:pPr>
            <a:r>
              <a:rPr lang="en-US" sz="2400" dirty="0">
                <a:latin typeface="+mj-lt"/>
              </a:rPr>
              <a:t>Example: Suppose in buy insurance data set, there are two features: age in years and income in Rs. The range for these input features will be very different; age ranging in 18 to 80 </a:t>
            </a:r>
            <a:r>
              <a:rPr lang="en-US" sz="2400" dirty="0" err="1">
                <a:latin typeface="+mj-lt"/>
              </a:rPr>
              <a:t>yrs</a:t>
            </a:r>
            <a:r>
              <a:rPr lang="en-US" sz="2400" dirty="0">
                <a:latin typeface="+mj-lt"/>
              </a:rPr>
              <a:t> while income ranging from Rs 10-100 (in 1000s).</a:t>
            </a:r>
          </a:p>
          <a:p>
            <a:pPr marL="0" indent="0">
              <a:buNone/>
            </a:pPr>
            <a:endParaRPr lang="en-US" sz="2400" dirty="0">
              <a:latin typeface="+mj-lt"/>
            </a:endParaRPr>
          </a:p>
          <a:p>
            <a:pPr marL="0" indent="0">
              <a:buNone/>
            </a:pPr>
            <a:endParaRPr lang="en-US" sz="2400" dirty="0">
              <a:latin typeface="+mj-lt"/>
            </a:endParaRPr>
          </a:p>
        </p:txBody>
      </p:sp>
    </p:spTree>
    <p:extLst>
      <p:ext uri="{BB962C8B-B14F-4D97-AF65-F5344CB8AC3E}">
        <p14:creationId xmlns:p14="http://schemas.microsoft.com/office/powerpoint/2010/main" val="11277206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Why Normalization?</a:t>
            </a:r>
          </a:p>
        </p:txBody>
      </p:sp>
      <p:sp>
        <p:nvSpPr>
          <p:cNvPr id="6" name="Content Placeholder 2">
            <a:extLst>
              <a:ext uri="{FF2B5EF4-FFF2-40B4-BE49-F238E27FC236}">
                <a16:creationId xmlns:a16="http://schemas.microsoft.com/office/drawing/2014/main" id="{98E0FE6E-8F22-4B9F-9E9F-E2B694DC96D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endParaRPr lang="en-IN" dirty="0"/>
          </a:p>
        </p:txBody>
      </p:sp>
      <p:pic>
        <p:nvPicPr>
          <p:cNvPr id="1026" name="Picture 2">
            <a:extLst>
              <a:ext uri="{FF2B5EF4-FFF2-40B4-BE49-F238E27FC236}">
                <a16:creationId xmlns:a16="http://schemas.microsoft.com/office/drawing/2014/main" id="{B908D0E2-7CF2-4ABF-9442-FFC637E2E3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05100" y="1675742"/>
            <a:ext cx="9067800" cy="5029200"/>
          </a:xfrm>
          <a:prstGeom prst="rect">
            <a:avLst/>
          </a:prstGeom>
          <a:noFill/>
          <a:extLst>
            <a:ext uri="{909E8E84-426E-40DD-AFC4-6F175D3DCCD1}">
              <a14:hiddenFill xmlns:a14="http://schemas.microsoft.com/office/drawing/2010/main">
                <a:solidFill>
                  <a:srgbClr val="FFFFFF"/>
                </a:solidFill>
              </a14:hiddenFill>
            </a:ext>
          </a:extLst>
        </p:spPr>
      </p:pic>
      <p:sp>
        <p:nvSpPr>
          <p:cNvPr id="12" name="Content Placeholder 2">
            <a:extLst>
              <a:ext uri="{FF2B5EF4-FFF2-40B4-BE49-F238E27FC236}">
                <a16:creationId xmlns:a16="http://schemas.microsoft.com/office/drawing/2014/main" id="{39DF5F8B-44B0-4322-BB33-76D4D4FADBEF}"/>
              </a:ext>
            </a:extLst>
          </p:cNvPr>
          <p:cNvSpPr txBox="1">
            <a:spLocks/>
          </p:cNvSpPr>
          <p:nvPr/>
        </p:nvSpPr>
        <p:spPr>
          <a:xfrm>
            <a:off x="230474" y="1975508"/>
            <a:ext cx="2488992"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latin typeface="+mj-lt"/>
              </a:rPr>
              <a:t>Consider this data:</a:t>
            </a:r>
          </a:p>
          <a:p>
            <a:pPr marL="0" indent="0">
              <a:buNone/>
            </a:pPr>
            <a:endParaRPr lang="en-US" sz="2400" dirty="0">
              <a:latin typeface="+mj-lt"/>
            </a:endParaRPr>
          </a:p>
          <a:p>
            <a:pPr marL="0" indent="0">
              <a:buNone/>
            </a:pPr>
            <a:r>
              <a:rPr lang="en-US" sz="2400" dirty="0">
                <a:latin typeface="+mj-lt"/>
              </a:rPr>
              <a:t>Some input features are in range of 0 – 1 e.g., SAR value, and some are in values of 1000s e.g., Price</a:t>
            </a:r>
          </a:p>
        </p:txBody>
      </p:sp>
    </p:spTree>
    <p:extLst>
      <p:ext uri="{BB962C8B-B14F-4D97-AF65-F5344CB8AC3E}">
        <p14:creationId xmlns:p14="http://schemas.microsoft.com/office/powerpoint/2010/main" val="17837662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Why Normalization?</a:t>
            </a:r>
          </a:p>
        </p:txBody>
      </p:sp>
      <p:sp>
        <p:nvSpPr>
          <p:cNvPr id="6" name="Content Placeholder 2">
            <a:extLst>
              <a:ext uri="{FF2B5EF4-FFF2-40B4-BE49-F238E27FC236}">
                <a16:creationId xmlns:a16="http://schemas.microsoft.com/office/drawing/2014/main" id="{98E0FE6E-8F22-4B9F-9E9F-E2B694DC96D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endParaRPr lang="en-IN" dirty="0"/>
          </a:p>
        </p:txBody>
      </p:sp>
      <p:sp>
        <p:nvSpPr>
          <p:cNvPr id="12" name="Content Placeholder 2">
            <a:extLst>
              <a:ext uri="{FF2B5EF4-FFF2-40B4-BE49-F238E27FC236}">
                <a16:creationId xmlns:a16="http://schemas.microsoft.com/office/drawing/2014/main" id="{39DF5F8B-44B0-4322-BB33-76D4D4FADBEF}"/>
              </a:ext>
            </a:extLst>
          </p:cNvPr>
          <p:cNvSpPr txBox="1">
            <a:spLocks/>
          </p:cNvSpPr>
          <p:nvPr/>
        </p:nvSpPr>
        <p:spPr>
          <a:xfrm>
            <a:off x="230474" y="1975508"/>
            <a:ext cx="11400052" cy="4351338"/>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latin typeface="+mj-lt"/>
              </a:rPr>
              <a:t>If we have input features in different ranges, training of the data becomes difficult.</a:t>
            </a:r>
          </a:p>
          <a:p>
            <a:pPr marL="0" indent="0">
              <a:buNone/>
            </a:pPr>
            <a:endParaRPr lang="en-US" sz="2400" dirty="0">
              <a:latin typeface="+mj-lt"/>
            </a:endParaRPr>
          </a:p>
          <a:p>
            <a:pPr marL="0" indent="0">
              <a:buNone/>
            </a:pPr>
            <a:r>
              <a:rPr lang="en-US" sz="2400" b="1" dirty="0">
                <a:latin typeface="+mj-lt"/>
              </a:rPr>
              <a:t>How?</a:t>
            </a:r>
          </a:p>
          <a:p>
            <a:pPr marL="0" indent="0">
              <a:buNone/>
            </a:pPr>
            <a:r>
              <a:rPr lang="en-US" sz="2400" dirty="0">
                <a:latin typeface="+mj-lt"/>
              </a:rPr>
              <a:t>If we don’t normalize/standardize the data, then there will be two problems:</a:t>
            </a:r>
          </a:p>
          <a:p>
            <a:pPr marL="457200" indent="-457200">
              <a:buAutoNum type="arabicPeriod"/>
            </a:pPr>
            <a:r>
              <a:rPr lang="en-US" sz="2400" dirty="0">
                <a:latin typeface="+mj-lt"/>
              </a:rPr>
              <a:t>The weights of some input features (having high range) will be large while for some features (having low range) will be small. [Because gradient of weights of high range features will be a high value, thus weight updates will be large. At every iteration, large updates are made to the weights which will </a:t>
            </a:r>
            <a:r>
              <a:rPr lang="en-US" sz="2400" b="1" dirty="0">
                <a:latin typeface="+mj-lt"/>
              </a:rPr>
              <a:t>lead to oscillations</a:t>
            </a:r>
            <a:r>
              <a:rPr lang="en-US" sz="2400" dirty="0">
                <a:latin typeface="+mj-lt"/>
              </a:rPr>
              <a:t>, which will in turn </a:t>
            </a:r>
            <a:r>
              <a:rPr lang="en-US" sz="2400" b="1" dirty="0">
                <a:latin typeface="+mj-lt"/>
              </a:rPr>
              <a:t>increase the training time</a:t>
            </a:r>
            <a:r>
              <a:rPr lang="en-US" sz="2400" dirty="0">
                <a:latin typeface="+mj-lt"/>
              </a:rPr>
              <a:t>.]</a:t>
            </a:r>
          </a:p>
          <a:p>
            <a:pPr marL="457200" indent="-457200">
              <a:buAutoNum type="arabicPeriod"/>
            </a:pPr>
            <a:endParaRPr lang="en-US" sz="2400" dirty="0">
              <a:latin typeface="+mj-lt"/>
            </a:endParaRPr>
          </a:p>
          <a:p>
            <a:pPr marL="457200" indent="-457200">
              <a:buAutoNum type="arabicPeriod"/>
            </a:pPr>
            <a:r>
              <a:rPr lang="en-US" sz="2400" dirty="0">
                <a:latin typeface="+mj-lt"/>
              </a:rPr>
              <a:t>Because of oscillations, it might happen that we </a:t>
            </a:r>
            <a:r>
              <a:rPr lang="en-US" sz="2400" b="1" dirty="0">
                <a:latin typeface="+mj-lt"/>
              </a:rPr>
              <a:t>overshoot the minima.</a:t>
            </a:r>
          </a:p>
          <a:p>
            <a:pPr marL="457200" indent="-457200">
              <a:buAutoNum type="arabicPeriod"/>
            </a:pPr>
            <a:endParaRPr lang="en-US" sz="2400" b="1" dirty="0">
              <a:latin typeface="+mj-lt"/>
            </a:endParaRPr>
          </a:p>
          <a:p>
            <a:pPr marL="457200" indent="-457200">
              <a:buFont typeface="Arial" panose="020B0604020202020204" pitchFamily="34" charset="0"/>
              <a:buAutoNum type="arabicPeriod"/>
            </a:pPr>
            <a:r>
              <a:rPr lang="en-US" sz="2400" dirty="0">
                <a:latin typeface="+mj-lt"/>
              </a:rPr>
              <a:t>Higher range input feature might </a:t>
            </a:r>
            <a:r>
              <a:rPr lang="en-US" sz="2400" b="1" dirty="0">
                <a:latin typeface="+mj-lt"/>
              </a:rPr>
              <a:t>bias our models </a:t>
            </a:r>
            <a:r>
              <a:rPr lang="en-US" sz="2400" dirty="0">
                <a:latin typeface="+mj-lt"/>
              </a:rPr>
              <a:t>into giving them inflated importance. [gradient will move in direction of </a:t>
            </a:r>
            <a:r>
              <a:rPr lang="en-US" sz="2400">
                <a:latin typeface="+mj-lt"/>
              </a:rPr>
              <a:t>higher weights]</a:t>
            </a:r>
            <a:endParaRPr lang="en-US" sz="2400" dirty="0">
              <a:latin typeface="+mj-lt"/>
            </a:endParaRPr>
          </a:p>
          <a:p>
            <a:pPr marL="457200" indent="-457200">
              <a:buAutoNum type="arabicPeriod"/>
            </a:pPr>
            <a:endParaRPr lang="en-US" sz="2400" b="1" dirty="0">
              <a:latin typeface="+mj-lt"/>
            </a:endParaRP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91D02B1E-84B1-4FAA-BA4D-D9B6BD3C7667}"/>
                  </a:ext>
                </a:extLst>
              </p14:cNvPr>
              <p14:cNvContentPartPr/>
              <p14:nvPr/>
            </p14:nvContentPartPr>
            <p14:xfrm>
              <a:off x="4561191" y="5813603"/>
              <a:ext cx="1092600" cy="29520"/>
            </p14:xfrm>
          </p:contentPart>
        </mc:Choice>
        <mc:Fallback xmlns="">
          <p:pic>
            <p:nvPicPr>
              <p:cNvPr id="3" name="Ink 2">
                <a:extLst>
                  <a:ext uri="{FF2B5EF4-FFF2-40B4-BE49-F238E27FC236}">
                    <a16:creationId xmlns:a16="http://schemas.microsoft.com/office/drawing/2014/main" id="{91D02B1E-84B1-4FAA-BA4D-D9B6BD3C7667}"/>
                  </a:ext>
                </a:extLst>
              </p:cNvPr>
              <p:cNvPicPr/>
              <p:nvPr/>
            </p:nvPicPr>
            <p:blipFill>
              <a:blip r:embed="rId4"/>
              <a:stretch>
                <a:fillRect/>
              </a:stretch>
            </p:blipFill>
            <p:spPr>
              <a:xfrm>
                <a:off x="4552191" y="5804603"/>
                <a:ext cx="1110240" cy="471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9BA6BFDA-0266-4A17-8C04-AE0C8FF0C752}"/>
                  </a:ext>
                </a:extLst>
              </p14:cNvPr>
              <p14:cNvContentPartPr/>
              <p14:nvPr/>
            </p14:nvContentPartPr>
            <p14:xfrm>
              <a:off x="8443791" y="5856443"/>
              <a:ext cx="571680" cy="15840"/>
            </p14:xfrm>
          </p:contentPart>
        </mc:Choice>
        <mc:Fallback xmlns="">
          <p:pic>
            <p:nvPicPr>
              <p:cNvPr id="4" name="Ink 3">
                <a:extLst>
                  <a:ext uri="{FF2B5EF4-FFF2-40B4-BE49-F238E27FC236}">
                    <a16:creationId xmlns:a16="http://schemas.microsoft.com/office/drawing/2014/main" id="{9BA6BFDA-0266-4A17-8C04-AE0C8FF0C752}"/>
                  </a:ext>
                </a:extLst>
              </p:cNvPr>
              <p:cNvPicPr/>
              <p:nvPr/>
            </p:nvPicPr>
            <p:blipFill>
              <a:blip r:embed="rId6"/>
              <a:stretch>
                <a:fillRect/>
              </a:stretch>
            </p:blipFill>
            <p:spPr>
              <a:xfrm>
                <a:off x="8435151" y="5847803"/>
                <a:ext cx="589320" cy="334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5" name="Ink 4">
                <a:extLst>
                  <a:ext uri="{FF2B5EF4-FFF2-40B4-BE49-F238E27FC236}">
                    <a16:creationId xmlns:a16="http://schemas.microsoft.com/office/drawing/2014/main" id="{6B6847CA-BAB5-4BAF-AF0B-EB5ED668CACD}"/>
                  </a:ext>
                </a:extLst>
              </p14:cNvPr>
              <p14:cNvContentPartPr/>
              <p14:nvPr/>
            </p14:nvContentPartPr>
            <p14:xfrm>
              <a:off x="9584271" y="5895323"/>
              <a:ext cx="411840" cy="15120"/>
            </p14:xfrm>
          </p:contentPart>
        </mc:Choice>
        <mc:Fallback xmlns="">
          <p:pic>
            <p:nvPicPr>
              <p:cNvPr id="5" name="Ink 4">
                <a:extLst>
                  <a:ext uri="{FF2B5EF4-FFF2-40B4-BE49-F238E27FC236}">
                    <a16:creationId xmlns:a16="http://schemas.microsoft.com/office/drawing/2014/main" id="{6B6847CA-BAB5-4BAF-AF0B-EB5ED668CACD}"/>
                  </a:ext>
                </a:extLst>
              </p:cNvPr>
              <p:cNvPicPr/>
              <p:nvPr/>
            </p:nvPicPr>
            <p:blipFill>
              <a:blip r:embed="rId8"/>
              <a:stretch>
                <a:fillRect/>
              </a:stretch>
            </p:blipFill>
            <p:spPr>
              <a:xfrm>
                <a:off x="9575271" y="5886683"/>
                <a:ext cx="429480" cy="32760"/>
              </a:xfrm>
              <a:prstGeom prst="rect">
                <a:avLst/>
              </a:prstGeom>
            </p:spPr>
          </p:pic>
        </mc:Fallback>
      </mc:AlternateContent>
      <p:grpSp>
        <p:nvGrpSpPr>
          <p:cNvPr id="80" name="Group 79">
            <a:extLst>
              <a:ext uri="{FF2B5EF4-FFF2-40B4-BE49-F238E27FC236}">
                <a16:creationId xmlns:a16="http://schemas.microsoft.com/office/drawing/2014/main" id="{736D955C-09FB-4897-8DD4-CFEB440BA7E5}"/>
              </a:ext>
            </a:extLst>
          </p:cNvPr>
          <p:cNvGrpSpPr/>
          <p:nvPr/>
        </p:nvGrpSpPr>
        <p:grpSpPr>
          <a:xfrm>
            <a:off x="9516951" y="1352483"/>
            <a:ext cx="1545480" cy="790920"/>
            <a:chOff x="9516951" y="1352483"/>
            <a:chExt cx="1545480" cy="790920"/>
          </a:xfrm>
        </p:grpSpPr>
        <mc:AlternateContent xmlns:mc="http://schemas.openxmlformats.org/markup-compatibility/2006" xmlns:p14="http://schemas.microsoft.com/office/powerpoint/2010/main">
          <mc:Choice Requires="p14">
            <p:contentPart p14:bwMode="auto" r:id="rId9">
              <p14:nvContentPartPr>
                <p14:cNvPr id="67" name="Ink 66">
                  <a:extLst>
                    <a:ext uri="{FF2B5EF4-FFF2-40B4-BE49-F238E27FC236}">
                      <a16:creationId xmlns:a16="http://schemas.microsoft.com/office/drawing/2014/main" id="{DE8ABAAB-5EA9-45F7-AE35-CEE99FF3B27B}"/>
                    </a:ext>
                  </a:extLst>
                </p14:cNvPr>
                <p14:cNvContentPartPr/>
                <p14:nvPr/>
              </p14:nvContentPartPr>
              <p14:xfrm>
                <a:off x="9709551" y="1352483"/>
                <a:ext cx="111960" cy="218880"/>
              </p14:xfrm>
            </p:contentPart>
          </mc:Choice>
          <mc:Fallback xmlns="">
            <p:pic>
              <p:nvPicPr>
                <p:cNvPr id="67" name="Ink 66">
                  <a:extLst>
                    <a:ext uri="{FF2B5EF4-FFF2-40B4-BE49-F238E27FC236}">
                      <a16:creationId xmlns:a16="http://schemas.microsoft.com/office/drawing/2014/main" id="{DE8ABAAB-5EA9-45F7-AE35-CEE99FF3B27B}"/>
                    </a:ext>
                  </a:extLst>
                </p:cNvPr>
                <p:cNvPicPr/>
                <p:nvPr/>
              </p:nvPicPr>
              <p:blipFill>
                <a:blip r:embed="rId10"/>
                <a:stretch>
                  <a:fillRect/>
                </a:stretch>
              </p:blipFill>
              <p:spPr>
                <a:xfrm>
                  <a:off x="9700911" y="1343843"/>
                  <a:ext cx="129600" cy="2365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68" name="Ink 67">
                  <a:extLst>
                    <a:ext uri="{FF2B5EF4-FFF2-40B4-BE49-F238E27FC236}">
                      <a16:creationId xmlns:a16="http://schemas.microsoft.com/office/drawing/2014/main" id="{BF41E28F-4A55-421D-BC8C-599B562F9EA1}"/>
                    </a:ext>
                  </a:extLst>
                </p14:cNvPr>
                <p14:cNvContentPartPr/>
                <p14:nvPr/>
              </p14:nvContentPartPr>
              <p14:xfrm>
                <a:off x="9826191" y="1478123"/>
                <a:ext cx="171000" cy="318600"/>
              </p14:xfrm>
            </p:contentPart>
          </mc:Choice>
          <mc:Fallback xmlns="">
            <p:pic>
              <p:nvPicPr>
                <p:cNvPr id="68" name="Ink 67">
                  <a:extLst>
                    <a:ext uri="{FF2B5EF4-FFF2-40B4-BE49-F238E27FC236}">
                      <a16:creationId xmlns:a16="http://schemas.microsoft.com/office/drawing/2014/main" id="{BF41E28F-4A55-421D-BC8C-599B562F9EA1}"/>
                    </a:ext>
                  </a:extLst>
                </p:cNvPr>
                <p:cNvPicPr/>
                <p:nvPr/>
              </p:nvPicPr>
              <p:blipFill>
                <a:blip r:embed="rId12"/>
                <a:stretch>
                  <a:fillRect/>
                </a:stretch>
              </p:blipFill>
              <p:spPr>
                <a:xfrm>
                  <a:off x="9817551" y="1469483"/>
                  <a:ext cx="188640" cy="3362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69" name="Ink 68">
                  <a:extLst>
                    <a:ext uri="{FF2B5EF4-FFF2-40B4-BE49-F238E27FC236}">
                      <a16:creationId xmlns:a16="http://schemas.microsoft.com/office/drawing/2014/main" id="{D16EB6A8-F616-49AD-B061-B5DA44A1C91C}"/>
                    </a:ext>
                  </a:extLst>
                </p14:cNvPr>
                <p14:cNvContentPartPr/>
                <p14:nvPr/>
              </p14:nvContentPartPr>
              <p14:xfrm>
                <a:off x="9575631" y="1648403"/>
                <a:ext cx="657360" cy="56160"/>
              </p14:xfrm>
            </p:contentPart>
          </mc:Choice>
          <mc:Fallback xmlns="">
            <p:pic>
              <p:nvPicPr>
                <p:cNvPr id="69" name="Ink 68">
                  <a:extLst>
                    <a:ext uri="{FF2B5EF4-FFF2-40B4-BE49-F238E27FC236}">
                      <a16:creationId xmlns:a16="http://schemas.microsoft.com/office/drawing/2014/main" id="{D16EB6A8-F616-49AD-B061-B5DA44A1C91C}"/>
                    </a:ext>
                  </a:extLst>
                </p:cNvPr>
                <p:cNvPicPr/>
                <p:nvPr/>
              </p:nvPicPr>
              <p:blipFill>
                <a:blip r:embed="rId14"/>
                <a:stretch>
                  <a:fillRect/>
                </a:stretch>
              </p:blipFill>
              <p:spPr>
                <a:xfrm>
                  <a:off x="9566991" y="1639403"/>
                  <a:ext cx="675000" cy="738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70" name="Ink 69">
                  <a:extLst>
                    <a:ext uri="{FF2B5EF4-FFF2-40B4-BE49-F238E27FC236}">
                      <a16:creationId xmlns:a16="http://schemas.microsoft.com/office/drawing/2014/main" id="{0938F089-15A4-433C-81FE-9F2423BEE686}"/>
                    </a:ext>
                  </a:extLst>
                </p14:cNvPr>
                <p14:cNvContentPartPr/>
                <p14:nvPr/>
              </p14:nvContentPartPr>
              <p14:xfrm>
                <a:off x="9674991" y="1743803"/>
                <a:ext cx="120240" cy="213840"/>
              </p14:xfrm>
            </p:contentPart>
          </mc:Choice>
          <mc:Fallback xmlns="">
            <p:pic>
              <p:nvPicPr>
                <p:cNvPr id="70" name="Ink 69">
                  <a:extLst>
                    <a:ext uri="{FF2B5EF4-FFF2-40B4-BE49-F238E27FC236}">
                      <a16:creationId xmlns:a16="http://schemas.microsoft.com/office/drawing/2014/main" id="{0938F089-15A4-433C-81FE-9F2423BEE686}"/>
                    </a:ext>
                  </a:extLst>
                </p:cNvPr>
                <p:cNvPicPr/>
                <p:nvPr/>
              </p:nvPicPr>
              <p:blipFill>
                <a:blip r:embed="rId16"/>
                <a:stretch>
                  <a:fillRect/>
                </a:stretch>
              </p:blipFill>
              <p:spPr>
                <a:xfrm>
                  <a:off x="9665991" y="1734803"/>
                  <a:ext cx="137880" cy="23148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71" name="Ink 70">
                  <a:extLst>
                    <a:ext uri="{FF2B5EF4-FFF2-40B4-BE49-F238E27FC236}">
                      <a16:creationId xmlns:a16="http://schemas.microsoft.com/office/drawing/2014/main" id="{D2D7C735-F07F-423E-B68A-7B8B79E6CF97}"/>
                    </a:ext>
                  </a:extLst>
                </p14:cNvPr>
                <p14:cNvContentPartPr/>
                <p14:nvPr/>
              </p14:nvContentPartPr>
              <p14:xfrm>
                <a:off x="9897471" y="1858643"/>
                <a:ext cx="173880" cy="99360"/>
              </p14:xfrm>
            </p:contentPart>
          </mc:Choice>
          <mc:Fallback xmlns="">
            <p:pic>
              <p:nvPicPr>
                <p:cNvPr id="71" name="Ink 70">
                  <a:extLst>
                    <a:ext uri="{FF2B5EF4-FFF2-40B4-BE49-F238E27FC236}">
                      <a16:creationId xmlns:a16="http://schemas.microsoft.com/office/drawing/2014/main" id="{D2D7C735-F07F-423E-B68A-7B8B79E6CF97}"/>
                    </a:ext>
                  </a:extLst>
                </p:cNvPr>
                <p:cNvPicPr/>
                <p:nvPr/>
              </p:nvPicPr>
              <p:blipFill>
                <a:blip r:embed="rId18"/>
                <a:stretch>
                  <a:fillRect/>
                </a:stretch>
              </p:blipFill>
              <p:spPr>
                <a:xfrm>
                  <a:off x="9888471" y="1849643"/>
                  <a:ext cx="191520" cy="1170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72" name="Ink 71">
                  <a:extLst>
                    <a:ext uri="{FF2B5EF4-FFF2-40B4-BE49-F238E27FC236}">
                      <a16:creationId xmlns:a16="http://schemas.microsoft.com/office/drawing/2014/main" id="{021D19EF-24B7-4F33-8785-400F50C3D8BD}"/>
                    </a:ext>
                  </a:extLst>
                </p14:cNvPr>
                <p14:cNvContentPartPr/>
                <p14:nvPr/>
              </p14:nvContentPartPr>
              <p14:xfrm>
                <a:off x="9997551" y="1858283"/>
                <a:ext cx="149400" cy="96480"/>
              </p14:xfrm>
            </p:contentPart>
          </mc:Choice>
          <mc:Fallback xmlns="">
            <p:pic>
              <p:nvPicPr>
                <p:cNvPr id="72" name="Ink 71">
                  <a:extLst>
                    <a:ext uri="{FF2B5EF4-FFF2-40B4-BE49-F238E27FC236}">
                      <a16:creationId xmlns:a16="http://schemas.microsoft.com/office/drawing/2014/main" id="{021D19EF-24B7-4F33-8785-400F50C3D8BD}"/>
                    </a:ext>
                  </a:extLst>
                </p:cNvPr>
                <p:cNvPicPr/>
                <p:nvPr/>
              </p:nvPicPr>
              <p:blipFill>
                <a:blip r:embed="rId20"/>
                <a:stretch>
                  <a:fillRect/>
                </a:stretch>
              </p:blipFill>
              <p:spPr>
                <a:xfrm>
                  <a:off x="9988911" y="1849283"/>
                  <a:ext cx="16704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73" name="Ink 72">
                  <a:extLst>
                    <a:ext uri="{FF2B5EF4-FFF2-40B4-BE49-F238E27FC236}">
                      <a16:creationId xmlns:a16="http://schemas.microsoft.com/office/drawing/2014/main" id="{2CB1D3AD-4F7B-4531-B95E-E828AE3652F9}"/>
                    </a:ext>
                  </a:extLst>
                </p14:cNvPr>
                <p14:cNvContentPartPr/>
                <p14:nvPr/>
              </p14:nvContentPartPr>
              <p14:xfrm>
                <a:off x="10196991" y="1917683"/>
                <a:ext cx="23400" cy="86400"/>
              </p14:xfrm>
            </p:contentPart>
          </mc:Choice>
          <mc:Fallback xmlns="">
            <p:pic>
              <p:nvPicPr>
                <p:cNvPr id="73" name="Ink 72">
                  <a:extLst>
                    <a:ext uri="{FF2B5EF4-FFF2-40B4-BE49-F238E27FC236}">
                      <a16:creationId xmlns:a16="http://schemas.microsoft.com/office/drawing/2014/main" id="{2CB1D3AD-4F7B-4531-B95E-E828AE3652F9}"/>
                    </a:ext>
                  </a:extLst>
                </p:cNvPr>
                <p:cNvPicPr/>
                <p:nvPr/>
              </p:nvPicPr>
              <p:blipFill>
                <a:blip r:embed="rId22"/>
                <a:stretch>
                  <a:fillRect/>
                </a:stretch>
              </p:blipFill>
              <p:spPr>
                <a:xfrm>
                  <a:off x="10187991" y="1908683"/>
                  <a:ext cx="4104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74" name="Ink 73">
                  <a:extLst>
                    <a:ext uri="{FF2B5EF4-FFF2-40B4-BE49-F238E27FC236}">
                      <a16:creationId xmlns:a16="http://schemas.microsoft.com/office/drawing/2014/main" id="{721483F1-418D-46FF-82DF-FD6DB0006BE1}"/>
                    </a:ext>
                  </a:extLst>
                </p14:cNvPr>
                <p14:cNvContentPartPr/>
                <p14:nvPr/>
              </p14:nvContentPartPr>
              <p14:xfrm>
                <a:off x="10351071" y="1592243"/>
                <a:ext cx="130680" cy="77040"/>
              </p14:xfrm>
            </p:contentPart>
          </mc:Choice>
          <mc:Fallback xmlns="">
            <p:pic>
              <p:nvPicPr>
                <p:cNvPr id="74" name="Ink 73">
                  <a:extLst>
                    <a:ext uri="{FF2B5EF4-FFF2-40B4-BE49-F238E27FC236}">
                      <a16:creationId xmlns:a16="http://schemas.microsoft.com/office/drawing/2014/main" id="{721483F1-418D-46FF-82DF-FD6DB0006BE1}"/>
                    </a:ext>
                  </a:extLst>
                </p:cNvPr>
                <p:cNvPicPr/>
                <p:nvPr/>
              </p:nvPicPr>
              <p:blipFill>
                <a:blip r:embed="rId24"/>
                <a:stretch>
                  <a:fillRect/>
                </a:stretch>
              </p:blipFill>
              <p:spPr>
                <a:xfrm>
                  <a:off x="10342431" y="1583243"/>
                  <a:ext cx="148320" cy="9468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75" name="Ink 74">
                  <a:extLst>
                    <a:ext uri="{FF2B5EF4-FFF2-40B4-BE49-F238E27FC236}">
                      <a16:creationId xmlns:a16="http://schemas.microsoft.com/office/drawing/2014/main" id="{4842E56D-5F5D-4ADA-9231-A29DF748EEE3}"/>
                    </a:ext>
                  </a:extLst>
                </p14:cNvPr>
                <p14:cNvContentPartPr/>
                <p14:nvPr/>
              </p14:nvContentPartPr>
              <p14:xfrm>
                <a:off x="10697391" y="1586483"/>
                <a:ext cx="126360" cy="126720"/>
              </p14:xfrm>
            </p:contentPart>
          </mc:Choice>
          <mc:Fallback xmlns="">
            <p:pic>
              <p:nvPicPr>
                <p:cNvPr id="75" name="Ink 74">
                  <a:extLst>
                    <a:ext uri="{FF2B5EF4-FFF2-40B4-BE49-F238E27FC236}">
                      <a16:creationId xmlns:a16="http://schemas.microsoft.com/office/drawing/2014/main" id="{4842E56D-5F5D-4ADA-9231-A29DF748EEE3}"/>
                    </a:ext>
                  </a:extLst>
                </p:cNvPr>
                <p:cNvPicPr/>
                <p:nvPr/>
              </p:nvPicPr>
              <p:blipFill>
                <a:blip r:embed="rId26"/>
                <a:stretch>
                  <a:fillRect/>
                </a:stretch>
              </p:blipFill>
              <p:spPr>
                <a:xfrm>
                  <a:off x="10688391" y="1577483"/>
                  <a:ext cx="14400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76" name="Ink 75">
                  <a:extLst>
                    <a:ext uri="{FF2B5EF4-FFF2-40B4-BE49-F238E27FC236}">
                      <a16:creationId xmlns:a16="http://schemas.microsoft.com/office/drawing/2014/main" id="{E7171E3D-6153-4D59-915D-E8C5D93C77E3}"/>
                    </a:ext>
                  </a:extLst>
                </p14:cNvPr>
                <p14:cNvContentPartPr/>
                <p14:nvPr/>
              </p14:nvContentPartPr>
              <p14:xfrm>
                <a:off x="10914471" y="1568123"/>
                <a:ext cx="147960" cy="185040"/>
              </p14:xfrm>
            </p:contentPart>
          </mc:Choice>
          <mc:Fallback xmlns="">
            <p:pic>
              <p:nvPicPr>
                <p:cNvPr id="76" name="Ink 75">
                  <a:extLst>
                    <a:ext uri="{FF2B5EF4-FFF2-40B4-BE49-F238E27FC236}">
                      <a16:creationId xmlns:a16="http://schemas.microsoft.com/office/drawing/2014/main" id="{E7171E3D-6153-4D59-915D-E8C5D93C77E3}"/>
                    </a:ext>
                  </a:extLst>
                </p:cNvPr>
                <p:cNvPicPr/>
                <p:nvPr/>
              </p:nvPicPr>
              <p:blipFill>
                <a:blip r:embed="rId28"/>
                <a:stretch>
                  <a:fillRect/>
                </a:stretch>
              </p:blipFill>
              <p:spPr>
                <a:xfrm>
                  <a:off x="10905831" y="1559483"/>
                  <a:ext cx="165600" cy="20268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79" name="Ink 78">
                  <a:extLst>
                    <a:ext uri="{FF2B5EF4-FFF2-40B4-BE49-F238E27FC236}">
                      <a16:creationId xmlns:a16="http://schemas.microsoft.com/office/drawing/2014/main" id="{DFED3030-6CA7-4610-B4CD-DA0ED3C96E1A}"/>
                    </a:ext>
                  </a:extLst>
                </p14:cNvPr>
                <p14:cNvContentPartPr/>
                <p14:nvPr/>
              </p14:nvContentPartPr>
              <p14:xfrm>
                <a:off x="9516951" y="1951523"/>
                <a:ext cx="1244520" cy="191880"/>
              </p14:xfrm>
            </p:contentPart>
          </mc:Choice>
          <mc:Fallback xmlns="">
            <p:pic>
              <p:nvPicPr>
                <p:cNvPr id="79" name="Ink 78">
                  <a:extLst>
                    <a:ext uri="{FF2B5EF4-FFF2-40B4-BE49-F238E27FC236}">
                      <a16:creationId xmlns:a16="http://schemas.microsoft.com/office/drawing/2014/main" id="{DFED3030-6CA7-4610-B4CD-DA0ED3C96E1A}"/>
                    </a:ext>
                  </a:extLst>
                </p:cNvPr>
                <p:cNvPicPr/>
                <p:nvPr/>
              </p:nvPicPr>
              <p:blipFill>
                <a:blip r:embed="rId30"/>
                <a:stretch>
                  <a:fillRect/>
                </a:stretch>
              </p:blipFill>
              <p:spPr>
                <a:xfrm>
                  <a:off x="9508311" y="1942883"/>
                  <a:ext cx="1262160" cy="2095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1">
            <p14:nvContentPartPr>
              <p14:cNvPr id="81" name="Ink 80">
                <a:extLst>
                  <a:ext uri="{FF2B5EF4-FFF2-40B4-BE49-F238E27FC236}">
                    <a16:creationId xmlns:a16="http://schemas.microsoft.com/office/drawing/2014/main" id="{C54023A5-8BD3-4A7E-B83C-C0EADA0ADFCB}"/>
                  </a:ext>
                </a:extLst>
              </p14:cNvPr>
              <p14:cNvContentPartPr/>
              <p14:nvPr/>
            </p14:nvContentPartPr>
            <p14:xfrm>
              <a:off x="6286311" y="1643363"/>
              <a:ext cx="1484280" cy="186120"/>
            </p14:xfrm>
          </p:contentPart>
        </mc:Choice>
        <mc:Fallback xmlns="">
          <p:pic>
            <p:nvPicPr>
              <p:cNvPr id="81" name="Ink 80">
                <a:extLst>
                  <a:ext uri="{FF2B5EF4-FFF2-40B4-BE49-F238E27FC236}">
                    <a16:creationId xmlns:a16="http://schemas.microsoft.com/office/drawing/2014/main" id="{C54023A5-8BD3-4A7E-B83C-C0EADA0ADFCB}"/>
                  </a:ext>
                </a:extLst>
              </p:cNvPr>
              <p:cNvPicPr/>
              <p:nvPr/>
            </p:nvPicPr>
            <p:blipFill>
              <a:blip r:embed="rId32"/>
              <a:stretch>
                <a:fillRect/>
              </a:stretch>
            </p:blipFill>
            <p:spPr>
              <a:xfrm>
                <a:off x="6277671" y="1634723"/>
                <a:ext cx="1501920" cy="203760"/>
              </a:xfrm>
              <a:prstGeom prst="rect">
                <a:avLst/>
              </a:prstGeom>
            </p:spPr>
          </p:pic>
        </mc:Fallback>
      </mc:AlternateContent>
      <p:grpSp>
        <p:nvGrpSpPr>
          <p:cNvPr id="87" name="Group 86">
            <a:extLst>
              <a:ext uri="{FF2B5EF4-FFF2-40B4-BE49-F238E27FC236}">
                <a16:creationId xmlns:a16="http://schemas.microsoft.com/office/drawing/2014/main" id="{7E3BA3E8-778F-46FF-AF14-BD25F0537A66}"/>
              </a:ext>
            </a:extLst>
          </p:cNvPr>
          <p:cNvGrpSpPr/>
          <p:nvPr/>
        </p:nvGrpSpPr>
        <p:grpSpPr>
          <a:xfrm>
            <a:off x="9897471" y="579203"/>
            <a:ext cx="1893240" cy="651240"/>
            <a:chOff x="9897471" y="579203"/>
            <a:chExt cx="1893240" cy="651240"/>
          </a:xfrm>
        </p:grpSpPr>
        <mc:AlternateContent xmlns:mc="http://schemas.openxmlformats.org/markup-compatibility/2006" xmlns:p14="http://schemas.microsoft.com/office/powerpoint/2010/main">
          <mc:Choice Requires="p14">
            <p:contentPart p14:bwMode="auto" r:id="rId33">
              <p14:nvContentPartPr>
                <p14:cNvPr id="46" name="Ink 45">
                  <a:extLst>
                    <a:ext uri="{FF2B5EF4-FFF2-40B4-BE49-F238E27FC236}">
                      <a16:creationId xmlns:a16="http://schemas.microsoft.com/office/drawing/2014/main" id="{FD36F970-9B8B-4383-96E5-677E287543D8}"/>
                    </a:ext>
                  </a:extLst>
                </p14:cNvPr>
                <p14:cNvContentPartPr/>
                <p14:nvPr/>
              </p14:nvContentPartPr>
              <p14:xfrm>
                <a:off x="9897471" y="579203"/>
                <a:ext cx="145080" cy="425520"/>
              </p14:xfrm>
            </p:contentPart>
          </mc:Choice>
          <mc:Fallback xmlns="">
            <p:pic>
              <p:nvPicPr>
                <p:cNvPr id="46" name="Ink 45">
                  <a:extLst>
                    <a:ext uri="{FF2B5EF4-FFF2-40B4-BE49-F238E27FC236}">
                      <a16:creationId xmlns:a16="http://schemas.microsoft.com/office/drawing/2014/main" id="{FD36F970-9B8B-4383-96E5-677E287543D8}"/>
                    </a:ext>
                  </a:extLst>
                </p:cNvPr>
                <p:cNvPicPr/>
                <p:nvPr/>
              </p:nvPicPr>
              <p:blipFill>
                <a:blip r:embed="rId34"/>
                <a:stretch>
                  <a:fillRect/>
                </a:stretch>
              </p:blipFill>
              <p:spPr>
                <a:xfrm>
                  <a:off x="9888471" y="570203"/>
                  <a:ext cx="162720" cy="44316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47" name="Ink 46">
                  <a:extLst>
                    <a:ext uri="{FF2B5EF4-FFF2-40B4-BE49-F238E27FC236}">
                      <a16:creationId xmlns:a16="http://schemas.microsoft.com/office/drawing/2014/main" id="{020E00F5-A3B5-48A3-A349-0E9EF8B85B53}"/>
                    </a:ext>
                  </a:extLst>
                </p14:cNvPr>
                <p14:cNvContentPartPr/>
                <p14:nvPr/>
              </p14:nvContentPartPr>
              <p14:xfrm>
                <a:off x="10118151" y="671363"/>
                <a:ext cx="128520" cy="73800"/>
              </p14:xfrm>
            </p:contentPart>
          </mc:Choice>
          <mc:Fallback xmlns="">
            <p:pic>
              <p:nvPicPr>
                <p:cNvPr id="47" name="Ink 46">
                  <a:extLst>
                    <a:ext uri="{FF2B5EF4-FFF2-40B4-BE49-F238E27FC236}">
                      <a16:creationId xmlns:a16="http://schemas.microsoft.com/office/drawing/2014/main" id="{020E00F5-A3B5-48A3-A349-0E9EF8B85B53}"/>
                    </a:ext>
                  </a:extLst>
                </p:cNvPr>
                <p:cNvPicPr/>
                <p:nvPr/>
              </p:nvPicPr>
              <p:blipFill>
                <a:blip r:embed="rId36"/>
                <a:stretch>
                  <a:fillRect/>
                </a:stretch>
              </p:blipFill>
              <p:spPr>
                <a:xfrm>
                  <a:off x="10109511" y="662363"/>
                  <a:ext cx="146160" cy="9144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48" name="Ink 47">
                  <a:extLst>
                    <a:ext uri="{FF2B5EF4-FFF2-40B4-BE49-F238E27FC236}">
                      <a16:creationId xmlns:a16="http://schemas.microsoft.com/office/drawing/2014/main" id="{057AA6CB-52FD-4F9D-B019-A49225259496}"/>
                    </a:ext>
                  </a:extLst>
                </p14:cNvPr>
                <p14:cNvContentPartPr/>
                <p14:nvPr/>
              </p14:nvContentPartPr>
              <p14:xfrm>
                <a:off x="10347471" y="621323"/>
                <a:ext cx="151920" cy="115200"/>
              </p14:xfrm>
            </p:contentPart>
          </mc:Choice>
          <mc:Fallback xmlns="">
            <p:pic>
              <p:nvPicPr>
                <p:cNvPr id="48" name="Ink 47">
                  <a:extLst>
                    <a:ext uri="{FF2B5EF4-FFF2-40B4-BE49-F238E27FC236}">
                      <a16:creationId xmlns:a16="http://schemas.microsoft.com/office/drawing/2014/main" id="{057AA6CB-52FD-4F9D-B019-A49225259496}"/>
                    </a:ext>
                  </a:extLst>
                </p:cNvPr>
                <p:cNvPicPr/>
                <p:nvPr/>
              </p:nvPicPr>
              <p:blipFill>
                <a:blip r:embed="rId38"/>
                <a:stretch>
                  <a:fillRect/>
                </a:stretch>
              </p:blipFill>
              <p:spPr>
                <a:xfrm>
                  <a:off x="10338831" y="612323"/>
                  <a:ext cx="16956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49" name="Ink 48">
                  <a:extLst>
                    <a:ext uri="{FF2B5EF4-FFF2-40B4-BE49-F238E27FC236}">
                      <a16:creationId xmlns:a16="http://schemas.microsoft.com/office/drawing/2014/main" id="{D6B6E9F2-B0F5-414B-B61D-6A325E47F2D8}"/>
                    </a:ext>
                  </a:extLst>
                </p14:cNvPr>
                <p14:cNvContentPartPr/>
                <p14:nvPr/>
              </p14:nvContentPartPr>
              <p14:xfrm>
                <a:off x="10573551" y="699803"/>
                <a:ext cx="7920" cy="97200"/>
              </p14:xfrm>
            </p:contentPart>
          </mc:Choice>
          <mc:Fallback xmlns="">
            <p:pic>
              <p:nvPicPr>
                <p:cNvPr id="49" name="Ink 48">
                  <a:extLst>
                    <a:ext uri="{FF2B5EF4-FFF2-40B4-BE49-F238E27FC236}">
                      <a16:creationId xmlns:a16="http://schemas.microsoft.com/office/drawing/2014/main" id="{D6B6E9F2-B0F5-414B-B61D-6A325E47F2D8}"/>
                    </a:ext>
                  </a:extLst>
                </p:cNvPr>
                <p:cNvPicPr/>
                <p:nvPr/>
              </p:nvPicPr>
              <p:blipFill>
                <a:blip r:embed="rId40"/>
                <a:stretch>
                  <a:fillRect/>
                </a:stretch>
              </p:blipFill>
              <p:spPr>
                <a:xfrm>
                  <a:off x="10564551" y="691163"/>
                  <a:ext cx="25560" cy="11484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50" name="Ink 49">
                  <a:extLst>
                    <a:ext uri="{FF2B5EF4-FFF2-40B4-BE49-F238E27FC236}">
                      <a16:creationId xmlns:a16="http://schemas.microsoft.com/office/drawing/2014/main" id="{376E6466-1AB6-4D0D-B324-F828C787D4C0}"/>
                    </a:ext>
                  </a:extLst>
                </p14:cNvPr>
                <p14:cNvContentPartPr/>
                <p14:nvPr/>
              </p14:nvContentPartPr>
              <p14:xfrm>
                <a:off x="10663191" y="633563"/>
                <a:ext cx="155880" cy="120600"/>
              </p14:xfrm>
            </p:contentPart>
          </mc:Choice>
          <mc:Fallback xmlns="">
            <p:pic>
              <p:nvPicPr>
                <p:cNvPr id="50" name="Ink 49">
                  <a:extLst>
                    <a:ext uri="{FF2B5EF4-FFF2-40B4-BE49-F238E27FC236}">
                      <a16:creationId xmlns:a16="http://schemas.microsoft.com/office/drawing/2014/main" id="{376E6466-1AB6-4D0D-B324-F828C787D4C0}"/>
                    </a:ext>
                  </a:extLst>
                </p:cNvPr>
                <p:cNvPicPr/>
                <p:nvPr/>
              </p:nvPicPr>
              <p:blipFill>
                <a:blip r:embed="rId42"/>
                <a:stretch>
                  <a:fillRect/>
                </a:stretch>
              </p:blipFill>
              <p:spPr>
                <a:xfrm>
                  <a:off x="10654551" y="624923"/>
                  <a:ext cx="173520" cy="13824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51" name="Ink 50">
                  <a:extLst>
                    <a:ext uri="{FF2B5EF4-FFF2-40B4-BE49-F238E27FC236}">
                      <a16:creationId xmlns:a16="http://schemas.microsoft.com/office/drawing/2014/main" id="{51A4C64C-8F0A-421B-A333-0ADC5BFCDB42}"/>
                    </a:ext>
                  </a:extLst>
                </p14:cNvPr>
                <p14:cNvContentPartPr/>
                <p14:nvPr/>
              </p14:nvContentPartPr>
              <p14:xfrm>
                <a:off x="10871631" y="703763"/>
                <a:ext cx="423000" cy="103680"/>
              </p14:xfrm>
            </p:contentPart>
          </mc:Choice>
          <mc:Fallback xmlns="">
            <p:pic>
              <p:nvPicPr>
                <p:cNvPr id="51" name="Ink 50">
                  <a:extLst>
                    <a:ext uri="{FF2B5EF4-FFF2-40B4-BE49-F238E27FC236}">
                      <a16:creationId xmlns:a16="http://schemas.microsoft.com/office/drawing/2014/main" id="{51A4C64C-8F0A-421B-A333-0ADC5BFCDB42}"/>
                    </a:ext>
                  </a:extLst>
                </p:cNvPr>
                <p:cNvPicPr/>
                <p:nvPr/>
              </p:nvPicPr>
              <p:blipFill>
                <a:blip r:embed="rId44"/>
                <a:stretch>
                  <a:fillRect/>
                </a:stretch>
              </p:blipFill>
              <p:spPr>
                <a:xfrm>
                  <a:off x="10862631" y="695123"/>
                  <a:ext cx="440640" cy="12132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52" name="Ink 51">
                  <a:extLst>
                    <a:ext uri="{FF2B5EF4-FFF2-40B4-BE49-F238E27FC236}">
                      <a16:creationId xmlns:a16="http://schemas.microsoft.com/office/drawing/2014/main" id="{83BCF109-F002-45FB-8B5F-599CF98FE329}"/>
                    </a:ext>
                  </a:extLst>
                </p14:cNvPr>
                <p14:cNvContentPartPr/>
                <p14:nvPr/>
              </p14:nvContentPartPr>
              <p14:xfrm>
                <a:off x="11188071" y="638603"/>
                <a:ext cx="33120" cy="172440"/>
              </p14:xfrm>
            </p:contentPart>
          </mc:Choice>
          <mc:Fallback xmlns="">
            <p:pic>
              <p:nvPicPr>
                <p:cNvPr id="52" name="Ink 51">
                  <a:extLst>
                    <a:ext uri="{FF2B5EF4-FFF2-40B4-BE49-F238E27FC236}">
                      <a16:creationId xmlns:a16="http://schemas.microsoft.com/office/drawing/2014/main" id="{83BCF109-F002-45FB-8B5F-599CF98FE329}"/>
                    </a:ext>
                  </a:extLst>
                </p:cNvPr>
                <p:cNvPicPr/>
                <p:nvPr/>
              </p:nvPicPr>
              <p:blipFill>
                <a:blip r:embed="rId46"/>
                <a:stretch>
                  <a:fillRect/>
                </a:stretch>
              </p:blipFill>
              <p:spPr>
                <a:xfrm>
                  <a:off x="11179071" y="629603"/>
                  <a:ext cx="50760" cy="19008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53" name="Ink 52">
                  <a:extLst>
                    <a:ext uri="{FF2B5EF4-FFF2-40B4-BE49-F238E27FC236}">
                      <a16:creationId xmlns:a16="http://schemas.microsoft.com/office/drawing/2014/main" id="{642B5E62-948A-4A27-93C6-9BD4B168EBA9}"/>
                    </a:ext>
                  </a:extLst>
                </p14:cNvPr>
                <p14:cNvContentPartPr/>
                <p14:nvPr/>
              </p14:nvContentPartPr>
              <p14:xfrm>
                <a:off x="11295711" y="668483"/>
                <a:ext cx="109440" cy="126720"/>
              </p14:xfrm>
            </p:contentPart>
          </mc:Choice>
          <mc:Fallback xmlns="">
            <p:pic>
              <p:nvPicPr>
                <p:cNvPr id="53" name="Ink 52">
                  <a:extLst>
                    <a:ext uri="{FF2B5EF4-FFF2-40B4-BE49-F238E27FC236}">
                      <a16:creationId xmlns:a16="http://schemas.microsoft.com/office/drawing/2014/main" id="{642B5E62-948A-4A27-93C6-9BD4B168EBA9}"/>
                    </a:ext>
                  </a:extLst>
                </p:cNvPr>
                <p:cNvPicPr/>
                <p:nvPr/>
              </p:nvPicPr>
              <p:blipFill>
                <a:blip r:embed="rId48"/>
                <a:stretch>
                  <a:fillRect/>
                </a:stretch>
              </p:blipFill>
              <p:spPr>
                <a:xfrm>
                  <a:off x="11286711" y="659843"/>
                  <a:ext cx="12708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54" name="Ink 53">
                  <a:extLst>
                    <a:ext uri="{FF2B5EF4-FFF2-40B4-BE49-F238E27FC236}">
                      <a16:creationId xmlns:a16="http://schemas.microsoft.com/office/drawing/2014/main" id="{78149360-5396-4010-8ADE-2A5A5E416D8F}"/>
                    </a:ext>
                  </a:extLst>
                </p14:cNvPr>
                <p14:cNvContentPartPr/>
                <p14:nvPr/>
              </p14:nvContentPartPr>
              <p14:xfrm>
                <a:off x="10206351" y="1048283"/>
                <a:ext cx="146520" cy="59400"/>
              </p14:xfrm>
            </p:contentPart>
          </mc:Choice>
          <mc:Fallback xmlns="">
            <p:pic>
              <p:nvPicPr>
                <p:cNvPr id="54" name="Ink 53">
                  <a:extLst>
                    <a:ext uri="{FF2B5EF4-FFF2-40B4-BE49-F238E27FC236}">
                      <a16:creationId xmlns:a16="http://schemas.microsoft.com/office/drawing/2014/main" id="{78149360-5396-4010-8ADE-2A5A5E416D8F}"/>
                    </a:ext>
                  </a:extLst>
                </p:cNvPr>
                <p:cNvPicPr/>
                <p:nvPr/>
              </p:nvPicPr>
              <p:blipFill>
                <a:blip r:embed="rId50"/>
                <a:stretch>
                  <a:fillRect/>
                </a:stretch>
              </p:blipFill>
              <p:spPr>
                <a:xfrm>
                  <a:off x="10197711" y="1039283"/>
                  <a:ext cx="164160" cy="7704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55" name="Ink 54">
                  <a:extLst>
                    <a:ext uri="{FF2B5EF4-FFF2-40B4-BE49-F238E27FC236}">
                      <a16:creationId xmlns:a16="http://schemas.microsoft.com/office/drawing/2014/main" id="{A292CD4F-F87B-4F3A-8C2D-DB722F564631}"/>
                    </a:ext>
                  </a:extLst>
                </p14:cNvPr>
                <p14:cNvContentPartPr/>
                <p14:nvPr/>
              </p14:nvContentPartPr>
              <p14:xfrm>
                <a:off x="10434231" y="1015883"/>
                <a:ext cx="150480" cy="89280"/>
              </p14:xfrm>
            </p:contentPart>
          </mc:Choice>
          <mc:Fallback xmlns="">
            <p:pic>
              <p:nvPicPr>
                <p:cNvPr id="55" name="Ink 54">
                  <a:extLst>
                    <a:ext uri="{FF2B5EF4-FFF2-40B4-BE49-F238E27FC236}">
                      <a16:creationId xmlns:a16="http://schemas.microsoft.com/office/drawing/2014/main" id="{A292CD4F-F87B-4F3A-8C2D-DB722F564631}"/>
                    </a:ext>
                  </a:extLst>
                </p:cNvPr>
                <p:cNvPicPr/>
                <p:nvPr/>
              </p:nvPicPr>
              <p:blipFill>
                <a:blip r:embed="rId52"/>
                <a:stretch>
                  <a:fillRect/>
                </a:stretch>
              </p:blipFill>
              <p:spPr>
                <a:xfrm>
                  <a:off x="10425231" y="1006883"/>
                  <a:ext cx="168120" cy="10692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56" name="Ink 55">
                  <a:extLst>
                    <a:ext uri="{FF2B5EF4-FFF2-40B4-BE49-F238E27FC236}">
                      <a16:creationId xmlns:a16="http://schemas.microsoft.com/office/drawing/2014/main" id="{AD081567-CFFC-41C4-9A5B-4E9BE2F370C0}"/>
                    </a:ext>
                  </a:extLst>
                </p14:cNvPr>
                <p14:cNvContentPartPr/>
                <p14:nvPr/>
              </p14:nvContentPartPr>
              <p14:xfrm>
                <a:off x="10640871" y="1068083"/>
                <a:ext cx="17280" cy="132480"/>
              </p14:xfrm>
            </p:contentPart>
          </mc:Choice>
          <mc:Fallback xmlns="">
            <p:pic>
              <p:nvPicPr>
                <p:cNvPr id="56" name="Ink 55">
                  <a:extLst>
                    <a:ext uri="{FF2B5EF4-FFF2-40B4-BE49-F238E27FC236}">
                      <a16:creationId xmlns:a16="http://schemas.microsoft.com/office/drawing/2014/main" id="{AD081567-CFFC-41C4-9A5B-4E9BE2F370C0}"/>
                    </a:ext>
                  </a:extLst>
                </p:cNvPr>
                <p:cNvPicPr/>
                <p:nvPr/>
              </p:nvPicPr>
              <p:blipFill>
                <a:blip r:embed="rId54"/>
                <a:stretch>
                  <a:fillRect/>
                </a:stretch>
              </p:blipFill>
              <p:spPr>
                <a:xfrm>
                  <a:off x="10632231" y="1059083"/>
                  <a:ext cx="34920" cy="15012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59" name="Ink 58">
                  <a:extLst>
                    <a:ext uri="{FF2B5EF4-FFF2-40B4-BE49-F238E27FC236}">
                      <a16:creationId xmlns:a16="http://schemas.microsoft.com/office/drawing/2014/main" id="{4AE55091-2AA1-48B9-9652-D77BEF54FE7B}"/>
                    </a:ext>
                  </a:extLst>
                </p14:cNvPr>
                <p14:cNvContentPartPr/>
                <p14:nvPr/>
              </p14:nvContentPartPr>
              <p14:xfrm>
                <a:off x="10767231" y="951083"/>
                <a:ext cx="58680" cy="209520"/>
              </p14:xfrm>
            </p:contentPart>
          </mc:Choice>
          <mc:Fallback xmlns="">
            <p:pic>
              <p:nvPicPr>
                <p:cNvPr id="59" name="Ink 58">
                  <a:extLst>
                    <a:ext uri="{FF2B5EF4-FFF2-40B4-BE49-F238E27FC236}">
                      <a16:creationId xmlns:a16="http://schemas.microsoft.com/office/drawing/2014/main" id="{4AE55091-2AA1-48B9-9652-D77BEF54FE7B}"/>
                    </a:ext>
                  </a:extLst>
                </p:cNvPr>
                <p:cNvPicPr/>
                <p:nvPr/>
              </p:nvPicPr>
              <p:blipFill>
                <a:blip r:embed="rId56"/>
                <a:stretch>
                  <a:fillRect/>
                </a:stretch>
              </p:blipFill>
              <p:spPr>
                <a:xfrm>
                  <a:off x="10758231" y="942083"/>
                  <a:ext cx="76320" cy="22716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60" name="Ink 59">
                  <a:extLst>
                    <a:ext uri="{FF2B5EF4-FFF2-40B4-BE49-F238E27FC236}">
                      <a16:creationId xmlns:a16="http://schemas.microsoft.com/office/drawing/2014/main" id="{8B6AAE04-9116-4037-8148-12B4ED874E3A}"/>
                    </a:ext>
                  </a:extLst>
                </p14:cNvPr>
                <p14:cNvContentPartPr/>
                <p14:nvPr/>
              </p14:nvContentPartPr>
              <p14:xfrm>
                <a:off x="10866231" y="1019483"/>
                <a:ext cx="81720" cy="95040"/>
              </p14:xfrm>
            </p:contentPart>
          </mc:Choice>
          <mc:Fallback xmlns="">
            <p:pic>
              <p:nvPicPr>
                <p:cNvPr id="60" name="Ink 59">
                  <a:extLst>
                    <a:ext uri="{FF2B5EF4-FFF2-40B4-BE49-F238E27FC236}">
                      <a16:creationId xmlns:a16="http://schemas.microsoft.com/office/drawing/2014/main" id="{8B6AAE04-9116-4037-8148-12B4ED874E3A}"/>
                    </a:ext>
                  </a:extLst>
                </p:cNvPr>
                <p:cNvPicPr/>
                <p:nvPr/>
              </p:nvPicPr>
              <p:blipFill>
                <a:blip r:embed="rId58"/>
                <a:stretch>
                  <a:fillRect/>
                </a:stretch>
              </p:blipFill>
              <p:spPr>
                <a:xfrm>
                  <a:off x="10857591" y="1010483"/>
                  <a:ext cx="99360" cy="11268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61" name="Ink 60">
                  <a:extLst>
                    <a:ext uri="{FF2B5EF4-FFF2-40B4-BE49-F238E27FC236}">
                      <a16:creationId xmlns:a16="http://schemas.microsoft.com/office/drawing/2014/main" id="{80E90328-1349-41F1-8AF4-C969621F620C}"/>
                    </a:ext>
                  </a:extLst>
                </p14:cNvPr>
                <p14:cNvContentPartPr/>
                <p14:nvPr/>
              </p14:nvContentPartPr>
              <p14:xfrm>
                <a:off x="10994751" y="1051883"/>
                <a:ext cx="59040" cy="16920"/>
              </p14:xfrm>
            </p:contentPart>
          </mc:Choice>
          <mc:Fallback xmlns="">
            <p:pic>
              <p:nvPicPr>
                <p:cNvPr id="61" name="Ink 60">
                  <a:extLst>
                    <a:ext uri="{FF2B5EF4-FFF2-40B4-BE49-F238E27FC236}">
                      <a16:creationId xmlns:a16="http://schemas.microsoft.com/office/drawing/2014/main" id="{80E90328-1349-41F1-8AF4-C969621F620C}"/>
                    </a:ext>
                  </a:extLst>
                </p:cNvPr>
                <p:cNvPicPr/>
                <p:nvPr/>
              </p:nvPicPr>
              <p:blipFill>
                <a:blip r:embed="rId60"/>
                <a:stretch>
                  <a:fillRect/>
                </a:stretch>
              </p:blipFill>
              <p:spPr>
                <a:xfrm>
                  <a:off x="10985751" y="1043243"/>
                  <a:ext cx="76680" cy="3456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62" name="Ink 61">
                  <a:extLst>
                    <a:ext uri="{FF2B5EF4-FFF2-40B4-BE49-F238E27FC236}">
                      <a16:creationId xmlns:a16="http://schemas.microsoft.com/office/drawing/2014/main" id="{FB81D9C7-06EE-49A7-93AA-EDCC1E91F0C9}"/>
                    </a:ext>
                  </a:extLst>
                </p14:cNvPr>
                <p14:cNvContentPartPr/>
                <p14:nvPr/>
              </p14:nvContentPartPr>
              <p14:xfrm>
                <a:off x="11112831" y="913283"/>
                <a:ext cx="241200" cy="317160"/>
              </p14:xfrm>
            </p:contentPart>
          </mc:Choice>
          <mc:Fallback xmlns="">
            <p:pic>
              <p:nvPicPr>
                <p:cNvPr id="62" name="Ink 61">
                  <a:extLst>
                    <a:ext uri="{FF2B5EF4-FFF2-40B4-BE49-F238E27FC236}">
                      <a16:creationId xmlns:a16="http://schemas.microsoft.com/office/drawing/2014/main" id="{FB81D9C7-06EE-49A7-93AA-EDCC1E91F0C9}"/>
                    </a:ext>
                  </a:extLst>
                </p:cNvPr>
                <p:cNvPicPr/>
                <p:nvPr/>
              </p:nvPicPr>
              <p:blipFill>
                <a:blip r:embed="rId62"/>
                <a:stretch>
                  <a:fillRect/>
                </a:stretch>
              </p:blipFill>
              <p:spPr>
                <a:xfrm>
                  <a:off x="11103831" y="904643"/>
                  <a:ext cx="258840" cy="33480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63" name="Ink 62">
                  <a:extLst>
                    <a:ext uri="{FF2B5EF4-FFF2-40B4-BE49-F238E27FC236}">
                      <a16:creationId xmlns:a16="http://schemas.microsoft.com/office/drawing/2014/main" id="{1CDFC651-317E-4047-BF10-0DCD3BB46C43}"/>
                    </a:ext>
                  </a:extLst>
                </p14:cNvPr>
                <p14:cNvContentPartPr/>
                <p14:nvPr/>
              </p14:nvContentPartPr>
              <p14:xfrm>
                <a:off x="11458791" y="1087523"/>
                <a:ext cx="159120" cy="9000"/>
              </p14:xfrm>
            </p:contentPart>
          </mc:Choice>
          <mc:Fallback xmlns="">
            <p:pic>
              <p:nvPicPr>
                <p:cNvPr id="63" name="Ink 62">
                  <a:extLst>
                    <a:ext uri="{FF2B5EF4-FFF2-40B4-BE49-F238E27FC236}">
                      <a16:creationId xmlns:a16="http://schemas.microsoft.com/office/drawing/2014/main" id="{1CDFC651-317E-4047-BF10-0DCD3BB46C43}"/>
                    </a:ext>
                  </a:extLst>
                </p:cNvPr>
                <p:cNvPicPr/>
                <p:nvPr/>
              </p:nvPicPr>
              <p:blipFill>
                <a:blip r:embed="rId64"/>
                <a:stretch>
                  <a:fillRect/>
                </a:stretch>
              </p:blipFill>
              <p:spPr>
                <a:xfrm>
                  <a:off x="11449791" y="1078523"/>
                  <a:ext cx="17676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64" name="Ink 63">
                  <a:extLst>
                    <a:ext uri="{FF2B5EF4-FFF2-40B4-BE49-F238E27FC236}">
                      <a16:creationId xmlns:a16="http://schemas.microsoft.com/office/drawing/2014/main" id="{2D69D549-0F93-4B1D-9100-A25EB2C65689}"/>
                    </a:ext>
                  </a:extLst>
                </p14:cNvPr>
                <p14:cNvContentPartPr/>
                <p14:nvPr/>
              </p14:nvContentPartPr>
              <p14:xfrm>
                <a:off x="11517831" y="1005443"/>
                <a:ext cx="12240" cy="212400"/>
              </p14:xfrm>
            </p:contentPart>
          </mc:Choice>
          <mc:Fallback xmlns="">
            <p:pic>
              <p:nvPicPr>
                <p:cNvPr id="64" name="Ink 63">
                  <a:extLst>
                    <a:ext uri="{FF2B5EF4-FFF2-40B4-BE49-F238E27FC236}">
                      <a16:creationId xmlns:a16="http://schemas.microsoft.com/office/drawing/2014/main" id="{2D69D549-0F93-4B1D-9100-A25EB2C65689}"/>
                    </a:ext>
                  </a:extLst>
                </p:cNvPr>
                <p:cNvPicPr/>
                <p:nvPr/>
              </p:nvPicPr>
              <p:blipFill>
                <a:blip r:embed="rId66"/>
                <a:stretch>
                  <a:fillRect/>
                </a:stretch>
              </p:blipFill>
              <p:spPr>
                <a:xfrm>
                  <a:off x="11509191" y="996443"/>
                  <a:ext cx="29880" cy="23004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65" name="Ink 64">
                  <a:extLst>
                    <a:ext uri="{FF2B5EF4-FFF2-40B4-BE49-F238E27FC236}">
                      <a16:creationId xmlns:a16="http://schemas.microsoft.com/office/drawing/2014/main" id="{797A7CEC-27BE-4229-A28C-B6420ACDA99E}"/>
                    </a:ext>
                  </a:extLst>
                </p14:cNvPr>
                <p14:cNvContentPartPr/>
                <p14:nvPr/>
              </p14:nvContentPartPr>
              <p14:xfrm>
                <a:off x="11663991" y="1018043"/>
                <a:ext cx="126720" cy="192240"/>
              </p14:xfrm>
            </p:contentPart>
          </mc:Choice>
          <mc:Fallback xmlns="">
            <p:pic>
              <p:nvPicPr>
                <p:cNvPr id="65" name="Ink 64">
                  <a:extLst>
                    <a:ext uri="{FF2B5EF4-FFF2-40B4-BE49-F238E27FC236}">
                      <a16:creationId xmlns:a16="http://schemas.microsoft.com/office/drawing/2014/main" id="{797A7CEC-27BE-4229-A28C-B6420ACDA99E}"/>
                    </a:ext>
                  </a:extLst>
                </p:cNvPr>
                <p:cNvPicPr/>
                <p:nvPr/>
              </p:nvPicPr>
              <p:blipFill>
                <a:blip r:embed="rId68"/>
                <a:stretch>
                  <a:fillRect/>
                </a:stretch>
              </p:blipFill>
              <p:spPr>
                <a:xfrm>
                  <a:off x="11655351" y="1009043"/>
                  <a:ext cx="144360" cy="20988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83" name="Ink 82">
                  <a:extLst>
                    <a:ext uri="{FF2B5EF4-FFF2-40B4-BE49-F238E27FC236}">
                      <a16:creationId xmlns:a16="http://schemas.microsoft.com/office/drawing/2014/main" id="{B5EE3742-A509-480D-B294-7BDCF57366F2}"/>
                    </a:ext>
                  </a:extLst>
                </p14:cNvPr>
                <p14:cNvContentPartPr/>
                <p14:nvPr/>
              </p14:nvContentPartPr>
              <p14:xfrm>
                <a:off x="10508031" y="662363"/>
                <a:ext cx="164160" cy="127440"/>
              </p14:xfrm>
            </p:contentPart>
          </mc:Choice>
          <mc:Fallback xmlns="">
            <p:pic>
              <p:nvPicPr>
                <p:cNvPr id="83" name="Ink 82">
                  <a:extLst>
                    <a:ext uri="{FF2B5EF4-FFF2-40B4-BE49-F238E27FC236}">
                      <a16:creationId xmlns:a16="http://schemas.microsoft.com/office/drawing/2014/main" id="{B5EE3742-A509-480D-B294-7BDCF57366F2}"/>
                    </a:ext>
                  </a:extLst>
                </p:cNvPr>
                <p:cNvPicPr/>
                <p:nvPr/>
              </p:nvPicPr>
              <p:blipFill>
                <a:blip r:embed="rId70"/>
                <a:stretch>
                  <a:fillRect/>
                </a:stretch>
              </p:blipFill>
              <p:spPr>
                <a:xfrm>
                  <a:off x="10499391" y="653363"/>
                  <a:ext cx="18180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84" name="Ink 83">
                  <a:extLst>
                    <a:ext uri="{FF2B5EF4-FFF2-40B4-BE49-F238E27FC236}">
                      <a16:creationId xmlns:a16="http://schemas.microsoft.com/office/drawing/2014/main" id="{46284719-11C7-4983-946F-D4A24D564B83}"/>
                    </a:ext>
                  </a:extLst>
                </p14:cNvPr>
                <p14:cNvContentPartPr/>
                <p14:nvPr/>
              </p14:nvContentPartPr>
              <p14:xfrm>
                <a:off x="10569951" y="1060163"/>
                <a:ext cx="146160" cy="119520"/>
              </p14:xfrm>
            </p:contentPart>
          </mc:Choice>
          <mc:Fallback xmlns="">
            <p:pic>
              <p:nvPicPr>
                <p:cNvPr id="84" name="Ink 83">
                  <a:extLst>
                    <a:ext uri="{FF2B5EF4-FFF2-40B4-BE49-F238E27FC236}">
                      <a16:creationId xmlns:a16="http://schemas.microsoft.com/office/drawing/2014/main" id="{46284719-11C7-4983-946F-D4A24D564B83}"/>
                    </a:ext>
                  </a:extLst>
                </p:cNvPr>
                <p:cNvPicPr/>
                <p:nvPr/>
              </p:nvPicPr>
              <p:blipFill>
                <a:blip r:embed="rId72"/>
                <a:stretch>
                  <a:fillRect/>
                </a:stretch>
              </p:blipFill>
              <p:spPr>
                <a:xfrm>
                  <a:off x="10560951" y="1051163"/>
                  <a:ext cx="163800" cy="13716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86" name="Ink 85">
                  <a:extLst>
                    <a:ext uri="{FF2B5EF4-FFF2-40B4-BE49-F238E27FC236}">
                      <a16:creationId xmlns:a16="http://schemas.microsoft.com/office/drawing/2014/main" id="{982234AA-0858-4F85-89F7-7EC0C3959392}"/>
                    </a:ext>
                  </a:extLst>
                </p14:cNvPr>
                <p14:cNvContentPartPr/>
                <p14:nvPr/>
              </p14:nvContentPartPr>
              <p14:xfrm>
                <a:off x="10808271" y="666683"/>
                <a:ext cx="131760" cy="131760"/>
              </p14:xfrm>
            </p:contentPart>
          </mc:Choice>
          <mc:Fallback xmlns="">
            <p:pic>
              <p:nvPicPr>
                <p:cNvPr id="86" name="Ink 85">
                  <a:extLst>
                    <a:ext uri="{FF2B5EF4-FFF2-40B4-BE49-F238E27FC236}">
                      <a16:creationId xmlns:a16="http://schemas.microsoft.com/office/drawing/2014/main" id="{982234AA-0858-4F85-89F7-7EC0C3959392}"/>
                    </a:ext>
                  </a:extLst>
                </p:cNvPr>
                <p:cNvPicPr/>
                <p:nvPr/>
              </p:nvPicPr>
              <p:blipFill>
                <a:blip r:embed="rId74"/>
                <a:stretch>
                  <a:fillRect/>
                </a:stretch>
              </p:blipFill>
              <p:spPr>
                <a:xfrm>
                  <a:off x="10799271" y="657683"/>
                  <a:ext cx="149400" cy="149400"/>
                </a:xfrm>
                <a:prstGeom prst="rect">
                  <a:avLst/>
                </a:prstGeom>
              </p:spPr>
            </p:pic>
          </mc:Fallback>
        </mc:AlternateContent>
      </p:grpSp>
      <p:grpSp>
        <p:nvGrpSpPr>
          <p:cNvPr id="90" name="Group 89">
            <a:extLst>
              <a:ext uri="{FF2B5EF4-FFF2-40B4-BE49-F238E27FC236}">
                <a16:creationId xmlns:a16="http://schemas.microsoft.com/office/drawing/2014/main" id="{CCD4BAEC-2E26-426E-B200-15841EFD5075}"/>
              </a:ext>
            </a:extLst>
          </p:cNvPr>
          <p:cNvGrpSpPr/>
          <p:nvPr/>
        </p:nvGrpSpPr>
        <p:grpSpPr>
          <a:xfrm>
            <a:off x="6368751" y="205163"/>
            <a:ext cx="2502360" cy="1482120"/>
            <a:chOff x="6368751" y="205163"/>
            <a:chExt cx="2502360" cy="1482120"/>
          </a:xfrm>
        </p:grpSpPr>
        <mc:AlternateContent xmlns:mc="http://schemas.openxmlformats.org/markup-compatibility/2006" xmlns:p14="http://schemas.microsoft.com/office/powerpoint/2010/main">
          <mc:Choice Requires="p14">
            <p:contentPart p14:bwMode="auto" r:id="rId75">
              <p14:nvContentPartPr>
                <p14:cNvPr id="7" name="Ink 6">
                  <a:extLst>
                    <a:ext uri="{FF2B5EF4-FFF2-40B4-BE49-F238E27FC236}">
                      <a16:creationId xmlns:a16="http://schemas.microsoft.com/office/drawing/2014/main" id="{AF9BD30F-54D9-460E-8509-2BA889BC7010}"/>
                    </a:ext>
                  </a:extLst>
                </p14:cNvPr>
                <p14:cNvContentPartPr/>
                <p14:nvPr/>
              </p14:nvContentPartPr>
              <p14:xfrm>
                <a:off x="6638031" y="205163"/>
                <a:ext cx="169200" cy="446400"/>
              </p14:xfrm>
            </p:contentPart>
          </mc:Choice>
          <mc:Fallback xmlns="">
            <p:pic>
              <p:nvPicPr>
                <p:cNvPr id="7" name="Ink 6">
                  <a:extLst>
                    <a:ext uri="{FF2B5EF4-FFF2-40B4-BE49-F238E27FC236}">
                      <a16:creationId xmlns:a16="http://schemas.microsoft.com/office/drawing/2014/main" id="{AF9BD30F-54D9-460E-8509-2BA889BC7010}"/>
                    </a:ext>
                  </a:extLst>
                </p:cNvPr>
                <p:cNvPicPr/>
                <p:nvPr/>
              </p:nvPicPr>
              <p:blipFill>
                <a:blip r:embed="rId76"/>
                <a:stretch>
                  <a:fillRect/>
                </a:stretch>
              </p:blipFill>
              <p:spPr>
                <a:xfrm>
                  <a:off x="6629031" y="196163"/>
                  <a:ext cx="186840" cy="46404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8" name="Ink 7">
                  <a:extLst>
                    <a:ext uri="{FF2B5EF4-FFF2-40B4-BE49-F238E27FC236}">
                      <a16:creationId xmlns:a16="http://schemas.microsoft.com/office/drawing/2014/main" id="{1C720798-57B0-4DAE-A1F5-D8B7FF5B4B44}"/>
                    </a:ext>
                  </a:extLst>
                </p14:cNvPr>
                <p14:cNvContentPartPr/>
                <p14:nvPr/>
              </p14:nvContentPartPr>
              <p14:xfrm>
                <a:off x="6914871" y="296963"/>
                <a:ext cx="121320" cy="71280"/>
              </p14:xfrm>
            </p:contentPart>
          </mc:Choice>
          <mc:Fallback xmlns="">
            <p:pic>
              <p:nvPicPr>
                <p:cNvPr id="8" name="Ink 7">
                  <a:extLst>
                    <a:ext uri="{FF2B5EF4-FFF2-40B4-BE49-F238E27FC236}">
                      <a16:creationId xmlns:a16="http://schemas.microsoft.com/office/drawing/2014/main" id="{1C720798-57B0-4DAE-A1F5-D8B7FF5B4B44}"/>
                    </a:ext>
                  </a:extLst>
                </p:cNvPr>
                <p:cNvPicPr/>
                <p:nvPr/>
              </p:nvPicPr>
              <p:blipFill>
                <a:blip r:embed="rId78"/>
                <a:stretch>
                  <a:fillRect/>
                </a:stretch>
              </p:blipFill>
              <p:spPr>
                <a:xfrm>
                  <a:off x="6906231" y="288323"/>
                  <a:ext cx="138960" cy="8892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9" name="Ink 8">
                  <a:extLst>
                    <a:ext uri="{FF2B5EF4-FFF2-40B4-BE49-F238E27FC236}">
                      <a16:creationId xmlns:a16="http://schemas.microsoft.com/office/drawing/2014/main" id="{62E9A8F4-2F1E-4A55-9651-CB8C60F56721}"/>
                    </a:ext>
                  </a:extLst>
                </p14:cNvPr>
                <p14:cNvContentPartPr/>
                <p14:nvPr/>
              </p14:nvContentPartPr>
              <p14:xfrm>
                <a:off x="7167591" y="289043"/>
                <a:ext cx="156960" cy="108720"/>
              </p14:xfrm>
            </p:contentPart>
          </mc:Choice>
          <mc:Fallback xmlns="">
            <p:pic>
              <p:nvPicPr>
                <p:cNvPr id="9" name="Ink 8">
                  <a:extLst>
                    <a:ext uri="{FF2B5EF4-FFF2-40B4-BE49-F238E27FC236}">
                      <a16:creationId xmlns:a16="http://schemas.microsoft.com/office/drawing/2014/main" id="{62E9A8F4-2F1E-4A55-9651-CB8C60F56721}"/>
                    </a:ext>
                  </a:extLst>
                </p:cNvPr>
                <p:cNvPicPr/>
                <p:nvPr/>
              </p:nvPicPr>
              <p:blipFill>
                <a:blip r:embed="rId80"/>
                <a:stretch>
                  <a:fillRect/>
                </a:stretch>
              </p:blipFill>
              <p:spPr>
                <a:xfrm>
                  <a:off x="7158951" y="280403"/>
                  <a:ext cx="174600" cy="12636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10" name="Ink 9">
                  <a:extLst>
                    <a:ext uri="{FF2B5EF4-FFF2-40B4-BE49-F238E27FC236}">
                      <a16:creationId xmlns:a16="http://schemas.microsoft.com/office/drawing/2014/main" id="{3E9A9B60-28FD-4E95-9144-28953D1458CA}"/>
                    </a:ext>
                  </a:extLst>
                </p14:cNvPr>
                <p14:cNvContentPartPr/>
                <p14:nvPr/>
              </p14:nvContentPartPr>
              <p14:xfrm>
                <a:off x="7387191" y="340523"/>
                <a:ext cx="8640" cy="88560"/>
              </p14:xfrm>
            </p:contentPart>
          </mc:Choice>
          <mc:Fallback xmlns="">
            <p:pic>
              <p:nvPicPr>
                <p:cNvPr id="10" name="Ink 9">
                  <a:extLst>
                    <a:ext uri="{FF2B5EF4-FFF2-40B4-BE49-F238E27FC236}">
                      <a16:creationId xmlns:a16="http://schemas.microsoft.com/office/drawing/2014/main" id="{3E9A9B60-28FD-4E95-9144-28953D1458CA}"/>
                    </a:ext>
                  </a:extLst>
                </p:cNvPr>
                <p:cNvPicPr/>
                <p:nvPr/>
              </p:nvPicPr>
              <p:blipFill>
                <a:blip r:embed="rId82"/>
                <a:stretch>
                  <a:fillRect/>
                </a:stretch>
              </p:blipFill>
              <p:spPr>
                <a:xfrm>
                  <a:off x="7378551" y="331523"/>
                  <a:ext cx="26280" cy="10620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11" name="Ink 10">
                  <a:extLst>
                    <a:ext uri="{FF2B5EF4-FFF2-40B4-BE49-F238E27FC236}">
                      <a16:creationId xmlns:a16="http://schemas.microsoft.com/office/drawing/2014/main" id="{BFB838A6-D8DD-461E-B3D4-E73645455282}"/>
                    </a:ext>
                  </a:extLst>
                </p14:cNvPr>
                <p14:cNvContentPartPr/>
                <p14:nvPr/>
              </p14:nvContentPartPr>
              <p14:xfrm>
                <a:off x="7467111" y="303443"/>
                <a:ext cx="145440" cy="128880"/>
              </p14:xfrm>
            </p:contentPart>
          </mc:Choice>
          <mc:Fallback xmlns="">
            <p:pic>
              <p:nvPicPr>
                <p:cNvPr id="11" name="Ink 10">
                  <a:extLst>
                    <a:ext uri="{FF2B5EF4-FFF2-40B4-BE49-F238E27FC236}">
                      <a16:creationId xmlns:a16="http://schemas.microsoft.com/office/drawing/2014/main" id="{BFB838A6-D8DD-461E-B3D4-E73645455282}"/>
                    </a:ext>
                  </a:extLst>
                </p:cNvPr>
                <p:cNvPicPr/>
                <p:nvPr/>
              </p:nvPicPr>
              <p:blipFill>
                <a:blip r:embed="rId84"/>
                <a:stretch>
                  <a:fillRect/>
                </a:stretch>
              </p:blipFill>
              <p:spPr>
                <a:xfrm>
                  <a:off x="7458471" y="294443"/>
                  <a:ext cx="163080" cy="14652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13" name="Ink 12">
                  <a:extLst>
                    <a:ext uri="{FF2B5EF4-FFF2-40B4-BE49-F238E27FC236}">
                      <a16:creationId xmlns:a16="http://schemas.microsoft.com/office/drawing/2014/main" id="{EAF2CC36-49A3-4754-8995-BF11D1585530}"/>
                    </a:ext>
                  </a:extLst>
                </p14:cNvPr>
                <p14:cNvContentPartPr/>
                <p14:nvPr/>
              </p14:nvContentPartPr>
              <p14:xfrm>
                <a:off x="7671951" y="383723"/>
                <a:ext cx="11520" cy="95760"/>
              </p14:xfrm>
            </p:contentPart>
          </mc:Choice>
          <mc:Fallback xmlns="">
            <p:pic>
              <p:nvPicPr>
                <p:cNvPr id="13" name="Ink 12">
                  <a:extLst>
                    <a:ext uri="{FF2B5EF4-FFF2-40B4-BE49-F238E27FC236}">
                      <a16:creationId xmlns:a16="http://schemas.microsoft.com/office/drawing/2014/main" id="{EAF2CC36-49A3-4754-8995-BF11D1585530}"/>
                    </a:ext>
                  </a:extLst>
                </p:cNvPr>
                <p:cNvPicPr/>
                <p:nvPr/>
              </p:nvPicPr>
              <p:blipFill>
                <a:blip r:embed="rId86"/>
                <a:stretch>
                  <a:fillRect/>
                </a:stretch>
              </p:blipFill>
              <p:spPr>
                <a:xfrm>
                  <a:off x="7662951" y="375083"/>
                  <a:ext cx="29160" cy="11340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14" name="Ink 13">
                  <a:extLst>
                    <a:ext uri="{FF2B5EF4-FFF2-40B4-BE49-F238E27FC236}">
                      <a16:creationId xmlns:a16="http://schemas.microsoft.com/office/drawing/2014/main" id="{5A63F535-4F49-4DA1-A583-27E33959EFF7}"/>
                    </a:ext>
                  </a:extLst>
                </p14:cNvPr>
                <p14:cNvContentPartPr/>
                <p14:nvPr/>
              </p14:nvContentPartPr>
              <p14:xfrm>
                <a:off x="7817031" y="313883"/>
                <a:ext cx="128520" cy="138240"/>
              </p14:xfrm>
            </p:contentPart>
          </mc:Choice>
          <mc:Fallback xmlns="">
            <p:pic>
              <p:nvPicPr>
                <p:cNvPr id="14" name="Ink 13">
                  <a:extLst>
                    <a:ext uri="{FF2B5EF4-FFF2-40B4-BE49-F238E27FC236}">
                      <a16:creationId xmlns:a16="http://schemas.microsoft.com/office/drawing/2014/main" id="{5A63F535-4F49-4DA1-A583-27E33959EFF7}"/>
                    </a:ext>
                  </a:extLst>
                </p:cNvPr>
                <p:cNvPicPr/>
                <p:nvPr/>
              </p:nvPicPr>
              <p:blipFill>
                <a:blip r:embed="rId88"/>
                <a:stretch>
                  <a:fillRect/>
                </a:stretch>
              </p:blipFill>
              <p:spPr>
                <a:xfrm>
                  <a:off x="7808391" y="304883"/>
                  <a:ext cx="146160" cy="15588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16" name="Ink 15">
                  <a:extLst>
                    <a:ext uri="{FF2B5EF4-FFF2-40B4-BE49-F238E27FC236}">
                      <a16:creationId xmlns:a16="http://schemas.microsoft.com/office/drawing/2014/main" id="{45D9B3B4-F002-4C12-AF3F-02AB9B173B90}"/>
                    </a:ext>
                  </a:extLst>
                </p14:cNvPr>
                <p14:cNvContentPartPr/>
                <p14:nvPr/>
              </p14:nvContentPartPr>
              <p14:xfrm>
                <a:off x="8075511" y="301643"/>
                <a:ext cx="117000" cy="178200"/>
              </p14:xfrm>
            </p:contentPart>
          </mc:Choice>
          <mc:Fallback xmlns="">
            <p:pic>
              <p:nvPicPr>
                <p:cNvPr id="16" name="Ink 15">
                  <a:extLst>
                    <a:ext uri="{FF2B5EF4-FFF2-40B4-BE49-F238E27FC236}">
                      <a16:creationId xmlns:a16="http://schemas.microsoft.com/office/drawing/2014/main" id="{45D9B3B4-F002-4C12-AF3F-02AB9B173B90}"/>
                    </a:ext>
                  </a:extLst>
                </p:cNvPr>
                <p:cNvPicPr/>
                <p:nvPr/>
              </p:nvPicPr>
              <p:blipFill>
                <a:blip r:embed="rId90"/>
                <a:stretch>
                  <a:fillRect/>
                </a:stretch>
              </p:blipFill>
              <p:spPr>
                <a:xfrm>
                  <a:off x="8066871" y="293003"/>
                  <a:ext cx="134640" cy="19584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18" name="Ink 17">
                  <a:extLst>
                    <a:ext uri="{FF2B5EF4-FFF2-40B4-BE49-F238E27FC236}">
                      <a16:creationId xmlns:a16="http://schemas.microsoft.com/office/drawing/2014/main" id="{D2A33E7A-296F-4328-8C38-08E94A9FCBE6}"/>
                    </a:ext>
                  </a:extLst>
                </p14:cNvPr>
                <p14:cNvContentPartPr/>
                <p14:nvPr/>
              </p14:nvContentPartPr>
              <p14:xfrm>
                <a:off x="6913431" y="754523"/>
                <a:ext cx="137520" cy="98640"/>
              </p14:xfrm>
            </p:contentPart>
          </mc:Choice>
          <mc:Fallback xmlns="">
            <p:pic>
              <p:nvPicPr>
                <p:cNvPr id="18" name="Ink 17">
                  <a:extLst>
                    <a:ext uri="{FF2B5EF4-FFF2-40B4-BE49-F238E27FC236}">
                      <a16:creationId xmlns:a16="http://schemas.microsoft.com/office/drawing/2014/main" id="{D2A33E7A-296F-4328-8C38-08E94A9FCBE6}"/>
                    </a:ext>
                  </a:extLst>
                </p:cNvPr>
                <p:cNvPicPr/>
                <p:nvPr/>
              </p:nvPicPr>
              <p:blipFill>
                <a:blip r:embed="rId92"/>
                <a:stretch>
                  <a:fillRect/>
                </a:stretch>
              </p:blipFill>
              <p:spPr>
                <a:xfrm>
                  <a:off x="6904791" y="745883"/>
                  <a:ext cx="155160" cy="11628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20" name="Ink 19">
                  <a:extLst>
                    <a:ext uri="{FF2B5EF4-FFF2-40B4-BE49-F238E27FC236}">
                      <a16:creationId xmlns:a16="http://schemas.microsoft.com/office/drawing/2014/main" id="{89E771EA-F8EE-431B-894E-EBCE20AD6F78}"/>
                    </a:ext>
                  </a:extLst>
                </p14:cNvPr>
                <p14:cNvContentPartPr/>
                <p14:nvPr/>
              </p14:nvContentPartPr>
              <p14:xfrm>
                <a:off x="7249311" y="748403"/>
                <a:ext cx="146520" cy="113400"/>
              </p14:xfrm>
            </p:contentPart>
          </mc:Choice>
          <mc:Fallback xmlns="">
            <p:pic>
              <p:nvPicPr>
                <p:cNvPr id="20" name="Ink 19">
                  <a:extLst>
                    <a:ext uri="{FF2B5EF4-FFF2-40B4-BE49-F238E27FC236}">
                      <a16:creationId xmlns:a16="http://schemas.microsoft.com/office/drawing/2014/main" id="{89E771EA-F8EE-431B-894E-EBCE20AD6F78}"/>
                    </a:ext>
                  </a:extLst>
                </p:cNvPr>
                <p:cNvPicPr/>
                <p:nvPr/>
              </p:nvPicPr>
              <p:blipFill>
                <a:blip r:embed="rId94"/>
                <a:stretch>
                  <a:fillRect/>
                </a:stretch>
              </p:blipFill>
              <p:spPr>
                <a:xfrm>
                  <a:off x="7240671" y="739763"/>
                  <a:ext cx="164160" cy="13104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22" name="Ink 21">
                  <a:extLst>
                    <a:ext uri="{FF2B5EF4-FFF2-40B4-BE49-F238E27FC236}">
                      <a16:creationId xmlns:a16="http://schemas.microsoft.com/office/drawing/2014/main" id="{4F80C5C3-A814-45BD-BD47-645531080F38}"/>
                    </a:ext>
                  </a:extLst>
                </p14:cNvPr>
                <p14:cNvContentPartPr/>
                <p14:nvPr/>
              </p14:nvContentPartPr>
              <p14:xfrm>
                <a:off x="7476111" y="845243"/>
                <a:ext cx="11520" cy="95760"/>
              </p14:xfrm>
            </p:contentPart>
          </mc:Choice>
          <mc:Fallback xmlns="">
            <p:pic>
              <p:nvPicPr>
                <p:cNvPr id="22" name="Ink 21">
                  <a:extLst>
                    <a:ext uri="{FF2B5EF4-FFF2-40B4-BE49-F238E27FC236}">
                      <a16:creationId xmlns:a16="http://schemas.microsoft.com/office/drawing/2014/main" id="{4F80C5C3-A814-45BD-BD47-645531080F38}"/>
                    </a:ext>
                  </a:extLst>
                </p:cNvPr>
                <p:cNvPicPr/>
                <p:nvPr/>
              </p:nvPicPr>
              <p:blipFill>
                <a:blip r:embed="rId96"/>
                <a:stretch>
                  <a:fillRect/>
                </a:stretch>
              </p:blipFill>
              <p:spPr>
                <a:xfrm>
                  <a:off x="7467471" y="836603"/>
                  <a:ext cx="29160" cy="11340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23" name="Ink 22">
                  <a:extLst>
                    <a:ext uri="{FF2B5EF4-FFF2-40B4-BE49-F238E27FC236}">
                      <a16:creationId xmlns:a16="http://schemas.microsoft.com/office/drawing/2014/main" id="{D0A62A9E-C861-4067-8376-4DDF55B4067C}"/>
                    </a:ext>
                  </a:extLst>
                </p14:cNvPr>
                <p14:cNvContentPartPr/>
                <p14:nvPr/>
              </p14:nvContentPartPr>
              <p14:xfrm>
                <a:off x="7632351" y="651203"/>
                <a:ext cx="102960" cy="294480"/>
              </p14:xfrm>
            </p:contentPart>
          </mc:Choice>
          <mc:Fallback xmlns="">
            <p:pic>
              <p:nvPicPr>
                <p:cNvPr id="23" name="Ink 22">
                  <a:extLst>
                    <a:ext uri="{FF2B5EF4-FFF2-40B4-BE49-F238E27FC236}">
                      <a16:creationId xmlns:a16="http://schemas.microsoft.com/office/drawing/2014/main" id="{D0A62A9E-C861-4067-8376-4DDF55B4067C}"/>
                    </a:ext>
                  </a:extLst>
                </p:cNvPr>
                <p:cNvPicPr/>
                <p:nvPr/>
              </p:nvPicPr>
              <p:blipFill>
                <a:blip r:embed="rId98"/>
                <a:stretch>
                  <a:fillRect/>
                </a:stretch>
              </p:blipFill>
              <p:spPr>
                <a:xfrm>
                  <a:off x="7623711" y="642563"/>
                  <a:ext cx="120600" cy="31212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24" name="Ink 23">
                  <a:extLst>
                    <a:ext uri="{FF2B5EF4-FFF2-40B4-BE49-F238E27FC236}">
                      <a16:creationId xmlns:a16="http://schemas.microsoft.com/office/drawing/2014/main" id="{6A9379EB-74F9-40DF-8019-6C20B799AA47}"/>
                    </a:ext>
                  </a:extLst>
                </p14:cNvPr>
                <p14:cNvContentPartPr/>
                <p14:nvPr/>
              </p14:nvContentPartPr>
              <p14:xfrm>
                <a:off x="7806591" y="712043"/>
                <a:ext cx="13680" cy="131040"/>
              </p14:xfrm>
            </p:contentPart>
          </mc:Choice>
          <mc:Fallback xmlns="">
            <p:pic>
              <p:nvPicPr>
                <p:cNvPr id="24" name="Ink 23">
                  <a:extLst>
                    <a:ext uri="{FF2B5EF4-FFF2-40B4-BE49-F238E27FC236}">
                      <a16:creationId xmlns:a16="http://schemas.microsoft.com/office/drawing/2014/main" id="{6A9379EB-74F9-40DF-8019-6C20B799AA47}"/>
                    </a:ext>
                  </a:extLst>
                </p:cNvPr>
                <p:cNvPicPr/>
                <p:nvPr/>
              </p:nvPicPr>
              <p:blipFill>
                <a:blip r:embed="rId100"/>
                <a:stretch>
                  <a:fillRect/>
                </a:stretch>
              </p:blipFill>
              <p:spPr>
                <a:xfrm>
                  <a:off x="7797951" y="703403"/>
                  <a:ext cx="31320" cy="14868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25" name="Ink 24">
                  <a:extLst>
                    <a:ext uri="{FF2B5EF4-FFF2-40B4-BE49-F238E27FC236}">
                      <a16:creationId xmlns:a16="http://schemas.microsoft.com/office/drawing/2014/main" id="{ECC416D9-5B62-4AF5-B57D-9D7CBE379963}"/>
                    </a:ext>
                  </a:extLst>
                </p14:cNvPr>
                <p14:cNvContentPartPr/>
                <p14:nvPr/>
              </p14:nvContentPartPr>
              <p14:xfrm>
                <a:off x="7880751" y="770003"/>
                <a:ext cx="60840" cy="78120"/>
              </p14:xfrm>
            </p:contentPart>
          </mc:Choice>
          <mc:Fallback xmlns="">
            <p:pic>
              <p:nvPicPr>
                <p:cNvPr id="25" name="Ink 24">
                  <a:extLst>
                    <a:ext uri="{FF2B5EF4-FFF2-40B4-BE49-F238E27FC236}">
                      <a16:creationId xmlns:a16="http://schemas.microsoft.com/office/drawing/2014/main" id="{ECC416D9-5B62-4AF5-B57D-9D7CBE379963}"/>
                    </a:ext>
                  </a:extLst>
                </p:cNvPr>
                <p:cNvPicPr/>
                <p:nvPr/>
              </p:nvPicPr>
              <p:blipFill>
                <a:blip r:embed="rId102"/>
                <a:stretch>
                  <a:fillRect/>
                </a:stretch>
              </p:blipFill>
              <p:spPr>
                <a:xfrm>
                  <a:off x="7871751" y="761003"/>
                  <a:ext cx="78480" cy="9576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26" name="Ink 25">
                  <a:extLst>
                    <a:ext uri="{FF2B5EF4-FFF2-40B4-BE49-F238E27FC236}">
                      <a16:creationId xmlns:a16="http://schemas.microsoft.com/office/drawing/2014/main" id="{DA92F790-DF41-44DC-9813-D2232DBB7469}"/>
                    </a:ext>
                  </a:extLst>
                </p14:cNvPr>
                <p14:cNvContentPartPr/>
                <p14:nvPr/>
              </p14:nvContentPartPr>
              <p14:xfrm>
                <a:off x="7978671" y="845243"/>
                <a:ext cx="47880" cy="87840"/>
              </p14:xfrm>
            </p:contentPart>
          </mc:Choice>
          <mc:Fallback xmlns="">
            <p:pic>
              <p:nvPicPr>
                <p:cNvPr id="26" name="Ink 25">
                  <a:extLst>
                    <a:ext uri="{FF2B5EF4-FFF2-40B4-BE49-F238E27FC236}">
                      <a16:creationId xmlns:a16="http://schemas.microsoft.com/office/drawing/2014/main" id="{DA92F790-DF41-44DC-9813-D2232DBB7469}"/>
                    </a:ext>
                  </a:extLst>
                </p:cNvPr>
                <p:cNvPicPr/>
                <p:nvPr/>
              </p:nvPicPr>
              <p:blipFill>
                <a:blip r:embed="rId104"/>
                <a:stretch>
                  <a:fillRect/>
                </a:stretch>
              </p:blipFill>
              <p:spPr>
                <a:xfrm>
                  <a:off x="7970031" y="836603"/>
                  <a:ext cx="65520" cy="10548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27" name="Ink 26">
                  <a:extLst>
                    <a:ext uri="{FF2B5EF4-FFF2-40B4-BE49-F238E27FC236}">
                      <a16:creationId xmlns:a16="http://schemas.microsoft.com/office/drawing/2014/main" id="{45F706FC-853D-4AD9-B6A7-BDAA75CDF6BD}"/>
                    </a:ext>
                  </a:extLst>
                </p14:cNvPr>
                <p14:cNvContentPartPr/>
                <p14:nvPr/>
              </p14:nvContentPartPr>
              <p14:xfrm>
                <a:off x="8107911" y="762803"/>
                <a:ext cx="276840" cy="106200"/>
              </p14:xfrm>
            </p:contentPart>
          </mc:Choice>
          <mc:Fallback xmlns="">
            <p:pic>
              <p:nvPicPr>
                <p:cNvPr id="27" name="Ink 26">
                  <a:extLst>
                    <a:ext uri="{FF2B5EF4-FFF2-40B4-BE49-F238E27FC236}">
                      <a16:creationId xmlns:a16="http://schemas.microsoft.com/office/drawing/2014/main" id="{45F706FC-853D-4AD9-B6A7-BDAA75CDF6BD}"/>
                    </a:ext>
                  </a:extLst>
                </p:cNvPr>
                <p:cNvPicPr/>
                <p:nvPr/>
              </p:nvPicPr>
              <p:blipFill>
                <a:blip r:embed="rId106"/>
                <a:stretch>
                  <a:fillRect/>
                </a:stretch>
              </p:blipFill>
              <p:spPr>
                <a:xfrm>
                  <a:off x="8098911" y="754163"/>
                  <a:ext cx="294480" cy="12384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28" name="Ink 27">
                  <a:extLst>
                    <a:ext uri="{FF2B5EF4-FFF2-40B4-BE49-F238E27FC236}">
                      <a16:creationId xmlns:a16="http://schemas.microsoft.com/office/drawing/2014/main" id="{F169FE14-56C1-4251-802D-0E30B68BEB60}"/>
                    </a:ext>
                  </a:extLst>
                </p14:cNvPr>
                <p14:cNvContentPartPr/>
                <p14:nvPr/>
              </p14:nvContentPartPr>
              <p14:xfrm>
                <a:off x="8405631" y="652643"/>
                <a:ext cx="70560" cy="325800"/>
              </p14:xfrm>
            </p:contentPart>
          </mc:Choice>
          <mc:Fallback xmlns="">
            <p:pic>
              <p:nvPicPr>
                <p:cNvPr id="28" name="Ink 27">
                  <a:extLst>
                    <a:ext uri="{FF2B5EF4-FFF2-40B4-BE49-F238E27FC236}">
                      <a16:creationId xmlns:a16="http://schemas.microsoft.com/office/drawing/2014/main" id="{F169FE14-56C1-4251-802D-0E30B68BEB60}"/>
                    </a:ext>
                  </a:extLst>
                </p:cNvPr>
                <p:cNvPicPr/>
                <p:nvPr/>
              </p:nvPicPr>
              <p:blipFill>
                <a:blip r:embed="rId108"/>
                <a:stretch>
                  <a:fillRect/>
                </a:stretch>
              </p:blipFill>
              <p:spPr>
                <a:xfrm>
                  <a:off x="8396631" y="643643"/>
                  <a:ext cx="88200" cy="34344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29" name="Ink 28">
                  <a:extLst>
                    <a:ext uri="{FF2B5EF4-FFF2-40B4-BE49-F238E27FC236}">
                      <a16:creationId xmlns:a16="http://schemas.microsoft.com/office/drawing/2014/main" id="{0CB2F5F1-7E5A-44E7-8515-412539A5AF6C}"/>
                    </a:ext>
                  </a:extLst>
                </p14:cNvPr>
                <p14:cNvContentPartPr/>
                <p14:nvPr/>
              </p14:nvContentPartPr>
              <p14:xfrm>
                <a:off x="8591031" y="786563"/>
                <a:ext cx="164880" cy="137880"/>
              </p14:xfrm>
            </p:contentPart>
          </mc:Choice>
          <mc:Fallback xmlns="">
            <p:pic>
              <p:nvPicPr>
                <p:cNvPr id="29" name="Ink 28">
                  <a:extLst>
                    <a:ext uri="{FF2B5EF4-FFF2-40B4-BE49-F238E27FC236}">
                      <a16:creationId xmlns:a16="http://schemas.microsoft.com/office/drawing/2014/main" id="{0CB2F5F1-7E5A-44E7-8515-412539A5AF6C}"/>
                    </a:ext>
                  </a:extLst>
                </p:cNvPr>
                <p:cNvPicPr/>
                <p:nvPr/>
              </p:nvPicPr>
              <p:blipFill>
                <a:blip r:embed="rId110"/>
                <a:stretch>
                  <a:fillRect/>
                </a:stretch>
              </p:blipFill>
              <p:spPr>
                <a:xfrm>
                  <a:off x="8582391" y="777923"/>
                  <a:ext cx="182520" cy="15552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30" name="Ink 29">
                  <a:extLst>
                    <a:ext uri="{FF2B5EF4-FFF2-40B4-BE49-F238E27FC236}">
                      <a16:creationId xmlns:a16="http://schemas.microsoft.com/office/drawing/2014/main" id="{C8FA54D4-BAEA-46CD-9BEE-914667F831D5}"/>
                    </a:ext>
                  </a:extLst>
                </p14:cNvPr>
                <p14:cNvContentPartPr/>
                <p14:nvPr/>
              </p14:nvContentPartPr>
              <p14:xfrm>
                <a:off x="8769951" y="768563"/>
                <a:ext cx="101160" cy="120600"/>
              </p14:xfrm>
            </p:contentPart>
          </mc:Choice>
          <mc:Fallback xmlns="">
            <p:pic>
              <p:nvPicPr>
                <p:cNvPr id="30" name="Ink 29">
                  <a:extLst>
                    <a:ext uri="{FF2B5EF4-FFF2-40B4-BE49-F238E27FC236}">
                      <a16:creationId xmlns:a16="http://schemas.microsoft.com/office/drawing/2014/main" id="{C8FA54D4-BAEA-46CD-9BEE-914667F831D5}"/>
                    </a:ext>
                  </a:extLst>
                </p:cNvPr>
                <p:cNvPicPr/>
                <p:nvPr/>
              </p:nvPicPr>
              <p:blipFill>
                <a:blip r:embed="rId112"/>
                <a:stretch>
                  <a:fillRect/>
                </a:stretch>
              </p:blipFill>
              <p:spPr>
                <a:xfrm>
                  <a:off x="8760951" y="759923"/>
                  <a:ext cx="118800" cy="13824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31" name="Ink 30">
                  <a:extLst>
                    <a:ext uri="{FF2B5EF4-FFF2-40B4-BE49-F238E27FC236}">
                      <a16:creationId xmlns:a16="http://schemas.microsoft.com/office/drawing/2014/main" id="{E7F1D7F3-8E05-4EFC-B8A2-3F428661E8BE}"/>
                    </a:ext>
                  </a:extLst>
                </p14:cNvPr>
                <p14:cNvContentPartPr/>
                <p14:nvPr/>
              </p14:nvContentPartPr>
              <p14:xfrm>
                <a:off x="6476391" y="997883"/>
                <a:ext cx="134280" cy="287280"/>
              </p14:xfrm>
            </p:contentPart>
          </mc:Choice>
          <mc:Fallback xmlns="">
            <p:pic>
              <p:nvPicPr>
                <p:cNvPr id="31" name="Ink 30">
                  <a:extLst>
                    <a:ext uri="{FF2B5EF4-FFF2-40B4-BE49-F238E27FC236}">
                      <a16:creationId xmlns:a16="http://schemas.microsoft.com/office/drawing/2014/main" id="{E7F1D7F3-8E05-4EFC-B8A2-3F428661E8BE}"/>
                    </a:ext>
                  </a:extLst>
                </p:cNvPr>
                <p:cNvPicPr/>
                <p:nvPr/>
              </p:nvPicPr>
              <p:blipFill>
                <a:blip r:embed="rId114"/>
                <a:stretch>
                  <a:fillRect/>
                </a:stretch>
              </p:blipFill>
              <p:spPr>
                <a:xfrm>
                  <a:off x="6467391" y="989243"/>
                  <a:ext cx="151920" cy="30492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32" name="Ink 31">
                  <a:extLst>
                    <a:ext uri="{FF2B5EF4-FFF2-40B4-BE49-F238E27FC236}">
                      <a16:creationId xmlns:a16="http://schemas.microsoft.com/office/drawing/2014/main" id="{2269AB34-AE17-4ADE-A5A3-465D88D52D94}"/>
                    </a:ext>
                  </a:extLst>
                </p14:cNvPr>
                <p14:cNvContentPartPr/>
                <p14:nvPr/>
              </p14:nvContentPartPr>
              <p14:xfrm>
                <a:off x="6562791" y="1190843"/>
                <a:ext cx="180360" cy="303480"/>
              </p14:xfrm>
            </p:contentPart>
          </mc:Choice>
          <mc:Fallback xmlns="">
            <p:pic>
              <p:nvPicPr>
                <p:cNvPr id="32" name="Ink 31">
                  <a:extLst>
                    <a:ext uri="{FF2B5EF4-FFF2-40B4-BE49-F238E27FC236}">
                      <a16:creationId xmlns:a16="http://schemas.microsoft.com/office/drawing/2014/main" id="{2269AB34-AE17-4ADE-A5A3-465D88D52D94}"/>
                    </a:ext>
                  </a:extLst>
                </p:cNvPr>
                <p:cNvPicPr/>
                <p:nvPr/>
              </p:nvPicPr>
              <p:blipFill>
                <a:blip r:embed="rId116"/>
                <a:stretch>
                  <a:fillRect/>
                </a:stretch>
              </p:blipFill>
              <p:spPr>
                <a:xfrm>
                  <a:off x="6554151" y="1182203"/>
                  <a:ext cx="198000" cy="32112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33" name="Ink 32">
                  <a:extLst>
                    <a:ext uri="{FF2B5EF4-FFF2-40B4-BE49-F238E27FC236}">
                      <a16:creationId xmlns:a16="http://schemas.microsoft.com/office/drawing/2014/main" id="{7ED8B0A0-3A02-4B19-B744-DCDFB29DCF82}"/>
                    </a:ext>
                  </a:extLst>
                </p14:cNvPr>
                <p14:cNvContentPartPr/>
                <p14:nvPr/>
              </p14:nvContentPartPr>
              <p14:xfrm>
                <a:off x="6400431" y="1332683"/>
                <a:ext cx="535320" cy="64440"/>
              </p14:xfrm>
            </p:contentPart>
          </mc:Choice>
          <mc:Fallback xmlns="">
            <p:pic>
              <p:nvPicPr>
                <p:cNvPr id="33" name="Ink 32">
                  <a:extLst>
                    <a:ext uri="{FF2B5EF4-FFF2-40B4-BE49-F238E27FC236}">
                      <a16:creationId xmlns:a16="http://schemas.microsoft.com/office/drawing/2014/main" id="{7ED8B0A0-3A02-4B19-B744-DCDFB29DCF82}"/>
                    </a:ext>
                  </a:extLst>
                </p:cNvPr>
                <p:cNvPicPr/>
                <p:nvPr/>
              </p:nvPicPr>
              <p:blipFill>
                <a:blip r:embed="rId118"/>
                <a:stretch>
                  <a:fillRect/>
                </a:stretch>
              </p:blipFill>
              <p:spPr>
                <a:xfrm>
                  <a:off x="6391791" y="1324043"/>
                  <a:ext cx="552960" cy="8208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34" name="Ink 33">
                  <a:extLst>
                    <a:ext uri="{FF2B5EF4-FFF2-40B4-BE49-F238E27FC236}">
                      <a16:creationId xmlns:a16="http://schemas.microsoft.com/office/drawing/2014/main" id="{D27C793F-47A3-45D0-BFC4-BD958CD1D18A}"/>
                    </a:ext>
                  </a:extLst>
                </p14:cNvPr>
                <p14:cNvContentPartPr/>
                <p14:nvPr/>
              </p14:nvContentPartPr>
              <p14:xfrm>
                <a:off x="6368751" y="1394963"/>
                <a:ext cx="114480" cy="216000"/>
              </p14:xfrm>
            </p:contentPart>
          </mc:Choice>
          <mc:Fallback xmlns="">
            <p:pic>
              <p:nvPicPr>
                <p:cNvPr id="34" name="Ink 33">
                  <a:extLst>
                    <a:ext uri="{FF2B5EF4-FFF2-40B4-BE49-F238E27FC236}">
                      <a16:creationId xmlns:a16="http://schemas.microsoft.com/office/drawing/2014/main" id="{D27C793F-47A3-45D0-BFC4-BD958CD1D18A}"/>
                    </a:ext>
                  </a:extLst>
                </p:cNvPr>
                <p:cNvPicPr/>
                <p:nvPr/>
              </p:nvPicPr>
              <p:blipFill>
                <a:blip r:embed="rId120"/>
                <a:stretch>
                  <a:fillRect/>
                </a:stretch>
              </p:blipFill>
              <p:spPr>
                <a:xfrm>
                  <a:off x="6359751" y="1386323"/>
                  <a:ext cx="132120" cy="23364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35" name="Ink 34">
                  <a:extLst>
                    <a:ext uri="{FF2B5EF4-FFF2-40B4-BE49-F238E27FC236}">
                      <a16:creationId xmlns:a16="http://schemas.microsoft.com/office/drawing/2014/main" id="{F096E5C7-B629-4857-9AF3-02F0CF23E537}"/>
                    </a:ext>
                  </a:extLst>
                </p14:cNvPr>
                <p14:cNvContentPartPr/>
                <p14:nvPr/>
              </p14:nvContentPartPr>
              <p14:xfrm>
                <a:off x="6611751" y="1552643"/>
                <a:ext cx="139680" cy="72360"/>
              </p14:xfrm>
            </p:contentPart>
          </mc:Choice>
          <mc:Fallback xmlns="">
            <p:pic>
              <p:nvPicPr>
                <p:cNvPr id="35" name="Ink 34">
                  <a:extLst>
                    <a:ext uri="{FF2B5EF4-FFF2-40B4-BE49-F238E27FC236}">
                      <a16:creationId xmlns:a16="http://schemas.microsoft.com/office/drawing/2014/main" id="{F096E5C7-B629-4857-9AF3-02F0CF23E537}"/>
                    </a:ext>
                  </a:extLst>
                </p:cNvPr>
                <p:cNvPicPr/>
                <p:nvPr/>
              </p:nvPicPr>
              <p:blipFill>
                <a:blip r:embed="rId122"/>
                <a:stretch>
                  <a:fillRect/>
                </a:stretch>
              </p:blipFill>
              <p:spPr>
                <a:xfrm>
                  <a:off x="6603111" y="1544003"/>
                  <a:ext cx="157320" cy="9000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36" name="Ink 35">
                  <a:extLst>
                    <a:ext uri="{FF2B5EF4-FFF2-40B4-BE49-F238E27FC236}">
                      <a16:creationId xmlns:a16="http://schemas.microsoft.com/office/drawing/2014/main" id="{4002181B-6A49-468D-A62A-F3BACE2FDF1A}"/>
                    </a:ext>
                  </a:extLst>
                </p14:cNvPr>
                <p14:cNvContentPartPr/>
                <p14:nvPr/>
              </p14:nvContentPartPr>
              <p14:xfrm>
                <a:off x="6806151" y="1581443"/>
                <a:ext cx="5400" cy="105840"/>
              </p14:xfrm>
            </p:contentPart>
          </mc:Choice>
          <mc:Fallback xmlns="">
            <p:pic>
              <p:nvPicPr>
                <p:cNvPr id="36" name="Ink 35">
                  <a:extLst>
                    <a:ext uri="{FF2B5EF4-FFF2-40B4-BE49-F238E27FC236}">
                      <a16:creationId xmlns:a16="http://schemas.microsoft.com/office/drawing/2014/main" id="{4002181B-6A49-468D-A62A-F3BACE2FDF1A}"/>
                    </a:ext>
                  </a:extLst>
                </p:cNvPr>
                <p:cNvPicPr/>
                <p:nvPr/>
              </p:nvPicPr>
              <p:blipFill>
                <a:blip r:embed="rId124"/>
                <a:stretch>
                  <a:fillRect/>
                </a:stretch>
              </p:blipFill>
              <p:spPr>
                <a:xfrm>
                  <a:off x="6797151" y="1572803"/>
                  <a:ext cx="23040" cy="12348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37" name="Ink 36">
                  <a:extLst>
                    <a:ext uri="{FF2B5EF4-FFF2-40B4-BE49-F238E27FC236}">
                      <a16:creationId xmlns:a16="http://schemas.microsoft.com/office/drawing/2014/main" id="{2C60B5A8-2D3E-4A97-A820-E867BB297B84}"/>
                    </a:ext>
                  </a:extLst>
                </p14:cNvPr>
                <p14:cNvContentPartPr/>
                <p14:nvPr/>
              </p14:nvContentPartPr>
              <p14:xfrm>
                <a:off x="7061031" y="1308203"/>
                <a:ext cx="148680" cy="77040"/>
              </p14:xfrm>
            </p:contentPart>
          </mc:Choice>
          <mc:Fallback xmlns="">
            <p:pic>
              <p:nvPicPr>
                <p:cNvPr id="37" name="Ink 36">
                  <a:extLst>
                    <a:ext uri="{FF2B5EF4-FFF2-40B4-BE49-F238E27FC236}">
                      <a16:creationId xmlns:a16="http://schemas.microsoft.com/office/drawing/2014/main" id="{2C60B5A8-2D3E-4A97-A820-E867BB297B84}"/>
                    </a:ext>
                  </a:extLst>
                </p:cNvPr>
                <p:cNvPicPr/>
                <p:nvPr/>
              </p:nvPicPr>
              <p:blipFill>
                <a:blip r:embed="rId126"/>
                <a:stretch>
                  <a:fillRect/>
                </a:stretch>
              </p:blipFill>
              <p:spPr>
                <a:xfrm>
                  <a:off x="7052031" y="1299203"/>
                  <a:ext cx="166320" cy="9468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38" name="Ink 37">
                  <a:extLst>
                    <a:ext uri="{FF2B5EF4-FFF2-40B4-BE49-F238E27FC236}">
                      <a16:creationId xmlns:a16="http://schemas.microsoft.com/office/drawing/2014/main" id="{E9D02BBE-4D7A-4421-8EF1-DC86C0BF7832}"/>
                    </a:ext>
                  </a:extLst>
                </p14:cNvPr>
                <p14:cNvContentPartPr/>
                <p14:nvPr/>
              </p14:nvContentPartPr>
              <p14:xfrm>
                <a:off x="7455231" y="1242683"/>
                <a:ext cx="12240" cy="173160"/>
              </p14:xfrm>
            </p:contentPart>
          </mc:Choice>
          <mc:Fallback xmlns="">
            <p:pic>
              <p:nvPicPr>
                <p:cNvPr id="38" name="Ink 37">
                  <a:extLst>
                    <a:ext uri="{FF2B5EF4-FFF2-40B4-BE49-F238E27FC236}">
                      <a16:creationId xmlns:a16="http://schemas.microsoft.com/office/drawing/2014/main" id="{E9D02BBE-4D7A-4421-8EF1-DC86C0BF7832}"/>
                    </a:ext>
                  </a:extLst>
                </p:cNvPr>
                <p:cNvPicPr/>
                <p:nvPr/>
              </p:nvPicPr>
              <p:blipFill>
                <a:blip r:embed="rId128"/>
                <a:stretch>
                  <a:fillRect/>
                </a:stretch>
              </p:blipFill>
              <p:spPr>
                <a:xfrm>
                  <a:off x="7446591" y="1234043"/>
                  <a:ext cx="29880" cy="19080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39" name="Ink 38">
                  <a:extLst>
                    <a:ext uri="{FF2B5EF4-FFF2-40B4-BE49-F238E27FC236}">
                      <a16:creationId xmlns:a16="http://schemas.microsoft.com/office/drawing/2014/main" id="{8D87C541-73E3-4B28-9C8B-636B685F0337}"/>
                    </a:ext>
                  </a:extLst>
                </p14:cNvPr>
                <p14:cNvContentPartPr/>
                <p14:nvPr/>
              </p14:nvContentPartPr>
              <p14:xfrm>
                <a:off x="7549191" y="1299203"/>
                <a:ext cx="73080" cy="98280"/>
              </p14:xfrm>
            </p:contentPart>
          </mc:Choice>
          <mc:Fallback xmlns="">
            <p:pic>
              <p:nvPicPr>
                <p:cNvPr id="39" name="Ink 38">
                  <a:extLst>
                    <a:ext uri="{FF2B5EF4-FFF2-40B4-BE49-F238E27FC236}">
                      <a16:creationId xmlns:a16="http://schemas.microsoft.com/office/drawing/2014/main" id="{8D87C541-73E3-4B28-9C8B-636B685F0337}"/>
                    </a:ext>
                  </a:extLst>
                </p:cNvPr>
                <p:cNvPicPr/>
                <p:nvPr/>
              </p:nvPicPr>
              <p:blipFill>
                <a:blip r:embed="rId130"/>
                <a:stretch>
                  <a:fillRect/>
                </a:stretch>
              </p:blipFill>
              <p:spPr>
                <a:xfrm>
                  <a:off x="7540551" y="1290203"/>
                  <a:ext cx="9072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40" name="Ink 39">
                  <a:extLst>
                    <a:ext uri="{FF2B5EF4-FFF2-40B4-BE49-F238E27FC236}">
                      <a16:creationId xmlns:a16="http://schemas.microsoft.com/office/drawing/2014/main" id="{E7453779-908B-4C01-A3D2-2CE5157EA30A}"/>
                    </a:ext>
                  </a:extLst>
                </p14:cNvPr>
                <p14:cNvContentPartPr/>
                <p14:nvPr/>
              </p14:nvContentPartPr>
              <p14:xfrm>
                <a:off x="7653951" y="1381283"/>
                <a:ext cx="32400" cy="75600"/>
              </p14:xfrm>
            </p:contentPart>
          </mc:Choice>
          <mc:Fallback xmlns="">
            <p:pic>
              <p:nvPicPr>
                <p:cNvPr id="40" name="Ink 39">
                  <a:extLst>
                    <a:ext uri="{FF2B5EF4-FFF2-40B4-BE49-F238E27FC236}">
                      <a16:creationId xmlns:a16="http://schemas.microsoft.com/office/drawing/2014/main" id="{E7453779-908B-4C01-A3D2-2CE5157EA30A}"/>
                    </a:ext>
                  </a:extLst>
                </p:cNvPr>
                <p:cNvPicPr/>
                <p:nvPr/>
              </p:nvPicPr>
              <p:blipFill>
                <a:blip r:embed="rId132"/>
                <a:stretch>
                  <a:fillRect/>
                </a:stretch>
              </p:blipFill>
              <p:spPr>
                <a:xfrm>
                  <a:off x="7645311" y="1372643"/>
                  <a:ext cx="50040" cy="9324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41" name="Ink 40">
                  <a:extLst>
                    <a:ext uri="{FF2B5EF4-FFF2-40B4-BE49-F238E27FC236}">
                      <a16:creationId xmlns:a16="http://schemas.microsoft.com/office/drawing/2014/main" id="{739C5956-51A6-4ACF-990F-A8A0EF3C257F}"/>
                    </a:ext>
                  </a:extLst>
                </p14:cNvPr>
                <p14:cNvContentPartPr/>
                <p14:nvPr/>
              </p14:nvContentPartPr>
              <p14:xfrm>
                <a:off x="7780311" y="1305323"/>
                <a:ext cx="289080" cy="105840"/>
              </p14:xfrm>
            </p:contentPart>
          </mc:Choice>
          <mc:Fallback xmlns="">
            <p:pic>
              <p:nvPicPr>
                <p:cNvPr id="41" name="Ink 40">
                  <a:extLst>
                    <a:ext uri="{FF2B5EF4-FFF2-40B4-BE49-F238E27FC236}">
                      <a16:creationId xmlns:a16="http://schemas.microsoft.com/office/drawing/2014/main" id="{739C5956-51A6-4ACF-990F-A8A0EF3C257F}"/>
                    </a:ext>
                  </a:extLst>
                </p:cNvPr>
                <p:cNvPicPr/>
                <p:nvPr/>
              </p:nvPicPr>
              <p:blipFill>
                <a:blip r:embed="rId134"/>
                <a:stretch>
                  <a:fillRect/>
                </a:stretch>
              </p:blipFill>
              <p:spPr>
                <a:xfrm>
                  <a:off x="7771671" y="1296323"/>
                  <a:ext cx="306720" cy="12348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88" name="Ink 87">
                  <a:extLst>
                    <a:ext uri="{FF2B5EF4-FFF2-40B4-BE49-F238E27FC236}">
                      <a16:creationId xmlns:a16="http://schemas.microsoft.com/office/drawing/2014/main" id="{67FA2973-766D-4877-AF9C-4592BDFD1450}"/>
                    </a:ext>
                  </a:extLst>
                </p14:cNvPr>
                <p14:cNvContentPartPr/>
                <p14:nvPr/>
              </p14:nvContentPartPr>
              <p14:xfrm>
                <a:off x="7521471" y="511883"/>
                <a:ext cx="256680" cy="19440"/>
              </p14:xfrm>
            </p:contentPart>
          </mc:Choice>
          <mc:Fallback xmlns="">
            <p:pic>
              <p:nvPicPr>
                <p:cNvPr id="88" name="Ink 87">
                  <a:extLst>
                    <a:ext uri="{FF2B5EF4-FFF2-40B4-BE49-F238E27FC236}">
                      <a16:creationId xmlns:a16="http://schemas.microsoft.com/office/drawing/2014/main" id="{67FA2973-766D-4877-AF9C-4592BDFD1450}"/>
                    </a:ext>
                  </a:extLst>
                </p:cNvPr>
                <p:cNvPicPr/>
                <p:nvPr/>
              </p:nvPicPr>
              <p:blipFill>
                <a:blip r:embed="rId136"/>
                <a:stretch>
                  <a:fillRect/>
                </a:stretch>
              </p:blipFill>
              <p:spPr>
                <a:xfrm>
                  <a:off x="7512831" y="502883"/>
                  <a:ext cx="274320" cy="370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37">
            <p14:nvContentPartPr>
              <p14:cNvPr id="89" name="Ink 88">
                <a:extLst>
                  <a:ext uri="{FF2B5EF4-FFF2-40B4-BE49-F238E27FC236}">
                    <a16:creationId xmlns:a16="http://schemas.microsoft.com/office/drawing/2014/main" id="{E19233C1-1FD2-4864-9748-AFCDAA44D036}"/>
                  </a:ext>
                </a:extLst>
              </p14:cNvPr>
              <p14:cNvContentPartPr/>
              <p14:nvPr/>
            </p14:nvContentPartPr>
            <p14:xfrm>
              <a:off x="10750671" y="843443"/>
              <a:ext cx="184320" cy="10080"/>
            </p14:xfrm>
          </p:contentPart>
        </mc:Choice>
        <mc:Fallback xmlns="">
          <p:pic>
            <p:nvPicPr>
              <p:cNvPr id="89" name="Ink 88">
                <a:extLst>
                  <a:ext uri="{FF2B5EF4-FFF2-40B4-BE49-F238E27FC236}">
                    <a16:creationId xmlns:a16="http://schemas.microsoft.com/office/drawing/2014/main" id="{E19233C1-1FD2-4864-9748-AFCDAA44D036}"/>
                  </a:ext>
                </a:extLst>
              </p:cNvPr>
              <p:cNvPicPr/>
              <p:nvPr/>
            </p:nvPicPr>
            <p:blipFill>
              <a:blip r:embed="rId138"/>
              <a:stretch>
                <a:fillRect/>
              </a:stretch>
            </p:blipFill>
            <p:spPr>
              <a:xfrm>
                <a:off x="10742031" y="834443"/>
                <a:ext cx="201960" cy="27720"/>
              </a:xfrm>
              <a:prstGeom prst="rect">
                <a:avLst/>
              </a:prstGeom>
            </p:spPr>
          </p:pic>
        </mc:Fallback>
      </mc:AlternateContent>
      <p:grpSp>
        <p:nvGrpSpPr>
          <p:cNvPr id="103" name="Group 102">
            <a:extLst>
              <a:ext uri="{FF2B5EF4-FFF2-40B4-BE49-F238E27FC236}">
                <a16:creationId xmlns:a16="http://schemas.microsoft.com/office/drawing/2014/main" id="{7F9E5A1A-46D9-4C66-8CCB-8AF764CA9774}"/>
              </a:ext>
            </a:extLst>
          </p:cNvPr>
          <p:cNvGrpSpPr/>
          <p:nvPr/>
        </p:nvGrpSpPr>
        <p:grpSpPr>
          <a:xfrm>
            <a:off x="3328911" y="124163"/>
            <a:ext cx="1376640" cy="241560"/>
            <a:chOff x="3328911" y="124163"/>
            <a:chExt cx="1376640" cy="241560"/>
          </a:xfrm>
        </p:grpSpPr>
        <mc:AlternateContent xmlns:mc="http://schemas.openxmlformats.org/markup-compatibility/2006" xmlns:p14="http://schemas.microsoft.com/office/powerpoint/2010/main">
          <mc:Choice Requires="p14">
            <p:contentPart p14:bwMode="auto" r:id="rId139">
              <p14:nvContentPartPr>
                <p14:cNvPr id="91" name="Ink 90">
                  <a:extLst>
                    <a:ext uri="{FF2B5EF4-FFF2-40B4-BE49-F238E27FC236}">
                      <a16:creationId xmlns:a16="http://schemas.microsoft.com/office/drawing/2014/main" id="{9FA23F87-3762-44CA-87B0-581A46EA2F77}"/>
                    </a:ext>
                  </a:extLst>
                </p14:cNvPr>
                <p14:cNvContentPartPr/>
                <p14:nvPr/>
              </p14:nvContentPartPr>
              <p14:xfrm>
                <a:off x="3328911" y="124163"/>
                <a:ext cx="164880" cy="152280"/>
              </p14:xfrm>
            </p:contentPart>
          </mc:Choice>
          <mc:Fallback xmlns="">
            <p:pic>
              <p:nvPicPr>
                <p:cNvPr id="91" name="Ink 90">
                  <a:extLst>
                    <a:ext uri="{FF2B5EF4-FFF2-40B4-BE49-F238E27FC236}">
                      <a16:creationId xmlns:a16="http://schemas.microsoft.com/office/drawing/2014/main" id="{9FA23F87-3762-44CA-87B0-581A46EA2F77}"/>
                    </a:ext>
                  </a:extLst>
                </p:cNvPr>
                <p:cNvPicPr/>
                <p:nvPr/>
              </p:nvPicPr>
              <p:blipFill>
                <a:blip r:embed="rId140"/>
                <a:stretch>
                  <a:fillRect/>
                </a:stretch>
              </p:blipFill>
              <p:spPr>
                <a:xfrm>
                  <a:off x="3319911" y="115523"/>
                  <a:ext cx="182520" cy="16992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92" name="Ink 91">
                  <a:extLst>
                    <a:ext uri="{FF2B5EF4-FFF2-40B4-BE49-F238E27FC236}">
                      <a16:creationId xmlns:a16="http://schemas.microsoft.com/office/drawing/2014/main" id="{C28BA76C-C89C-4670-B7FE-7E157863554E}"/>
                    </a:ext>
                  </a:extLst>
                </p14:cNvPr>
                <p14:cNvContentPartPr/>
                <p14:nvPr/>
              </p14:nvContentPartPr>
              <p14:xfrm>
                <a:off x="3583431" y="221003"/>
                <a:ext cx="14400" cy="88920"/>
              </p14:xfrm>
            </p:contentPart>
          </mc:Choice>
          <mc:Fallback xmlns="">
            <p:pic>
              <p:nvPicPr>
                <p:cNvPr id="92" name="Ink 91">
                  <a:extLst>
                    <a:ext uri="{FF2B5EF4-FFF2-40B4-BE49-F238E27FC236}">
                      <a16:creationId xmlns:a16="http://schemas.microsoft.com/office/drawing/2014/main" id="{C28BA76C-C89C-4670-B7FE-7E157863554E}"/>
                    </a:ext>
                  </a:extLst>
                </p:cNvPr>
                <p:cNvPicPr/>
                <p:nvPr/>
              </p:nvPicPr>
              <p:blipFill>
                <a:blip r:embed="rId142"/>
                <a:stretch>
                  <a:fillRect/>
                </a:stretch>
              </p:blipFill>
              <p:spPr>
                <a:xfrm>
                  <a:off x="3574431" y="212363"/>
                  <a:ext cx="32040" cy="10656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93" name="Ink 92">
                  <a:extLst>
                    <a:ext uri="{FF2B5EF4-FFF2-40B4-BE49-F238E27FC236}">
                      <a16:creationId xmlns:a16="http://schemas.microsoft.com/office/drawing/2014/main" id="{0B649EA1-AD93-40C6-BBC5-30D82CC3BCF3}"/>
                    </a:ext>
                  </a:extLst>
                </p14:cNvPr>
                <p14:cNvContentPartPr/>
                <p14:nvPr/>
              </p14:nvContentPartPr>
              <p14:xfrm>
                <a:off x="3691791" y="209123"/>
                <a:ext cx="92160" cy="63000"/>
              </p14:xfrm>
            </p:contentPart>
          </mc:Choice>
          <mc:Fallback xmlns="">
            <p:pic>
              <p:nvPicPr>
                <p:cNvPr id="93" name="Ink 92">
                  <a:extLst>
                    <a:ext uri="{FF2B5EF4-FFF2-40B4-BE49-F238E27FC236}">
                      <a16:creationId xmlns:a16="http://schemas.microsoft.com/office/drawing/2014/main" id="{0B649EA1-AD93-40C6-BBC5-30D82CC3BCF3}"/>
                    </a:ext>
                  </a:extLst>
                </p:cNvPr>
                <p:cNvPicPr/>
                <p:nvPr/>
              </p:nvPicPr>
              <p:blipFill>
                <a:blip r:embed="rId144"/>
                <a:stretch>
                  <a:fillRect/>
                </a:stretch>
              </p:blipFill>
              <p:spPr>
                <a:xfrm>
                  <a:off x="3682791" y="200123"/>
                  <a:ext cx="10980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95" name="Ink 94">
                  <a:extLst>
                    <a:ext uri="{FF2B5EF4-FFF2-40B4-BE49-F238E27FC236}">
                      <a16:creationId xmlns:a16="http://schemas.microsoft.com/office/drawing/2014/main" id="{E959EFE9-FC2F-4793-B2BD-498568C0F621}"/>
                    </a:ext>
                  </a:extLst>
                </p14:cNvPr>
                <p14:cNvContentPartPr/>
                <p14:nvPr/>
              </p14:nvContentPartPr>
              <p14:xfrm>
                <a:off x="3922911" y="139283"/>
                <a:ext cx="21960" cy="156960"/>
              </p14:xfrm>
            </p:contentPart>
          </mc:Choice>
          <mc:Fallback xmlns="">
            <p:pic>
              <p:nvPicPr>
                <p:cNvPr id="95" name="Ink 94">
                  <a:extLst>
                    <a:ext uri="{FF2B5EF4-FFF2-40B4-BE49-F238E27FC236}">
                      <a16:creationId xmlns:a16="http://schemas.microsoft.com/office/drawing/2014/main" id="{E959EFE9-FC2F-4793-B2BD-498568C0F621}"/>
                    </a:ext>
                  </a:extLst>
                </p:cNvPr>
                <p:cNvPicPr/>
                <p:nvPr/>
              </p:nvPicPr>
              <p:blipFill>
                <a:blip r:embed="rId146"/>
                <a:stretch>
                  <a:fillRect/>
                </a:stretch>
              </p:blipFill>
              <p:spPr>
                <a:xfrm>
                  <a:off x="3913911" y="130643"/>
                  <a:ext cx="39600" cy="17460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96" name="Ink 95">
                  <a:extLst>
                    <a:ext uri="{FF2B5EF4-FFF2-40B4-BE49-F238E27FC236}">
                      <a16:creationId xmlns:a16="http://schemas.microsoft.com/office/drawing/2014/main" id="{4D033B7F-3D6A-4A9F-9454-FDF3A8A43D35}"/>
                    </a:ext>
                  </a:extLst>
                </p14:cNvPr>
                <p14:cNvContentPartPr/>
                <p14:nvPr/>
              </p14:nvContentPartPr>
              <p14:xfrm>
                <a:off x="3983751" y="271763"/>
                <a:ext cx="55080" cy="79560"/>
              </p14:xfrm>
            </p:contentPart>
          </mc:Choice>
          <mc:Fallback xmlns="">
            <p:pic>
              <p:nvPicPr>
                <p:cNvPr id="96" name="Ink 95">
                  <a:extLst>
                    <a:ext uri="{FF2B5EF4-FFF2-40B4-BE49-F238E27FC236}">
                      <a16:creationId xmlns:a16="http://schemas.microsoft.com/office/drawing/2014/main" id="{4D033B7F-3D6A-4A9F-9454-FDF3A8A43D35}"/>
                    </a:ext>
                  </a:extLst>
                </p:cNvPr>
                <p:cNvPicPr/>
                <p:nvPr/>
              </p:nvPicPr>
              <p:blipFill>
                <a:blip r:embed="rId148"/>
                <a:stretch>
                  <a:fillRect/>
                </a:stretch>
              </p:blipFill>
              <p:spPr>
                <a:xfrm>
                  <a:off x="3974751" y="263123"/>
                  <a:ext cx="7272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97" name="Ink 96">
                  <a:extLst>
                    <a:ext uri="{FF2B5EF4-FFF2-40B4-BE49-F238E27FC236}">
                      <a16:creationId xmlns:a16="http://schemas.microsoft.com/office/drawing/2014/main" id="{A45A32E0-CFD9-4D4D-82B6-71A6570C1BEF}"/>
                    </a:ext>
                  </a:extLst>
                </p14:cNvPr>
                <p14:cNvContentPartPr/>
                <p14:nvPr/>
              </p14:nvContentPartPr>
              <p14:xfrm>
                <a:off x="4167711" y="190043"/>
                <a:ext cx="151920" cy="84600"/>
              </p14:xfrm>
            </p:contentPart>
          </mc:Choice>
          <mc:Fallback xmlns="">
            <p:pic>
              <p:nvPicPr>
                <p:cNvPr id="97" name="Ink 96">
                  <a:extLst>
                    <a:ext uri="{FF2B5EF4-FFF2-40B4-BE49-F238E27FC236}">
                      <a16:creationId xmlns:a16="http://schemas.microsoft.com/office/drawing/2014/main" id="{A45A32E0-CFD9-4D4D-82B6-71A6570C1BEF}"/>
                    </a:ext>
                  </a:extLst>
                </p:cNvPr>
                <p:cNvPicPr/>
                <p:nvPr/>
              </p:nvPicPr>
              <p:blipFill>
                <a:blip r:embed="rId150"/>
                <a:stretch>
                  <a:fillRect/>
                </a:stretch>
              </p:blipFill>
              <p:spPr>
                <a:xfrm>
                  <a:off x="4158711" y="181403"/>
                  <a:ext cx="169560" cy="10224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98" name="Ink 97">
                  <a:extLst>
                    <a:ext uri="{FF2B5EF4-FFF2-40B4-BE49-F238E27FC236}">
                      <a16:creationId xmlns:a16="http://schemas.microsoft.com/office/drawing/2014/main" id="{F3300671-7070-4DC4-BC50-26987BAF8836}"/>
                    </a:ext>
                  </a:extLst>
                </p14:cNvPr>
                <p14:cNvContentPartPr/>
                <p14:nvPr/>
              </p14:nvContentPartPr>
              <p14:xfrm>
                <a:off x="4377231" y="255203"/>
                <a:ext cx="10080" cy="81720"/>
              </p14:xfrm>
            </p:contentPart>
          </mc:Choice>
          <mc:Fallback xmlns="">
            <p:pic>
              <p:nvPicPr>
                <p:cNvPr id="98" name="Ink 97">
                  <a:extLst>
                    <a:ext uri="{FF2B5EF4-FFF2-40B4-BE49-F238E27FC236}">
                      <a16:creationId xmlns:a16="http://schemas.microsoft.com/office/drawing/2014/main" id="{F3300671-7070-4DC4-BC50-26987BAF8836}"/>
                    </a:ext>
                  </a:extLst>
                </p:cNvPr>
                <p:cNvPicPr/>
                <p:nvPr/>
              </p:nvPicPr>
              <p:blipFill>
                <a:blip r:embed="rId152"/>
                <a:stretch>
                  <a:fillRect/>
                </a:stretch>
              </p:blipFill>
              <p:spPr>
                <a:xfrm>
                  <a:off x="4368591" y="246203"/>
                  <a:ext cx="27720" cy="9936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99" name="Ink 98">
                  <a:extLst>
                    <a:ext uri="{FF2B5EF4-FFF2-40B4-BE49-F238E27FC236}">
                      <a16:creationId xmlns:a16="http://schemas.microsoft.com/office/drawing/2014/main" id="{79FB91BD-896B-4DB0-9E8C-FAE4C4154543}"/>
                    </a:ext>
                  </a:extLst>
                </p14:cNvPr>
                <p14:cNvContentPartPr/>
                <p14:nvPr/>
              </p14:nvContentPartPr>
              <p14:xfrm>
                <a:off x="4476591" y="247643"/>
                <a:ext cx="125640" cy="48960"/>
              </p14:xfrm>
            </p:contentPart>
          </mc:Choice>
          <mc:Fallback xmlns="">
            <p:pic>
              <p:nvPicPr>
                <p:cNvPr id="99" name="Ink 98">
                  <a:extLst>
                    <a:ext uri="{FF2B5EF4-FFF2-40B4-BE49-F238E27FC236}">
                      <a16:creationId xmlns:a16="http://schemas.microsoft.com/office/drawing/2014/main" id="{79FB91BD-896B-4DB0-9E8C-FAE4C4154543}"/>
                    </a:ext>
                  </a:extLst>
                </p:cNvPr>
                <p:cNvPicPr/>
                <p:nvPr/>
              </p:nvPicPr>
              <p:blipFill>
                <a:blip r:embed="rId154"/>
                <a:stretch>
                  <a:fillRect/>
                </a:stretch>
              </p:blipFill>
              <p:spPr>
                <a:xfrm>
                  <a:off x="4467951" y="239003"/>
                  <a:ext cx="143280" cy="6660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100" name="Ink 99">
                  <a:extLst>
                    <a:ext uri="{FF2B5EF4-FFF2-40B4-BE49-F238E27FC236}">
                      <a16:creationId xmlns:a16="http://schemas.microsoft.com/office/drawing/2014/main" id="{70CC8277-2500-473D-A699-E43F965C5D1B}"/>
                    </a:ext>
                  </a:extLst>
                </p14:cNvPr>
                <p14:cNvContentPartPr/>
                <p14:nvPr/>
              </p14:nvContentPartPr>
              <p14:xfrm>
                <a:off x="4694751" y="168443"/>
                <a:ext cx="10800" cy="160200"/>
              </p14:xfrm>
            </p:contentPart>
          </mc:Choice>
          <mc:Fallback xmlns="">
            <p:pic>
              <p:nvPicPr>
                <p:cNvPr id="100" name="Ink 99">
                  <a:extLst>
                    <a:ext uri="{FF2B5EF4-FFF2-40B4-BE49-F238E27FC236}">
                      <a16:creationId xmlns:a16="http://schemas.microsoft.com/office/drawing/2014/main" id="{70CC8277-2500-473D-A699-E43F965C5D1B}"/>
                    </a:ext>
                  </a:extLst>
                </p:cNvPr>
                <p:cNvPicPr/>
                <p:nvPr/>
              </p:nvPicPr>
              <p:blipFill>
                <a:blip r:embed="rId156"/>
                <a:stretch>
                  <a:fillRect/>
                </a:stretch>
              </p:blipFill>
              <p:spPr>
                <a:xfrm>
                  <a:off x="4685751" y="159443"/>
                  <a:ext cx="28440" cy="17784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102" name="Ink 101">
                  <a:extLst>
                    <a:ext uri="{FF2B5EF4-FFF2-40B4-BE49-F238E27FC236}">
                      <a16:creationId xmlns:a16="http://schemas.microsoft.com/office/drawing/2014/main" id="{67303746-37FF-4381-8AFB-376F88CADDF3}"/>
                    </a:ext>
                  </a:extLst>
                </p14:cNvPr>
                <p14:cNvContentPartPr/>
                <p14:nvPr/>
              </p14:nvContentPartPr>
              <p14:xfrm>
                <a:off x="4308471" y="237923"/>
                <a:ext cx="145800" cy="127800"/>
              </p14:xfrm>
            </p:contentPart>
          </mc:Choice>
          <mc:Fallback xmlns="">
            <p:pic>
              <p:nvPicPr>
                <p:cNvPr id="102" name="Ink 101">
                  <a:extLst>
                    <a:ext uri="{FF2B5EF4-FFF2-40B4-BE49-F238E27FC236}">
                      <a16:creationId xmlns:a16="http://schemas.microsoft.com/office/drawing/2014/main" id="{67303746-37FF-4381-8AFB-376F88CADDF3}"/>
                    </a:ext>
                  </a:extLst>
                </p:cNvPr>
                <p:cNvPicPr/>
                <p:nvPr/>
              </p:nvPicPr>
              <p:blipFill>
                <a:blip r:embed="rId158"/>
                <a:stretch>
                  <a:fillRect/>
                </a:stretch>
              </p:blipFill>
              <p:spPr>
                <a:xfrm>
                  <a:off x="4299471" y="228923"/>
                  <a:ext cx="163440" cy="1454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59">
            <p14:nvContentPartPr>
              <p14:cNvPr id="125" name="Ink 124">
                <a:extLst>
                  <a:ext uri="{FF2B5EF4-FFF2-40B4-BE49-F238E27FC236}">
                    <a16:creationId xmlns:a16="http://schemas.microsoft.com/office/drawing/2014/main" id="{CBAC38F4-E5F2-408A-9730-E5A33DB5F6F7}"/>
                  </a:ext>
                </a:extLst>
              </p14:cNvPr>
              <p14:cNvContentPartPr/>
              <p14:nvPr/>
            </p14:nvContentPartPr>
            <p14:xfrm>
              <a:off x="10855431" y="1685843"/>
              <a:ext cx="15840" cy="24840"/>
            </p14:xfrm>
          </p:contentPart>
        </mc:Choice>
        <mc:Fallback xmlns="">
          <p:pic>
            <p:nvPicPr>
              <p:cNvPr id="125" name="Ink 124">
                <a:extLst>
                  <a:ext uri="{FF2B5EF4-FFF2-40B4-BE49-F238E27FC236}">
                    <a16:creationId xmlns:a16="http://schemas.microsoft.com/office/drawing/2014/main" id="{CBAC38F4-E5F2-408A-9730-E5A33DB5F6F7}"/>
                  </a:ext>
                </a:extLst>
              </p:cNvPr>
              <p:cNvPicPr/>
              <p:nvPr/>
            </p:nvPicPr>
            <p:blipFill>
              <a:blip r:embed="rId160"/>
              <a:stretch>
                <a:fillRect/>
              </a:stretch>
            </p:blipFill>
            <p:spPr>
              <a:xfrm>
                <a:off x="10846431" y="1676843"/>
                <a:ext cx="3348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126" name="Ink 125">
                <a:extLst>
                  <a:ext uri="{FF2B5EF4-FFF2-40B4-BE49-F238E27FC236}">
                    <a16:creationId xmlns:a16="http://schemas.microsoft.com/office/drawing/2014/main" id="{68F947A3-E062-4612-BB65-E2D8F588942C}"/>
                  </a:ext>
                </a:extLst>
              </p14:cNvPr>
              <p14:cNvContentPartPr/>
              <p14:nvPr/>
            </p14:nvContentPartPr>
            <p14:xfrm>
              <a:off x="10591911" y="1832363"/>
              <a:ext cx="519840" cy="77760"/>
            </p14:xfrm>
          </p:contentPart>
        </mc:Choice>
        <mc:Fallback xmlns="">
          <p:pic>
            <p:nvPicPr>
              <p:cNvPr id="126" name="Ink 125">
                <a:extLst>
                  <a:ext uri="{FF2B5EF4-FFF2-40B4-BE49-F238E27FC236}">
                    <a16:creationId xmlns:a16="http://schemas.microsoft.com/office/drawing/2014/main" id="{68F947A3-E062-4612-BB65-E2D8F588942C}"/>
                  </a:ext>
                </a:extLst>
              </p:cNvPr>
              <p:cNvPicPr/>
              <p:nvPr/>
            </p:nvPicPr>
            <p:blipFill>
              <a:blip r:embed="rId162"/>
              <a:stretch>
                <a:fillRect/>
              </a:stretch>
            </p:blipFill>
            <p:spPr>
              <a:xfrm>
                <a:off x="10583271" y="1823363"/>
                <a:ext cx="537480" cy="95400"/>
              </a:xfrm>
              <a:prstGeom prst="rect">
                <a:avLst/>
              </a:prstGeom>
            </p:spPr>
          </p:pic>
        </mc:Fallback>
      </mc:AlternateContent>
      <p:grpSp>
        <p:nvGrpSpPr>
          <p:cNvPr id="133" name="Group 132">
            <a:extLst>
              <a:ext uri="{FF2B5EF4-FFF2-40B4-BE49-F238E27FC236}">
                <a16:creationId xmlns:a16="http://schemas.microsoft.com/office/drawing/2014/main" id="{8070AED3-EEC0-4996-96CC-AB66459D64F8}"/>
              </a:ext>
            </a:extLst>
          </p:cNvPr>
          <p:cNvGrpSpPr/>
          <p:nvPr/>
        </p:nvGrpSpPr>
        <p:grpSpPr>
          <a:xfrm>
            <a:off x="3200391" y="1097603"/>
            <a:ext cx="2934720" cy="860040"/>
            <a:chOff x="3200391" y="1097603"/>
            <a:chExt cx="2934720" cy="860040"/>
          </a:xfrm>
        </p:grpSpPr>
        <mc:AlternateContent xmlns:mc="http://schemas.openxmlformats.org/markup-compatibility/2006" xmlns:p14="http://schemas.microsoft.com/office/powerpoint/2010/main">
          <mc:Choice Requires="p14">
            <p:contentPart p14:bwMode="auto" r:id="rId163">
              <p14:nvContentPartPr>
                <p14:cNvPr id="104" name="Ink 103">
                  <a:extLst>
                    <a:ext uri="{FF2B5EF4-FFF2-40B4-BE49-F238E27FC236}">
                      <a16:creationId xmlns:a16="http://schemas.microsoft.com/office/drawing/2014/main" id="{D35B21EB-6A15-413B-AC62-570ED01F2B3C}"/>
                    </a:ext>
                  </a:extLst>
                </p14:cNvPr>
                <p14:cNvContentPartPr/>
                <p14:nvPr/>
              </p14:nvContentPartPr>
              <p14:xfrm>
                <a:off x="3541311" y="1171403"/>
                <a:ext cx="183600" cy="116280"/>
              </p14:xfrm>
            </p:contentPart>
          </mc:Choice>
          <mc:Fallback xmlns="">
            <p:pic>
              <p:nvPicPr>
                <p:cNvPr id="104" name="Ink 103">
                  <a:extLst>
                    <a:ext uri="{FF2B5EF4-FFF2-40B4-BE49-F238E27FC236}">
                      <a16:creationId xmlns:a16="http://schemas.microsoft.com/office/drawing/2014/main" id="{D35B21EB-6A15-413B-AC62-570ED01F2B3C}"/>
                    </a:ext>
                  </a:extLst>
                </p:cNvPr>
                <p:cNvPicPr/>
                <p:nvPr/>
              </p:nvPicPr>
              <p:blipFill>
                <a:blip r:embed="rId164"/>
                <a:stretch>
                  <a:fillRect/>
                </a:stretch>
              </p:blipFill>
              <p:spPr>
                <a:xfrm>
                  <a:off x="3532671" y="1162403"/>
                  <a:ext cx="201240" cy="13392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105" name="Ink 104">
                  <a:extLst>
                    <a:ext uri="{FF2B5EF4-FFF2-40B4-BE49-F238E27FC236}">
                      <a16:creationId xmlns:a16="http://schemas.microsoft.com/office/drawing/2014/main" id="{B27D6B03-48D7-4DF8-AFDD-71F790F1B8A0}"/>
                    </a:ext>
                  </a:extLst>
                </p14:cNvPr>
                <p14:cNvContentPartPr/>
                <p14:nvPr/>
              </p14:nvContentPartPr>
              <p14:xfrm>
                <a:off x="3815271" y="1263563"/>
                <a:ext cx="184320" cy="106560"/>
              </p14:xfrm>
            </p:contentPart>
          </mc:Choice>
          <mc:Fallback xmlns="">
            <p:pic>
              <p:nvPicPr>
                <p:cNvPr id="105" name="Ink 104">
                  <a:extLst>
                    <a:ext uri="{FF2B5EF4-FFF2-40B4-BE49-F238E27FC236}">
                      <a16:creationId xmlns:a16="http://schemas.microsoft.com/office/drawing/2014/main" id="{B27D6B03-48D7-4DF8-AFDD-71F790F1B8A0}"/>
                    </a:ext>
                  </a:extLst>
                </p:cNvPr>
                <p:cNvPicPr/>
                <p:nvPr/>
              </p:nvPicPr>
              <p:blipFill>
                <a:blip r:embed="rId166"/>
                <a:stretch>
                  <a:fillRect/>
                </a:stretch>
              </p:blipFill>
              <p:spPr>
                <a:xfrm>
                  <a:off x="3806631" y="1254563"/>
                  <a:ext cx="20196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106" name="Ink 105">
                  <a:extLst>
                    <a:ext uri="{FF2B5EF4-FFF2-40B4-BE49-F238E27FC236}">
                      <a16:creationId xmlns:a16="http://schemas.microsoft.com/office/drawing/2014/main" id="{0BBB1B52-D522-4B9E-B8A0-8CFB7181E076}"/>
                    </a:ext>
                  </a:extLst>
                </p14:cNvPr>
                <p14:cNvContentPartPr/>
                <p14:nvPr/>
              </p14:nvContentPartPr>
              <p14:xfrm>
                <a:off x="3945231" y="1310723"/>
                <a:ext cx="95400" cy="15120"/>
              </p14:xfrm>
            </p:contentPart>
          </mc:Choice>
          <mc:Fallback xmlns="">
            <p:pic>
              <p:nvPicPr>
                <p:cNvPr id="106" name="Ink 105">
                  <a:extLst>
                    <a:ext uri="{FF2B5EF4-FFF2-40B4-BE49-F238E27FC236}">
                      <a16:creationId xmlns:a16="http://schemas.microsoft.com/office/drawing/2014/main" id="{0BBB1B52-D522-4B9E-B8A0-8CFB7181E076}"/>
                    </a:ext>
                  </a:extLst>
                </p:cNvPr>
                <p:cNvPicPr/>
                <p:nvPr/>
              </p:nvPicPr>
              <p:blipFill>
                <a:blip r:embed="rId168"/>
                <a:stretch>
                  <a:fillRect/>
                </a:stretch>
              </p:blipFill>
              <p:spPr>
                <a:xfrm>
                  <a:off x="3936231" y="1302083"/>
                  <a:ext cx="113040" cy="3276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107" name="Ink 106">
                  <a:extLst>
                    <a:ext uri="{FF2B5EF4-FFF2-40B4-BE49-F238E27FC236}">
                      <a16:creationId xmlns:a16="http://schemas.microsoft.com/office/drawing/2014/main" id="{021C7DD4-8541-463B-AD48-1EF8D0F57E7F}"/>
                    </a:ext>
                  </a:extLst>
                </p14:cNvPr>
                <p14:cNvContentPartPr/>
                <p14:nvPr/>
              </p14:nvContentPartPr>
              <p14:xfrm>
                <a:off x="4141071" y="1218203"/>
                <a:ext cx="148680" cy="92880"/>
              </p14:xfrm>
            </p:contentPart>
          </mc:Choice>
          <mc:Fallback xmlns="">
            <p:pic>
              <p:nvPicPr>
                <p:cNvPr id="107" name="Ink 106">
                  <a:extLst>
                    <a:ext uri="{FF2B5EF4-FFF2-40B4-BE49-F238E27FC236}">
                      <a16:creationId xmlns:a16="http://schemas.microsoft.com/office/drawing/2014/main" id="{021C7DD4-8541-463B-AD48-1EF8D0F57E7F}"/>
                    </a:ext>
                  </a:extLst>
                </p:cNvPr>
                <p:cNvPicPr/>
                <p:nvPr/>
              </p:nvPicPr>
              <p:blipFill>
                <a:blip r:embed="rId170"/>
                <a:stretch>
                  <a:fillRect/>
                </a:stretch>
              </p:blipFill>
              <p:spPr>
                <a:xfrm>
                  <a:off x="4132071" y="1209203"/>
                  <a:ext cx="16632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108" name="Ink 107">
                  <a:extLst>
                    <a:ext uri="{FF2B5EF4-FFF2-40B4-BE49-F238E27FC236}">
                      <a16:creationId xmlns:a16="http://schemas.microsoft.com/office/drawing/2014/main" id="{536A42F8-6403-4685-AA12-A916ED8115F6}"/>
                    </a:ext>
                  </a:extLst>
                </p14:cNvPr>
                <p14:cNvContentPartPr/>
                <p14:nvPr/>
              </p14:nvContentPartPr>
              <p14:xfrm>
                <a:off x="4377951" y="1281563"/>
                <a:ext cx="4680" cy="112320"/>
              </p14:xfrm>
            </p:contentPart>
          </mc:Choice>
          <mc:Fallback xmlns="">
            <p:pic>
              <p:nvPicPr>
                <p:cNvPr id="108" name="Ink 107">
                  <a:extLst>
                    <a:ext uri="{FF2B5EF4-FFF2-40B4-BE49-F238E27FC236}">
                      <a16:creationId xmlns:a16="http://schemas.microsoft.com/office/drawing/2014/main" id="{536A42F8-6403-4685-AA12-A916ED8115F6}"/>
                    </a:ext>
                  </a:extLst>
                </p:cNvPr>
                <p:cNvPicPr/>
                <p:nvPr/>
              </p:nvPicPr>
              <p:blipFill>
                <a:blip r:embed="rId172"/>
                <a:stretch>
                  <a:fillRect/>
                </a:stretch>
              </p:blipFill>
              <p:spPr>
                <a:xfrm>
                  <a:off x="4369311" y="1272563"/>
                  <a:ext cx="22320" cy="12996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109" name="Ink 108">
                  <a:extLst>
                    <a:ext uri="{FF2B5EF4-FFF2-40B4-BE49-F238E27FC236}">
                      <a16:creationId xmlns:a16="http://schemas.microsoft.com/office/drawing/2014/main" id="{14FD7B81-D1C9-48E0-A520-59EBFE851B6F}"/>
                    </a:ext>
                  </a:extLst>
                </p14:cNvPr>
                <p14:cNvContentPartPr/>
                <p14:nvPr/>
              </p14:nvContentPartPr>
              <p14:xfrm>
                <a:off x="4488471" y="1288763"/>
                <a:ext cx="124200" cy="10440"/>
              </p14:xfrm>
            </p:contentPart>
          </mc:Choice>
          <mc:Fallback xmlns="">
            <p:pic>
              <p:nvPicPr>
                <p:cNvPr id="109" name="Ink 108">
                  <a:extLst>
                    <a:ext uri="{FF2B5EF4-FFF2-40B4-BE49-F238E27FC236}">
                      <a16:creationId xmlns:a16="http://schemas.microsoft.com/office/drawing/2014/main" id="{14FD7B81-D1C9-48E0-A520-59EBFE851B6F}"/>
                    </a:ext>
                  </a:extLst>
                </p:cNvPr>
                <p:cNvPicPr/>
                <p:nvPr/>
              </p:nvPicPr>
              <p:blipFill>
                <a:blip r:embed="rId174"/>
                <a:stretch>
                  <a:fillRect/>
                </a:stretch>
              </p:blipFill>
              <p:spPr>
                <a:xfrm>
                  <a:off x="4479831" y="1280123"/>
                  <a:ext cx="14184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175">
              <p14:nvContentPartPr>
                <p14:cNvPr id="110" name="Ink 109">
                  <a:extLst>
                    <a:ext uri="{FF2B5EF4-FFF2-40B4-BE49-F238E27FC236}">
                      <a16:creationId xmlns:a16="http://schemas.microsoft.com/office/drawing/2014/main" id="{4EF75BE5-5F9E-4394-80FE-E3AF18BB00AA}"/>
                    </a:ext>
                  </a:extLst>
                </p14:cNvPr>
                <p14:cNvContentPartPr/>
                <p14:nvPr/>
              </p14:nvContentPartPr>
              <p14:xfrm>
                <a:off x="4684311" y="1258883"/>
                <a:ext cx="235440" cy="223920"/>
              </p14:xfrm>
            </p:contentPart>
          </mc:Choice>
          <mc:Fallback xmlns="">
            <p:pic>
              <p:nvPicPr>
                <p:cNvPr id="110" name="Ink 109">
                  <a:extLst>
                    <a:ext uri="{FF2B5EF4-FFF2-40B4-BE49-F238E27FC236}">
                      <a16:creationId xmlns:a16="http://schemas.microsoft.com/office/drawing/2014/main" id="{4EF75BE5-5F9E-4394-80FE-E3AF18BB00AA}"/>
                    </a:ext>
                  </a:extLst>
                </p:cNvPr>
                <p:cNvPicPr/>
                <p:nvPr/>
              </p:nvPicPr>
              <p:blipFill>
                <a:blip r:embed="rId176"/>
                <a:stretch>
                  <a:fillRect/>
                </a:stretch>
              </p:blipFill>
              <p:spPr>
                <a:xfrm>
                  <a:off x="4675671" y="1250243"/>
                  <a:ext cx="253080" cy="241560"/>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112" name="Ink 111">
                  <a:extLst>
                    <a:ext uri="{FF2B5EF4-FFF2-40B4-BE49-F238E27FC236}">
                      <a16:creationId xmlns:a16="http://schemas.microsoft.com/office/drawing/2014/main" id="{F00DACA7-6636-43FC-A4B4-060D35EE7B56}"/>
                    </a:ext>
                  </a:extLst>
                </p14:cNvPr>
                <p14:cNvContentPartPr/>
                <p14:nvPr/>
              </p14:nvContentPartPr>
              <p14:xfrm>
                <a:off x="5005431" y="1099403"/>
                <a:ext cx="118800" cy="450000"/>
              </p14:xfrm>
            </p:contentPart>
          </mc:Choice>
          <mc:Fallback xmlns="">
            <p:pic>
              <p:nvPicPr>
                <p:cNvPr id="112" name="Ink 111">
                  <a:extLst>
                    <a:ext uri="{FF2B5EF4-FFF2-40B4-BE49-F238E27FC236}">
                      <a16:creationId xmlns:a16="http://schemas.microsoft.com/office/drawing/2014/main" id="{F00DACA7-6636-43FC-A4B4-060D35EE7B56}"/>
                    </a:ext>
                  </a:extLst>
                </p:cNvPr>
                <p:cNvPicPr/>
                <p:nvPr/>
              </p:nvPicPr>
              <p:blipFill>
                <a:blip r:embed="rId178"/>
                <a:stretch>
                  <a:fillRect/>
                </a:stretch>
              </p:blipFill>
              <p:spPr>
                <a:xfrm>
                  <a:off x="4996431" y="1090403"/>
                  <a:ext cx="136440" cy="467640"/>
                </a:xfrm>
                <a:prstGeom prst="rect">
                  <a:avLst/>
                </a:prstGeom>
              </p:spPr>
            </p:pic>
          </mc:Fallback>
        </mc:AlternateContent>
        <mc:AlternateContent xmlns:mc="http://schemas.openxmlformats.org/markup-compatibility/2006" xmlns:p14="http://schemas.microsoft.com/office/powerpoint/2010/main">
          <mc:Choice Requires="p14">
            <p:contentPart p14:bwMode="auto" r:id="rId179">
              <p14:nvContentPartPr>
                <p14:cNvPr id="113" name="Ink 112">
                  <a:extLst>
                    <a:ext uri="{FF2B5EF4-FFF2-40B4-BE49-F238E27FC236}">
                      <a16:creationId xmlns:a16="http://schemas.microsoft.com/office/drawing/2014/main" id="{23C014E8-65DE-4EE4-975E-1A018171AEE0}"/>
                    </a:ext>
                  </a:extLst>
                </p14:cNvPr>
                <p14:cNvContentPartPr/>
                <p14:nvPr/>
              </p14:nvContentPartPr>
              <p14:xfrm>
                <a:off x="5119551" y="1097603"/>
                <a:ext cx="108360" cy="222480"/>
              </p14:xfrm>
            </p:contentPart>
          </mc:Choice>
          <mc:Fallback xmlns="">
            <p:pic>
              <p:nvPicPr>
                <p:cNvPr id="113" name="Ink 112">
                  <a:extLst>
                    <a:ext uri="{FF2B5EF4-FFF2-40B4-BE49-F238E27FC236}">
                      <a16:creationId xmlns:a16="http://schemas.microsoft.com/office/drawing/2014/main" id="{23C014E8-65DE-4EE4-975E-1A018171AEE0}"/>
                    </a:ext>
                  </a:extLst>
                </p:cNvPr>
                <p:cNvPicPr/>
                <p:nvPr/>
              </p:nvPicPr>
              <p:blipFill>
                <a:blip r:embed="rId180"/>
                <a:stretch>
                  <a:fillRect/>
                </a:stretch>
              </p:blipFill>
              <p:spPr>
                <a:xfrm>
                  <a:off x="5110911" y="1088963"/>
                  <a:ext cx="126000" cy="240120"/>
                </a:xfrm>
                <a:prstGeom prst="rect">
                  <a:avLst/>
                </a:prstGeom>
              </p:spPr>
            </p:pic>
          </mc:Fallback>
        </mc:AlternateContent>
        <mc:AlternateContent xmlns:mc="http://schemas.openxmlformats.org/markup-compatibility/2006" xmlns:p14="http://schemas.microsoft.com/office/powerpoint/2010/main">
          <mc:Choice Requires="p14">
            <p:contentPart p14:bwMode="auto" r:id="rId181">
              <p14:nvContentPartPr>
                <p14:cNvPr id="114" name="Ink 113">
                  <a:extLst>
                    <a:ext uri="{FF2B5EF4-FFF2-40B4-BE49-F238E27FC236}">
                      <a16:creationId xmlns:a16="http://schemas.microsoft.com/office/drawing/2014/main" id="{DA6B3B7B-8892-40D7-99D3-4A8F16405E39}"/>
                    </a:ext>
                  </a:extLst>
                </p14:cNvPr>
                <p14:cNvContentPartPr/>
                <p14:nvPr/>
              </p14:nvContentPartPr>
              <p14:xfrm>
                <a:off x="5294511" y="1192643"/>
                <a:ext cx="78120" cy="219960"/>
              </p14:xfrm>
            </p:contentPart>
          </mc:Choice>
          <mc:Fallback xmlns="">
            <p:pic>
              <p:nvPicPr>
                <p:cNvPr id="114" name="Ink 113">
                  <a:extLst>
                    <a:ext uri="{FF2B5EF4-FFF2-40B4-BE49-F238E27FC236}">
                      <a16:creationId xmlns:a16="http://schemas.microsoft.com/office/drawing/2014/main" id="{DA6B3B7B-8892-40D7-99D3-4A8F16405E39}"/>
                    </a:ext>
                  </a:extLst>
                </p:cNvPr>
                <p:cNvPicPr/>
                <p:nvPr/>
              </p:nvPicPr>
              <p:blipFill>
                <a:blip r:embed="rId182"/>
                <a:stretch>
                  <a:fillRect/>
                </a:stretch>
              </p:blipFill>
              <p:spPr>
                <a:xfrm>
                  <a:off x="5285511" y="1184003"/>
                  <a:ext cx="95760" cy="237600"/>
                </a:xfrm>
                <a:prstGeom prst="rect">
                  <a:avLst/>
                </a:prstGeom>
              </p:spPr>
            </p:pic>
          </mc:Fallback>
        </mc:AlternateContent>
        <mc:AlternateContent xmlns:mc="http://schemas.openxmlformats.org/markup-compatibility/2006" xmlns:p14="http://schemas.microsoft.com/office/powerpoint/2010/main">
          <mc:Choice Requires="p14">
            <p:contentPart p14:bwMode="auto" r:id="rId183">
              <p14:nvContentPartPr>
                <p14:cNvPr id="115" name="Ink 114">
                  <a:extLst>
                    <a:ext uri="{FF2B5EF4-FFF2-40B4-BE49-F238E27FC236}">
                      <a16:creationId xmlns:a16="http://schemas.microsoft.com/office/drawing/2014/main" id="{9E5C2998-A18F-4C40-8814-E40FAF6C8151}"/>
                    </a:ext>
                  </a:extLst>
                </p14:cNvPr>
                <p14:cNvContentPartPr/>
                <p14:nvPr/>
              </p14:nvContentPartPr>
              <p14:xfrm>
                <a:off x="5077071" y="1336283"/>
                <a:ext cx="404640" cy="51120"/>
              </p14:xfrm>
            </p:contentPart>
          </mc:Choice>
          <mc:Fallback xmlns="">
            <p:pic>
              <p:nvPicPr>
                <p:cNvPr id="115" name="Ink 114">
                  <a:extLst>
                    <a:ext uri="{FF2B5EF4-FFF2-40B4-BE49-F238E27FC236}">
                      <a16:creationId xmlns:a16="http://schemas.microsoft.com/office/drawing/2014/main" id="{9E5C2998-A18F-4C40-8814-E40FAF6C8151}"/>
                    </a:ext>
                  </a:extLst>
                </p:cNvPr>
                <p:cNvPicPr/>
                <p:nvPr/>
              </p:nvPicPr>
              <p:blipFill>
                <a:blip r:embed="rId184"/>
                <a:stretch>
                  <a:fillRect/>
                </a:stretch>
              </p:blipFill>
              <p:spPr>
                <a:xfrm>
                  <a:off x="5068431" y="1327283"/>
                  <a:ext cx="422280" cy="68760"/>
                </a:xfrm>
                <a:prstGeom prst="rect">
                  <a:avLst/>
                </a:prstGeom>
              </p:spPr>
            </p:pic>
          </mc:Fallback>
        </mc:AlternateContent>
        <mc:AlternateContent xmlns:mc="http://schemas.openxmlformats.org/markup-compatibility/2006" xmlns:p14="http://schemas.microsoft.com/office/powerpoint/2010/main">
          <mc:Choice Requires="p14">
            <p:contentPart p14:bwMode="auto" r:id="rId185">
              <p14:nvContentPartPr>
                <p14:cNvPr id="116" name="Ink 115">
                  <a:extLst>
                    <a:ext uri="{FF2B5EF4-FFF2-40B4-BE49-F238E27FC236}">
                      <a16:creationId xmlns:a16="http://schemas.microsoft.com/office/drawing/2014/main" id="{48E87665-AC36-4281-8F05-BEC1BE398CFE}"/>
                    </a:ext>
                  </a:extLst>
                </p14:cNvPr>
                <p14:cNvContentPartPr/>
                <p14:nvPr/>
              </p14:nvContentPartPr>
              <p14:xfrm>
                <a:off x="5123511" y="1396403"/>
                <a:ext cx="105480" cy="159480"/>
              </p14:xfrm>
            </p:contentPart>
          </mc:Choice>
          <mc:Fallback xmlns="">
            <p:pic>
              <p:nvPicPr>
                <p:cNvPr id="116" name="Ink 115">
                  <a:extLst>
                    <a:ext uri="{FF2B5EF4-FFF2-40B4-BE49-F238E27FC236}">
                      <a16:creationId xmlns:a16="http://schemas.microsoft.com/office/drawing/2014/main" id="{48E87665-AC36-4281-8F05-BEC1BE398CFE}"/>
                    </a:ext>
                  </a:extLst>
                </p:cNvPr>
                <p:cNvPicPr/>
                <p:nvPr/>
              </p:nvPicPr>
              <p:blipFill>
                <a:blip r:embed="rId186"/>
                <a:stretch>
                  <a:fillRect/>
                </a:stretch>
              </p:blipFill>
              <p:spPr>
                <a:xfrm>
                  <a:off x="5114871" y="1387403"/>
                  <a:ext cx="123120" cy="177120"/>
                </a:xfrm>
                <a:prstGeom prst="rect">
                  <a:avLst/>
                </a:prstGeom>
              </p:spPr>
            </p:pic>
          </mc:Fallback>
        </mc:AlternateContent>
        <mc:AlternateContent xmlns:mc="http://schemas.openxmlformats.org/markup-compatibility/2006" xmlns:p14="http://schemas.microsoft.com/office/powerpoint/2010/main">
          <mc:Choice Requires="p14">
            <p:contentPart p14:bwMode="auto" r:id="rId187">
              <p14:nvContentPartPr>
                <p14:cNvPr id="117" name="Ink 116">
                  <a:extLst>
                    <a:ext uri="{FF2B5EF4-FFF2-40B4-BE49-F238E27FC236}">
                      <a16:creationId xmlns:a16="http://schemas.microsoft.com/office/drawing/2014/main" id="{AF3028DB-2888-448A-98F6-7ABDA76D0029}"/>
                    </a:ext>
                  </a:extLst>
                </p14:cNvPr>
                <p14:cNvContentPartPr/>
                <p14:nvPr/>
              </p14:nvContentPartPr>
              <p14:xfrm>
                <a:off x="5299911" y="1485683"/>
                <a:ext cx="126720" cy="57960"/>
              </p14:xfrm>
            </p:contentPart>
          </mc:Choice>
          <mc:Fallback xmlns="">
            <p:pic>
              <p:nvPicPr>
                <p:cNvPr id="117" name="Ink 116">
                  <a:extLst>
                    <a:ext uri="{FF2B5EF4-FFF2-40B4-BE49-F238E27FC236}">
                      <a16:creationId xmlns:a16="http://schemas.microsoft.com/office/drawing/2014/main" id="{AF3028DB-2888-448A-98F6-7ABDA76D0029}"/>
                    </a:ext>
                  </a:extLst>
                </p:cNvPr>
                <p:cNvPicPr/>
                <p:nvPr/>
              </p:nvPicPr>
              <p:blipFill>
                <a:blip r:embed="rId188"/>
                <a:stretch>
                  <a:fillRect/>
                </a:stretch>
              </p:blipFill>
              <p:spPr>
                <a:xfrm>
                  <a:off x="5291271" y="1477043"/>
                  <a:ext cx="144360" cy="75600"/>
                </a:xfrm>
                <a:prstGeom prst="rect">
                  <a:avLst/>
                </a:prstGeom>
              </p:spPr>
            </p:pic>
          </mc:Fallback>
        </mc:AlternateContent>
        <mc:AlternateContent xmlns:mc="http://schemas.openxmlformats.org/markup-compatibility/2006" xmlns:p14="http://schemas.microsoft.com/office/powerpoint/2010/main">
          <mc:Choice Requires="p14">
            <p:contentPart p14:bwMode="auto" r:id="rId189">
              <p14:nvContentPartPr>
                <p14:cNvPr id="118" name="Ink 117">
                  <a:extLst>
                    <a:ext uri="{FF2B5EF4-FFF2-40B4-BE49-F238E27FC236}">
                      <a16:creationId xmlns:a16="http://schemas.microsoft.com/office/drawing/2014/main" id="{29CCE71D-0195-4159-A2E4-F61EA7B40047}"/>
                    </a:ext>
                  </a:extLst>
                </p14:cNvPr>
                <p14:cNvContentPartPr/>
                <p14:nvPr/>
              </p14:nvContentPartPr>
              <p14:xfrm>
                <a:off x="5475231" y="1507643"/>
                <a:ext cx="12960" cy="68400"/>
              </p14:xfrm>
            </p:contentPart>
          </mc:Choice>
          <mc:Fallback xmlns="">
            <p:pic>
              <p:nvPicPr>
                <p:cNvPr id="118" name="Ink 117">
                  <a:extLst>
                    <a:ext uri="{FF2B5EF4-FFF2-40B4-BE49-F238E27FC236}">
                      <a16:creationId xmlns:a16="http://schemas.microsoft.com/office/drawing/2014/main" id="{29CCE71D-0195-4159-A2E4-F61EA7B40047}"/>
                    </a:ext>
                  </a:extLst>
                </p:cNvPr>
                <p:cNvPicPr/>
                <p:nvPr/>
              </p:nvPicPr>
              <p:blipFill>
                <a:blip r:embed="rId190"/>
                <a:stretch>
                  <a:fillRect/>
                </a:stretch>
              </p:blipFill>
              <p:spPr>
                <a:xfrm>
                  <a:off x="5466591" y="1498643"/>
                  <a:ext cx="30600" cy="86040"/>
                </a:xfrm>
                <a:prstGeom prst="rect">
                  <a:avLst/>
                </a:prstGeom>
              </p:spPr>
            </p:pic>
          </mc:Fallback>
        </mc:AlternateContent>
        <mc:AlternateContent xmlns:mc="http://schemas.openxmlformats.org/markup-compatibility/2006" xmlns:p14="http://schemas.microsoft.com/office/powerpoint/2010/main">
          <mc:Choice Requires="p14">
            <p:contentPart p14:bwMode="auto" r:id="rId191">
              <p14:nvContentPartPr>
                <p14:cNvPr id="119" name="Ink 118">
                  <a:extLst>
                    <a:ext uri="{FF2B5EF4-FFF2-40B4-BE49-F238E27FC236}">
                      <a16:creationId xmlns:a16="http://schemas.microsoft.com/office/drawing/2014/main" id="{94B91A13-9536-4E44-B5A1-2CB543176A06}"/>
                    </a:ext>
                  </a:extLst>
                </p14:cNvPr>
                <p14:cNvContentPartPr/>
                <p14:nvPr/>
              </p14:nvContentPartPr>
              <p14:xfrm>
                <a:off x="5508711" y="1180043"/>
                <a:ext cx="137880" cy="429840"/>
              </p14:xfrm>
            </p:contentPart>
          </mc:Choice>
          <mc:Fallback xmlns="">
            <p:pic>
              <p:nvPicPr>
                <p:cNvPr id="119" name="Ink 118">
                  <a:extLst>
                    <a:ext uri="{FF2B5EF4-FFF2-40B4-BE49-F238E27FC236}">
                      <a16:creationId xmlns:a16="http://schemas.microsoft.com/office/drawing/2014/main" id="{94B91A13-9536-4E44-B5A1-2CB543176A06}"/>
                    </a:ext>
                  </a:extLst>
                </p:cNvPr>
                <p:cNvPicPr/>
                <p:nvPr/>
              </p:nvPicPr>
              <p:blipFill>
                <a:blip r:embed="rId192"/>
                <a:stretch>
                  <a:fillRect/>
                </a:stretch>
              </p:blipFill>
              <p:spPr>
                <a:xfrm>
                  <a:off x="5499711" y="1171403"/>
                  <a:ext cx="155520" cy="447480"/>
                </a:xfrm>
                <a:prstGeom prst="rect">
                  <a:avLst/>
                </a:prstGeom>
              </p:spPr>
            </p:pic>
          </mc:Fallback>
        </mc:AlternateContent>
        <mc:AlternateContent xmlns:mc="http://schemas.openxmlformats.org/markup-compatibility/2006" xmlns:p14="http://schemas.microsoft.com/office/powerpoint/2010/main">
          <mc:Choice Requires="p14">
            <p:contentPart p14:bwMode="auto" r:id="rId193">
              <p14:nvContentPartPr>
                <p14:cNvPr id="121" name="Ink 120">
                  <a:extLst>
                    <a:ext uri="{FF2B5EF4-FFF2-40B4-BE49-F238E27FC236}">
                      <a16:creationId xmlns:a16="http://schemas.microsoft.com/office/drawing/2014/main" id="{CDDCAAB4-957F-40CD-B8F7-1B1DAE40AAF3}"/>
                    </a:ext>
                  </a:extLst>
                </p14:cNvPr>
                <p14:cNvContentPartPr/>
                <p14:nvPr/>
              </p14:nvContentPartPr>
              <p14:xfrm>
                <a:off x="3385071" y="1635443"/>
                <a:ext cx="156960" cy="90720"/>
              </p14:xfrm>
            </p:contentPart>
          </mc:Choice>
          <mc:Fallback xmlns="">
            <p:pic>
              <p:nvPicPr>
                <p:cNvPr id="121" name="Ink 120">
                  <a:extLst>
                    <a:ext uri="{FF2B5EF4-FFF2-40B4-BE49-F238E27FC236}">
                      <a16:creationId xmlns:a16="http://schemas.microsoft.com/office/drawing/2014/main" id="{CDDCAAB4-957F-40CD-B8F7-1B1DAE40AAF3}"/>
                    </a:ext>
                  </a:extLst>
                </p:cNvPr>
                <p:cNvPicPr/>
                <p:nvPr/>
              </p:nvPicPr>
              <p:blipFill>
                <a:blip r:embed="rId194"/>
                <a:stretch>
                  <a:fillRect/>
                </a:stretch>
              </p:blipFill>
              <p:spPr>
                <a:xfrm>
                  <a:off x="3376071" y="1626803"/>
                  <a:ext cx="174600" cy="108360"/>
                </a:xfrm>
                <a:prstGeom prst="rect">
                  <a:avLst/>
                </a:prstGeom>
              </p:spPr>
            </p:pic>
          </mc:Fallback>
        </mc:AlternateContent>
        <mc:AlternateContent xmlns:mc="http://schemas.openxmlformats.org/markup-compatibility/2006" xmlns:p14="http://schemas.microsoft.com/office/powerpoint/2010/main">
          <mc:Choice Requires="p14">
            <p:contentPart p14:bwMode="auto" r:id="rId195">
              <p14:nvContentPartPr>
                <p14:cNvPr id="122" name="Ink 121">
                  <a:extLst>
                    <a:ext uri="{FF2B5EF4-FFF2-40B4-BE49-F238E27FC236}">
                      <a16:creationId xmlns:a16="http://schemas.microsoft.com/office/drawing/2014/main" id="{BB865BC7-A892-4884-9BCD-F0464EF85E9D}"/>
                    </a:ext>
                  </a:extLst>
                </p14:cNvPr>
                <p14:cNvContentPartPr/>
                <p14:nvPr/>
              </p14:nvContentPartPr>
              <p14:xfrm>
                <a:off x="3615111" y="1662083"/>
                <a:ext cx="5400" cy="95760"/>
              </p14:xfrm>
            </p:contentPart>
          </mc:Choice>
          <mc:Fallback xmlns="">
            <p:pic>
              <p:nvPicPr>
                <p:cNvPr id="122" name="Ink 121">
                  <a:extLst>
                    <a:ext uri="{FF2B5EF4-FFF2-40B4-BE49-F238E27FC236}">
                      <a16:creationId xmlns:a16="http://schemas.microsoft.com/office/drawing/2014/main" id="{BB865BC7-A892-4884-9BCD-F0464EF85E9D}"/>
                    </a:ext>
                  </a:extLst>
                </p:cNvPr>
                <p:cNvPicPr/>
                <p:nvPr/>
              </p:nvPicPr>
              <p:blipFill>
                <a:blip r:embed="rId196"/>
                <a:stretch>
                  <a:fillRect/>
                </a:stretch>
              </p:blipFill>
              <p:spPr>
                <a:xfrm>
                  <a:off x="3606471" y="1653443"/>
                  <a:ext cx="23040" cy="113400"/>
                </a:xfrm>
                <a:prstGeom prst="rect">
                  <a:avLst/>
                </a:prstGeom>
              </p:spPr>
            </p:pic>
          </mc:Fallback>
        </mc:AlternateContent>
        <mc:AlternateContent xmlns:mc="http://schemas.openxmlformats.org/markup-compatibility/2006" xmlns:p14="http://schemas.microsoft.com/office/powerpoint/2010/main">
          <mc:Choice Requires="p14">
            <p:contentPart p14:bwMode="auto" r:id="rId197">
              <p14:nvContentPartPr>
                <p14:cNvPr id="123" name="Ink 122">
                  <a:extLst>
                    <a:ext uri="{FF2B5EF4-FFF2-40B4-BE49-F238E27FC236}">
                      <a16:creationId xmlns:a16="http://schemas.microsoft.com/office/drawing/2014/main" id="{0F9A198A-FD98-4B9A-ABE0-B0A30BF6DD28}"/>
                    </a:ext>
                  </a:extLst>
                </p14:cNvPr>
                <p14:cNvContentPartPr/>
                <p14:nvPr/>
              </p14:nvContentPartPr>
              <p14:xfrm>
                <a:off x="3200391" y="1434563"/>
                <a:ext cx="658440" cy="501840"/>
              </p14:xfrm>
            </p:contentPart>
          </mc:Choice>
          <mc:Fallback xmlns="">
            <p:pic>
              <p:nvPicPr>
                <p:cNvPr id="123" name="Ink 122">
                  <a:extLst>
                    <a:ext uri="{FF2B5EF4-FFF2-40B4-BE49-F238E27FC236}">
                      <a16:creationId xmlns:a16="http://schemas.microsoft.com/office/drawing/2014/main" id="{0F9A198A-FD98-4B9A-ABE0-B0A30BF6DD28}"/>
                    </a:ext>
                  </a:extLst>
                </p:cNvPr>
                <p:cNvPicPr/>
                <p:nvPr/>
              </p:nvPicPr>
              <p:blipFill>
                <a:blip r:embed="rId198"/>
                <a:stretch>
                  <a:fillRect/>
                </a:stretch>
              </p:blipFill>
              <p:spPr>
                <a:xfrm>
                  <a:off x="3191391" y="1425563"/>
                  <a:ext cx="676080" cy="519480"/>
                </a:xfrm>
                <a:prstGeom prst="rect">
                  <a:avLst/>
                </a:prstGeom>
              </p:spPr>
            </p:pic>
          </mc:Fallback>
        </mc:AlternateContent>
        <mc:AlternateContent xmlns:mc="http://schemas.openxmlformats.org/markup-compatibility/2006" xmlns:p14="http://schemas.microsoft.com/office/powerpoint/2010/main">
          <mc:Choice Requires="p14">
            <p:contentPart p14:bwMode="auto" r:id="rId199">
              <p14:nvContentPartPr>
                <p14:cNvPr id="127" name="Ink 126">
                  <a:extLst>
                    <a:ext uri="{FF2B5EF4-FFF2-40B4-BE49-F238E27FC236}">
                      <a16:creationId xmlns:a16="http://schemas.microsoft.com/office/drawing/2014/main" id="{23ABE03B-ADFA-4787-AAEF-6F04DAA5BD27}"/>
                    </a:ext>
                  </a:extLst>
                </p14:cNvPr>
                <p14:cNvContentPartPr/>
                <p14:nvPr/>
              </p14:nvContentPartPr>
              <p14:xfrm>
                <a:off x="5183991" y="1742723"/>
                <a:ext cx="157680" cy="126720"/>
              </p14:xfrm>
            </p:contentPart>
          </mc:Choice>
          <mc:Fallback xmlns="">
            <p:pic>
              <p:nvPicPr>
                <p:cNvPr id="127" name="Ink 126">
                  <a:extLst>
                    <a:ext uri="{FF2B5EF4-FFF2-40B4-BE49-F238E27FC236}">
                      <a16:creationId xmlns:a16="http://schemas.microsoft.com/office/drawing/2014/main" id="{23ABE03B-ADFA-4787-AAEF-6F04DAA5BD27}"/>
                    </a:ext>
                  </a:extLst>
                </p:cNvPr>
                <p:cNvPicPr/>
                <p:nvPr/>
              </p:nvPicPr>
              <p:blipFill>
                <a:blip r:embed="rId200"/>
                <a:stretch>
                  <a:fillRect/>
                </a:stretch>
              </p:blipFill>
              <p:spPr>
                <a:xfrm>
                  <a:off x="5174991" y="1734083"/>
                  <a:ext cx="17532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201">
              <p14:nvContentPartPr>
                <p14:cNvPr id="128" name="Ink 127">
                  <a:extLst>
                    <a:ext uri="{FF2B5EF4-FFF2-40B4-BE49-F238E27FC236}">
                      <a16:creationId xmlns:a16="http://schemas.microsoft.com/office/drawing/2014/main" id="{DCEAB988-9C51-43B0-AD69-AC117CAE6F5A}"/>
                    </a:ext>
                  </a:extLst>
                </p14:cNvPr>
                <p14:cNvContentPartPr/>
                <p14:nvPr/>
              </p14:nvContentPartPr>
              <p14:xfrm>
                <a:off x="5402511" y="1840283"/>
                <a:ext cx="4680" cy="92520"/>
              </p14:xfrm>
            </p:contentPart>
          </mc:Choice>
          <mc:Fallback xmlns="">
            <p:pic>
              <p:nvPicPr>
                <p:cNvPr id="128" name="Ink 127">
                  <a:extLst>
                    <a:ext uri="{FF2B5EF4-FFF2-40B4-BE49-F238E27FC236}">
                      <a16:creationId xmlns:a16="http://schemas.microsoft.com/office/drawing/2014/main" id="{DCEAB988-9C51-43B0-AD69-AC117CAE6F5A}"/>
                    </a:ext>
                  </a:extLst>
                </p:cNvPr>
                <p:cNvPicPr/>
                <p:nvPr/>
              </p:nvPicPr>
              <p:blipFill>
                <a:blip r:embed="rId202"/>
                <a:stretch>
                  <a:fillRect/>
                </a:stretch>
              </p:blipFill>
              <p:spPr>
                <a:xfrm>
                  <a:off x="5393871" y="1831283"/>
                  <a:ext cx="22320" cy="110160"/>
                </a:xfrm>
                <a:prstGeom prst="rect">
                  <a:avLst/>
                </a:prstGeom>
              </p:spPr>
            </p:pic>
          </mc:Fallback>
        </mc:AlternateContent>
        <mc:AlternateContent xmlns:mc="http://schemas.openxmlformats.org/markup-compatibility/2006" xmlns:p14="http://schemas.microsoft.com/office/powerpoint/2010/main">
          <mc:Choice Requires="p14">
            <p:contentPart p14:bwMode="auto" r:id="rId203">
              <p14:nvContentPartPr>
                <p14:cNvPr id="129" name="Ink 128">
                  <a:extLst>
                    <a:ext uri="{FF2B5EF4-FFF2-40B4-BE49-F238E27FC236}">
                      <a16:creationId xmlns:a16="http://schemas.microsoft.com/office/drawing/2014/main" id="{ABBDA29E-0703-4522-BBE6-AA1510857F25}"/>
                    </a:ext>
                  </a:extLst>
                </p14:cNvPr>
                <p14:cNvContentPartPr/>
                <p14:nvPr/>
              </p14:nvContentPartPr>
              <p14:xfrm>
                <a:off x="5339511" y="1856483"/>
                <a:ext cx="200520" cy="101160"/>
              </p14:xfrm>
            </p:contentPart>
          </mc:Choice>
          <mc:Fallback xmlns="">
            <p:pic>
              <p:nvPicPr>
                <p:cNvPr id="129" name="Ink 128">
                  <a:extLst>
                    <a:ext uri="{FF2B5EF4-FFF2-40B4-BE49-F238E27FC236}">
                      <a16:creationId xmlns:a16="http://schemas.microsoft.com/office/drawing/2014/main" id="{ABBDA29E-0703-4522-BBE6-AA1510857F25}"/>
                    </a:ext>
                  </a:extLst>
                </p:cNvPr>
                <p:cNvPicPr/>
                <p:nvPr/>
              </p:nvPicPr>
              <p:blipFill>
                <a:blip r:embed="rId204"/>
                <a:stretch>
                  <a:fillRect/>
                </a:stretch>
              </p:blipFill>
              <p:spPr>
                <a:xfrm>
                  <a:off x="5330871" y="1847483"/>
                  <a:ext cx="218160"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205">
              <p14:nvContentPartPr>
                <p14:cNvPr id="130" name="Ink 129">
                  <a:extLst>
                    <a:ext uri="{FF2B5EF4-FFF2-40B4-BE49-F238E27FC236}">
                      <a16:creationId xmlns:a16="http://schemas.microsoft.com/office/drawing/2014/main" id="{E9CA0468-29F4-4449-B388-7E0CB7E3DB92}"/>
                    </a:ext>
                  </a:extLst>
                </p14:cNvPr>
                <p14:cNvContentPartPr/>
                <p14:nvPr/>
              </p14:nvContentPartPr>
              <p14:xfrm>
                <a:off x="5565591" y="1830203"/>
                <a:ext cx="94680" cy="10440"/>
              </p14:xfrm>
            </p:contentPart>
          </mc:Choice>
          <mc:Fallback xmlns="">
            <p:pic>
              <p:nvPicPr>
                <p:cNvPr id="130" name="Ink 129">
                  <a:extLst>
                    <a:ext uri="{FF2B5EF4-FFF2-40B4-BE49-F238E27FC236}">
                      <a16:creationId xmlns:a16="http://schemas.microsoft.com/office/drawing/2014/main" id="{E9CA0468-29F4-4449-B388-7E0CB7E3DB92}"/>
                    </a:ext>
                  </a:extLst>
                </p:cNvPr>
                <p:cNvPicPr/>
                <p:nvPr/>
              </p:nvPicPr>
              <p:blipFill>
                <a:blip r:embed="rId206"/>
                <a:stretch>
                  <a:fillRect/>
                </a:stretch>
              </p:blipFill>
              <p:spPr>
                <a:xfrm>
                  <a:off x="5556951" y="1821563"/>
                  <a:ext cx="11232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207">
              <p14:nvContentPartPr>
                <p14:cNvPr id="131" name="Ink 130">
                  <a:extLst>
                    <a:ext uri="{FF2B5EF4-FFF2-40B4-BE49-F238E27FC236}">
                      <a16:creationId xmlns:a16="http://schemas.microsoft.com/office/drawing/2014/main" id="{1A2B53DC-4F02-494A-B948-DE7255F25EF1}"/>
                    </a:ext>
                  </a:extLst>
                </p14:cNvPr>
                <p14:cNvContentPartPr/>
                <p14:nvPr/>
              </p14:nvContentPartPr>
              <p14:xfrm>
                <a:off x="5609511" y="1866203"/>
                <a:ext cx="82800" cy="9000"/>
              </p14:xfrm>
            </p:contentPart>
          </mc:Choice>
          <mc:Fallback xmlns="">
            <p:pic>
              <p:nvPicPr>
                <p:cNvPr id="131" name="Ink 130">
                  <a:extLst>
                    <a:ext uri="{FF2B5EF4-FFF2-40B4-BE49-F238E27FC236}">
                      <a16:creationId xmlns:a16="http://schemas.microsoft.com/office/drawing/2014/main" id="{1A2B53DC-4F02-494A-B948-DE7255F25EF1}"/>
                    </a:ext>
                  </a:extLst>
                </p:cNvPr>
                <p:cNvPicPr/>
                <p:nvPr/>
              </p:nvPicPr>
              <p:blipFill>
                <a:blip r:embed="rId208"/>
                <a:stretch>
                  <a:fillRect/>
                </a:stretch>
              </p:blipFill>
              <p:spPr>
                <a:xfrm>
                  <a:off x="5600511" y="1857563"/>
                  <a:ext cx="10044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209">
              <p14:nvContentPartPr>
                <p14:cNvPr id="132" name="Ink 131">
                  <a:extLst>
                    <a:ext uri="{FF2B5EF4-FFF2-40B4-BE49-F238E27FC236}">
                      <a16:creationId xmlns:a16="http://schemas.microsoft.com/office/drawing/2014/main" id="{6A1E64B6-F6B9-44AE-BC9C-92D3EB9D2031}"/>
                    </a:ext>
                  </a:extLst>
                </p14:cNvPr>
                <p14:cNvContentPartPr/>
                <p14:nvPr/>
              </p14:nvContentPartPr>
              <p14:xfrm>
                <a:off x="5767191" y="1638323"/>
                <a:ext cx="367920" cy="310680"/>
              </p14:xfrm>
            </p:contentPart>
          </mc:Choice>
          <mc:Fallback xmlns="">
            <p:pic>
              <p:nvPicPr>
                <p:cNvPr id="132" name="Ink 131">
                  <a:extLst>
                    <a:ext uri="{FF2B5EF4-FFF2-40B4-BE49-F238E27FC236}">
                      <a16:creationId xmlns:a16="http://schemas.microsoft.com/office/drawing/2014/main" id="{6A1E64B6-F6B9-44AE-BC9C-92D3EB9D2031}"/>
                    </a:ext>
                  </a:extLst>
                </p:cNvPr>
                <p:cNvPicPr/>
                <p:nvPr/>
              </p:nvPicPr>
              <p:blipFill>
                <a:blip r:embed="rId210"/>
                <a:stretch>
                  <a:fillRect/>
                </a:stretch>
              </p:blipFill>
              <p:spPr>
                <a:xfrm>
                  <a:off x="5758191" y="1629323"/>
                  <a:ext cx="385560" cy="3283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11">
            <p14:nvContentPartPr>
              <p14:cNvPr id="134" name="Ink 133">
                <a:extLst>
                  <a:ext uri="{FF2B5EF4-FFF2-40B4-BE49-F238E27FC236}">
                    <a16:creationId xmlns:a16="http://schemas.microsoft.com/office/drawing/2014/main" id="{3484D977-7951-4E50-A9E0-F931A0F926FE}"/>
                  </a:ext>
                </a:extLst>
              </p14:cNvPr>
              <p14:cNvContentPartPr/>
              <p14:nvPr/>
            </p14:nvContentPartPr>
            <p14:xfrm>
              <a:off x="5541831" y="4188203"/>
              <a:ext cx="285120" cy="22320"/>
            </p14:xfrm>
          </p:contentPart>
        </mc:Choice>
        <mc:Fallback xmlns="">
          <p:pic>
            <p:nvPicPr>
              <p:cNvPr id="134" name="Ink 133">
                <a:extLst>
                  <a:ext uri="{FF2B5EF4-FFF2-40B4-BE49-F238E27FC236}">
                    <a16:creationId xmlns:a16="http://schemas.microsoft.com/office/drawing/2014/main" id="{3484D977-7951-4E50-A9E0-F931A0F926FE}"/>
                  </a:ext>
                </a:extLst>
              </p:cNvPr>
              <p:cNvPicPr/>
              <p:nvPr/>
            </p:nvPicPr>
            <p:blipFill>
              <a:blip r:embed="rId212"/>
              <a:stretch>
                <a:fillRect/>
              </a:stretch>
            </p:blipFill>
            <p:spPr>
              <a:xfrm>
                <a:off x="5533191" y="4179563"/>
                <a:ext cx="30276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213">
            <p14:nvContentPartPr>
              <p14:cNvPr id="135" name="Ink 134">
                <a:extLst>
                  <a:ext uri="{FF2B5EF4-FFF2-40B4-BE49-F238E27FC236}">
                    <a16:creationId xmlns:a16="http://schemas.microsoft.com/office/drawing/2014/main" id="{F1D90B09-532F-42E0-B5C6-46335721CEE7}"/>
                  </a:ext>
                </a:extLst>
              </p14:cNvPr>
              <p14:cNvContentPartPr/>
              <p14:nvPr/>
            </p14:nvContentPartPr>
            <p14:xfrm>
              <a:off x="7387191" y="4153643"/>
              <a:ext cx="219960" cy="14400"/>
            </p14:xfrm>
          </p:contentPart>
        </mc:Choice>
        <mc:Fallback xmlns="">
          <p:pic>
            <p:nvPicPr>
              <p:cNvPr id="135" name="Ink 134">
                <a:extLst>
                  <a:ext uri="{FF2B5EF4-FFF2-40B4-BE49-F238E27FC236}">
                    <a16:creationId xmlns:a16="http://schemas.microsoft.com/office/drawing/2014/main" id="{F1D90B09-532F-42E0-B5C6-46335721CEE7}"/>
                  </a:ext>
                </a:extLst>
              </p:cNvPr>
              <p:cNvPicPr/>
              <p:nvPr/>
            </p:nvPicPr>
            <p:blipFill>
              <a:blip r:embed="rId214"/>
              <a:stretch>
                <a:fillRect/>
              </a:stretch>
            </p:blipFill>
            <p:spPr>
              <a:xfrm>
                <a:off x="7378191" y="4144643"/>
                <a:ext cx="23760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215">
            <p14:nvContentPartPr>
              <p14:cNvPr id="136" name="Ink 135">
                <a:extLst>
                  <a:ext uri="{FF2B5EF4-FFF2-40B4-BE49-F238E27FC236}">
                    <a16:creationId xmlns:a16="http://schemas.microsoft.com/office/drawing/2014/main" id="{8A7C53CB-BA65-41A0-8917-CF7352140197}"/>
                  </a:ext>
                </a:extLst>
              </p14:cNvPr>
              <p14:cNvContentPartPr/>
              <p14:nvPr/>
            </p14:nvContentPartPr>
            <p14:xfrm>
              <a:off x="8826831" y="4192163"/>
              <a:ext cx="497880" cy="10440"/>
            </p14:xfrm>
          </p:contentPart>
        </mc:Choice>
        <mc:Fallback xmlns="">
          <p:pic>
            <p:nvPicPr>
              <p:cNvPr id="136" name="Ink 135">
                <a:extLst>
                  <a:ext uri="{FF2B5EF4-FFF2-40B4-BE49-F238E27FC236}">
                    <a16:creationId xmlns:a16="http://schemas.microsoft.com/office/drawing/2014/main" id="{8A7C53CB-BA65-41A0-8917-CF7352140197}"/>
                  </a:ext>
                </a:extLst>
              </p:cNvPr>
              <p:cNvPicPr/>
              <p:nvPr/>
            </p:nvPicPr>
            <p:blipFill>
              <a:blip r:embed="rId216"/>
              <a:stretch>
                <a:fillRect/>
              </a:stretch>
            </p:blipFill>
            <p:spPr>
              <a:xfrm>
                <a:off x="8818191" y="4183523"/>
                <a:ext cx="51552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217">
            <p14:nvContentPartPr>
              <p14:cNvPr id="137" name="Ink 136">
                <a:extLst>
                  <a:ext uri="{FF2B5EF4-FFF2-40B4-BE49-F238E27FC236}">
                    <a16:creationId xmlns:a16="http://schemas.microsoft.com/office/drawing/2014/main" id="{EE6D0756-464F-4EBE-975D-E01AAADC9645}"/>
                  </a:ext>
                </a:extLst>
              </p14:cNvPr>
              <p14:cNvContentPartPr/>
              <p14:nvPr/>
            </p14:nvContentPartPr>
            <p14:xfrm>
              <a:off x="3214431" y="4410323"/>
              <a:ext cx="963720" cy="30240"/>
            </p14:xfrm>
          </p:contentPart>
        </mc:Choice>
        <mc:Fallback xmlns="">
          <p:pic>
            <p:nvPicPr>
              <p:cNvPr id="137" name="Ink 136">
                <a:extLst>
                  <a:ext uri="{FF2B5EF4-FFF2-40B4-BE49-F238E27FC236}">
                    <a16:creationId xmlns:a16="http://schemas.microsoft.com/office/drawing/2014/main" id="{EE6D0756-464F-4EBE-975D-E01AAADC9645}"/>
                  </a:ext>
                </a:extLst>
              </p:cNvPr>
              <p:cNvPicPr/>
              <p:nvPr/>
            </p:nvPicPr>
            <p:blipFill>
              <a:blip r:embed="rId218"/>
              <a:stretch>
                <a:fillRect/>
              </a:stretch>
            </p:blipFill>
            <p:spPr>
              <a:xfrm>
                <a:off x="3205791" y="4401683"/>
                <a:ext cx="981360" cy="47880"/>
              </a:xfrm>
              <a:prstGeom prst="rect">
                <a:avLst/>
              </a:prstGeom>
            </p:spPr>
          </p:pic>
        </mc:Fallback>
      </mc:AlternateContent>
      <p:grpSp>
        <p:nvGrpSpPr>
          <p:cNvPr id="143" name="Group 142">
            <a:extLst>
              <a:ext uri="{FF2B5EF4-FFF2-40B4-BE49-F238E27FC236}">
                <a16:creationId xmlns:a16="http://schemas.microsoft.com/office/drawing/2014/main" id="{EB61DBBA-87BF-47B0-B6EF-8B5F66E84EBE}"/>
              </a:ext>
            </a:extLst>
          </p:cNvPr>
          <p:cNvGrpSpPr/>
          <p:nvPr/>
        </p:nvGrpSpPr>
        <p:grpSpPr>
          <a:xfrm>
            <a:off x="8770671" y="2336003"/>
            <a:ext cx="2147040" cy="975240"/>
            <a:chOff x="8770671" y="2336003"/>
            <a:chExt cx="2147040" cy="975240"/>
          </a:xfrm>
        </p:grpSpPr>
        <mc:AlternateContent xmlns:mc="http://schemas.openxmlformats.org/markup-compatibility/2006" xmlns:p14="http://schemas.microsoft.com/office/powerpoint/2010/main">
          <mc:Choice Requires="p14">
            <p:contentPart p14:bwMode="auto" r:id="rId219">
              <p14:nvContentPartPr>
                <p14:cNvPr id="138" name="Ink 137">
                  <a:extLst>
                    <a:ext uri="{FF2B5EF4-FFF2-40B4-BE49-F238E27FC236}">
                      <a16:creationId xmlns:a16="http://schemas.microsoft.com/office/drawing/2014/main" id="{2B93E86B-1C86-42C6-A97D-F9ADF9562CCC}"/>
                    </a:ext>
                  </a:extLst>
                </p14:cNvPr>
                <p14:cNvContentPartPr/>
                <p14:nvPr/>
              </p14:nvContentPartPr>
              <p14:xfrm>
                <a:off x="8770671" y="2662523"/>
                <a:ext cx="65160" cy="49680"/>
              </p14:xfrm>
            </p:contentPart>
          </mc:Choice>
          <mc:Fallback xmlns="">
            <p:pic>
              <p:nvPicPr>
                <p:cNvPr id="138" name="Ink 137">
                  <a:extLst>
                    <a:ext uri="{FF2B5EF4-FFF2-40B4-BE49-F238E27FC236}">
                      <a16:creationId xmlns:a16="http://schemas.microsoft.com/office/drawing/2014/main" id="{2B93E86B-1C86-42C6-A97D-F9ADF9562CCC}"/>
                    </a:ext>
                  </a:extLst>
                </p:cNvPr>
                <p:cNvPicPr/>
                <p:nvPr/>
              </p:nvPicPr>
              <p:blipFill>
                <a:blip r:embed="rId220"/>
                <a:stretch>
                  <a:fillRect/>
                </a:stretch>
              </p:blipFill>
              <p:spPr>
                <a:xfrm>
                  <a:off x="8762031" y="2653523"/>
                  <a:ext cx="82800" cy="67320"/>
                </a:xfrm>
                <a:prstGeom prst="rect">
                  <a:avLst/>
                </a:prstGeom>
              </p:spPr>
            </p:pic>
          </mc:Fallback>
        </mc:AlternateContent>
        <mc:AlternateContent xmlns:mc="http://schemas.openxmlformats.org/markup-compatibility/2006" xmlns:p14="http://schemas.microsoft.com/office/powerpoint/2010/main">
          <mc:Choice Requires="p14">
            <p:contentPart p14:bwMode="auto" r:id="rId221">
              <p14:nvContentPartPr>
                <p14:cNvPr id="139" name="Ink 138">
                  <a:extLst>
                    <a:ext uri="{FF2B5EF4-FFF2-40B4-BE49-F238E27FC236}">
                      <a16:creationId xmlns:a16="http://schemas.microsoft.com/office/drawing/2014/main" id="{83E85818-1547-4967-B4A9-E8EA8C5C5E5A}"/>
                    </a:ext>
                  </a:extLst>
                </p14:cNvPr>
                <p14:cNvContentPartPr/>
                <p14:nvPr/>
              </p14:nvContentPartPr>
              <p14:xfrm>
                <a:off x="10802511" y="2725163"/>
                <a:ext cx="115200" cy="136800"/>
              </p14:xfrm>
            </p:contentPart>
          </mc:Choice>
          <mc:Fallback xmlns="">
            <p:pic>
              <p:nvPicPr>
                <p:cNvPr id="139" name="Ink 138">
                  <a:extLst>
                    <a:ext uri="{FF2B5EF4-FFF2-40B4-BE49-F238E27FC236}">
                      <a16:creationId xmlns:a16="http://schemas.microsoft.com/office/drawing/2014/main" id="{83E85818-1547-4967-B4A9-E8EA8C5C5E5A}"/>
                    </a:ext>
                  </a:extLst>
                </p:cNvPr>
                <p:cNvPicPr/>
                <p:nvPr/>
              </p:nvPicPr>
              <p:blipFill>
                <a:blip r:embed="rId222"/>
                <a:stretch>
                  <a:fillRect/>
                </a:stretch>
              </p:blipFill>
              <p:spPr>
                <a:xfrm>
                  <a:off x="10793871" y="2716523"/>
                  <a:ext cx="132840" cy="154440"/>
                </a:xfrm>
                <a:prstGeom prst="rect">
                  <a:avLst/>
                </a:prstGeom>
              </p:spPr>
            </p:pic>
          </mc:Fallback>
        </mc:AlternateContent>
        <mc:AlternateContent xmlns:mc="http://schemas.openxmlformats.org/markup-compatibility/2006" xmlns:p14="http://schemas.microsoft.com/office/powerpoint/2010/main">
          <mc:Choice Requires="p14">
            <p:contentPart p14:bwMode="auto" r:id="rId223">
              <p14:nvContentPartPr>
                <p14:cNvPr id="140" name="Ink 139">
                  <a:extLst>
                    <a:ext uri="{FF2B5EF4-FFF2-40B4-BE49-F238E27FC236}">
                      <a16:creationId xmlns:a16="http://schemas.microsoft.com/office/drawing/2014/main" id="{F5D455ED-F2F1-48D4-8810-E91350325FCC}"/>
                    </a:ext>
                  </a:extLst>
                </p14:cNvPr>
                <p14:cNvContentPartPr/>
                <p14:nvPr/>
              </p14:nvContentPartPr>
              <p14:xfrm>
                <a:off x="10767591" y="2746403"/>
                <a:ext cx="147960" cy="141840"/>
              </p14:xfrm>
            </p:contentPart>
          </mc:Choice>
          <mc:Fallback xmlns="">
            <p:pic>
              <p:nvPicPr>
                <p:cNvPr id="140" name="Ink 139">
                  <a:extLst>
                    <a:ext uri="{FF2B5EF4-FFF2-40B4-BE49-F238E27FC236}">
                      <a16:creationId xmlns:a16="http://schemas.microsoft.com/office/drawing/2014/main" id="{F5D455ED-F2F1-48D4-8810-E91350325FCC}"/>
                    </a:ext>
                  </a:extLst>
                </p:cNvPr>
                <p:cNvPicPr/>
                <p:nvPr/>
              </p:nvPicPr>
              <p:blipFill>
                <a:blip r:embed="rId224"/>
                <a:stretch>
                  <a:fillRect/>
                </a:stretch>
              </p:blipFill>
              <p:spPr>
                <a:xfrm>
                  <a:off x="10758951" y="2737763"/>
                  <a:ext cx="165600" cy="159480"/>
                </a:xfrm>
                <a:prstGeom prst="rect">
                  <a:avLst/>
                </a:prstGeom>
              </p:spPr>
            </p:pic>
          </mc:Fallback>
        </mc:AlternateContent>
        <mc:AlternateContent xmlns:mc="http://schemas.openxmlformats.org/markup-compatibility/2006" xmlns:p14="http://schemas.microsoft.com/office/powerpoint/2010/main">
          <mc:Choice Requires="p14">
            <p:contentPart p14:bwMode="auto" r:id="rId225">
              <p14:nvContentPartPr>
                <p14:cNvPr id="142" name="Ink 141">
                  <a:extLst>
                    <a:ext uri="{FF2B5EF4-FFF2-40B4-BE49-F238E27FC236}">
                      <a16:creationId xmlns:a16="http://schemas.microsoft.com/office/drawing/2014/main" id="{9165FB3E-F44D-4A93-83AF-3A07F3A708A3}"/>
                    </a:ext>
                  </a:extLst>
                </p14:cNvPr>
                <p14:cNvContentPartPr/>
                <p14:nvPr/>
              </p14:nvContentPartPr>
              <p14:xfrm>
                <a:off x="8799471" y="2336003"/>
                <a:ext cx="1982160" cy="975240"/>
              </p14:xfrm>
            </p:contentPart>
          </mc:Choice>
          <mc:Fallback xmlns="">
            <p:pic>
              <p:nvPicPr>
                <p:cNvPr id="142" name="Ink 141">
                  <a:extLst>
                    <a:ext uri="{FF2B5EF4-FFF2-40B4-BE49-F238E27FC236}">
                      <a16:creationId xmlns:a16="http://schemas.microsoft.com/office/drawing/2014/main" id="{9165FB3E-F44D-4A93-83AF-3A07F3A708A3}"/>
                    </a:ext>
                  </a:extLst>
                </p:cNvPr>
                <p:cNvPicPr/>
                <p:nvPr/>
              </p:nvPicPr>
              <p:blipFill>
                <a:blip r:embed="rId226"/>
                <a:stretch>
                  <a:fillRect/>
                </a:stretch>
              </p:blipFill>
              <p:spPr>
                <a:xfrm>
                  <a:off x="8790471" y="2327003"/>
                  <a:ext cx="1999800" cy="9928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27">
            <p14:nvContentPartPr>
              <p14:cNvPr id="144" name="Ink 143">
                <a:extLst>
                  <a:ext uri="{FF2B5EF4-FFF2-40B4-BE49-F238E27FC236}">
                    <a16:creationId xmlns:a16="http://schemas.microsoft.com/office/drawing/2014/main" id="{9902A770-60E1-4A44-ACF7-ECE46D99F7C3}"/>
                  </a:ext>
                </a:extLst>
              </p14:cNvPr>
              <p14:cNvContentPartPr/>
              <p14:nvPr/>
            </p14:nvContentPartPr>
            <p14:xfrm>
              <a:off x="7104231" y="4463243"/>
              <a:ext cx="2670480" cy="68040"/>
            </p14:xfrm>
          </p:contentPart>
        </mc:Choice>
        <mc:Fallback xmlns="">
          <p:pic>
            <p:nvPicPr>
              <p:cNvPr id="144" name="Ink 143">
                <a:extLst>
                  <a:ext uri="{FF2B5EF4-FFF2-40B4-BE49-F238E27FC236}">
                    <a16:creationId xmlns:a16="http://schemas.microsoft.com/office/drawing/2014/main" id="{9902A770-60E1-4A44-ACF7-ECE46D99F7C3}"/>
                  </a:ext>
                </a:extLst>
              </p:cNvPr>
              <p:cNvPicPr/>
              <p:nvPr/>
            </p:nvPicPr>
            <p:blipFill>
              <a:blip r:embed="rId228"/>
              <a:stretch>
                <a:fillRect/>
              </a:stretch>
            </p:blipFill>
            <p:spPr>
              <a:xfrm>
                <a:off x="7095591" y="4454243"/>
                <a:ext cx="2688120" cy="85680"/>
              </a:xfrm>
              <a:prstGeom prst="rect">
                <a:avLst/>
              </a:prstGeom>
            </p:spPr>
          </p:pic>
        </mc:Fallback>
      </mc:AlternateContent>
      <p:grpSp>
        <p:nvGrpSpPr>
          <p:cNvPr id="149" name="Group 148">
            <a:extLst>
              <a:ext uri="{FF2B5EF4-FFF2-40B4-BE49-F238E27FC236}">
                <a16:creationId xmlns:a16="http://schemas.microsoft.com/office/drawing/2014/main" id="{9D18A995-170A-4E8D-83FB-2BEB3B4DCB8F}"/>
              </a:ext>
            </a:extLst>
          </p:cNvPr>
          <p:cNvGrpSpPr/>
          <p:nvPr/>
        </p:nvGrpSpPr>
        <p:grpSpPr>
          <a:xfrm>
            <a:off x="10358991" y="4049603"/>
            <a:ext cx="1360800" cy="1531440"/>
            <a:chOff x="10358991" y="4049603"/>
            <a:chExt cx="1360800" cy="1531440"/>
          </a:xfrm>
        </p:grpSpPr>
        <mc:AlternateContent xmlns:mc="http://schemas.openxmlformats.org/markup-compatibility/2006" xmlns:p14="http://schemas.microsoft.com/office/powerpoint/2010/main">
          <mc:Choice Requires="p14">
            <p:contentPart p14:bwMode="auto" r:id="rId229">
              <p14:nvContentPartPr>
                <p14:cNvPr id="145" name="Ink 144">
                  <a:extLst>
                    <a:ext uri="{FF2B5EF4-FFF2-40B4-BE49-F238E27FC236}">
                      <a16:creationId xmlns:a16="http://schemas.microsoft.com/office/drawing/2014/main" id="{74790C20-7F2D-4A71-B392-120ACA44AC07}"/>
                    </a:ext>
                  </a:extLst>
                </p14:cNvPr>
                <p14:cNvContentPartPr/>
                <p14:nvPr/>
              </p14:nvContentPartPr>
              <p14:xfrm>
                <a:off x="10405071" y="4355603"/>
                <a:ext cx="1314720" cy="1225440"/>
              </p14:xfrm>
            </p:contentPart>
          </mc:Choice>
          <mc:Fallback xmlns="">
            <p:pic>
              <p:nvPicPr>
                <p:cNvPr id="145" name="Ink 144">
                  <a:extLst>
                    <a:ext uri="{FF2B5EF4-FFF2-40B4-BE49-F238E27FC236}">
                      <a16:creationId xmlns:a16="http://schemas.microsoft.com/office/drawing/2014/main" id="{74790C20-7F2D-4A71-B392-120ACA44AC07}"/>
                    </a:ext>
                  </a:extLst>
                </p:cNvPr>
                <p:cNvPicPr/>
                <p:nvPr/>
              </p:nvPicPr>
              <p:blipFill>
                <a:blip r:embed="rId230"/>
                <a:stretch>
                  <a:fillRect/>
                </a:stretch>
              </p:blipFill>
              <p:spPr>
                <a:xfrm>
                  <a:off x="10396431" y="4346603"/>
                  <a:ext cx="1332360" cy="1243080"/>
                </a:xfrm>
                <a:prstGeom prst="rect">
                  <a:avLst/>
                </a:prstGeom>
              </p:spPr>
            </p:pic>
          </mc:Fallback>
        </mc:AlternateContent>
        <mc:AlternateContent xmlns:mc="http://schemas.openxmlformats.org/markup-compatibility/2006" xmlns:p14="http://schemas.microsoft.com/office/powerpoint/2010/main">
          <mc:Choice Requires="p14">
            <p:contentPart p14:bwMode="auto" r:id="rId231">
              <p14:nvContentPartPr>
                <p14:cNvPr id="146" name="Ink 145">
                  <a:extLst>
                    <a:ext uri="{FF2B5EF4-FFF2-40B4-BE49-F238E27FC236}">
                      <a16:creationId xmlns:a16="http://schemas.microsoft.com/office/drawing/2014/main" id="{E0304995-DA47-42FD-A70C-E36B39118D94}"/>
                    </a:ext>
                  </a:extLst>
                </p14:cNvPr>
                <p14:cNvContentPartPr/>
                <p14:nvPr/>
              </p14:nvContentPartPr>
              <p14:xfrm>
                <a:off x="10376271" y="4325363"/>
                <a:ext cx="8640" cy="255240"/>
              </p14:xfrm>
            </p:contentPart>
          </mc:Choice>
          <mc:Fallback xmlns="">
            <p:pic>
              <p:nvPicPr>
                <p:cNvPr id="146" name="Ink 145">
                  <a:extLst>
                    <a:ext uri="{FF2B5EF4-FFF2-40B4-BE49-F238E27FC236}">
                      <a16:creationId xmlns:a16="http://schemas.microsoft.com/office/drawing/2014/main" id="{E0304995-DA47-42FD-A70C-E36B39118D94}"/>
                    </a:ext>
                  </a:extLst>
                </p:cNvPr>
                <p:cNvPicPr/>
                <p:nvPr/>
              </p:nvPicPr>
              <p:blipFill>
                <a:blip r:embed="rId232"/>
                <a:stretch>
                  <a:fillRect/>
                </a:stretch>
              </p:blipFill>
              <p:spPr>
                <a:xfrm>
                  <a:off x="10367631" y="4316363"/>
                  <a:ext cx="26280" cy="272880"/>
                </a:xfrm>
                <a:prstGeom prst="rect">
                  <a:avLst/>
                </a:prstGeom>
              </p:spPr>
            </p:pic>
          </mc:Fallback>
        </mc:AlternateContent>
        <mc:AlternateContent xmlns:mc="http://schemas.openxmlformats.org/markup-compatibility/2006" xmlns:p14="http://schemas.microsoft.com/office/powerpoint/2010/main">
          <mc:Choice Requires="p14">
            <p:contentPart p14:bwMode="auto" r:id="rId233">
              <p14:nvContentPartPr>
                <p14:cNvPr id="148" name="Ink 147">
                  <a:extLst>
                    <a:ext uri="{FF2B5EF4-FFF2-40B4-BE49-F238E27FC236}">
                      <a16:creationId xmlns:a16="http://schemas.microsoft.com/office/drawing/2014/main" id="{C8254C8C-BBB6-4A7A-B8C1-5CDD8D4EC2DE}"/>
                    </a:ext>
                  </a:extLst>
                </p14:cNvPr>
                <p14:cNvContentPartPr/>
                <p14:nvPr/>
              </p14:nvContentPartPr>
              <p14:xfrm>
                <a:off x="10358991" y="4049603"/>
                <a:ext cx="1326600" cy="1291680"/>
              </p14:xfrm>
            </p:contentPart>
          </mc:Choice>
          <mc:Fallback xmlns="">
            <p:pic>
              <p:nvPicPr>
                <p:cNvPr id="148" name="Ink 147">
                  <a:extLst>
                    <a:ext uri="{FF2B5EF4-FFF2-40B4-BE49-F238E27FC236}">
                      <a16:creationId xmlns:a16="http://schemas.microsoft.com/office/drawing/2014/main" id="{C8254C8C-BBB6-4A7A-B8C1-5CDD8D4EC2DE}"/>
                    </a:ext>
                  </a:extLst>
                </p:cNvPr>
                <p:cNvPicPr/>
                <p:nvPr/>
              </p:nvPicPr>
              <p:blipFill>
                <a:blip r:embed="rId234"/>
                <a:stretch>
                  <a:fillRect/>
                </a:stretch>
              </p:blipFill>
              <p:spPr>
                <a:xfrm>
                  <a:off x="10349991" y="4040603"/>
                  <a:ext cx="1344240" cy="13093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35">
            <p14:nvContentPartPr>
              <p14:cNvPr id="150" name="Ink 149">
                <a:extLst>
                  <a:ext uri="{FF2B5EF4-FFF2-40B4-BE49-F238E27FC236}">
                    <a16:creationId xmlns:a16="http://schemas.microsoft.com/office/drawing/2014/main" id="{38773553-3D9C-453F-B314-0F28AAFE60ED}"/>
                  </a:ext>
                </a:extLst>
              </p14:cNvPr>
              <p14:cNvContentPartPr/>
              <p14:nvPr/>
            </p14:nvContentPartPr>
            <p14:xfrm>
              <a:off x="8886231" y="4865723"/>
              <a:ext cx="308160" cy="247680"/>
            </p14:xfrm>
          </p:contentPart>
        </mc:Choice>
        <mc:Fallback xmlns="">
          <p:pic>
            <p:nvPicPr>
              <p:cNvPr id="150" name="Ink 149">
                <a:extLst>
                  <a:ext uri="{FF2B5EF4-FFF2-40B4-BE49-F238E27FC236}">
                    <a16:creationId xmlns:a16="http://schemas.microsoft.com/office/drawing/2014/main" id="{38773553-3D9C-453F-B314-0F28AAFE60ED}"/>
                  </a:ext>
                </a:extLst>
              </p:cNvPr>
              <p:cNvPicPr/>
              <p:nvPr/>
            </p:nvPicPr>
            <p:blipFill>
              <a:blip r:embed="rId236"/>
              <a:stretch>
                <a:fillRect/>
              </a:stretch>
            </p:blipFill>
            <p:spPr>
              <a:xfrm>
                <a:off x="8877231" y="4857083"/>
                <a:ext cx="325800" cy="265320"/>
              </a:xfrm>
              <a:prstGeom prst="rect">
                <a:avLst/>
              </a:prstGeom>
            </p:spPr>
          </p:pic>
        </mc:Fallback>
      </mc:AlternateContent>
      <mc:AlternateContent xmlns:mc="http://schemas.openxmlformats.org/markup-compatibility/2006" xmlns:p14="http://schemas.microsoft.com/office/powerpoint/2010/main">
        <mc:Choice Requires="p14">
          <p:contentPart p14:bwMode="auto" r:id="rId237">
            <p14:nvContentPartPr>
              <p14:cNvPr id="151" name="Ink 150">
                <a:extLst>
                  <a:ext uri="{FF2B5EF4-FFF2-40B4-BE49-F238E27FC236}">
                    <a16:creationId xmlns:a16="http://schemas.microsoft.com/office/drawing/2014/main" id="{324B19F2-859E-419F-870A-C2A5A0D227DB}"/>
                  </a:ext>
                </a:extLst>
              </p14:cNvPr>
              <p14:cNvContentPartPr/>
              <p14:nvPr/>
            </p14:nvContentPartPr>
            <p14:xfrm>
              <a:off x="350271" y="3653963"/>
              <a:ext cx="250920" cy="193680"/>
            </p14:xfrm>
          </p:contentPart>
        </mc:Choice>
        <mc:Fallback xmlns="">
          <p:pic>
            <p:nvPicPr>
              <p:cNvPr id="151" name="Ink 150">
                <a:extLst>
                  <a:ext uri="{FF2B5EF4-FFF2-40B4-BE49-F238E27FC236}">
                    <a16:creationId xmlns:a16="http://schemas.microsoft.com/office/drawing/2014/main" id="{324B19F2-859E-419F-870A-C2A5A0D227DB}"/>
                  </a:ext>
                </a:extLst>
              </p:cNvPr>
              <p:cNvPicPr/>
              <p:nvPr/>
            </p:nvPicPr>
            <p:blipFill>
              <a:blip r:embed="rId238"/>
              <a:stretch>
                <a:fillRect/>
              </a:stretch>
            </p:blipFill>
            <p:spPr>
              <a:xfrm>
                <a:off x="341631" y="3645323"/>
                <a:ext cx="268560" cy="211320"/>
              </a:xfrm>
              <a:prstGeom prst="rect">
                <a:avLst/>
              </a:prstGeom>
            </p:spPr>
          </p:pic>
        </mc:Fallback>
      </mc:AlternateContent>
      <mc:AlternateContent xmlns:mc="http://schemas.openxmlformats.org/markup-compatibility/2006" xmlns:p14="http://schemas.microsoft.com/office/powerpoint/2010/main">
        <mc:Choice Requires="p14">
          <p:contentPart p14:bwMode="auto" r:id="rId239">
            <p14:nvContentPartPr>
              <p14:cNvPr id="152" name="Ink 151">
                <a:extLst>
                  <a:ext uri="{FF2B5EF4-FFF2-40B4-BE49-F238E27FC236}">
                    <a16:creationId xmlns:a16="http://schemas.microsoft.com/office/drawing/2014/main" id="{9E842887-0AAF-4870-9888-9EE05FC32E81}"/>
                  </a:ext>
                </a:extLst>
              </p14:cNvPr>
              <p14:cNvContentPartPr/>
              <p14:nvPr/>
            </p14:nvContentPartPr>
            <p14:xfrm>
              <a:off x="346671" y="5818283"/>
              <a:ext cx="288720" cy="199080"/>
            </p14:xfrm>
          </p:contentPart>
        </mc:Choice>
        <mc:Fallback xmlns="">
          <p:pic>
            <p:nvPicPr>
              <p:cNvPr id="152" name="Ink 151">
                <a:extLst>
                  <a:ext uri="{FF2B5EF4-FFF2-40B4-BE49-F238E27FC236}">
                    <a16:creationId xmlns:a16="http://schemas.microsoft.com/office/drawing/2014/main" id="{9E842887-0AAF-4870-9888-9EE05FC32E81}"/>
                  </a:ext>
                </a:extLst>
              </p:cNvPr>
              <p:cNvPicPr/>
              <p:nvPr/>
            </p:nvPicPr>
            <p:blipFill>
              <a:blip r:embed="rId240"/>
              <a:stretch>
                <a:fillRect/>
              </a:stretch>
            </p:blipFill>
            <p:spPr>
              <a:xfrm>
                <a:off x="338031" y="5809283"/>
                <a:ext cx="306360" cy="216720"/>
              </a:xfrm>
              <a:prstGeom prst="rect">
                <a:avLst/>
              </a:prstGeom>
            </p:spPr>
          </p:pic>
        </mc:Fallback>
      </mc:AlternateContent>
      <mc:AlternateContent xmlns:mc="http://schemas.openxmlformats.org/markup-compatibility/2006" xmlns:p14="http://schemas.microsoft.com/office/powerpoint/2010/main">
        <mc:Choice Requires="p14">
          <p:contentPart p14:bwMode="auto" r:id="rId241">
            <p14:nvContentPartPr>
              <p14:cNvPr id="153" name="Ink 152">
                <a:extLst>
                  <a:ext uri="{FF2B5EF4-FFF2-40B4-BE49-F238E27FC236}">
                    <a16:creationId xmlns:a16="http://schemas.microsoft.com/office/drawing/2014/main" id="{79998A6A-05E4-4688-A724-03DB11FC1ED9}"/>
                  </a:ext>
                </a:extLst>
              </p14:cNvPr>
              <p14:cNvContentPartPr/>
              <p14:nvPr/>
            </p14:nvContentPartPr>
            <p14:xfrm>
              <a:off x="10258551" y="5804243"/>
              <a:ext cx="525960" cy="267120"/>
            </p14:xfrm>
          </p:contentPart>
        </mc:Choice>
        <mc:Fallback xmlns="">
          <p:pic>
            <p:nvPicPr>
              <p:cNvPr id="153" name="Ink 152">
                <a:extLst>
                  <a:ext uri="{FF2B5EF4-FFF2-40B4-BE49-F238E27FC236}">
                    <a16:creationId xmlns:a16="http://schemas.microsoft.com/office/drawing/2014/main" id="{79998A6A-05E4-4688-A724-03DB11FC1ED9}"/>
                  </a:ext>
                </a:extLst>
              </p:cNvPr>
              <p:cNvPicPr/>
              <p:nvPr/>
            </p:nvPicPr>
            <p:blipFill>
              <a:blip r:embed="rId242"/>
              <a:stretch>
                <a:fillRect/>
              </a:stretch>
            </p:blipFill>
            <p:spPr>
              <a:xfrm>
                <a:off x="10249551" y="5795243"/>
                <a:ext cx="543600" cy="284760"/>
              </a:xfrm>
              <a:prstGeom prst="rect">
                <a:avLst/>
              </a:prstGeom>
            </p:spPr>
          </p:pic>
        </mc:Fallback>
      </mc:AlternateContent>
    </p:spTree>
    <p:extLst>
      <p:ext uri="{BB962C8B-B14F-4D97-AF65-F5344CB8AC3E}">
        <p14:creationId xmlns:p14="http://schemas.microsoft.com/office/powerpoint/2010/main" val="19928884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Why Normalization?</a:t>
            </a:r>
          </a:p>
        </p:txBody>
      </p:sp>
      <p:sp>
        <p:nvSpPr>
          <p:cNvPr id="6" name="Content Placeholder 2">
            <a:extLst>
              <a:ext uri="{FF2B5EF4-FFF2-40B4-BE49-F238E27FC236}">
                <a16:creationId xmlns:a16="http://schemas.microsoft.com/office/drawing/2014/main" id="{98E0FE6E-8F22-4B9F-9E9F-E2B694DC96D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endParaRPr lang="en-IN" dirty="0"/>
          </a:p>
        </p:txBody>
      </p:sp>
      <p:sp>
        <p:nvSpPr>
          <p:cNvPr id="9" name="Content Placeholder 2">
            <a:extLst>
              <a:ext uri="{FF2B5EF4-FFF2-40B4-BE49-F238E27FC236}">
                <a16:creationId xmlns:a16="http://schemas.microsoft.com/office/drawing/2014/main" id="{55A5BFD8-4962-4C89-86F0-4A582AD35F41}"/>
              </a:ext>
            </a:extLst>
          </p:cNvPr>
          <p:cNvSpPr txBox="1">
            <a:spLocks/>
          </p:cNvSpPr>
          <p:nvPr/>
        </p:nvSpPr>
        <p:spPr>
          <a:xfrm>
            <a:off x="990600"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latin typeface="+mj-lt"/>
              </a:rPr>
              <a:t>Not normalizing the data before training makes the network drastically harder to train and decreases its learning speed.</a:t>
            </a:r>
          </a:p>
          <a:p>
            <a:endParaRPr lang="en-US" sz="2400" dirty="0">
              <a:latin typeface="+mj-lt"/>
            </a:endParaRPr>
          </a:p>
          <a:p>
            <a:r>
              <a:rPr lang="en-US" sz="2400" dirty="0">
                <a:latin typeface="+mj-lt"/>
              </a:rPr>
              <a:t>The non-normalized data points with wide ranges can cause instability in the network. </a:t>
            </a:r>
          </a:p>
          <a:p>
            <a:endParaRPr lang="en-US" sz="2400" dirty="0">
              <a:latin typeface="+mj-lt"/>
            </a:endParaRPr>
          </a:p>
          <a:p>
            <a:r>
              <a:rPr lang="en-US" sz="2400" dirty="0">
                <a:latin typeface="+mj-lt"/>
              </a:rPr>
              <a:t>The relatively large inputs can cascade down to the layers, causing problems such as exploding gradients.</a:t>
            </a:r>
          </a:p>
          <a:p>
            <a:endParaRPr lang="en-US" sz="2400" dirty="0">
              <a:latin typeface="+mj-lt"/>
            </a:endParaRPr>
          </a:p>
          <a:p>
            <a:pPr marL="0" indent="0">
              <a:buNone/>
            </a:pPr>
            <a:r>
              <a:rPr lang="en-US" sz="2400" b="1" dirty="0">
                <a:latin typeface="+mj-lt"/>
              </a:rPr>
              <a:t>Data normalization helps in increasing model’s accuracy and decreasing training time</a:t>
            </a:r>
            <a:endParaRPr lang="en-IN" sz="2400" b="1" dirty="0">
              <a:latin typeface="+mj-lt"/>
            </a:endParaRPr>
          </a:p>
        </p:txBody>
      </p:sp>
    </p:spTree>
    <p:extLst>
      <p:ext uri="{BB962C8B-B14F-4D97-AF65-F5344CB8AC3E}">
        <p14:creationId xmlns:p14="http://schemas.microsoft.com/office/powerpoint/2010/main" val="28025820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fontScale="90000"/>
          </a:bodyPr>
          <a:lstStyle/>
          <a:p>
            <a:r>
              <a:rPr lang="en-US" sz="4000" kern="1200" dirty="0">
                <a:solidFill>
                  <a:srgbClr val="FFFFFF"/>
                </a:solidFill>
                <a:latin typeface="+mj-lt"/>
                <a:ea typeface="+mj-ea"/>
                <a:cs typeface="+mj-cs"/>
              </a:rPr>
              <a:t>Normalization </a:t>
            </a:r>
            <a:r>
              <a:rPr lang="en-US" sz="4000" dirty="0">
                <a:solidFill>
                  <a:srgbClr val="FFFFFF"/>
                </a:solidFill>
              </a:rPr>
              <a:t>and Standardization</a:t>
            </a:r>
            <a:endParaRPr lang="en-US" sz="4000" kern="1200" dirty="0">
              <a:solidFill>
                <a:srgbClr val="FFFFFF"/>
              </a:solidFill>
              <a:latin typeface="+mj-lt"/>
              <a:ea typeface="+mj-ea"/>
              <a:cs typeface="+mj-cs"/>
            </a:endParaRPr>
          </a:p>
        </p:txBody>
      </p:sp>
      <p:sp>
        <p:nvSpPr>
          <p:cNvPr id="9" name="Content Placeholder 2">
            <a:extLst>
              <a:ext uri="{FF2B5EF4-FFF2-40B4-BE49-F238E27FC236}">
                <a16:creationId xmlns:a16="http://schemas.microsoft.com/office/drawing/2014/main" id="{55A5BFD8-4962-4C89-86F0-4A582AD35F41}"/>
              </a:ext>
            </a:extLst>
          </p:cNvPr>
          <p:cNvSpPr txBox="1">
            <a:spLocks/>
          </p:cNvSpPr>
          <p:nvPr/>
        </p:nvSpPr>
        <p:spPr>
          <a:xfrm>
            <a:off x="990600" y="1978024"/>
            <a:ext cx="4436806" cy="46319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latin typeface="+mj-lt"/>
              </a:rPr>
              <a:t>Min-Max Scaling: Scale it to a range of 0 to 1</a:t>
            </a:r>
          </a:p>
          <a:p>
            <a:pPr marL="0" indent="0">
              <a:buNone/>
            </a:pPr>
            <a:endParaRPr lang="en-US" sz="2400" dirty="0">
              <a:latin typeface="+mj-lt"/>
            </a:endParaRPr>
          </a:p>
          <a:p>
            <a:pPr marL="0" indent="0">
              <a:buNone/>
            </a:pPr>
            <a:endParaRPr lang="en-US" sz="2400" dirty="0">
              <a:latin typeface="+mj-lt"/>
            </a:endParaRPr>
          </a:p>
          <a:p>
            <a:pPr marL="0" indent="0">
              <a:buNone/>
            </a:pPr>
            <a:endParaRPr lang="en-US" sz="2400" dirty="0">
              <a:latin typeface="+mj-lt"/>
            </a:endParaRPr>
          </a:p>
          <a:p>
            <a:pPr marL="0" indent="0">
              <a:buNone/>
            </a:pPr>
            <a:endParaRPr lang="en-US" sz="2400" dirty="0">
              <a:latin typeface="+mj-lt"/>
            </a:endParaRPr>
          </a:p>
          <a:p>
            <a:pPr marL="0" indent="0">
              <a:buNone/>
            </a:pPr>
            <a:r>
              <a:rPr lang="en-US" sz="2400" dirty="0">
                <a:latin typeface="+mj-lt"/>
              </a:rPr>
              <a:t>Where </a:t>
            </a:r>
            <a:r>
              <a:rPr lang="en-US" sz="2400" i="1" dirty="0">
                <a:latin typeface="+mj-lt"/>
              </a:rPr>
              <a:t>x</a:t>
            </a:r>
            <a:r>
              <a:rPr lang="en-US" sz="2400" dirty="0">
                <a:latin typeface="+mj-lt"/>
              </a:rPr>
              <a:t>: data to normalize</a:t>
            </a:r>
          </a:p>
          <a:p>
            <a:pPr marL="0" indent="0">
              <a:buNone/>
            </a:pPr>
            <a:r>
              <a:rPr lang="en-US" sz="2400" dirty="0">
                <a:latin typeface="+mj-lt"/>
              </a:rPr>
              <a:t>	</a:t>
            </a:r>
            <a:r>
              <a:rPr lang="en-US" sz="2400" i="1" dirty="0" err="1">
                <a:latin typeface="+mj-lt"/>
              </a:rPr>
              <a:t>x</a:t>
            </a:r>
            <a:r>
              <a:rPr lang="en-US" sz="2400" i="1" baseline="-25000" dirty="0" err="1">
                <a:latin typeface="+mj-lt"/>
              </a:rPr>
              <a:t>max</a:t>
            </a:r>
            <a:r>
              <a:rPr lang="en-US" sz="2400" dirty="0">
                <a:latin typeface="+mj-lt"/>
              </a:rPr>
              <a:t>: the highest value of x</a:t>
            </a:r>
          </a:p>
          <a:p>
            <a:pPr marL="0" indent="0">
              <a:buNone/>
            </a:pPr>
            <a:r>
              <a:rPr lang="en-US" sz="2400" dirty="0">
                <a:latin typeface="+mj-lt"/>
              </a:rPr>
              <a:t>	</a:t>
            </a:r>
            <a:r>
              <a:rPr lang="en-US" sz="2400" i="1" dirty="0" err="1">
                <a:latin typeface="+mj-lt"/>
              </a:rPr>
              <a:t>x</a:t>
            </a:r>
            <a:r>
              <a:rPr lang="en-US" sz="2400" i="1" baseline="-25000" dirty="0" err="1">
                <a:latin typeface="+mj-lt"/>
              </a:rPr>
              <a:t>min</a:t>
            </a:r>
            <a:r>
              <a:rPr lang="en-US" sz="2400" dirty="0">
                <a:latin typeface="+mj-lt"/>
              </a:rPr>
              <a:t> : the lowest value of x</a:t>
            </a:r>
          </a:p>
        </p:txBody>
      </p:sp>
      <p:sp>
        <p:nvSpPr>
          <p:cNvPr id="16" name="Content Placeholder 2">
            <a:extLst>
              <a:ext uri="{FF2B5EF4-FFF2-40B4-BE49-F238E27FC236}">
                <a16:creationId xmlns:a16="http://schemas.microsoft.com/office/drawing/2014/main" id="{D1EE3E77-CF31-42AC-8176-12CE89CC5248}"/>
              </a:ext>
            </a:extLst>
          </p:cNvPr>
          <p:cNvSpPr txBox="1">
            <a:spLocks/>
          </p:cNvSpPr>
          <p:nvPr/>
        </p:nvSpPr>
        <p:spPr>
          <a:xfrm>
            <a:off x="6688396" y="1968197"/>
            <a:ext cx="5110313" cy="4641764"/>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latin typeface="+mj-lt"/>
              </a:rPr>
              <a:t>Z-score normalization: 0 mean and 1 std. dev.</a:t>
            </a:r>
          </a:p>
          <a:p>
            <a:pPr marL="0" indent="0">
              <a:buNone/>
            </a:pPr>
            <a:endParaRPr lang="en-US" sz="2400" dirty="0">
              <a:latin typeface="+mj-lt"/>
            </a:endParaRPr>
          </a:p>
          <a:p>
            <a:pPr marL="0" indent="0">
              <a:buNone/>
            </a:pPr>
            <a:endParaRPr lang="en-US" sz="2400" dirty="0">
              <a:latin typeface="+mj-lt"/>
            </a:endParaRPr>
          </a:p>
          <a:p>
            <a:pPr marL="0" indent="0">
              <a:buNone/>
            </a:pPr>
            <a:endParaRPr lang="en-US" sz="2400" dirty="0">
              <a:latin typeface="+mj-lt"/>
            </a:endParaRPr>
          </a:p>
          <a:p>
            <a:pPr marL="0" indent="0">
              <a:buNone/>
            </a:pPr>
            <a:endParaRPr lang="en-US" sz="2400" dirty="0">
              <a:latin typeface="+mj-lt"/>
            </a:endParaRPr>
          </a:p>
          <a:p>
            <a:pPr marL="0" indent="0">
              <a:buNone/>
            </a:pPr>
            <a:endParaRPr lang="en-US" sz="2400" dirty="0">
              <a:latin typeface="+mj-lt"/>
            </a:endParaRPr>
          </a:p>
          <a:p>
            <a:pPr marL="0" indent="0">
              <a:buNone/>
            </a:pPr>
            <a:r>
              <a:rPr lang="en-US" sz="2400" dirty="0">
                <a:latin typeface="+mj-lt"/>
              </a:rPr>
              <a:t>Where </a:t>
            </a:r>
            <a:r>
              <a:rPr lang="en-US" sz="2400" i="1" dirty="0">
                <a:latin typeface="+mj-lt"/>
              </a:rPr>
              <a:t>x</a:t>
            </a:r>
            <a:r>
              <a:rPr lang="en-US" sz="2400" dirty="0">
                <a:latin typeface="+mj-lt"/>
              </a:rPr>
              <a:t>: data to normalize</a:t>
            </a:r>
          </a:p>
          <a:p>
            <a:pPr marL="0" indent="0">
              <a:buNone/>
            </a:pPr>
            <a:r>
              <a:rPr lang="en-US" sz="2400" dirty="0">
                <a:latin typeface="+mj-lt"/>
              </a:rPr>
              <a:t>	</a:t>
            </a:r>
          </a:p>
          <a:p>
            <a:pPr marL="0" indent="0">
              <a:buNone/>
            </a:pPr>
            <a:r>
              <a:rPr lang="en-US" sz="2400" dirty="0">
                <a:latin typeface="+mj-lt"/>
              </a:rPr>
              <a:t>Rescale features such that all data points will have std normal distribution (mean 0 and std. dev. 1)</a:t>
            </a:r>
          </a:p>
        </p:txBody>
      </p:sp>
      <p:pic>
        <p:nvPicPr>
          <p:cNvPr id="1026" name="Picture 2" descr="Min–max normalization - Hands-On Machine Learning on Google Cloud Platform  [Book]">
            <a:extLst>
              <a:ext uri="{FF2B5EF4-FFF2-40B4-BE49-F238E27FC236}">
                <a16:creationId xmlns:a16="http://schemas.microsoft.com/office/drawing/2014/main" id="{3F3DB5D3-FA96-465B-9ED7-FAF51627F1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6381" y="3091349"/>
            <a:ext cx="4391025" cy="103822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C8643864-D97E-43AC-8694-287CACDAD10D}"/>
              </a:ext>
            </a:extLst>
          </p:cNvPr>
          <p:cNvPicPr>
            <a:picLocks noChangeAspect="1"/>
          </p:cNvPicPr>
          <p:nvPr/>
        </p:nvPicPr>
        <p:blipFill rotWithShape="1">
          <a:blip r:embed="rId4"/>
          <a:srcRect l="23226" t="57208" r="42683" b="29452"/>
          <a:stretch/>
        </p:blipFill>
        <p:spPr>
          <a:xfrm>
            <a:off x="6883944" y="2963069"/>
            <a:ext cx="4719216" cy="1038225"/>
          </a:xfrm>
          <a:prstGeom prst="rect">
            <a:avLst/>
          </a:prstGeom>
        </p:spPr>
      </p:pic>
    </p:spTree>
    <p:extLst>
      <p:ext uri="{BB962C8B-B14F-4D97-AF65-F5344CB8AC3E}">
        <p14:creationId xmlns:p14="http://schemas.microsoft.com/office/powerpoint/2010/main" val="19072088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Normalization</a:t>
            </a:r>
          </a:p>
        </p:txBody>
      </p:sp>
      <p:pic>
        <p:nvPicPr>
          <p:cNvPr id="4" name="Picture 3">
            <a:extLst>
              <a:ext uri="{FF2B5EF4-FFF2-40B4-BE49-F238E27FC236}">
                <a16:creationId xmlns:a16="http://schemas.microsoft.com/office/drawing/2014/main" id="{C865C8E0-0207-42FE-B3A7-57039553ADFD}"/>
              </a:ext>
            </a:extLst>
          </p:cNvPr>
          <p:cNvPicPr>
            <a:picLocks noChangeAspect="1"/>
          </p:cNvPicPr>
          <p:nvPr/>
        </p:nvPicPr>
        <p:blipFill rotWithShape="1">
          <a:blip r:embed="rId3"/>
          <a:srcRect l="28401" t="33435" r="21804" b="30482"/>
          <a:stretch/>
        </p:blipFill>
        <p:spPr>
          <a:xfrm>
            <a:off x="1618937" y="2031282"/>
            <a:ext cx="8527019" cy="3473971"/>
          </a:xfrm>
          <a:prstGeom prst="rect">
            <a:avLst/>
          </a:prstGeom>
        </p:spPr>
      </p:pic>
      <p:sp>
        <p:nvSpPr>
          <p:cNvPr id="14" name="Content Placeholder 2">
            <a:extLst>
              <a:ext uri="{FF2B5EF4-FFF2-40B4-BE49-F238E27FC236}">
                <a16:creationId xmlns:a16="http://schemas.microsoft.com/office/drawing/2014/main" id="{025A0EF9-513F-456A-9050-DC071E96608E}"/>
              </a:ext>
            </a:extLst>
          </p:cNvPr>
          <p:cNvSpPr txBox="1">
            <a:spLocks/>
          </p:cNvSpPr>
          <p:nvPr/>
        </p:nvSpPr>
        <p:spPr>
          <a:xfrm>
            <a:off x="2743200" y="5964442"/>
            <a:ext cx="7402755" cy="8241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latin typeface="+mj-lt"/>
              </a:rPr>
              <a:t>Normalized values have 0 mean and unit variance</a:t>
            </a:r>
            <a:endParaRPr lang="en-IN" sz="2400" b="1" dirty="0">
              <a:latin typeface="+mj-lt"/>
            </a:endParaRPr>
          </a:p>
        </p:txBody>
      </p:sp>
    </p:spTree>
    <p:extLst>
      <p:ext uri="{BB962C8B-B14F-4D97-AF65-F5344CB8AC3E}">
        <p14:creationId xmlns:p14="http://schemas.microsoft.com/office/powerpoint/2010/main" val="19137444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Standardization</a:t>
            </a:r>
          </a:p>
        </p:txBody>
      </p:sp>
      <p:sp>
        <p:nvSpPr>
          <p:cNvPr id="14" name="Content Placeholder 2">
            <a:extLst>
              <a:ext uri="{FF2B5EF4-FFF2-40B4-BE49-F238E27FC236}">
                <a16:creationId xmlns:a16="http://schemas.microsoft.com/office/drawing/2014/main" id="{025A0EF9-513F-456A-9050-DC071E96608E}"/>
              </a:ext>
            </a:extLst>
          </p:cNvPr>
          <p:cNvSpPr txBox="1">
            <a:spLocks/>
          </p:cNvSpPr>
          <p:nvPr/>
        </p:nvSpPr>
        <p:spPr>
          <a:xfrm>
            <a:off x="2743200" y="5964442"/>
            <a:ext cx="7402755" cy="8241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latin typeface="+mj-lt"/>
              </a:rPr>
              <a:t>Standardized values form a bell shaped curve with 0 mean and variance 1</a:t>
            </a:r>
            <a:endParaRPr lang="en-IN" sz="2400" b="1" dirty="0">
              <a:latin typeface="+mj-lt"/>
            </a:endParaRPr>
          </a:p>
        </p:txBody>
      </p:sp>
      <p:pic>
        <p:nvPicPr>
          <p:cNvPr id="5" name="Picture 4">
            <a:extLst>
              <a:ext uri="{FF2B5EF4-FFF2-40B4-BE49-F238E27FC236}">
                <a16:creationId xmlns:a16="http://schemas.microsoft.com/office/drawing/2014/main" id="{9994EC33-3F80-4274-B61E-4B016A216E20}"/>
              </a:ext>
            </a:extLst>
          </p:cNvPr>
          <p:cNvPicPr>
            <a:picLocks noChangeAspect="1"/>
          </p:cNvPicPr>
          <p:nvPr/>
        </p:nvPicPr>
        <p:blipFill rotWithShape="1">
          <a:blip r:embed="rId3"/>
          <a:srcRect l="28402" t="36277" r="22500" b="28952"/>
          <a:stretch/>
        </p:blipFill>
        <p:spPr>
          <a:xfrm>
            <a:off x="4991720" y="2044725"/>
            <a:ext cx="5986072" cy="3292366"/>
          </a:xfrm>
          <a:prstGeom prst="rect">
            <a:avLst/>
          </a:prstGeom>
        </p:spPr>
      </p:pic>
      <p:pic>
        <p:nvPicPr>
          <p:cNvPr id="7" name="Picture 6">
            <a:extLst>
              <a:ext uri="{FF2B5EF4-FFF2-40B4-BE49-F238E27FC236}">
                <a16:creationId xmlns:a16="http://schemas.microsoft.com/office/drawing/2014/main" id="{4A044760-E3E5-414F-9AF3-73B4674F0BD1}"/>
              </a:ext>
            </a:extLst>
          </p:cNvPr>
          <p:cNvPicPr>
            <a:picLocks noChangeAspect="1"/>
          </p:cNvPicPr>
          <p:nvPr/>
        </p:nvPicPr>
        <p:blipFill rotWithShape="1">
          <a:blip r:embed="rId4"/>
          <a:srcRect l="28401" t="38465" r="43198" b="26764"/>
          <a:stretch/>
        </p:blipFill>
        <p:spPr>
          <a:xfrm>
            <a:off x="1524170" y="2041243"/>
            <a:ext cx="3462728" cy="3292367"/>
          </a:xfrm>
          <a:prstGeom prst="rect">
            <a:avLst/>
          </a:prstGeom>
        </p:spPr>
      </p:pic>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F000D06B-D4BB-4B45-A796-A963DE7338CA}"/>
                  </a:ext>
                </a:extLst>
              </p14:cNvPr>
              <p14:cNvContentPartPr/>
              <p14:nvPr/>
            </p14:nvContentPartPr>
            <p14:xfrm>
              <a:off x="4255911" y="4225643"/>
              <a:ext cx="403920" cy="39600"/>
            </p14:xfrm>
          </p:contentPart>
        </mc:Choice>
        <mc:Fallback xmlns="">
          <p:pic>
            <p:nvPicPr>
              <p:cNvPr id="3" name="Ink 2">
                <a:extLst>
                  <a:ext uri="{FF2B5EF4-FFF2-40B4-BE49-F238E27FC236}">
                    <a16:creationId xmlns:a16="http://schemas.microsoft.com/office/drawing/2014/main" id="{F000D06B-D4BB-4B45-A796-A963DE7338CA}"/>
                  </a:ext>
                </a:extLst>
              </p:cNvPr>
              <p:cNvPicPr/>
              <p:nvPr/>
            </p:nvPicPr>
            <p:blipFill>
              <a:blip r:embed="rId6"/>
              <a:stretch>
                <a:fillRect/>
              </a:stretch>
            </p:blipFill>
            <p:spPr>
              <a:xfrm>
                <a:off x="4246911" y="4216643"/>
                <a:ext cx="421560" cy="57240"/>
              </a:xfrm>
              <a:prstGeom prst="rect">
                <a:avLst/>
              </a:prstGeom>
            </p:spPr>
          </p:pic>
        </mc:Fallback>
      </mc:AlternateContent>
    </p:spTree>
    <p:extLst>
      <p:ext uri="{BB962C8B-B14F-4D97-AF65-F5344CB8AC3E}">
        <p14:creationId xmlns:p14="http://schemas.microsoft.com/office/powerpoint/2010/main" val="40370315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Batch Normalization</a:t>
            </a:r>
          </a:p>
        </p:txBody>
      </p:sp>
      <p:sp>
        <p:nvSpPr>
          <p:cNvPr id="6" name="Content Placeholder 2">
            <a:extLst>
              <a:ext uri="{FF2B5EF4-FFF2-40B4-BE49-F238E27FC236}">
                <a16:creationId xmlns:a16="http://schemas.microsoft.com/office/drawing/2014/main" id="{98E0FE6E-8F22-4B9F-9E9F-E2B694DC96D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Content Placeholder 2">
            <a:extLst>
              <a:ext uri="{FF2B5EF4-FFF2-40B4-BE49-F238E27FC236}">
                <a16:creationId xmlns:a16="http://schemas.microsoft.com/office/drawing/2014/main" id="{55A5BFD8-4962-4C89-86F0-4A582AD35F41}"/>
              </a:ext>
            </a:extLst>
          </p:cNvPr>
          <p:cNvSpPr txBox="1">
            <a:spLocks/>
          </p:cNvSpPr>
          <p:nvPr/>
        </p:nvSpPr>
        <p:spPr>
          <a:xfrm>
            <a:off x="990600"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b="1" i="0" u="none" strike="noStrike" kern="1200" cap="none" spc="0" normalizeH="0" baseline="0" noProof="0" dirty="0">
                <a:ln>
                  <a:noFill/>
                </a:ln>
                <a:solidFill>
                  <a:prstClr val="black"/>
                </a:solidFill>
                <a:effectLst/>
                <a:uLnTx/>
                <a:uFillTx/>
                <a:latin typeface="Calibri Light" panose="020F0302020204030204"/>
                <a:ea typeface="+mn-ea"/>
                <a:cs typeface="+mn-cs"/>
              </a:rPr>
              <a:t>Normalization technique for the hidden units.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2400" b="1" dirty="0">
                <a:solidFill>
                  <a:prstClr val="black"/>
                </a:solidFill>
                <a:latin typeface="Calibri Light" panose="020F0302020204030204"/>
              </a:rPr>
              <a:t>B</a:t>
            </a:r>
            <a:r>
              <a:rPr kumimoji="0" lang="en-US" sz="2400" b="1" i="0" u="none" strike="noStrike" kern="1200" cap="none" spc="0" normalizeH="0" baseline="0" noProof="0" dirty="0">
                <a:ln>
                  <a:noFill/>
                </a:ln>
                <a:solidFill>
                  <a:prstClr val="black"/>
                </a:solidFill>
                <a:effectLst/>
                <a:uLnTx/>
                <a:uFillTx/>
                <a:latin typeface="Calibri Light" panose="020F0302020204030204"/>
                <a:ea typeface="+mn-ea"/>
                <a:cs typeface="+mn-cs"/>
              </a:rPr>
              <a:t>atch normalization normalizes the output of a previous layer by subtracting the batch mean and dividing by the batch standard deviation.</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2400" dirty="0">
                <a:solidFill>
                  <a:prstClr val="black"/>
                </a:solidFill>
                <a:latin typeface="Calibri Light" panose="020F0302020204030204"/>
              </a:rPr>
              <a:t>Done on mini-batches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i="0" u="none" strike="noStrike" kern="1200" cap="none" spc="0" normalizeH="0" baseline="0" noProof="0" dirty="0">
                <a:ln>
                  <a:noFill/>
                </a:ln>
                <a:solidFill>
                  <a:prstClr val="black"/>
                </a:solidFill>
                <a:effectLst/>
                <a:uLnTx/>
                <a:uFillTx/>
                <a:latin typeface="Calibri Light" panose="020F0302020204030204"/>
                <a:ea typeface="+mn-ea"/>
                <a:cs typeface="+mn-cs"/>
              </a:rPr>
              <a:t>Speed up training</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2400" dirty="0">
                <a:solidFill>
                  <a:prstClr val="black"/>
                </a:solidFill>
                <a:latin typeface="Calibri Light" panose="020F0302020204030204"/>
              </a:rPr>
              <a:t>Can be applied to any number of hidden layers.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i="0" u="none" strike="noStrike" kern="1200" cap="none" spc="0" normalizeH="0" baseline="0" noProof="0" dirty="0">
                <a:ln>
                  <a:noFill/>
                </a:ln>
                <a:solidFill>
                  <a:prstClr val="black"/>
                </a:solidFill>
                <a:effectLst/>
                <a:uLnTx/>
                <a:uFillTx/>
                <a:latin typeface="Calibri Light" panose="020F0302020204030204"/>
                <a:ea typeface="+mn-ea"/>
                <a:cs typeface="+mn-cs"/>
              </a:rPr>
              <a:t>It can be applied before and after the activation function. However, research shows its best when applied before the activation function.</a:t>
            </a:r>
            <a:endParaRPr kumimoji="0" lang="en-IN" sz="240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CD0EC383-1277-4CEB-95EF-7600BE504EAA}"/>
                  </a:ext>
                </a:extLst>
              </p14:cNvPr>
              <p14:cNvContentPartPr/>
              <p14:nvPr/>
            </p14:nvContentPartPr>
            <p14:xfrm>
              <a:off x="3618711" y="3776003"/>
              <a:ext cx="284760" cy="172080"/>
            </p14:xfrm>
          </p:contentPart>
        </mc:Choice>
        <mc:Fallback xmlns="">
          <p:pic>
            <p:nvPicPr>
              <p:cNvPr id="3" name="Ink 2">
                <a:extLst>
                  <a:ext uri="{FF2B5EF4-FFF2-40B4-BE49-F238E27FC236}">
                    <a16:creationId xmlns:a16="http://schemas.microsoft.com/office/drawing/2014/main" id="{CD0EC383-1277-4CEB-95EF-7600BE504EAA}"/>
                  </a:ext>
                </a:extLst>
              </p:cNvPr>
              <p:cNvPicPr/>
              <p:nvPr/>
            </p:nvPicPr>
            <p:blipFill>
              <a:blip r:embed="rId4"/>
              <a:stretch>
                <a:fillRect/>
              </a:stretch>
            </p:blipFill>
            <p:spPr>
              <a:xfrm>
                <a:off x="3609711" y="3767363"/>
                <a:ext cx="302400" cy="1897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4CCA30B5-2C28-4B90-BFBC-FA88656B1107}"/>
                  </a:ext>
                </a:extLst>
              </p14:cNvPr>
              <p14:cNvContentPartPr/>
              <p14:nvPr/>
            </p14:nvContentPartPr>
            <p14:xfrm>
              <a:off x="7040151" y="4265603"/>
              <a:ext cx="328680" cy="174960"/>
            </p14:xfrm>
          </p:contentPart>
        </mc:Choice>
        <mc:Fallback xmlns="">
          <p:pic>
            <p:nvPicPr>
              <p:cNvPr id="4" name="Ink 3">
                <a:extLst>
                  <a:ext uri="{FF2B5EF4-FFF2-40B4-BE49-F238E27FC236}">
                    <a16:creationId xmlns:a16="http://schemas.microsoft.com/office/drawing/2014/main" id="{4CCA30B5-2C28-4B90-BFBC-FA88656B1107}"/>
                  </a:ext>
                </a:extLst>
              </p:cNvPr>
              <p:cNvPicPr/>
              <p:nvPr/>
            </p:nvPicPr>
            <p:blipFill>
              <a:blip r:embed="rId6"/>
              <a:stretch>
                <a:fillRect/>
              </a:stretch>
            </p:blipFill>
            <p:spPr>
              <a:xfrm>
                <a:off x="7031511" y="4256963"/>
                <a:ext cx="346320" cy="192600"/>
              </a:xfrm>
              <a:prstGeom prst="rect">
                <a:avLst/>
              </a:prstGeom>
            </p:spPr>
          </p:pic>
        </mc:Fallback>
      </mc:AlternateContent>
    </p:spTree>
    <p:extLst>
      <p:ext uri="{BB962C8B-B14F-4D97-AF65-F5344CB8AC3E}">
        <p14:creationId xmlns:p14="http://schemas.microsoft.com/office/powerpoint/2010/main" val="40255974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Batch Normalization</a:t>
            </a:r>
          </a:p>
        </p:txBody>
      </p:sp>
      <p:sp>
        <p:nvSpPr>
          <p:cNvPr id="9" name="Content Placeholder 2">
            <a:extLst>
              <a:ext uri="{FF2B5EF4-FFF2-40B4-BE49-F238E27FC236}">
                <a16:creationId xmlns:a16="http://schemas.microsoft.com/office/drawing/2014/main" id="{55A5BFD8-4962-4C89-86F0-4A582AD35F41}"/>
              </a:ext>
            </a:extLst>
          </p:cNvPr>
          <p:cNvSpPr txBox="1">
            <a:spLocks/>
          </p:cNvSpPr>
          <p:nvPr/>
        </p:nvSpPr>
        <p:spPr>
          <a:xfrm>
            <a:off x="990600"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IN" sz="240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pic>
        <p:nvPicPr>
          <p:cNvPr id="4" name="Picture 3">
            <a:extLst>
              <a:ext uri="{FF2B5EF4-FFF2-40B4-BE49-F238E27FC236}">
                <a16:creationId xmlns:a16="http://schemas.microsoft.com/office/drawing/2014/main" id="{BD7446CC-88FB-4173-AE93-38432FA15BA6}"/>
              </a:ext>
            </a:extLst>
          </p:cNvPr>
          <p:cNvPicPr>
            <a:picLocks noChangeAspect="1"/>
          </p:cNvPicPr>
          <p:nvPr/>
        </p:nvPicPr>
        <p:blipFill rotWithShape="1">
          <a:blip r:embed="rId3"/>
          <a:srcRect l="5626" t="39558" r="40245" b="26327"/>
          <a:stretch/>
        </p:blipFill>
        <p:spPr>
          <a:xfrm>
            <a:off x="2282312" y="1822348"/>
            <a:ext cx="7948318" cy="2816439"/>
          </a:xfrm>
          <a:prstGeom prst="rect">
            <a:avLst/>
          </a:prstGeom>
        </p:spPr>
      </p:pic>
      <p:sp>
        <p:nvSpPr>
          <p:cNvPr id="12" name="TextBox 11">
            <a:extLst>
              <a:ext uri="{FF2B5EF4-FFF2-40B4-BE49-F238E27FC236}">
                <a16:creationId xmlns:a16="http://schemas.microsoft.com/office/drawing/2014/main" id="{D5B13703-7B5B-498F-8DA8-1CF30B077D58}"/>
              </a:ext>
            </a:extLst>
          </p:cNvPr>
          <p:cNvSpPr txBox="1"/>
          <p:nvPr/>
        </p:nvSpPr>
        <p:spPr>
          <a:xfrm>
            <a:off x="2282312" y="5122613"/>
            <a:ext cx="7948318" cy="1569660"/>
          </a:xfrm>
          <a:prstGeom prst="rect">
            <a:avLst/>
          </a:prstGeom>
          <a:noFill/>
        </p:spPr>
        <p:txBody>
          <a:bodyPr wrap="square">
            <a:spAutoFit/>
          </a:bodyPr>
          <a:lstStyle/>
          <a:p>
            <a:r>
              <a:rPr lang="en-US" sz="2400" b="0" i="0" dirty="0">
                <a:solidFill>
                  <a:srgbClr val="000000"/>
                </a:solidFill>
                <a:effectLst/>
                <a:latin typeface="+mj-lt"/>
              </a:rPr>
              <a:t>Batch Norm is applied to the neurons’ output z just before applying the activation function (at the red line).</a:t>
            </a:r>
          </a:p>
          <a:p>
            <a:endParaRPr lang="en-US" sz="2400" dirty="0">
              <a:solidFill>
                <a:srgbClr val="000000"/>
              </a:solidFill>
              <a:latin typeface="+mj-lt"/>
            </a:endParaRPr>
          </a:p>
          <a:p>
            <a:endParaRPr lang="en-IN" sz="2400" dirty="0">
              <a:latin typeface="+mj-lt"/>
            </a:endParaRPr>
          </a:p>
        </p:txBody>
      </p:sp>
      <p:grpSp>
        <p:nvGrpSpPr>
          <p:cNvPr id="35" name="Group 34">
            <a:extLst>
              <a:ext uri="{FF2B5EF4-FFF2-40B4-BE49-F238E27FC236}">
                <a16:creationId xmlns:a16="http://schemas.microsoft.com/office/drawing/2014/main" id="{8600B8B0-F0B6-4652-B630-7AF7B28D22BB}"/>
              </a:ext>
            </a:extLst>
          </p:cNvPr>
          <p:cNvGrpSpPr/>
          <p:nvPr/>
        </p:nvGrpSpPr>
        <p:grpSpPr>
          <a:xfrm>
            <a:off x="8780391" y="831203"/>
            <a:ext cx="1752480" cy="451440"/>
            <a:chOff x="8780391" y="831203"/>
            <a:chExt cx="1752480" cy="451440"/>
          </a:xfrm>
        </p:grpSpPr>
        <mc:AlternateContent xmlns:mc="http://schemas.openxmlformats.org/markup-compatibility/2006" xmlns:p14="http://schemas.microsoft.com/office/powerpoint/2010/main">
          <mc:Choice Requires="p14">
            <p:contentPart p14:bwMode="auto" r:id="rId4">
              <p14:nvContentPartPr>
                <p14:cNvPr id="30" name="Ink 29">
                  <a:extLst>
                    <a:ext uri="{FF2B5EF4-FFF2-40B4-BE49-F238E27FC236}">
                      <a16:creationId xmlns:a16="http://schemas.microsoft.com/office/drawing/2014/main" id="{CAC9FD45-C406-4698-9BF9-B5D0666DA7FB}"/>
                    </a:ext>
                  </a:extLst>
                </p14:cNvPr>
                <p14:cNvContentPartPr/>
                <p14:nvPr/>
              </p14:nvContentPartPr>
              <p14:xfrm>
                <a:off x="8780391" y="831203"/>
                <a:ext cx="739800" cy="208080"/>
              </p14:xfrm>
            </p:contentPart>
          </mc:Choice>
          <mc:Fallback xmlns="">
            <p:pic>
              <p:nvPicPr>
                <p:cNvPr id="30" name="Ink 29">
                  <a:extLst>
                    <a:ext uri="{FF2B5EF4-FFF2-40B4-BE49-F238E27FC236}">
                      <a16:creationId xmlns:a16="http://schemas.microsoft.com/office/drawing/2014/main" id="{CAC9FD45-C406-4698-9BF9-B5D0666DA7FB}"/>
                    </a:ext>
                  </a:extLst>
                </p:cNvPr>
                <p:cNvPicPr/>
                <p:nvPr/>
              </p:nvPicPr>
              <p:blipFill>
                <a:blip r:embed="rId5"/>
                <a:stretch>
                  <a:fillRect/>
                </a:stretch>
              </p:blipFill>
              <p:spPr>
                <a:xfrm>
                  <a:off x="8771751" y="822203"/>
                  <a:ext cx="757440" cy="2257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1" name="Ink 30">
                  <a:extLst>
                    <a:ext uri="{FF2B5EF4-FFF2-40B4-BE49-F238E27FC236}">
                      <a16:creationId xmlns:a16="http://schemas.microsoft.com/office/drawing/2014/main" id="{CFCBCC42-646B-4BBC-9558-DE0222677ABB}"/>
                    </a:ext>
                  </a:extLst>
                </p14:cNvPr>
                <p14:cNvContentPartPr/>
                <p14:nvPr/>
              </p14:nvContentPartPr>
              <p14:xfrm>
                <a:off x="9642951" y="918683"/>
                <a:ext cx="355680" cy="155160"/>
              </p14:xfrm>
            </p:contentPart>
          </mc:Choice>
          <mc:Fallback xmlns="">
            <p:pic>
              <p:nvPicPr>
                <p:cNvPr id="31" name="Ink 30">
                  <a:extLst>
                    <a:ext uri="{FF2B5EF4-FFF2-40B4-BE49-F238E27FC236}">
                      <a16:creationId xmlns:a16="http://schemas.microsoft.com/office/drawing/2014/main" id="{CFCBCC42-646B-4BBC-9558-DE0222677ABB}"/>
                    </a:ext>
                  </a:extLst>
                </p:cNvPr>
                <p:cNvPicPr/>
                <p:nvPr/>
              </p:nvPicPr>
              <p:blipFill>
                <a:blip r:embed="rId7"/>
                <a:stretch>
                  <a:fillRect/>
                </a:stretch>
              </p:blipFill>
              <p:spPr>
                <a:xfrm>
                  <a:off x="9634311" y="909683"/>
                  <a:ext cx="373320" cy="1728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B832EA78-547A-4E76-A727-17712B823B26}"/>
                    </a:ext>
                  </a:extLst>
                </p14:cNvPr>
                <p14:cNvContentPartPr/>
                <p14:nvPr/>
              </p14:nvContentPartPr>
              <p14:xfrm>
                <a:off x="10029951" y="980603"/>
                <a:ext cx="70200" cy="18360"/>
              </p14:xfrm>
            </p:contentPart>
          </mc:Choice>
          <mc:Fallback xmlns="">
            <p:pic>
              <p:nvPicPr>
                <p:cNvPr id="32" name="Ink 31">
                  <a:extLst>
                    <a:ext uri="{FF2B5EF4-FFF2-40B4-BE49-F238E27FC236}">
                      <a16:creationId xmlns:a16="http://schemas.microsoft.com/office/drawing/2014/main" id="{B832EA78-547A-4E76-A727-17712B823B26}"/>
                    </a:ext>
                  </a:extLst>
                </p:cNvPr>
                <p:cNvPicPr/>
                <p:nvPr/>
              </p:nvPicPr>
              <p:blipFill>
                <a:blip r:embed="rId9"/>
                <a:stretch>
                  <a:fillRect/>
                </a:stretch>
              </p:blipFill>
              <p:spPr>
                <a:xfrm>
                  <a:off x="10021311" y="971963"/>
                  <a:ext cx="8784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33" name="Ink 32">
                  <a:extLst>
                    <a:ext uri="{FF2B5EF4-FFF2-40B4-BE49-F238E27FC236}">
                      <a16:creationId xmlns:a16="http://schemas.microsoft.com/office/drawing/2014/main" id="{27772BCA-866E-4C65-B963-73CB9B4B240E}"/>
                    </a:ext>
                  </a:extLst>
                </p14:cNvPr>
                <p14:cNvContentPartPr/>
                <p14:nvPr/>
              </p14:nvContentPartPr>
              <p14:xfrm>
                <a:off x="10099791" y="934163"/>
                <a:ext cx="161280" cy="348480"/>
              </p14:xfrm>
            </p:contentPart>
          </mc:Choice>
          <mc:Fallback xmlns="">
            <p:pic>
              <p:nvPicPr>
                <p:cNvPr id="33" name="Ink 32">
                  <a:extLst>
                    <a:ext uri="{FF2B5EF4-FFF2-40B4-BE49-F238E27FC236}">
                      <a16:creationId xmlns:a16="http://schemas.microsoft.com/office/drawing/2014/main" id="{27772BCA-866E-4C65-B963-73CB9B4B240E}"/>
                    </a:ext>
                  </a:extLst>
                </p:cNvPr>
                <p:cNvPicPr/>
                <p:nvPr/>
              </p:nvPicPr>
              <p:blipFill>
                <a:blip r:embed="rId11"/>
                <a:stretch>
                  <a:fillRect/>
                </a:stretch>
              </p:blipFill>
              <p:spPr>
                <a:xfrm>
                  <a:off x="10090791" y="925163"/>
                  <a:ext cx="178920" cy="3661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34" name="Ink 33">
                  <a:extLst>
                    <a:ext uri="{FF2B5EF4-FFF2-40B4-BE49-F238E27FC236}">
                      <a16:creationId xmlns:a16="http://schemas.microsoft.com/office/drawing/2014/main" id="{28806687-6B83-45D3-A856-A4957D875B3A}"/>
                    </a:ext>
                  </a:extLst>
                </p14:cNvPr>
                <p14:cNvContentPartPr/>
                <p14:nvPr/>
              </p14:nvContentPartPr>
              <p14:xfrm>
                <a:off x="10110951" y="1026683"/>
                <a:ext cx="421920" cy="70560"/>
              </p14:xfrm>
            </p:contentPart>
          </mc:Choice>
          <mc:Fallback xmlns="">
            <p:pic>
              <p:nvPicPr>
                <p:cNvPr id="34" name="Ink 33">
                  <a:extLst>
                    <a:ext uri="{FF2B5EF4-FFF2-40B4-BE49-F238E27FC236}">
                      <a16:creationId xmlns:a16="http://schemas.microsoft.com/office/drawing/2014/main" id="{28806687-6B83-45D3-A856-A4957D875B3A}"/>
                    </a:ext>
                  </a:extLst>
                </p:cNvPr>
                <p:cNvPicPr/>
                <p:nvPr/>
              </p:nvPicPr>
              <p:blipFill>
                <a:blip r:embed="rId13"/>
                <a:stretch>
                  <a:fillRect/>
                </a:stretch>
              </p:blipFill>
              <p:spPr>
                <a:xfrm>
                  <a:off x="10101951" y="1018043"/>
                  <a:ext cx="439560" cy="88200"/>
                </a:xfrm>
                <a:prstGeom prst="rect">
                  <a:avLst/>
                </a:prstGeom>
              </p:spPr>
            </p:pic>
          </mc:Fallback>
        </mc:AlternateContent>
      </p:grpSp>
      <p:grpSp>
        <p:nvGrpSpPr>
          <p:cNvPr id="37" name="Group 36">
            <a:extLst>
              <a:ext uri="{FF2B5EF4-FFF2-40B4-BE49-F238E27FC236}">
                <a16:creationId xmlns:a16="http://schemas.microsoft.com/office/drawing/2014/main" id="{1E70EAAA-2DC4-41C2-9D23-512A056C97C2}"/>
              </a:ext>
            </a:extLst>
          </p:cNvPr>
          <p:cNvGrpSpPr/>
          <p:nvPr/>
        </p:nvGrpSpPr>
        <p:grpSpPr>
          <a:xfrm>
            <a:off x="5175711" y="876923"/>
            <a:ext cx="3389040" cy="603720"/>
            <a:chOff x="5175711" y="876923"/>
            <a:chExt cx="3389040" cy="603720"/>
          </a:xfrm>
        </p:grpSpPr>
        <mc:AlternateContent xmlns:mc="http://schemas.openxmlformats.org/markup-compatibility/2006" xmlns:p14="http://schemas.microsoft.com/office/powerpoint/2010/main">
          <mc:Choice Requires="p14">
            <p:contentPart p14:bwMode="auto" r:id="rId14">
              <p14:nvContentPartPr>
                <p14:cNvPr id="3" name="Ink 2">
                  <a:extLst>
                    <a:ext uri="{FF2B5EF4-FFF2-40B4-BE49-F238E27FC236}">
                      <a16:creationId xmlns:a16="http://schemas.microsoft.com/office/drawing/2014/main" id="{C74365F4-9B7C-4440-AE1A-230F58442761}"/>
                    </a:ext>
                  </a:extLst>
                </p14:cNvPr>
                <p14:cNvContentPartPr/>
                <p14:nvPr/>
              </p14:nvContentPartPr>
              <p14:xfrm>
                <a:off x="5872671" y="879803"/>
                <a:ext cx="181800" cy="116280"/>
              </p14:xfrm>
            </p:contentPart>
          </mc:Choice>
          <mc:Fallback xmlns="">
            <p:pic>
              <p:nvPicPr>
                <p:cNvPr id="3" name="Ink 2">
                  <a:extLst>
                    <a:ext uri="{FF2B5EF4-FFF2-40B4-BE49-F238E27FC236}">
                      <a16:creationId xmlns:a16="http://schemas.microsoft.com/office/drawing/2014/main" id="{C74365F4-9B7C-4440-AE1A-230F58442761}"/>
                    </a:ext>
                  </a:extLst>
                </p:cNvPr>
                <p:cNvPicPr/>
                <p:nvPr/>
              </p:nvPicPr>
              <p:blipFill>
                <a:blip r:embed="rId15"/>
                <a:stretch>
                  <a:fillRect/>
                </a:stretch>
              </p:blipFill>
              <p:spPr>
                <a:xfrm>
                  <a:off x="5863671" y="871163"/>
                  <a:ext cx="199440" cy="1339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5" name="Ink 4">
                  <a:extLst>
                    <a:ext uri="{FF2B5EF4-FFF2-40B4-BE49-F238E27FC236}">
                      <a16:creationId xmlns:a16="http://schemas.microsoft.com/office/drawing/2014/main" id="{C33F99A6-F15D-41F7-B806-737434001113}"/>
                    </a:ext>
                  </a:extLst>
                </p14:cNvPr>
                <p14:cNvContentPartPr/>
                <p14:nvPr/>
              </p14:nvContentPartPr>
              <p14:xfrm>
                <a:off x="6120351" y="940643"/>
                <a:ext cx="12240" cy="81720"/>
              </p14:xfrm>
            </p:contentPart>
          </mc:Choice>
          <mc:Fallback xmlns="">
            <p:pic>
              <p:nvPicPr>
                <p:cNvPr id="5" name="Ink 4">
                  <a:extLst>
                    <a:ext uri="{FF2B5EF4-FFF2-40B4-BE49-F238E27FC236}">
                      <a16:creationId xmlns:a16="http://schemas.microsoft.com/office/drawing/2014/main" id="{C33F99A6-F15D-41F7-B806-737434001113}"/>
                    </a:ext>
                  </a:extLst>
                </p:cNvPr>
                <p:cNvPicPr/>
                <p:nvPr/>
              </p:nvPicPr>
              <p:blipFill>
                <a:blip r:embed="rId17"/>
                <a:stretch>
                  <a:fillRect/>
                </a:stretch>
              </p:blipFill>
              <p:spPr>
                <a:xfrm>
                  <a:off x="6111351" y="932003"/>
                  <a:ext cx="29880" cy="993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6" name="Ink 5">
                  <a:extLst>
                    <a:ext uri="{FF2B5EF4-FFF2-40B4-BE49-F238E27FC236}">
                      <a16:creationId xmlns:a16="http://schemas.microsoft.com/office/drawing/2014/main" id="{1B5DDFF5-7B1E-48E1-B164-A5CBCE997153}"/>
                    </a:ext>
                  </a:extLst>
                </p14:cNvPr>
                <p14:cNvContentPartPr/>
                <p14:nvPr/>
              </p14:nvContentPartPr>
              <p14:xfrm>
                <a:off x="6201711" y="906803"/>
                <a:ext cx="222120" cy="129600"/>
              </p14:xfrm>
            </p:contentPart>
          </mc:Choice>
          <mc:Fallback xmlns="">
            <p:pic>
              <p:nvPicPr>
                <p:cNvPr id="6" name="Ink 5">
                  <a:extLst>
                    <a:ext uri="{FF2B5EF4-FFF2-40B4-BE49-F238E27FC236}">
                      <a16:creationId xmlns:a16="http://schemas.microsoft.com/office/drawing/2014/main" id="{1B5DDFF5-7B1E-48E1-B164-A5CBCE997153}"/>
                    </a:ext>
                  </a:extLst>
                </p:cNvPr>
                <p:cNvPicPr/>
                <p:nvPr/>
              </p:nvPicPr>
              <p:blipFill>
                <a:blip r:embed="rId19"/>
                <a:stretch>
                  <a:fillRect/>
                </a:stretch>
              </p:blipFill>
              <p:spPr>
                <a:xfrm>
                  <a:off x="6193071" y="897803"/>
                  <a:ext cx="239760" cy="1472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7" name="Ink 6">
                  <a:extLst>
                    <a:ext uri="{FF2B5EF4-FFF2-40B4-BE49-F238E27FC236}">
                      <a16:creationId xmlns:a16="http://schemas.microsoft.com/office/drawing/2014/main" id="{D6BB1C66-2291-47F3-B084-647C486B8B74}"/>
                    </a:ext>
                  </a:extLst>
                </p14:cNvPr>
                <p14:cNvContentPartPr/>
                <p14:nvPr/>
              </p14:nvContentPartPr>
              <p14:xfrm>
                <a:off x="6494751" y="876923"/>
                <a:ext cx="112680" cy="132840"/>
              </p14:xfrm>
            </p:contentPart>
          </mc:Choice>
          <mc:Fallback xmlns="">
            <p:pic>
              <p:nvPicPr>
                <p:cNvPr id="7" name="Ink 6">
                  <a:extLst>
                    <a:ext uri="{FF2B5EF4-FFF2-40B4-BE49-F238E27FC236}">
                      <a16:creationId xmlns:a16="http://schemas.microsoft.com/office/drawing/2014/main" id="{D6BB1C66-2291-47F3-B084-647C486B8B74}"/>
                    </a:ext>
                  </a:extLst>
                </p:cNvPr>
                <p:cNvPicPr/>
                <p:nvPr/>
              </p:nvPicPr>
              <p:blipFill>
                <a:blip r:embed="rId21"/>
                <a:stretch>
                  <a:fillRect/>
                </a:stretch>
              </p:blipFill>
              <p:spPr>
                <a:xfrm>
                  <a:off x="6485751" y="867923"/>
                  <a:ext cx="130320" cy="1504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8" name="Ink 7">
                  <a:extLst>
                    <a:ext uri="{FF2B5EF4-FFF2-40B4-BE49-F238E27FC236}">
                      <a16:creationId xmlns:a16="http://schemas.microsoft.com/office/drawing/2014/main" id="{E3DB0782-48A5-4F6A-8CD9-2437E5E1C0EA}"/>
                    </a:ext>
                  </a:extLst>
                </p14:cNvPr>
                <p14:cNvContentPartPr/>
                <p14:nvPr/>
              </p14:nvContentPartPr>
              <p14:xfrm>
                <a:off x="6739191" y="906083"/>
                <a:ext cx="325800" cy="136440"/>
              </p14:xfrm>
            </p:contentPart>
          </mc:Choice>
          <mc:Fallback xmlns="">
            <p:pic>
              <p:nvPicPr>
                <p:cNvPr id="8" name="Ink 7">
                  <a:extLst>
                    <a:ext uri="{FF2B5EF4-FFF2-40B4-BE49-F238E27FC236}">
                      <a16:creationId xmlns:a16="http://schemas.microsoft.com/office/drawing/2014/main" id="{E3DB0782-48A5-4F6A-8CD9-2437E5E1C0EA}"/>
                    </a:ext>
                  </a:extLst>
                </p:cNvPr>
                <p:cNvPicPr/>
                <p:nvPr/>
              </p:nvPicPr>
              <p:blipFill>
                <a:blip r:embed="rId23"/>
                <a:stretch>
                  <a:fillRect/>
                </a:stretch>
              </p:blipFill>
              <p:spPr>
                <a:xfrm>
                  <a:off x="6730551" y="897083"/>
                  <a:ext cx="34344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0" name="Ink 9">
                  <a:extLst>
                    <a:ext uri="{FF2B5EF4-FFF2-40B4-BE49-F238E27FC236}">
                      <a16:creationId xmlns:a16="http://schemas.microsoft.com/office/drawing/2014/main" id="{0A8423FA-3A3E-4CC6-8B55-2E20A0F05045}"/>
                    </a:ext>
                  </a:extLst>
                </p14:cNvPr>
                <p14:cNvContentPartPr/>
                <p14:nvPr/>
              </p14:nvContentPartPr>
              <p14:xfrm>
                <a:off x="7146711" y="902843"/>
                <a:ext cx="155520" cy="108720"/>
              </p14:xfrm>
            </p:contentPart>
          </mc:Choice>
          <mc:Fallback xmlns="">
            <p:pic>
              <p:nvPicPr>
                <p:cNvPr id="10" name="Ink 9">
                  <a:extLst>
                    <a:ext uri="{FF2B5EF4-FFF2-40B4-BE49-F238E27FC236}">
                      <a16:creationId xmlns:a16="http://schemas.microsoft.com/office/drawing/2014/main" id="{0A8423FA-3A3E-4CC6-8B55-2E20A0F05045}"/>
                    </a:ext>
                  </a:extLst>
                </p:cNvPr>
                <p:cNvPicPr/>
                <p:nvPr/>
              </p:nvPicPr>
              <p:blipFill>
                <a:blip r:embed="rId25"/>
                <a:stretch>
                  <a:fillRect/>
                </a:stretch>
              </p:blipFill>
              <p:spPr>
                <a:xfrm>
                  <a:off x="7138071" y="893843"/>
                  <a:ext cx="173160" cy="1263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1" name="Ink 10">
                  <a:extLst>
                    <a:ext uri="{FF2B5EF4-FFF2-40B4-BE49-F238E27FC236}">
                      <a16:creationId xmlns:a16="http://schemas.microsoft.com/office/drawing/2014/main" id="{FE7A93F8-36EA-498A-8BB8-933E63C8F72F}"/>
                    </a:ext>
                  </a:extLst>
                </p14:cNvPr>
                <p14:cNvContentPartPr/>
                <p14:nvPr/>
              </p14:nvContentPartPr>
              <p14:xfrm>
                <a:off x="7107831" y="904643"/>
                <a:ext cx="148320" cy="146520"/>
              </p14:xfrm>
            </p:contentPart>
          </mc:Choice>
          <mc:Fallback xmlns="">
            <p:pic>
              <p:nvPicPr>
                <p:cNvPr id="11" name="Ink 10">
                  <a:extLst>
                    <a:ext uri="{FF2B5EF4-FFF2-40B4-BE49-F238E27FC236}">
                      <a16:creationId xmlns:a16="http://schemas.microsoft.com/office/drawing/2014/main" id="{FE7A93F8-36EA-498A-8BB8-933E63C8F72F}"/>
                    </a:ext>
                  </a:extLst>
                </p:cNvPr>
                <p:cNvPicPr/>
                <p:nvPr/>
              </p:nvPicPr>
              <p:blipFill>
                <a:blip r:embed="rId27"/>
                <a:stretch>
                  <a:fillRect/>
                </a:stretch>
              </p:blipFill>
              <p:spPr>
                <a:xfrm>
                  <a:off x="7098831" y="895643"/>
                  <a:ext cx="165960" cy="1641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3" name="Ink 12">
                  <a:extLst>
                    <a:ext uri="{FF2B5EF4-FFF2-40B4-BE49-F238E27FC236}">
                      <a16:creationId xmlns:a16="http://schemas.microsoft.com/office/drawing/2014/main" id="{6DB82954-A6B8-43D3-9692-2C1B0D153774}"/>
                    </a:ext>
                  </a:extLst>
                </p14:cNvPr>
                <p14:cNvContentPartPr/>
                <p14:nvPr/>
              </p14:nvContentPartPr>
              <p14:xfrm>
                <a:off x="7302591" y="1014803"/>
                <a:ext cx="104040" cy="66960"/>
              </p14:xfrm>
            </p:contentPart>
          </mc:Choice>
          <mc:Fallback xmlns="">
            <p:pic>
              <p:nvPicPr>
                <p:cNvPr id="13" name="Ink 12">
                  <a:extLst>
                    <a:ext uri="{FF2B5EF4-FFF2-40B4-BE49-F238E27FC236}">
                      <a16:creationId xmlns:a16="http://schemas.microsoft.com/office/drawing/2014/main" id="{6DB82954-A6B8-43D3-9692-2C1B0D153774}"/>
                    </a:ext>
                  </a:extLst>
                </p:cNvPr>
                <p:cNvPicPr/>
                <p:nvPr/>
              </p:nvPicPr>
              <p:blipFill>
                <a:blip r:embed="rId29"/>
                <a:stretch>
                  <a:fillRect/>
                </a:stretch>
              </p:blipFill>
              <p:spPr>
                <a:xfrm>
                  <a:off x="7293951" y="1005803"/>
                  <a:ext cx="121680" cy="846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4" name="Ink 13">
                  <a:extLst>
                    <a:ext uri="{FF2B5EF4-FFF2-40B4-BE49-F238E27FC236}">
                      <a16:creationId xmlns:a16="http://schemas.microsoft.com/office/drawing/2014/main" id="{31E1BA60-46BA-4D93-B33B-312FFE2319D0}"/>
                    </a:ext>
                  </a:extLst>
                </p14:cNvPr>
                <p14:cNvContentPartPr/>
                <p14:nvPr/>
              </p14:nvContentPartPr>
              <p14:xfrm>
                <a:off x="7403391" y="937403"/>
                <a:ext cx="136800" cy="138960"/>
              </p14:xfrm>
            </p:contentPart>
          </mc:Choice>
          <mc:Fallback xmlns="">
            <p:pic>
              <p:nvPicPr>
                <p:cNvPr id="14" name="Ink 13">
                  <a:extLst>
                    <a:ext uri="{FF2B5EF4-FFF2-40B4-BE49-F238E27FC236}">
                      <a16:creationId xmlns:a16="http://schemas.microsoft.com/office/drawing/2014/main" id="{31E1BA60-46BA-4D93-B33B-312FFE2319D0}"/>
                    </a:ext>
                  </a:extLst>
                </p:cNvPr>
                <p:cNvPicPr/>
                <p:nvPr/>
              </p:nvPicPr>
              <p:blipFill>
                <a:blip r:embed="rId31"/>
                <a:stretch>
                  <a:fillRect/>
                </a:stretch>
              </p:blipFill>
              <p:spPr>
                <a:xfrm>
                  <a:off x="7394751" y="928403"/>
                  <a:ext cx="154440" cy="1566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6" name="Ink 15">
                  <a:extLst>
                    <a:ext uri="{FF2B5EF4-FFF2-40B4-BE49-F238E27FC236}">
                      <a16:creationId xmlns:a16="http://schemas.microsoft.com/office/drawing/2014/main" id="{A39A7D86-5792-4874-BDC6-E2B19257AFD3}"/>
                    </a:ext>
                  </a:extLst>
                </p14:cNvPr>
                <p14:cNvContentPartPr/>
                <p14:nvPr/>
              </p14:nvContentPartPr>
              <p14:xfrm>
                <a:off x="7628031" y="997883"/>
                <a:ext cx="253800" cy="153000"/>
              </p14:xfrm>
            </p:contentPart>
          </mc:Choice>
          <mc:Fallback xmlns="">
            <p:pic>
              <p:nvPicPr>
                <p:cNvPr id="16" name="Ink 15">
                  <a:extLst>
                    <a:ext uri="{FF2B5EF4-FFF2-40B4-BE49-F238E27FC236}">
                      <a16:creationId xmlns:a16="http://schemas.microsoft.com/office/drawing/2014/main" id="{A39A7D86-5792-4874-BDC6-E2B19257AFD3}"/>
                    </a:ext>
                  </a:extLst>
                </p:cNvPr>
                <p:cNvPicPr/>
                <p:nvPr/>
              </p:nvPicPr>
              <p:blipFill>
                <a:blip r:embed="rId33"/>
                <a:stretch>
                  <a:fillRect/>
                </a:stretch>
              </p:blipFill>
              <p:spPr>
                <a:xfrm>
                  <a:off x="7619391" y="989243"/>
                  <a:ext cx="271440" cy="1706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8" name="Ink 17">
                  <a:extLst>
                    <a:ext uri="{FF2B5EF4-FFF2-40B4-BE49-F238E27FC236}">
                      <a16:creationId xmlns:a16="http://schemas.microsoft.com/office/drawing/2014/main" id="{C71E908B-789D-4758-B9A7-9ED4C256EA74}"/>
                    </a:ext>
                  </a:extLst>
                </p14:cNvPr>
                <p14:cNvContentPartPr/>
                <p14:nvPr/>
              </p14:nvContentPartPr>
              <p14:xfrm>
                <a:off x="7780671" y="1048283"/>
                <a:ext cx="131760" cy="154800"/>
              </p14:xfrm>
            </p:contentPart>
          </mc:Choice>
          <mc:Fallback xmlns="">
            <p:pic>
              <p:nvPicPr>
                <p:cNvPr id="18" name="Ink 17">
                  <a:extLst>
                    <a:ext uri="{FF2B5EF4-FFF2-40B4-BE49-F238E27FC236}">
                      <a16:creationId xmlns:a16="http://schemas.microsoft.com/office/drawing/2014/main" id="{C71E908B-789D-4758-B9A7-9ED4C256EA74}"/>
                    </a:ext>
                  </a:extLst>
                </p:cNvPr>
                <p:cNvPicPr/>
                <p:nvPr/>
              </p:nvPicPr>
              <p:blipFill>
                <a:blip r:embed="rId35"/>
                <a:stretch>
                  <a:fillRect/>
                </a:stretch>
              </p:blipFill>
              <p:spPr>
                <a:xfrm>
                  <a:off x="7771671" y="1039283"/>
                  <a:ext cx="149400" cy="1724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0" name="Ink 19">
                  <a:extLst>
                    <a:ext uri="{FF2B5EF4-FFF2-40B4-BE49-F238E27FC236}">
                      <a16:creationId xmlns:a16="http://schemas.microsoft.com/office/drawing/2014/main" id="{D98C754A-899E-4586-A2C2-9BC5521ED07D}"/>
                    </a:ext>
                  </a:extLst>
                </p14:cNvPr>
                <p14:cNvContentPartPr/>
                <p14:nvPr/>
              </p14:nvContentPartPr>
              <p14:xfrm>
                <a:off x="7970031" y="984203"/>
                <a:ext cx="139320" cy="105480"/>
              </p14:xfrm>
            </p:contentPart>
          </mc:Choice>
          <mc:Fallback xmlns="">
            <p:pic>
              <p:nvPicPr>
                <p:cNvPr id="20" name="Ink 19">
                  <a:extLst>
                    <a:ext uri="{FF2B5EF4-FFF2-40B4-BE49-F238E27FC236}">
                      <a16:creationId xmlns:a16="http://schemas.microsoft.com/office/drawing/2014/main" id="{D98C754A-899E-4586-A2C2-9BC5521ED07D}"/>
                    </a:ext>
                  </a:extLst>
                </p:cNvPr>
                <p:cNvPicPr/>
                <p:nvPr/>
              </p:nvPicPr>
              <p:blipFill>
                <a:blip r:embed="rId37"/>
                <a:stretch>
                  <a:fillRect/>
                </a:stretch>
              </p:blipFill>
              <p:spPr>
                <a:xfrm>
                  <a:off x="7961031" y="975203"/>
                  <a:ext cx="15696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2" name="Ink 21">
                  <a:extLst>
                    <a:ext uri="{FF2B5EF4-FFF2-40B4-BE49-F238E27FC236}">
                      <a16:creationId xmlns:a16="http://schemas.microsoft.com/office/drawing/2014/main" id="{5A8741E4-14D6-4465-8938-C2809946B890}"/>
                    </a:ext>
                  </a:extLst>
                </p14:cNvPr>
                <p14:cNvContentPartPr/>
                <p14:nvPr/>
              </p14:nvContentPartPr>
              <p14:xfrm>
                <a:off x="8106471" y="1056563"/>
                <a:ext cx="109440" cy="135720"/>
              </p14:xfrm>
            </p:contentPart>
          </mc:Choice>
          <mc:Fallback xmlns="">
            <p:pic>
              <p:nvPicPr>
                <p:cNvPr id="22" name="Ink 21">
                  <a:extLst>
                    <a:ext uri="{FF2B5EF4-FFF2-40B4-BE49-F238E27FC236}">
                      <a16:creationId xmlns:a16="http://schemas.microsoft.com/office/drawing/2014/main" id="{5A8741E4-14D6-4465-8938-C2809946B890}"/>
                    </a:ext>
                  </a:extLst>
                </p:cNvPr>
                <p:cNvPicPr/>
                <p:nvPr/>
              </p:nvPicPr>
              <p:blipFill>
                <a:blip r:embed="rId39"/>
                <a:stretch>
                  <a:fillRect/>
                </a:stretch>
              </p:blipFill>
              <p:spPr>
                <a:xfrm>
                  <a:off x="8097471" y="1047923"/>
                  <a:ext cx="127080" cy="1533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3" name="Ink 22">
                  <a:extLst>
                    <a:ext uri="{FF2B5EF4-FFF2-40B4-BE49-F238E27FC236}">
                      <a16:creationId xmlns:a16="http://schemas.microsoft.com/office/drawing/2014/main" id="{C791440C-0421-4AB3-B01C-A2F5CD6A1BBC}"/>
                    </a:ext>
                  </a:extLst>
                </p14:cNvPr>
                <p14:cNvContentPartPr/>
                <p14:nvPr/>
              </p14:nvContentPartPr>
              <p14:xfrm>
                <a:off x="8265591" y="973403"/>
                <a:ext cx="160560" cy="153000"/>
              </p14:xfrm>
            </p:contentPart>
          </mc:Choice>
          <mc:Fallback xmlns="">
            <p:pic>
              <p:nvPicPr>
                <p:cNvPr id="23" name="Ink 22">
                  <a:extLst>
                    <a:ext uri="{FF2B5EF4-FFF2-40B4-BE49-F238E27FC236}">
                      <a16:creationId xmlns:a16="http://schemas.microsoft.com/office/drawing/2014/main" id="{C791440C-0421-4AB3-B01C-A2F5CD6A1BBC}"/>
                    </a:ext>
                  </a:extLst>
                </p:cNvPr>
                <p:cNvPicPr/>
                <p:nvPr/>
              </p:nvPicPr>
              <p:blipFill>
                <a:blip r:embed="rId41"/>
                <a:stretch>
                  <a:fillRect/>
                </a:stretch>
              </p:blipFill>
              <p:spPr>
                <a:xfrm>
                  <a:off x="8256951" y="964763"/>
                  <a:ext cx="178200" cy="1706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4" name="Ink 23">
                  <a:extLst>
                    <a:ext uri="{FF2B5EF4-FFF2-40B4-BE49-F238E27FC236}">
                      <a16:creationId xmlns:a16="http://schemas.microsoft.com/office/drawing/2014/main" id="{03B1A43F-4967-4940-9311-BDAFB315711B}"/>
                    </a:ext>
                  </a:extLst>
                </p14:cNvPr>
                <p14:cNvContentPartPr/>
                <p14:nvPr/>
              </p14:nvContentPartPr>
              <p14:xfrm>
                <a:off x="8447391" y="969443"/>
                <a:ext cx="117360" cy="126720"/>
              </p14:xfrm>
            </p:contentPart>
          </mc:Choice>
          <mc:Fallback xmlns="">
            <p:pic>
              <p:nvPicPr>
                <p:cNvPr id="24" name="Ink 23">
                  <a:extLst>
                    <a:ext uri="{FF2B5EF4-FFF2-40B4-BE49-F238E27FC236}">
                      <a16:creationId xmlns:a16="http://schemas.microsoft.com/office/drawing/2014/main" id="{03B1A43F-4967-4940-9311-BDAFB315711B}"/>
                    </a:ext>
                  </a:extLst>
                </p:cNvPr>
                <p:cNvPicPr/>
                <p:nvPr/>
              </p:nvPicPr>
              <p:blipFill>
                <a:blip r:embed="rId43"/>
                <a:stretch>
                  <a:fillRect/>
                </a:stretch>
              </p:blipFill>
              <p:spPr>
                <a:xfrm>
                  <a:off x="8438391" y="960443"/>
                  <a:ext cx="13500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6" name="Ink 25">
                  <a:extLst>
                    <a:ext uri="{FF2B5EF4-FFF2-40B4-BE49-F238E27FC236}">
                      <a16:creationId xmlns:a16="http://schemas.microsoft.com/office/drawing/2014/main" id="{982F8E8B-FF50-4933-86CB-1854257D1C21}"/>
                    </a:ext>
                  </a:extLst>
                </p14:cNvPr>
                <p14:cNvContentPartPr/>
                <p14:nvPr/>
              </p14:nvContentPartPr>
              <p14:xfrm>
                <a:off x="5175711" y="912563"/>
                <a:ext cx="183600" cy="112680"/>
              </p14:xfrm>
            </p:contentPart>
          </mc:Choice>
          <mc:Fallback xmlns="">
            <p:pic>
              <p:nvPicPr>
                <p:cNvPr id="26" name="Ink 25">
                  <a:extLst>
                    <a:ext uri="{FF2B5EF4-FFF2-40B4-BE49-F238E27FC236}">
                      <a16:creationId xmlns:a16="http://schemas.microsoft.com/office/drawing/2014/main" id="{982F8E8B-FF50-4933-86CB-1854257D1C21}"/>
                    </a:ext>
                  </a:extLst>
                </p:cNvPr>
                <p:cNvPicPr/>
                <p:nvPr/>
              </p:nvPicPr>
              <p:blipFill>
                <a:blip r:embed="rId45"/>
                <a:stretch>
                  <a:fillRect/>
                </a:stretch>
              </p:blipFill>
              <p:spPr>
                <a:xfrm>
                  <a:off x="5167071" y="903923"/>
                  <a:ext cx="20124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7" name="Ink 26">
                  <a:extLst>
                    <a:ext uri="{FF2B5EF4-FFF2-40B4-BE49-F238E27FC236}">
                      <a16:creationId xmlns:a16="http://schemas.microsoft.com/office/drawing/2014/main" id="{E2077DE0-54BF-4357-9523-CF018CDB08BD}"/>
                    </a:ext>
                  </a:extLst>
                </p14:cNvPr>
                <p14:cNvContentPartPr/>
                <p14:nvPr/>
              </p14:nvContentPartPr>
              <p14:xfrm>
                <a:off x="5401071" y="978083"/>
                <a:ext cx="10080" cy="97560"/>
              </p14:xfrm>
            </p:contentPart>
          </mc:Choice>
          <mc:Fallback xmlns="">
            <p:pic>
              <p:nvPicPr>
                <p:cNvPr id="27" name="Ink 26">
                  <a:extLst>
                    <a:ext uri="{FF2B5EF4-FFF2-40B4-BE49-F238E27FC236}">
                      <a16:creationId xmlns:a16="http://schemas.microsoft.com/office/drawing/2014/main" id="{E2077DE0-54BF-4357-9523-CF018CDB08BD}"/>
                    </a:ext>
                  </a:extLst>
                </p:cNvPr>
                <p:cNvPicPr/>
                <p:nvPr/>
              </p:nvPicPr>
              <p:blipFill>
                <a:blip r:embed="rId47"/>
                <a:stretch>
                  <a:fillRect/>
                </a:stretch>
              </p:blipFill>
              <p:spPr>
                <a:xfrm>
                  <a:off x="5392431" y="969083"/>
                  <a:ext cx="27720" cy="1152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8" name="Ink 27">
                  <a:extLst>
                    <a:ext uri="{FF2B5EF4-FFF2-40B4-BE49-F238E27FC236}">
                      <a16:creationId xmlns:a16="http://schemas.microsoft.com/office/drawing/2014/main" id="{92D69EF6-4083-465F-BD48-0853915AE4AB}"/>
                    </a:ext>
                  </a:extLst>
                </p14:cNvPr>
                <p14:cNvContentPartPr/>
                <p14:nvPr/>
              </p14:nvContentPartPr>
              <p14:xfrm>
                <a:off x="5507271" y="968723"/>
                <a:ext cx="105480" cy="74160"/>
              </p14:xfrm>
            </p:contentPart>
          </mc:Choice>
          <mc:Fallback xmlns="">
            <p:pic>
              <p:nvPicPr>
                <p:cNvPr id="28" name="Ink 27">
                  <a:extLst>
                    <a:ext uri="{FF2B5EF4-FFF2-40B4-BE49-F238E27FC236}">
                      <a16:creationId xmlns:a16="http://schemas.microsoft.com/office/drawing/2014/main" id="{92D69EF6-4083-465F-BD48-0853915AE4AB}"/>
                    </a:ext>
                  </a:extLst>
                </p:cNvPr>
                <p:cNvPicPr/>
                <p:nvPr/>
              </p:nvPicPr>
              <p:blipFill>
                <a:blip r:embed="rId49"/>
                <a:stretch>
                  <a:fillRect/>
                </a:stretch>
              </p:blipFill>
              <p:spPr>
                <a:xfrm>
                  <a:off x="5498271" y="960083"/>
                  <a:ext cx="123120" cy="918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6" name="Ink 35">
                  <a:extLst>
                    <a:ext uri="{FF2B5EF4-FFF2-40B4-BE49-F238E27FC236}">
                      <a16:creationId xmlns:a16="http://schemas.microsoft.com/office/drawing/2014/main" id="{EC30E36C-BEF2-4DE8-B2F4-ED56CC0E9A6C}"/>
                    </a:ext>
                  </a:extLst>
                </p14:cNvPr>
                <p14:cNvContentPartPr/>
                <p14:nvPr/>
              </p14:nvContentPartPr>
              <p14:xfrm>
                <a:off x="5845311" y="1142963"/>
                <a:ext cx="2636280" cy="337680"/>
              </p14:xfrm>
            </p:contentPart>
          </mc:Choice>
          <mc:Fallback xmlns="">
            <p:pic>
              <p:nvPicPr>
                <p:cNvPr id="36" name="Ink 35">
                  <a:extLst>
                    <a:ext uri="{FF2B5EF4-FFF2-40B4-BE49-F238E27FC236}">
                      <a16:creationId xmlns:a16="http://schemas.microsoft.com/office/drawing/2014/main" id="{EC30E36C-BEF2-4DE8-B2F4-ED56CC0E9A6C}"/>
                    </a:ext>
                  </a:extLst>
                </p:cNvPr>
                <p:cNvPicPr/>
                <p:nvPr/>
              </p:nvPicPr>
              <p:blipFill>
                <a:blip r:embed="rId51"/>
                <a:stretch>
                  <a:fillRect/>
                </a:stretch>
              </p:blipFill>
              <p:spPr>
                <a:xfrm>
                  <a:off x="5836671" y="1133963"/>
                  <a:ext cx="2653920" cy="3553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2">
            <p14:nvContentPartPr>
              <p14:cNvPr id="38" name="Ink 37">
                <a:extLst>
                  <a:ext uri="{FF2B5EF4-FFF2-40B4-BE49-F238E27FC236}">
                    <a16:creationId xmlns:a16="http://schemas.microsoft.com/office/drawing/2014/main" id="{1C271D8B-F43E-4D0C-B12C-6E7929DBD430}"/>
                  </a:ext>
                </a:extLst>
              </p14:cNvPr>
              <p14:cNvContentPartPr/>
              <p14:nvPr/>
            </p14:nvContentPartPr>
            <p14:xfrm>
              <a:off x="4727151" y="1614203"/>
              <a:ext cx="281160" cy="378000"/>
            </p14:xfrm>
          </p:contentPart>
        </mc:Choice>
        <mc:Fallback xmlns="">
          <p:pic>
            <p:nvPicPr>
              <p:cNvPr id="38" name="Ink 37">
                <a:extLst>
                  <a:ext uri="{FF2B5EF4-FFF2-40B4-BE49-F238E27FC236}">
                    <a16:creationId xmlns:a16="http://schemas.microsoft.com/office/drawing/2014/main" id="{1C271D8B-F43E-4D0C-B12C-6E7929DBD430}"/>
                  </a:ext>
                </a:extLst>
              </p:cNvPr>
              <p:cNvPicPr/>
              <p:nvPr/>
            </p:nvPicPr>
            <p:blipFill>
              <a:blip r:embed="rId53"/>
              <a:stretch>
                <a:fillRect/>
              </a:stretch>
            </p:blipFill>
            <p:spPr>
              <a:xfrm>
                <a:off x="4718511" y="1605563"/>
                <a:ext cx="298800" cy="395640"/>
              </a:xfrm>
              <a:prstGeom prst="rect">
                <a:avLst/>
              </a:prstGeom>
            </p:spPr>
          </p:pic>
        </mc:Fallback>
      </mc:AlternateContent>
    </p:spTree>
    <p:extLst>
      <p:ext uri="{BB962C8B-B14F-4D97-AF65-F5344CB8AC3E}">
        <p14:creationId xmlns:p14="http://schemas.microsoft.com/office/powerpoint/2010/main" val="357030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Batch Normalization</a:t>
            </a:r>
          </a:p>
        </p:txBody>
      </p:sp>
      <p:sp>
        <p:nvSpPr>
          <p:cNvPr id="6" name="Content Placeholder 2">
            <a:extLst>
              <a:ext uri="{FF2B5EF4-FFF2-40B4-BE49-F238E27FC236}">
                <a16:creationId xmlns:a16="http://schemas.microsoft.com/office/drawing/2014/main" id="{98E0FE6E-8F22-4B9F-9E9F-E2B694DC96D4}"/>
              </a:ext>
            </a:extLst>
          </p:cNvPr>
          <p:cNvSpPr txBox="1">
            <a:spLocks/>
          </p:cNvSpPr>
          <p:nvPr/>
        </p:nvSpPr>
        <p:spPr>
          <a:xfrm>
            <a:off x="838200" y="5178009"/>
            <a:ext cx="5429865" cy="1449388"/>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marR="0" lvl="1" indent="0" algn="l" defTabSz="914400" rtl="0" eaLnBrk="1" fontAlgn="auto" latinLnBrk="0" hangingPunct="1">
              <a:lnSpc>
                <a:spcPct val="90000"/>
              </a:lnSpc>
              <a:spcBef>
                <a:spcPts val="500"/>
              </a:spcBef>
              <a:spcAft>
                <a:spcPts val="0"/>
              </a:spcAft>
              <a:buClrTx/>
              <a:buSzTx/>
              <a:buNone/>
              <a:tabLst/>
              <a:defRPr/>
            </a:pPr>
            <a:r>
              <a:rPr lang="en-US" dirty="0">
                <a:solidFill>
                  <a:prstClr val="black"/>
                </a:solidFill>
                <a:latin typeface="Calibri" panose="020F0502020204030204"/>
              </a:rPr>
              <a:t>Mean: Mean of batch, Std dev. of batch</a:t>
            </a:r>
          </a:p>
          <a:p>
            <a:pPr marL="457200" marR="0" lvl="1" indent="0" algn="l" defTabSz="914400" rtl="0" eaLnBrk="1" fontAlgn="auto" latinLnBrk="0" hangingPunct="1">
              <a:lnSpc>
                <a:spcPct val="90000"/>
              </a:lnSpc>
              <a:spcBef>
                <a:spcPts val="500"/>
              </a:spcBef>
              <a:spcAft>
                <a:spcPts val="0"/>
              </a:spcAft>
              <a:buClrTx/>
              <a:buSzTx/>
              <a:buNone/>
              <a:tabLst/>
              <a:defRPr/>
            </a:pPr>
            <a:r>
              <a:rPr lang="en-US" dirty="0">
                <a:solidFill>
                  <a:prstClr val="black"/>
                </a:solidFill>
                <a:latin typeface="Calibri" panose="020F0502020204030204"/>
              </a:rPr>
              <a:t>Z: net input</a:t>
            </a:r>
          </a:p>
          <a:p>
            <a:pPr marL="457200" marR="0" lvl="1" indent="0" algn="l" defTabSz="914400" rtl="0" eaLnBrk="1" fontAlgn="auto" latinLnBrk="0" hangingPunct="1">
              <a:lnSpc>
                <a:spcPct val="90000"/>
              </a:lnSpc>
              <a:spcBef>
                <a:spcPts val="500"/>
              </a:spcBef>
              <a:spcAft>
                <a:spcPts val="0"/>
              </a:spcAft>
              <a:buClrTx/>
              <a:buSzTx/>
              <a:buNone/>
              <a:tabLst/>
              <a:defRPr/>
            </a:pPr>
            <a:r>
              <a:rPr kumimoji="0" lang="el-GR" sz="2400" i="0" u="none" strike="noStrike" kern="1200" cap="none" spc="0" normalizeH="0" baseline="0" noProof="0" dirty="0">
                <a:ln>
                  <a:noFill/>
                </a:ln>
                <a:solidFill>
                  <a:prstClr val="black"/>
                </a:solidFill>
                <a:effectLst/>
                <a:uLnTx/>
                <a:uFillTx/>
                <a:latin typeface="Calibri Light" panose="020F0302020204030204"/>
                <a:ea typeface="+mn-ea"/>
                <a:cs typeface="+mn-cs"/>
              </a:rPr>
              <a:t>γ</a:t>
            </a:r>
            <a:r>
              <a:rPr lang="en-US" dirty="0">
                <a:solidFill>
                  <a:prstClr val="black"/>
                </a:solidFill>
                <a:latin typeface="Calibri Light" panose="020F0302020204030204"/>
              </a:rPr>
              <a:t> : Scaling factor</a:t>
            </a:r>
          </a:p>
          <a:p>
            <a:pPr marL="457200" marR="0" lvl="1" indent="0" algn="l" defTabSz="914400" rtl="0" eaLnBrk="1" fontAlgn="auto" latinLnBrk="0" hangingPunct="1">
              <a:lnSpc>
                <a:spcPct val="90000"/>
              </a:lnSpc>
              <a:spcBef>
                <a:spcPts val="500"/>
              </a:spcBef>
              <a:spcAft>
                <a:spcPts val="0"/>
              </a:spcAft>
              <a:buClrTx/>
              <a:buSzTx/>
              <a:buNone/>
              <a:tabLst/>
              <a:defRPr/>
            </a:pPr>
            <a:r>
              <a:rPr kumimoji="0" lang="el-GR" sz="2400" i="0" u="none" strike="noStrike" kern="1200" cap="none" spc="0" normalizeH="0" baseline="0" noProof="0" dirty="0">
                <a:ln>
                  <a:noFill/>
                </a:ln>
                <a:solidFill>
                  <a:prstClr val="black"/>
                </a:solidFill>
                <a:effectLst/>
                <a:uLnTx/>
                <a:uFillTx/>
                <a:latin typeface="Calibri Light" panose="020F0302020204030204"/>
                <a:ea typeface="+mn-ea"/>
                <a:cs typeface="+mn-cs"/>
              </a:rPr>
              <a:t>β</a:t>
            </a:r>
            <a:r>
              <a:rPr lang="en-US" dirty="0">
                <a:solidFill>
                  <a:prstClr val="black"/>
                </a:solidFill>
                <a:latin typeface="Calibri Light" panose="020F0302020204030204"/>
              </a:rPr>
              <a:t> : Shifting factor</a:t>
            </a:r>
            <a:endParaRPr lang="en-US" b="1" dirty="0">
              <a:solidFill>
                <a:prstClr val="black"/>
              </a:solidFill>
              <a:latin typeface="Calibri Light" panose="020F0302020204030204"/>
            </a:endParaRPr>
          </a:p>
          <a:p>
            <a:pPr marL="457200" marR="0" lvl="1" indent="0" algn="l" defTabSz="914400" rtl="0" eaLnBrk="1" fontAlgn="auto" latinLnBrk="0" hangingPunct="1">
              <a:lnSpc>
                <a:spcPct val="90000"/>
              </a:lnSpc>
              <a:spcBef>
                <a:spcPts val="500"/>
              </a:spcBef>
              <a:spcAft>
                <a:spcPts val="0"/>
              </a:spcAft>
              <a:buClrTx/>
              <a:buSzTx/>
              <a:buNone/>
              <a:tabLst/>
              <a:defRPr/>
            </a:pPr>
            <a:endParaRPr lang="en-US" dirty="0">
              <a:solidFill>
                <a:prstClr val="black"/>
              </a:solidFill>
              <a:latin typeface="Calibri" panose="020F0502020204030204"/>
            </a:endParaRPr>
          </a:p>
          <a:p>
            <a:pPr marL="457200" marR="0" lvl="1" indent="0" algn="l" defTabSz="914400" rtl="0" eaLnBrk="1" fontAlgn="auto" latinLnBrk="0" hangingPunct="1">
              <a:lnSpc>
                <a:spcPct val="90000"/>
              </a:lnSpc>
              <a:spcBef>
                <a:spcPts val="500"/>
              </a:spcBef>
              <a:spcAft>
                <a:spcPts val="0"/>
              </a:spcAft>
              <a:buClrTx/>
              <a:buSzTx/>
              <a:buNone/>
              <a:tabLst/>
              <a:defRPr/>
            </a:pPr>
            <a:endPar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8E1BE9B7-BDC8-4302-89B3-A40991E134D7}"/>
              </a:ext>
            </a:extLst>
          </p:cNvPr>
          <p:cNvPicPr>
            <a:picLocks noChangeAspect="1"/>
          </p:cNvPicPr>
          <p:nvPr/>
        </p:nvPicPr>
        <p:blipFill rotWithShape="1">
          <a:blip r:embed="rId3"/>
          <a:srcRect l="24960" t="31465" r="46393" b="46666"/>
          <a:stretch/>
        </p:blipFill>
        <p:spPr>
          <a:xfrm>
            <a:off x="1903751" y="1679991"/>
            <a:ext cx="8172936" cy="3507697"/>
          </a:xfrm>
          <a:prstGeom prst="rect">
            <a:avLst/>
          </a:prstGeom>
        </p:spPr>
      </p:pic>
      <p:sp>
        <p:nvSpPr>
          <p:cNvPr id="14" name="Content Placeholder 2">
            <a:extLst>
              <a:ext uri="{FF2B5EF4-FFF2-40B4-BE49-F238E27FC236}">
                <a16:creationId xmlns:a16="http://schemas.microsoft.com/office/drawing/2014/main" id="{20D709D1-B25C-42DF-A823-C3B627C168AC}"/>
              </a:ext>
            </a:extLst>
          </p:cNvPr>
          <p:cNvSpPr txBox="1">
            <a:spLocks/>
          </p:cNvSpPr>
          <p:nvPr/>
        </p:nvSpPr>
        <p:spPr>
          <a:xfrm>
            <a:off x="6651523" y="5291723"/>
            <a:ext cx="4960377" cy="1325845"/>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marR="0" lvl="1" indent="0" algn="l" defTabSz="914400" rtl="0" eaLnBrk="1" fontAlgn="auto" latinLnBrk="0" hangingPunct="1">
              <a:lnSpc>
                <a:spcPct val="90000"/>
              </a:lnSpc>
              <a:spcBef>
                <a:spcPts val="500"/>
              </a:spcBef>
              <a:spcAft>
                <a:spcPts val="0"/>
              </a:spcAft>
              <a:buClrTx/>
              <a:buSzTx/>
              <a:buNone/>
              <a:tabLst/>
              <a:defRPr/>
            </a:pPr>
            <a:r>
              <a:rPr kumimoji="0" lang="el-GR" sz="2400" b="1" i="0" u="none" strike="noStrike" kern="1200" cap="none" spc="0" normalizeH="0" baseline="0" noProof="0" dirty="0">
                <a:ln>
                  <a:noFill/>
                </a:ln>
                <a:solidFill>
                  <a:prstClr val="black"/>
                </a:solidFill>
                <a:effectLst/>
                <a:uLnTx/>
                <a:uFillTx/>
                <a:latin typeface="Calibri Light" panose="020F0302020204030204"/>
                <a:ea typeface="+mn-ea"/>
                <a:cs typeface="+mn-cs"/>
              </a:rPr>
              <a:t>γ</a:t>
            </a:r>
            <a:r>
              <a:rPr lang="en-US" b="1" dirty="0">
                <a:solidFill>
                  <a:prstClr val="black"/>
                </a:solidFill>
                <a:latin typeface="Calibri Light" panose="020F0302020204030204"/>
              </a:rPr>
              <a:t> and </a:t>
            </a:r>
            <a:r>
              <a:rPr kumimoji="0" lang="el-GR" sz="2400" b="1" i="0" u="none" strike="noStrike" kern="1200" cap="none" spc="0" normalizeH="0" baseline="0" noProof="0" dirty="0">
                <a:ln>
                  <a:noFill/>
                </a:ln>
                <a:solidFill>
                  <a:prstClr val="black"/>
                </a:solidFill>
                <a:effectLst/>
                <a:uLnTx/>
                <a:uFillTx/>
                <a:latin typeface="Calibri Light" panose="020F0302020204030204"/>
                <a:ea typeface="+mn-ea"/>
                <a:cs typeface="+mn-cs"/>
              </a:rPr>
              <a:t>β</a:t>
            </a:r>
            <a:r>
              <a:rPr lang="en-US" b="1" dirty="0">
                <a:solidFill>
                  <a:prstClr val="black"/>
                </a:solidFill>
                <a:latin typeface="Calibri Light" panose="020F0302020204030204"/>
              </a:rPr>
              <a:t> </a:t>
            </a:r>
          </a:p>
          <a:p>
            <a:pPr lvl="1">
              <a:defRPr/>
            </a:pPr>
            <a:r>
              <a:rPr lang="en-US" b="1" dirty="0">
                <a:solidFill>
                  <a:prstClr val="black"/>
                </a:solidFill>
                <a:latin typeface="Calibri Light" panose="020F0302020204030204"/>
              </a:rPr>
              <a:t>Used to adjust the distribution.</a:t>
            </a:r>
          </a:p>
          <a:p>
            <a:pPr lvl="1">
              <a:defRPr/>
            </a:pPr>
            <a:r>
              <a:rPr lang="en-US" b="1" dirty="0">
                <a:solidFill>
                  <a:prstClr val="black"/>
                </a:solidFill>
                <a:latin typeface="Calibri Light" panose="020F0302020204030204"/>
              </a:rPr>
              <a:t>Learned over epochs along with w</a:t>
            </a:r>
          </a:p>
        </p:txBody>
      </p:sp>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46DDE6EF-8ED0-434C-AC1D-CAD86427DFF7}"/>
                  </a:ext>
                </a:extLst>
              </p14:cNvPr>
              <p14:cNvContentPartPr/>
              <p14:nvPr/>
            </p14:nvContentPartPr>
            <p14:xfrm>
              <a:off x="2905920" y="2337480"/>
              <a:ext cx="8776440" cy="2527920"/>
            </p14:xfrm>
          </p:contentPart>
        </mc:Choice>
        <mc:Fallback xmlns="">
          <p:pic>
            <p:nvPicPr>
              <p:cNvPr id="3" name="Ink 2">
                <a:extLst>
                  <a:ext uri="{FF2B5EF4-FFF2-40B4-BE49-F238E27FC236}">
                    <a16:creationId xmlns:a16="http://schemas.microsoft.com/office/drawing/2014/main" id="{46DDE6EF-8ED0-434C-AC1D-CAD86427DFF7}"/>
                  </a:ext>
                </a:extLst>
              </p:cNvPr>
              <p:cNvPicPr/>
              <p:nvPr/>
            </p:nvPicPr>
            <p:blipFill>
              <a:blip r:embed="rId5"/>
              <a:stretch>
                <a:fillRect/>
              </a:stretch>
            </p:blipFill>
            <p:spPr>
              <a:xfrm>
                <a:off x="2896560" y="2328120"/>
                <a:ext cx="8795160" cy="2546640"/>
              </a:xfrm>
              <a:prstGeom prst="rect">
                <a:avLst/>
              </a:prstGeom>
            </p:spPr>
          </p:pic>
        </mc:Fallback>
      </mc:AlternateContent>
    </p:spTree>
    <p:extLst>
      <p:ext uri="{BB962C8B-B14F-4D97-AF65-F5344CB8AC3E}">
        <p14:creationId xmlns:p14="http://schemas.microsoft.com/office/powerpoint/2010/main" val="1657901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Batch Normalization</a:t>
            </a:r>
          </a:p>
        </p:txBody>
      </p:sp>
      <p:sp>
        <p:nvSpPr>
          <p:cNvPr id="6" name="Content Placeholder 2">
            <a:extLst>
              <a:ext uri="{FF2B5EF4-FFF2-40B4-BE49-F238E27FC236}">
                <a16:creationId xmlns:a16="http://schemas.microsoft.com/office/drawing/2014/main" id="{98E0FE6E-8F22-4B9F-9E9F-E2B694DC96D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Content Placeholder 2">
            <a:extLst>
              <a:ext uri="{FF2B5EF4-FFF2-40B4-BE49-F238E27FC236}">
                <a16:creationId xmlns:a16="http://schemas.microsoft.com/office/drawing/2014/main" id="{55A5BFD8-4962-4C89-86F0-4A582AD35F41}"/>
              </a:ext>
            </a:extLst>
          </p:cNvPr>
          <p:cNvSpPr txBox="1">
            <a:spLocks/>
          </p:cNvSpPr>
          <p:nvPr/>
        </p:nvSpPr>
        <p:spPr>
          <a:xfrm>
            <a:off x="6268065" y="1978025"/>
            <a:ext cx="523813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grpSp>
        <p:nvGrpSpPr>
          <p:cNvPr id="12" name="Group 11">
            <a:extLst>
              <a:ext uri="{FF2B5EF4-FFF2-40B4-BE49-F238E27FC236}">
                <a16:creationId xmlns:a16="http://schemas.microsoft.com/office/drawing/2014/main" id="{DEBB5EBB-68AB-46AD-8565-36A106221A91}"/>
              </a:ext>
            </a:extLst>
          </p:cNvPr>
          <p:cNvGrpSpPr/>
          <p:nvPr/>
        </p:nvGrpSpPr>
        <p:grpSpPr>
          <a:xfrm>
            <a:off x="517311" y="1801763"/>
            <a:ext cx="568080" cy="289800"/>
            <a:chOff x="517311" y="1801763"/>
            <a:chExt cx="568080" cy="289800"/>
          </a:xfrm>
        </p:grpSpPr>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F3C9B8F1-8C51-44D0-AAEC-6057211B0AC1}"/>
                    </a:ext>
                  </a:extLst>
                </p14:cNvPr>
                <p14:cNvContentPartPr/>
                <p14:nvPr/>
              </p14:nvContentPartPr>
              <p14:xfrm>
                <a:off x="527391" y="1801763"/>
                <a:ext cx="24120" cy="280800"/>
              </p14:xfrm>
            </p:contentPart>
          </mc:Choice>
          <mc:Fallback xmlns="">
            <p:pic>
              <p:nvPicPr>
                <p:cNvPr id="5" name="Ink 4">
                  <a:extLst>
                    <a:ext uri="{FF2B5EF4-FFF2-40B4-BE49-F238E27FC236}">
                      <a16:creationId xmlns:a16="http://schemas.microsoft.com/office/drawing/2014/main" id="{F3C9B8F1-8C51-44D0-AAEC-6057211B0AC1}"/>
                    </a:ext>
                  </a:extLst>
                </p:cNvPr>
                <p:cNvPicPr/>
                <p:nvPr/>
              </p:nvPicPr>
              <p:blipFill>
                <a:blip r:embed="rId4"/>
                <a:stretch>
                  <a:fillRect/>
                </a:stretch>
              </p:blipFill>
              <p:spPr>
                <a:xfrm>
                  <a:off x="518751" y="1793123"/>
                  <a:ext cx="41760" cy="2984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476F2C04-4538-45FD-8EBF-6DC0C3CFAD2A}"/>
                    </a:ext>
                  </a:extLst>
                </p14:cNvPr>
                <p14:cNvContentPartPr/>
                <p14:nvPr/>
              </p14:nvContentPartPr>
              <p14:xfrm>
                <a:off x="517311" y="1855403"/>
                <a:ext cx="134280" cy="236160"/>
              </p14:xfrm>
            </p:contentPart>
          </mc:Choice>
          <mc:Fallback xmlns="">
            <p:pic>
              <p:nvPicPr>
                <p:cNvPr id="7" name="Ink 6">
                  <a:extLst>
                    <a:ext uri="{FF2B5EF4-FFF2-40B4-BE49-F238E27FC236}">
                      <a16:creationId xmlns:a16="http://schemas.microsoft.com/office/drawing/2014/main" id="{476F2C04-4538-45FD-8EBF-6DC0C3CFAD2A}"/>
                    </a:ext>
                  </a:extLst>
                </p:cNvPr>
                <p:cNvPicPr/>
                <p:nvPr/>
              </p:nvPicPr>
              <p:blipFill>
                <a:blip r:embed="rId6"/>
                <a:stretch>
                  <a:fillRect/>
                </a:stretch>
              </p:blipFill>
              <p:spPr>
                <a:xfrm>
                  <a:off x="508311" y="1846403"/>
                  <a:ext cx="151920" cy="2538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57D810CD-08CC-4D30-B356-8F8E83DA0F03}"/>
                    </a:ext>
                  </a:extLst>
                </p14:cNvPr>
                <p14:cNvContentPartPr/>
                <p14:nvPr/>
              </p14:nvContentPartPr>
              <p14:xfrm>
                <a:off x="673911" y="1838843"/>
                <a:ext cx="411480" cy="232560"/>
              </p14:xfrm>
            </p:contentPart>
          </mc:Choice>
          <mc:Fallback xmlns="">
            <p:pic>
              <p:nvPicPr>
                <p:cNvPr id="8" name="Ink 7">
                  <a:extLst>
                    <a:ext uri="{FF2B5EF4-FFF2-40B4-BE49-F238E27FC236}">
                      <a16:creationId xmlns:a16="http://schemas.microsoft.com/office/drawing/2014/main" id="{57D810CD-08CC-4D30-B356-8F8E83DA0F03}"/>
                    </a:ext>
                  </a:extLst>
                </p:cNvPr>
                <p:cNvPicPr/>
                <p:nvPr/>
              </p:nvPicPr>
              <p:blipFill>
                <a:blip r:embed="rId8"/>
                <a:stretch>
                  <a:fillRect/>
                </a:stretch>
              </p:blipFill>
              <p:spPr>
                <a:xfrm>
                  <a:off x="664911" y="1830203"/>
                  <a:ext cx="429120" cy="2502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1" name="Ink 10">
                  <a:extLst>
                    <a:ext uri="{FF2B5EF4-FFF2-40B4-BE49-F238E27FC236}">
                      <a16:creationId xmlns:a16="http://schemas.microsoft.com/office/drawing/2014/main" id="{17730917-1EA5-47E6-B367-AE7A8B1F1E7A}"/>
                    </a:ext>
                  </a:extLst>
                </p14:cNvPr>
                <p14:cNvContentPartPr/>
                <p14:nvPr/>
              </p14:nvContentPartPr>
              <p14:xfrm>
                <a:off x="903591" y="1837763"/>
                <a:ext cx="105480" cy="13680"/>
              </p14:xfrm>
            </p:contentPart>
          </mc:Choice>
          <mc:Fallback xmlns="">
            <p:pic>
              <p:nvPicPr>
                <p:cNvPr id="11" name="Ink 10">
                  <a:extLst>
                    <a:ext uri="{FF2B5EF4-FFF2-40B4-BE49-F238E27FC236}">
                      <a16:creationId xmlns:a16="http://schemas.microsoft.com/office/drawing/2014/main" id="{17730917-1EA5-47E6-B367-AE7A8B1F1E7A}"/>
                    </a:ext>
                  </a:extLst>
                </p:cNvPr>
                <p:cNvPicPr/>
                <p:nvPr/>
              </p:nvPicPr>
              <p:blipFill>
                <a:blip r:embed="rId10"/>
                <a:stretch>
                  <a:fillRect/>
                </a:stretch>
              </p:blipFill>
              <p:spPr>
                <a:xfrm>
                  <a:off x="894591" y="1828763"/>
                  <a:ext cx="123120" cy="31320"/>
                </a:xfrm>
                <a:prstGeom prst="rect">
                  <a:avLst/>
                </a:prstGeom>
              </p:spPr>
            </p:pic>
          </mc:Fallback>
        </mc:AlternateContent>
      </p:grpSp>
      <p:grpSp>
        <p:nvGrpSpPr>
          <p:cNvPr id="103" name="Group 102">
            <a:extLst>
              <a:ext uri="{FF2B5EF4-FFF2-40B4-BE49-F238E27FC236}">
                <a16:creationId xmlns:a16="http://schemas.microsoft.com/office/drawing/2014/main" id="{3962B852-7B49-4605-ACE3-B3D87269BCF8}"/>
              </a:ext>
            </a:extLst>
          </p:cNvPr>
          <p:cNvGrpSpPr/>
          <p:nvPr/>
        </p:nvGrpSpPr>
        <p:grpSpPr>
          <a:xfrm>
            <a:off x="2987991" y="1726163"/>
            <a:ext cx="2350080" cy="961560"/>
            <a:chOff x="2987991" y="1726163"/>
            <a:chExt cx="2350080" cy="961560"/>
          </a:xfrm>
        </p:grpSpPr>
        <mc:AlternateContent xmlns:mc="http://schemas.openxmlformats.org/markup-compatibility/2006" xmlns:p14="http://schemas.microsoft.com/office/powerpoint/2010/main">
          <mc:Choice Requires="p14">
            <p:contentPart p14:bwMode="auto" r:id="rId11">
              <p14:nvContentPartPr>
                <p14:cNvPr id="83" name="Ink 82">
                  <a:extLst>
                    <a:ext uri="{FF2B5EF4-FFF2-40B4-BE49-F238E27FC236}">
                      <a16:creationId xmlns:a16="http://schemas.microsoft.com/office/drawing/2014/main" id="{62E94C74-6C1A-4914-B606-857BEA024AD8}"/>
                    </a:ext>
                  </a:extLst>
                </p14:cNvPr>
                <p14:cNvContentPartPr/>
                <p14:nvPr/>
              </p14:nvContentPartPr>
              <p14:xfrm>
                <a:off x="5054031" y="2100563"/>
                <a:ext cx="284040" cy="263520"/>
              </p14:xfrm>
            </p:contentPart>
          </mc:Choice>
          <mc:Fallback xmlns="">
            <p:pic>
              <p:nvPicPr>
                <p:cNvPr id="83" name="Ink 82">
                  <a:extLst>
                    <a:ext uri="{FF2B5EF4-FFF2-40B4-BE49-F238E27FC236}">
                      <a16:creationId xmlns:a16="http://schemas.microsoft.com/office/drawing/2014/main" id="{62E94C74-6C1A-4914-B606-857BEA024AD8}"/>
                    </a:ext>
                  </a:extLst>
                </p:cNvPr>
                <p:cNvPicPr/>
                <p:nvPr/>
              </p:nvPicPr>
              <p:blipFill>
                <a:blip r:embed="rId12"/>
                <a:stretch>
                  <a:fillRect/>
                </a:stretch>
              </p:blipFill>
              <p:spPr>
                <a:xfrm>
                  <a:off x="5045391" y="2091923"/>
                  <a:ext cx="301680" cy="2811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74" name="Ink 73">
                  <a:extLst>
                    <a:ext uri="{FF2B5EF4-FFF2-40B4-BE49-F238E27FC236}">
                      <a16:creationId xmlns:a16="http://schemas.microsoft.com/office/drawing/2014/main" id="{9D2ABA76-1019-47C4-A101-0D51BFE7A5C5}"/>
                    </a:ext>
                  </a:extLst>
                </p14:cNvPr>
                <p14:cNvContentPartPr/>
                <p14:nvPr/>
              </p14:nvContentPartPr>
              <p14:xfrm>
                <a:off x="3282831" y="1801763"/>
                <a:ext cx="199440" cy="257760"/>
              </p14:xfrm>
            </p:contentPart>
          </mc:Choice>
          <mc:Fallback xmlns="">
            <p:pic>
              <p:nvPicPr>
                <p:cNvPr id="74" name="Ink 73">
                  <a:extLst>
                    <a:ext uri="{FF2B5EF4-FFF2-40B4-BE49-F238E27FC236}">
                      <a16:creationId xmlns:a16="http://schemas.microsoft.com/office/drawing/2014/main" id="{9D2ABA76-1019-47C4-A101-0D51BFE7A5C5}"/>
                    </a:ext>
                  </a:extLst>
                </p:cNvPr>
                <p:cNvPicPr/>
                <p:nvPr/>
              </p:nvPicPr>
              <p:blipFill>
                <a:blip r:embed="rId14"/>
                <a:stretch>
                  <a:fillRect/>
                </a:stretch>
              </p:blipFill>
              <p:spPr>
                <a:xfrm>
                  <a:off x="3274191" y="1792763"/>
                  <a:ext cx="217080" cy="2754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76" name="Ink 75">
                  <a:extLst>
                    <a:ext uri="{FF2B5EF4-FFF2-40B4-BE49-F238E27FC236}">
                      <a16:creationId xmlns:a16="http://schemas.microsoft.com/office/drawing/2014/main" id="{08DBAFF2-6FF1-4018-8917-8A3FD659F7A2}"/>
                    </a:ext>
                  </a:extLst>
                </p14:cNvPr>
                <p14:cNvContentPartPr/>
                <p14:nvPr/>
              </p14:nvContentPartPr>
              <p14:xfrm>
                <a:off x="2987991" y="1895723"/>
                <a:ext cx="192240" cy="205200"/>
              </p14:xfrm>
            </p:contentPart>
          </mc:Choice>
          <mc:Fallback xmlns="">
            <p:pic>
              <p:nvPicPr>
                <p:cNvPr id="76" name="Ink 75">
                  <a:extLst>
                    <a:ext uri="{FF2B5EF4-FFF2-40B4-BE49-F238E27FC236}">
                      <a16:creationId xmlns:a16="http://schemas.microsoft.com/office/drawing/2014/main" id="{08DBAFF2-6FF1-4018-8917-8A3FD659F7A2}"/>
                    </a:ext>
                  </a:extLst>
                </p:cNvPr>
                <p:cNvPicPr/>
                <p:nvPr/>
              </p:nvPicPr>
              <p:blipFill>
                <a:blip r:embed="rId16"/>
                <a:stretch>
                  <a:fillRect/>
                </a:stretch>
              </p:blipFill>
              <p:spPr>
                <a:xfrm>
                  <a:off x="2979351" y="1886723"/>
                  <a:ext cx="209880" cy="22284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75" name="Ink 74">
                  <a:extLst>
                    <a:ext uri="{FF2B5EF4-FFF2-40B4-BE49-F238E27FC236}">
                      <a16:creationId xmlns:a16="http://schemas.microsoft.com/office/drawing/2014/main" id="{2944389B-B81B-4BE8-B84D-CA5D242B02BE}"/>
                    </a:ext>
                  </a:extLst>
                </p14:cNvPr>
                <p14:cNvContentPartPr/>
                <p14:nvPr/>
              </p14:nvContentPartPr>
              <p14:xfrm>
                <a:off x="3313791" y="2395763"/>
                <a:ext cx="219960" cy="248400"/>
              </p14:xfrm>
            </p:contentPart>
          </mc:Choice>
          <mc:Fallback xmlns="">
            <p:pic>
              <p:nvPicPr>
                <p:cNvPr id="75" name="Ink 74">
                  <a:extLst>
                    <a:ext uri="{FF2B5EF4-FFF2-40B4-BE49-F238E27FC236}">
                      <a16:creationId xmlns:a16="http://schemas.microsoft.com/office/drawing/2014/main" id="{2944389B-B81B-4BE8-B84D-CA5D242B02BE}"/>
                    </a:ext>
                  </a:extLst>
                </p:cNvPr>
                <p:cNvPicPr/>
                <p:nvPr/>
              </p:nvPicPr>
              <p:blipFill>
                <a:blip r:embed="rId18"/>
                <a:stretch>
                  <a:fillRect/>
                </a:stretch>
              </p:blipFill>
              <p:spPr>
                <a:xfrm>
                  <a:off x="3305151" y="2386763"/>
                  <a:ext cx="237600" cy="26604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77" name="Ink 76">
                  <a:extLst>
                    <a:ext uri="{FF2B5EF4-FFF2-40B4-BE49-F238E27FC236}">
                      <a16:creationId xmlns:a16="http://schemas.microsoft.com/office/drawing/2014/main" id="{98DB98B0-9F64-46E1-BB9C-E792F37DD8C8}"/>
                    </a:ext>
                  </a:extLst>
                </p14:cNvPr>
                <p14:cNvContentPartPr/>
                <p14:nvPr/>
              </p14:nvContentPartPr>
              <p14:xfrm>
                <a:off x="3007431" y="2499083"/>
                <a:ext cx="115920" cy="147600"/>
              </p14:xfrm>
            </p:contentPart>
          </mc:Choice>
          <mc:Fallback xmlns="">
            <p:pic>
              <p:nvPicPr>
                <p:cNvPr id="77" name="Ink 76">
                  <a:extLst>
                    <a:ext uri="{FF2B5EF4-FFF2-40B4-BE49-F238E27FC236}">
                      <a16:creationId xmlns:a16="http://schemas.microsoft.com/office/drawing/2014/main" id="{98DB98B0-9F64-46E1-BB9C-E792F37DD8C8}"/>
                    </a:ext>
                  </a:extLst>
                </p:cNvPr>
                <p:cNvPicPr/>
                <p:nvPr/>
              </p:nvPicPr>
              <p:blipFill>
                <a:blip r:embed="rId20"/>
                <a:stretch>
                  <a:fillRect/>
                </a:stretch>
              </p:blipFill>
              <p:spPr>
                <a:xfrm>
                  <a:off x="2998431" y="2490443"/>
                  <a:ext cx="133560" cy="16524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78" name="Ink 77">
                  <a:extLst>
                    <a:ext uri="{FF2B5EF4-FFF2-40B4-BE49-F238E27FC236}">
                      <a16:creationId xmlns:a16="http://schemas.microsoft.com/office/drawing/2014/main" id="{6AD86099-CDFA-47C1-B390-0728CFE5050D}"/>
                    </a:ext>
                  </a:extLst>
                </p14:cNvPr>
                <p14:cNvContentPartPr/>
                <p14:nvPr/>
              </p14:nvContentPartPr>
              <p14:xfrm>
                <a:off x="3143871" y="2604923"/>
                <a:ext cx="124560" cy="82800"/>
              </p14:xfrm>
            </p:contentPart>
          </mc:Choice>
          <mc:Fallback xmlns="">
            <p:pic>
              <p:nvPicPr>
                <p:cNvPr id="78" name="Ink 77">
                  <a:extLst>
                    <a:ext uri="{FF2B5EF4-FFF2-40B4-BE49-F238E27FC236}">
                      <a16:creationId xmlns:a16="http://schemas.microsoft.com/office/drawing/2014/main" id="{6AD86099-CDFA-47C1-B390-0728CFE5050D}"/>
                    </a:ext>
                  </a:extLst>
                </p:cNvPr>
                <p:cNvPicPr/>
                <p:nvPr/>
              </p:nvPicPr>
              <p:blipFill>
                <a:blip r:embed="rId22"/>
                <a:stretch>
                  <a:fillRect/>
                </a:stretch>
              </p:blipFill>
              <p:spPr>
                <a:xfrm>
                  <a:off x="3134871" y="2596283"/>
                  <a:ext cx="142200"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81" name="Ink 80">
                  <a:extLst>
                    <a:ext uri="{FF2B5EF4-FFF2-40B4-BE49-F238E27FC236}">
                      <a16:creationId xmlns:a16="http://schemas.microsoft.com/office/drawing/2014/main" id="{8332BF13-D5E5-4A63-81F3-CDAF6FBB58B9}"/>
                    </a:ext>
                  </a:extLst>
                </p14:cNvPr>
                <p14:cNvContentPartPr/>
                <p14:nvPr/>
              </p14:nvContentPartPr>
              <p14:xfrm>
                <a:off x="4375071" y="1835963"/>
                <a:ext cx="185400" cy="185400"/>
              </p14:xfrm>
            </p:contentPart>
          </mc:Choice>
          <mc:Fallback xmlns="">
            <p:pic>
              <p:nvPicPr>
                <p:cNvPr id="81" name="Ink 80">
                  <a:extLst>
                    <a:ext uri="{FF2B5EF4-FFF2-40B4-BE49-F238E27FC236}">
                      <a16:creationId xmlns:a16="http://schemas.microsoft.com/office/drawing/2014/main" id="{8332BF13-D5E5-4A63-81F3-CDAF6FBB58B9}"/>
                    </a:ext>
                  </a:extLst>
                </p:cNvPr>
                <p:cNvPicPr/>
                <p:nvPr/>
              </p:nvPicPr>
              <p:blipFill>
                <a:blip r:embed="rId24"/>
                <a:stretch>
                  <a:fillRect/>
                </a:stretch>
              </p:blipFill>
              <p:spPr>
                <a:xfrm>
                  <a:off x="4366431" y="1826963"/>
                  <a:ext cx="203040" cy="20304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82" name="Ink 81">
                  <a:extLst>
                    <a:ext uri="{FF2B5EF4-FFF2-40B4-BE49-F238E27FC236}">
                      <a16:creationId xmlns:a16="http://schemas.microsoft.com/office/drawing/2014/main" id="{D5521526-0AE7-4F6B-9E8D-BACB47E38723}"/>
                    </a:ext>
                  </a:extLst>
                </p14:cNvPr>
                <p14:cNvContentPartPr/>
                <p14:nvPr/>
              </p14:nvContentPartPr>
              <p14:xfrm>
                <a:off x="4417911" y="2452643"/>
                <a:ext cx="219600" cy="184320"/>
              </p14:xfrm>
            </p:contentPart>
          </mc:Choice>
          <mc:Fallback xmlns="">
            <p:pic>
              <p:nvPicPr>
                <p:cNvPr id="82" name="Ink 81">
                  <a:extLst>
                    <a:ext uri="{FF2B5EF4-FFF2-40B4-BE49-F238E27FC236}">
                      <a16:creationId xmlns:a16="http://schemas.microsoft.com/office/drawing/2014/main" id="{D5521526-0AE7-4F6B-9E8D-BACB47E38723}"/>
                    </a:ext>
                  </a:extLst>
                </p:cNvPr>
                <p:cNvPicPr/>
                <p:nvPr/>
              </p:nvPicPr>
              <p:blipFill>
                <a:blip r:embed="rId26"/>
                <a:stretch>
                  <a:fillRect/>
                </a:stretch>
              </p:blipFill>
              <p:spPr>
                <a:xfrm>
                  <a:off x="4408911" y="2443643"/>
                  <a:ext cx="237240" cy="20196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84" name="Ink 83">
                  <a:extLst>
                    <a:ext uri="{FF2B5EF4-FFF2-40B4-BE49-F238E27FC236}">
                      <a16:creationId xmlns:a16="http://schemas.microsoft.com/office/drawing/2014/main" id="{D5406B29-60B6-4EE5-A379-F6A7B4A9FFA7}"/>
                    </a:ext>
                  </a:extLst>
                </p14:cNvPr>
                <p14:cNvContentPartPr/>
                <p14:nvPr/>
              </p14:nvContentPartPr>
              <p14:xfrm>
                <a:off x="3488391" y="1856843"/>
                <a:ext cx="847080" cy="160920"/>
              </p14:xfrm>
            </p:contentPart>
          </mc:Choice>
          <mc:Fallback xmlns="">
            <p:pic>
              <p:nvPicPr>
                <p:cNvPr id="84" name="Ink 83">
                  <a:extLst>
                    <a:ext uri="{FF2B5EF4-FFF2-40B4-BE49-F238E27FC236}">
                      <a16:creationId xmlns:a16="http://schemas.microsoft.com/office/drawing/2014/main" id="{D5406B29-60B6-4EE5-A379-F6A7B4A9FFA7}"/>
                    </a:ext>
                  </a:extLst>
                </p:cNvPr>
                <p:cNvPicPr/>
                <p:nvPr/>
              </p:nvPicPr>
              <p:blipFill>
                <a:blip r:embed="rId28"/>
                <a:stretch>
                  <a:fillRect/>
                </a:stretch>
              </p:blipFill>
              <p:spPr>
                <a:xfrm>
                  <a:off x="3479751" y="1848203"/>
                  <a:ext cx="864720" cy="17856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85" name="Ink 84">
                  <a:extLst>
                    <a:ext uri="{FF2B5EF4-FFF2-40B4-BE49-F238E27FC236}">
                      <a16:creationId xmlns:a16="http://schemas.microsoft.com/office/drawing/2014/main" id="{E77DC103-B733-4FA2-83D7-94B4DFD967AC}"/>
                    </a:ext>
                  </a:extLst>
                </p14:cNvPr>
                <p14:cNvContentPartPr/>
                <p14:nvPr/>
              </p14:nvContentPartPr>
              <p14:xfrm>
                <a:off x="3531591" y="2043323"/>
                <a:ext cx="843480" cy="497520"/>
              </p14:xfrm>
            </p:contentPart>
          </mc:Choice>
          <mc:Fallback xmlns="">
            <p:pic>
              <p:nvPicPr>
                <p:cNvPr id="85" name="Ink 84">
                  <a:extLst>
                    <a:ext uri="{FF2B5EF4-FFF2-40B4-BE49-F238E27FC236}">
                      <a16:creationId xmlns:a16="http://schemas.microsoft.com/office/drawing/2014/main" id="{E77DC103-B733-4FA2-83D7-94B4DFD967AC}"/>
                    </a:ext>
                  </a:extLst>
                </p:cNvPr>
                <p:cNvPicPr/>
                <p:nvPr/>
              </p:nvPicPr>
              <p:blipFill>
                <a:blip r:embed="rId30"/>
                <a:stretch>
                  <a:fillRect/>
                </a:stretch>
              </p:blipFill>
              <p:spPr>
                <a:xfrm>
                  <a:off x="3522591" y="2034323"/>
                  <a:ext cx="861120" cy="51516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86" name="Ink 85">
                  <a:extLst>
                    <a:ext uri="{FF2B5EF4-FFF2-40B4-BE49-F238E27FC236}">
                      <a16:creationId xmlns:a16="http://schemas.microsoft.com/office/drawing/2014/main" id="{83CE02A7-A375-4FBB-BABD-6E65BE92D407}"/>
                    </a:ext>
                  </a:extLst>
                </p14:cNvPr>
                <p14:cNvContentPartPr/>
                <p14:nvPr/>
              </p14:nvContentPartPr>
              <p14:xfrm>
                <a:off x="3491631" y="2027483"/>
                <a:ext cx="815040" cy="545760"/>
              </p14:xfrm>
            </p:contentPart>
          </mc:Choice>
          <mc:Fallback xmlns="">
            <p:pic>
              <p:nvPicPr>
                <p:cNvPr id="86" name="Ink 85">
                  <a:extLst>
                    <a:ext uri="{FF2B5EF4-FFF2-40B4-BE49-F238E27FC236}">
                      <a16:creationId xmlns:a16="http://schemas.microsoft.com/office/drawing/2014/main" id="{83CE02A7-A375-4FBB-BABD-6E65BE92D407}"/>
                    </a:ext>
                  </a:extLst>
                </p:cNvPr>
                <p:cNvPicPr/>
                <p:nvPr/>
              </p:nvPicPr>
              <p:blipFill>
                <a:blip r:embed="rId32"/>
                <a:stretch>
                  <a:fillRect/>
                </a:stretch>
              </p:blipFill>
              <p:spPr>
                <a:xfrm>
                  <a:off x="3482631" y="2018843"/>
                  <a:ext cx="832680" cy="5634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87" name="Ink 86">
                  <a:extLst>
                    <a:ext uri="{FF2B5EF4-FFF2-40B4-BE49-F238E27FC236}">
                      <a16:creationId xmlns:a16="http://schemas.microsoft.com/office/drawing/2014/main" id="{ED7E9419-EA47-42CA-9012-C69BDE516AC9}"/>
                    </a:ext>
                  </a:extLst>
                </p14:cNvPr>
                <p14:cNvContentPartPr/>
                <p14:nvPr/>
              </p14:nvContentPartPr>
              <p14:xfrm>
                <a:off x="3482271" y="2539403"/>
                <a:ext cx="891000" cy="126720"/>
              </p14:xfrm>
            </p:contentPart>
          </mc:Choice>
          <mc:Fallback xmlns="">
            <p:pic>
              <p:nvPicPr>
                <p:cNvPr id="87" name="Ink 86">
                  <a:extLst>
                    <a:ext uri="{FF2B5EF4-FFF2-40B4-BE49-F238E27FC236}">
                      <a16:creationId xmlns:a16="http://schemas.microsoft.com/office/drawing/2014/main" id="{ED7E9419-EA47-42CA-9012-C69BDE516AC9}"/>
                    </a:ext>
                  </a:extLst>
                </p:cNvPr>
                <p:cNvPicPr/>
                <p:nvPr/>
              </p:nvPicPr>
              <p:blipFill>
                <a:blip r:embed="rId34"/>
                <a:stretch>
                  <a:fillRect/>
                </a:stretch>
              </p:blipFill>
              <p:spPr>
                <a:xfrm>
                  <a:off x="3473631" y="2530403"/>
                  <a:ext cx="90864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89" name="Ink 88">
                  <a:extLst>
                    <a:ext uri="{FF2B5EF4-FFF2-40B4-BE49-F238E27FC236}">
                      <a16:creationId xmlns:a16="http://schemas.microsoft.com/office/drawing/2014/main" id="{74E5976C-C858-4339-956C-171E8C01C201}"/>
                    </a:ext>
                  </a:extLst>
                </p14:cNvPr>
                <p14:cNvContentPartPr/>
                <p14:nvPr/>
              </p14:nvContentPartPr>
              <p14:xfrm>
                <a:off x="4517271" y="1969523"/>
                <a:ext cx="477360" cy="297360"/>
              </p14:xfrm>
            </p:contentPart>
          </mc:Choice>
          <mc:Fallback xmlns="">
            <p:pic>
              <p:nvPicPr>
                <p:cNvPr id="89" name="Ink 88">
                  <a:extLst>
                    <a:ext uri="{FF2B5EF4-FFF2-40B4-BE49-F238E27FC236}">
                      <a16:creationId xmlns:a16="http://schemas.microsoft.com/office/drawing/2014/main" id="{74E5976C-C858-4339-956C-171E8C01C201}"/>
                    </a:ext>
                  </a:extLst>
                </p:cNvPr>
                <p:cNvPicPr/>
                <p:nvPr/>
              </p:nvPicPr>
              <p:blipFill>
                <a:blip r:embed="rId36"/>
                <a:stretch>
                  <a:fillRect/>
                </a:stretch>
              </p:blipFill>
              <p:spPr>
                <a:xfrm>
                  <a:off x="4508631" y="1960523"/>
                  <a:ext cx="495000" cy="3150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90" name="Ink 89">
                  <a:extLst>
                    <a:ext uri="{FF2B5EF4-FFF2-40B4-BE49-F238E27FC236}">
                      <a16:creationId xmlns:a16="http://schemas.microsoft.com/office/drawing/2014/main" id="{DA6982CE-8596-4929-BC1F-04A10AD9CF01}"/>
                    </a:ext>
                  </a:extLst>
                </p14:cNvPr>
                <p14:cNvContentPartPr/>
                <p14:nvPr/>
              </p14:nvContentPartPr>
              <p14:xfrm>
                <a:off x="4637511" y="2307923"/>
                <a:ext cx="374760" cy="200520"/>
              </p14:xfrm>
            </p:contentPart>
          </mc:Choice>
          <mc:Fallback xmlns="">
            <p:pic>
              <p:nvPicPr>
                <p:cNvPr id="90" name="Ink 89">
                  <a:extLst>
                    <a:ext uri="{FF2B5EF4-FFF2-40B4-BE49-F238E27FC236}">
                      <a16:creationId xmlns:a16="http://schemas.microsoft.com/office/drawing/2014/main" id="{DA6982CE-8596-4929-BC1F-04A10AD9CF01}"/>
                    </a:ext>
                  </a:extLst>
                </p:cNvPr>
                <p:cNvPicPr/>
                <p:nvPr/>
              </p:nvPicPr>
              <p:blipFill>
                <a:blip r:embed="rId38"/>
                <a:stretch>
                  <a:fillRect/>
                </a:stretch>
              </p:blipFill>
              <p:spPr>
                <a:xfrm>
                  <a:off x="4628511" y="2298923"/>
                  <a:ext cx="392400" cy="21816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91" name="Ink 90">
                  <a:extLst>
                    <a:ext uri="{FF2B5EF4-FFF2-40B4-BE49-F238E27FC236}">
                      <a16:creationId xmlns:a16="http://schemas.microsoft.com/office/drawing/2014/main" id="{C5E4C67D-8E36-4E30-AC18-5DC6BD0285DC}"/>
                    </a:ext>
                  </a:extLst>
                </p14:cNvPr>
                <p14:cNvContentPartPr/>
                <p14:nvPr/>
              </p14:nvContentPartPr>
              <p14:xfrm>
                <a:off x="5083191" y="2091563"/>
                <a:ext cx="93600" cy="6480"/>
              </p14:xfrm>
            </p:contentPart>
          </mc:Choice>
          <mc:Fallback xmlns="">
            <p:pic>
              <p:nvPicPr>
                <p:cNvPr id="91" name="Ink 90">
                  <a:extLst>
                    <a:ext uri="{FF2B5EF4-FFF2-40B4-BE49-F238E27FC236}">
                      <a16:creationId xmlns:a16="http://schemas.microsoft.com/office/drawing/2014/main" id="{C5E4C67D-8E36-4E30-AC18-5DC6BD0285DC}"/>
                    </a:ext>
                  </a:extLst>
                </p:cNvPr>
                <p:cNvPicPr/>
                <p:nvPr/>
              </p:nvPicPr>
              <p:blipFill>
                <a:blip r:embed="rId40"/>
                <a:stretch>
                  <a:fillRect/>
                </a:stretch>
              </p:blipFill>
              <p:spPr>
                <a:xfrm>
                  <a:off x="5074191" y="2082923"/>
                  <a:ext cx="11124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93" name="Ink 92">
                  <a:extLst>
                    <a:ext uri="{FF2B5EF4-FFF2-40B4-BE49-F238E27FC236}">
                      <a16:creationId xmlns:a16="http://schemas.microsoft.com/office/drawing/2014/main" id="{F2E687A8-3DF5-48DC-8E1F-FEA16E46CA8C}"/>
                    </a:ext>
                  </a:extLst>
                </p14:cNvPr>
                <p14:cNvContentPartPr/>
                <p14:nvPr/>
              </p14:nvContentPartPr>
              <p14:xfrm>
                <a:off x="3768831" y="1726163"/>
                <a:ext cx="110160" cy="90000"/>
              </p14:xfrm>
            </p:contentPart>
          </mc:Choice>
          <mc:Fallback xmlns="">
            <p:pic>
              <p:nvPicPr>
                <p:cNvPr id="93" name="Ink 92">
                  <a:extLst>
                    <a:ext uri="{FF2B5EF4-FFF2-40B4-BE49-F238E27FC236}">
                      <a16:creationId xmlns:a16="http://schemas.microsoft.com/office/drawing/2014/main" id="{F2E687A8-3DF5-48DC-8E1F-FEA16E46CA8C}"/>
                    </a:ext>
                  </a:extLst>
                </p:cNvPr>
                <p:cNvPicPr/>
                <p:nvPr/>
              </p:nvPicPr>
              <p:blipFill>
                <a:blip r:embed="rId42"/>
                <a:stretch>
                  <a:fillRect/>
                </a:stretch>
              </p:blipFill>
              <p:spPr>
                <a:xfrm>
                  <a:off x="3759831" y="1717523"/>
                  <a:ext cx="127800" cy="10764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94" name="Ink 93">
                  <a:extLst>
                    <a:ext uri="{FF2B5EF4-FFF2-40B4-BE49-F238E27FC236}">
                      <a16:creationId xmlns:a16="http://schemas.microsoft.com/office/drawing/2014/main" id="{CF8FF4AF-A841-41C9-8A6F-B743DDB7BFBE}"/>
                    </a:ext>
                  </a:extLst>
                </p14:cNvPr>
                <p14:cNvContentPartPr/>
                <p14:nvPr/>
              </p14:nvContentPartPr>
              <p14:xfrm>
                <a:off x="3961431" y="1750283"/>
                <a:ext cx="12240" cy="122400"/>
              </p14:xfrm>
            </p:contentPart>
          </mc:Choice>
          <mc:Fallback xmlns="">
            <p:pic>
              <p:nvPicPr>
                <p:cNvPr id="94" name="Ink 93">
                  <a:extLst>
                    <a:ext uri="{FF2B5EF4-FFF2-40B4-BE49-F238E27FC236}">
                      <a16:creationId xmlns:a16="http://schemas.microsoft.com/office/drawing/2014/main" id="{CF8FF4AF-A841-41C9-8A6F-B743DDB7BFBE}"/>
                    </a:ext>
                  </a:extLst>
                </p:cNvPr>
                <p:cNvPicPr/>
                <p:nvPr/>
              </p:nvPicPr>
              <p:blipFill>
                <a:blip r:embed="rId44"/>
                <a:stretch>
                  <a:fillRect/>
                </a:stretch>
              </p:blipFill>
              <p:spPr>
                <a:xfrm>
                  <a:off x="3952791" y="1741283"/>
                  <a:ext cx="29880" cy="14004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95" name="Ink 94">
                  <a:extLst>
                    <a:ext uri="{FF2B5EF4-FFF2-40B4-BE49-F238E27FC236}">
                      <a16:creationId xmlns:a16="http://schemas.microsoft.com/office/drawing/2014/main" id="{CCF082B8-F476-432B-9332-889F19C1A90D}"/>
                    </a:ext>
                  </a:extLst>
                </p14:cNvPr>
                <p14:cNvContentPartPr/>
                <p14:nvPr/>
              </p14:nvContentPartPr>
              <p14:xfrm>
                <a:off x="3772431" y="2067803"/>
                <a:ext cx="72360" cy="61920"/>
              </p14:xfrm>
            </p:contentPart>
          </mc:Choice>
          <mc:Fallback xmlns="">
            <p:pic>
              <p:nvPicPr>
                <p:cNvPr id="95" name="Ink 94">
                  <a:extLst>
                    <a:ext uri="{FF2B5EF4-FFF2-40B4-BE49-F238E27FC236}">
                      <a16:creationId xmlns:a16="http://schemas.microsoft.com/office/drawing/2014/main" id="{CCF082B8-F476-432B-9332-889F19C1A90D}"/>
                    </a:ext>
                  </a:extLst>
                </p:cNvPr>
                <p:cNvPicPr/>
                <p:nvPr/>
              </p:nvPicPr>
              <p:blipFill>
                <a:blip r:embed="rId46"/>
                <a:stretch>
                  <a:fillRect/>
                </a:stretch>
              </p:blipFill>
              <p:spPr>
                <a:xfrm>
                  <a:off x="3763431" y="2058803"/>
                  <a:ext cx="9000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96" name="Ink 95">
                  <a:extLst>
                    <a:ext uri="{FF2B5EF4-FFF2-40B4-BE49-F238E27FC236}">
                      <a16:creationId xmlns:a16="http://schemas.microsoft.com/office/drawing/2014/main" id="{0925DC7C-CC00-438F-8954-4400F79F306F}"/>
                    </a:ext>
                  </a:extLst>
                </p14:cNvPr>
                <p14:cNvContentPartPr/>
                <p14:nvPr/>
              </p14:nvContentPartPr>
              <p14:xfrm>
                <a:off x="3891951" y="2082203"/>
                <a:ext cx="84960" cy="65880"/>
              </p14:xfrm>
            </p:contentPart>
          </mc:Choice>
          <mc:Fallback xmlns="">
            <p:pic>
              <p:nvPicPr>
                <p:cNvPr id="96" name="Ink 95">
                  <a:extLst>
                    <a:ext uri="{FF2B5EF4-FFF2-40B4-BE49-F238E27FC236}">
                      <a16:creationId xmlns:a16="http://schemas.microsoft.com/office/drawing/2014/main" id="{0925DC7C-CC00-438F-8954-4400F79F306F}"/>
                    </a:ext>
                  </a:extLst>
                </p:cNvPr>
                <p:cNvPicPr/>
                <p:nvPr/>
              </p:nvPicPr>
              <p:blipFill>
                <a:blip r:embed="rId48"/>
                <a:stretch>
                  <a:fillRect/>
                </a:stretch>
              </p:blipFill>
              <p:spPr>
                <a:xfrm>
                  <a:off x="3882951" y="2073563"/>
                  <a:ext cx="102600" cy="8352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98" name="Ink 97">
                  <a:extLst>
                    <a:ext uri="{FF2B5EF4-FFF2-40B4-BE49-F238E27FC236}">
                      <a16:creationId xmlns:a16="http://schemas.microsoft.com/office/drawing/2014/main" id="{38842DB4-59F0-4BDB-8983-67ACCBD9EA38}"/>
                    </a:ext>
                  </a:extLst>
                </p14:cNvPr>
                <p14:cNvContentPartPr/>
                <p14:nvPr/>
              </p14:nvContentPartPr>
              <p14:xfrm>
                <a:off x="4195431" y="2208923"/>
                <a:ext cx="102960" cy="78840"/>
              </p14:xfrm>
            </p:contentPart>
          </mc:Choice>
          <mc:Fallback xmlns="">
            <p:pic>
              <p:nvPicPr>
                <p:cNvPr id="98" name="Ink 97">
                  <a:extLst>
                    <a:ext uri="{FF2B5EF4-FFF2-40B4-BE49-F238E27FC236}">
                      <a16:creationId xmlns:a16="http://schemas.microsoft.com/office/drawing/2014/main" id="{38842DB4-59F0-4BDB-8983-67ACCBD9EA38}"/>
                    </a:ext>
                  </a:extLst>
                </p:cNvPr>
                <p:cNvPicPr/>
                <p:nvPr/>
              </p:nvPicPr>
              <p:blipFill>
                <a:blip r:embed="rId50"/>
                <a:stretch>
                  <a:fillRect/>
                </a:stretch>
              </p:blipFill>
              <p:spPr>
                <a:xfrm>
                  <a:off x="4186431" y="2200283"/>
                  <a:ext cx="120600" cy="9648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99" name="Ink 98">
                  <a:extLst>
                    <a:ext uri="{FF2B5EF4-FFF2-40B4-BE49-F238E27FC236}">
                      <a16:creationId xmlns:a16="http://schemas.microsoft.com/office/drawing/2014/main" id="{F8A1F60E-84E1-4214-A5F5-4DF079B344E2}"/>
                    </a:ext>
                  </a:extLst>
                </p14:cNvPr>
                <p14:cNvContentPartPr/>
                <p14:nvPr/>
              </p14:nvContentPartPr>
              <p14:xfrm>
                <a:off x="4332951" y="2204963"/>
                <a:ext cx="79200" cy="118440"/>
              </p14:xfrm>
            </p:contentPart>
          </mc:Choice>
          <mc:Fallback xmlns="">
            <p:pic>
              <p:nvPicPr>
                <p:cNvPr id="99" name="Ink 98">
                  <a:extLst>
                    <a:ext uri="{FF2B5EF4-FFF2-40B4-BE49-F238E27FC236}">
                      <a16:creationId xmlns:a16="http://schemas.microsoft.com/office/drawing/2014/main" id="{F8A1F60E-84E1-4214-A5F5-4DF079B344E2}"/>
                    </a:ext>
                  </a:extLst>
                </p:cNvPr>
                <p:cNvPicPr/>
                <p:nvPr/>
              </p:nvPicPr>
              <p:blipFill>
                <a:blip r:embed="rId52"/>
                <a:stretch>
                  <a:fillRect/>
                </a:stretch>
              </p:blipFill>
              <p:spPr>
                <a:xfrm>
                  <a:off x="4323951" y="2196323"/>
                  <a:ext cx="9684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101" name="Ink 100">
                  <a:extLst>
                    <a:ext uri="{FF2B5EF4-FFF2-40B4-BE49-F238E27FC236}">
                      <a16:creationId xmlns:a16="http://schemas.microsoft.com/office/drawing/2014/main" id="{F2FABEFB-0EFC-4776-BCD8-C18B0E9F0D9A}"/>
                    </a:ext>
                  </a:extLst>
                </p14:cNvPr>
                <p14:cNvContentPartPr/>
                <p14:nvPr/>
              </p14:nvContentPartPr>
              <p14:xfrm>
                <a:off x="3767391" y="2512403"/>
                <a:ext cx="83880" cy="65880"/>
              </p14:xfrm>
            </p:contentPart>
          </mc:Choice>
          <mc:Fallback xmlns="">
            <p:pic>
              <p:nvPicPr>
                <p:cNvPr id="101" name="Ink 100">
                  <a:extLst>
                    <a:ext uri="{FF2B5EF4-FFF2-40B4-BE49-F238E27FC236}">
                      <a16:creationId xmlns:a16="http://schemas.microsoft.com/office/drawing/2014/main" id="{F2FABEFB-0EFC-4776-BCD8-C18B0E9F0D9A}"/>
                    </a:ext>
                  </a:extLst>
                </p:cNvPr>
                <p:cNvPicPr/>
                <p:nvPr/>
              </p:nvPicPr>
              <p:blipFill>
                <a:blip r:embed="rId54"/>
                <a:stretch>
                  <a:fillRect/>
                </a:stretch>
              </p:blipFill>
              <p:spPr>
                <a:xfrm>
                  <a:off x="3758391" y="2503763"/>
                  <a:ext cx="101520" cy="8352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102" name="Ink 101">
                  <a:extLst>
                    <a:ext uri="{FF2B5EF4-FFF2-40B4-BE49-F238E27FC236}">
                      <a16:creationId xmlns:a16="http://schemas.microsoft.com/office/drawing/2014/main" id="{CE9DB3F8-6522-4152-A9E0-B7BA780EAD11}"/>
                    </a:ext>
                  </a:extLst>
                </p14:cNvPr>
                <p14:cNvContentPartPr/>
                <p14:nvPr/>
              </p14:nvContentPartPr>
              <p14:xfrm>
                <a:off x="3890871" y="2525003"/>
                <a:ext cx="73080" cy="88920"/>
              </p14:xfrm>
            </p:contentPart>
          </mc:Choice>
          <mc:Fallback xmlns="">
            <p:pic>
              <p:nvPicPr>
                <p:cNvPr id="102" name="Ink 101">
                  <a:extLst>
                    <a:ext uri="{FF2B5EF4-FFF2-40B4-BE49-F238E27FC236}">
                      <a16:creationId xmlns:a16="http://schemas.microsoft.com/office/drawing/2014/main" id="{CE9DB3F8-6522-4152-A9E0-B7BA780EAD11}"/>
                    </a:ext>
                  </a:extLst>
                </p:cNvPr>
                <p:cNvPicPr/>
                <p:nvPr/>
              </p:nvPicPr>
              <p:blipFill>
                <a:blip r:embed="rId56"/>
                <a:stretch>
                  <a:fillRect/>
                </a:stretch>
              </p:blipFill>
              <p:spPr>
                <a:xfrm>
                  <a:off x="3882231" y="2516363"/>
                  <a:ext cx="90720" cy="106560"/>
                </a:xfrm>
                <a:prstGeom prst="rect">
                  <a:avLst/>
                </a:prstGeom>
              </p:spPr>
            </p:pic>
          </mc:Fallback>
        </mc:AlternateContent>
      </p:grpSp>
      <p:grpSp>
        <p:nvGrpSpPr>
          <p:cNvPr id="115" name="Group 114">
            <a:extLst>
              <a:ext uri="{FF2B5EF4-FFF2-40B4-BE49-F238E27FC236}">
                <a16:creationId xmlns:a16="http://schemas.microsoft.com/office/drawing/2014/main" id="{A9AF0587-159D-4DEF-9C2A-78200F109CEC}"/>
              </a:ext>
            </a:extLst>
          </p:cNvPr>
          <p:cNvGrpSpPr/>
          <p:nvPr/>
        </p:nvGrpSpPr>
        <p:grpSpPr>
          <a:xfrm>
            <a:off x="6434991" y="1642643"/>
            <a:ext cx="1648800" cy="216720"/>
            <a:chOff x="6434991" y="1642643"/>
            <a:chExt cx="1648800" cy="216720"/>
          </a:xfrm>
        </p:grpSpPr>
        <mc:AlternateContent xmlns:mc="http://schemas.openxmlformats.org/markup-compatibility/2006" xmlns:p14="http://schemas.microsoft.com/office/powerpoint/2010/main">
          <mc:Choice Requires="p14">
            <p:contentPart p14:bwMode="auto" r:id="rId57">
              <p14:nvContentPartPr>
                <p14:cNvPr id="104" name="Ink 103">
                  <a:extLst>
                    <a:ext uri="{FF2B5EF4-FFF2-40B4-BE49-F238E27FC236}">
                      <a16:creationId xmlns:a16="http://schemas.microsoft.com/office/drawing/2014/main" id="{A80B8108-F39D-44D7-97C6-5C3186947FC7}"/>
                    </a:ext>
                  </a:extLst>
                </p14:cNvPr>
                <p14:cNvContentPartPr/>
                <p14:nvPr/>
              </p14:nvContentPartPr>
              <p14:xfrm>
                <a:off x="6434991" y="1661003"/>
                <a:ext cx="168480" cy="105120"/>
              </p14:xfrm>
            </p:contentPart>
          </mc:Choice>
          <mc:Fallback xmlns="">
            <p:pic>
              <p:nvPicPr>
                <p:cNvPr id="104" name="Ink 103">
                  <a:extLst>
                    <a:ext uri="{FF2B5EF4-FFF2-40B4-BE49-F238E27FC236}">
                      <a16:creationId xmlns:a16="http://schemas.microsoft.com/office/drawing/2014/main" id="{A80B8108-F39D-44D7-97C6-5C3186947FC7}"/>
                    </a:ext>
                  </a:extLst>
                </p:cNvPr>
                <p:cNvPicPr/>
                <p:nvPr/>
              </p:nvPicPr>
              <p:blipFill>
                <a:blip r:embed="rId58"/>
                <a:stretch>
                  <a:fillRect/>
                </a:stretch>
              </p:blipFill>
              <p:spPr>
                <a:xfrm>
                  <a:off x="6425991" y="1652363"/>
                  <a:ext cx="186120" cy="12276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105" name="Ink 104">
                  <a:extLst>
                    <a:ext uri="{FF2B5EF4-FFF2-40B4-BE49-F238E27FC236}">
                      <a16:creationId xmlns:a16="http://schemas.microsoft.com/office/drawing/2014/main" id="{AADAA9C4-6EBF-4B7C-86E3-66474A548135}"/>
                    </a:ext>
                  </a:extLst>
                </p14:cNvPr>
                <p14:cNvContentPartPr/>
                <p14:nvPr/>
              </p14:nvContentPartPr>
              <p14:xfrm>
                <a:off x="6645231" y="1683683"/>
                <a:ext cx="34560" cy="109800"/>
              </p14:xfrm>
            </p:contentPart>
          </mc:Choice>
          <mc:Fallback xmlns="">
            <p:pic>
              <p:nvPicPr>
                <p:cNvPr id="105" name="Ink 104">
                  <a:extLst>
                    <a:ext uri="{FF2B5EF4-FFF2-40B4-BE49-F238E27FC236}">
                      <a16:creationId xmlns:a16="http://schemas.microsoft.com/office/drawing/2014/main" id="{AADAA9C4-6EBF-4B7C-86E3-66474A548135}"/>
                    </a:ext>
                  </a:extLst>
                </p:cNvPr>
                <p:cNvPicPr/>
                <p:nvPr/>
              </p:nvPicPr>
              <p:blipFill>
                <a:blip r:embed="rId60"/>
                <a:stretch>
                  <a:fillRect/>
                </a:stretch>
              </p:blipFill>
              <p:spPr>
                <a:xfrm>
                  <a:off x="6636231" y="1674683"/>
                  <a:ext cx="52200" cy="12744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106" name="Ink 105">
                  <a:extLst>
                    <a:ext uri="{FF2B5EF4-FFF2-40B4-BE49-F238E27FC236}">
                      <a16:creationId xmlns:a16="http://schemas.microsoft.com/office/drawing/2014/main" id="{1520D551-2DC7-4252-9CE0-5BF35074F1FE}"/>
                    </a:ext>
                  </a:extLst>
                </p14:cNvPr>
                <p14:cNvContentPartPr/>
                <p14:nvPr/>
              </p14:nvContentPartPr>
              <p14:xfrm>
                <a:off x="6771951" y="1773683"/>
                <a:ext cx="29880" cy="85680"/>
              </p14:xfrm>
            </p:contentPart>
          </mc:Choice>
          <mc:Fallback xmlns="">
            <p:pic>
              <p:nvPicPr>
                <p:cNvPr id="106" name="Ink 105">
                  <a:extLst>
                    <a:ext uri="{FF2B5EF4-FFF2-40B4-BE49-F238E27FC236}">
                      <a16:creationId xmlns:a16="http://schemas.microsoft.com/office/drawing/2014/main" id="{1520D551-2DC7-4252-9CE0-5BF35074F1FE}"/>
                    </a:ext>
                  </a:extLst>
                </p:cNvPr>
                <p:cNvPicPr/>
                <p:nvPr/>
              </p:nvPicPr>
              <p:blipFill>
                <a:blip r:embed="rId62"/>
                <a:stretch>
                  <a:fillRect/>
                </a:stretch>
              </p:blipFill>
              <p:spPr>
                <a:xfrm>
                  <a:off x="6762951" y="1764683"/>
                  <a:ext cx="47520"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107" name="Ink 106">
                  <a:extLst>
                    <a:ext uri="{FF2B5EF4-FFF2-40B4-BE49-F238E27FC236}">
                      <a16:creationId xmlns:a16="http://schemas.microsoft.com/office/drawing/2014/main" id="{B9A7347F-ABCB-488B-8FCA-D9D9CF9EC6C2}"/>
                    </a:ext>
                  </a:extLst>
                </p14:cNvPr>
                <p14:cNvContentPartPr/>
                <p14:nvPr/>
              </p14:nvContentPartPr>
              <p14:xfrm>
                <a:off x="6899391" y="1692683"/>
                <a:ext cx="123480" cy="96840"/>
              </p14:xfrm>
            </p:contentPart>
          </mc:Choice>
          <mc:Fallback xmlns="">
            <p:pic>
              <p:nvPicPr>
                <p:cNvPr id="107" name="Ink 106">
                  <a:extLst>
                    <a:ext uri="{FF2B5EF4-FFF2-40B4-BE49-F238E27FC236}">
                      <a16:creationId xmlns:a16="http://schemas.microsoft.com/office/drawing/2014/main" id="{B9A7347F-ABCB-488B-8FCA-D9D9CF9EC6C2}"/>
                    </a:ext>
                  </a:extLst>
                </p:cNvPr>
                <p:cNvPicPr/>
                <p:nvPr/>
              </p:nvPicPr>
              <p:blipFill>
                <a:blip r:embed="rId64"/>
                <a:stretch>
                  <a:fillRect/>
                </a:stretch>
              </p:blipFill>
              <p:spPr>
                <a:xfrm>
                  <a:off x="6890391" y="1684043"/>
                  <a:ext cx="141120" cy="11448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108" name="Ink 107">
                  <a:extLst>
                    <a:ext uri="{FF2B5EF4-FFF2-40B4-BE49-F238E27FC236}">
                      <a16:creationId xmlns:a16="http://schemas.microsoft.com/office/drawing/2014/main" id="{76AECFB3-8FAF-4390-82C2-1F9A45035DD4}"/>
                    </a:ext>
                  </a:extLst>
                </p14:cNvPr>
                <p14:cNvContentPartPr/>
                <p14:nvPr/>
              </p14:nvContentPartPr>
              <p14:xfrm>
                <a:off x="7073631" y="1715723"/>
                <a:ext cx="121320" cy="105480"/>
              </p14:xfrm>
            </p:contentPart>
          </mc:Choice>
          <mc:Fallback xmlns="">
            <p:pic>
              <p:nvPicPr>
                <p:cNvPr id="108" name="Ink 107">
                  <a:extLst>
                    <a:ext uri="{FF2B5EF4-FFF2-40B4-BE49-F238E27FC236}">
                      <a16:creationId xmlns:a16="http://schemas.microsoft.com/office/drawing/2014/main" id="{76AECFB3-8FAF-4390-82C2-1F9A45035DD4}"/>
                    </a:ext>
                  </a:extLst>
                </p:cNvPr>
                <p:cNvPicPr/>
                <p:nvPr/>
              </p:nvPicPr>
              <p:blipFill>
                <a:blip r:embed="rId66"/>
                <a:stretch>
                  <a:fillRect/>
                </a:stretch>
              </p:blipFill>
              <p:spPr>
                <a:xfrm>
                  <a:off x="7064631" y="1706723"/>
                  <a:ext cx="13896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109" name="Ink 108">
                  <a:extLst>
                    <a:ext uri="{FF2B5EF4-FFF2-40B4-BE49-F238E27FC236}">
                      <a16:creationId xmlns:a16="http://schemas.microsoft.com/office/drawing/2014/main" id="{F9C5EEE7-4295-443D-BF8D-A6241C3F5C55}"/>
                    </a:ext>
                  </a:extLst>
                </p14:cNvPr>
                <p14:cNvContentPartPr/>
                <p14:nvPr/>
              </p14:nvContentPartPr>
              <p14:xfrm>
                <a:off x="7257591" y="1734803"/>
                <a:ext cx="7200" cy="83880"/>
              </p14:xfrm>
            </p:contentPart>
          </mc:Choice>
          <mc:Fallback xmlns="">
            <p:pic>
              <p:nvPicPr>
                <p:cNvPr id="109" name="Ink 108">
                  <a:extLst>
                    <a:ext uri="{FF2B5EF4-FFF2-40B4-BE49-F238E27FC236}">
                      <a16:creationId xmlns:a16="http://schemas.microsoft.com/office/drawing/2014/main" id="{F9C5EEE7-4295-443D-BF8D-A6241C3F5C55}"/>
                    </a:ext>
                  </a:extLst>
                </p:cNvPr>
                <p:cNvPicPr/>
                <p:nvPr/>
              </p:nvPicPr>
              <p:blipFill>
                <a:blip r:embed="rId68"/>
                <a:stretch>
                  <a:fillRect/>
                </a:stretch>
              </p:blipFill>
              <p:spPr>
                <a:xfrm>
                  <a:off x="7248591" y="1726163"/>
                  <a:ext cx="24840" cy="10152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110" name="Ink 109">
                  <a:extLst>
                    <a:ext uri="{FF2B5EF4-FFF2-40B4-BE49-F238E27FC236}">
                      <a16:creationId xmlns:a16="http://schemas.microsoft.com/office/drawing/2014/main" id="{260A6513-2171-42EA-8190-3EF12D9F5DBB}"/>
                    </a:ext>
                  </a:extLst>
                </p14:cNvPr>
                <p14:cNvContentPartPr/>
                <p14:nvPr/>
              </p14:nvContentPartPr>
              <p14:xfrm>
                <a:off x="7372431" y="1642643"/>
                <a:ext cx="161280" cy="70920"/>
              </p14:xfrm>
            </p:contentPart>
          </mc:Choice>
          <mc:Fallback xmlns="">
            <p:pic>
              <p:nvPicPr>
                <p:cNvPr id="110" name="Ink 109">
                  <a:extLst>
                    <a:ext uri="{FF2B5EF4-FFF2-40B4-BE49-F238E27FC236}">
                      <a16:creationId xmlns:a16="http://schemas.microsoft.com/office/drawing/2014/main" id="{260A6513-2171-42EA-8190-3EF12D9F5DBB}"/>
                    </a:ext>
                  </a:extLst>
                </p:cNvPr>
                <p:cNvPicPr/>
                <p:nvPr/>
              </p:nvPicPr>
              <p:blipFill>
                <a:blip r:embed="rId70"/>
                <a:stretch>
                  <a:fillRect/>
                </a:stretch>
              </p:blipFill>
              <p:spPr>
                <a:xfrm>
                  <a:off x="7363791" y="1634003"/>
                  <a:ext cx="178920" cy="8856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111" name="Ink 110">
                  <a:extLst>
                    <a:ext uri="{FF2B5EF4-FFF2-40B4-BE49-F238E27FC236}">
                      <a16:creationId xmlns:a16="http://schemas.microsoft.com/office/drawing/2014/main" id="{FF98BDD5-1E00-46B4-B4AB-ED0F03E1216C}"/>
                    </a:ext>
                  </a:extLst>
                </p14:cNvPr>
                <p14:cNvContentPartPr/>
                <p14:nvPr/>
              </p14:nvContentPartPr>
              <p14:xfrm>
                <a:off x="7571151" y="1653443"/>
                <a:ext cx="87840" cy="143640"/>
              </p14:xfrm>
            </p:contentPart>
          </mc:Choice>
          <mc:Fallback xmlns="">
            <p:pic>
              <p:nvPicPr>
                <p:cNvPr id="111" name="Ink 110">
                  <a:extLst>
                    <a:ext uri="{FF2B5EF4-FFF2-40B4-BE49-F238E27FC236}">
                      <a16:creationId xmlns:a16="http://schemas.microsoft.com/office/drawing/2014/main" id="{FF98BDD5-1E00-46B4-B4AB-ED0F03E1216C}"/>
                    </a:ext>
                  </a:extLst>
                </p:cNvPr>
                <p:cNvPicPr/>
                <p:nvPr/>
              </p:nvPicPr>
              <p:blipFill>
                <a:blip r:embed="rId72"/>
                <a:stretch>
                  <a:fillRect/>
                </a:stretch>
              </p:blipFill>
              <p:spPr>
                <a:xfrm>
                  <a:off x="7562151" y="1644803"/>
                  <a:ext cx="105480" cy="16128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112" name="Ink 111">
                  <a:extLst>
                    <a:ext uri="{FF2B5EF4-FFF2-40B4-BE49-F238E27FC236}">
                      <a16:creationId xmlns:a16="http://schemas.microsoft.com/office/drawing/2014/main" id="{4E7F300E-808D-4F4E-B25F-361C4A0AB6C0}"/>
                    </a:ext>
                  </a:extLst>
                </p14:cNvPr>
                <p14:cNvContentPartPr/>
                <p14:nvPr/>
              </p14:nvContentPartPr>
              <p14:xfrm>
                <a:off x="7707591" y="1724363"/>
                <a:ext cx="22680" cy="101880"/>
              </p14:xfrm>
            </p:contentPart>
          </mc:Choice>
          <mc:Fallback xmlns="">
            <p:pic>
              <p:nvPicPr>
                <p:cNvPr id="112" name="Ink 111">
                  <a:extLst>
                    <a:ext uri="{FF2B5EF4-FFF2-40B4-BE49-F238E27FC236}">
                      <a16:creationId xmlns:a16="http://schemas.microsoft.com/office/drawing/2014/main" id="{4E7F300E-808D-4F4E-B25F-361C4A0AB6C0}"/>
                    </a:ext>
                  </a:extLst>
                </p:cNvPr>
                <p:cNvPicPr/>
                <p:nvPr/>
              </p:nvPicPr>
              <p:blipFill>
                <a:blip r:embed="rId74"/>
                <a:stretch>
                  <a:fillRect/>
                </a:stretch>
              </p:blipFill>
              <p:spPr>
                <a:xfrm>
                  <a:off x="7698591" y="1715363"/>
                  <a:ext cx="40320" cy="11952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113" name="Ink 112">
                  <a:extLst>
                    <a:ext uri="{FF2B5EF4-FFF2-40B4-BE49-F238E27FC236}">
                      <a16:creationId xmlns:a16="http://schemas.microsoft.com/office/drawing/2014/main" id="{2D98B3ED-BA69-4305-8090-F551DBFBE9C8}"/>
                    </a:ext>
                  </a:extLst>
                </p14:cNvPr>
                <p14:cNvContentPartPr/>
                <p14:nvPr/>
              </p14:nvContentPartPr>
              <p14:xfrm>
                <a:off x="7803711" y="1670003"/>
                <a:ext cx="157320" cy="83880"/>
              </p14:xfrm>
            </p:contentPart>
          </mc:Choice>
          <mc:Fallback xmlns="">
            <p:pic>
              <p:nvPicPr>
                <p:cNvPr id="113" name="Ink 112">
                  <a:extLst>
                    <a:ext uri="{FF2B5EF4-FFF2-40B4-BE49-F238E27FC236}">
                      <a16:creationId xmlns:a16="http://schemas.microsoft.com/office/drawing/2014/main" id="{2D98B3ED-BA69-4305-8090-F551DBFBE9C8}"/>
                    </a:ext>
                  </a:extLst>
                </p:cNvPr>
                <p:cNvPicPr/>
                <p:nvPr/>
              </p:nvPicPr>
              <p:blipFill>
                <a:blip r:embed="rId76"/>
                <a:stretch>
                  <a:fillRect/>
                </a:stretch>
              </p:blipFill>
              <p:spPr>
                <a:xfrm>
                  <a:off x="7795071" y="1661363"/>
                  <a:ext cx="174960" cy="10152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114" name="Ink 113">
                  <a:extLst>
                    <a:ext uri="{FF2B5EF4-FFF2-40B4-BE49-F238E27FC236}">
                      <a16:creationId xmlns:a16="http://schemas.microsoft.com/office/drawing/2014/main" id="{87C7A543-6607-43FA-83D9-33DD5F80B59E}"/>
                    </a:ext>
                  </a:extLst>
                </p14:cNvPr>
                <p14:cNvContentPartPr/>
                <p14:nvPr/>
              </p14:nvContentPartPr>
              <p14:xfrm>
                <a:off x="7995951" y="1679003"/>
                <a:ext cx="87840" cy="169200"/>
              </p14:xfrm>
            </p:contentPart>
          </mc:Choice>
          <mc:Fallback xmlns="">
            <p:pic>
              <p:nvPicPr>
                <p:cNvPr id="114" name="Ink 113">
                  <a:extLst>
                    <a:ext uri="{FF2B5EF4-FFF2-40B4-BE49-F238E27FC236}">
                      <a16:creationId xmlns:a16="http://schemas.microsoft.com/office/drawing/2014/main" id="{87C7A543-6607-43FA-83D9-33DD5F80B59E}"/>
                    </a:ext>
                  </a:extLst>
                </p:cNvPr>
                <p:cNvPicPr/>
                <p:nvPr/>
              </p:nvPicPr>
              <p:blipFill>
                <a:blip r:embed="rId78"/>
                <a:stretch>
                  <a:fillRect/>
                </a:stretch>
              </p:blipFill>
              <p:spPr>
                <a:xfrm>
                  <a:off x="7986951" y="1670003"/>
                  <a:ext cx="105480" cy="186840"/>
                </a:xfrm>
                <a:prstGeom prst="rect">
                  <a:avLst/>
                </a:prstGeom>
              </p:spPr>
            </p:pic>
          </mc:Fallback>
        </mc:AlternateContent>
      </p:grpSp>
      <p:grpSp>
        <p:nvGrpSpPr>
          <p:cNvPr id="131" name="Group 130">
            <a:extLst>
              <a:ext uri="{FF2B5EF4-FFF2-40B4-BE49-F238E27FC236}">
                <a16:creationId xmlns:a16="http://schemas.microsoft.com/office/drawing/2014/main" id="{C2EEC8C3-1F78-4925-80D7-8D11782989D8}"/>
              </a:ext>
            </a:extLst>
          </p:cNvPr>
          <p:cNvGrpSpPr/>
          <p:nvPr/>
        </p:nvGrpSpPr>
        <p:grpSpPr>
          <a:xfrm>
            <a:off x="8399511" y="1622843"/>
            <a:ext cx="3538440" cy="618120"/>
            <a:chOff x="8399511" y="1622843"/>
            <a:chExt cx="3538440" cy="618120"/>
          </a:xfrm>
        </p:grpSpPr>
        <mc:AlternateContent xmlns:mc="http://schemas.openxmlformats.org/markup-compatibility/2006" xmlns:p14="http://schemas.microsoft.com/office/powerpoint/2010/main">
          <mc:Choice Requires="p14">
            <p:contentPart p14:bwMode="auto" r:id="rId79">
              <p14:nvContentPartPr>
                <p14:cNvPr id="116" name="Ink 115">
                  <a:extLst>
                    <a:ext uri="{FF2B5EF4-FFF2-40B4-BE49-F238E27FC236}">
                      <a16:creationId xmlns:a16="http://schemas.microsoft.com/office/drawing/2014/main" id="{7B778D6D-FB8E-4647-B27B-A4B599B5F375}"/>
                    </a:ext>
                  </a:extLst>
                </p14:cNvPr>
                <p14:cNvContentPartPr/>
                <p14:nvPr/>
              </p14:nvContentPartPr>
              <p14:xfrm>
                <a:off x="8399511" y="1661003"/>
                <a:ext cx="453960" cy="128520"/>
              </p14:xfrm>
            </p:contentPart>
          </mc:Choice>
          <mc:Fallback xmlns="">
            <p:pic>
              <p:nvPicPr>
                <p:cNvPr id="116" name="Ink 115">
                  <a:extLst>
                    <a:ext uri="{FF2B5EF4-FFF2-40B4-BE49-F238E27FC236}">
                      <a16:creationId xmlns:a16="http://schemas.microsoft.com/office/drawing/2014/main" id="{7B778D6D-FB8E-4647-B27B-A4B599B5F375}"/>
                    </a:ext>
                  </a:extLst>
                </p:cNvPr>
                <p:cNvPicPr/>
                <p:nvPr/>
              </p:nvPicPr>
              <p:blipFill>
                <a:blip r:embed="rId80"/>
                <a:stretch>
                  <a:fillRect/>
                </a:stretch>
              </p:blipFill>
              <p:spPr>
                <a:xfrm>
                  <a:off x="8390511" y="1652003"/>
                  <a:ext cx="471600" cy="14616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117" name="Ink 116">
                  <a:extLst>
                    <a:ext uri="{FF2B5EF4-FFF2-40B4-BE49-F238E27FC236}">
                      <a16:creationId xmlns:a16="http://schemas.microsoft.com/office/drawing/2014/main" id="{88EA69FD-98DA-4D20-B795-A5A1EE4AE92B}"/>
                    </a:ext>
                  </a:extLst>
                </p14:cNvPr>
                <p14:cNvContentPartPr/>
                <p14:nvPr/>
              </p14:nvContentPartPr>
              <p14:xfrm>
                <a:off x="9036711" y="1718243"/>
                <a:ext cx="4680" cy="106560"/>
              </p14:xfrm>
            </p:contentPart>
          </mc:Choice>
          <mc:Fallback xmlns="">
            <p:pic>
              <p:nvPicPr>
                <p:cNvPr id="117" name="Ink 116">
                  <a:extLst>
                    <a:ext uri="{FF2B5EF4-FFF2-40B4-BE49-F238E27FC236}">
                      <a16:creationId xmlns:a16="http://schemas.microsoft.com/office/drawing/2014/main" id="{88EA69FD-98DA-4D20-B795-A5A1EE4AE92B}"/>
                    </a:ext>
                  </a:extLst>
                </p:cNvPr>
                <p:cNvPicPr/>
                <p:nvPr/>
              </p:nvPicPr>
              <p:blipFill>
                <a:blip r:embed="rId82"/>
                <a:stretch>
                  <a:fillRect/>
                </a:stretch>
              </p:blipFill>
              <p:spPr>
                <a:xfrm>
                  <a:off x="9027711" y="1709243"/>
                  <a:ext cx="2232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118" name="Ink 117">
                  <a:extLst>
                    <a:ext uri="{FF2B5EF4-FFF2-40B4-BE49-F238E27FC236}">
                      <a16:creationId xmlns:a16="http://schemas.microsoft.com/office/drawing/2014/main" id="{6E7DC75E-70BD-4CF5-BAFE-1ECBAF58AFBD}"/>
                    </a:ext>
                  </a:extLst>
                </p14:cNvPr>
                <p14:cNvContentPartPr/>
                <p14:nvPr/>
              </p14:nvContentPartPr>
              <p14:xfrm>
                <a:off x="9007911" y="1628963"/>
                <a:ext cx="22680" cy="5040"/>
              </p14:xfrm>
            </p:contentPart>
          </mc:Choice>
          <mc:Fallback xmlns="">
            <p:pic>
              <p:nvPicPr>
                <p:cNvPr id="118" name="Ink 117">
                  <a:extLst>
                    <a:ext uri="{FF2B5EF4-FFF2-40B4-BE49-F238E27FC236}">
                      <a16:creationId xmlns:a16="http://schemas.microsoft.com/office/drawing/2014/main" id="{6E7DC75E-70BD-4CF5-BAFE-1ECBAF58AFBD}"/>
                    </a:ext>
                  </a:extLst>
                </p:cNvPr>
                <p:cNvPicPr/>
                <p:nvPr/>
              </p:nvPicPr>
              <p:blipFill>
                <a:blip r:embed="rId84"/>
                <a:stretch>
                  <a:fillRect/>
                </a:stretch>
              </p:blipFill>
              <p:spPr>
                <a:xfrm>
                  <a:off x="8998911" y="1619963"/>
                  <a:ext cx="40320" cy="2268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119" name="Ink 118">
                  <a:extLst>
                    <a:ext uri="{FF2B5EF4-FFF2-40B4-BE49-F238E27FC236}">
                      <a16:creationId xmlns:a16="http://schemas.microsoft.com/office/drawing/2014/main" id="{30599950-CB7E-4048-8EDC-AD3E95E6CEE2}"/>
                    </a:ext>
                  </a:extLst>
                </p14:cNvPr>
                <p14:cNvContentPartPr/>
                <p14:nvPr/>
              </p14:nvContentPartPr>
              <p14:xfrm>
                <a:off x="9126351" y="1730123"/>
                <a:ext cx="211680" cy="99000"/>
              </p14:xfrm>
            </p:contentPart>
          </mc:Choice>
          <mc:Fallback xmlns="">
            <p:pic>
              <p:nvPicPr>
                <p:cNvPr id="119" name="Ink 118">
                  <a:extLst>
                    <a:ext uri="{FF2B5EF4-FFF2-40B4-BE49-F238E27FC236}">
                      <a16:creationId xmlns:a16="http://schemas.microsoft.com/office/drawing/2014/main" id="{30599950-CB7E-4048-8EDC-AD3E95E6CEE2}"/>
                    </a:ext>
                  </a:extLst>
                </p:cNvPr>
                <p:cNvPicPr/>
                <p:nvPr/>
              </p:nvPicPr>
              <p:blipFill>
                <a:blip r:embed="rId86"/>
                <a:stretch>
                  <a:fillRect/>
                </a:stretch>
              </p:blipFill>
              <p:spPr>
                <a:xfrm>
                  <a:off x="9117711" y="1721483"/>
                  <a:ext cx="229320" cy="11664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120" name="Ink 119">
                  <a:extLst>
                    <a:ext uri="{FF2B5EF4-FFF2-40B4-BE49-F238E27FC236}">
                      <a16:creationId xmlns:a16="http://schemas.microsoft.com/office/drawing/2014/main" id="{A1BACE8C-461B-409A-BFF1-8DA873CFE9A9}"/>
                    </a:ext>
                  </a:extLst>
                </p14:cNvPr>
                <p14:cNvContentPartPr/>
                <p14:nvPr/>
              </p14:nvContentPartPr>
              <p14:xfrm>
                <a:off x="9304911" y="1622843"/>
                <a:ext cx="16560" cy="15840"/>
              </p14:xfrm>
            </p:contentPart>
          </mc:Choice>
          <mc:Fallback xmlns="">
            <p:pic>
              <p:nvPicPr>
                <p:cNvPr id="120" name="Ink 119">
                  <a:extLst>
                    <a:ext uri="{FF2B5EF4-FFF2-40B4-BE49-F238E27FC236}">
                      <a16:creationId xmlns:a16="http://schemas.microsoft.com/office/drawing/2014/main" id="{A1BACE8C-461B-409A-BFF1-8DA873CFE9A9}"/>
                    </a:ext>
                  </a:extLst>
                </p:cNvPr>
                <p:cNvPicPr/>
                <p:nvPr/>
              </p:nvPicPr>
              <p:blipFill>
                <a:blip r:embed="rId88"/>
                <a:stretch>
                  <a:fillRect/>
                </a:stretch>
              </p:blipFill>
              <p:spPr>
                <a:xfrm>
                  <a:off x="9296271" y="1614203"/>
                  <a:ext cx="34200" cy="3348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121" name="Ink 120">
                  <a:extLst>
                    <a:ext uri="{FF2B5EF4-FFF2-40B4-BE49-F238E27FC236}">
                      <a16:creationId xmlns:a16="http://schemas.microsoft.com/office/drawing/2014/main" id="{F013D5C0-247D-4DE1-8FBD-000F581FAE62}"/>
                    </a:ext>
                  </a:extLst>
                </p14:cNvPr>
                <p14:cNvContentPartPr/>
                <p14:nvPr/>
              </p14:nvContentPartPr>
              <p14:xfrm>
                <a:off x="9415791" y="1650923"/>
                <a:ext cx="138600" cy="176040"/>
              </p14:xfrm>
            </p:contentPart>
          </mc:Choice>
          <mc:Fallback xmlns="">
            <p:pic>
              <p:nvPicPr>
                <p:cNvPr id="121" name="Ink 120">
                  <a:extLst>
                    <a:ext uri="{FF2B5EF4-FFF2-40B4-BE49-F238E27FC236}">
                      <a16:creationId xmlns:a16="http://schemas.microsoft.com/office/drawing/2014/main" id="{F013D5C0-247D-4DE1-8FBD-000F581FAE62}"/>
                    </a:ext>
                  </a:extLst>
                </p:cNvPr>
                <p:cNvPicPr/>
                <p:nvPr/>
              </p:nvPicPr>
              <p:blipFill>
                <a:blip r:embed="rId90"/>
                <a:stretch>
                  <a:fillRect/>
                </a:stretch>
              </p:blipFill>
              <p:spPr>
                <a:xfrm>
                  <a:off x="9406791" y="1641923"/>
                  <a:ext cx="156240" cy="19368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122" name="Ink 121">
                  <a:extLst>
                    <a:ext uri="{FF2B5EF4-FFF2-40B4-BE49-F238E27FC236}">
                      <a16:creationId xmlns:a16="http://schemas.microsoft.com/office/drawing/2014/main" id="{49B1E7A5-0648-4872-9D1C-AF709CD43ADA}"/>
                    </a:ext>
                  </a:extLst>
                </p14:cNvPr>
                <p14:cNvContentPartPr/>
                <p14:nvPr/>
              </p14:nvContentPartPr>
              <p14:xfrm>
                <a:off x="9530991" y="1629683"/>
                <a:ext cx="10800" cy="19800"/>
              </p14:xfrm>
            </p:contentPart>
          </mc:Choice>
          <mc:Fallback xmlns="">
            <p:pic>
              <p:nvPicPr>
                <p:cNvPr id="122" name="Ink 121">
                  <a:extLst>
                    <a:ext uri="{FF2B5EF4-FFF2-40B4-BE49-F238E27FC236}">
                      <a16:creationId xmlns:a16="http://schemas.microsoft.com/office/drawing/2014/main" id="{49B1E7A5-0648-4872-9D1C-AF709CD43ADA}"/>
                    </a:ext>
                  </a:extLst>
                </p:cNvPr>
                <p:cNvPicPr/>
                <p:nvPr/>
              </p:nvPicPr>
              <p:blipFill>
                <a:blip r:embed="rId92"/>
                <a:stretch>
                  <a:fillRect/>
                </a:stretch>
              </p:blipFill>
              <p:spPr>
                <a:xfrm>
                  <a:off x="9522351" y="1620683"/>
                  <a:ext cx="2844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123" name="Ink 122">
                  <a:extLst>
                    <a:ext uri="{FF2B5EF4-FFF2-40B4-BE49-F238E27FC236}">
                      <a16:creationId xmlns:a16="http://schemas.microsoft.com/office/drawing/2014/main" id="{EDCF030C-E42C-4116-B262-6765CD426688}"/>
                    </a:ext>
                  </a:extLst>
                </p14:cNvPr>
                <p14:cNvContentPartPr/>
                <p14:nvPr/>
              </p14:nvContentPartPr>
              <p14:xfrm>
                <a:off x="9623871" y="1656323"/>
                <a:ext cx="258480" cy="182520"/>
              </p14:xfrm>
            </p:contentPart>
          </mc:Choice>
          <mc:Fallback xmlns="">
            <p:pic>
              <p:nvPicPr>
                <p:cNvPr id="123" name="Ink 122">
                  <a:extLst>
                    <a:ext uri="{FF2B5EF4-FFF2-40B4-BE49-F238E27FC236}">
                      <a16:creationId xmlns:a16="http://schemas.microsoft.com/office/drawing/2014/main" id="{EDCF030C-E42C-4116-B262-6765CD426688}"/>
                    </a:ext>
                  </a:extLst>
                </p:cNvPr>
                <p:cNvPicPr/>
                <p:nvPr/>
              </p:nvPicPr>
              <p:blipFill>
                <a:blip r:embed="rId94"/>
                <a:stretch>
                  <a:fillRect/>
                </a:stretch>
              </p:blipFill>
              <p:spPr>
                <a:xfrm>
                  <a:off x="9614871" y="1647323"/>
                  <a:ext cx="276120" cy="20016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124" name="Ink 123">
                  <a:extLst>
                    <a:ext uri="{FF2B5EF4-FFF2-40B4-BE49-F238E27FC236}">
                      <a16:creationId xmlns:a16="http://schemas.microsoft.com/office/drawing/2014/main" id="{4A11194C-0582-4772-8E48-9B6B7037510A}"/>
                    </a:ext>
                  </a:extLst>
                </p14:cNvPr>
                <p14:cNvContentPartPr/>
                <p14:nvPr/>
              </p14:nvContentPartPr>
              <p14:xfrm>
                <a:off x="9881991" y="1634363"/>
                <a:ext cx="10800" cy="9000"/>
              </p14:xfrm>
            </p:contentPart>
          </mc:Choice>
          <mc:Fallback xmlns="">
            <p:pic>
              <p:nvPicPr>
                <p:cNvPr id="124" name="Ink 123">
                  <a:extLst>
                    <a:ext uri="{FF2B5EF4-FFF2-40B4-BE49-F238E27FC236}">
                      <a16:creationId xmlns:a16="http://schemas.microsoft.com/office/drawing/2014/main" id="{4A11194C-0582-4772-8E48-9B6B7037510A}"/>
                    </a:ext>
                  </a:extLst>
                </p:cNvPr>
                <p:cNvPicPr/>
                <p:nvPr/>
              </p:nvPicPr>
              <p:blipFill>
                <a:blip r:embed="rId96"/>
                <a:stretch>
                  <a:fillRect/>
                </a:stretch>
              </p:blipFill>
              <p:spPr>
                <a:xfrm>
                  <a:off x="9872991" y="1625363"/>
                  <a:ext cx="2844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125" name="Ink 124">
                  <a:extLst>
                    <a:ext uri="{FF2B5EF4-FFF2-40B4-BE49-F238E27FC236}">
                      <a16:creationId xmlns:a16="http://schemas.microsoft.com/office/drawing/2014/main" id="{CC82CDDF-38E1-4D90-9059-5AF085B2874E}"/>
                    </a:ext>
                  </a:extLst>
                </p14:cNvPr>
                <p14:cNvContentPartPr/>
                <p14:nvPr/>
              </p14:nvContentPartPr>
              <p14:xfrm>
                <a:off x="9956871" y="1667843"/>
                <a:ext cx="468720" cy="347040"/>
              </p14:xfrm>
            </p:contentPart>
          </mc:Choice>
          <mc:Fallback xmlns="">
            <p:pic>
              <p:nvPicPr>
                <p:cNvPr id="125" name="Ink 124">
                  <a:extLst>
                    <a:ext uri="{FF2B5EF4-FFF2-40B4-BE49-F238E27FC236}">
                      <a16:creationId xmlns:a16="http://schemas.microsoft.com/office/drawing/2014/main" id="{CC82CDDF-38E1-4D90-9059-5AF085B2874E}"/>
                    </a:ext>
                  </a:extLst>
                </p:cNvPr>
                <p:cNvPicPr/>
                <p:nvPr/>
              </p:nvPicPr>
              <p:blipFill>
                <a:blip r:embed="rId98"/>
                <a:stretch>
                  <a:fillRect/>
                </a:stretch>
              </p:blipFill>
              <p:spPr>
                <a:xfrm>
                  <a:off x="9948231" y="1658843"/>
                  <a:ext cx="486360" cy="36468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127" name="Ink 126">
                  <a:extLst>
                    <a:ext uri="{FF2B5EF4-FFF2-40B4-BE49-F238E27FC236}">
                      <a16:creationId xmlns:a16="http://schemas.microsoft.com/office/drawing/2014/main" id="{FBB0A210-54BF-409B-896E-CB1FD733CE8D}"/>
                    </a:ext>
                  </a:extLst>
                </p14:cNvPr>
                <p14:cNvContentPartPr/>
                <p14:nvPr/>
              </p14:nvContentPartPr>
              <p14:xfrm>
                <a:off x="9351711" y="1675043"/>
                <a:ext cx="167040" cy="24480"/>
              </p14:xfrm>
            </p:contentPart>
          </mc:Choice>
          <mc:Fallback xmlns="">
            <p:pic>
              <p:nvPicPr>
                <p:cNvPr id="127" name="Ink 126">
                  <a:extLst>
                    <a:ext uri="{FF2B5EF4-FFF2-40B4-BE49-F238E27FC236}">
                      <a16:creationId xmlns:a16="http://schemas.microsoft.com/office/drawing/2014/main" id="{FBB0A210-54BF-409B-896E-CB1FD733CE8D}"/>
                    </a:ext>
                  </a:extLst>
                </p:cNvPr>
                <p:cNvPicPr/>
                <p:nvPr/>
              </p:nvPicPr>
              <p:blipFill>
                <a:blip r:embed="rId100"/>
                <a:stretch>
                  <a:fillRect/>
                </a:stretch>
              </p:blipFill>
              <p:spPr>
                <a:xfrm>
                  <a:off x="9343071" y="1666043"/>
                  <a:ext cx="184680" cy="4212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128" name="Ink 127">
                  <a:extLst>
                    <a:ext uri="{FF2B5EF4-FFF2-40B4-BE49-F238E27FC236}">
                      <a16:creationId xmlns:a16="http://schemas.microsoft.com/office/drawing/2014/main" id="{1AA13AB5-EC32-48CF-97B0-0EF0F56F2C2B}"/>
                    </a:ext>
                  </a:extLst>
                </p14:cNvPr>
                <p14:cNvContentPartPr/>
                <p14:nvPr/>
              </p14:nvContentPartPr>
              <p14:xfrm>
                <a:off x="10634031" y="1697723"/>
                <a:ext cx="189000" cy="116640"/>
              </p14:xfrm>
            </p:contentPart>
          </mc:Choice>
          <mc:Fallback xmlns="">
            <p:pic>
              <p:nvPicPr>
                <p:cNvPr id="128" name="Ink 127">
                  <a:extLst>
                    <a:ext uri="{FF2B5EF4-FFF2-40B4-BE49-F238E27FC236}">
                      <a16:creationId xmlns:a16="http://schemas.microsoft.com/office/drawing/2014/main" id="{1AA13AB5-EC32-48CF-97B0-0EF0F56F2C2B}"/>
                    </a:ext>
                  </a:extLst>
                </p:cNvPr>
                <p:cNvPicPr/>
                <p:nvPr/>
              </p:nvPicPr>
              <p:blipFill>
                <a:blip r:embed="rId102"/>
                <a:stretch>
                  <a:fillRect/>
                </a:stretch>
              </p:blipFill>
              <p:spPr>
                <a:xfrm>
                  <a:off x="10625391" y="1689083"/>
                  <a:ext cx="206640" cy="13428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129" name="Ink 128">
                  <a:extLst>
                    <a:ext uri="{FF2B5EF4-FFF2-40B4-BE49-F238E27FC236}">
                      <a16:creationId xmlns:a16="http://schemas.microsoft.com/office/drawing/2014/main" id="{11E9AE93-C81C-4293-868C-6E903DE2B885}"/>
                    </a:ext>
                  </a:extLst>
                </p14:cNvPr>
                <p14:cNvContentPartPr/>
                <p14:nvPr/>
              </p14:nvContentPartPr>
              <p14:xfrm>
                <a:off x="10809351" y="1657403"/>
                <a:ext cx="1067040" cy="583560"/>
              </p14:xfrm>
            </p:contentPart>
          </mc:Choice>
          <mc:Fallback xmlns="">
            <p:pic>
              <p:nvPicPr>
                <p:cNvPr id="129" name="Ink 128">
                  <a:extLst>
                    <a:ext uri="{FF2B5EF4-FFF2-40B4-BE49-F238E27FC236}">
                      <a16:creationId xmlns:a16="http://schemas.microsoft.com/office/drawing/2014/main" id="{11E9AE93-C81C-4293-868C-6E903DE2B885}"/>
                    </a:ext>
                  </a:extLst>
                </p:cNvPr>
                <p:cNvPicPr/>
                <p:nvPr/>
              </p:nvPicPr>
              <p:blipFill>
                <a:blip r:embed="rId104"/>
                <a:stretch>
                  <a:fillRect/>
                </a:stretch>
              </p:blipFill>
              <p:spPr>
                <a:xfrm>
                  <a:off x="10800351" y="1648403"/>
                  <a:ext cx="1084680" cy="60120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130" name="Ink 129">
                  <a:extLst>
                    <a:ext uri="{FF2B5EF4-FFF2-40B4-BE49-F238E27FC236}">
                      <a16:creationId xmlns:a16="http://schemas.microsoft.com/office/drawing/2014/main" id="{A940B518-25FA-4727-9ED9-7215123F1ACC}"/>
                    </a:ext>
                  </a:extLst>
                </p14:cNvPr>
                <p14:cNvContentPartPr/>
                <p14:nvPr/>
              </p14:nvContentPartPr>
              <p14:xfrm>
                <a:off x="11937591" y="1880243"/>
                <a:ext cx="360" cy="360"/>
              </p14:xfrm>
            </p:contentPart>
          </mc:Choice>
          <mc:Fallback xmlns="">
            <p:pic>
              <p:nvPicPr>
                <p:cNvPr id="130" name="Ink 129">
                  <a:extLst>
                    <a:ext uri="{FF2B5EF4-FFF2-40B4-BE49-F238E27FC236}">
                      <a16:creationId xmlns:a16="http://schemas.microsoft.com/office/drawing/2014/main" id="{A940B518-25FA-4727-9ED9-7215123F1ACC}"/>
                    </a:ext>
                  </a:extLst>
                </p:cNvPr>
                <p:cNvPicPr/>
                <p:nvPr/>
              </p:nvPicPr>
              <p:blipFill>
                <a:blip r:embed="rId106"/>
                <a:stretch>
                  <a:fillRect/>
                </a:stretch>
              </p:blipFill>
              <p:spPr>
                <a:xfrm>
                  <a:off x="11928591" y="1871603"/>
                  <a:ext cx="18000" cy="18000"/>
                </a:xfrm>
                <a:prstGeom prst="rect">
                  <a:avLst/>
                </a:prstGeom>
              </p:spPr>
            </p:pic>
          </mc:Fallback>
        </mc:AlternateContent>
      </p:grpSp>
      <p:grpSp>
        <p:nvGrpSpPr>
          <p:cNvPr id="139" name="Group 138">
            <a:extLst>
              <a:ext uri="{FF2B5EF4-FFF2-40B4-BE49-F238E27FC236}">
                <a16:creationId xmlns:a16="http://schemas.microsoft.com/office/drawing/2014/main" id="{4AB2EC60-7289-443F-AC10-753D78BAC25D}"/>
              </a:ext>
            </a:extLst>
          </p:cNvPr>
          <p:cNvGrpSpPr/>
          <p:nvPr/>
        </p:nvGrpSpPr>
        <p:grpSpPr>
          <a:xfrm>
            <a:off x="4444191" y="1674323"/>
            <a:ext cx="291240" cy="137160"/>
            <a:chOff x="4444191" y="1674323"/>
            <a:chExt cx="291240" cy="137160"/>
          </a:xfrm>
        </p:grpSpPr>
        <mc:AlternateContent xmlns:mc="http://schemas.openxmlformats.org/markup-compatibility/2006" xmlns:p14="http://schemas.microsoft.com/office/powerpoint/2010/main">
          <mc:Choice Requires="p14">
            <p:contentPart p14:bwMode="auto" r:id="rId107">
              <p14:nvContentPartPr>
                <p14:cNvPr id="132" name="Ink 131">
                  <a:extLst>
                    <a:ext uri="{FF2B5EF4-FFF2-40B4-BE49-F238E27FC236}">
                      <a16:creationId xmlns:a16="http://schemas.microsoft.com/office/drawing/2014/main" id="{FC561432-12A8-48F6-99CD-D666D40CD395}"/>
                    </a:ext>
                  </a:extLst>
                </p14:cNvPr>
                <p14:cNvContentPartPr/>
                <p14:nvPr/>
              </p14:nvContentPartPr>
              <p14:xfrm>
                <a:off x="4444191" y="1674323"/>
                <a:ext cx="163440" cy="108360"/>
              </p14:xfrm>
            </p:contentPart>
          </mc:Choice>
          <mc:Fallback xmlns="">
            <p:pic>
              <p:nvPicPr>
                <p:cNvPr id="132" name="Ink 131">
                  <a:extLst>
                    <a:ext uri="{FF2B5EF4-FFF2-40B4-BE49-F238E27FC236}">
                      <a16:creationId xmlns:a16="http://schemas.microsoft.com/office/drawing/2014/main" id="{FC561432-12A8-48F6-99CD-D666D40CD395}"/>
                    </a:ext>
                  </a:extLst>
                </p:cNvPr>
                <p:cNvPicPr/>
                <p:nvPr/>
              </p:nvPicPr>
              <p:blipFill>
                <a:blip r:embed="rId108"/>
                <a:stretch>
                  <a:fillRect/>
                </a:stretch>
              </p:blipFill>
              <p:spPr>
                <a:xfrm>
                  <a:off x="4435191" y="1665323"/>
                  <a:ext cx="18108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133" name="Ink 132">
                  <a:extLst>
                    <a:ext uri="{FF2B5EF4-FFF2-40B4-BE49-F238E27FC236}">
                      <a16:creationId xmlns:a16="http://schemas.microsoft.com/office/drawing/2014/main" id="{259A5D05-3C9E-458E-80FD-895CEE58A954}"/>
                    </a:ext>
                  </a:extLst>
                </p14:cNvPr>
                <p14:cNvContentPartPr/>
                <p14:nvPr/>
              </p14:nvContentPartPr>
              <p14:xfrm>
                <a:off x="4647951" y="1727603"/>
                <a:ext cx="2160" cy="76680"/>
              </p14:xfrm>
            </p:contentPart>
          </mc:Choice>
          <mc:Fallback xmlns="">
            <p:pic>
              <p:nvPicPr>
                <p:cNvPr id="133" name="Ink 132">
                  <a:extLst>
                    <a:ext uri="{FF2B5EF4-FFF2-40B4-BE49-F238E27FC236}">
                      <a16:creationId xmlns:a16="http://schemas.microsoft.com/office/drawing/2014/main" id="{259A5D05-3C9E-458E-80FD-895CEE58A954}"/>
                    </a:ext>
                  </a:extLst>
                </p:cNvPr>
                <p:cNvPicPr/>
                <p:nvPr/>
              </p:nvPicPr>
              <p:blipFill>
                <a:blip r:embed="rId110"/>
                <a:stretch>
                  <a:fillRect/>
                </a:stretch>
              </p:blipFill>
              <p:spPr>
                <a:xfrm>
                  <a:off x="4638951" y="1718603"/>
                  <a:ext cx="19800" cy="9432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134" name="Ink 133">
                  <a:extLst>
                    <a:ext uri="{FF2B5EF4-FFF2-40B4-BE49-F238E27FC236}">
                      <a16:creationId xmlns:a16="http://schemas.microsoft.com/office/drawing/2014/main" id="{0140544D-C989-437C-B6E7-D028FA5A4C42}"/>
                    </a:ext>
                  </a:extLst>
                </p14:cNvPr>
                <p14:cNvContentPartPr/>
                <p14:nvPr/>
              </p14:nvContentPartPr>
              <p14:xfrm>
                <a:off x="4704111" y="1732283"/>
                <a:ext cx="31320" cy="79200"/>
              </p14:xfrm>
            </p:contentPart>
          </mc:Choice>
          <mc:Fallback xmlns="">
            <p:pic>
              <p:nvPicPr>
                <p:cNvPr id="134" name="Ink 133">
                  <a:extLst>
                    <a:ext uri="{FF2B5EF4-FFF2-40B4-BE49-F238E27FC236}">
                      <a16:creationId xmlns:a16="http://schemas.microsoft.com/office/drawing/2014/main" id="{0140544D-C989-437C-B6E7-D028FA5A4C42}"/>
                    </a:ext>
                  </a:extLst>
                </p:cNvPr>
                <p:cNvPicPr/>
                <p:nvPr/>
              </p:nvPicPr>
              <p:blipFill>
                <a:blip r:embed="rId112"/>
                <a:stretch>
                  <a:fillRect/>
                </a:stretch>
              </p:blipFill>
              <p:spPr>
                <a:xfrm>
                  <a:off x="4695471" y="1723283"/>
                  <a:ext cx="48960" cy="96840"/>
                </a:xfrm>
                <a:prstGeom prst="rect">
                  <a:avLst/>
                </a:prstGeom>
              </p:spPr>
            </p:pic>
          </mc:Fallback>
        </mc:AlternateContent>
      </p:grpSp>
      <p:grpSp>
        <p:nvGrpSpPr>
          <p:cNvPr id="138" name="Group 137">
            <a:extLst>
              <a:ext uri="{FF2B5EF4-FFF2-40B4-BE49-F238E27FC236}">
                <a16:creationId xmlns:a16="http://schemas.microsoft.com/office/drawing/2014/main" id="{871853C2-B231-4B6F-A59F-A12A425660CC}"/>
              </a:ext>
            </a:extLst>
          </p:cNvPr>
          <p:cNvGrpSpPr/>
          <p:nvPr/>
        </p:nvGrpSpPr>
        <p:grpSpPr>
          <a:xfrm>
            <a:off x="4528071" y="2729123"/>
            <a:ext cx="348480" cy="138240"/>
            <a:chOff x="4528071" y="2729123"/>
            <a:chExt cx="348480" cy="138240"/>
          </a:xfrm>
        </p:grpSpPr>
        <mc:AlternateContent xmlns:mc="http://schemas.openxmlformats.org/markup-compatibility/2006" xmlns:p14="http://schemas.microsoft.com/office/powerpoint/2010/main">
          <mc:Choice Requires="p14">
            <p:contentPart p14:bwMode="auto" r:id="rId113">
              <p14:nvContentPartPr>
                <p14:cNvPr id="135" name="Ink 134">
                  <a:extLst>
                    <a:ext uri="{FF2B5EF4-FFF2-40B4-BE49-F238E27FC236}">
                      <a16:creationId xmlns:a16="http://schemas.microsoft.com/office/drawing/2014/main" id="{A87DC6EA-77A4-451E-A8A1-C31A6CBB0A60}"/>
                    </a:ext>
                  </a:extLst>
                </p14:cNvPr>
                <p14:cNvContentPartPr/>
                <p14:nvPr/>
              </p14:nvContentPartPr>
              <p14:xfrm>
                <a:off x="4528071" y="2729123"/>
                <a:ext cx="153360" cy="110520"/>
              </p14:xfrm>
            </p:contentPart>
          </mc:Choice>
          <mc:Fallback xmlns="">
            <p:pic>
              <p:nvPicPr>
                <p:cNvPr id="135" name="Ink 134">
                  <a:extLst>
                    <a:ext uri="{FF2B5EF4-FFF2-40B4-BE49-F238E27FC236}">
                      <a16:creationId xmlns:a16="http://schemas.microsoft.com/office/drawing/2014/main" id="{A87DC6EA-77A4-451E-A8A1-C31A6CBB0A60}"/>
                    </a:ext>
                  </a:extLst>
                </p:cNvPr>
                <p:cNvPicPr/>
                <p:nvPr/>
              </p:nvPicPr>
              <p:blipFill>
                <a:blip r:embed="rId114"/>
                <a:stretch>
                  <a:fillRect/>
                </a:stretch>
              </p:blipFill>
              <p:spPr>
                <a:xfrm>
                  <a:off x="4519431" y="2720483"/>
                  <a:ext cx="171000" cy="12816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136" name="Ink 135">
                  <a:extLst>
                    <a:ext uri="{FF2B5EF4-FFF2-40B4-BE49-F238E27FC236}">
                      <a16:creationId xmlns:a16="http://schemas.microsoft.com/office/drawing/2014/main" id="{AA15754D-7074-47DD-B014-7B68E81EF60F}"/>
                    </a:ext>
                  </a:extLst>
                </p14:cNvPr>
                <p14:cNvContentPartPr/>
                <p14:nvPr/>
              </p14:nvContentPartPr>
              <p14:xfrm>
                <a:off x="4717431" y="2781323"/>
                <a:ext cx="8280" cy="86040"/>
              </p14:xfrm>
            </p:contentPart>
          </mc:Choice>
          <mc:Fallback xmlns="">
            <p:pic>
              <p:nvPicPr>
                <p:cNvPr id="136" name="Ink 135">
                  <a:extLst>
                    <a:ext uri="{FF2B5EF4-FFF2-40B4-BE49-F238E27FC236}">
                      <a16:creationId xmlns:a16="http://schemas.microsoft.com/office/drawing/2014/main" id="{AA15754D-7074-47DD-B014-7B68E81EF60F}"/>
                    </a:ext>
                  </a:extLst>
                </p:cNvPr>
                <p:cNvPicPr/>
                <p:nvPr/>
              </p:nvPicPr>
              <p:blipFill>
                <a:blip r:embed="rId116"/>
                <a:stretch>
                  <a:fillRect/>
                </a:stretch>
              </p:blipFill>
              <p:spPr>
                <a:xfrm>
                  <a:off x="4708431" y="2772323"/>
                  <a:ext cx="2592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137" name="Ink 136">
                  <a:extLst>
                    <a:ext uri="{FF2B5EF4-FFF2-40B4-BE49-F238E27FC236}">
                      <a16:creationId xmlns:a16="http://schemas.microsoft.com/office/drawing/2014/main" id="{C496931B-95E4-42D5-8D37-86433A2A2A4A}"/>
                    </a:ext>
                  </a:extLst>
                </p14:cNvPr>
                <p14:cNvContentPartPr/>
                <p14:nvPr/>
              </p14:nvContentPartPr>
              <p14:xfrm>
                <a:off x="4782951" y="2797163"/>
                <a:ext cx="93600" cy="70200"/>
              </p14:xfrm>
            </p:contentPart>
          </mc:Choice>
          <mc:Fallback xmlns="">
            <p:pic>
              <p:nvPicPr>
                <p:cNvPr id="137" name="Ink 136">
                  <a:extLst>
                    <a:ext uri="{FF2B5EF4-FFF2-40B4-BE49-F238E27FC236}">
                      <a16:creationId xmlns:a16="http://schemas.microsoft.com/office/drawing/2014/main" id="{C496931B-95E4-42D5-8D37-86433A2A2A4A}"/>
                    </a:ext>
                  </a:extLst>
                </p:cNvPr>
                <p:cNvPicPr/>
                <p:nvPr/>
              </p:nvPicPr>
              <p:blipFill>
                <a:blip r:embed="rId118"/>
                <a:stretch>
                  <a:fillRect/>
                </a:stretch>
              </p:blipFill>
              <p:spPr>
                <a:xfrm>
                  <a:off x="4773951" y="2788523"/>
                  <a:ext cx="111240" cy="87840"/>
                </a:xfrm>
                <a:prstGeom prst="rect">
                  <a:avLst/>
                </a:prstGeom>
              </p:spPr>
            </p:pic>
          </mc:Fallback>
        </mc:AlternateContent>
      </p:grpSp>
      <p:grpSp>
        <p:nvGrpSpPr>
          <p:cNvPr id="151" name="Group 150">
            <a:extLst>
              <a:ext uri="{FF2B5EF4-FFF2-40B4-BE49-F238E27FC236}">
                <a16:creationId xmlns:a16="http://schemas.microsoft.com/office/drawing/2014/main" id="{AF28B58C-ADFE-4D83-AA24-394FE54187E4}"/>
              </a:ext>
            </a:extLst>
          </p:cNvPr>
          <p:cNvGrpSpPr/>
          <p:nvPr/>
        </p:nvGrpSpPr>
        <p:grpSpPr>
          <a:xfrm>
            <a:off x="416151" y="5652683"/>
            <a:ext cx="723240" cy="280440"/>
            <a:chOff x="416151" y="5652683"/>
            <a:chExt cx="723240" cy="280440"/>
          </a:xfrm>
        </p:grpSpPr>
        <mc:AlternateContent xmlns:mc="http://schemas.openxmlformats.org/markup-compatibility/2006" xmlns:p14="http://schemas.microsoft.com/office/powerpoint/2010/main">
          <mc:Choice Requires="p14">
            <p:contentPart p14:bwMode="auto" r:id="rId119">
              <p14:nvContentPartPr>
                <p14:cNvPr id="140" name="Ink 139">
                  <a:extLst>
                    <a:ext uri="{FF2B5EF4-FFF2-40B4-BE49-F238E27FC236}">
                      <a16:creationId xmlns:a16="http://schemas.microsoft.com/office/drawing/2014/main" id="{1642BDA4-BB71-4BB0-B009-5C6A9BEBD989}"/>
                    </a:ext>
                  </a:extLst>
                </p14:cNvPr>
                <p14:cNvContentPartPr/>
                <p14:nvPr/>
              </p14:nvContentPartPr>
              <p14:xfrm>
                <a:off x="416151" y="5652683"/>
                <a:ext cx="154440" cy="280440"/>
              </p14:xfrm>
            </p:contentPart>
          </mc:Choice>
          <mc:Fallback xmlns="">
            <p:pic>
              <p:nvPicPr>
                <p:cNvPr id="140" name="Ink 139">
                  <a:extLst>
                    <a:ext uri="{FF2B5EF4-FFF2-40B4-BE49-F238E27FC236}">
                      <a16:creationId xmlns:a16="http://schemas.microsoft.com/office/drawing/2014/main" id="{1642BDA4-BB71-4BB0-B009-5C6A9BEBD989}"/>
                    </a:ext>
                  </a:extLst>
                </p:cNvPr>
                <p:cNvPicPr/>
                <p:nvPr/>
              </p:nvPicPr>
              <p:blipFill>
                <a:blip r:embed="rId120"/>
                <a:stretch>
                  <a:fillRect/>
                </a:stretch>
              </p:blipFill>
              <p:spPr>
                <a:xfrm>
                  <a:off x="407511" y="5644043"/>
                  <a:ext cx="172080" cy="29808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141" name="Ink 140">
                  <a:extLst>
                    <a:ext uri="{FF2B5EF4-FFF2-40B4-BE49-F238E27FC236}">
                      <a16:creationId xmlns:a16="http://schemas.microsoft.com/office/drawing/2014/main" id="{5ACBB2AF-5A14-4885-BA0C-06A1880F4CCB}"/>
                    </a:ext>
                  </a:extLst>
                </p14:cNvPr>
                <p14:cNvContentPartPr/>
                <p14:nvPr/>
              </p14:nvContentPartPr>
              <p14:xfrm>
                <a:off x="628911" y="5744123"/>
                <a:ext cx="510480" cy="180360"/>
              </p14:xfrm>
            </p:contentPart>
          </mc:Choice>
          <mc:Fallback xmlns="">
            <p:pic>
              <p:nvPicPr>
                <p:cNvPr id="141" name="Ink 140">
                  <a:extLst>
                    <a:ext uri="{FF2B5EF4-FFF2-40B4-BE49-F238E27FC236}">
                      <a16:creationId xmlns:a16="http://schemas.microsoft.com/office/drawing/2014/main" id="{5ACBB2AF-5A14-4885-BA0C-06A1880F4CCB}"/>
                    </a:ext>
                  </a:extLst>
                </p:cNvPr>
                <p:cNvPicPr/>
                <p:nvPr/>
              </p:nvPicPr>
              <p:blipFill>
                <a:blip r:embed="rId122"/>
                <a:stretch>
                  <a:fillRect/>
                </a:stretch>
              </p:blipFill>
              <p:spPr>
                <a:xfrm>
                  <a:off x="620271" y="5735123"/>
                  <a:ext cx="528120" cy="19800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142" name="Ink 141">
                  <a:extLst>
                    <a:ext uri="{FF2B5EF4-FFF2-40B4-BE49-F238E27FC236}">
                      <a16:creationId xmlns:a16="http://schemas.microsoft.com/office/drawing/2014/main" id="{3F42E048-A483-435B-959C-31B4164F26A9}"/>
                    </a:ext>
                  </a:extLst>
                </p14:cNvPr>
                <p14:cNvContentPartPr/>
                <p14:nvPr/>
              </p14:nvContentPartPr>
              <p14:xfrm>
                <a:off x="766431" y="5785523"/>
                <a:ext cx="102600" cy="25200"/>
              </p14:xfrm>
            </p:contentPart>
          </mc:Choice>
          <mc:Fallback xmlns="">
            <p:pic>
              <p:nvPicPr>
                <p:cNvPr id="142" name="Ink 141">
                  <a:extLst>
                    <a:ext uri="{FF2B5EF4-FFF2-40B4-BE49-F238E27FC236}">
                      <a16:creationId xmlns:a16="http://schemas.microsoft.com/office/drawing/2014/main" id="{3F42E048-A483-435B-959C-31B4164F26A9}"/>
                    </a:ext>
                  </a:extLst>
                </p:cNvPr>
                <p:cNvPicPr/>
                <p:nvPr/>
              </p:nvPicPr>
              <p:blipFill>
                <a:blip r:embed="rId124"/>
                <a:stretch>
                  <a:fillRect/>
                </a:stretch>
              </p:blipFill>
              <p:spPr>
                <a:xfrm>
                  <a:off x="757431" y="5776523"/>
                  <a:ext cx="120240" cy="42840"/>
                </a:xfrm>
                <a:prstGeom prst="rect">
                  <a:avLst/>
                </a:prstGeom>
              </p:spPr>
            </p:pic>
          </mc:Fallback>
        </mc:AlternateContent>
      </p:grpSp>
      <p:grpSp>
        <p:nvGrpSpPr>
          <p:cNvPr id="150" name="Group 149">
            <a:extLst>
              <a:ext uri="{FF2B5EF4-FFF2-40B4-BE49-F238E27FC236}">
                <a16:creationId xmlns:a16="http://schemas.microsoft.com/office/drawing/2014/main" id="{9F1D769A-59B5-45CC-9568-29D486503BBC}"/>
              </a:ext>
            </a:extLst>
          </p:cNvPr>
          <p:cNvGrpSpPr/>
          <p:nvPr/>
        </p:nvGrpSpPr>
        <p:grpSpPr>
          <a:xfrm>
            <a:off x="1391751" y="5765003"/>
            <a:ext cx="1269720" cy="357840"/>
            <a:chOff x="1391751" y="5765003"/>
            <a:chExt cx="1269720" cy="357840"/>
          </a:xfrm>
        </p:grpSpPr>
        <mc:AlternateContent xmlns:mc="http://schemas.openxmlformats.org/markup-compatibility/2006" xmlns:p14="http://schemas.microsoft.com/office/powerpoint/2010/main">
          <mc:Choice Requires="p14">
            <p:contentPart p14:bwMode="auto" r:id="rId125">
              <p14:nvContentPartPr>
                <p14:cNvPr id="143" name="Ink 142">
                  <a:extLst>
                    <a:ext uri="{FF2B5EF4-FFF2-40B4-BE49-F238E27FC236}">
                      <a16:creationId xmlns:a16="http://schemas.microsoft.com/office/drawing/2014/main" id="{7550323B-6F32-46DB-B757-C91188AF4157}"/>
                    </a:ext>
                  </a:extLst>
                </p14:cNvPr>
                <p14:cNvContentPartPr/>
                <p14:nvPr/>
              </p14:nvContentPartPr>
              <p14:xfrm>
                <a:off x="1391751" y="5805323"/>
                <a:ext cx="138960" cy="168840"/>
              </p14:xfrm>
            </p:contentPart>
          </mc:Choice>
          <mc:Fallback xmlns="">
            <p:pic>
              <p:nvPicPr>
                <p:cNvPr id="143" name="Ink 142">
                  <a:extLst>
                    <a:ext uri="{FF2B5EF4-FFF2-40B4-BE49-F238E27FC236}">
                      <a16:creationId xmlns:a16="http://schemas.microsoft.com/office/drawing/2014/main" id="{7550323B-6F32-46DB-B757-C91188AF4157}"/>
                    </a:ext>
                  </a:extLst>
                </p:cNvPr>
                <p:cNvPicPr/>
                <p:nvPr/>
              </p:nvPicPr>
              <p:blipFill>
                <a:blip r:embed="rId126"/>
                <a:stretch>
                  <a:fillRect/>
                </a:stretch>
              </p:blipFill>
              <p:spPr>
                <a:xfrm>
                  <a:off x="1383111" y="5796683"/>
                  <a:ext cx="156600" cy="18648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144" name="Ink 143">
                  <a:extLst>
                    <a:ext uri="{FF2B5EF4-FFF2-40B4-BE49-F238E27FC236}">
                      <a16:creationId xmlns:a16="http://schemas.microsoft.com/office/drawing/2014/main" id="{50769BDB-707F-400D-A295-9D5ED5156717}"/>
                    </a:ext>
                  </a:extLst>
                </p14:cNvPr>
                <p14:cNvContentPartPr/>
                <p14:nvPr/>
              </p14:nvContentPartPr>
              <p14:xfrm>
                <a:off x="1495791" y="5777603"/>
                <a:ext cx="48600" cy="12240"/>
              </p14:xfrm>
            </p:contentPart>
          </mc:Choice>
          <mc:Fallback xmlns="">
            <p:pic>
              <p:nvPicPr>
                <p:cNvPr id="144" name="Ink 143">
                  <a:extLst>
                    <a:ext uri="{FF2B5EF4-FFF2-40B4-BE49-F238E27FC236}">
                      <a16:creationId xmlns:a16="http://schemas.microsoft.com/office/drawing/2014/main" id="{50769BDB-707F-400D-A295-9D5ED5156717}"/>
                    </a:ext>
                  </a:extLst>
                </p:cNvPr>
                <p:cNvPicPr/>
                <p:nvPr/>
              </p:nvPicPr>
              <p:blipFill>
                <a:blip r:embed="rId128"/>
                <a:stretch>
                  <a:fillRect/>
                </a:stretch>
              </p:blipFill>
              <p:spPr>
                <a:xfrm>
                  <a:off x="1486791" y="5768603"/>
                  <a:ext cx="6624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145" name="Ink 144">
                  <a:extLst>
                    <a:ext uri="{FF2B5EF4-FFF2-40B4-BE49-F238E27FC236}">
                      <a16:creationId xmlns:a16="http://schemas.microsoft.com/office/drawing/2014/main" id="{7636B510-8AA1-4F6D-AE33-E561E71CCE60}"/>
                    </a:ext>
                  </a:extLst>
                </p14:cNvPr>
                <p14:cNvContentPartPr/>
                <p14:nvPr/>
              </p14:nvContentPartPr>
              <p14:xfrm>
                <a:off x="1604151" y="5858243"/>
                <a:ext cx="307080" cy="264600"/>
              </p14:xfrm>
            </p:contentPart>
          </mc:Choice>
          <mc:Fallback xmlns="">
            <p:pic>
              <p:nvPicPr>
                <p:cNvPr id="145" name="Ink 144">
                  <a:extLst>
                    <a:ext uri="{FF2B5EF4-FFF2-40B4-BE49-F238E27FC236}">
                      <a16:creationId xmlns:a16="http://schemas.microsoft.com/office/drawing/2014/main" id="{7636B510-8AA1-4F6D-AE33-E561E71CCE60}"/>
                    </a:ext>
                  </a:extLst>
                </p:cNvPr>
                <p:cNvPicPr/>
                <p:nvPr/>
              </p:nvPicPr>
              <p:blipFill>
                <a:blip r:embed="rId130"/>
                <a:stretch>
                  <a:fillRect/>
                </a:stretch>
              </p:blipFill>
              <p:spPr>
                <a:xfrm>
                  <a:off x="1595511" y="5849603"/>
                  <a:ext cx="324720" cy="28224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146" name="Ink 145">
                  <a:extLst>
                    <a:ext uri="{FF2B5EF4-FFF2-40B4-BE49-F238E27FC236}">
                      <a16:creationId xmlns:a16="http://schemas.microsoft.com/office/drawing/2014/main" id="{0292BA90-8411-4625-B3F8-4A8F2127D08B}"/>
                    </a:ext>
                  </a:extLst>
                </p14:cNvPr>
                <p14:cNvContentPartPr/>
                <p14:nvPr/>
              </p14:nvContentPartPr>
              <p14:xfrm>
                <a:off x="1927071" y="5935643"/>
                <a:ext cx="38880" cy="82440"/>
              </p14:xfrm>
            </p:contentPart>
          </mc:Choice>
          <mc:Fallback xmlns="">
            <p:pic>
              <p:nvPicPr>
                <p:cNvPr id="146" name="Ink 145">
                  <a:extLst>
                    <a:ext uri="{FF2B5EF4-FFF2-40B4-BE49-F238E27FC236}">
                      <a16:creationId xmlns:a16="http://schemas.microsoft.com/office/drawing/2014/main" id="{0292BA90-8411-4625-B3F8-4A8F2127D08B}"/>
                    </a:ext>
                  </a:extLst>
                </p:cNvPr>
                <p:cNvPicPr/>
                <p:nvPr/>
              </p:nvPicPr>
              <p:blipFill>
                <a:blip r:embed="rId132"/>
                <a:stretch>
                  <a:fillRect/>
                </a:stretch>
              </p:blipFill>
              <p:spPr>
                <a:xfrm>
                  <a:off x="1918431" y="5926643"/>
                  <a:ext cx="56520" cy="10008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147" name="Ink 146">
                  <a:extLst>
                    <a:ext uri="{FF2B5EF4-FFF2-40B4-BE49-F238E27FC236}">
                      <a16:creationId xmlns:a16="http://schemas.microsoft.com/office/drawing/2014/main" id="{43139A96-AFD4-446C-BDC7-3086CD5D6166}"/>
                    </a:ext>
                  </a:extLst>
                </p14:cNvPr>
                <p14:cNvContentPartPr/>
                <p14:nvPr/>
              </p14:nvContentPartPr>
              <p14:xfrm>
                <a:off x="2086191" y="5872283"/>
                <a:ext cx="154440" cy="96840"/>
              </p14:xfrm>
            </p:contentPart>
          </mc:Choice>
          <mc:Fallback xmlns="">
            <p:pic>
              <p:nvPicPr>
                <p:cNvPr id="147" name="Ink 146">
                  <a:extLst>
                    <a:ext uri="{FF2B5EF4-FFF2-40B4-BE49-F238E27FC236}">
                      <a16:creationId xmlns:a16="http://schemas.microsoft.com/office/drawing/2014/main" id="{43139A96-AFD4-446C-BDC7-3086CD5D6166}"/>
                    </a:ext>
                  </a:extLst>
                </p:cNvPr>
                <p:cNvPicPr/>
                <p:nvPr/>
              </p:nvPicPr>
              <p:blipFill>
                <a:blip r:embed="rId134"/>
                <a:stretch>
                  <a:fillRect/>
                </a:stretch>
              </p:blipFill>
              <p:spPr>
                <a:xfrm>
                  <a:off x="2077191" y="5863643"/>
                  <a:ext cx="172080" cy="11448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148" name="Ink 147">
                  <a:extLst>
                    <a:ext uri="{FF2B5EF4-FFF2-40B4-BE49-F238E27FC236}">
                      <a16:creationId xmlns:a16="http://schemas.microsoft.com/office/drawing/2014/main" id="{53A01A85-F73C-4F19-A437-DAD49B48AEE8}"/>
                    </a:ext>
                  </a:extLst>
                </p14:cNvPr>
                <p14:cNvContentPartPr/>
                <p14:nvPr/>
              </p14:nvContentPartPr>
              <p14:xfrm>
                <a:off x="2304711" y="5900723"/>
                <a:ext cx="118080" cy="58320"/>
              </p14:xfrm>
            </p:contentPart>
          </mc:Choice>
          <mc:Fallback xmlns="">
            <p:pic>
              <p:nvPicPr>
                <p:cNvPr id="148" name="Ink 147">
                  <a:extLst>
                    <a:ext uri="{FF2B5EF4-FFF2-40B4-BE49-F238E27FC236}">
                      <a16:creationId xmlns:a16="http://schemas.microsoft.com/office/drawing/2014/main" id="{53A01A85-F73C-4F19-A437-DAD49B48AEE8}"/>
                    </a:ext>
                  </a:extLst>
                </p:cNvPr>
                <p:cNvPicPr/>
                <p:nvPr/>
              </p:nvPicPr>
              <p:blipFill>
                <a:blip r:embed="rId136"/>
                <a:stretch>
                  <a:fillRect/>
                </a:stretch>
              </p:blipFill>
              <p:spPr>
                <a:xfrm>
                  <a:off x="2295711" y="5892083"/>
                  <a:ext cx="135720" cy="7596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149" name="Ink 148">
                  <a:extLst>
                    <a:ext uri="{FF2B5EF4-FFF2-40B4-BE49-F238E27FC236}">
                      <a16:creationId xmlns:a16="http://schemas.microsoft.com/office/drawing/2014/main" id="{5E6B8B54-D845-4210-B59E-EE85799BEBC0}"/>
                    </a:ext>
                  </a:extLst>
                </p14:cNvPr>
                <p14:cNvContentPartPr/>
                <p14:nvPr/>
              </p14:nvContentPartPr>
              <p14:xfrm>
                <a:off x="2528991" y="5765003"/>
                <a:ext cx="132480" cy="294120"/>
              </p14:xfrm>
            </p:contentPart>
          </mc:Choice>
          <mc:Fallback xmlns="">
            <p:pic>
              <p:nvPicPr>
                <p:cNvPr id="149" name="Ink 148">
                  <a:extLst>
                    <a:ext uri="{FF2B5EF4-FFF2-40B4-BE49-F238E27FC236}">
                      <a16:creationId xmlns:a16="http://schemas.microsoft.com/office/drawing/2014/main" id="{5E6B8B54-D845-4210-B59E-EE85799BEBC0}"/>
                    </a:ext>
                  </a:extLst>
                </p:cNvPr>
                <p:cNvPicPr/>
                <p:nvPr/>
              </p:nvPicPr>
              <p:blipFill>
                <a:blip r:embed="rId138"/>
                <a:stretch>
                  <a:fillRect/>
                </a:stretch>
              </p:blipFill>
              <p:spPr>
                <a:xfrm>
                  <a:off x="2520351" y="5756003"/>
                  <a:ext cx="150120" cy="311760"/>
                </a:xfrm>
                <a:prstGeom prst="rect">
                  <a:avLst/>
                </a:prstGeom>
              </p:spPr>
            </p:pic>
          </mc:Fallback>
        </mc:AlternateContent>
      </p:grpSp>
      <p:grpSp>
        <p:nvGrpSpPr>
          <p:cNvPr id="189" name="Group 188">
            <a:extLst>
              <a:ext uri="{FF2B5EF4-FFF2-40B4-BE49-F238E27FC236}">
                <a16:creationId xmlns:a16="http://schemas.microsoft.com/office/drawing/2014/main" id="{D093411D-530C-40C5-8876-B03A3C38AA3C}"/>
              </a:ext>
            </a:extLst>
          </p:cNvPr>
          <p:cNvGrpSpPr/>
          <p:nvPr/>
        </p:nvGrpSpPr>
        <p:grpSpPr>
          <a:xfrm>
            <a:off x="220671" y="2334923"/>
            <a:ext cx="1881360" cy="3152160"/>
            <a:chOff x="220671" y="2334923"/>
            <a:chExt cx="1881360" cy="3152160"/>
          </a:xfrm>
        </p:grpSpPr>
        <mc:AlternateContent xmlns:mc="http://schemas.openxmlformats.org/markup-compatibility/2006" xmlns:p14="http://schemas.microsoft.com/office/powerpoint/2010/main">
          <mc:Choice Requires="p14">
            <p:contentPart p14:bwMode="auto" r:id="rId139">
              <p14:nvContentPartPr>
                <p14:cNvPr id="35" name="Ink 34">
                  <a:extLst>
                    <a:ext uri="{FF2B5EF4-FFF2-40B4-BE49-F238E27FC236}">
                      <a16:creationId xmlns:a16="http://schemas.microsoft.com/office/drawing/2014/main" id="{EFDF7972-4605-4C24-BB5B-DE221222A21B}"/>
                    </a:ext>
                  </a:extLst>
                </p14:cNvPr>
                <p14:cNvContentPartPr/>
                <p14:nvPr/>
              </p14:nvContentPartPr>
              <p14:xfrm>
                <a:off x="531711" y="4425803"/>
                <a:ext cx="104400" cy="177120"/>
              </p14:xfrm>
            </p:contentPart>
          </mc:Choice>
          <mc:Fallback xmlns="">
            <p:pic>
              <p:nvPicPr>
                <p:cNvPr id="35" name="Ink 34">
                  <a:extLst>
                    <a:ext uri="{FF2B5EF4-FFF2-40B4-BE49-F238E27FC236}">
                      <a16:creationId xmlns:a16="http://schemas.microsoft.com/office/drawing/2014/main" id="{EFDF7972-4605-4C24-BB5B-DE221222A21B}"/>
                    </a:ext>
                  </a:extLst>
                </p:cNvPr>
                <p:cNvPicPr/>
                <p:nvPr/>
              </p:nvPicPr>
              <p:blipFill>
                <a:blip r:embed="rId140"/>
                <a:stretch>
                  <a:fillRect/>
                </a:stretch>
              </p:blipFill>
              <p:spPr>
                <a:xfrm>
                  <a:off x="522711" y="4416803"/>
                  <a:ext cx="122040" cy="19476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36" name="Ink 35">
                  <a:extLst>
                    <a:ext uri="{FF2B5EF4-FFF2-40B4-BE49-F238E27FC236}">
                      <a16:creationId xmlns:a16="http://schemas.microsoft.com/office/drawing/2014/main" id="{A576A6B5-4E23-4D71-BC72-6294B93CB0AA}"/>
                    </a:ext>
                  </a:extLst>
                </p14:cNvPr>
                <p14:cNvContentPartPr/>
                <p14:nvPr/>
              </p14:nvContentPartPr>
              <p14:xfrm>
                <a:off x="696591" y="4481603"/>
                <a:ext cx="31320" cy="7560"/>
              </p14:xfrm>
            </p:contentPart>
          </mc:Choice>
          <mc:Fallback xmlns="">
            <p:pic>
              <p:nvPicPr>
                <p:cNvPr id="36" name="Ink 35">
                  <a:extLst>
                    <a:ext uri="{FF2B5EF4-FFF2-40B4-BE49-F238E27FC236}">
                      <a16:creationId xmlns:a16="http://schemas.microsoft.com/office/drawing/2014/main" id="{A576A6B5-4E23-4D71-BC72-6294B93CB0AA}"/>
                    </a:ext>
                  </a:extLst>
                </p:cNvPr>
                <p:cNvPicPr/>
                <p:nvPr/>
              </p:nvPicPr>
              <p:blipFill>
                <a:blip r:embed="rId142"/>
                <a:stretch>
                  <a:fillRect/>
                </a:stretch>
              </p:blipFill>
              <p:spPr>
                <a:xfrm>
                  <a:off x="687951" y="4472963"/>
                  <a:ext cx="4896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37" name="Ink 36">
                  <a:extLst>
                    <a:ext uri="{FF2B5EF4-FFF2-40B4-BE49-F238E27FC236}">
                      <a16:creationId xmlns:a16="http://schemas.microsoft.com/office/drawing/2014/main" id="{EF02DDD2-8D73-4C20-ACF2-9FDE875BCA12}"/>
                    </a:ext>
                  </a:extLst>
                </p14:cNvPr>
                <p14:cNvContentPartPr/>
                <p14:nvPr/>
              </p14:nvContentPartPr>
              <p14:xfrm>
                <a:off x="797391" y="4433003"/>
                <a:ext cx="111600" cy="189720"/>
              </p14:xfrm>
            </p:contentPart>
          </mc:Choice>
          <mc:Fallback xmlns="">
            <p:pic>
              <p:nvPicPr>
                <p:cNvPr id="37" name="Ink 36">
                  <a:extLst>
                    <a:ext uri="{FF2B5EF4-FFF2-40B4-BE49-F238E27FC236}">
                      <a16:creationId xmlns:a16="http://schemas.microsoft.com/office/drawing/2014/main" id="{EF02DDD2-8D73-4C20-ACF2-9FDE875BCA12}"/>
                    </a:ext>
                  </a:extLst>
                </p:cNvPr>
                <p:cNvPicPr/>
                <p:nvPr/>
              </p:nvPicPr>
              <p:blipFill>
                <a:blip r:embed="rId144"/>
                <a:stretch>
                  <a:fillRect/>
                </a:stretch>
              </p:blipFill>
              <p:spPr>
                <a:xfrm>
                  <a:off x="788751" y="4424363"/>
                  <a:ext cx="129240" cy="20736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38" name="Ink 37">
                  <a:extLst>
                    <a:ext uri="{FF2B5EF4-FFF2-40B4-BE49-F238E27FC236}">
                      <a16:creationId xmlns:a16="http://schemas.microsoft.com/office/drawing/2014/main" id="{B29EE7EF-CC5D-4901-850B-4B52D9B75DC5}"/>
                    </a:ext>
                  </a:extLst>
                </p14:cNvPr>
                <p14:cNvContentPartPr/>
                <p14:nvPr/>
              </p14:nvContentPartPr>
              <p14:xfrm>
                <a:off x="532071" y="4932683"/>
                <a:ext cx="113400" cy="114120"/>
              </p14:xfrm>
            </p:contentPart>
          </mc:Choice>
          <mc:Fallback xmlns="">
            <p:pic>
              <p:nvPicPr>
                <p:cNvPr id="38" name="Ink 37">
                  <a:extLst>
                    <a:ext uri="{FF2B5EF4-FFF2-40B4-BE49-F238E27FC236}">
                      <a16:creationId xmlns:a16="http://schemas.microsoft.com/office/drawing/2014/main" id="{B29EE7EF-CC5D-4901-850B-4B52D9B75DC5}"/>
                    </a:ext>
                  </a:extLst>
                </p:cNvPr>
                <p:cNvPicPr/>
                <p:nvPr/>
              </p:nvPicPr>
              <p:blipFill>
                <a:blip r:embed="rId146"/>
                <a:stretch>
                  <a:fillRect/>
                </a:stretch>
              </p:blipFill>
              <p:spPr>
                <a:xfrm>
                  <a:off x="523431" y="4923683"/>
                  <a:ext cx="131040" cy="13176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39" name="Ink 38">
                  <a:extLst>
                    <a:ext uri="{FF2B5EF4-FFF2-40B4-BE49-F238E27FC236}">
                      <a16:creationId xmlns:a16="http://schemas.microsoft.com/office/drawing/2014/main" id="{1526AB47-8218-4DAE-B8D6-6556919CEF53}"/>
                    </a:ext>
                  </a:extLst>
                </p14:cNvPr>
                <p14:cNvContentPartPr/>
                <p14:nvPr/>
              </p14:nvContentPartPr>
              <p14:xfrm>
                <a:off x="695151" y="4971923"/>
                <a:ext cx="38160" cy="360"/>
              </p14:xfrm>
            </p:contentPart>
          </mc:Choice>
          <mc:Fallback xmlns="">
            <p:pic>
              <p:nvPicPr>
                <p:cNvPr id="39" name="Ink 38">
                  <a:extLst>
                    <a:ext uri="{FF2B5EF4-FFF2-40B4-BE49-F238E27FC236}">
                      <a16:creationId xmlns:a16="http://schemas.microsoft.com/office/drawing/2014/main" id="{1526AB47-8218-4DAE-B8D6-6556919CEF53}"/>
                    </a:ext>
                  </a:extLst>
                </p:cNvPr>
                <p:cNvPicPr/>
                <p:nvPr/>
              </p:nvPicPr>
              <p:blipFill>
                <a:blip r:embed="rId148"/>
                <a:stretch>
                  <a:fillRect/>
                </a:stretch>
              </p:blipFill>
              <p:spPr>
                <a:xfrm>
                  <a:off x="686151" y="4962923"/>
                  <a:ext cx="558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40" name="Ink 39">
                  <a:extLst>
                    <a:ext uri="{FF2B5EF4-FFF2-40B4-BE49-F238E27FC236}">
                      <a16:creationId xmlns:a16="http://schemas.microsoft.com/office/drawing/2014/main" id="{67EC84ED-E2C6-4925-975C-E2EBD9E2225F}"/>
                    </a:ext>
                  </a:extLst>
                </p14:cNvPr>
                <p14:cNvContentPartPr/>
                <p14:nvPr/>
              </p14:nvContentPartPr>
              <p14:xfrm>
                <a:off x="823311" y="4891283"/>
                <a:ext cx="56160" cy="163800"/>
              </p14:xfrm>
            </p:contentPart>
          </mc:Choice>
          <mc:Fallback xmlns="">
            <p:pic>
              <p:nvPicPr>
                <p:cNvPr id="40" name="Ink 39">
                  <a:extLst>
                    <a:ext uri="{FF2B5EF4-FFF2-40B4-BE49-F238E27FC236}">
                      <a16:creationId xmlns:a16="http://schemas.microsoft.com/office/drawing/2014/main" id="{67EC84ED-E2C6-4925-975C-E2EBD9E2225F}"/>
                    </a:ext>
                  </a:extLst>
                </p:cNvPr>
                <p:cNvPicPr/>
                <p:nvPr/>
              </p:nvPicPr>
              <p:blipFill>
                <a:blip r:embed="rId150"/>
                <a:stretch>
                  <a:fillRect/>
                </a:stretch>
              </p:blipFill>
              <p:spPr>
                <a:xfrm>
                  <a:off x="814311" y="4882283"/>
                  <a:ext cx="73800" cy="18144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50" name="Ink 49">
                  <a:extLst>
                    <a:ext uri="{FF2B5EF4-FFF2-40B4-BE49-F238E27FC236}">
                      <a16:creationId xmlns:a16="http://schemas.microsoft.com/office/drawing/2014/main" id="{98D2C9A7-CFE1-45F0-B1DB-84DE30185E0C}"/>
                    </a:ext>
                  </a:extLst>
                </p14:cNvPr>
                <p14:cNvContentPartPr/>
                <p14:nvPr/>
              </p14:nvContentPartPr>
              <p14:xfrm>
                <a:off x="1151271" y="3339683"/>
                <a:ext cx="81000" cy="125280"/>
              </p14:xfrm>
            </p:contentPart>
          </mc:Choice>
          <mc:Fallback xmlns="">
            <p:pic>
              <p:nvPicPr>
                <p:cNvPr id="50" name="Ink 49">
                  <a:extLst>
                    <a:ext uri="{FF2B5EF4-FFF2-40B4-BE49-F238E27FC236}">
                      <a16:creationId xmlns:a16="http://schemas.microsoft.com/office/drawing/2014/main" id="{98D2C9A7-CFE1-45F0-B1DB-84DE30185E0C}"/>
                    </a:ext>
                  </a:extLst>
                </p:cNvPr>
                <p:cNvPicPr/>
                <p:nvPr/>
              </p:nvPicPr>
              <p:blipFill>
                <a:blip r:embed="rId152"/>
                <a:stretch>
                  <a:fillRect/>
                </a:stretch>
              </p:blipFill>
              <p:spPr>
                <a:xfrm>
                  <a:off x="1142271" y="3330683"/>
                  <a:ext cx="98640" cy="14292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51" name="Ink 50">
                  <a:extLst>
                    <a:ext uri="{FF2B5EF4-FFF2-40B4-BE49-F238E27FC236}">
                      <a16:creationId xmlns:a16="http://schemas.microsoft.com/office/drawing/2014/main" id="{56583A82-7468-42BA-A9EA-9FB43E014EBA}"/>
                    </a:ext>
                  </a:extLst>
                </p14:cNvPr>
                <p14:cNvContentPartPr/>
                <p14:nvPr/>
              </p14:nvContentPartPr>
              <p14:xfrm>
                <a:off x="1292031" y="3347963"/>
                <a:ext cx="21960" cy="5040"/>
              </p14:xfrm>
            </p:contentPart>
          </mc:Choice>
          <mc:Fallback xmlns="">
            <p:pic>
              <p:nvPicPr>
                <p:cNvPr id="51" name="Ink 50">
                  <a:extLst>
                    <a:ext uri="{FF2B5EF4-FFF2-40B4-BE49-F238E27FC236}">
                      <a16:creationId xmlns:a16="http://schemas.microsoft.com/office/drawing/2014/main" id="{56583A82-7468-42BA-A9EA-9FB43E014EBA}"/>
                    </a:ext>
                  </a:extLst>
                </p:cNvPr>
                <p:cNvPicPr/>
                <p:nvPr/>
              </p:nvPicPr>
              <p:blipFill>
                <a:blip r:embed="rId154"/>
                <a:stretch>
                  <a:fillRect/>
                </a:stretch>
              </p:blipFill>
              <p:spPr>
                <a:xfrm>
                  <a:off x="1283031" y="3339323"/>
                  <a:ext cx="39600" cy="2268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52" name="Ink 51">
                  <a:extLst>
                    <a:ext uri="{FF2B5EF4-FFF2-40B4-BE49-F238E27FC236}">
                      <a16:creationId xmlns:a16="http://schemas.microsoft.com/office/drawing/2014/main" id="{238AEFD3-C7A4-4858-9A2C-53F73248E8DB}"/>
                    </a:ext>
                  </a:extLst>
                </p14:cNvPr>
                <p14:cNvContentPartPr/>
                <p14:nvPr/>
              </p14:nvContentPartPr>
              <p14:xfrm>
                <a:off x="1330911" y="3275963"/>
                <a:ext cx="63720" cy="231480"/>
              </p14:xfrm>
            </p:contentPart>
          </mc:Choice>
          <mc:Fallback xmlns="">
            <p:pic>
              <p:nvPicPr>
                <p:cNvPr id="52" name="Ink 51">
                  <a:extLst>
                    <a:ext uri="{FF2B5EF4-FFF2-40B4-BE49-F238E27FC236}">
                      <a16:creationId xmlns:a16="http://schemas.microsoft.com/office/drawing/2014/main" id="{238AEFD3-C7A4-4858-9A2C-53F73248E8DB}"/>
                    </a:ext>
                  </a:extLst>
                </p:cNvPr>
                <p:cNvPicPr/>
                <p:nvPr/>
              </p:nvPicPr>
              <p:blipFill>
                <a:blip r:embed="rId156"/>
                <a:stretch>
                  <a:fillRect/>
                </a:stretch>
              </p:blipFill>
              <p:spPr>
                <a:xfrm>
                  <a:off x="1322271" y="3267323"/>
                  <a:ext cx="81360" cy="24912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53" name="Ink 52">
                  <a:extLst>
                    <a:ext uri="{FF2B5EF4-FFF2-40B4-BE49-F238E27FC236}">
                      <a16:creationId xmlns:a16="http://schemas.microsoft.com/office/drawing/2014/main" id="{E04E0956-D27B-4CEB-87A3-5F7A6139461B}"/>
                    </a:ext>
                  </a:extLst>
                </p14:cNvPr>
                <p14:cNvContentPartPr/>
                <p14:nvPr/>
              </p14:nvContentPartPr>
              <p14:xfrm>
                <a:off x="1241271" y="3662243"/>
                <a:ext cx="84240" cy="95040"/>
              </p14:xfrm>
            </p:contentPart>
          </mc:Choice>
          <mc:Fallback xmlns="">
            <p:pic>
              <p:nvPicPr>
                <p:cNvPr id="53" name="Ink 52">
                  <a:extLst>
                    <a:ext uri="{FF2B5EF4-FFF2-40B4-BE49-F238E27FC236}">
                      <a16:creationId xmlns:a16="http://schemas.microsoft.com/office/drawing/2014/main" id="{E04E0956-D27B-4CEB-87A3-5F7A6139461B}"/>
                    </a:ext>
                  </a:extLst>
                </p:cNvPr>
                <p:cNvPicPr/>
                <p:nvPr/>
              </p:nvPicPr>
              <p:blipFill>
                <a:blip r:embed="rId158"/>
                <a:stretch>
                  <a:fillRect/>
                </a:stretch>
              </p:blipFill>
              <p:spPr>
                <a:xfrm>
                  <a:off x="1232631" y="3653243"/>
                  <a:ext cx="101880" cy="11268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54" name="Ink 53">
                  <a:extLst>
                    <a:ext uri="{FF2B5EF4-FFF2-40B4-BE49-F238E27FC236}">
                      <a16:creationId xmlns:a16="http://schemas.microsoft.com/office/drawing/2014/main" id="{E3CF6D8C-564C-40FB-A9FF-EE7FD7E2E123}"/>
                    </a:ext>
                  </a:extLst>
                </p14:cNvPr>
                <p14:cNvContentPartPr/>
                <p14:nvPr/>
              </p14:nvContentPartPr>
              <p14:xfrm>
                <a:off x="1393551" y="3692843"/>
                <a:ext cx="26280" cy="4320"/>
              </p14:xfrm>
            </p:contentPart>
          </mc:Choice>
          <mc:Fallback xmlns="">
            <p:pic>
              <p:nvPicPr>
                <p:cNvPr id="54" name="Ink 53">
                  <a:extLst>
                    <a:ext uri="{FF2B5EF4-FFF2-40B4-BE49-F238E27FC236}">
                      <a16:creationId xmlns:a16="http://schemas.microsoft.com/office/drawing/2014/main" id="{E3CF6D8C-564C-40FB-A9FF-EE7FD7E2E123}"/>
                    </a:ext>
                  </a:extLst>
                </p:cNvPr>
                <p:cNvPicPr/>
                <p:nvPr/>
              </p:nvPicPr>
              <p:blipFill>
                <a:blip r:embed="rId160"/>
                <a:stretch>
                  <a:fillRect/>
                </a:stretch>
              </p:blipFill>
              <p:spPr>
                <a:xfrm>
                  <a:off x="1384551" y="3683843"/>
                  <a:ext cx="4392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55" name="Ink 54">
                  <a:extLst>
                    <a:ext uri="{FF2B5EF4-FFF2-40B4-BE49-F238E27FC236}">
                      <a16:creationId xmlns:a16="http://schemas.microsoft.com/office/drawing/2014/main" id="{8528892E-C287-49BE-8EE4-38B639DC9B2B}"/>
                    </a:ext>
                  </a:extLst>
                </p14:cNvPr>
                <p14:cNvContentPartPr/>
                <p14:nvPr/>
              </p14:nvContentPartPr>
              <p14:xfrm>
                <a:off x="1474911" y="3617963"/>
                <a:ext cx="9360" cy="167400"/>
              </p14:xfrm>
            </p:contentPart>
          </mc:Choice>
          <mc:Fallback xmlns="">
            <p:pic>
              <p:nvPicPr>
                <p:cNvPr id="55" name="Ink 54">
                  <a:extLst>
                    <a:ext uri="{FF2B5EF4-FFF2-40B4-BE49-F238E27FC236}">
                      <a16:creationId xmlns:a16="http://schemas.microsoft.com/office/drawing/2014/main" id="{8528892E-C287-49BE-8EE4-38B639DC9B2B}"/>
                    </a:ext>
                  </a:extLst>
                </p:cNvPr>
                <p:cNvPicPr/>
                <p:nvPr/>
              </p:nvPicPr>
              <p:blipFill>
                <a:blip r:embed="rId162"/>
                <a:stretch>
                  <a:fillRect/>
                </a:stretch>
              </p:blipFill>
              <p:spPr>
                <a:xfrm>
                  <a:off x="1466271" y="3609323"/>
                  <a:ext cx="27000" cy="18504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56" name="Ink 55">
                  <a:extLst>
                    <a:ext uri="{FF2B5EF4-FFF2-40B4-BE49-F238E27FC236}">
                      <a16:creationId xmlns:a16="http://schemas.microsoft.com/office/drawing/2014/main" id="{8C8B356F-BEA5-4346-8F53-A22C22B47916}"/>
                    </a:ext>
                  </a:extLst>
                </p14:cNvPr>
                <p14:cNvContentPartPr/>
                <p14:nvPr/>
              </p14:nvContentPartPr>
              <p14:xfrm>
                <a:off x="1290591" y="4030883"/>
                <a:ext cx="91440" cy="104040"/>
              </p14:xfrm>
            </p:contentPart>
          </mc:Choice>
          <mc:Fallback xmlns="">
            <p:pic>
              <p:nvPicPr>
                <p:cNvPr id="56" name="Ink 55">
                  <a:extLst>
                    <a:ext uri="{FF2B5EF4-FFF2-40B4-BE49-F238E27FC236}">
                      <a16:creationId xmlns:a16="http://schemas.microsoft.com/office/drawing/2014/main" id="{8C8B356F-BEA5-4346-8F53-A22C22B47916}"/>
                    </a:ext>
                  </a:extLst>
                </p:cNvPr>
                <p:cNvPicPr/>
                <p:nvPr/>
              </p:nvPicPr>
              <p:blipFill>
                <a:blip r:embed="rId164"/>
                <a:stretch>
                  <a:fillRect/>
                </a:stretch>
              </p:blipFill>
              <p:spPr>
                <a:xfrm>
                  <a:off x="1281951" y="4022243"/>
                  <a:ext cx="109080" cy="12168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57" name="Ink 56">
                  <a:extLst>
                    <a:ext uri="{FF2B5EF4-FFF2-40B4-BE49-F238E27FC236}">
                      <a16:creationId xmlns:a16="http://schemas.microsoft.com/office/drawing/2014/main" id="{706E3E01-3A27-4FE8-92D5-5D3A6FAFFF93}"/>
                    </a:ext>
                  </a:extLst>
                </p14:cNvPr>
                <p14:cNvContentPartPr/>
                <p14:nvPr/>
              </p14:nvContentPartPr>
              <p14:xfrm>
                <a:off x="1433511" y="4073723"/>
                <a:ext cx="26280" cy="360"/>
              </p14:xfrm>
            </p:contentPart>
          </mc:Choice>
          <mc:Fallback xmlns="">
            <p:pic>
              <p:nvPicPr>
                <p:cNvPr id="57" name="Ink 56">
                  <a:extLst>
                    <a:ext uri="{FF2B5EF4-FFF2-40B4-BE49-F238E27FC236}">
                      <a16:creationId xmlns:a16="http://schemas.microsoft.com/office/drawing/2014/main" id="{706E3E01-3A27-4FE8-92D5-5D3A6FAFFF93}"/>
                    </a:ext>
                  </a:extLst>
                </p:cNvPr>
                <p:cNvPicPr/>
                <p:nvPr/>
              </p:nvPicPr>
              <p:blipFill>
                <a:blip r:embed="rId166"/>
                <a:stretch>
                  <a:fillRect/>
                </a:stretch>
              </p:blipFill>
              <p:spPr>
                <a:xfrm>
                  <a:off x="1424511" y="4064723"/>
                  <a:ext cx="4392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58" name="Ink 57">
                  <a:extLst>
                    <a:ext uri="{FF2B5EF4-FFF2-40B4-BE49-F238E27FC236}">
                      <a16:creationId xmlns:a16="http://schemas.microsoft.com/office/drawing/2014/main" id="{D4832FE4-E741-4FC9-8D95-C9D28F455746}"/>
                    </a:ext>
                  </a:extLst>
                </p14:cNvPr>
                <p14:cNvContentPartPr/>
                <p14:nvPr/>
              </p14:nvContentPartPr>
              <p14:xfrm>
                <a:off x="1519551" y="4012523"/>
                <a:ext cx="136440" cy="135720"/>
              </p14:xfrm>
            </p:contentPart>
          </mc:Choice>
          <mc:Fallback xmlns="">
            <p:pic>
              <p:nvPicPr>
                <p:cNvPr id="58" name="Ink 57">
                  <a:extLst>
                    <a:ext uri="{FF2B5EF4-FFF2-40B4-BE49-F238E27FC236}">
                      <a16:creationId xmlns:a16="http://schemas.microsoft.com/office/drawing/2014/main" id="{D4832FE4-E741-4FC9-8D95-C9D28F455746}"/>
                    </a:ext>
                  </a:extLst>
                </p:cNvPr>
                <p:cNvPicPr/>
                <p:nvPr/>
              </p:nvPicPr>
              <p:blipFill>
                <a:blip r:embed="rId168"/>
                <a:stretch>
                  <a:fillRect/>
                </a:stretch>
              </p:blipFill>
              <p:spPr>
                <a:xfrm>
                  <a:off x="1510551" y="4003523"/>
                  <a:ext cx="154080" cy="15336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59" name="Ink 58">
                  <a:extLst>
                    <a:ext uri="{FF2B5EF4-FFF2-40B4-BE49-F238E27FC236}">
                      <a16:creationId xmlns:a16="http://schemas.microsoft.com/office/drawing/2014/main" id="{CF2ADF4F-B680-4F2B-93E9-593FFA703A17}"/>
                    </a:ext>
                  </a:extLst>
                </p14:cNvPr>
                <p14:cNvContentPartPr/>
                <p14:nvPr/>
              </p14:nvContentPartPr>
              <p14:xfrm>
                <a:off x="1297431" y="4463603"/>
                <a:ext cx="91080" cy="110520"/>
              </p14:xfrm>
            </p:contentPart>
          </mc:Choice>
          <mc:Fallback xmlns="">
            <p:pic>
              <p:nvPicPr>
                <p:cNvPr id="59" name="Ink 58">
                  <a:extLst>
                    <a:ext uri="{FF2B5EF4-FFF2-40B4-BE49-F238E27FC236}">
                      <a16:creationId xmlns:a16="http://schemas.microsoft.com/office/drawing/2014/main" id="{CF2ADF4F-B680-4F2B-93E9-593FFA703A17}"/>
                    </a:ext>
                  </a:extLst>
                </p:cNvPr>
                <p:cNvPicPr/>
                <p:nvPr/>
              </p:nvPicPr>
              <p:blipFill>
                <a:blip r:embed="rId170"/>
                <a:stretch>
                  <a:fillRect/>
                </a:stretch>
              </p:blipFill>
              <p:spPr>
                <a:xfrm>
                  <a:off x="1288431" y="4454603"/>
                  <a:ext cx="108720" cy="12816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60" name="Ink 59">
                  <a:extLst>
                    <a:ext uri="{FF2B5EF4-FFF2-40B4-BE49-F238E27FC236}">
                      <a16:creationId xmlns:a16="http://schemas.microsoft.com/office/drawing/2014/main" id="{C7CBF3F2-DC14-457A-877B-84027F44F389}"/>
                    </a:ext>
                  </a:extLst>
                </p14:cNvPr>
                <p14:cNvContentPartPr/>
                <p14:nvPr/>
              </p14:nvContentPartPr>
              <p14:xfrm>
                <a:off x="1452591" y="4510403"/>
                <a:ext cx="12240" cy="1800"/>
              </p14:xfrm>
            </p:contentPart>
          </mc:Choice>
          <mc:Fallback xmlns="">
            <p:pic>
              <p:nvPicPr>
                <p:cNvPr id="60" name="Ink 59">
                  <a:extLst>
                    <a:ext uri="{FF2B5EF4-FFF2-40B4-BE49-F238E27FC236}">
                      <a16:creationId xmlns:a16="http://schemas.microsoft.com/office/drawing/2014/main" id="{C7CBF3F2-DC14-457A-877B-84027F44F389}"/>
                    </a:ext>
                  </a:extLst>
                </p:cNvPr>
                <p:cNvPicPr/>
                <p:nvPr/>
              </p:nvPicPr>
              <p:blipFill>
                <a:blip r:embed="rId172"/>
                <a:stretch>
                  <a:fillRect/>
                </a:stretch>
              </p:blipFill>
              <p:spPr>
                <a:xfrm>
                  <a:off x="1443951" y="4501403"/>
                  <a:ext cx="29880" cy="1944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61" name="Ink 60">
                  <a:extLst>
                    <a:ext uri="{FF2B5EF4-FFF2-40B4-BE49-F238E27FC236}">
                      <a16:creationId xmlns:a16="http://schemas.microsoft.com/office/drawing/2014/main" id="{D72C02B9-1919-4A38-9DE4-121CBC72DACB}"/>
                    </a:ext>
                  </a:extLst>
                </p14:cNvPr>
                <p14:cNvContentPartPr/>
                <p14:nvPr/>
              </p14:nvContentPartPr>
              <p14:xfrm>
                <a:off x="1547991" y="4461083"/>
                <a:ext cx="92160" cy="106560"/>
              </p14:xfrm>
            </p:contentPart>
          </mc:Choice>
          <mc:Fallback xmlns="">
            <p:pic>
              <p:nvPicPr>
                <p:cNvPr id="61" name="Ink 60">
                  <a:extLst>
                    <a:ext uri="{FF2B5EF4-FFF2-40B4-BE49-F238E27FC236}">
                      <a16:creationId xmlns:a16="http://schemas.microsoft.com/office/drawing/2014/main" id="{D72C02B9-1919-4A38-9DE4-121CBC72DACB}"/>
                    </a:ext>
                  </a:extLst>
                </p:cNvPr>
                <p:cNvPicPr/>
                <p:nvPr/>
              </p:nvPicPr>
              <p:blipFill>
                <a:blip r:embed="rId174"/>
                <a:stretch>
                  <a:fillRect/>
                </a:stretch>
              </p:blipFill>
              <p:spPr>
                <a:xfrm>
                  <a:off x="1539351" y="4452083"/>
                  <a:ext cx="10980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175">
              <p14:nvContentPartPr>
                <p14:cNvPr id="62" name="Ink 61">
                  <a:extLst>
                    <a:ext uri="{FF2B5EF4-FFF2-40B4-BE49-F238E27FC236}">
                      <a16:creationId xmlns:a16="http://schemas.microsoft.com/office/drawing/2014/main" id="{998B2CB4-12CC-4678-A66F-69BA67DAF664}"/>
                    </a:ext>
                  </a:extLst>
                </p14:cNvPr>
                <p14:cNvContentPartPr/>
                <p14:nvPr/>
              </p14:nvContentPartPr>
              <p14:xfrm>
                <a:off x="1707111" y="4447043"/>
                <a:ext cx="93960" cy="147600"/>
              </p14:xfrm>
            </p:contentPart>
          </mc:Choice>
          <mc:Fallback xmlns="">
            <p:pic>
              <p:nvPicPr>
                <p:cNvPr id="62" name="Ink 61">
                  <a:extLst>
                    <a:ext uri="{FF2B5EF4-FFF2-40B4-BE49-F238E27FC236}">
                      <a16:creationId xmlns:a16="http://schemas.microsoft.com/office/drawing/2014/main" id="{998B2CB4-12CC-4678-A66F-69BA67DAF664}"/>
                    </a:ext>
                  </a:extLst>
                </p:cNvPr>
                <p:cNvPicPr/>
                <p:nvPr/>
              </p:nvPicPr>
              <p:blipFill>
                <a:blip r:embed="rId176"/>
                <a:stretch>
                  <a:fillRect/>
                </a:stretch>
              </p:blipFill>
              <p:spPr>
                <a:xfrm>
                  <a:off x="1698111" y="4438043"/>
                  <a:ext cx="111600" cy="165240"/>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63" name="Ink 62">
                  <a:extLst>
                    <a:ext uri="{FF2B5EF4-FFF2-40B4-BE49-F238E27FC236}">
                      <a16:creationId xmlns:a16="http://schemas.microsoft.com/office/drawing/2014/main" id="{E4EC1985-80F2-4334-8DF1-53D7B0C20429}"/>
                    </a:ext>
                  </a:extLst>
                </p14:cNvPr>
                <p14:cNvContentPartPr/>
                <p14:nvPr/>
              </p14:nvContentPartPr>
              <p14:xfrm>
                <a:off x="1753911" y="4405643"/>
                <a:ext cx="108000" cy="25560"/>
              </p14:xfrm>
            </p:contentPart>
          </mc:Choice>
          <mc:Fallback xmlns="">
            <p:pic>
              <p:nvPicPr>
                <p:cNvPr id="63" name="Ink 62">
                  <a:extLst>
                    <a:ext uri="{FF2B5EF4-FFF2-40B4-BE49-F238E27FC236}">
                      <a16:creationId xmlns:a16="http://schemas.microsoft.com/office/drawing/2014/main" id="{E4EC1985-80F2-4334-8DF1-53D7B0C20429}"/>
                    </a:ext>
                  </a:extLst>
                </p:cNvPr>
                <p:cNvPicPr/>
                <p:nvPr/>
              </p:nvPicPr>
              <p:blipFill>
                <a:blip r:embed="rId178"/>
                <a:stretch>
                  <a:fillRect/>
                </a:stretch>
              </p:blipFill>
              <p:spPr>
                <a:xfrm>
                  <a:off x="1744911" y="4397003"/>
                  <a:ext cx="125640" cy="43200"/>
                </a:xfrm>
                <a:prstGeom prst="rect">
                  <a:avLst/>
                </a:prstGeom>
              </p:spPr>
            </p:pic>
          </mc:Fallback>
        </mc:AlternateContent>
        <mc:AlternateContent xmlns:mc="http://schemas.openxmlformats.org/markup-compatibility/2006" xmlns:p14="http://schemas.microsoft.com/office/powerpoint/2010/main">
          <mc:Choice Requires="p14">
            <p:contentPart p14:bwMode="auto" r:id="rId179">
              <p14:nvContentPartPr>
                <p14:cNvPr id="64" name="Ink 63">
                  <a:extLst>
                    <a:ext uri="{FF2B5EF4-FFF2-40B4-BE49-F238E27FC236}">
                      <a16:creationId xmlns:a16="http://schemas.microsoft.com/office/drawing/2014/main" id="{63570137-37A5-4879-8606-8D8344CE04E6}"/>
                    </a:ext>
                  </a:extLst>
                </p14:cNvPr>
                <p14:cNvContentPartPr/>
                <p14:nvPr/>
              </p14:nvContentPartPr>
              <p14:xfrm>
                <a:off x="1330191" y="4909283"/>
                <a:ext cx="104040" cy="124200"/>
              </p14:xfrm>
            </p:contentPart>
          </mc:Choice>
          <mc:Fallback xmlns="">
            <p:pic>
              <p:nvPicPr>
                <p:cNvPr id="64" name="Ink 63">
                  <a:extLst>
                    <a:ext uri="{FF2B5EF4-FFF2-40B4-BE49-F238E27FC236}">
                      <a16:creationId xmlns:a16="http://schemas.microsoft.com/office/drawing/2014/main" id="{63570137-37A5-4879-8606-8D8344CE04E6}"/>
                    </a:ext>
                  </a:extLst>
                </p:cNvPr>
                <p:cNvPicPr/>
                <p:nvPr/>
              </p:nvPicPr>
              <p:blipFill>
                <a:blip r:embed="rId180"/>
                <a:stretch>
                  <a:fillRect/>
                </a:stretch>
              </p:blipFill>
              <p:spPr>
                <a:xfrm>
                  <a:off x="1321191" y="4900643"/>
                  <a:ext cx="121680" cy="141840"/>
                </a:xfrm>
                <a:prstGeom prst="rect">
                  <a:avLst/>
                </a:prstGeom>
              </p:spPr>
            </p:pic>
          </mc:Fallback>
        </mc:AlternateContent>
        <mc:AlternateContent xmlns:mc="http://schemas.openxmlformats.org/markup-compatibility/2006" xmlns:p14="http://schemas.microsoft.com/office/powerpoint/2010/main">
          <mc:Choice Requires="p14">
            <p:contentPart p14:bwMode="auto" r:id="rId181">
              <p14:nvContentPartPr>
                <p14:cNvPr id="65" name="Ink 64">
                  <a:extLst>
                    <a:ext uri="{FF2B5EF4-FFF2-40B4-BE49-F238E27FC236}">
                      <a16:creationId xmlns:a16="http://schemas.microsoft.com/office/drawing/2014/main" id="{D1F84801-73B5-4CCC-A988-DEF1CBEEBAC6}"/>
                    </a:ext>
                  </a:extLst>
                </p14:cNvPr>
                <p14:cNvContentPartPr/>
                <p14:nvPr/>
              </p14:nvContentPartPr>
              <p14:xfrm>
                <a:off x="1506951" y="4960403"/>
                <a:ext cx="21240" cy="8280"/>
              </p14:xfrm>
            </p:contentPart>
          </mc:Choice>
          <mc:Fallback xmlns="">
            <p:pic>
              <p:nvPicPr>
                <p:cNvPr id="65" name="Ink 64">
                  <a:extLst>
                    <a:ext uri="{FF2B5EF4-FFF2-40B4-BE49-F238E27FC236}">
                      <a16:creationId xmlns:a16="http://schemas.microsoft.com/office/drawing/2014/main" id="{D1F84801-73B5-4CCC-A988-DEF1CBEEBAC6}"/>
                    </a:ext>
                  </a:extLst>
                </p:cNvPr>
                <p:cNvPicPr/>
                <p:nvPr/>
              </p:nvPicPr>
              <p:blipFill>
                <a:blip r:embed="rId182"/>
                <a:stretch>
                  <a:fillRect/>
                </a:stretch>
              </p:blipFill>
              <p:spPr>
                <a:xfrm>
                  <a:off x="1497951" y="4951763"/>
                  <a:ext cx="3888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183">
              <p14:nvContentPartPr>
                <p14:cNvPr id="66" name="Ink 65">
                  <a:extLst>
                    <a:ext uri="{FF2B5EF4-FFF2-40B4-BE49-F238E27FC236}">
                      <a16:creationId xmlns:a16="http://schemas.microsoft.com/office/drawing/2014/main" id="{C3A1734B-52EE-4C08-9EF1-A504C8F38C20}"/>
                    </a:ext>
                  </a:extLst>
                </p14:cNvPr>
                <p14:cNvContentPartPr/>
                <p14:nvPr/>
              </p14:nvContentPartPr>
              <p14:xfrm>
                <a:off x="1580391" y="4907843"/>
                <a:ext cx="72360" cy="123120"/>
              </p14:xfrm>
            </p:contentPart>
          </mc:Choice>
          <mc:Fallback xmlns="">
            <p:pic>
              <p:nvPicPr>
                <p:cNvPr id="66" name="Ink 65">
                  <a:extLst>
                    <a:ext uri="{FF2B5EF4-FFF2-40B4-BE49-F238E27FC236}">
                      <a16:creationId xmlns:a16="http://schemas.microsoft.com/office/drawing/2014/main" id="{C3A1734B-52EE-4C08-9EF1-A504C8F38C20}"/>
                    </a:ext>
                  </a:extLst>
                </p:cNvPr>
                <p:cNvPicPr/>
                <p:nvPr/>
              </p:nvPicPr>
              <p:blipFill>
                <a:blip r:embed="rId184"/>
                <a:stretch>
                  <a:fillRect/>
                </a:stretch>
              </p:blipFill>
              <p:spPr>
                <a:xfrm>
                  <a:off x="1571391" y="4898843"/>
                  <a:ext cx="9000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185">
              <p14:nvContentPartPr>
                <p14:cNvPr id="67" name="Ink 66">
                  <a:extLst>
                    <a:ext uri="{FF2B5EF4-FFF2-40B4-BE49-F238E27FC236}">
                      <a16:creationId xmlns:a16="http://schemas.microsoft.com/office/drawing/2014/main" id="{FF0C2657-82D6-41AB-AEC8-70430D435EB4}"/>
                    </a:ext>
                  </a:extLst>
                </p14:cNvPr>
                <p14:cNvContentPartPr/>
                <p14:nvPr/>
              </p14:nvContentPartPr>
              <p14:xfrm>
                <a:off x="1741311" y="4879043"/>
                <a:ext cx="32400" cy="179280"/>
              </p14:xfrm>
            </p:contentPart>
          </mc:Choice>
          <mc:Fallback xmlns="">
            <p:pic>
              <p:nvPicPr>
                <p:cNvPr id="67" name="Ink 66">
                  <a:extLst>
                    <a:ext uri="{FF2B5EF4-FFF2-40B4-BE49-F238E27FC236}">
                      <a16:creationId xmlns:a16="http://schemas.microsoft.com/office/drawing/2014/main" id="{FF0C2657-82D6-41AB-AEC8-70430D435EB4}"/>
                    </a:ext>
                  </a:extLst>
                </p:cNvPr>
                <p:cNvPicPr/>
                <p:nvPr/>
              </p:nvPicPr>
              <p:blipFill>
                <a:blip r:embed="rId186"/>
                <a:stretch>
                  <a:fillRect/>
                </a:stretch>
              </p:blipFill>
              <p:spPr>
                <a:xfrm>
                  <a:off x="1732311" y="4870403"/>
                  <a:ext cx="50040" cy="196920"/>
                </a:xfrm>
                <a:prstGeom prst="rect">
                  <a:avLst/>
                </a:prstGeom>
              </p:spPr>
            </p:pic>
          </mc:Fallback>
        </mc:AlternateContent>
        <mc:AlternateContent xmlns:mc="http://schemas.openxmlformats.org/markup-compatibility/2006" xmlns:p14="http://schemas.microsoft.com/office/powerpoint/2010/main">
          <mc:Choice Requires="p14">
            <p:contentPart p14:bwMode="auto" r:id="rId187">
              <p14:nvContentPartPr>
                <p14:cNvPr id="26" name="Ink 25">
                  <a:extLst>
                    <a:ext uri="{FF2B5EF4-FFF2-40B4-BE49-F238E27FC236}">
                      <a16:creationId xmlns:a16="http://schemas.microsoft.com/office/drawing/2014/main" id="{BE92DF11-390E-44DC-87AA-5242C3606520}"/>
                    </a:ext>
                  </a:extLst>
                </p14:cNvPr>
                <p14:cNvContentPartPr/>
                <p14:nvPr/>
              </p14:nvContentPartPr>
              <p14:xfrm>
                <a:off x="462591" y="3301883"/>
                <a:ext cx="63000" cy="110160"/>
              </p14:xfrm>
            </p:contentPart>
          </mc:Choice>
          <mc:Fallback xmlns="">
            <p:pic>
              <p:nvPicPr>
                <p:cNvPr id="26" name="Ink 25">
                  <a:extLst>
                    <a:ext uri="{FF2B5EF4-FFF2-40B4-BE49-F238E27FC236}">
                      <a16:creationId xmlns:a16="http://schemas.microsoft.com/office/drawing/2014/main" id="{BE92DF11-390E-44DC-87AA-5242C3606520}"/>
                    </a:ext>
                  </a:extLst>
                </p:cNvPr>
                <p:cNvPicPr/>
                <p:nvPr/>
              </p:nvPicPr>
              <p:blipFill>
                <a:blip r:embed="rId188"/>
                <a:stretch>
                  <a:fillRect/>
                </a:stretch>
              </p:blipFill>
              <p:spPr>
                <a:xfrm>
                  <a:off x="453951" y="3293243"/>
                  <a:ext cx="8064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89">
              <p14:nvContentPartPr>
                <p14:cNvPr id="27" name="Ink 26">
                  <a:extLst>
                    <a:ext uri="{FF2B5EF4-FFF2-40B4-BE49-F238E27FC236}">
                      <a16:creationId xmlns:a16="http://schemas.microsoft.com/office/drawing/2014/main" id="{2E99F284-0AE9-4E9B-B557-F9F7428521CD}"/>
                    </a:ext>
                  </a:extLst>
                </p14:cNvPr>
                <p14:cNvContentPartPr/>
                <p14:nvPr/>
              </p14:nvContentPartPr>
              <p14:xfrm>
                <a:off x="563031" y="3322763"/>
                <a:ext cx="360" cy="360"/>
              </p14:xfrm>
            </p:contentPart>
          </mc:Choice>
          <mc:Fallback xmlns="">
            <p:pic>
              <p:nvPicPr>
                <p:cNvPr id="27" name="Ink 26">
                  <a:extLst>
                    <a:ext uri="{FF2B5EF4-FFF2-40B4-BE49-F238E27FC236}">
                      <a16:creationId xmlns:a16="http://schemas.microsoft.com/office/drawing/2014/main" id="{2E99F284-0AE9-4E9B-B557-F9F7428521CD}"/>
                    </a:ext>
                  </a:extLst>
                </p:cNvPr>
                <p:cNvPicPr/>
                <p:nvPr/>
              </p:nvPicPr>
              <p:blipFill>
                <a:blip r:embed="rId106"/>
                <a:stretch>
                  <a:fillRect/>
                </a:stretch>
              </p:blipFill>
              <p:spPr>
                <a:xfrm>
                  <a:off x="554391" y="331376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28" name="Ink 27">
                  <a:extLst>
                    <a:ext uri="{FF2B5EF4-FFF2-40B4-BE49-F238E27FC236}">
                      <a16:creationId xmlns:a16="http://schemas.microsoft.com/office/drawing/2014/main" id="{2CF56F7B-1290-4C23-B945-561109192E9A}"/>
                    </a:ext>
                  </a:extLst>
                </p14:cNvPr>
                <p14:cNvContentPartPr/>
                <p14:nvPr/>
              </p14:nvContentPartPr>
              <p14:xfrm>
                <a:off x="650511" y="3263363"/>
                <a:ext cx="119880" cy="150480"/>
              </p14:xfrm>
            </p:contentPart>
          </mc:Choice>
          <mc:Fallback xmlns="">
            <p:pic>
              <p:nvPicPr>
                <p:cNvPr id="28" name="Ink 27">
                  <a:extLst>
                    <a:ext uri="{FF2B5EF4-FFF2-40B4-BE49-F238E27FC236}">
                      <a16:creationId xmlns:a16="http://schemas.microsoft.com/office/drawing/2014/main" id="{2CF56F7B-1290-4C23-B945-561109192E9A}"/>
                    </a:ext>
                  </a:extLst>
                </p:cNvPr>
                <p:cNvPicPr/>
                <p:nvPr/>
              </p:nvPicPr>
              <p:blipFill>
                <a:blip r:embed="rId191"/>
                <a:stretch>
                  <a:fillRect/>
                </a:stretch>
              </p:blipFill>
              <p:spPr>
                <a:xfrm>
                  <a:off x="641871" y="3254363"/>
                  <a:ext cx="137520" cy="16812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29" name="Ink 28">
                  <a:extLst>
                    <a:ext uri="{FF2B5EF4-FFF2-40B4-BE49-F238E27FC236}">
                      <a16:creationId xmlns:a16="http://schemas.microsoft.com/office/drawing/2014/main" id="{A7656088-9E7E-460C-98E6-121F1F8C6288}"/>
                    </a:ext>
                  </a:extLst>
                </p14:cNvPr>
                <p14:cNvContentPartPr/>
                <p14:nvPr/>
              </p14:nvContentPartPr>
              <p14:xfrm>
                <a:off x="444591" y="3663323"/>
                <a:ext cx="78840" cy="130320"/>
              </p14:xfrm>
            </p:contentPart>
          </mc:Choice>
          <mc:Fallback xmlns="">
            <p:pic>
              <p:nvPicPr>
                <p:cNvPr id="29" name="Ink 28">
                  <a:extLst>
                    <a:ext uri="{FF2B5EF4-FFF2-40B4-BE49-F238E27FC236}">
                      <a16:creationId xmlns:a16="http://schemas.microsoft.com/office/drawing/2014/main" id="{A7656088-9E7E-460C-98E6-121F1F8C6288}"/>
                    </a:ext>
                  </a:extLst>
                </p:cNvPr>
                <p:cNvPicPr/>
                <p:nvPr/>
              </p:nvPicPr>
              <p:blipFill>
                <a:blip r:embed="rId193"/>
                <a:stretch>
                  <a:fillRect/>
                </a:stretch>
              </p:blipFill>
              <p:spPr>
                <a:xfrm>
                  <a:off x="435591" y="3654683"/>
                  <a:ext cx="96480" cy="14796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30" name="Ink 29">
                  <a:extLst>
                    <a:ext uri="{FF2B5EF4-FFF2-40B4-BE49-F238E27FC236}">
                      <a16:creationId xmlns:a16="http://schemas.microsoft.com/office/drawing/2014/main" id="{0BA89B24-2E90-42FE-945C-940C43CE7ED5}"/>
                    </a:ext>
                  </a:extLst>
                </p14:cNvPr>
                <p14:cNvContentPartPr/>
                <p14:nvPr/>
              </p14:nvContentPartPr>
              <p14:xfrm>
                <a:off x="589671" y="3710123"/>
                <a:ext cx="26280" cy="360"/>
              </p14:xfrm>
            </p:contentPart>
          </mc:Choice>
          <mc:Fallback xmlns="">
            <p:pic>
              <p:nvPicPr>
                <p:cNvPr id="30" name="Ink 29">
                  <a:extLst>
                    <a:ext uri="{FF2B5EF4-FFF2-40B4-BE49-F238E27FC236}">
                      <a16:creationId xmlns:a16="http://schemas.microsoft.com/office/drawing/2014/main" id="{0BA89B24-2E90-42FE-945C-940C43CE7ED5}"/>
                    </a:ext>
                  </a:extLst>
                </p:cNvPr>
                <p:cNvPicPr/>
                <p:nvPr/>
              </p:nvPicPr>
              <p:blipFill>
                <a:blip r:embed="rId195"/>
                <a:stretch>
                  <a:fillRect/>
                </a:stretch>
              </p:blipFill>
              <p:spPr>
                <a:xfrm>
                  <a:off x="581031" y="3701483"/>
                  <a:ext cx="4392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31" name="Ink 30">
                  <a:extLst>
                    <a:ext uri="{FF2B5EF4-FFF2-40B4-BE49-F238E27FC236}">
                      <a16:creationId xmlns:a16="http://schemas.microsoft.com/office/drawing/2014/main" id="{7FC4F847-4420-4CAA-8874-1591C1A2BA14}"/>
                    </a:ext>
                  </a:extLst>
                </p14:cNvPr>
                <p14:cNvContentPartPr/>
                <p14:nvPr/>
              </p14:nvContentPartPr>
              <p14:xfrm>
                <a:off x="678951" y="3642083"/>
                <a:ext cx="86040" cy="158400"/>
              </p14:xfrm>
            </p:contentPart>
          </mc:Choice>
          <mc:Fallback xmlns="">
            <p:pic>
              <p:nvPicPr>
                <p:cNvPr id="31" name="Ink 30">
                  <a:extLst>
                    <a:ext uri="{FF2B5EF4-FFF2-40B4-BE49-F238E27FC236}">
                      <a16:creationId xmlns:a16="http://schemas.microsoft.com/office/drawing/2014/main" id="{7FC4F847-4420-4CAA-8874-1591C1A2BA14}"/>
                    </a:ext>
                  </a:extLst>
                </p:cNvPr>
                <p:cNvPicPr/>
                <p:nvPr/>
              </p:nvPicPr>
              <p:blipFill>
                <a:blip r:embed="rId197"/>
                <a:stretch>
                  <a:fillRect/>
                </a:stretch>
              </p:blipFill>
              <p:spPr>
                <a:xfrm>
                  <a:off x="669951" y="3633443"/>
                  <a:ext cx="103680"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32" name="Ink 31">
                  <a:extLst>
                    <a:ext uri="{FF2B5EF4-FFF2-40B4-BE49-F238E27FC236}">
                      <a16:creationId xmlns:a16="http://schemas.microsoft.com/office/drawing/2014/main" id="{703C026D-48AD-4762-AF7D-3EDFF8812313}"/>
                    </a:ext>
                  </a:extLst>
                </p14:cNvPr>
                <p14:cNvContentPartPr/>
                <p14:nvPr/>
              </p14:nvContentPartPr>
              <p14:xfrm>
                <a:off x="493191" y="4030883"/>
                <a:ext cx="92520" cy="118080"/>
              </p14:xfrm>
            </p:contentPart>
          </mc:Choice>
          <mc:Fallback xmlns="">
            <p:pic>
              <p:nvPicPr>
                <p:cNvPr id="32" name="Ink 31">
                  <a:extLst>
                    <a:ext uri="{FF2B5EF4-FFF2-40B4-BE49-F238E27FC236}">
                      <a16:creationId xmlns:a16="http://schemas.microsoft.com/office/drawing/2014/main" id="{703C026D-48AD-4762-AF7D-3EDFF8812313}"/>
                    </a:ext>
                  </a:extLst>
                </p:cNvPr>
                <p:cNvPicPr/>
                <p:nvPr/>
              </p:nvPicPr>
              <p:blipFill>
                <a:blip r:embed="rId199"/>
                <a:stretch>
                  <a:fillRect/>
                </a:stretch>
              </p:blipFill>
              <p:spPr>
                <a:xfrm>
                  <a:off x="484191" y="4022243"/>
                  <a:ext cx="110160" cy="13572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33" name="Ink 32">
                  <a:extLst>
                    <a:ext uri="{FF2B5EF4-FFF2-40B4-BE49-F238E27FC236}">
                      <a16:creationId xmlns:a16="http://schemas.microsoft.com/office/drawing/2014/main" id="{DA6EB60E-B402-40FD-A659-83B0DC96F828}"/>
                    </a:ext>
                  </a:extLst>
                </p14:cNvPr>
                <p14:cNvContentPartPr/>
                <p14:nvPr/>
              </p14:nvContentPartPr>
              <p14:xfrm>
                <a:off x="639351" y="4055723"/>
                <a:ext cx="22680" cy="4320"/>
              </p14:xfrm>
            </p:contentPart>
          </mc:Choice>
          <mc:Fallback xmlns="">
            <p:pic>
              <p:nvPicPr>
                <p:cNvPr id="33" name="Ink 32">
                  <a:extLst>
                    <a:ext uri="{FF2B5EF4-FFF2-40B4-BE49-F238E27FC236}">
                      <a16:creationId xmlns:a16="http://schemas.microsoft.com/office/drawing/2014/main" id="{DA6EB60E-B402-40FD-A659-83B0DC96F828}"/>
                    </a:ext>
                  </a:extLst>
                </p:cNvPr>
                <p:cNvPicPr/>
                <p:nvPr/>
              </p:nvPicPr>
              <p:blipFill>
                <a:blip r:embed="rId201"/>
                <a:stretch>
                  <a:fillRect/>
                </a:stretch>
              </p:blipFill>
              <p:spPr>
                <a:xfrm>
                  <a:off x="630711" y="4046723"/>
                  <a:ext cx="4032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34" name="Ink 33">
                  <a:extLst>
                    <a:ext uri="{FF2B5EF4-FFF2-40B4-BE49-F238E27FC236}">
                      <a16:creationId xmlns:a16="http://schemas.microsoft.com/office/drawing/2014/main" id="{19743C42-9A6D-4284-A4A8-68B8DE86B7BD}"/>
                    </a:ext>
                  </a:extLst>
                </p14:cNvPr>
                <p14:cNvContentPartPr/>
                <p14:nvPr/>
              </p14:nvContentPartPr>
              <p14:xfrm>
                <a:off x="741231" y="4004243"/>
                <a:ext cx="77400" cy="186480"/>
              </p14:xfrm>
            </p:contentPart>
          </mc:Choice>
          <mc:Fallback xmlns="">
            <p:pic>
              <p:nvPicPr>
                <p:cNvPr id="34" name="Ink 33">
                  <a:extLst>
                    <a:ext uri="{FF2B5EF4-FFF2-40B4-BE49-F238E27FC236}">
                      <a16:creationId xmlns:a16="http://schemas.microsoft.com/office/drawing/2014/main" id="{19743C42-9A6D-4284-A4A8-68B8DE86B7BD}"/>
                    </a:ext>
                  </a:extLst>
                </p:cNvPr>
                <p:cNvPicPr/>
                <p:nvPr/>
              </p:nvPicPr>
              <p:blipFill>
                <a:blip r:embed="rId203"/>
                <a:stretch>
                  <a:fillRect/>
                </a:stretch>
              </p:blipFill>
              <p:spPr>
                <a:xfrm>
                  <a:off x="732231" y="3995243"/>
                  <a:ext cx="95040" cy="20412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54" name="Ink 153">
                  <a:extLst>
                    <a:ext uri="{FF2B5EF4-FFF2-40B4-BE49-F238E27FC236}">
                      <a16:creationId xmlns:a16="http://schemas.microsoft.com/office/drawing/2014/main" id="{0325EE2B-9B32-4A1B-90E2-221690BB6EA0}"/>
                    </a:ext>
                  </a:extLst>
                </p14:cNvPr>
                <p14:cNvContentPartPr/>
                <p14:nvPr/>
              </p14:nvContentPartPr>
              <p14:xfrm>
                <a:off x="254151" y="3202523"/>
                <a:ext cx="40320" cy="207720"/>
              </p14:xfrm>
            </p:contentPart>
          </mc:Choice>
          <mc:Fallback xmlns="">
            <p:pic>
              <p:nvPicPr>
                <p:cNvPr id="154" name="Ink 153">
                  <a:extLst>
                    <a:ext uri="{FF2B5EF4-FFF2-40B4-BE49-F238E27FC236}">
                      <a16:creationId xmlns:a16="http://schemas.microsoft.com/office/drawing/2014/main" id="{0325EE2B-9B32-4A1B-90E2-221690BB6EA0}"/>
                    </a:ext>
                  </a:extLst>
                </p:cNvPr>
                <p:cNvPicPr/>
                <p:nvPr/>
              </p:nvPicPr>
              <p:blipFill>
                <a:blip r:embed="rId205"/>
                <a:stretch>
                  <a:fillRect/>
                </a:stretch>
              </p:blipFill>
              <p:spPr>
                <a:xfrm>
                  <a:off x="245151" y="3193883"/>
                  <a:ext cx="57960" cy="22536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55" name="Ink 154">
                  <a:extLst>
                    <a:ext uri="{FF2B5EF4-FFF2-40B4-BE49-F238E27FC236}">
                      <a16:creationId xmlns:a16="http://schemas.microsoft.com/office/drawing/2014/main" id="{F5E39F80-82F2-4BC9-BA15-4A8D0726952B}"/>
                    </a:ext>
                  </a:extLst>
                </p14:cNvPr>
                <p14:cNvContentPartPr/>
                <p14:nvPr/>
              </p14:nvContentPartPr>
              <p14:xfrm>
                <a:off x="296991" y="3472883"/>
                <a:ext cx="5400" cy="246960"/>
              </p14:xfrm>
            </p:contentPart>
          </mc:Choice>
          <mc:Fallback xmlns="">
            <p:pic>
              <p:nvPicPr>
                <p:cNvPr id="155" name="Ink 154">
                  <a:extLst>
                    <a:ext uri="{FF2B5EF4-FFF2-40B4-BE49-F238E27FC236}">
                      <a16:creationId xmlns:a16="http://schemas.microsoft.com/office/drawing/2014/main" id="{F5E39F80-82F2-4BC9-BA15-4A8D0726952B}"/>
                    </a:ext>
                  </a:extLst>
                </p:cNvPr>
                <p:cNvPicPr/>
                <p:nvPr/>
              </p:nvPicPr>
              <p:blipFill>
                <a:blip r:embed="rId207"/>
                <a:stretch>
                  <a:fillRect/>
                </a:stretch>
              </p:blipFill>
              <p:spPr>
                <a:xfrm>
                  <a:off x="288351" y="3463883"/>
                  <a:ext cx="23040" cy="26460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56" name="Ink 155">
                  <a:extLst>
                    <a:ext uri="{FF2B5EF4-FFF2-40B4-BE49-F238E27FC236}">
                      <a16:creationId xmlns:a16="http://schemas.microsoft.com/office/drawing/2014/main" id="{6883943F-1D8B-4F15-A85E-5EA71A794680}"/>
                    </a:ext>
                  </a:extLst>
                </p14:cNvPr>
                <p14:cNvContentPartPr/>
                <p14:nvPr/>
              </p14:nvContentPartPr>
              <p14:xfrm>
                <a:off x="311031" y="3810203"/>
                <a:ext cx="19800" cy="201600"/>
              </p14:xfrm>
            </p:contentPart>
          </mc:Choice>
          <mc:Fallback xmlns="">
            <p:pic>
              <p:nvPicPr>
                <p:cNvPr id="156" name="Ink 155">
                  <a:extLst>
                    <a:ext uri="{FF2B5EF4-FFF2-40B4-BE49-F238E27FC236}">
                      <a16:creationId xmlns:a16="http://schemas.microsoft.com/office/drawing/2014/main" id="{6883943F-1D8B-4F15-A85E-5EA71A794680}"/>
                    </a:ext>
                  </a:extLst>
                </p:cNvPr>
                <p:cNvPicPr/>
                <p:nvPr/>
              </p:nvPicPr>
              <p:blipFill>
                <a:blip r:embed="rId209"/>
                <a:stretch>
                  <a:fillRect/>
                </a:stretch>
              </p:blipFill>
              <p:spPr>
                <a:xfrm>
                  <a:off x="302391" y="3801203"/>
                  <a:ext cx="37440" cy="21924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57" name="Ink 156">
                  <a:extLst>
                    <a:ext uri="{FF2B5EF4-FFF2-40B4-BE49-F238E27FC236}">
                      <a16:creationId xmlns:a16="http://schemas.microsoft.com/office/drawing/2014/main" id="{901F85C5-4EFF-4A37-B1BF-89AB28419427}"/>
                    </a:ext>
                  </a:extLst>
                </p14:cNvPr>
                <p14:cNvContentPartPr/>
                <p14:nvPr/>
              </p14:nvContentPartPr>
              <p14:xfrm>
                <a:off x="329751" y="4134923"/>
                <a:ext cx="43920" cy="131040"/>
              </p14:xfrm>
            </p:contentPart>
          </mc:Choice>
          <mc:Fallback xmlns="">
            <p:pic>
              <p:nvPicPr>
                <p:cNvPr id="157" name="Ink 156">
                  <a:extLst>
                    <a:ext uri="{FF2B5EF4-FFF2-40B4-BE49-F238E27FC236}">
                      <a16:creationId xmlns:a16="http://schemas.microsoft.com/office/drawing/2014/main" id="{901F85C5-4EFF-4A37-B1BF-89AB28419427}"/>
                    </a:ext>
                  </a:extLst>
                </p:cNvPr>
                <p:cNvPicPr/>
                <p:nvPr/>
              </p:nvPicPr>
              <p:blipFill>
                <a:blip r:embed="rId211"/>
                <a:stretch>
                  <a:fillRect/>
                </a:stretch>
              </p:blipFill>
              <p:spPr>
                <a:xfrm>
                  <a:off x="320751" y="4126283"/>
                  <a:ext cx="61560" cy="14868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3" name="Ink 12">
                  <a:extLst>
                    <a:ext uri="{FF2B5EF4-FFF2-40B4-BE49-F238E27FC236}">
                      <a16:creationId xmlns:a16="http://schemas.microsoft.com/office/drawing/2014/main" id="{B7295423-5618-4CCC-A20B-4A5FA0D8F490}"/>
                    </a:ext>
                  </a:extLst>
                </p14:cNvPr>
                <p14:cNvContentPartPr/>
                <p14:nvPr/>
              </p14:nvContentPartPr>
              <p14:xfrm>
                <a:off x="388071" y="2334923"/>
                <a:ext cx="227880" cy="141480"/>
              </p14:xfrm>
            </p:contentPart>
          </mc:Choice>
          <mc:Fallback xmlns="">
            <p:pic>
              <p:nvPicPr>
                <p:cNvPr id="13" name="Ink 12">
                  <a:extLst>
                    <a:ext uri="{FF2B5EF4-FFF2-40B4-BE49-F238E27FC236}">
                      <a16:creationId xmlns:a16="http://schemas.microsoft.com/office/drawing/2014/main" id="{B7295423-5618-4CCC-A20B-4A5FA0D8F490}"/>
                    </a:ext>
                  </a:extLst>
                </p:cNvPr>
                <p:cNvPicPr/>
                <p:nvPr/>
              </p:nvPicPr>
              <p:blipFill>
                <a:blip r:embed="rId213"/>
                <a:stretch>
                  <a:fillRect/>
                </a:stretch>
              </p:blipFill>
              <p:spPr>
                <a:xfrm>
                  <a:off x="379431" y="2326283"/>
                  <a:ext cx="245520" cy="15912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4" name="Ink 13">
                  <a:extLst>
                    <a:ext uri="{FF2B5EF4-FFF2-40B4-BE49-F238E27FC236}">
                      <a16:creationId xmlns:a16="http://schemas.microsoft.com/office/drawing/2014/main" id="{5F26A261-91B4-4636-B5AF-958DBDEFFF9B}"/>
                    </a:ext>
                  </a:extLst>
                </p14:cNvPr>
                <p14:cNvContentPartPr/>
                <p14:nvPr/>
              </p14:nvContentPartPr>
              <p14:xfrm>
                <a:off x="658071" y="2414483"/>
                <a:ext cx="10080" cy="117000"/>
              </p14:xfrm>
            </p:contentPart>
          </mc:Choice>
          <mc:Fallback xmlns="">
            <p:pic>
              <p:nvPicPr>
                <p:cNvPr id="14" name="Ink 13">
                  <a:extLst>
                    <a:ext uri="{FF2B5EF4-FFF2-40B4-BE49-F238E27FC236}">
                      <a16:creationId xmlns:a16="http://schemas.microsoft.com/office/drawing/2014/main" id="{5F26A261-91B4-4636-B5AF-958DBDEFFF9B}"/>
                    </a:ext>
                  </a:extLst>
                </p:cNvPr>
                <p:cNvPicPr/>
                <p:nvPr/>
              </p:nvPicPr>
              <p:blipFill>
                <a:blip r:embed="rId215"/>
                <a:stretch>
                  <a:fillRect/>
                </a:stretch>
              </p:blipFill>
              <p:spPr>
                <a:xfrm>
                  <a:off x="649071" y="2405483"/>
                  <a:ext cx="27720" cy="13464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6" name="Ink 15">
                  <a:extLst>
                    <a:ext uri="{FF2B5EF4-FFF2-40B4-BE49-F238E27FC236}">
                      <a16:creationId xmlns:a16="http://schemas.microsoft.com/office/drawing/2014/main" id="{60BBE06D-B7AF-402D-95E0-4DCEF36939F2}"/>
                    </a:ext>
                  </a:extLst>
                </p14:cNvPr>
                <p14:cNvContentPartPr/>
                <p14:nvPr/>
              </p14:nvContentPartPr>
              <p14:xfrm>
                <a:off x="982791" y="2363003"/>
                <a:ext cx="194760" cy="128160"/>
              </p14:xfrm>
            </p:contentPart>
          </mc:Choice>
          <mc:Fallback xmlns="">
            <p:pic>
              <p:nvPicPr>
                <p:cNvPr id="16" name="Ink 15">
                  <a:extLst>
                    <a:ext uri="{FF2B5EF4-FFF2-40B4-BE49-F238E27FC236}">
                      <a16:creationId xmlns:a16="http://schemas.microsoft.com/office/drawing/2014/main" id="{60BBE06D-B7AF-402D-95E0-4DCEF36939F2}"/>
                    </a:ext>
                  </a:extLst>
                </p:cNvPr>
                <p:cNvPicPr/>
                <p:nvPr/>
              </p:nvPicPr>
              <p:blipFill>
                <a:blip r:embed="rId217"/>
                <a:stretch>
                  <a:fillRect/>
                </a:stretch>
              </p:blipFill>
              <p:spPr>
                <a:xfrm>
                  <a:off x="973791" y="2354003"/>
                  <a:ext cx="212400" cy="14580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8" name="Ink 17">
                  <a:extLst>
                    <a:ext uri="{FF2B5EF4-FFF2-40B4-BE49-F238E27FC236}">
                      <a16:creationId xmlns:a16="http://schemas.microsoft.com/office/drawing/2014/main" id="{950A5577-E065-44F9-BED4-A145EBC52CD1}"/>
                    </a:ext>
                  </a:extLst>
                </p14:cNvPr>
                <p14:cNvContentPartPr/>
                <p14:nvPr/>
              </p14:nvContentPartPr>
              <p14:xfrm>
                <a:off x="1222191" y="2432123"/>
                <a:ext cx="139680" cy="91080"/>
              </p14:xfrm>
            </p:contentPart>
          </mc:Choice>
          <mc:Fallback xmlns="">
            <p:pic>
              <p:nvPicPr>
                <p:cNvPr id="18" name="Ink 17">
                  <a:extLst>
                    <a:ext uri="{FF2B5EF4-FFF2-40B4-BE49-F238E27FC236}">
                      <a16:creationId xmlns:a16="http://schemas.microsoft.com/office/drawing/2014/main" id="{950A5577-E065-44F9-BED4-A145EBC52CD1}"/>
                    </a:ext>
                  </a:extLst>
                </p:cNvPr>
                <p:cNvPicPr/>
                <p:nvPr/>
              </p:nvPicPr>
              <p:blipFill>
                <a:blip r:embed="rId219"/>
                <a:stretch>
                  <a:fillRect/>
                </a:stretch>
              </p:blipFill>
              <p:spPr>
                <a:xfrm>
                  <a:off x="1213551" y="2423483"/>
                  <a:ext cx="157320" cy="10872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20" name="Ink 19">
                  <a:extLst>
                    <a:ext uri="{FF2B5EF4-FFF2-40B4-BE49-F238E27FC236}">
                      <a16:creationId xmlns:a16="http://schemas.microsoft.com/office/drawing/2014/main" id="{987056A0-2176-4201-831A-3135753F2BDF}"/>
                    </a:ext>
                  </a:extLst>
                </p14:cNvPr>
                <p14:cNvContentPartPr/>
                <p14:nvPr/>
              </p14:nvContentPartPr>
              <p14:xfrm>
                <a:off x="1866231" y="2409443"/>
                <a:ext cx="224280" cy="421560"/>
              </p14:xfrm>
            </p:contentPart>
          </mc:Choice>
          <mc:Fallback xmlns="">
            <p:pic>
              <p:nvPicPr>
                <p:cNvPr id="20" name="Ink 19">
                  <a:extLst>
                    <a:ext uri="{FF2B5EF4-FFF2-40B4-BE49-F238E27FC236}">
                      <a16:creationId xmlns:a16="http://schemas.microsoft.com/office/drawing/2014/main" id="{987056A0-2176-4201-831A-3135753F2BDF}"/>
                    </a:ext>
                  </a:extLst>
                </p:cNvPr>
                <p:cNvPicPr/>
                <p:nvPr/>
              </p:nvPicPr>
              <p:blipFill>
                <a:blip r:embed="rId221"/>
                <a:stretch>
                  <a:fillRect/>
                </a:stretch>
              </p:blipFill>
              <p:spPr>
                <a:xfrm>
                  <a:off x="1857591" y="2400443"/>
                  <a:ext cx="241920" cy="43920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22" name="Ink 21">
                  <a:extLst>
                    <a:ext uri="{FF2B5EF4-FFF2-40B4-BE49-F238E27FC236}">
                      <a16:creationId xmlns:a16="http://schemas.microsoft.com/office/drawing/2014/main" id="{7F9E3592-CEB8-43CF-9F15-7BF33F1C3AFD}"/>
                    </a:ext>
                  </a:extLst>
                </p14:cNvPr>
                <p14:cNvContentPartPr/>
                <p14:nvPr/>
              </p14:nvContentPartPr>
              <p14:xfrm>
                <a:off x="348831" y="2585843"/>
                <a:ext cx="1753200" cy="99000"/>
              </p14:xfrm>
            </p:contentPart>
          </mc:Choice>
          <mc:Fallback xmlns="">
            <p:pic>
              <p:nvPicPr>
                <p:cNvPr id="22" name="Ink 21">
                  <a:extLst>
                    <a:ext uri="{FF2B5EF4-FFF2-40B4-BE49-F238E27FC236}">
                      <a16:creationId xmlns:a16="http://schemas.microsoft.com/office/drawing/2014/main" id="{7F9E3592-CEB8-43CF-9F15-7BF33F1C3AFD}"/>
                    </a:ext>
                  </a:extLst>
                </p:cNvPr>
                <p:cNvPicPr/>
                <p:nvPr/>
              </p:nvPicPr>
              <p:blipFill>
                <a:blip r:embed="rId223"/>
                <a:stretch>
                  <a:fillRect/>
                </a:stretch>
              </p:blipFill>
              <p:spPr>
                <a:xfrm>
                  <a:off x="339831" y="2576843"/>
                  <a:ext cx="1770840" cy="11664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24" name="Ink 23">
                  <a:extLst>
                    <a:ext uri="{FF2B5EF4-FFF2-40B4-BE49-F238E27FC236}">
                      <a16:creationId xmlns:a16="http://schemas.microsoft.com/office/drawing/2014/main" id="{BE881BC6-5DF8-41A7-9BBC-CEF2B728DAAB}"/>
                    </a:ext>
                  </a:extLst>
                </p14:cNvPr>
                <p14:cNvContentPartPr/>
                <p14:nvPr/>
              </p14:nvContentPartPr>
              <p14:xfrm>
                <a:off x="426591" y="2951243"/>
                <a:ext cx="74880" cy="140400"/>
              </p14:xfrm>
            </p:contentPart>
          </mc:Choice>
          <mc:Fallback xmlns="">
            <p:pic>
              <p:nvPicPr>
                <p:cNvPr id="24" name="Ink 23">
                  <a:extLst>
                    <a:ext uri="{FF2B5EF4-FFF2-40B4-BE49-F238E27FC236}">
                      <a16:creationId xmlns:a16="http://schemas.microsoft.com/office/drawing/2014/main" id="{BE881BC6-5DF8-41A7-9BBC-CEF2B728DAAB}"/>
                    </a:ext>
                  </a:extLst>
                </p:cNvPr>
                <p:cNvPicPr/>
                <p:nvPr/>
              </p:nvPicPr>
              <p:blipFill>
                <a:blip r:embed="rId225"/>
                <a:stretch>
                  <a:fillRect/>
                </a:stretch>
              </p:blipFill>
              <p:spPr>
                <a:xfrm>
                  <a:off x="417591" y="2942603"/>
                  <a:ext cx="92520" cy="15804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25" name="Ink 24">
                  <a:extLst>
                    <a:ext uri="{FF2B5EF4-FFF2-40B4-BE49-F238E27FC236}">
                      <a16:creationId xmlns:a16="http://schemas.microsoft.com/office/drawing/2014/main" id="{E8F4D535-F574-4277-9438-457BDD36C945}"/>
                    </a:ext>
                  </a:extLst>
                </p14:cNvPr>
                <p14:cNvContentPartPr/>
                <p14:nvPr/>
              </p14:nvContentPartPr>
              <p14:xfrm>
                <a:off x="523071" y="2915963"/>
                <a:ext cx="136080" cy="176400"/>
              </p14:xfrm>
            </p:contentPart>
          </mc:Choice>
          <mc:Fallback xmlns="">
            <p:pic>
              <p:nvPicPr>
                <p:cNvPr id="25" name="Ink 24">
                  <a:extLst>
                    <a:ext uri="{FF2B5EF4-FFF2-40B4-BE49-F238E27FC236}">
                      <a16:creationId xmlns:a16="http://schemas.microsoft.com/office/drawing/2014/main" id="{E8F4D535-F574-4277-9438-457BDD36C945}"/>
                    </a:ext>
                  </a:extLst>
                </p:cNvPr>
                <p:cNvPicPr/>
                <p:nvPr/>
              </p:nvPicPr>
              <p:blipFill>
                <a:blip r:embed="rId227"/>
                <a:stretch>
                  <a:fillRect/>
                </a:stretch>
              </p:blipFill>
              <p:spPr>
                <a:xfrm>
                  <a:off x="514431" y="2906963"/>
                  <a:ext cx="153720" cy="19404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47" name="Ink 46">
                  <a:extLst>
                    <a:ext uri="{FF2B5EF4-FFF2-40B4-BE49-F238E27FC236}">
                      <a16:creationId xmlns:a16="http://schemas.microsoft.com/office/drawing/2014/main" id="{A1F119DA-FD89-40AD-86EA-8F5350E20A11}"/>
                    </a:ext>
                  </a:extLst>
                </p14:cNvPr>
                <p14:cNvContentPartPr/>
                <p14:nvPr/>
              </p14:nvContentPartPr>
              <p14:xfrm>
                <a:off x="1136151" y="2864483"/>
                <a:ext cx="81360" cy="135000"/>
              </p14:xfrm>
            </p:contentPart>
          </mc:Choice>
          <mc:Fallback xmlns="">
            <p:pic>
              <p:nvPicPr>
                <p:cNvPr id="47" name="Ink 46">
                  <a:extLst>
                    <a:ext uri="{FF2B5EF4-FFF2-40B4-BE49-F238E27FC236}">
                      <a16:creationId xmlns:a16="http://schemas.microsoft.com/office/drawing/2014/main" id="{A1F119DA-FD89-40AD-86EA-8F5350E20A11}"/>
                    </a:ext>
                  </a:extLst>
                </p:cNvPr>
                <p:cNvPicPr/>
                <p:nvPr/>
              </p:nvPicPr>
              <p:blipFill>
                <a:blip r:embed="rId229"/>
                <a:stretch>
                  <a:fillRect/>
                </a:stretch>
              </p:blipFill>
              <p:spPr>
                <a:xfrm>
                  <a:off x="1127151" y="2855843"/>
                  <a:ext cx="9900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48" name="Ink 47">
                  <a:extLst>
                    <a:ext uri="{FF2B5EF4-FFF2-40B4-BE49-F238E27FC236}">
                      <a16:creationId xmlns:a16="http://schemas.microsoft.com/office/drawing/2014/main" id="{F36B6280-6666-496A-9717-D2691D1B6D35}"/>
                    </a:ext>
                  </a:extLst>
                </p14:cNvPr>
                <p14:cNvContentPartPr/>
                <p14:nvPr/>
              </p14:nvContentPartPr>
              <p14:xfrm>
                <a:off x="1290231" y="2901923"/>
                <a:ext cx="19800" cy="7560"/>
              </p14:xfrm>
            </p:contentPart>
          </mc:Choice>
          <mc:Fallback xmlns="">
            <p:pic>
              <p:nvPicPr>
                <p:cNvPr id="48" name="Ink 47">
                  <a:extLst>
                    <a:ext uri="{FF2B5EF4-FFF2-40B4-BE49-F238E27FC236}">
                      <a16:creationId xmlns:a16="http://schemas.microsoft.com/office/drawing/2014/main" id="{F36B6280-6666-496A-9717-D2691D1B6D35}"/>
                    </a:ext>
                  </a:extLst>
                </p:cNvPr>
                <p:cNvPicPr/>
                <p:nvPr/>
              </p:nvPicPr>
              <p:blipFill>
                <a:blip r:embed="rId231"/>
                <a:stretch>
                  <a:fillRect/>
                </a:stretch>
              </p:blipFill>
              <p:spPr>
                <a:xfrm>
                  <a:off x="1281591" y="2892923"/>
                  <a:ext cx="3744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49" name="Ink 48">
                  <a:extLst>
                    <a:ext uri="{FF2B5EF4-FFF2-40B4-BE49-F238E27FC236}">
                      <a16:creationId xmlns:a16="http://schemas.microsoft.com/office/drawing/2014/main" id="{16E2F1BD-F766-4376-9449-7999B0296DF2}"/>
                    </a:ext>
                  </a:extLst>
                </p14:cNvPr>
                <p14:cNvContentPartPr/>
                <p14:nvPr/>
              </p14:nvContentPartPr>
              <p14:xfrm>
                <a:off x="1322991" y="2779163"/>
                <a:ext cx="99720" cy="218160"/>
              </p14:xfrm>
            </p:contentPart>
          </mc:Choice>
          <mc:Fallback xmlns="">
            <p:pic>
              <p:nvPicPr>
                <p:cNvPr id="49" name="Ink 48">
                  <a:extLst>
                    <a:ext uri="{FF2B5EF4-FFF2-40B4-BE49-F238E27FC236}">
                      <a16:creationId xmlns:a16="http://schemas.microsoft.com/office/drawing/2014/main" id="{16E2F1BD-F766-4376-9449-7999B0296DF2}"/>
                    </a:ext>
                  </a:extLst>
                </p:cNvPr>
                <p:cNvPicPr/>
                <p:nvPr/>
              </p:nvPicPr>
              <p:blipFill>
                <a:blip r:embed="rId233"/>
                <a:stretch>
                  <a:fillRect/>
                </a:stretch>
              </p:blipFill>
              <p:spPr>
                <a:xfrm>
                  <a:off x="1313991" y="2770163"/>
                  <a:ext cx="117360" cy="23580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152" name="Ink 151">
                  <a:extLst>
                    <a:ext uri="{FF2B5EF4-FFF2-40B4-BE49-F238E27FC236}">
                      <a16:creationId xmlns:a16="http://schemas.microsoft.com/office/drawing/2014/main" id="{66755F57-80CF-42E8-AB2D-718CF4AA1B40}"/>
                    </a:ext>
                  </a:extLst>
                </p14:cNvPr>
                <p14:cNvContentPartPr/>
                <p14:nvPr/>
              </p14:nvContentPartPr>
              <p14:xfrm>
                <a:off x="220671" y="2840723"/>
                <a:ext cx="1800" cy="50400"/>
              </p14:xfrm>
            </p:contentPart>
          </mc:Choice>
          <mc:Fallback xmlns="">
            <p:pic>
              <p:nvPicPr>
                <p:cNvPr id="152" name="Ink 151">
                  <a:extLst>
                    <a:ext uri="{FF2B5EF4-FFF2-40B4-BE49-F238E27FC236}">
                      <a16:creationId xmlns:a16="http://schemas.microsoft.com/office/drawing/2014/main" id="{66755F57-80CF-42E8-AB2D-718CF4AA1B40}"/>
                    </a:ext>
                  </a:extLst>
                </p:cNvPr>
                <p:cNvPicPr/>
                <p:nvPr/>
              </p:nvPicPr>
              <p:blipFill>
                <a:blip r:embed="rId235"/>
                <a:stretch>
                  <a:fillRect/>
                </a:stretch>
              </p:blipFill>
              <p:spPr>
                <a:xfrm>
                  <a:off x="211671" y="2831723"/>
                  <a:ext cx="19440" cy="6804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53" name="Ink 152">
                  <a:extLst>
                    <a:ext uri="{FF2B5EF4-FFF2-40B4-BE49-F238E27FC236}">
                      <a16:creationId xmlns:a16="http://schemas.microsoft.com/office/drawing/2014/main" id="{BCE7E66D-906C-4D4D-BEB3-0E44B2C4028A}"/>
                    </a:ext>
                  </a:extLst>
                </p14:cNvPr>
                <p14:cNvContentPartPr/>
                <p14:nvPr/>
              </p14:nvContentPartPr>
              <p14:xfrm>
                <a:off x="220671" y="2899403"/>
                <a:ext cx="15840" cy="212400"/>
              </p14:xfrm>
            </p:contentPart>
          </mc:Choice>
          <mc:Fallback xmlns="">
            <p:pic>
              <p:nvPicPr>
                <p:cNvPr id="153" name="Ink 152">
                  <a:extLst>
                    <a:ext uri="{FF2B5EF4-FFF2-40B4-BE49-F238E27FC236}">
                      <a16:creationId xmlns:a16="http://schemas.microsoft.com/office/drawing/2014/main" id="{BCE7E66D-906C-4D4D-BEB3-0E44B2C4028A}"/>
                    </a:ext>
                  </a:extLst>
                </p:cNvPr>
                <p:cNvPicPr/>
                <p:nvPr/>
              </p:nvPicPr>
              <p:blipFill>
                <a:blip r:embed="rId237"/>
                <a:stretch>
                  <a:fillRect/>
                </a:stretch>
              </p:blipFill>
              <p:spPr>
                <a:xfrm>
                  <a:off x="211671" y="2890403"/>
                  <a:ext cx="33480" cy="23004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160" name="Ink 159">
                  <a:extLst>
                    <a:ext uri="{FF2B5EF4-FFF2-40B4-BE49-F238E27FC236}">
                      <a16:creationId xmlns:a16="http://schemas.microsoft.com/office/drawing/2014/main" id="{138E53B9-780A-4FEC-B6F0-7B75A6BABD84}"/>
                    </a:ext>
                  </a:extLst>
                </p14:cNvPr>
                <p14:cNvContentPartPr/>
                <p14:nvPr/>
              </p14:nvContentPartPr>
              <p14:xfrm>
                <a:off x="225711" y="2847923"/>
                <a:ext cx="49320" cy="8280"/>
              </p14:xfrm>
            </p:contentPart>
          </mc:Choice>
          <mc:Fallback xmlns="">
            <p:pic>
              <p:nvPicPr>
                <p:cNvPr id="160" name="Ink 159">
                  <a:extLst>
                    <a:ext uri="{FF2B5EF4-FFF2-40B4-BE49-F238E27FC236}">
                      <a16:creationId xmlns:a16="http://schemas.microsoft.com/office/drawing/2014/main" id="{138E53B9-780A-4FEC-B6F0-7B75A6BABD84}"/>
                    </a:ext>
                  </a:extLst>
                </p:cNvPr>
                <p:cNvPicPr/>
                <p:nvPr/>
              </p:nvPicPr>
              <p:blipFill>
                <a:blip r:embed="rId239"/>
                <a:stretch>
                  <a:fillRect/>
                </a:stretch>
              </p:blipFill>
              <p:spPr>
                <a:xfrm>
                  <a:off x="217071" y="2838923"/>
                  <a:ext cx="6696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61" name="Ink 160">
                  <a:extLst>
                    <a:ext uri="{FF2B5EF4-FFF2-40B4-BE49-F238E27FC236}">
                      <a16:creationId xmlns:a16="http://schemas.microsoft.com/office/drawing/2014/main" id="{8AC95BBD-316F-40AF-979C-B430491A454E}"/>
                    </a:ext>
                  </a:extLst>
                </p14:cNvPr>
                <p14:cNvContentPartPr/>
                <p14:nvPr/>
              </p14:nvContentPartPr>
              <p14:xfrm>
                <a:off x="333351" y="2791043"/>
                <a:ext cx="266400" cy="46440"/>
              </p14:xfrm>
            </p:contentPart>
          </mc:Choice>
          <mc:Fallback xmlns="">
            <p:pic>
              <p:nvPicPr>
                <p:cNvPr id="161" name="Ink 160">
                  <a:extLst>
                    <a:ext uri="{FF2B5EF4-FFF2-40B4-BE49-F238E27FC236}">
                      <a16:creationId xmlns:a16="http://schemas.microsoft.com/office/drawing/2014/main" id="{8AC95BBD-316F-40AF-979C-B430491A454E}"/>
                    </a:ext>
                  </a:extLst>
                </p:cNvPr>
                <p:cNvPicPr/>
                <p:nvPr/>
              </p:nvPicPr>
              <p:blipFill>
                <a:blip r:embed="rId241"/>
                <a:stretch>
                  <a:fillRect/>
                </a:stretch>
              </p:blipFill>
              <p:spPr>
                <a:xfrm>
                  <a:off x="324351" y="2782403"/>
                  <a:ext cx="284040" cy="6408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162" name="Ink 161">
                  <a:extLst>
                    <a:ext uri="{FF2B5EF4-FFF2-40B4-BE49-F238E27FC236}">
                      <a16:creationId xmlns:a16="http://schemas.microsoft.com/office/drawing/2014/main" id="{38843631-ECEC-42C5-92BC-9429176084AC}"/>
                    </a:ext>
                  </a:extLst>
                </p14:cNvPr>
                <p14:cNvContentPartPr/>
                <p14:nvPr/>
              </p14:nvContentPartPr>
              <p14:xfrm>
                <a:off x="665631" y="2754683"/>
                <a:ext cx="257040" cy="27720"/>
              </p14:xfrm>
            </p:contentPart>
          </mc:Choice>
          <mc:Fallback xmlns="">
            <p:pic>
              <p:nvPicPr>
                <p:cNvPr id="162" name="Ink 161">
                  <a:extLst>
                    <a:ext uri="{FF2B5EF4-FFF2-40B4-BE49-F238E27FC236}">
                      <a16:creationId xmlns:a16="http://schemas.microsoft.com/office/drawing/2014/main" id="{38843631-ECEC-42C5-92BC-9429176084AC}"/>
                    </a:ext>
                  </a:extLst>
                </p:cNvPr>
                <p:cNvPicPr/>
                <p:nvPr/>
              </p:nvPicPr>
              <p:blipFill>
                <a:blip r:embed="rId243"/>
                <a:stretch>
                  <a:fillRect/>
                </a:stretch>
              </p:blipFill>
              <p:spPr>
                <a:xfrm>
                  <a:off x="656631" y="2745683"/>
                  <a:ext cx="27468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163" name="Ink 162">
                  <a:extLst>
                    <a:ext uri="{FF2B5EF4-FFF2-40B4-BE49-F238E27FC236}">
                      <a16:creationId xmlns:a16="http://schemas.microsoft.com/office/drawing/2014/main" id="{F8E91583-9193-46C1-BC09-DA89B5EF6A63}"/>
                    </a:ext>
                  </a:extLst>
                </p14:cNvPr>
                <p14:cNvContentPartPr/>
                <p14:nvPr/>
              </p14:nvContentPartPr>
              <p14:xfrm>
                <a:off x="1059831" y="2709683"/>
                <a:ext cx="376200" cy="28440"/>
              </p14:xfrm>
            </p:contentPart>
          </mc:Choice>
          <mc:Fallback xmlns="">
            <p:pic>
              <p:nvPicPr>
                <p:cNvPr id="163" name="Ink 162">
                  <a:extLst>
                    <a:ext uri="{FF2B5EF4-FFF2-40B4-BE49-F238E27FC236}">
                      <a16:creationId xmlns:a16="http://schemas.microsoft.com/office/drawing/2014/main" id="{F8E91583-9193-46C1-BC09-DA89B5EF6A63}"/>
                    </a:ext>
                  </a:extLst>
                </p:cNvPr>
                <p:cNvPicPr/>
                <p:nvPr/>
              </p:nvPicPr>
              <p:blipFill>
                <a:blip r:embed="rId245"/>
                <a:stretch>
                  <a:fillRect/>
                </a:stretch>
              </p:blipFill>
              <p:spPr>
                <a:xfrm>
                  <a:off x="1051191" y="2701043"/>
                  <a:ext cx="39384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64" name="Ink 163">
                  <a:extLst>
                    <a:ext uri="{FF2B5EF4-FFF2-40B4-BE49-F238E27FC236}">
                      <a16:creationId xmlns:a16="http://schemas.microsoft.com/office/drawing/2014/main" id="{7A11B3DD-721F-40C6-939F-2A148B8D6C8F}"/>
                    </a:ext>
                  </a:extLst>
                </p14:cNvPr>
                <p14:cNvContentPartPr/>
                <p14:nvPr/>
              </p14:nvContentPartPr>
              <p14:xfrm>
                <a:off x="1599471" y="2705723"/>
                <a:ext cx="3240" cy="4320"/>
              </p14:xfrm>
            </p:contentPart>
          </mc:Choice>
          <mc:Fallback xmlns="">
            <p:pic>
              <p:nvPicPr>
                <p:cNvPr id="164" name="Ink 163">
                  <a:extLst>
                    <a:ext uri="{FF2B5EF4-FFF2-40B4-BE49-F238E27FC236}">
                      <a16:creationId xmlns:a16="http://schemas.microsoft.com/office/drawing/2014/main" id="{7A11B3DD-721F-40C6-939F-2A148B8D6C8F}"/>
                    </a:ext>
                  </a:extLst>
                </p:cNvPr>
                <p:cNvPicPr/>
                <p:nvPr/>
              </p:nvPicPr>
              <p:blipFill>
                <a:blip r:embed="rId247"/>
                <a:stretch>
                  <a:fillRect/>
                </a:stretch>
              </p:blipFill>
              <p:spPr>
                <a:xfrm>
                  <a:off x="1590831" y="2697083"/>
                  <a:ext cx="2088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166" name="Ink 165">
                  <a:extLst>
                    <a:ext uri="{FF2B5EF4-FFF2-40B4-BE49-F238E27FC236}">
                      <a16:creationId xmlns:a16="http://schemas.microsoft.com/office/drawing/2014/main" id="{BEB55BB2-5101-4D79-9AA0-6CC420505683}"/>
                    </a:ext>
                  </a:extLst>
                </p14:cNvPr>
                <p14:cNvContentPartPr/>
                <p14:nvPr/>
              </p14:nvContentPartPr>
              <p14:xfrm>
                <a:off x="415791" y="4253723"/>
                <a:ext cx="403560" cy="25560"/>
              </p14:xfrm>
            </p:contentPart>
          </mc:Choice>
          <mc:Fallback xmlns="">
            <p:pic>
              <p:nvPicPr>
                <p:cNvPr id="166" name="Ink 165">
                  <a:extLst>
                    <a:ext uri="{FF2B5EF4-FFF2-40B4-BE49-F238E27FC236}">
                      <a16:creationId xmlns:a16="http://schemas.microsoft.com/office/drawing/2014/main" id="{BEB55BB2-5101-4D79-9AA0-6CC420505683}"/>
                    </a:ext>
                  </a:extLst>
                </p:cNvPr>
                <p:cNvPicPr/>
                <p:nvPr/>
              </p:nvPicPr>
              <p:blipFill>
                <a:blip r:embed="rId249"/>
                <a:stretch>
                  <a:fillRect/>
                </a:stretch>
              </p:blipFill>
              <p:spPr>
                <a:xfrm>
                  <a:off x="406791" y="4244723"/>
                  <a:ext cx="421200" cy="4320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167" name="Ink 166">
                  <a:extLst>
                    <a:ext uri="{FF2B5EF4-FFF2-40B4-BE49-F238E27FC236}">
                      <a16:creationId xmlns:a16="http://schemas.microsoft.com/office/drawing/2014/main" id="{537C0A5D-2CD7-49BA-BD6A-A55C5AB844A3}"/>
                    </a:ext>
                  </a:extLst>
                </p14:cNvPr>
                <p14:cNvContentPartPr/>
                <p14:nvPr/>
              </p14:nvContentPartPr>
              <p14:xfrm>
                <a:off x="884871" y="4256243"/>
                <a:ext cx="311040" cy="10440"/>
              </p14:xfrm>
            </p:contentPart>
          </mc:Choice>
          <mc:Fallback xmlns="">
            <p:pic>
              <p:nvPicPr>
                <p:cNvPr id="167" name="Ink 166">
                  <a:extLst>
                    <a:ext uri="{FF2B5EF4-FFF2-40B4-BE49-F238E27FC236}">
                      <a16:creationId xmlns:a16="http://schemas.microsoft.com/office/drawing/2014/main" id="{537C0A5D-2CD7-49BA-BD6A-A55C5AB844A3}"/>
                    </a:ext>
                  </a:extLst>
                </p:cNvPr>
                <p:cNvPicPr/>
                <p:nvPr/>
              </p:nvPicPr>
              <p:blipFill>
                <a:blip r:embed="rId251"/>
                <a:stretch>
                  <a:fillRect/>
                </a:stretch>
              </p:blipFill>
              <p:spPr>
                <a:xfrm>
                  <a:off x="876231" y="4247603"/>
                  <a:ext cx="32868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168" name="Ink 167">
                  <a:extLst>
                    <a:ext uri="{FF2B5EF4-FFF2-40B4-BE49-F238E27FC236}">
                      <a16:creationId xmlns:a16="http://schemas.microsoft.com/office/drawing/2014/main" id="{3E1BF861-E868-402B-B75E-3BC78B0CAF76}"/>
                    </a:ext>
                  </a:extLst>
                </p14:cNvPr>
                <p14:cNvContentPartPr/>
                <p14:nvPr/>
              </p14:nvContentPartPr>
              <p14:xfrm>
                <a:off x="1345311" y="4260203"/>
                <a:ext cx="303480" cy="11160"/>
              </p14:xfrm>
            </p:contentPart>
          </mc:Choice>
          <mc:Fallback xmlns="">
            <p:pic>
              <p:nvPicPr>
                <p:cNvPr id="168" name="Ink 167">
                  <a:extLst>
                    <a:ext uri="{FF2B5EF4-FFF2-40B4-BE49-F238E27FC236}">
                      <a16:creationId xmlns:a16="http://schemas.microsoft.com/office/drawing/2014/main" id="{3E1BF861-E868-402B-B75E-3BC78B0CAF76}"/>
                    </a:ext>
                  </a:extLst>
                </p:cNvPr>
                <p:cNvPicPr/>
                <p:nvPr/>
              </p:nvPicPr>
              <p:blipFill>
                <a:blip r:embed="rId253"/>
                <a:stretch>
                  <a:fillRect/>
                </a:stretch>
              </p:blipFill>
              <p:spPr>
                <a:xfrm>
                  <a:off x="1336311" y="4251563"/>
                  <a:ext cx="32112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169" name="Ink 168">
                  <a:extLst>
                    <a:ext uri="{FF2B5EF4-FFF2-40B4-BE49-F238E27FC236}">
                      <a16:creationId xmlns:a16="http://schemas.microsoft.com/office/drawing/2014/main" id="{38B3BCE0-D97B-4895-9B0D-348F642AC4BA}"/>
                    </a:ext>
                  </a:extLst>
                </p14:cNvPr>
                <p14:cNvContentPartPr/>
                <p14:nvPr/>
              </p14:nvContentPartPr>
              <p14:xfrm>
                <a:off x="1689111" y="4221683"/>
                <a:ext cx="144360" cy="33840"/>
              </p14:xfrm>
            </p:contentPart>
          </mc:Choice>
          <mc:Fallback xmlns="">
            <p:pic>
              <p:nvPicPr>
                <p:cNvPr id="169" name="Ink 168">
                  <a:extLst>
                    <a:ext uri="{FF2B5EF4-FFF2-40B4-BE49-F238E27FC236}">
                      <a16:creationId xmlns:a16="http://schemas.microsoft.com/office/drawing/2014/main" id="{38B3BCE0-D97B-4895-9B0D-348F642AC4BA}"/>
                    </a:ext>
                  </a:extLst>
                </p:cNvPr>
                <p:cNvPicPr/>
                <p:nvPr/>
              </p:nvPicPr>
              <p:blipFill>
                <a:blip r:embed="rId255"/>
                <a:stretch>
                  <a:fillRect/>
                </a:stretch>
              </p:blipFill>
              <p:spPr>
                <a:xfrm>
                  <a:off x="1680471" y="4212683"/>
                  <a:ext cx="162000" cy="5148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170" name="Ink 169">
                  <a:extLst>
                    <a:ext uri="{FF2B5EF4-FFF2-40B4-BE49-F238E27FC236}">
                      <a16:creationId xmlns:a16="http://schemas.microsoft.com/office/drawing/2014/main" id="{A1851E08-CE56-4C8B-90B5-DB16BD61A5F0}"/>
                    </a:ext>
                  </a:extLst>
                </p14:cNvPr>
                <p14:cNvContentPartPr/>
                <p14:nvPr/>
              </p14:nvContentPartPr>
              <p14:xfrm>
                <a:off x="1648431" y="2711123"/>
                <a:ext cx="360" cy="360"/>
              </p14:xfrm>
            </p:contentPart>
          </mc:Choice>
          <mc:Fallback xmlns="">
            <p:pic>
              <p:nvPicPr>
                <p:cNvPr id="170" name="Ink 169">
                  <a:extLst>
                    <a:ext uri="{FF2B5EF4-FFF2-40B4-BE49-F238E27FC236}">
                      <a16:creationId xmlns:a16="http://schemas.microsoft.com/office/drawing/2014/main" id="{A1851E08-CE56-4C8B-90B5-DB16BD61A5F0}"/>
                    </a:ext>
                  </a:extLst>
                </p:cNvPr>
                <p:cNvPicPr/>
                <p:nvPr/>
              </p:nvPicPr>
              <p:blipFill>
                <a:blip r:embed="rId106"/>
                <a:stretch>
                  <a:fillRect/>
                </a:stretch>
              </p:blipFill>
              <p:spPr>
                <a:xfrm>
                  <a:off x="1639791" y="270248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57">
              <p14:nvContentPartPr>
                <p14:cNvPr id="171" name="Ink 170">
                  <a:extLst>
                    <a:ext uri="{FF2B5EF4-FFF2-40B4-BE49-F238E27FC236}">
                      <a16:creationId xmlns:a16="http://schemas.microsoft.com/office/drawing/2014/main" id="{6A49FC66-BBA5-4F78-8B41-DB4362BC4772}"/>
                    </a:ext>
                  </a:extLst>
                </p14:cNvPr>
                <p14:cNvContentPartPr/>
                <p14:nvPr/>
              </p14:nvContentPartPr>
              <p14:xfrm>
                <a:off x="1662471" y="2768003"/>
                <a:ext cx="22680" cy="199080"/>
              </p14:xfrm>
            </p:contentPart>
          </mc:Choice>
          <mc:Fallback xmlns="">
            <p:pic>
              <p:nvPicPr>
                <p:cNvPr id="171" name="Ink 170">
                  <a:extLst>
                    <a:ext uri="{FF2B5EF4-FFF2-40B4-BE49-F238E27FC236}">
                      <a16:creationId xmlns:a16="http://schemas.microsoft.com/office/drawing/2014/main" id="{6A49FC66-BBA5-4F78-8B41-DB4362BC4772}"/>
                    </a:ext>
                  </a:extLst>
                </p:cNvPr>
                <p:cNvPicPr/>
                <p:nvPr/>
              </p:nvPicPr>
              <p:blipFill>
                <a:blip r:embed="rId258"/>
                <a:stretch>
                  <a:fillRect/>
                </a:stretch>
              </p:blipFill>
              <p:spPr>
                <a:xfrm>
                  <a:off x="1653831" y="2759003"/>
                  <a:ext cx="40320" cy="216720"/>
                </a:xfrm>
                <a:prstGeom prst="rect">
                  <a:avLst/>
                </a:prstGeom>
              </p:spPr>
            </p:pic>
          </mc:Fallback>
        </mc:AlternateContent>
        <mc:AlternateContent xmlns:mc="http://schemas.openxmlformats.org/markup-compatibility/2006" xmlns:p14="http://schemas.microsoft.com/office/powerpoint/2010/main">
          <mc:Choice Requires="p14">
            <p:contentPart p14:bwMode="auto" r:id="rId259">
              <p14:nvContentPartPr>
                <p14:cNvPr id="172" name="Ink 171">
                  <a:extLst>
                    <a:ext uri="{FF2B5EF4-FFF2-40B4-BE49-F238E27FC236}">
                      <a16:creationId xmlns:a16="http://schemas.microsoft.com/office/drawing/2014/main" id="{EF81DB50-9035-4A4C-BF19-4FB0E38F1F08}"/>
                    </a:ext>
                  </a:extLst>
                </p14:cNvPr>
                <p14:cNvContentPartPr/>
                <p14:nvPr/>
              </p14:nvContentPartPr>
              <p14:xfrm>
                <a:off x="1693791" y="3161843"/>
                <a:ext cx="39600" cy="195840"/>
              </p14:xfrm>
            </p:contentPart>
          </mc:Choice>
          <mc:Fallback xmlns="">
            <p:pic>
              <p:nvPicPr>
                <p:cNvPr id="172" name="Ink 171">
                  <a:extLst>
                    <a:ext uri="{FF2B5EF4-FFF2-40B4-BE49-F238E27FC236}">
                      <a16:creationId xmlns:a16="http://schemas.microsoft.com/office/drawing/2014/main" id="{EF81DB50-9035-4A4C-BF19-4FB0E38F1F08}"/>
                    </a:ext>
                  </a:extLst>
                </p:cNvPr>
                <p:cNvPicPr/>
                <p:nvPr/>
              </p:nvPicPr>
              <p:blipFill>
                <a:blip r:embed="rId260"/>
                <a:stretch>
                  <a:fillRect/>
                </a:stretch>
              </p:blipFill>
              <p:spPr>
                <a:xfrm>
                  <a:off x="1684791" y="3153203"/>
                  <a:ext cx="57240" cy="213480"/>
                </a:xfrm>
                <a:prstGeom prst="rect">
                  <a:avLst/>
                </a:prstGeom>
              </p:spPr>
            </p:pic>
          </mc:Fallback>
        </mc:AlternateContent>
        <mc:AlternateContent xmlns:mc="http://schemas.openxmlformats.org/markup-compatibility/2006" xmlns:p14="http://schemas.microsoft.com/office/powerpoint/2010/main">
          <mc:Choice Requires="p14">
            <p:contentPart p14:bwMode="auto" r:id="rId261">
              <p14:nvContentPartPr>
                <p14:cNvPr id="173" name="Ink 172">
                  <a:extLst>
                    <a:ext uri="{FF2B5EF4-FFF2-40B4-BE49-F238E27FC236}">
                      <a16:creationId xmlns:a16="http://schemas.microsoft.com/office/drawing/2014/main" id="{DBD92AB8-64FB-4ED4-9DFA-1D36E3D55554}"/>
                    </a:ext>
                  </a:extLst>
                </p14:cNvPr>
                <p14:cNvContentPartPr/>
                <p14:nvPr/>
              </p14:nvContentPartPr>
              <p14:xfrm>
                <a:off x="1747791" y="3446243"/>
                <a:ext cx="36000" cy="313920"/>
              </p14:xfrm>
            </p:contentPart>
          </mc:Choice>
          <mc:Fallback xmlns="">
            <p:pic>
              <p:nvPicPr>
                <p:cNvPr id="173" name="Ink 172">
                  <a:extLst>
                    <a:ext uri="{FF2B5EF4-FFF2-40B4-BE49-F238E27FC236}">
                      <a16:creationId xmlns:a16="http://schemas.microsoft.com/office/drawing/2014/main" id="{DBD92AB8-64FB-4ED4-9DFA-1D36E3D55554}"/>
                    </a:ext>
                  </a:extLst>
                </p:cNvPr>
                <p:cNvPicPr/>
                <p:nvPr/>
              </p:nvPicPr>
              <p:blipFill>
                <a:blip r:embed="rId262"/>
                <a:stretch>
                  <a:fillRect/>
                </a:stretch>
              </p:blipFill>
              <p:spPr>
                <a:xfrm>
                  <a:off x="1739151" y="3437243"/>
                  <a:ext cx="53640" cy="331560"/>
                </a:xfrm>
                <a:prstGeom prst="rect">
                  <a:avLst/>
                </a:prstGeom>
              </p:spPr>
            </p:pic>
          </mc:Fallback>
        </mc:AlternateContent>
        <mc:AlternateContent xmlns:mc="http://schemas.openxmlformats.org/markup-compatibility/2006" xmlns:p14="http://schemas.microsoft.com/office/powerpoint/2010/main">
          <mc:Choice Requires="p14">
            <p:contentPart p14:bwMode="auto" r:id="rId263">
              <p14:nvContentPartPr>
                <p14:cNvPr id="174" name="Ink 173">
                  <a:extLst>
                    <a:ext uri="{FF2B5EF4-FFF2-40B4-BE49-F238E27FC236}">
                      <a16:creationId xmlns:a16="http://schemas.microsoft.com/office/drawing/2014/main" id="{58F79E80-9951-4619-9877-1FC78B059311}"/>
                    </a:ext>
                  </a:extLst>
                </p14:cNvPr>
                <p14:cNvContentPartPr/>
                <p14:nvPr/>
              </p14:nvContentPartPr>
              <p14:xfrm>
                <a:off x="1794591" y="3872123"/>
                <a:ext cx="30600" cy="213840"/>
              </p14:xfrm>
            </p:contentPart>
          </mc:Choice>
          <mc:Fallback xmlns="">
            <p:pic>
              <p:nvPicPr>
                <p:cNvPr id="174" name="Ink 173">
                  <a:extLst>
                    <a:ext uri="{FF2B5EF4-FFF2-40B4-BE49-F238E27FC236}">
                      <a16:creationId xmlns:a16="http://schemas.microsoft.com/office/drawing/2014/main" id="{58F79E80-9951-4619-9877-1FC78B059311}"/>
                    </a:ext>
                  </a:extLst>
                </p:cNvPr>
                <p:cNvPicPr/>
                <p:nvPr/>
              </p:nvPicPr>
              <p:blipFill>
                <a:blip r:embed="rId264"/>
                <a:stretch>
                  <a:fillRect/>
                </a:stretch>
              </p:blipFill>
              <p:spPr>
                <a:xfrm>
                  <a:off x="1785591" y="3863483"/>
                  <a:ext cx="48240" cy="231480"/>
                </a:xfrm>
                <a:prstGeom prst="rect">
                  <a:avLst/>
                </a:prstGeom>
              </p:spPr>
            </p:pic>
          </mc:Fallback>
        </mc:AlternateContent>
        <mc:AlternateContent xmlns:mc="http://schemas.openxmlformats.org/markup-compatibility/2006" xmlns:p14="http://schemas.microsoft.com/office/powerpoint/2010/main">
          <mc:Choice Requires="p14">
            <p:contentPart p14:bwMode="auto" r:id="rId265">
              <p14:nvContentPartPr>
                <p14:cNvPr id="175" name="Ink 174">
                  <a:extLst>
                    <a:ext uri="{FF2B5EF4-FFF2-40B4-BE49-F238E27FC236}">
                      <a16:creationId xmlns:a16="http://schemas.microsoft.com/office/drawing/2014/main" id="{7FF0A269-9799-4118-8F2D-37BD2BBC21AE}"/>
                    </a:ext>
                  </a:extLst>
                </p14:cNvPr>
                <p14:cNvContentPartPr/>
                <p14:nvPr/>
              </p14:nvContentPartPr>
              <p14:xfrm>
                <a:off x="1835271" y="4167683"/>
                <a:ext cx="20520" cy="60480"/>
              </p14:xfrm>
            </p:contentPart>
          </mc:Choice>
          <mc:Fallback xmlns="">
            <p:pic>
              <p:nvPicPr>
                <p:cNvPr id="175" name="Ink 174">
                  <a:extLst>
                    <a:ext uri="{FF2B5EF4-FFF2-40B4-BE49-F238E27FC236}">
                      <a16:creationId xmlns:a16="http://schemas.microsoft.com/office/drawing/2014/main" id="{7FF0A269-9799-4118-8F2D-37BD2BBC21AE}"/>
                    </a:ext>
                  </a:extLst>
                </p:cNvPr>
                <p:cNvPicPr/>
                <p:nvPr/>
              </p:nvPicPr>
              <p:blipFill>
                <a:blip r:embed="rId266"/>
                <a:stretch>
                  <a:fillRect/>
                </a:stretch>
              </p:blipFill>
              <p:spPr>
                <a:xfrm>
                  <a:off x="1826631" y="4158683"/>
                  <a:ext cx="38160" cy="78120"/>
                </a:xfrm>
                <a:prstGeom prst="rect">
                  <a:avLst/>
                </a:prstGeom>
              </p:spPr>
            </p:pic>
          </mc:Fallback>
        </mc:AlternateContent>
        <mc:AlternateContent xmlns:mc="http://schemas.openxmlformats.org/markup-compatibility/2006" xmlns:p14="http://schemas.microsoft.com/office/powerpoint/2010/main">
          <mc:Choice Requires="p14">
            <p:contentPart p14:bwMode="auto" r:id="rId267">
              <p14:nvContentPartPr>
                <p14:cNvPr id="176" name="Ink 175">
                  <a:extLst>
                    <a:ext uri="{FF2B5EF4-FFF2-40B4-BE49-F238E27FC236}">
                      <a16:creationId xmlns:a16="http://schemas.microsoft.com/office/drawing/2014/main" id="{032A2EA4-9738-4C74-A3BC-8AA2D114F9C4}"/>
                    </a:ext>
                  </a:extLst>
                </p14:cNvPr>
                <p14:cNvContentPartPr/>
                <p14:nvPr/>
              </p14:nvContentPartPr>
              <p14:xfrm>
                <a:off x="343071" y="4469003"/>
                <a:ext cx="7920" cy="16200"/>
              </p14:xfrm>
            </p:contentPart>
          </mc:Choice>
          <mc:Fallback xmlns="">
            <p:pic>
              <p:nvPicPr>
                <p:cNvPr id="176" name="Ink 175">
                  <a:extLst>
                    <a:ext uri="{FF2B5EF4-FFF2-40B4-BE49-F238E27FC236}">
                      <a16:creationId xmlns:a16="http://schemas.microsoft.com/office/drawing/2014/main" id="{032A2EA4-9738-4C74-A3BC-8AA2D114F9C4}"/>
                    </a:ext>
                  </a:extLst>
                </p:cNvPr>
                <p:cNvPicPr/>
                <p:nvPr/>
              </p:nvPicPr>
              <p:blipFill>
                <a:blip r:embed="rId268"/>
                <a:stretch>
                  <a:fillRect/>
                </a:stretch>
              </p:blipFill>
              <p:spPr>
                <a:xfrm>
                  <a:off x="334071" y="4460363"/>
                  <a:ext cx="25560" cy="33840"/>
                </a:xfrm>
                <a:prstGeom prst="rect">
                  <a:avLst/>
                </a:prstGeom>
              </p:spPr>
            </p:pic>
          </mc:Fallback>
        </mc:AlternateContent>
        <mc:AlternateContent xmlns:mc="http://schemas.openxmlformats.org/markup-compatibility/2006" xmlns:p14="http://schemas.microsoft.com/office/powerpoint/2010/main">
          <mc:Choice Requires="p14">
            <p:contentPart p14:bwMode="auto" r:id="rId269">
              <p14:nvContentPartPr>
                <p14:cNvPr id="177" name="Ink 176">
                  <a:extLst>
                    <a:ext uri="{FF2B5EF4-FFF2-40B4-BE49-F238E27FC236}">
                      <a16:creationId xmlns:a16="http://schemas.microsoft.com/office/drawing/2014/main" id="{270D8E97-037D-43BB-8564-77E23B03409D}"/>
                    </a:ext>
                  </a:extLst>
                </p14:cNvPr>
                <p14:cNvContentPartPr/>
                <p14:nvPr/>
              </p14:nvContentPartPr>
              <p14:xfrm>
                <a:off x="351711" y="4551083"/>
                <a:ext cx="20520" cy="321840"/>
              </p14:xfrm>
            </p:contentPart>
          </mc:Choice>
          <mc:Fallback xmlns="">
            <p:pic>
              <p:nvPicPr>
                <p:cNvPr id="177" name="Ink 176">
                  <a:extLst>
                    <a:ext uri="{FF2B5EF4-FFF2-40B4-BE49-F238E27FC236}">
                      <a16:creationId xmlns:a16="http://schemas.microsoft.com/office/drawing/2014/main" id="{270D8E97-037D-43BB-8564-77E23B03409D}"/>
                    </a:ext>
                  </a:extLst>
                </p:cNvPr>
                <p:cNvPicPr/>
                <p:nvPr/>
              </p:nvPicPr>
              <p:blipFill>
                <a:blip r:embed="rId270"/>
                <a:stretch>
                  <a:fillRect/>
                </a:stretch>
              </p:blipFill>
              <p:spPr>
                <a:xfrm>
                  <a:off x="343071" y="4542083"/>
                  <a:ext cx="38160" cy="339480"/>
                </a:xfrm>
                <a:prstGeom prst="rect">
                  <a:avLst/>
                </a:prstGeom>
              </p:spPr>
            </p:pic>
          </mc:Fallback>
        </mc:AlternateContent>
        <mc:AlternateContent xmlns:mc="http://schemas.openxmlformats.org/markup-compatibility/2006" xmlns:p14="http://schemas.microsoft.com/office/powerpoint/2010/main">
          <mc:Choice Requires="p14">
            <p:contentPart p14:bwMode="auto" r:id="rId271">
              <p14:nvContentPartPr>
                <p14:cNvPr id="178" name="Ink 177">
                  <a:extLst>
                    <a:ext uri="{FF2B5EF4-FFF2-40B4-BE49-F238E27FC236}">
                      <a16:creationId xmlns:a16="http://schemas.microsoft.com/office/drawing/2014/main" id="{B1275CFA-BA13-4C80-86A9-B04B24CC1694}"/>
                    </a:ext>
                  </a:extLst>
                </p14:cNvPr>
                <p14:cNvContentPartPr/>
                <p14:nvPr/>
              </p14:nvContentPartPr>
              <p14:xfrm>
                <a:off x="366831" y="5055083"/>
                <a:ext cx="7920" cy="58320"/>
              </p14:xfrm>
            </p:contentPart>
          </mc:Choice>
          <mc:Fallback xmlns="">
            <p:pic>
              <p:nvPicPr>
                <p:cNvPr id="178" name="Ink 177">
                  <a:extLst>
                    <a:ext uri="{FF2B5EF4-FFF2-40B4-BE49-F238E27FC236}">
                      <a16:creationId xmlns:a16="http://schemas.microsoft.com/office/drawing/2014/main" id="{B1275CFA-BA13-4C80-86A9-B04B24CC1694}"/>
                    </a:ext>
                  </a:extLst>
                </p:cNvPr>
                <p:cNvPicPr/>
                <p:nvPr/>
              </p:nvPicPr>
              <p:blipFill>
                <a:blip r:embed="rId272"/>
                <a:stretch>
                  <a:fillRect/>
                </a:stretch>
              </p:blipFill>
              <p:spPr>
                <a:xfrm>
                  <a:off x="357831" y="5046443"/>
                  <a:ext cx="25560" cy="75960"/>
                </a:xfrm>
                <a:prstGeom prst="rect">
                  <a:avLst/>
                </a:prstGeom>
              </p:spPr>
            </p:pic>
          </mc:Fallback>
        </mc:AlternateContent>
        <mc:AlternateContent xmlns:mc="http://schemas.openxmlformats.org/markup-compatibility/2006" xmlns:p14="http://schemas.microsoft.com/office/powerpoint/2010/main">
          <mc:Choice Requires="p14">
            <p:contentPart p14:bwMode="auto" r:id="rId273">
              <p14:nvContentPartPr>
                <p14:cNvPr id="179" name="Ink 178">
                  <a:extLst>
                    <a:ext uri="{FF2B5EF4-FFF2-40B4-BE49-F238E27FC236}">
                      <a16:creationId xmlns:a16="http://schemas.microsoft.com/office/drawing/2014/main" id="{16AE570A-C2CF-4A4A-AC38-1BF70D6A3E17}"/>
                    </a:ext>
                  </a:extLst>
                </p14:cNvPr>
                <p14:cNvContentPartPr/>
                <p14:nvPr/>
              </p14:nvContentPartPr>
              <p14:xfrm>
                <a:off x="378711" y="5300603"/>
                <a:ext cx="11520" cy="69840"/>
              </p14:xfrm>
            </p:contentPart>
          </mc:Choice>
          <mc:Fallback xmlns="">
            <p:pic>
              <p:nvPicPr>
                <p:cNvPr id="179" name="Ink 178">
                  <a:extLst>
                    <a:ext uri="{FF2B5EF4-FFF2-40B4-BE49-F238E27FC236}">
                      <a16:creationId xmlns:a16="http://schemas.microsoft.com/office/drawing/2014/main" id="{16AE570A-C2CF-4A4A-AC38-1BF70D6A3E17}"/>
                    </a:ext>
                  </a:extLst>
                </p:cNvPr>
                <p:cNvPicPr/>
                <p:nvPr/>
              </p:nvPicPr>
              <p:blipFill>
                <a:blip r:embed="rId274"/>
                <a:stretch>
                  <a:fillRect/>
                </a:stretch>
              </p:blipFill>
              <p:spPr>
                <a:xfrm>
                  <a:off x="369711" y="5291963"/>
                  <a:ext cx="29160" cy="87480"/>
                </a:xfrm>
                <a:prstGeom prst="rect">
                  <a:avLst/>
                </a:prstGeom>
              </p:spPr>
            </p:pic>
          </mc:Fallback>
        </mc:AlternateContent>
        <mc:AlternateContent xmlns:mc="http://schemas.openxmlformats.org/markup-compatibility/2006" xmlns:p14="http://schemas.microsoft.com/office/powerpoint/2010/main">
          <mc:Choice Requires="p14">
            <p:contentPart p14:bwMode="auto" r:id="rId275">
              <p14:nvContentPartPr>
                <p14:cNvPr id="180" name="Ink 179">
                  <a:extLst>
                    <a:ext uri="{FF2B5EF4-FFF2-40B4-BE49-F238E27FC236}">
                      <a16:creationId xmlns:a16="http://schemas.microsoft.com/office/drawing/2014/main" id="{6C140BFF-E1AF-49DD-B794-E16B793AC1A3}"/>
                    </a:ext>
                  </a:extLst>
                </p14:cNvPr>
                <p14:cNvContentPartPr/>
                <p14:nvPr/>
              </p14:nvContentPartPr>
              <p14:xfrm>
                <a:off x="372591" y="4398443"/>
                <a:ext cx="36000" cy="23040"/>
              </p14:xfrm>
            </p:contentPart>
          </mc:Choice>
          <mc:Fallback xmlns="">
            <p:pic>
              <p:nvPicPr>
                <p:cNvPr id="180" name="Ink 179">
                  <a:extLst>
                    <a:ext uri="{FF2B5EF4-FFF2-40B4-BE49-F238E27FC236}">
                      <a16:creationId xmlns:a16="http://schemas.microsoft.com/office/drawing/2014/main" id="{6C140BFF-E1AF-49DD-B794-E16B793AC1A3}"/>
                    </a:ext>
                  </a:extLst>
                </p:cNvPr>
                <p:cNvPicPr/>
                <p:nvPr/>
              </p:nvPicPr>
              <p:blipFill>
                <a:blip r:embed="rId276"/>
                <a:stretch>
                  <a:fillRect/>
                </a:stretch>
              </p:blipFill>
              <p:spPr>
                <a:xfrm>
                  <a:off x="363951" y="4389443"/>
                  <a:ext cx="53640" cy="40680"/>
                </a:xfrm>
                <a:prstGeom prst="rect">
                  <a:avLst/>
                </a:prstGeom>
              </p:spPr>
            </p:pic>
          </mc:Fallback>
        </mc:AlternateContent>
        <mc:AlternateContent xmlns:mc="http://schemas.openxmlformats.org/markup-compatibility/2006" xmlns:p14="http://schemas.microsoft.com/office/powerpoint/2010/main">
          <mc:Choice Requires="p14">
            <p:contentPart p14:bwMode="auto" r:id="rId277">
              <p14:nvContentPartPr>
                <p14:cNvPr id="181" name="Ink 180">
                  <a:extLst>
                    <a:ext uri="{FF2B5EF4-FFF2-40B4-BE49-F238E27FC236}">
                      <a16:creationId xmlns:a16="http://schemas.microsoft.com/office/drawing/2014/main" id="{4DAF165B-44B7-435F-AAFA-FEBF897D830C}"/>
                    </a:ext>
                  </a:extLst>
                </p14:cNvPr>
                <p14:cNvContentPartPr/>
                <p14:nvPr/>
              </p14:nvContentPartPr>
              <p14:xfrm>
                <a:off x="463671" y="4371083"/>
                <a:ext cx="239040" cy="21600"/>
              </p14:xfrm>
            </p:contentPart>
          </mc:Choice>
          <mc:Fallback xmlns="">
            <p:pic>
              <p:nvPicPr>
                <p:cNvPr id="181" name="Ink 180">
                  <a:extLst>
                    <a:ext uri="{FF2B5EF4-FFF2-40B4-BE49-F238E27FC236}">
                      <a16:creationId xmlns:a16="http://schemas.microsoft.com/office/drawing/2014/main" id="{4DAF165B-44B7-435F-AAFA-FEBF897D830C}"/>
                    </a:ext>
                  </a:extLst>
                </p:cNvPr>
                <p:cNvPicPr/>
                <p:nvPr/>
              </p:nvPicPr>
              <p:blipFill>
                <a:blip r:embed="rId278"/>
                <a:stretch>
                  <a:fillRect/>
                </a:stretch>
              </p:blipFill>
              <p:spPr>
                <a:xfrm>
                  <a:off x="455031" y="4362083"/>
                  <a:ext cx="25668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279">
              <p14:nvContentPartPr>
                <p14:cNvPr id="182" name="Ink 181">
                  <a:extLst>
                    <a:ext uri="{FF2B5EF4-FFF2-40B4-BE49-F238E27FC236}">
                      <a16:creationId xmlns:a16="http://schemas.microsoft.com/office/drawing/2014/main" id="{A1AD9AC5-A34E-46B9-9DA8-579BC60D61ED}"/>
                    </a:ext>
                  </a:extLst>
                </p14:cNvPr>
                <p14:cNvContentPartPr/>
                <p14:nvPr/>
              </p14:nvContentPartPr>
              <p14:xfrm>
                <a:off x="794511" y="4345163"/>
                <a:ext cx="293760" cy="29160"/>
              </p14:xfrm>
            </p:contentPart>
          </mc:Choice>
          <mc:Fallback xmlns="">
            <p:pic>
              <p:nvPicPr>
                <p:cNvPr id="182" name="Ink 181">
                  <a:extLst>
                    <a:ext uri="{FF2B5EF4-FFF2-40B4-BE49-F238E27FC236}">
                      <a16:creationId xmlns:a16="http://schemas.microsoft.com/office/drawing/2014/main" id="{A1AD9AC5-A34E-46B9-9DA8-579BC60D61ED}"/>
                    </a:ext>
                  </a:extLst>
                </p:cNvPr>
                <p:cNvPicPr/>
                <p:nvPr/>
              </p:nvPicPr>
              <p:blipFill>
                <a:blip r:embed="rId280"/>
                <a:stretch>
                  <a:fillRect/>
                </a:stretch>
              </p:blipFill>
              <p:spPr>
                <a:xfrm>
                  <a:off x="785511" y="4336163"/>
                  <a:ext cx="311400" cy="46800"/>
                </a:xfrm>
                <a:prstGeom prst="rect">
                  <a:avLst/>
                </a:prstGeom>
              </p:spPr>
            </p:pic>
          </mc:Fallback>
        </mc:AlternateContent>
        <mc:AlternateContent xmlns:mc="http://schemas.openxmlformats.org/markup-compatibility/2006" xmlns:p14="http://schemas.microsoft.com/office/powerpoint/2010/main">
          <mc:Choice Requires="p14">
            <p:contentPart p14:bwMode="auto" r:id="rId281">
              <p14:nvContentPartPr>
                <p14:cNvPr id="183" name="Ink 182">
                  <a:extLst>
                    <a:ext uri="{FF2B5EF4-FFF2-40B4-BE49-F238E27FC236}">
                      <a16:creationId xmlns:a16="http://schemas.microsoft.com/office/drawing/2014/main" id="{DDE7DA26-1050-4A41-A969-857F5D0ED07A}"/>
                    </a:ext>
                  </a:extLst>
                </p14:cNvPr>
                <p14:cNvContentPartPr/>
                <p14:nvPr/>
              </p14:nvContentPartPr>
              <p14:xfrm>
                <a:off x="1271151" y="4322483"/>
                <a:ext cx="436320" cy="7560"/>
              </p14:xfrm>
            </p:contentPart>
          </mc:Choice>
          <mc:Fallback xmlns="">
            <p:pic>
              <p:nvPicPr>
                <p:cNvPr id="183" name="Ink 182">
                  <a:extLst>
                    <a:ext uri="{FF2B5EF4-FFF2-40B4-BE49-F238E27FC236}">
                      <a16:creationId xmlns:a16="http://schemas.microsoft.com/office/drawing/2014/main" id="{DDE7DA26-1050-4A41-A969-857F5D0ED07A}"/>
                    </a:ext>
                  </a:extLst>
                </p:cNvPr>
                <p:cNvPicPr/>
                <p:nvPr/>
              </p:nvPicPr>
              <p:blipFill>
                <a:blip r:embed="rId282"/>
                <a:stretch>
                  <a:fillRect/>
                </a:stretch>
              </p:blipFill>
              <p:spPr>
                <a:xfrm>
                  <a:off x="1262151" y="4313483"/>
                  <a:ext cx="45396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283">
              <p14:nvContentPartPr>
                <p14:cNvPr id="184" name="Ink 183">
                  <a:extLst>
                    <a:ext uri="{FF2B5EF4-FFF2-40B4-BE49-F238E27FC236}">
                      <a16:creationId xmlns:a16="http://schemas.microsoft.com/office/drawing/2014/main" id="{030E8E60-7A32-4F8F-97BD-A0894C76D46D}"/>
                    </a:ext>
                  </a:extLst>
                </p14:cNvPr>
                <p14:cNvContentPartPr/>
                <p14:nvPr/>
              </p14:nvContentPartPr>
              <p14:xfrm>
                <a:off x="1734471" y="4313123"/>
                <a:ext cx="230040" cy="10440"/>
              </p14:xfrm>
            </p:contentPart>
          </mc:Choice>
          <mc:Fallback xmlns="">
            <p:pic>
              <p:nvPicPr>
                <p:cNvPr id="184" name="Ink 183">
                  <a:extLst>
                    <a:ext uri="{FF2B5EF4-FFF2-40B4-BE49-F238E27FC236}">
                      <a16:creationId xmlns:a16="http://schemas.microsoft.com/office/drawing/2014/main" id="{030E8E60-7A32-4F8F-97BD-A0894C76D46D}"/>
                    </a:ext>
                  </a:extLst>
                </p:cNvPr>
                <p:cNvPicPr/>
                <p:nvPr/>
              </p:nvPicPr>
              <p:blipFill>
                <a:blip r:embed="rId284"/>
                <a:stretch>
                  <a:fillRect/>
                </a:stretch>
              </p:blipFill>
              <p:spPr>
                <a:xfrm>
                  <a:off x="1725831" y="4304123"/>
                  <a:ext cx="24768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285">
              <p14:nvContentPartPr>
                <p14:cNvPr id="185" name="Ink 184">
                  <a:extLst>
                    <a:ext uri="{FF2B5EF4-FFF2-40B4-BE49-F238E27FC236}">
                      <a16:creationId xmlns:a16="http://schemas.microsoft.com/office/drawing/2014/main" id="{BDE59F66-3D3F-40CC-8B75-28E3610E6E15}"/>
                    </a:ext>
                  </a:extLst>
                </p14:cNvPr>
                <p14:cNvContentPartPr/>
                <p14:nvPr/>
              </p14:nvContentPartPr>
              <p14:xfrm>
                <a:off x="1930311" y="4314203"/>
                <a:ext cx="8640" cy="91080"/>
              </p14:xfrm>
            </p:contentPart>
          </mc:Choice>
          <mc:Fallback xmlns="">
            <p:pic>
              <p:nvPicPr>
                <p:cNvPr id="185" name="Ink 184">
                  <a:extLst>
                    <a:ext uri="{FF2B5EF4-FFF2-40B4-BE49-F238E27FC236}">
                      <a16:creationId xmlns:a16="http://schemas.microsoft.com/office/drawing/2014/main" id="{BDE59F66-3D3F-40CC-8B75-28E3610E6E15}"/>
                    </a:ext>
                  </a:extLst>
                </p:cNvPr>
                <p:cNvPicPr/>
                <p:nvPr/>
              </p:nvPicPr>
              <p:blipFill>
                <a:blip r:embed="rId286"/>
                <a:stretch>
                  <a:fillRect/>
                </a:stretch>
              </p:blipFill>
              <p:spPr>
                <a:xfrm>
                  <a:off x="1921311" y="4305563"/>
                  <a:ext cx="26280" cy="108720"/>
                </a:xfrm>
                <a:prstGeom prst="rect">
                  <a:avLst/>
                </a:prstGeom>
              </p:spPr>
            </p:pic>
          </mc:Fallback>
        </mc:AlternateContent>
        <mc:AlternateContent xmlns:mc="http://schemas.openxmlformats.org/markup-compatibility/2006" xmlns:p14="http://schemas.microsoft.com/office/powerpoint/2010/main">
          <mc:Choice Requires="p14">
            <p:contentPart p14:bwMode="auto" r:id="rId287">
              <p14:nvContentPartPr>
                <p14:cNvPr id="186" name="Ink 185">
                  <a:extLst>
                    <a:ext uri="{FF2B5EF4-FFF2-40B4-BE49-F238E27FC236}">
                      <a16:creationId xmlns:a16="http://schemas.microsoft.com/office/drawing/2014/main" id="{6873D613-BF95-4D61-BEEB-5BA60A7C15F9}"/>
                    </a:ext>
                  </a:extLst>
                </p14:cNvPr>
                <p14:cNvContentPartPr/>
                <p14:nvPr/>
              </p14:nvContentPartPr>
              <p14:xfrm>
                <a:off x="1933911" y="4476923"/>
                <a:ext cx="38160" cy="561960"/>
              </p14:xfrm>
            </p:contentPart>
          </mc:Choice>
          <mc:Fallback xmlns="">
            <p:pic>
              <p:nvPicPr>
                <p:cNvPr id="186" name="Ink 185">
                  <a:extLst>
                    <a:ext uri="{FF2B5EF4-FFF2-40B4-BE49-F238E27FC236}">
                      <a16:creationId xmlns:a16="http://schemas.microsoft.com/office/drawing/2014/main" id="{6873D613-BF95-4D61-BEEB-5BA60A7C15F9}"/>
                    </a:ext>
                  </a:extLst>
                </p:cNvPr>
                <p:cNvPicPr/>
                <p:nvPr/>
              </p:nvPicPr>
              <p:blipFill>
                <a:blip r:embed="rId288"/>
                <a:stretch>
                  <a:fillRect/>
                </a:stretch>
              </p:blipFill>
              <p:spPr>
                <a:xfrm>
                  <a:off x="1924911" y="4468283"/>
                  <a:ext cx="55800" cy="579600"/>
                </a:xfrm>
                <a:prstGeom prst="rect">
                  <a:avLst/>
                </a:prstGeom>
              </p:spPr>
            </p:pic>
          </mc:Fallback>
        </mc:AlternateContent>
        <mc:AlternateContent xmlns:mc="http://schemas.openxmlformats.org/markup-compatibility/2006" xmlns:p14="http://schemas.microsoft.com/office/powerpoint/2010/main">
          <mc:Choice Requires="p14">
            <p:contentPart p14:bwMode="auto" r:id="rId289">
              <p14:nvContentPartPr>
                <p14:cNvPr id="187" name="Ink 186">
                  <a:extLst>
                    <a:ext uri="{FF2B5EF4-FFF2-40B4-BE49-F238E27FC236}">
                      <a16:creationId xmlns:a16="http://schemas.microsoft.com/office/drawing/2014/main" id="{A5ECE5BB-0666-46D9-83EB-EAC0127884F0}"/>
                    </a:ext>
                  </a:extLst>
                </p14:cNvPr>
                <p14:cNvContentPartPr/>
                <p14:nvPr/>
              </p14:nvContentPartPr>
              <p14:xfrm>
                <a:off x="1982151" y="5099723"/>
                <a:ext cx="20520" cy="206280"/>
              </p14:xfrm>
            </p:contentPart>
          </mc:Choice>
          <mc:Fallback xmlns="">
            <p:pic>
              <p:nvPicPr>
                <p:cNvPr id="187" name="Ink 186">
                  <a:extLst>
                    <a:ext uri="{FF2B5EF4-FFF2-40B4-BE49-F238E27FC236}">
                      <a16:creationId xmlns:a16="http://schemas.microsoft.com/office/drawing/2014/main" id="{A5ECE5BB-0666-46D9-83EB-EAC0127884F0}"/>
                    </a:ext>
                  </a:extLst>
                </p:cNvPr>
                <p:cNvPicPr/>
                <p:nvPr/>
              </p:nvPicPr>
              <p:blipFill>
                <a:blip r:embed="rId290"/>
                <a:stretch>
                  <a:fillRect/>
                </a:stretch>
              </p:blipFill>
              <p:spPr>
                <a:xfrm>
                  <a:off x="1973151" y="5091083"/>
                  <a:ext cx="38160" cy="223920"/>
                </a:xfrm>
                <a:prstGeom prst="rect">
                  <a:avLst/>
                </a:prstGeom>
              </p:spPr>
            </p:pic>
          </mc:Fallback>
        </mc:AlternateContent>
        <mc:AlternateContent xmlns:mc="http://schemas.openxmlformats.org/markup-compatibility/2006" xmlns:p14="http://schemas.microsoft.com/office/powerpoint/2010/main">
          <mc:Choice Requires="p14">
            <p:contentPart p14:bwMode="auto" r:id="rId291">
              <p14:nvContentPartPr>
                <p14:cNvPr id="188" name="Ink 187">
                  <a:extLst>
                    <a:ext uri="{FF2B5EF4-FFF2-40B4-BE49-F238E27FC236}">
                      <a16:creationId xmlns:a16="http://schemas.microsoft.com/office/drawing/2014/main" id="{A01538A5-87E0-4B11-B145-7AFD87F81B73}"/>
                    </a:ext>
                  </a:extLst>
                </p14:cNvPr>
                <p14:cNvContentPartPr/>
                <p14:nvPr/>
              </p14:nvContentPartPr>
              <p14:xfrm>
                <a:off x="1974591" y="5365403"/>
                <a:ext cx="15840" cy="121680"/>
              </p14:xfrm>
            </p:contentPart>
          </mc:Choice>
          <mc:Fallback xmlns="">
            <p:pic>
              <p:nvPicPr>
                <p:cNvPr id="188" name="Ink 187">
                  <a:extLst>
                    <a:ext uri="{FF2B5EF4-FFF2-40B4-BE49-F238E27FC236}">
                      <a16:creationId xmlns:a16="http://schemas.microsoft.com/office/drawing/2014/main" id="{A01538A5-87E0-4B11-B145-7AFD87F81B73}"/>
                    </a:ext>
                  </a:extLst>
                </p:cNvPr>
                <p:cNvPicPr/>
                <p:nvPr/>
              </p:nvPicPr>
              <p:blipFill>
                <a:blip r:embed="rId292"/>
                <a:stretch>
                  <a:fillRect/>
                </a:stretch>
              </p:blipFill>
              <p:spPr>
                <a:xfrm>
                  <a:off x="1965951" y="5356403"/>
                  <a:ext cx="33480" cy="139320"/>
                </a:xfrm>
                <a:prstGeom prst="rect">
                  <a:avLst/>
                </a:prstGeom>
              </p:spPr>
            </p:pic>
          </mc:Fallback>
        </mc:AlternateContent>
      </p:grpSp>
      <p:grpSp>
        <p:nvGrpSpPr>
          <p:cNvPr id="199" name="Group 198">
            <a:extLst>
              <a:ext uri="{FF2B5EF4-FFF2-40B4-BE49-F238E27FC236}">
                <a16:creationId xmlns:a16="http://schemas.microsoft.com/office/drawing/2014/main" id="{0EB35A22-09F9-40D4-86F6-B5887A4730EC}"/>
              </a:ext>
            </a:extLst>
          </p:cNvPr>
          <p:cNvGrpSpPr/>
          <p:nvPr/>
        </p:nvGrpSpPr>
        <p:grpSpPr>
          <a:xfrm>
            <a:off x="1798191" y="3439403"/>
            <a:ext cx="1474920" cy="314640"/>
            <a:chOff x="1798191" y="3439403"/>
            <a:chExt cx="1474920" cy="314640"/>
          </a:xfrm>
        </p:grpSpPr>
        <mc:AlternateContent xmlns:mc="http://schemas.openxmlformats.org/markup-compatibility/2006" xmlns:p14="http://schemas.microsoft.com/office/powerpoint/2010/main">
          <mc:Choice Requires="p14">
            <p:contentPart p14:bwMode="auto" r:id="rId293">
              <p14:nvContentPartPr>
                <p14:cNvPr id="190" name="Ink 189">
                  <a:extLst>
                    <a:ext uri="{FF2B5EF4-FFF2-40B4-BE49-F238E27FC236}">
                      <a16:creationId xmlns:a16="http://schemas.microsoft.com/office/drawing/2014/main" id="{47FE549D-5773-4761-8913-7B55F676E941}"/>
                    </a:ext>
                  </a:extLst>
                </p14:cNvPr>
                <p14:cNvContentPartPr/>
                <p14:nvPr/>
              </p14:nvContentPartPr>
              <p14:xfrm>
                <a:off x="1798191" y="3626603"/>
                <a:ext cx="216000" cy="114480"/>
              </p14:xfrm>
            </p:contentPart>
          </mc:Choice>
          <mc:Fallback xmlns="">
            <p:pic>
              <p:nvPicPr>
                <p:cNvPr id="190" name="Ink 189">
                  <a:extLst>
                    <a:ext uri="{FF2B5EF4-FFF2-40B4-BE49-F238E27FC236}">
                      <a16:creationId xmlns:a16="http://schemas.microsoft.com/office/drawing/2014/main" id="{47FE549D-5773-4761-8913-7B55F676E941}"/>
                    </a:ext>
                  </a:extLst>
                </p:cNvPr>
                <p:cNvPicPr/>
                <p:nvPr/>
              </p:nvPicPr>
              <p:blipFill>
                <a:blip r:embed="rId294"/>
                <a:stretch>
                  <a:fillRect/>
                </a:stretch>
              </p:blipFill>
              <p:spPr>
                <a:xfrm>
                  <a:off x="1789551" y="3617963"/>
                  <a:ext cx="23364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295">
              <p14:nvContentPartPr>
                <p14:cNvPr id="191" name="Ink 190">
                  <a:extLst>
                    <a:ext uri="{FF2B5EF4-FFF2-40B4-BE49-F238E27FC236}">
                      <a16:creationId xmlns:a16="http://schemas.microsoft.com/office/drawing/2014/main" id="{195F6B27-9CCC-4DFF-84F4-7C02027F4867}"/>
                    </a:ext>
                  </a:extLst>
                </p14:cNvPr>
                <p14:cNvContentPartPr/>
                <p14:nvPr/>
              </p14:nvContentPartPr>
              <p14:xfrm>
                <a:off x="2161791" y="3507443"/>
                <a:ext cx="159480" cy="246600"/>
              </p14:xfrm>
            </p:contentPart>
          </mc:Choice>
          <mc:Fallback xmlns="">
            <p:pic>
              <p:nvPicPr>
                <p:cNvPr id="191" name="Ink 190">
                  <a:extLst>
                    <a:ext uri="{FF2B5EF4-FFF2-40B4-BE49-F238E27FC236}">
                      <a16:creationId xmlns:a16="http://schemas.microsoft.com/office/drawing/2014/main" id="{195F6B27-9CCC-4DFF-84F4-7C02027F4867}"/>
                    </a:ext>
                  </a:extLst>
                </p:cNvPr>
                <p:cNvPicPr/>
                <p:nvPr/>
              </p:nvPicPr>
              <p:blipFill>
                <a:blip r:embed="rId296"/>
                <a:stretch>
                  <a:fillRect/>
                </a:stretch>
              </p:blipFill>
              <p:spPr>
                <a:xfrm>
                  <a:off x="2152791" y="3498443"/>
                  <a:ext cx="177120" cy="264240"/>
                </a:xfrm>
                <a:prstGeom prst="rect">
                  <a:avLst/>
                </a:prstGeom>
              </p:spPr>
            </p:pic>
          </mc:Fallback>
        </mc:AlternateContent>
        <mc:AlternateContent xmlns:mc="http://schemas.openxmlformats.org/markup-compatibility/2006" xmlns:p14="http://schemas.microsoft.com/office/powerpoint/2010/main">
          <mc:Choice Requires="p14">
            <p:contentPart p14:bwMode="auto" r:id="rId297">
              <p14:nvContentPartPr>
                <p14:cNvPr id="192" name="Ink 191">
                  <a:extLst>
                    <a:ext uri="{FF2B5EF4-FFF2-40B4-BE49-F238E27FC236}">
                      <a16:creationId xmlns:a16="http://schemas.microsoft.com/office/drawing/2014/main" id="{4F6AE888-3D8C-4E33-B316-87B07C53B751}"/>
                    </a:ext>
                  </a:extLst>
                </p14:cNvPr>
                <p14:cNvContentPartPr/>
                <p14:nvPr/>
              </p14:nvContentPartPr>
              <p14:xfrm>
                <a:off x="2305431" y="3439403"/>
                <a:ext cx="59400" cy="132480"/>
              </p14:xfrm>
            </p:contentPart>
          </mc:Choice>
          <mc:Fallback xmlns="">
            <p:pic>
              <p:nvPicPr>
                <p:cNvPr id="192" name="Ink 191">
                  <a:extLst>
                    <a:ext uri="{FF2B5EF4-FFF2-40B4-BE49-F238E27FC236}">
                      <a16:creationId xmlns:a16="http://schemas.microsoft.com/office/drawing/2014/main" id="{4F6AE888-3D8C-4E33-B316-87B07C53B751}"/>
                    </a:ext>
                  </a:extLst>
                </p:cNvPr>
                <p:cNvPicPr/>
                <p:nvPr/>
              </p:nvPicPr>
              <p:blipFill>
                <a:blip r:embed="rId298"/>
                <a:stretch>
                  <a:fillRect/>
                </a:stretch>
              </p:blipFill>
              <p:spPr>
                <a:xfrm>
                  <a:off x="2296791" y="3430403"/>
                  <a:ext cx="77040" cy="150120"/>
                </a:xfrm>
                <a:prstGeom prst="rect">
                  <a:avLst/>
                </a:prstGeom>
              </p:spPr>
            </p:pic>
          </mc:Fallback>
        </mc:AlternateContent>
        <mc:AlternateContent xmlns:mc="http://schemas.openxmlformats.org/markup-compatibility/2006" xmlns:p14="http://schemas.microsoft.com/office/powerpoint/2010/main">
          <mc:Choice Requires="p14">
            <p:contentPart p14:bwMode="auto" r:id="rId299">
              <p14:nvContentPartPr>
                <p14:cNvPr id="193" name="Ink 192">
                  <a:extLst>
                    <a:ext uri="{FF2B5EF4-FFF2-40B4-BE49-F238E27FC236}">
                      <a16:creationId xmlns:a16="http://schemas.microsoft.com/office/drawing/2014/main" id="{D0866516-FC32-4BB2-9DC2-275129098E2A}"/>
                    </a:ext>
                  </a:extLst>
                </p14:cNvPr>
                <p14:cNvContentPartPr/>
                <p14:nvPr/>
              </p14:nvContentPartPr>
              <p14:xfrm>
                <a:off x="2395071" y="3444803"/>
                <a:ext cx="18720" cy="108720"/>
              </p14:xfrm>
            </p:contentPart>
          </mc:Choice>
          <mc:Fallback xmlns="">
            <p:pic>
              <p:nvPicPr>
                <p:cNvPr id="193" name="Ink 192">
                  <a:extLst>
                    <a:ext uri="{FF2B5EF4-FFF2-40B4-BE49-F238E27FC236}">
                      <a16:creationId xmlns:a16="http://schemas.microsoft.com/office/drawing/2014/main" id="{D0866516-FC32-4BB2-9DC2-275129098E2A}"/>
                    </a:ext>
                  </a:extLst>
                </p:cNvPr>
                <p:cNvPicPr/>
                <p:nvPr/>
              </p:nvPicPr>
              <p:blipFill>
                <a:blip r:embed="rId300"/>
                <a:stretch>
                  <a:fillRect/>
                </a:stretch>
              </p:blipFill>
              <p:spPr>
                <a:xfrm>
                  <a:off x="2386071" y="3435803"/>
                  <a:ext cx="36360" cy="126360"/>
                </a:xfrm>
                <a:prstGeom prst="rect">
                  <a:avLst/>
                </a:prstGeom>
              </p:spPr>
            </p:pic>
          </mc:Fallback>
        </mc:AlternateContent>
        <mc:AlternateContent xmlns:mc="http://schemas.openxmlformats.org/markup-compatibility/2006" xmlns:p14="http://schemas.microsoft.com/office/powerpoint/2010/main">
          <mc:Choice Requires="p14">
            <p:contentPart p14:bwMode="auto" r:id="rId301">
              <p14:nvContentPartPr>
                <p14:cNvPr id="194" name="Ink 193">
                  <a:extLst>
                    <a:ext uri="{FF2B5EF4-FFF2-40B4-BE49-F238E27FC236}">
                      <a16:creationId xmlns:a16="http://schemas.microsoft.com/office/drawing/2014/main" id="{9E5CFD92-2FB0-4866-B285-394533C36D91}"/>
                    </a:ext>
                  </a:extLst>
                </p14:cNvPr>
                <p14:cNvContentPartPr/>
                <p14:nvPr/>
              </p14:nvContentPartPr>
              <p14:xfrm>
                <a:off x="2404071" y="3489443"/>
                <a:ext cx="86400" cy="20520"/>
              </p14:xfrm>
            </p:contentPart>
          </mc:Choice>
          <mc:Fallback xmlns="">
            <p:pic>
              <p:nvPicPr>
                <p:cNvPr id="194" name="Ink 193">
                  <a:extLst>
                    <a:ext uri="{FF2B5EF4-FFF2-40B4-BE49-F238E27FC236}">
                      <a16:creationId xmlns:a16="http://schemas.microsoft.com/office/drawing/2014/main" id="{9E5CFD92-2FB0-4866-B285-394533C36D91}"/>
                    </a:ext>
                  </a:extLst>
                </p:cNvPr>
                <p:cNvPicPr/>
                <p:nvPr/>
              </p:nvPicPr>
              <p:blipFill>
                <a:blip r:embed="rId302"/>
                <a:stretch>
                  <a:fillRect/>
                </a:stretch>
              </p:blipFill>
              <p:spPr>
                <a:xfrm>
                  <a:off x="2395071" y="3480443"/>
                  <a:ext cx="10404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303">
              <p14:nvContentPartPr>
                <p14:cNvPr id="195" name="Ink 194">
                  <a:extLst>
                    <a:ext uri="{FF2B5EF4-FFF2-40B4-BE49-F238E27FC236}">
                      <a16:creationId xmlns:a16="http://schemas.microsoft.com/office/drawing/2014/main" id="{B61527D7-FBF2-4655-BFE6-09971C6856C8}"/>
                    </a:ext>
                  </a:extLst>
                </p14:cNvPr>
                <p14:cNvContentPartPr/>
                <p14:nvPr/>
              </p14:nvContentPartPr>
              <p14:xfrm>
                <a:off x="2592351" y="3535163"/>
                <a:ext cx="111240" cy="214920"/>
              </p14:xfrm>
            </p:contentPart>
          </mc:Choice>
          <mc:Fallback xmlns="">
            <p:pic>
              <p:nvPicPr>
                <p:cNvPr id="195" name="Ink 194">
                  <a:extLst>
                    <a:ext uri="{FF2B5EF4-FFF2-40B4-BE49-F238E27FC236}">
                      <a16:creationId xmlns:a16="http://schemas.microsoft.com/office/drawing/2014/main" id="{B61527D7-FBF2-4655-BFE6-09971C6856C8}"/>
                    </a:ext>
                  </a:extLst>
                </p:cNvPr>
                <p:cNvPicPr/>
                <p:nvPr/>
              </p:nvPicPr>
              <p:blipFill>
                <a:blip r:embed="rId304"/>
                <a:stretch>
                  <a:fillRect/>
                </a:stretch>
              </p:blipFill>
              <p:spPr>
                <a:xfrm>
                  <a:off x="2583711" y="3526163"/>
                  <a:ext cx="128880" cy="232560"/>
                </a:xfrm>
                <a:prstGeom prst="rect">
                  <a:avLst/>
                </a:prstGeom>
              </p:spPr>
            </p:pic>
          </mc:Fallback>
        </mc:AlternateContent>
        <mc:AlternateContent xmlns:mc="http://schemas.openxmlformats.org/markup-compatibility/2006" xmlns:p14="http://schemas.microsoft.com/office/powerpoint/2010/main">
          <mc:Choice Requires="p14">
            <p:contentPart p14:bwMode="auto" r:id="rId305">
              <p14:nvContentPartPr>
                <p14:cNvPr id="196" name="Ink 195">
                  <a:extLst>
                    <a:ext uri="{FF2B5EF4-FFF2-40B4-BE49-F238E27FC236}">
                      <a16:creationId xmlns:a16="http://schemas.microsoft.com/office/drawing/2014/main" id="{3745B349-1EC9-433B-A102-5AD8AC5699C1}"/>
                    </a:ext>
                  </a:extLst>
                </p14:cNvPr>
                <p14:cNvContentPartPr/>
                <p14:nvPr/>
              </p14:nvContentPartPr>
              <p14:xfrm>
                <a:off x="2761191" y="3524003"/>
                <a:ext cx="239040" cy="174960"/>
              </p14:xfrm>
            </p:contentPart>
          </mc:Choice>
          <mc:Fallback xmlns="">
            <p:pic>
              <p:nvPicPr>
                <p:cNvPr id="196" name="Ink 195">
                  <a:extLst>
                    <a:ext uri="{FF2B5EF4-FFF2-40B4-BE49-F238E27FC236}">
                      <a16:creationId xmlns:a16="http://schemas.microsoft.com/office/drawing/2014/main" id="{3745B349-1EC9-433B-A102-5AD8AC5699C1}"/>
                    </a:ext>
                  </a:extLst>
                </p:cNvPr>
                <p:cNvPicPr/>
                <p:nvPr/>
              </p:nvPicPr>
              <p:blipFill>
                <a:blip r:embed="rId306"/>
                <a:stretch>
                  <a:fillRect/>
                </a:stretch>
              </p:blipFill>
              <p:spPr>
                <a:xfrm>
                  <a:off x="2752551" y="3515003"/>
                  <a:ext cx="256680" cy="192600"/>
                </a:xfrm>
                <a:prstGeom prst="rect">
                  <a:avLst/>
                </a:prstGeom>
              </p:spPr>
            </p:pic>
          </mc:Fallback>
        </mc:AlternateContent>
        <mc:AlternateContent xmlns:mc="http://schemas.openxmlformats.org/markup-compatibility/2006" xmlns:p14="http://schemas.microsoft.com/office/powerpoint/2010/main">
          <mc:Choice Requires="p14">
            <p:contentPart p14:bwMode="auto" r:id="rId307">
              <p14:nvContentPartPr>
                <p14:cNvPr id="197" name="Ink 196">
                  <a:extLst>
                    <a:ext uri="{FF2B5EF4-FFF2-40B4-BE49-F238E27FC236}">
                      <a16:creationId xmlns:a16="http://schemas.microsoft.com/office/drawing/2014/main" id="{6C1E5ACA-898F-413B-92EB-9B9D015B5E2B}"/>
                    </a:ext>
                  </a:extLst>
                </p14:cNvPr>
                <p14:cNvContentPartPr/>
                <p14:nvPr/>
              </p14:nvContentPartPr>
              <p14:xfrm>
                <a:off x="3003111" y="3553883"/>
                <a:ext cx="270000" cy="147960"/>
              </p14:xfrm>
            </p:contentPart>
          </mc:Choice>
          <mc:Fallback xmlns="">
            <p:pic>
              <p:nvPicPr>
                <p:cNvPr id="197" name="Ink 196">
                  <a:extLst>
                    <a:ext uri="{FF2B5EF4-FFF2-40B4-BE49-F238E27FC236}">
                      <a16:creationId xmlns:a16="http://schemas.microsoft.com/office/drawing/2014/main" id="{6C1E5ACA-898F-413B-92EB-9B9D015B5E2B}"/>
                    </a:ext>
                  </a:extLst>
                </p:cNvPr>
                <p:cNvPicPr/>
                <p:nvPr/>
              </p:nvPicPr>
              <p:blipFill>
                <a:blip r:embed="rId308"/>
                <a:stretch>
                  <a:fillRect/>
                </a:stretch>
              </p:blipFill>
              <p:spPr>
                <a:xfrm>
                  <a:off x="2994471" y="3544883"/>
                  <a:ext cx="287640" cy="165600"/>
                </a:xfrm>
                <a:prstGeom prst="rect">
                  <a:avLst/>
                </a:prstGeom>
              </p:spPr>
            </p:pic>
          </mc:Fallback>
        </mc:AlternateContent>
        <mc:AlternateContent xmlns:mc="http://schemas.openxmlformats.org/markup-compatibility/2006" xmlns:p14="http://schemas.microsoft.com/office/powerpoint/2010/main">
          <mc:Choice Requires="p14">
            <p:contentPart p14:bwMode="auto" r:id="rId309">
              <p14:nvContentPartPr>
                <p14:cNvPr id="198" name="Ink 197">
                  <a:extLst>
                    <a:ext uri="{FF2B5EF4-FFF2-40B4-BE49-F238E27FC236}">
                      <a16:creationId xmlns:a16="http://schemas.microsoft.com/office/drawing/2014/main" id="{8BAA66F2-C69C-4EDB-9A58-E950DB4467F0}"/>
                    </a:ext>
                  </a:extLst>
                </p14:cNvPr>
                <p14:cNvContentPartPr/>
                <p14:nvPr/>
              </p14:nvContentPartPr>
              <p14:xfrm>
                <a:off x="2832471" y="3548123"/>
                <a:ext cx="163440" cy="31680"/>
              </p14:xfrm>
            </p:contentPart>
          </mc:Choice>
          <mc:Fallback xmlns="">
            <p:pic>
              <p:nvPicPr>
                <p:cNvPr id="198" name="Ink 197">
                  <a:extLst>
                    <a:ext uri="{FF2B5EF4-FFF2-40B4-BE49-F238E27FC236}">
                      <a16:creationId xmlns:a16="http://schemas.microsoft.com/office/drawing/2014/main" id="{8BAA66F2-C69C-4EDB-9A58-E950DB4467F0}"/>
                    </a:ext>
                  </a:extLst>
                </p:cNvPr>
                <p:cNvPicPr/>
                <p:nvPr/>
              </p:nvPicPr>
              <p:blipFill>
                <a:blip r:embed="rId310"/>
                <a:stretch>
                  <a:fillRect/>
                </a:stretch>
              </p:blipFill>
              <p:spPr>
                <a:xfrm>
                  <a:off x="2823471" y="3539123"/>
                  <a:ext cx="181080" cy="49320"/>
                </a:xfrm>
                <a:prstGeom prst="rect">
                  <a:avLst/>
                </a:prstGeom>
              </p:spPr>
            </p:pic>
          </mc:Fallback>
        </mc:AlternateContent>
      </p:grpSp>
      <p:grpSp>
        <p:nvGrpSpPr>
          <p:cNvPr id="209" name="Group 208">
            <a:extLst>
              <a:ext uri="{FF2B5EF4-FFF2-40B4-BE49-F238E27FC236}">
                <a16:creationId xmlns:a16="http://schemas.microsoft.com/office/drawing/2014/main" id="{F3F1E61E-1B90-4394-BB8D-C55B9D274D29}"/>
              </a:ext>
            </a:extLst>
          </p:cNvPr>
          <p:cNvGrpSpPr/>
          <p:nvPr/>
        </p:nvGrpSpPr>
        <p:grpSpPr>
          <a:xfrm>
            <a:off x="6078231" y="2229083"/>
            <a:ext cx="1378440" cy="235800"/>
            <a:chOff x="6078231" y="2229083"/>
            <a:chExt cx="1378440" cy="235800"/>
          </a:xfrm>
        </p:grpSpPr>
        <mc:AlternateContent xmlns:mc="http://schemas.openxmlformats.org/markup-compatibility/2006" xmlns:p14="http://schemas.microsoft.com/office/powerpoint/2010/main">
          <mc:Choice Requires="p14">
            <p:contentPart p14:bwMode="auto" r:id="rId311">
              <p14:nvContentPartPr>
                <p14:cNvPr id="200" name="Ink 199">
                  <a:extLst>
                    <a:ext uri="{FF2B5EF4-FFF2-40B4-BE49-F238E27FC236}">
                      <a16:creationId xmlns:a16="http://schemas.microsoft.com/office/drawing/2014/main" id="{0D936B3B-3144-491E-90AB-99C41838DE95}"/>
                    </a:ext>
                  </a:extLst>
                </p14:cNvPr>
                <p14:cNvContentPartPr/>
                <p14:nvPr/>
              </p14:nvContentPartPr>
              <p14:xfrm>
                <a:off x="6078231" y="2246003"/>
                <a:ext cx="195840" cy="177480"/>
              </p14:xfrm>
            </p:contentPart>
          </mc:Choice>
          <mc:Fallback xmlns="">
            <p:pic>
              <p:nvPicPr>
                <p:cNvPr id="200" name="Ink 199">
                  <a:extLst>
                    <a:ext uri="{FF2B5EF4-FFF2-40B4-BE49-F238E27FC236}">
                      <a16:creationId xmlns:a16="http://schemas.microsoft.com/office/drawing/2014/main" id="{0D936B3B-3144-491E-90AB-99C41838DE95}"/>
                    </a:ext>
                  </a:extLst>
                </p:cNvPr>
                <p:cNvPicPr/>
                <p:nvPr/>
              </p:nvPicPr>
              <p:blipFill>
                <a:blip r:embed="rId312"/>
                <a:stretch>
                  <a:fillRect/>
                </a:stretch>
              </p:blipFill>
              <p:spPr>
                <a:xfrm>
                  <a:off x="6069591" y="2237003"/>
                  <a:ext cx="213480" cy="195120"/>
                </a:xfrm>
                <a:prstGeom prst="rect">
                  <a:avLst/>
                </a:prstGeom>
              </p:spPr>
            </p:pic>
          </mc:Fallback>
        </mc:AlternateContent>
        <mc:AlternateContent xmlns:mc="http://schemas.openxmlformats.org/markup-compatibility/2006" xmlns:p14="http://schemas.microsoft.com/office/powerpoint/2010/main">
          <mc:Choice Requires="p14">
            <p:contentPart p14:bwMode="auto" r:id="rId313">
              <p14:nvContentPartPr>
                <p14:cNvPr id="201" name="Ink 200">
                  <a:extLst>
                    <a:ext uri="{FF2B5EF4-FFF2-40B4-BE49-F238E27FC236}">
                      <a16:creationId xmlns:a16="http://schemas.microsoft.com/office/drawing/2014/main" id="{09565E0C-6D6E-4C7D-A5B5-E728B827896B}"/>
                    </a:ext>
                  </a:extLst>
                </p14:cNvPr>
                <p14:cNvContentPartPr/>
                <p14:nvPr/>
              </p14:nvContentPartPr>
              <p14:xfrm>
                <a:off x="6309351" y="2349683"/>
                <a:ext cx="3240" cy="113040"/>
              </p14:xfrm>
            </p:contentPart>
          </mc:Choice>
          <mc:Fallback xmlns="">
            <p:pic>
              <p:nvPicPr>
                <p:cNvPr id="201" name="Ink 200">
                  <a:extLst>
                    <a:ext uri="{FF2B5EF4-FFF2-40B4-BE49-F238E27FC236}">
                      <a16:creationId xmlns:a16="http://schemas.microsoft.com/office/drawing/2014/main" id="{09565E0C-6D6E-4C7D-A5B5-E728B827896B}"/>
                    </a:ext>
                  </a:extLst>
                </p:cNvPr>
                <p:cNvPicPr/>
                <p:nvPr/>
              </p:nvPicPr>
              <p:blipFill>
                <a:blip r:embed="rId314"/>
                <a:stretch>
                  <a:fillRect/>
                </a:stretch>
              </p:blipFill>
              <p:spPr>
                <a:xfrm>
                  <a:off x="6300351" y="2341043"/>
                  <a:ext cx="20880" cy="130680"/>
                </a:xfrm>
                <a:prstGeom prst="rect">
                  <a:avLst/>
                </a:prstGeom>
              </p:spPr>
            </p:pic>
          </mc:Fallback>
        </mc:AlternateContent>
        <mc:AlternateContent xmlns:mc="http://schemas.openxmlformats.org/markup-compatibility/2006" xmlns:p14="http://schemas.microsoft.com/office/powerpoint/2010/main">
          <mc:Choice Requires="p14">
            <p:contentPart p14:bwMode="auto" r:id="rId315">
              <p14:nvContentPartPr>
                <p14:cNvPr id="202" name="Ink 201">
                  <a:extLst>
                    <a:ext uri="{FF2B5EF4-FFF2-40B4-BE49-F238E27FC236}">
                      <a16:creationId xmlns:a16="http://schemas.microsoft.com/office/drawing/2014/main" id="{4A23BEAC-791E-4E31-9BCC-9EFBDD7A21D9}"/>
                    </a:ext>
                  </a:extLst>
                </p14:cNvPr>
                <p14:cNvContentPartPr/>
                <p14:nvPr/>
              </p14:nvContentPartPr>
              <p14:xfrm>
                <a:off x="6382791" y="2351123"/>
                <a:ext cx="35280" cy="113760"/>
              </p14:xfrm>
            </p:contentPart>
          </mc:Choice>
          <mc:Fallback xmlns="">
            <p:pic>
              <p:nvPicPr>
                <p:cNvPr id="202" name="Ink 201">
                  <a:extLst>
                    <a:ext uri="{FF2B5EF4-FFF2-40B4-BE49-F238E27FC236}">
                      <a16:creationId xmlns:a16="http://schemas.microsoft.com/office/drawing/2014/main" id="{4A23BEAC-791E-4E31-9BCC-9EFBDD7A21D9}"/>
                    </a:ext>
                  </a:extLst>
                </p:cNvPr>
                <p:cNvPicPr/>
                <p:nvPr/>
              </p:nvPicPr>
              <p:blipFill>
                <a:blip r:embed="rId316"/>
                <a:stretch>
                  <a:fillRect/>
                </a:stretch>
              </p:blipFill>
              <p:spPr>
                <a:xfrm>
                  <a:off x="6373791" y="2342123"/>
                  <a:ext cx="52920" cy="131400"/>
                </a:xfrm>
                <a:prstGeom prst="rect">
                  <a:avLst/>
                </a:prstGeom>
              </p:spPr>
            </p:pic>
          </mc:Fallback>
        </mc:AlternateContent>
        <mc:AlternateContent xmlns:mc="http://schemas.openxmlformats.org/markup-compatibility/2006" xmlns:p14="http://schemas.microsoft.com/office/powerpoint/2010/main">
          <mc:Choice Requires="p14">
            <p:contentPart p14:bwMode="auto" r:id="rId317">
              <p14:nvContentPartPr>
                <p14:cNvPr id="203" name="Ink 202">
                  <a:extLst>
                    <a:ext uri="{FF2B5EF4-FFF2-40B4-BE49-F238E27FC236}">
                      <a16:creationId xmlns:a16="http://schemas.microsoft.com/office/drawing/2014/main" id="{D090A5AE-E13F-4DF7-A441-5FA1DF46AF6F}"/>
                    </a:ext>
                  </a:extLst>
                </p14:cNvPr>
                <p14:cNvContentPartPr/>
                <p14:nvPr/>
              </p14:nvContentPartPr>
              <p14:xfrm>
                <a:off x="6522831" y="2328443"/>
                <a:ext cx="152280" cy="72360"/>
              </p14:xfrm>
            </p:contentPart>
          </mc:Choice>
          <mc:Fallback xmlns="">
            <p:pic>
              <p:nvPicPr>
                <p:cNvPr id="203" name="Ink 202">
                  <a:extLst>
                    <a:ext uri="{FF2B5EF4-FFF2-40B4-BE49-F238E27FC236}">
                      <a16:creationId xmlns:a16="http://schemas.microsoft.com/office/drawing/2014/main" id="{D090A5AE-E13F-4DF7-A441-5FA1DF46AF6F}"/>
                    </a:ext>
                  </a:extLst>
                </p:cNvPr>
                <p:cNvPicPr/>
                <p:nvPr/>
              </p:nvPicPr>
              <p:blipFill>
                <a:blip r:embed="rId318"/>
                <a:stretch>
                  <a:fillRect/>
                </a:stretch>
              </p:blipFill>
              <p:spPr>
                <a:xfrm>
                  <a:off x="6513831" y="2319443"/>
                  <a:ext cx="169920" cy="90000"/>
                </a:xfrm>
                <a:prstGeom prst="rect">
                  <a:avLst/>
                </a:prstGeom>
              </p:spPr>
            </p:pic>
          </mc:Fallback>
        </mc:AlternateContent>
        <mc:AlternateContent xmlns:mc="http://schemas.openxmlformats.org/markup-compatibility/2006" xmlns:p14="http://schemas.microsoft.com/office/powerpoint/2010/main">
          <mc:Choice Requires="p14">
            <p:contentPart p14:bwMode="auto" r:id="rId319">
              <p14:nvContentPartPr>
                <p14:cNvPr id="204" name="Ink 203">
                  <a:extLst>
                    <a:ext uri="{FF2B5EF4-FFF2-40B4-BE49-F238E27FC236}">
                      <a16:creationId xmlns:a16="http://schemas.microsoft.com/office/drawing/2014/main" id="{16598C57-FF61-4529-A442-ADCDC439D06F}"/>
                    </a:ext>
                  </a:extLst>
                </p14:cNvPr>
                <p14:cNvContentPartPr/>
                <p14:nvPr/>
              </p14:nvContentPartPr>
              <p14:xfrm>
                <a:off x="6843231" y="2229083"/>
                <a:ext cx="171720" cy="144360"/>
              </p14:xfrm>
            </p:contentPart>
          </mc:Choice>
          <mc:Fallback xmlns="">
            <p:pic>
              <p:nvPicPr>
                <p:cNvPr id="204" name="Ink 203">
                  <a:extLst>
                    <a:ext uri="{FF2B5EF4-FFF2-40B4-BE49-F238E27FC236}">
                      <a16:creationId xmlns:a16="http://schemas.microsoft.com/office/drawing/2014/main" id="{16598C57-FF61-4529-A442-ADCDC439D06F}"/>
                    </a:ext>
                  </a:extLst>
                </p:cNvPr>
                <p:cNvPicPr/>
                <p:nvPr/>
              </p:nvPicPr>
              <p:blipFill>
                <a:blip r:embed="rId320"/>
                <a:stretch>
                  <a:fillRect/>
                </a:stretch>
              </p:blipFill>
              <p:spPr>
                <a:xfrm>
                  <a:off x="6834591" y="2220083"/>
                  <a:ext cx="189360" cy="162000"/>
                </a:xfrm>
                <a:prstGeom prst="rect">
                  <a:avLst/>
                </a:prstGeom>
              </p:spPr>
            </p:pic>
          </mc:Fallback>
        </mc:AlternateContent>
        <mc:AlternateContent xmlns:mc="http://schemas.openxmlformats.org/markup-compatibility/2006" xmlns:p14="http://schemas.microsoft.com/office/powerpoint/2010/main">
          <mc:Choice Requires="p14">
            <p:contentPart p14:bwMode="auto" r:id="rId321">
              <p14:nvContentPartPr>
                <p14:cNvPr id="205" name="Ink 204">
                  <a:extLst>
                    <a:ext uri="{FF2B5EF4-FFF2-40B4-BE49-F238E27FC236}">
                      <a16:creationId xmlns:a16="http://schemas.microsoft.com/office/drawing/2014/main" id="{495F7405-4024-4222-97E8-A34461F70E91}"/>
                    </a:ext>
                  </a:extLst>
                </p14:cNvPr>
                <p14:cNvContentPartPr/>
                <p14:nvPr/>
              </p14:nvContentPartPr>
              <p14:xfrm>
                <a:off x="7102431" y="2323043"/>
                <a:ext cx="3240" cy="92880"/>
              </p14:xfrm>
            </p:contentPart>
          </mc:Choice>
          <mc:Fallback xmlns="">
            <p:pic>
              <p:nvPicPr>
                <p:cNvPr id="205" name="Ink 204">
                  <a:extLst>
                    <a:ext uri="{FF2B5EF4-FFF2-40B4-BE49-F238E27FC236}">
                      <a16:creationId xmlns:a16="http://schemas.microsoft.com/office/drawing/2014/main" id="{495F7405-4024-4222-97E8-A34461F70E91}"/>
                    </a:ext>
                  </a:extLst>
                </p:cNvPr>
                <p:cNvPicPr/>
                <p:nvPr/>
              </p:nvPicPr>
              <p:blipFill>
                <a:blip r:embed="rId322"/>
                <a:stretch>
                  <a:fillRect/>
                </a:stretch>
              </p:blipFill>
              <p:spPr>
                <a:xfrm>
                  <a:off x="7093791" y="2314403"/>
                  <a:ext cx="2088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323">
              <p14:nvContentPartPr>
                <p14:cNvPr id="206" name="Ink 205">
                  <a:extLst>
                    <a:ext uri="{FF2B5EF4-FFF2-40B4-BE49-F238E27FC236}">
                      <a16:creationId xmlns:a16="http://schemas.microsoft.com/office/drawing/2014/main" id="{8032D2F6-9424-4888-B8C9-4B951E5AD53B}"/>
                    </a:ext>
                  </a:extLst>
                </p14:cNvPr>
                <p14:cNvContentPartPr/>
                <p14:nvPr/>
              </p14:nvContentPartPr>
              <p14:xfrm>
                <a:off x="7213671" y="2245643"/>
                <a:ext cx="175320" cy="167760"/>
              </p14:xfrm>
            </p:contentPart>
          </mc:Choice>
          <mc:Fallback xmlns="">
            <p:pic>
              <p:nvPicPr>
                <p:cNvPr id="206" name="Ink 205">
                  <a:extLst>
                    <a:ext uri="{FF2B5EF4-FFF2-40B4-BE49-F238E27FC236}">
                      <a16:creationId xmlns:a16="http://schemas.microsoft.com/office/drawing/2014/main" id="{8032D2F6-9424-4888-B8C9-4B951E5AD53B}"/>
                    </a:ext>
                  </a:extLst>
                </p:cNvPr>
                <p:cNvPicPr/>
                <p:nvPr/>
              </p:nvPicPr>
              <p:blipFill>
                <a:blip r:embed="rId324"/>
                <a:stretch>
                  <a:fillRect/>
                </a:stretch>
              </p:blipFill>
              <p:spPr>
                <a:xfrm>
                  <a:off x="7205031" y="2237003"/>
                  <a:ext cx="192960" cy="185400"/>
                </a:xfrm>
                <a:prstGeom prst="rect">
                  <a:avLst/>
                </a:prstGeom>
              </p:spPr>
            </p:pic>
          </mc:Fallback>
        </mc:AlternateContent>
        <mc:AlternateContent xmlns:mc="http://schemas.openxmlformats.org/markup-compatibility/2006" xmlns:p14="http://schemas.microsoft.com/office/powerpoint/2010/main">
          <mc:Choice Requires="p14">
            <p:contentPart p14:bwMode="auto" r:id="rId325">
              <p14:nvContentPartPr>
                <p14:cNvPr id="207" name="Ink 206">
                  <a:extLst>
                    <a:ext uri="{FF2B5EF4-FFF2-40B4-BE49-F238E27FC236}">
                      <a16:creationId xmlns:a16="http://schemas.microsoft.com/office/drawing/2014/main" id="{91A46558-E05D-48B3-8166-2C4D357A1BE7}"/>
                    </a:ext>
                  </a:extLst>
                </p14:cNvPr>
                <p14:cNvContentPartPr/>
                <p14:nvPr/>
              </p14:nvContentPartPr>
              <p14:xfrm>
                <a:off x="7446231" y="2333843"/>
                <a:ext cx="10440" cy="81000"/>
              </p14:xfrm>
            </p:contentPart>
          </mc:Choice>
          <mc:Fallback xmlns="">
            <p:pic>
              <p:nvPicPr>
                <p:cNvPr id="207" name="Ink 206">
                  <a:extLst>
                    <a:ext uri="{FF2B5EF4-FFF2-40B4-BE49-F238E27FC236}">
                      <a16:creationId xmlns:a16="http://schemas.microsoft.com/office/drawing/2014/main" id="{91A46558-E05D-48B3-8166-2C4D357A1BE7}"/>
                    </a:ext>
                  </a:extLst>
                </p:cNvPr>
                <p:cNvPicPr/>
                <p:nvPr/>
              </p:nvPicPr>
              <p:blipFill>
                <a:blip r:embed="rId326"/>
                <a:stretch>
                  <a:fillRect/>
                </a:stretch>
              </p:blipFill>
              <p:spPr>
                <a:xfrm>
                  <a:off x="7437591" y="2324843"/>
                  <a:ext cx="28080" cy="98640"/>
                </a:xfrm>
                <a:prstGeom prst="rect">
                  <a:avLst/>
                </a:prstGeom>
              </p:spPr>
            </p:pic>
          </mc:Fallback>
        </mc:AlternateContent>
      </p:grpSp>
      <p:grpSp>
        <p:nvGrpSpPr>
          <p:cNvPr id="214" name="Group 213">
            <a:extLst>
              <a:ext uri="{FF2B5EF4-FFF2-40B4-BE49-F238E27FC236}">
                <a16:creationId xmlns:a16="http://schemas.microsoft.com/office/drawing/2014/main" id="{A4BA45FB-2BBE-4E63-82F3-A4EDD6DD600E}"/>
              </a:ext>
            </a:extLst>
          </p:cNvPr>
          <p:cNvGrpSpPr/>
          <p:nvPr/>
        </p:nvGrpSpPr>
        <p:grpSpPr>
          <a:xfrm>
            <a:off x="7671951" y="2241683"/>
            <a:ext cx="1044000" cy="204120"/>
            <a:chOff x="7671951" y="2241683"/>
            <a:chExt cx="1044000" cy="204120"/>
          </a:xfrm>
        </p:grpSpPr>
        <mc:AlternateContent xmlns:mc="http://schemas.openxmlformats.org/markup-compatibility/2006" xmlns:p14="http://schemas.microsoft.com/office/powerpoint/2010/main">
          <mc:Choice Requires="p14">
            <p:contentPart p14:bwMode="auto" r:id="rId327">
              <p14:nvContentPartPr>
                <p14:cNvPr id="208" name="Ink 207">
                  <a:extLst>
                    <a:ext uri="{FF2B5EF4-FFF2-40B4-BE49-F238E27FC236}">
                      <a16:creationId xmlns:a16="http://schemas.microsoft.com/office/drawing/2014/main" id="{86411F8D-BAA3-4826-B5CE-19A0C878FC9A}"/>
                    </a:ext>
                  </a:extLst>
                </p14:cNvPr>
                <p14:cNvContentPartPr/>
                <p14:nvPr/>
              </p14:nvContentPartPr>
              <p14:xfrm>
                <a:off x="7671951" y="2241683"/>
                <a:ext cx="173880" cy="145080"/>
              </p14:xfrm>
            </p:contentPart>
          </mc:Choice>
          <mc:Fallback xmlns="">
            <p:pic>
              <p:nvPicPr>
                <p:cNvPr id="208" name="Ink 207">
                  <a:extLst>
                    <a:ext uri="{FF2B5EF4-FFF2-40B4-BE49-F238E27FC236}">
                      <a16:creationId xmlns:a16="http://schemas.microsoft.com/office/drawing/2014/main" id="{86411F8D-BAA3-4826-B5CE-19A0C878FC9A}"/>
                    </a:ext>
                  </a:extLst>
                </p:cNvPr>
                <p:cNvPicPr/>
                <p:nvPr/>
              </p:nvPicPr>
              <p:blipFill>
                <a:blip r:embed="rId328"/>
                <a:stretch>
                  <a:fillRect/>
                </a:stretch>
              </p:blipFill>
              <p:spPr>
                <a:xfrm>
                  <a:off x="7662951" y="2233043"/>
                  <a:ext cx="191520" cy="162720"/>
                </a:xfrm>
                <a:prstGeom prst="rect">
                  <a:avLst/>
                </a:prstGeom>
              </p:spPr>
            </p:pic>
          </mc:Fallback>
        </mc:AlternateContent>
        <mc:AlternateContent xmlns:mc="http://schemas.openxmlformats.org/markup-compatibility/2006" xmlns:p14="http://schemas.microsoft.com/office/powerpoint/2010/main">
          <mc:Choice Requires="p14">
            <p:contentPart p14:bwMode="auto" r:id="rId329">
              <p14:nvContentPartPr>
                <p14:cNvPr id="210" name="Ink 209">
                  <a:extLst>
                    <a:ext uri="{FF2B5EF4-FFF2-40B4-BE49-F238E27FC236}">
                      <a16:creationId xmlns:a16="http://schemas.microsoft.com/office/drawing/2014/main" id="{129E380D-A5BB-4F05-8798-F8E85CA2A1CD}"/>
                    </a:ext>
                  </a:extLst>
                </p14:cNvPr>
                <p14:cNvContentPartPr/>
                <p14:nvPr/>
              </p14:nvContentPartPr>
              <p14:xfrm>
                <a:off x="8002431" y="2254643"/>
                <a:ext cx="166680" cy="149040"/>
              </p14:xfrm>
            </p:contentPart>
          </mc:Choice>
          <mc:Fallback xmlns="">
            <p:pic>
              <p:nvPicPr>
                <p:cNvPr id="210" name="Ink 209">
                  <a:extLst>
                    <a:ext uri="{FF2B5EF4-FFF2-40B4-BE49-F238E27FC236}">
                      <a16:creationId xmlns:a16="http://schemas.microsoft.com/office/drawing/2014/main" id="{129E380D-A5BB-4F05-8798-F8E85CA2A1CD}"/>
                    </a:ext>
                  </a:extLst>
                </p:cNvPr>
                <p:cNvPicPr/>
                <p:nvPr/>
              </p:nvPicPr>
              <p:blipFill>
                <a:blip r:embed="rId330"/>
                <a:stretch>
                  <a:fillRect/>
                </a:stretch>
              </p:blipFill>
              <p:spPr>
                <a:xfrm>
                  <a:off x="7993431" y="2245643"/>
                  <a:ext cx="184320" cy="166680"/>
                </a:xfrm>
                <a:prstGeom prst="rect">
                  <a:avLst/>
                </a:prstGeom>
              </p:spPr>
            </p:pic>
          </mc:Fallback>
        </mc:AlternateContent>
        <mc:AlternateContent xmlns:mc="http://schemas.openxmlformats.org/markup-compatibility/2006" xmlns:p14="http://schemas.microsoft.com/office/powerpoint/2010/main">
          <mc:Choice Requires="p14">
            <p:contentPart p14:bwMode="auto" r:id="rId331">
              <p14:nvContentPartPr>
                <p14:cNvPr id="211" name="Ink 210">
                  <a:extLst>
                    <a:ext uri="{FF2B5EF4-FFF2-40B4-BE49-F238E27FC236}">
                      <a16:creationId xmlns:a16="http://schemas.microsoft.com/office/drawing/2014/main" id="{F5BC2204-08D0-457F-843B-BB2781EB7E23}"/>
                    </a:ext>
                  </a:extLst>
                </p14:cNvPr>
                <p14:cNvContentPartPr/>
                <p14:nvPr/>
              </p14:nvContentPartPr>
              <p14:xfrm>
                <a:off x="8214471" y="2348963"/>
                <a:ext cx="143280" cy="96840"/>
              </p14:xfrm>
            </p:contentPart>
          </mc:Choice>
          <mc:Fallback xmlns="">
            <p:pic>
              <p:nvPicPr>
                <p:cNvPr id="211" name="Ink 210">
                  <a:extLst>
                    <a:ext uri="{FF2B5EF4-FFF2-40B4-BE49-F238E27FC236}">
                      <a16:creationId xmlns:a16="http://schemas.microsoft.com/office/drawing/2014/main" id="{F5BC2204-08D0-457F-843B-BB2781EB7E23}"/>
                    </a:ext>
                  </a:extLst>
                </p:cNvPr>
                <p:cNvPicPr/>
                <p:nvPr/>
              </p:nvPicPr>
              <p:blipFill>
                <a:blip r:embed="rId332"/>
                <a:stretch>
                  <a:fillRect/>
                </a:stretch>
              </p:blipFill>
              <p:spPr>
                <a:xfrm>
                  <a:off x="8205831" y="2340323"/>
                  <a:ext cx="160920" cy="114480"/>
                </a:xfrm>
                <a:prstGeom prst="rect">
                  <a:avLst/>
                </a:prstGeom>
              </p:spPr>
            </p:pic>
          </mc:Fallback>
        </mc:AlternateContent>
        <mc:AlternateContent xmlns:mc="http://schemas.openxmlformats.org/markup-compatibility/2006" xmlns:p14="http://schemas.microsoft.com/office/powerpoint/2010/main">
          <mc:Choice Requires="p14">
            <p:contentPart p14:bwMode="auto" r:id="rId333">
              <p14:nvContentPartPr>
                <p14:cNvPr id="212" name="Ink 211">
                  <a:extLst>
                    <a:ext uri="{FF2B5EF4-FFF2-40B4-BE49-F238E27FC236}">
                      <a16:creationId xmlns:a16="http://schemas.microsoft.com/office/drawing/2014/main" id="{132CEBC8-CBD9-4E29-9F0C-75305D94A3DE}"/>
                    </a:ext>
                  </a:extLst>
                </p14:cNvPr>
                <p14:cNvContentPartPr/>
                <p14:nvPr/>
              </p14:nvContentPartPr>
              <p14:xfrm>
                <a:off x="8402031" y="2280203"/>
                <a:ext cx="135360" cy="121680"/>
              </p14:xfrm>
            </p:contentPart>
          </mc:Choice>
          <mc:Fallback xmlns="">
            <p:pic>
              <p:nvPicPr>
                <p:cNvPr id="212" name="Ink 211">
                  <a:extLst>
                    <a:ext uri="{FF2B5EF4-FFF2-40B4-BE49-F238E27FC236}">
                      <a16:creationId xmlns:a16="http://schemas.microsoft.com/office/drawing/2014/main" id="{132CEBC8-CBD9-4E29-9F0C-75305D94A3DE}"/>
                    </a:ext>
                  </a:extLst>
                </p:cNvPr>
                <p:cNvPicPr/>
                <p:nvPr/>
              </p:nvPicPr>
              <p:blipFill>
                <a:blip r:embed="rId334"/>
                <a:stretch>
                  <a:fillRect/>
                </a:stretch>
              </p:blipFill>
              <p:spPr>
                <a:xfrm>
                  <a:off x="8393391" y="2271563"/>
                  <a:ext cx="153000" cy="139320"/>
                </a:xfrm>
                <a:prstGeom prst="rect">
                  <a:avLst/>
                </a:prstGeom>
              </p:spPr>
            </p:pic>
          </mc:Fallback>
        </mc:AlternateContent>
        <mc:AlternateContent xmlns:mc="http://schemas.openxmlformats.org/markup-compatibility/2006" xmlns:p14="http://schemas.microsoft.com/office/powerpoint/2010/main">
          <mc:Choice Requires="p14">
            <p:contentPart p14:bwMode="auto" r:id="rId335">
              <p14:nvContentPartPr>
                <p14:cNvPr id="213" name="Ink 212">
                  <a:extLst>
                    <a:ext uri="{FF2B5EF4-FFF2-40B4-BE49-F238E27FC236}">
                      <a16:creationId xmlns:a16="http://schemas.microsoft.com/office/drawing/2014/main" id="{39C56EF6-EC55-491B-9553-CD39B0F1E6BD}"/>
                    </a:ext>
                  </a:extLst>
                </p14:cNvPr>
                <p14:cNvContentPartPr/>
                <p14:nvPr/>
              </p14:nvContentPartPr>
              <p14:xfrm>
                <a:off x="8572671" y="2351123"/>
                <a:ext cx="143280" cy="77040"/>
              </p14:xfrm>
            </p:contentPart>
          </mc:Choice>
          <mc:Fallback xmlns="">
            <p:pic>
              <p:nvPicPr>
                <p:cNvPr id="213" name="Ink 212">
                  <a:extLst>
                    <a:ext uri="{FF2B5EF4-FFF2-40B4-BE49-F238E27FC236}">
                      <a16:creationId xmlns:a16="http://schemas.microsoft.com/office/drawing/2014/main" id="{39C56EF6-EC55-491B-9553-CD39B0F1E6BD}"/>
                    </a:ext>
                  </a:extLst>
                </p:cNvPr>
                <p:cNvPicPr/>
                <p:nvPr/>
              </p:nvPicPr>
              <p:blipFill>
                <a:blip r:embed="rId336"/>
                <a:stretch>
                  <a:fillRect/>
                </a:stretch>
              </p:blipFill>
              <p:spPr>
                <a:xfrm>
                  <a:off x="8563671" y="2342123"/>
                  <a:ext cx="160920" cy="94680"/>
                </a:xfrm>
                <a:prstGeom prst="rect">
                  <a:avLst/>
                </a:prstGeom>
              </p:spPr>
            </p:pic>
          </mc:Fallback>
        </mc:AlternateContent>
      </p:grpSp>
      <p:grpSp>
        <p:nvGrpSpPr>
          <p:cNvPr id="226" name="Group 225">
            <a:extLst>
              <a:ext uri="{FF2B5EF4-FFF2-40B4-BE49-F238E27FC236}">
                <a16:creationId xmlns:a16="http://schemas.microsoft.com/office/drawing/2014/main" id="{789C9F27-8173-4121-B7D4-7E099B91059B}"/>
              </a:ext>
            </a:extLst>
          </p:cNvPr>
          <p:cNvGrpSpPr/>
          <p:nvPr/>
        </p:nvGrpSpPr>
        <p:grpSpPr>
          <a:xfrm>
            <a:off x="5699151" y="2629043"/>
            <a:ext cx="2275560" cy="447480"/>
            <a:chOff x="5699151" y="2629043"/>
            <a:chExt cx="2275560" cy="447480"/>
          </a:xfrm>
        </p:grpSpPr>
        <mc:AlternateContent xmlns:mc="http://schemas.openxmlformats.org/markup-compatibility/2006" xmlns:p14="http://schemas.microsoft.com/office/powerpoint/2010/main">
          <mc:Choice Requires="p14">
            <p:contentPart p14:bwMode="auto" r:id="rId337">
              <p14:nvContentPartPr>
                <p14:cNvPr id="215" name="Ink 214">
                  <a:extLst>
                    <a:ext uri="{FF2B5EF4-FFF2-40B4-BE49-F238E27FC236}">
                      <a16:creationId xmlns:a16="http://schemas.microsoft.com/office/drawing/2014/main" id="{C2DFD58C-2D26-4CC5-BBFB-DBBD8F0D5376}"/>
                    </a:ext>
                  </a:extLst>
                </p14:cNvPr>
                <p14:cNvContentPartPr/>
                <p14:nvPr/>
              </p14:nvContentPartPr>
              <p14:xfrm>
                <a:off x="5767551" y="2629043"/>
                <a:ext cx="100080" cy="447480"/>
              </p14:xfrm>
            </p:contentPart>
          </mc:Choice>
          <mc:Fallback xmlns="">
            <p:pic>
              <p:nvPicPr>
                <p:cNvPr id="215" name="Ink 214">
                  <a:extLst>
                    <a:ext uri="{FF2B5EF4-FFF2-40B4-BE49-F238E27FC236}">
                      <a16:creationId xmlns:a16="http://schemas.microsoft.com/office/drawing/2014/main" id="{C2DFD58C-2D26-4CC5-BBFB-DBBD8F0D5376}"/>
                    </a:ext>
                  </a:extLst>
                </p:cNvPr>
                <p:cNvPicPr/>
                <p:nvPr/>
              </p:nvPicPr>
              <p:blipFill>
                <a:blip r:embed="rId338"/>
                <a:stretch>
                  <a:fillRect/>
                </a:stretch>
              </p:blipFill>
              <p:spPr>
                <a:xfrm>
                  <a:off x="5758551" y="2620403"/>
                  <a:ext cx="117720" cy="465120"/>
                </a:xfrm>
                <a:prstGeom prst="rect">
                  <a:avLst/>
                </a:prstGeom>
              </p:spPr>
            </p:pic>
          </mc:Fallback>
        </mc:AlternateContent>
        <mc:AlternateContent xmlns:mc="http://schemas.openxmlformats.org/markup-compatibility/2006" xmlns:p14="http://schemas.microsoft.com/office/powerpoint/2010/main">
          <mc:Choice Requires="p14">
            <p:contentPart p14:bwMode="auto" r:id="rId339">
              <p14:nvContentPartPr>
                <p14:cNvPr id="216" name="Ink 215">
                  <a:extLst>
                    <a:ext uri="{FF2B5EF4-FFF2-40B4-BE49-F238E27FC236}">
                      <a16:creationId xmlns:a16="http://schemas.microsoft.com/office/drawing/2014/main" id="{69A2E3E4-92E7-4870-8A8E-A7AB6352EFC5}"/>
                    </a:ext>
                  </a:extLst>
                </p14:cNvPr>
                <p14:cNvContentPartPr/>
                <p14:nvPr/>
              </p14:nvContentPartPr>
              <p14:xfrm>
                <a:off x="5699151" y="2802563"/>
                <a:ext cx="352440" cy="115920"/>
              </p14:xfrm>
            </p:contentPart>
          </mc:Choice>
          <mc:Fallback xmlns="">
            <p:pic>
              <p:nvPicPr>
                <p:cNvPr id="216" name="Ink 215">
                  <a:extLst>
                    <a:ext uri="{FF2B5EF4-FFF2-40B4-BE49-F238E27FC236}">
                      <a16:creationId xmlns:a16="http://schemas.microsoft.com/office/drawing/2014/main" id="{69A2E3E4-92E7-4870-8A8E-A7AB6352EFC5}"/>
                    </a:ext>
                  </a:extLst>
                </p:cNvPr>
                <p:cNvPicPr/>
                <p:nvPr/>
              </p:nvPicPr>
              <p:blipFill>
                <a:blip r:embed="rId340"/>
                <a:stretch>
                  <a:fillRect/>
                </a:stretch>
              </p:blipFill>
              <p:spPr>
                <a:xfrm>
                  <a:off x="5690511" y="2793563"/>
                  <a:ext cx="370080" cy="133560"/>
                </a:xfrm>
                <a:prstGeom prst="rect">
                  <a:avLst/>
                </a:prstGeom>
              </p:spPr>
            </p:pic>
          </mc:Fallback>
        </mc:AlternateContent>
        <mc:AlternateContent xmlns:mc="http://schemas.openxmlformats.org/markup-compatibility/2006" xmlns:p14="http://schemas.microsoft.com/office/powerpoint/2010/main">
          <mc:Choice Requires="p14">
            <p:contentPart p14:bwMode="auto" r:id="rId341">
              <p14:nvContentPartPr>
                <p14:cNvPr id="217" name="Ink 216">
                  <a:extLst>
                    <a:ext uri="{FF2B5EF4-FFF2-40B4-BE49-F238E27FC236}">
                      <a16:creationId xmlns:a16="http://schemas.microsoft.com/office/drawing/2014/main" id="{AA89A84E-B39F-45A0-95ED-22EFA526F8AB}"/>
                    </a:ext>
                  </a:extLst>
                </p14:cNvPr>
                <p14:cNvContentPartPr/>
                <p14:nvPr/>
              </p14:nvContentPartPr>
              <p14:xfrm>
                <a:off x="6216471" y="2755043"/>
                <a:ext cx="7920" cy="175680"/>
              </p14:xfrm>
            </p:contentPart>
          </mc:Choice>
          <mc:Fallback xmlns="">
            <p:pic>
              <p:nvPicPr>
                <p:cNvPr id="217" name="Ink 216">
                  <a:extLst>
                    <a:ext uri="{FF2B5EF4-FFF2-40B4-BE49-F238E27FC236}">
                      <a16:creationId xmlns:a16="http://schemas.microsoft.com/office/drawing/2014/main" id="{AA89A84E-B39F-45A0-95ED-22EFA526F8AB}"/>
                    </a:ext>
                  </a:extLst>
                </p:cNvPr>
                <p:cNvPicPr/>
                <p:nvPr/>
              </p:nvPicPr>
              <p:blipFill>
                <a:blip r:embed="rId342"/>
                <a:stretch>
                  <a:fillRect/>
                </a:stretch>
              </p:blipFill>
              <p:spPr>
                <a:xfrm>
                  <a:off x="6207831" y="2746403"/>
                  <a:ext cx="25560" cy="193320"/>
                </a:xfrm>
                <a:prstGeom prst="rect">
                  <a:avLst/>
                </a:prstGeom>
              </p:spPr>
            </p:pic>
          </mc:Fallback>
        </mc:AlternateContent>
        <mc:AlternateContent xmlns:mc="http://schemas.openxmlformats.org/markup-compatibility/2006" xmlns:p14="http://schemas.microsoft.com/office/powerpoint/2010/main">
          <mc:Choice Requires="p14">
            <p:contentPart p14:bwMode="auto" r:id="rId343">
              <p14:nvContentPartPr>
                <p14:cNvPr id="218" name="Ink 217">
                  <a:extLst>
                    <a:ext uri="{FF2B5EF4-FFF2-40B4-BE49-F238E27FC236}">
                      <a16:creationId xmlns:a16="http://schemas.microsoft.com/office/drawing/2014/main" id="{11914A81-F0AD-4D15-812C-659D67A1AF19}"/>
                    </a:ext>
                  </a:extLst>
                </p14:cNvPr>
                <p14:cNvContentPartPr/>
                <p14:nvPr/>
              </p14:nvContentPartPr>
              <p14:xfrm>
                <a:off x="6310071" y="2713283"/>
                <a:ext cx="33120" cy="106560"/>
              </p14:xfrm>
            </p:contentPart>
          </mc:Choice>
          <mc:Fallback xmlns="">
            <p:pic>
              <p:nvPicPr>
                <p:cNvPr id="218" name="Ink 217">
                  <a:extLst>
                    <a:ext uri="{FF2B5EF4-FFF2-40B4-BE49-F238E27FC236}">
                      <a16:creationId xmlns:a16="http://schemas.microsoft.com/office/drawing/2014/main" id="{11914A81-F0AD-4D15-812C-659D67A1AF19}"/>
                    </a:ext>
                  </a:extLst>
                </p:cNvPr>
                <p:cNvPicPr/>
                <p:nvPr/>
              </p:nvPicPr>
              <p:blipFill>
                <a:blip r:embed="rId344"/>
                <a:stretch>
                  <a:fillRect/>
                </a:stretch>
              </p:blipFill>
              <p:spPr>
                <a:xfrm>
                  <a:off x="6301071" y="2704283"/>
                  <a:ext cx="5076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345">
              <p14:nvContentPartPr>
                <p14:cNvPr id="219" name="Ink 218">
                  <a:extLst>
                    <a:ext uri="{FF2B5EF4-FFF2-40B4-BE49-F238E27FC236}">
                      <a16:creationId xmlns:a16="http://schemas.microsoft.com/office/drawing/2014/main" id="{589CF50D-E792-452D-87E1-0BA18C902F9C}"/>
                    </a:ext>
                  </a:extLst>
                </p14:cNvPr>
                <p14:cNvContentPartPr/>
                <p14:nvPr/>
              </p14:nvContentPartPr>
              <p14:xfrm>
                <a:off x="6375231" y="2727683"/>
                <a:ext cx="81000" cy="95760"/>
              </p14:xfrm>
            </p:contentPart>
          </mc:Choice>
          <mc:Fallback xmlns="">
            <p:pic>
              <p:nvPicPr>
                <p:cNvPr id="219" name="Ink 218">
                  <a:extLst>
                    <a:ext uri="{FF2B5EF4-FFF2-40B4-BE49-F238E27FC236}">
                      <a16:creationId xmlns:a16="http://schemas.microsoft.com/office/drawing/2014/main" id="{589CF50D-E792-452D-87E1-0BA18C902F9C}"/>
                    </a:ext>
                  </a:extLst>
                </p:cNvPr>
                <p:cNvPicPr/>
                <p:nvPr/>
              </p:nvPicPr>
              <p:blipFill>
                <a:blip r:embed="rId346"/>
                <a:stretch>
                  <a:fillRect/>
                </a:stretch>
              </p:blipFill>
              <p:spPr>
                <a:xfrm>
                  <a:off x="6366591" y="2719043"/>
                  <a:ext cx="98640" cy="113400"/>
                </a:xfrm>
                <a:prstGeom prst="rect">
                  <a:avLst/>
                </a:prstGeom>
              </p:spPr>
            </p:pic>
          </mc:Fallback>
        </mc:AlternateContent>
        <mc:AlternateContent xmlns:mc="http://schemas.openxmlformats.org/markup-compatibility/2006" xmlns:p14="http://schemas.microsoft.com/office/powerpoint/2010/main">
          <mc:Choice Requires="p14">
            <p:contentPart p14:bwMode="auto" r:id="rId347">
              <p14:nvContentPartPr>
                <p14:cNvPr id="220" name="Ink 219">
                  <a:extLst>
                    <a:ext uri="{FF2B5EF4-FFF2-40B4-BE49-F238E27FC236}">
                      <a16:creationId xmlns:a16="http://schemas.microsoft.com/office/drawing/2014/main" id="{679C0170-B958-417B-9098-049BE043F3FF}"/>
                    </a:ext>
                  </a:extLst>
                </p14:cNvPr>
                <p14:cNvContentPartPr/>
                <p14:nvPr/>
              </p14:nvContentPartPr>
              <p14:xfrm>
                <a:off x="6582231" y="2765843"/>
                <a:ext cx="206280" cy="181800"/>
              </p14:xfrm>
            </p:contentPart>
          </mc:Choice>
          <mc:Fallback xmlns="">
            <p:pic>
              <p:nvPicPr>
                <p:cNvPr id="220" name="Ink 219">
                  <a:extLst>
                    <a:ext uri="{FF2B5EF4-FFF2-40B4-BE49-F238E27FC236}">
                      <a16:creationId xmlns:a16="http://schemas.microsoft.com/office/drawing/2014/main" id="{679C0170-B958-417B-9098-049BE043F3FF}"/>
                    </a:ext>
                  </a:extLst>
                </p:cNvPr>
                <p:cNvPicPr/>
                <p:nvPr/>
              </p:nvPicPr>
              <p:blipFill>
                <a:blip r:embed="rId348"/>
                <a:stretch>
                  <a:fillRect/>
                </a:stretch>
              </p:blipFill>
              <p:spPr>
                <a:xfrm>
                  <a:off x="6573591" y="2757203"/>
                  <a:ext cx="223920" cy="199440"/>
                </a:xfrm>
                <a:prstGeom prst="rect">
                  <a:avLst/>
                </a:prstGeom>
              </p:spPr>
            </p:pic>
          </mc:Fallback>
        </mc:AlternateContent>
        <mc:AlternateContent xmlns:mc="http://schemas.openxmlformats.org/markup-compatibility/2006" xmlns:p14="http://schemas.microsoft.com/office/powerpoint/2010/main">
          <mc:Choice Requires="p14">
            <p:contentPart p14:bwMode="auto" r:id="rId349">
              <p14:nvContentPartPr>
                <p14:cNvPr id="221" name="Ink 220">
                  <a:extLst>
                    <a:ext uri="{FF2B5EF4-FFF2-40B4-BE49-F238E27FC236}">
                      <a16:creationId xmlns:a16="http://schemas.microsoft.com/office/drawing/2014/main" id="{D45FE047-22F3-4491-BDCD-69D153B8FF1D}"/>
                    </a:ext>
                  </a:extLst>
                </p14:cNvPr>
                <p14:cNvContentPartPr/>
                <p14:nvPr/>
              </p14:nvContentPartPr>
              <p14:xfrm>
                <a:off x="6814071" y="2836043"/>
                <a:ext cx="403560" cy="137880"/>
              </p14:xfrm>
            </p:contentPart>
          </mc:Choice>
          <mc:Fallback xmlns="">
            <p:pic>
              <p:nvPicPr>
                <p:cNvPr id="221" name="Ink 220">
                  <a:extLst>
                    <a:ext uri="{FF2B5EF4-FFF2-40B4-BE49-F238E27FC236}">
                      <a16:creationId xmlns:a16="http://schemas.microsoft.com/office/drawing/2014/main" id="{D45FE047-22F3-4491-BDCD-69D153B8FF1D}"/>
                    </a:ext>
                  </a:extLst>
                </p:cNvPr>
                <p:cNvPicPr/>
                <p:nvPr/>
              </p:nvPicPr>
              <p:blipFill>
                <a:blip r:embed="rId350"/>
                <a:stretch>
                  <a:fillRect/>
                </a:stretch>
              </p:blipFill>
              <p:spPr>
                <a:xfrm>
                  <a:off x="6805431" y="2827043"/>
                  <a:ext cx="421200" cy="155520"/>
                </a:xfrm>
                <a:prstGeom prst="rect">
                  <a:avLst/>
                </a:prstGeom>
              </p:spPr>
            </p:pic>
          </mc:Fallback>
        </mc:AlternateContent>
        <mc:AlternateContent xmlns:mc="http://schemas.openxmlformats.org/markup-compatibility/2006" xmlns:p14="http://schemas.microsoft.com/office/powerpoint/2010/main">
          <mc:Choice Requires="p14">
            <p:contentPart p14:bwMode="auto" r:id="rId351">
              <p14:nvContentPartPr>
                <p14:cNvPr id="222" name="Ink 221">
                  <a:extLst>
                    <a:ext uri="{FF2B5EF4-FFF2-40B4-BE49-F238E27FC236}">
                      <a16:creationId xmlns:a16="http://schemas.microsoft.com/office/drawing/2014/main" id="{F458D5E8-1E01-4AB9-8BAD-DC1C63F50CD7}"/>
                    </a:ext>
                  </a:extLst>
                </p14:cNvPr>
                <p14:cNvContentPartPr/>
                <p14:nvPr/>
              </p14:nvContentPartPr>
              <p14:xfrm>
                <a:off x="7266231" y="2831363"/>
                <a:ext cx="142560" cy="136800"/>
              </p14:xfrm>
            </p:contentPart>
          </mc:Choice>
          <mc:Fallback xmlns="">
            <p:pic>
              <p:nvPicPr>
                <p:cNvPr id="222" name="Ink 221">
                  <a:extLst>
                    <a:ext uri="{FF2B5EF4-FFF2-40B4-BE49-F238E27FC236}">
                      <a16:creationId xmlns:a16="http://schemas.microsoft.com/office/drawing/2014/main" id="{F458D5E8-1E01-4AB9-8BAD-DC1C63F50CD7}"/>
                    </a:ext>
                  </a:extLst>
                </p:cNvPr>
                <p:cNvPicPr/>
                <p:nvPr/>
              </p:nvPicPr>
              <p:blipFill>
                <a:blip r:embed="rId352"/>
                <a:stretch>
                  <a:fillRect/>
                </a:stretch>
              </p:blipFill>
              <p:spPr>
                <a:xfrm>
                  <a:off x="7257591" y="2822723"/>
                  <a:ext cx="160200" cy="154440"/>
                </a:xfrm>
                <a:prstGeom prst="rect">
                  <a:avLst/>
                </a:prstGeom>
              </p:spPr>
            </p:pic>
          </mc:Fallback>
        </mc:AlternateContent>
        <mc:AlternateContent xmlns:mc="http://schemas.openxmlformats.org/markup-compatibility/2006" xmlns:p14="http://schemas.microsoft.com/office/powerpoint/2010/main">
          <mc:Choice Requires="p14">
            <p:contentPart p14:bwMode="auto" r:id="rId353">
              <p14:nvContentPartPr>
                <p14:cNvPr id="223" name="Ink 222">
                  <a:extLst>
                    <a:ext uri="{FF2B5EF4-FFF2-40B4-BE49-F238E27FC236}">
                      <a16:creationId xmlns:a16="http://schemas.microsoft.com/office/drawing/2014/main" id="{79399873-1296-4957-96CC-C4EA914162AB}"/>
                    </a:ext>
                  </a:extLst>
                </p14:cNvPr>
                <p14:cNvContentPartPr/>
                <p14:nvPr/>
              </p14:nvContentPartPr>
              <p14:xfrm>
                <a:off x="7405191" y="2744603"/>
                <a:ext cx="569520" cy="207360"/>
              </p14:xfrm>
            </p:contentPart>
          </mc:Choice>
          <mc:Fallback xmlns="">
            <p:pic>
              <p:nvPicPr>
                <p:cNvPr id="223" name="Ink 222">
                  <a:extLst>
                    <a:ext uri="{FF2B5EF4-FFF2-40B4-BE49-F238E27FC236}">
                      <a16:creationId xmlns:a16="http://schemas.microsoft.com/office/drawing/2014/main" id="{79399873-1296-4957-96CC-C4EA914162AB}"/>
                    </a:ext>
                  </a:extLst>
                </p:cNvPr>
                <p:cNvPicPr/>
                <p:nvPr/>
              </p:nvPicPr>
              <p:blipFill>
                <a:blip r:embed="rId354"/>
                <a:stretch>
                  <a:fillRect/>
                </a:stretch>
              </p:blipFill>
              <p:spPr>
                <a:xfrm>
                  <a:off x="7396551" y="2735963"/>
                  <a:ext cx="587160" cy="225000"/>
                </a:xfrm>
                <a:prstGeom prst="rect">
                  <a:avLst/>
                </a:prstGeom>
              </p:spPr>
            </p:pic>
          </mc:Fallback>
        </mc:AlternateContent>
        <mc:AlternateContent xmlns:mc="http://schemas.openxmlformats.org/markup-compatibility/2006" xmlns:p14="http://schemas.microsoft.com/office/powerpoint/2010/main">
          <mc:Choice Requires="p14">
            <p:contentPart p14:bwMode="auto" r:id="rId355">
              <p14:nvContentPartPr>
                <p14:cNvPr id="224" name="Ink 223">
                  <a:extLst>
                    <a:ext uri="{FF2B5EF4-FFF2-40B4-BE49-F238E27FC236}">
                      <a16:creationId xmlns:a16="http://schemas.microsoft.com/office/drawing/2014/main" id="{BBB539CC-501D-476F-94EB-3D012394DF03}"/>
                    </a:ext>
                  </a:extLst>
                </p14:cNvPr>
                <p14:cNvContentPartPr/>
                <p14:nvPr/>
              </p14:nvContentPartPr>
              <p14:xfrm>
                <a:off x="7746111" y="2691323"/>
                <a:ext cx="15120" cy="27000"/>
              </p14:xfrm>
            </p:contentPart>
          </mc:Choice>
          <mc:Fallback xmlns="">
            <p:pic>
              <p:nvPicPr>
                <p:cNvPr id="224" name="Ink 223">
                  <a:extLst>
                    <a:ext uri="{FF2B5EF4-FFF2-40B4-BE49-F238E27FC236}">
                      <a16:creationId xmlns:a16="http://schemas.microsoft.com/office/drawing/2014/main" id="{BBB539CC-501D-476F-94EB-3D012394DF03}"/>
                    </a:ext>
                  </a:extLst>
                </p:cNvPr>
                <p:cNvPicPr/>
                <p:nvPr/>
              </p:nvPicPr>
              <p:blipFill>
                <a:blip r:embed="rId356"/>
                <a:stretch>
                  <a:fillRect/>
                </a:stretch>
              </p:blipFill>
              <p:spPr>
                <a:xfrm>
                  <a:off x="7737111" y="2682323"/>
                  <a:ext cx="3276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357">
              <p14:nvContentPartPr>
                <p14:cNvPr id="225" name="Ink 224">
                  <a:extLst>
                    <a:ext uri="{FF2B5EF4-FFF2-40B4-BE49-F238E27FC236}">
                      <a16:creationId xmlns:a16="http://schemas.microsoft.com/office/drawing/2014/main" id="{93451DB0-5DBF-454D-8847-E94A3E84CE84}"/>
                    </a:ext>
                  </a:extLst>
                </p14:cNvPr>
                <p14:cNvContentPartPr/>
                <p14:nvPr/>
              </p14:nvContentPartPr>
              <p14:xfrm>
                <a:off x="7562871" y="2759363"/>
                <a:ext cx="149400" cy="7200"/>
              </p14:xfrm>
            </p:contentPart>
          </mc:Choice>
          <mc:Fallback xmlns="">
            <p:pic>
              <p:nvPicPr>
                <p:cNvPr id="225" name="Ink 224">
                  <a:extLst>
                    <a:ext uri="{FF2B5EF4-FFF2-40B4-BE49-F238E27FC236}">
                      <a16:creationId xmlns:a16="http://schemas.microsoft.com/office/drawing/2014/main" id="{93451DB0-5DBF-454D-8847-E94A3E84CE84}"/>
                    </a:ext>
                  </a:extLst>
                </p:cNvPr>
                <p:cNvPicPr/>
                <p:nvPr/>
              </p:nvPicPr>
              <p:blipFill>
                <a:blip r:embed="rId358"/>
                <a:stretch>
                  <a:fillRect/>
                </a:stretch>
              </p:blipFill>
              <p:spPr>
                <a:xfrm>
                  <a:off x="7554231" y="2750363"/>
                  <a:ext cx="167040" cy="248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59">
            <p14:nvContentPartPr>
              <p14:cNvPr id="227" name="Ink 226">
                <a:extLst>
                  <a:ext uri="{FF2B5EF4-FFF2-40B4-BE49-F238E27FC236}">
                    <a16:creationId xmlns:a16="http://schemas.microsoft.com/office/drawing/2014/main" id="{A53BECA2-4E96-4AEB-8177-AD56450CA2F5}"/>
                  </a:ext>
                </a:extLst>
              </p14:cNvPr>
              <p14:cNvContentPartPr/>
              <p14:nvPr/>
            </p14:nvContentPartPr>
            <p14:xfrm>
              <a:off x="8271711" y="2876723"/>
              <a:ext cx="234000" cy="98280"/>
            </p14:xfrm>
          </p:contentPart>
        </mc:Choice>
        <mc:Fallback xmlns="">
          <p:pic>
            <p:nvPicPr>
              <p:cNvPr id="227" name="Ink 226">
                <a:extLst>
                  <a:ext uri="{FF2B5EF4-FFF2-40B4-BE49-F238E27FC236}">
                    <a16:creationId xmlns:a16="http://schemas.microsoft.com/office/drawing/2014/main" id="{A53BECA2-4E96-4AEB-8177-AD56450CA2F5}"/>
                  </a:ext>
                </a:extLst>
              </p:cNvPr>
              <p:cNvPicPr/>
              <p:nvPr/>
            </p:nvPicPr>
            <p:blipFill>
              <a:blip r:embed="rId360"/>
              <a:stretch>
                <a:fillRect/>
              </a:stretch>
            </p:blipFill>
            <p:spPr>
              <a:xfrm>
                <a:off x="8262711" y="2867723"/>
                <a:ext cx="25164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361">
            <p14:nvContentPartPr>
              <p14:cNvPr id="228" name="Ink 227">
                <a:extLst>
                  <a:ext uri="{FF2B5EF4-FFF2-40B4-BE49-F238E27FC236}">
                    <a16:creationId xmlns:a16="http://schemas.microsoft.com/office/drawing/2014/main" id="{38EAE01C-53BD-4120-AB0A-1E2907882788}"/>
                  </a:ext>
                </a:extLst>
              </p14:cNvPr>
              <p14:cNvContentPartPr/>
              <p14:nvPr/>
            </p14:nvContentPartPr>
            <p14:xfrm>
              <a:off x="8370351" y="2765123"/>
              <a:ext cx="21240" cy="22320"/>
            </p14:xfrm>
          </p:contentPart>
        </mc:Choice>
        <mc:Fallback xmlns="">
          <p:pic>
            <p:nvPicPr>
              <p:cNvPr id="228" name="Ink 227">
                <a:extLst>
                  <a:ext uri="{FF2B5EF4-FFF2-40B4-BE49-F238E27FC236}">
                    <a16:creationId xmlns:a16="http://schemas.microsoft.com/office/drawing/2014/main" id="{38EAE01C-53BD-4120-AB0A-1E2907882788}"/>
                  </a:ext>
                </a:extLst>
              </p:cNvPr>
              <p:cNvPicPr/>
              <p:nvPr/>
            </p:nvPicPr>
            <p:blipFill>
              <a:blip r:embed="rId362"/>
              <a:stretch>
                <a:fillRect/>
              </a:stretch>
            </p:blipFill>
            <p:spPr>
              <a:xfrm>
                <a:off x="8361351" y="2756483"/>
                <a:ext cx="38880" cy="39960"/>
              </a:xfrm>
              <a:prstGeom prst="rect">
                <a:avLst/>
              </a:prstGeom>
            </p:spPr>
          </p:pic>
        </mc:Fallback>
      </mc:AlternateContent>
      <p:grpSp>
        <p:nvGrpSpPr>
          <p:cNvPr id="234" name="Group 233">
            <a:extLst>
              <a:ext uri="{FF2B5EF4-FFF2-40B4-BE49-F238E27FC236}">
                <a16:creationId xmlns:a16="http://schemas.microsoft.com/office/drawing/2014/main" id="{1020EEEB-0A76-4856-BDFA-ACA650D8F1F8}"/>
              </a:ext>
            </a:extLst>
          </p:cNvPr>
          <p:cNvGrpSpPr/>
          <p:nvPr/>
        </p:nvGrpSpPr>
        <p:grpSpPr>
          <a:xfrm>
            <a:off x="8727831" y="2775923"/>
            <a:ext cx="990000" cy="210600"/>
            <a:chOff x="8727831" y="2775923"/>
            <a:chExt cx="990000" cy="210600"/>
          </a:xfrm>
        </p:grpSpPr>
        <mc:AlternateContent xmlns:mc="http://schemas.openxmlformats.org/markup-compatibility/2006" xmlns:p14="http://schemas.microsoft.com/office/powerpoint/2010/main">
          <mc:Choice Requires="p14">
            <p:contentPart p14:bwMode="auto" r:id="rId363">
              <p14:nvContentPartPr>
                <p14:cNvPr id="229" name="Ink 228">
                  <a:extLst>
                    <a:ext uri="{FF2B5EF4-FFF2-40B4-BE49-F238E27FC236}">
                      <a16:creationId xmlns:a16="http://schemas.microsoft.com/office/drawing/2014/main" id="{413C7AAA-AF62-41F5-A5EB-4F4602483F4B}"/>
                    </a:ext>
                  </a:extLst>
                </p14:cNvPr>
                <p14:cNvContentPartPr/>
                <p14:nvPr/>
              </p14:nvContentPartPr>
              <p14:xfrm>
                <a:off x="8727831" y="2775923"/>
                <a:ext cx="126000" cy="201960"/>
              </p14:xfrm>
            </p:contentPart>
          </mc:Choice>
          <mc:Fallback xmlns="">
            <p:pic>
              <p:nvPicPr>
                <p:cNvPr id="229" name="Ink 228">
                  <a:extLst>
                    <a:ext uri="{FF2B5EF4-FFF2-40B4-BE49-F238E27FC236}">
                      <a16:creationId xmlns:a16="http://schemas.microsoft.com/office/drawing/2014/main" id="{413C7AAA-AF62-41F5-A5EB-4F4602483F4B}"/>
                    </a:ext>
                  </a:extLst>
                </p:cNvPr>
                <p:cNvPicPr/>
                <p:nvPr/>
              </p:nvPicPr>
              <p:blipFill>
                <a:blip r:embed="rId364"/>
                <a:stretch>
                  <a:fillRect/>
                </a:stretch>
              </p:blipFill>
              <p:spPr>
                <a:xfrm>
                  <a:off x="8718831" y="2766923"/>
                  <a:ext cx="143640" cy="219600"/>
                </a:xfrm>
                <a:prstGeom prst="rect">
                  <a:avLst/>
                </a:prstGeom>
              </p:spPr>
            </p:pic>
          </mc:Fallback>
        </mc:AlternateContent>
        <mc:AlternateContent xmlns:mc="http://schemas.openxmlformats.org/markup-compatibility/2006" xmlns:p14="http://schemas.microsoft.com/office/powerpoint/2010/main">
          <mc:Choice Requires="p14">
            <p:contentPart p14:bwMode="auto" r:id="rId365">
              <p14:nvContentPartPr>
                <p14:cNvPr id="230" name="Ink 229">
                  <a:extLst>
                    <a:ext uri="{FF2B5EF4-FFF2-40B4-BE49-F238E27FC236}">
                      <a16:creationId xmlns:a16="http://schemas.microsoft.com/office/drawing/2014/main" id="{7E0CCF27-07C1-45C7-94D8-F29891501BDF}"/>
                    </a:ext>
                  </a:extLst>
                </p14:cNvPr>
                <p14:cNvContentPartPr/>
                <p14:nvPr/>
              </p14:nvContentPartPr>
              <p14:xfrm>
                <a:off x="8907471" y="2797883"/>
                <a:ext cx="237240" cy="175680"/>
              </p14:xfrm>
            </p:contentPart>
          </mc:Choice>
          <mc:Fallback xmlns="">
            <p:pic>
              <p:nvPicPr>
                <p:cNvPr id="230" name="Ink 229">
                  <a:extLst>
                    <a:ext uri="{FF2B5EF4-FFF2-40B4-BE49-F238E27FC236}">
                      <a16:creationId xmlns:a16="http://schemas.microsoft.com/office/drawing/2014/main" id="{7E0CCF27-07C1-45C7-94D8-F29891501BDF}"/>
                    </a:ext>
                  </a:extLst>
                </p:cNvPr>
                <p:cNvPicPr/>
                <p:nvPr/>
              </p:nvPicPr>
              <p:blipFill>
                <a:blip r:embed="rId366"/>
                <a:stretch>
                  <a:fillRect/>
                </a:stretch>
              </p:blipFill>
              <p:spPr>
                <a:xfrm>
                  <a:off x="8898471" y="2789243"/>
                  <a:ext cx="254880" cy="193320"/>
                </a:xfrm>
                <a:prstGeom prst="rect">
                  <a:avLst/>
                </a:prstGeom>
              </p:spPr>
            </p:pic>
          </mc:Fallback>
        </mc:AlternateContent>
        <mc:AlternateContent xmlns:mc="http://schemas.openxmlformats.org/markup-compatibility/2006" xmlns:p14="http://schemas.microsoft.com/office/powerpoint/2010/main">
          <mc:Choice Requires="p14">
            <p:contentPart p14:bwMode="auto" r:id="rId367">
              <p14:nvContentPartPr>
                <p14:cNvPr id="231" name="Ink 230">
                  <a:extLst>
                    <a:ext uri="{FF2B5EF4-FFF2-40B4-BE49-F238E27FC236}">
                      <a16:creationId xmlns:a16="http://schemas.microsoft.com/office/drawing/2014/main" id="{6D824320-EE34-4408-A973-D1696B123332}"/>
                    </a:ext>
                  </a:extLst>
                </p14:cNvPr>
                <p14:cNvContentPartPr/>
                <p14:nvPr/>
              </p14:nvContentPartPr>
              <p14:xfrm>
                <a:off x="9156951" y="2838203"/>
                <a:ext cx="245160" cy="139680"/>
              </p14:xfrm>
            </p:contentPart>
          </mc:Choice>
          <mc:Fallback xmlns="">
            <p:pic>
              <p:nvPicPr>
                <p:cNvPr id="231" name="Ink 230">
                  <a:extLst>
                    <a:ext uri="{FF2B5EF4-FFF2-40B4-BE49-F238E27FC236}">
                      <a16:creationId xmlns:a16="http://schemas.microsoft.com/office/drawing/2014/main" id="{6D824320-EE34-4408-A973-D1696B123332}"/>
                    </a:ext>
                  </a:extLst>
                </p:cNvPr>
                <p:cNvPicPr/>
                <p:nvPr/>
              </p:nvPicPr>
              <p:blipFill>
                <a:blip r:embed="rId368"/>
                <a:stretch>
                  <a:fillRect/>
                </a:stretch>
              </p:blipFill>
              <p:spPr>
                <a:xfrm>
                  <a:off x="9147951" y="2829563"/>
                  <a:ext cx="262800" cy="157320"/>
                </a:xfrm>
                <a:prstGeom prst="rect">
                  <a:avLst/>
                </a:prstGeom>
              </p:spPr>
            </p:pic>
          </mc:Fallback>
        </mc:AlternateContent>
        <mc:AlternateContent xmlns:mc="http://schemas.openxmlformats.org/markup-compatibility/2006" xmlns:p14="http://schemas.microsoft.com/office/powerpoint/2010/main">
          <mc:Choice Requires="p14">
            <p:contentPart p14:bwMode="auto" r:id="rId369">
              <p14:nvContentPartPr>
                <p14:cNvPr id="232" name="Ink 231">
                  <a:extLst>
                    <a:ext uri="{FF2B5EF4-FFF2-40B4-BE49-F238E27FC236}">
                      <a16:creationId xmlns:a16="http://schemas.microsoft.com/office/drawing/2014/main" id="{60625DFC-44FC-45C4-93DB-1C638E3C711E}"/>
                    </a:ext>
                  </a:extLst>
                </p14:cNvPr>
                <p14:cNvContentPartPr/>
                <p14:nvPr/>
              </p14:nvContentPartPr>
              <p14:xfrm>
                <a:off x="9011511" y="2818403"/>
                <a:ext cx="160560" cy="30240"/>
              </p14:xfrm>
            </p:contentPart>
          </mc:Choice>
          <mc:Fallback xmlns="">
            <p:pic>
              <p:nvPicPr>
                <p:cNvPr id="232" name="Ink 231">
                  <a:extLst>
                    <a:ext uri="{FF2B5EF4-FFF2-40B4-BE49-F238E27FC236}">
                      <a16:creationId xmlns:a16="http://schemas.microsoft.com/office/drawing/2014/main" id="{60625DFC-44FC-45C4-93DB-1C638E3C711E}"/>
                    </a:ext>
                  </a:extLst>
                </p:cNvPr>
                <p:cNvPicPr/>
                <p:nvPr/>
              </p:nvPicPr>
              <p:blipFill>
                <a:blip r:embed="rId370"/>
                <a:stretch>
                  <a:fillRect/>
                </a:stretch>
              </p:blipFill>
              <p:spPr>
                <a:xfrm>
                  <a:off x="9002511" y="2809763"/>
                  <a:ext cx="17820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371">
              <p14:nvContentPartPr>
                <p14:cNvPr id="233" name="Ink 232">
                  <a:extLst>
                    <a:ext uri="{FF2B5EF4-FFF2-40B4-BE49-F238E27FC236}">
                      <a16:creationId xmlns:a16="http://schemas.microsoft.com/office/drawing/2014/main" id="{5B40999F-865D-4E9B-B36B-48C0FD35B065}"/>
                    </a:ext>
                  </a:extLst>
                </p14:cNvPr>
                <p14:cNvContentPartPr/>
                <p14:nvPr/>
              </p14:nvContentPartPr>
              <p14:xfrm>
                <a:off x="9560151" y="2802923"/>
                <a:ext cx="157680" cy="183600"/>
              </p14:xfrm>
            </p:contentPart>
          </mc:Choice>
          <mc:Fallback xmlns="">
            <p:pic>
              <p:nvPicPr>
                <p:cNvPr id="233" name="Ink 232">
                  <a:extLst>
                    <a:ext uri="{FF2B5EF4-FFF2-40B4-BE49-F238E27FC236}">
                      <a16:creationId xmlns:a16="http://schemas.microsoft.com/office/drawing/2014/main" id="{5B40999F-865D-4E9B-B36B-48C0FD35B065}"/>
                    </a:ext>
                  </a:extLst>
                </p:cNvPr>
                <p:cNvPicPr/>
                <p:nvPr/>
              </p:nvPicPr>
              <p:blipFill>
                <a:blip r:embed="rId372"/>
                <a:stretch>
                  <a:fillRect/>
                </a:stretch>
              </p:blipFill>
              <p:spPr>
                <a:xfrm>
                  <a:off x="9551151" y="2793923"/>
                  <a:ext cx="175320" cy="2012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73">
            <p14:nvContentPartPr>
              <p14:cNvPr id="238" name="Ink 237">
                <a:extLst>
                  <a:ext uri="{FF2B5EF4-FFF2-40B4-BE49-F238E27FC236}">
                    <a16:creationId xmlns:a16="http://schemas.microsoft.com/office/drawing/2014/main" id="{7DF8AABE-9B3E-45B6-A8C6-36D9B428FA94}"/>
                  </a:ext>
                </a:extLst>
              </p14:cNvPr>
              <p14:cNvContentPartPr/>
              <p14:nvPr/>
            </p14:nvContentPartPr>
            <p14:xfrm>
              <a:off x="10001151" y="2737043"/>
              <a:ext cx="7200" cy="48960"/>
            </p14:xfrm>
          </p:contentPart>
        </mc:Choice>
        <mc:Fallback xmlns="">
          <p:pic>
            <p:nvPicPr>
              <p:cNvPr id="238" name="Ink 237">
                <a:extLst>
                  <a:ext uri="{FF2B5EF4-FFF2-40B4-BE49-F238E27FC236}">
                    <a16:creationId xmlns:a16="http://schemas.microsoft.com/office/drawing/2014/main" id="{7DF8AABE-9B3E-45B6-A8C6-36D9B428FA94}"/>
                  </a:ext>
                </a:extLst>
              </p:cNvPr>
              <p:cNvPicPr/>
              <p:nvPr/>
            </p:nvPicPr>
            <p:blipFill>
              <a:blip r:embed="rId374"/>
              <a:stretch>
                <a:fillRect/>
              </a:stretch>
            </p:blipFill>
            <p:spPr>
              <a:xfrm>
                <a:off x="9992511" y="2728403"/>
                <a:ext cx="24840" cy="66600"/>
              </a:xfrm>
              <a:prstGeom prst="rect">
                <a:avLst/>
              </a:prstGeom>
            </p:spPr>
          </p:pic>
        </mc:Fallback>
      </mc:AlternateContent>
      <mc:AlternateContent xmlns:mc="http://schemas.openxmlformats.org/markup-compatibility/2006" xmlns:p14="http://schemas.microsoft.com/office/powerpoint/2010/main">
        <mc:Choice Requires="p14">
          <p:contentPart p14:bwMode="auto" r:id="rId375">
            <p14:nvContentPartPr>
              <p14:cNvPr id="239" name="Ink 238">
                <a:extLst>
                  <a:ext uri="{FF2B5EF4-FFF2-40B4-BE49-F238E27FC236}">
                    <a16:creationId xmlns:a16="http://schemas.microsoft.com/office/drawing/2014/main" id="{B4E0EFE5-103E-4D9E-BD41-235EBF650F84}"/>
                  </a:ext>
                </a:extLst>
              </p14:cNvPr>
              <p14:cNvContentPartPr/>
              <p14:nvPr/>
            </p14:nvContentPartPr>
            <p14:xfrm>
              <a:off x="9994671" y="2862683"/>
              <a:ext cx="3960" cy="29160"/>
            </p14:xfrm>
          </p:contentPart>
        </mc:Choice>
        <mc:Fallback xmlns="">
          <p:pic>
            <p:nvPicPr>
              <p:cNvPr id="239" name="Ink 238">
                <a:extLst>
                  <a:ext uri="{FF2B5EF4-FFF2-40B4-BE49-F238E27FC236}">
                    <a16:creationId xmlns:a16="http://schemas.microsoft.com/office/drawing/2014/main" id="{B4E0EFE5-103E-4D9E-BD41-235EBF650F84}"/>
                  </a:ext>
                </a:extLst>
              </p:cNvPr>
              <p:cNvPicPr/>
              <p:nvPr/>
            </p:nvPicPr>
            <p:blipFill>
              <a:blip r:embed="rId376"/>
              <a:stretch>
                <a:fillRect/>
              </a:stretch>
            </p:blipFill>
            <p:spPr>
              <a:xfrm>
                <a:off x="9985671" y="2853683"/>
                <a:ext cx="21600" cy="46800"/>
              </a:xfrm>
              <a:prstGeom prst="rect">
                <a:avLst/>
              </a:prstGeom>
            </p:spPr>
          </p:pic>
        </mc:Fallback>
      </mc:AlternateContent>
      <p:grpSp>
        <p:nvGrpSpPr>
          <p:cNvPr id="243" name="Group 242">
            <a:extLst>
              <a:ext uri="{FF2B5EF4-FFF2-40B4-BE49-F238E27FC236}">
                <a16:creationId xmlns:a16="http://schemas.microsoft.com/office/drawing/2014/main" id="{60D654B2-94A7-4737-BE6C-D45B46AB3A3F}"/>
              </a:ext>
            </a:extLst>
          </p:cNvPr>
          <p:cNvGrpSpPr/>
          <p:nvPr/>
        </p:nvGrpSpPr>
        <p:grpSpPr>
          <a:xfrm>
            <a:off x="6118551" y="3244643"/>
            <a:ext cx="521640" cy="190440"/>
            <a:chOff x="6118551" y="3244643"/>
            <a:chExt cx="521640" cy="190440"/>
          </a:xfrm>
        </p:grpSpPr>
        <mc:AlternateContent xmlns:mc="http://schemas.openxmlformats.org/markup-compatibility/2006" xmlns:p14="http://schemas.microsoft.com/office/powerpoint/2010/main">
          <mc:Choice Requires="p14">
            <p:contentPart p14:bwMode="auto" r:id="rId377">
              <p14:nvContentPartPr>
                <p14:cNvPr id="235" name="Ink 234">
                  <a:extLst>
                    <a:ext uri="{FF2B5EF4-FFF2-40B4-BE49-F238E27FC236}">
                      <a16:creationId xmlns:a16="http://schemas.microsoft.com/office/drawing/2014/main" id="{DF065971-C573-43FD-80F9-17093E0DA49B}"/>
                    </a:ext>
                  </a:extLst>
                </p14:cNvPr>
                <p14:cNvContentPartPr/>
                <p14:nvPr/>
              </p14:nvContentPartPr>
              <p14:xfrm>
                <a:off x="6118551" y="3244643"/>
                <a:ext cx="163440" cy="151920"/>
              </p14:xfrm>
            </p:contentPart>
          </mc:Choice>
          <mc:Fallback xmlns="">
            <p:pic>
              <p:nvPicPr>
                <p:cNvPr id="235" name="Ink 234">
                  <a:extLst>
                    <a:ext uri="{FF2B5EF4-FFF2-40B4-BE49-F238E27FC236}">
                      <a16:creationId xmlns:a16="http://schemas.microsoft.com/office/drawing/2014/main" id="{DF065971-C573-43FD-80F9-17093E0DA49B}"/>
                    </a:ext>
                  </a:extLst>
                </p:cNvPr>
                <p:cNvPicPr/>
                <p:nvPr/>
              </p:nvPicPr>
              <p:blipFill>
                <a:blip r:embed="rId378"/>
                <a:stretch>
                  <a:fillRect/>
                </a:stretch>
              </p:blipFill>
              <p:spPr>
                <a:xfrm>
                  <a:off x="6109911" y="3235643"/>
                  <a:ext cx="181080" cy="169560"/>
                </a:xfrm>
                <a:prstGeom prst="rect">
                  <a:avLst/>
                </a:prstGeom>
              </p:spPr>
            </p:pic>
          </mc:Fallback>
        </mc:AlternateContent>
        <mc:AlternateContent xmlns:mc="http://schemas.openxmlformats.org/markup-compatibility/2006" xmlns:p14="http://schemas.microsoft.com/office/powerpoint/2010/main">
          <mc:Choice Requires="p14">
            <p:contentPart p14:bwMode="auto" r:id="rId379">
              <p14:nvContentPartPr>
                <p14:cNvPr id="236" name="Ink 235">
                  <a:extLst>
                    <a:ext uri="{FF2B5EF4-FFF2-40B4-BE49-F238E27FC236}">
                      <a16:creationId xmlns:a16="http://schemas.microsoft.com/office/drawing/2014/main" id="{97F3ADF7-92EE-4F68-AA6E-061AD17F473F}"/>
                    </a:ext>
                  </a:extLst>
                </p14:cNvPr>
                <p14:cNvContentPartPr/>
                <p14:nvPr/>
              </p14:nvContentPartPr>
              <p14:xfrm>
                <a:off x="6322311" y="3346883"/>
                <a:ext cx="7920" cy="79920"/>
              </p14:xfrm>
            </p:contentPart>
          </mc:Choice>
          <mc:Fallback xmlns="">
            <p:pic>
              <p:nvPicPr>
                <p:cNvPr id="236" name="Ink 235">
                  <a:extLst>
                    <a:ext uri="{FF2B5EF4-FFF2-40B4-BE49-F238E27FC236}">
                      <a16:creationId xmlns:a16="http://schemas.microsoft.com/office/drawing/2014/main" id="{97F3ADF7-92EE-4F68-AA6E-061AD17F473F}"/>
                    </a:ext>
                  </a:extLst>
                </p:cNvPr>
                <p:cNvPicPr/>
                <p:nvPr/>
              </p:nvPicPr>
              <p:blipFill>
                <a:blip r:embed="rId380"/>
                <a:stretch>
                  <a:fillRect/>
                </a:stretch>
              </p:blipFill>
              <p:spPr>
                <a:xfrm>
                  <a:off x="6313671" y="3337883"/>
                  <a:ext cx="25560" cy="97560"/>
                </a:xfrm>
                <a:prstGeom prst="rect">
                  <a:avLst/>
                </a:prstGeom>
              </p:spPr>
            </p:pic>
          </mc:Fallback>
        </mc:AlternateContent>
        <mc:AlternateContent xmlns:mc="http://schemas.openxmlformats.org/markup-compatibility/2006" xmlns:p14="http://schemas.microsoft.com/office/powerpoint/2010/main">
          <mc:Choice Requires="p14">
            <p:contentPart p14:bwMode="auto" r:id="rId381">
              <p14:nvContentPartPr>
                <p14:cNvPr id="237" name="Ink 236">
                  <a:extLst>
                    <a:ext uri="{FF2B5EF4-FFF2-40B4-BE49-F238E27FC236}">
                      <a16:creationId xmlns:a16="http://schemas.microsoft.com/office/drawing/2014/main" id="{02C0CE0D-DB3E-4563-86DC-F134841446BB}"/>
                    </a:ext>
                  </a:extLst>
                </p14:cNvPr>
                <p14:cNvContentPartPr/>
                <p14:nvPr/>
              </p14:nvContentPartPr>
              <p14:xfrm>
                <a:off x="6381351" y="3336083"/>
                <a:ext cx="6120" cy="99000"/>
              </p14:xfrm>
            </p:contentPart>
          </mc:Choice>
          <mc:Fallback xmlns="">
            <p:pic>
              <p:nvPicPr>
                <p:cNvPr id="237" name="Ink 236">
                  <a:extLst>
                    <a:ext uri="{FF2B5EF4-FFF2-40B4-BE49-F238E27FC236}">
                      <a16:creationId xmlns:a16="http://schemas.microsoft.com/office/drawing/2014/main" id="{02C0CE0D-DB3E-4563-86DC-F134841446BB}"/>
                    </a:ext>
                  </a:extLst>
                </p:cNvPr>
                <p:cNvPicPr/>
                <p:nvPr/>
              </p:nvPicPr>
              <p:blipFill>
                <a:blip r:embed="rId382"/>
                <a:stretch>
                  <a:fillRect/>
                </a:stretch>
              </p:blipFill>
              <p:spPr>
                <a:xfrm>
                  <a:off x="6372351" y="3327083"/>
                  <a:ext cx="23760" cy="116640"/>
                </a:xfrm>
                <a:prstGeom prst="rect">
                  <a:avLst/>
                </a:prstGeom>
              </p:spPr>
            </p:pic>
          </mc:Fallback>
        </mc:AlternateContent>
        <mc:AlternateContent xmlns:mc="http://schemas.openxmlformats.org/markup-compatibility/2006" xmlns:p14="http://schemas.microsoft.com/office/powerpoint/2010/main">
          <mc:Choice Requires="p14">
            <p:contentPart p14:bwMode="auto" r:id="rId383">
              <p14:nvContentPartPr>
                <p14:cNvPr id="241" name="Ink 240">
                  <a:extLst>
                    <a:ext uri="{FF2B5EF4-FFF2-40B4-BE49-F238E27FC236}">
                      <a16:creationId xmlns:a16="http://schemas.microsoft.com/office/drawing/2014/main" id="{BDBCB807-407D-429F-91E4-1BA6A0AEB762}"/>
                    </a:ext>
                  </a:extLst>
                </p14:cNvPr>
                <p14:cNvContentPartPr/>
                <p14:nvPr/>
              </p14:nvContentPartPr>
              <p14:xfrm>
                <a:off x="6536871" y="3309083"/>
                <a:ext cx="75960" cy="15120"/>
              </p14:xfrm>
            </p:contentPart>
          </mc:Choice>
          <mc:Fallback xmlns="">
            <p:pic>
              <p:nvPicPr>
                <p:cNvPr id="241" name="Ink 240">
                  <a:extLst>
                    <a:ext uri="{FF2B5EF4-FFF2-40B4-BE49-F238E27FC236}">
                      <a16:creationId xmlns:a16="http://schemas.microsoft.com/office/drawing/2014/main" id="{BDBCB807-407D-429F-91E4-1BA6A0AEB762}"/>
                    </a:ext>
                  </a:extLst>
                </p:cNvPr>
                <p:cNvPicPr/>
                <p:nvPr/>
              </p:nvPicPr>
              <p:blipFill>
                <a:blip r:embed="rId384"/>
                <a:stretch>
                  <a:fillRect/>
                </a:stretch>
              </p:blipFill>
              <p:spPr>
                <a:xfrm>
                  <a:off x="6527871" y="3300443"/>
                  <a:ext cx="93600" cy="32760"/>
                </a:xfrm>
                <a:prstGeom prst="rect">
                  <a:avLst/>
                </a:prstGeom>
              </p:spPr>
            </p:pic>
          </mc:Fallback>
        </mc:AlternateContent>
        <mc:AlternateContent xmlns:mc="http://schemas.openxmlformats.org/markup-compatibility/2006" xmlns:p14="http://schemas.microsoft.com/office/powerpoint/2010/main">
          <mc:Choice Requires="p14">
            <p:contentPart p14:bwMode="auto" r:id="rId385">
              <p14:nvContentPartPr>
                <p14:cNvPr id="242" name="Ink 241">
                  <a:extLst>
                    <a:ext uri="{FF2B5EF4-FFF2-40B4-BE49-F238E27FC236}">
                      <a16:creationId xmlns:a16="http://schemas.microsoft.com/office/drawing/2014/main" id="{27AB4DA0-2841-483A-80C1-6201746BA3B0}"/>
                    </a:ext>
                  </a:extLst>
                </p14:cNvPr>
                <p14:cNvContentPartPr/>
                <p14:nvPr/>
              </p14:nvContentPartPr>
              <p14:xfrm>
                <a:off x="6564951" y="3358763"/>
                <a:ext cx="75240" cy="23040"/>
              </p14:xfrm>
            </p:contentPart>
          </mc:Choice>
          <mc:Fallback xmlns="">
            <p:pic>
              <p:nvPicPr>
                <p:cNvPr id="242" name="Ink 241">
                  <a:extLst>
                    <a:ext uri="{FF2B5EF4-FFF2-40B4-BE49-F238E27FC236}">
                      <a16:creationId xmlns:a16="http://schemas.microsoft.com/office/drawing/2014/main" id="{27AB4DA0-2841-483A-80C1-6201746BA3B0}"/>
                    </a:ext>
                  </a:extLst>
                </p:cNvPr>
                <p:cNvPicPr/>
                <p:nvPr/>
              </p:nvPicPr>
              <p:blipFill>
                <a:blip r:embed="rId386"/>
                <a:stretch>
                  <a:fillRect/>
                </a:stretch>
              </p:blipFill>
              <p:spPr>
                <a:xfrm>
                  <a:off x="6556311" y="3349763"/>
                  <a:ext cx="92880" cy="40680"/>
                </a:xfrm>
                <a:prstGeom prst="rect">
                  <a:avLst/>
                </a:prstGeom>
              </p:spPr>
            </p:pic>
          </mc:Fallback>
        </mc:AlternateContent>
      </p:grpSp>
      <p:grpSp>
        <p:nvGrpSpPr>
          <p:cNvPr id="265" name="Group 264">
            <a:extLst>
              <a:ext uri="{FF2B5EF4-FFF2-40B4-BE49-F238E27FC236}">
                <a16:creationId xmlns:a16="http://schemas.microsoft.com/office/drawing/2014/main" id="{6BF1A2EE-0076-41FE-8A2E-CC290FD07C46}"/>
              </a:ext>
            </a:extLst>
          </p:cNvPr>
          <p:cNvGrpSpPr/>
          <p:nvPr/>
        </p:nvGrpSpPr>
        <p:grpSpPr>
          <a:xfrm>
            <a:off x="6821631" y="3232043"/>
            <a:ext cx="857880" cy="209520"/>
            <a:chOff x="6821631" y="3232043"/>
            <a:chExt cx="857880" cy="209520"/>
          </a:xfrm>
        </p:grpSpPr>
        <mc:AlternateContent xmlns:mc="http://schemas.openxmlformats.org/markup-compatibility/2006" xmlns:p14="http://schemas.microsoft.com/office/powerpoint/2010/main">
          <mc:Choice Requires="p14">
            <p:contentPart p14:bwMode="auto" r:id="rId387">
              <p14:nvContentPartPr>
                <p14:cNvPr id="244" name="Ink 243">
                  <a:extLst>
                    <a:ext uri="{FF2B5EF4-FFF2-40B4-BE49-F238E27FC236}">
                      <a16:creationId xmlns:a16="http://schemas.microsoft.com/office/drawing/2014/main" id="{0B99686B-49E4-4FC1-A30B-F6728B9F79D5}"/>
                    </a:ext>
                  </a:extLst>
                </p14:cNvPr>
                <p14:cNvContentPartPr/>
                <p14:nvPr/>
              </p14:nvContentPartPr>
              <p14:xfrm>
                <a:off x="6821631" y="3266603"/>
                <a:ext cx="152280" cy="127440"/>
              </p14:xfrm>
            </p:contentPart>
          </mc:Choice>
          <mc:Fallback xmlns="">
            <p:pic>
              <p:nvPicPr>
                <p:cNvPr id="244" name="Ink 243">
                  <a:extLst>
                    <a:ext uri="{FF2B5EF4-FFF2-40B4-BE49-F238E27FC236}">
                      <a16:creationId xmlns:a16="http://schemas.microsoft.com/office/drawing/2014/main" id="{0B99686B-49E4-4FC1-A30B-F6728B9F79D5}"/>
                    </a:ext>
                  </a:extLst>
                </p:cNvPr>
                <p:cNvPicPr/>
                <p:nvPr/>
              </p:nvPicPr>
              <p:blipFill>
                <a:blip r:embed="rId388"/>
                <a:stretch>
                  <a:fillRect/>
                </a:stretch>
              </p:blipFill>
              <p:spPr>
                <a:xfrm>
                  <a:off x="6812631" y="3257963"/>
                  <a:ext cx="16992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389">
              <p14:nvContentPartPr>
                <p14:cNvPr id="245" name="Ink 244">
                  <a:extLst>
                    <a:ext uri="{FF2B5EF4-FFF2-40B4-BE49-F238E27FC236}">
                      <a16:creationId xmlns:a16="http://schemas.microsoft.com/office/drawing/2014/main" id="{CF069BD3-0298-41BA-B344-53D92AE1B563}"/>
                    </a:ext>
                  </a:extLst>
                </p14:cNvPr>
                <p14:cNvContentPartPr/>
                <p14:nvPr/>
              </p14:nvContentPartPr>
              <p14:xfrm>
                <a:off x="7054911" y="3353363"/>
                <a:ext cx="12240" cy="88200"/>
              </p14:xfrm>
            </p:contentPart>
          </mc:Choice>
          <mc:Fallback xmlns="">
            <p:pic>
              <p:nvPicPr>
                <p:cNvPr id="245" name="Ink 244">
                  <a:extLst>
                    <a:ext uri="{FF2B5EF4-FFF2-40B4-BE49-F238E27FC236}">
                      <a16:creationId xmlns:a16="http://schemas.microsoft.com/office/drawing/2014/main" id="{CF069BD3-0298-41BA-B344-53D92AE1B563}"/>
                    </a:ext>
                  </a:extLst>
                </p:cNvPr>
                <p:cNvPicPr/>
                <p:nvPr/>
              </p:nvPicPr>
              <p:blipFill>
                <a:blip r:embed="rId390"/>
                <a:stretch>
                  <a:fillRect/>
                </a:stretch>
              </p:blipFill>
              <p:spPr>
                <a:xfrm>
                  <a:off x="7046271" y="3344723"/>
                  <a:ext cx="29880" cy="105840"/>
                </a:xfrm>
                <a:prstGeom prst="rect">
                  <a:avLst/>
                </a:prstGeom>
              </p:spPr>
            </p:pic>
          </mc:Fallback>
        </mc:AlternateContent>
        <mc:AlternateContent xmlns:mc="http://schemas.openxmlformats.org/markup-compatibility/2006" xmlns:p14="http://schemas.microsoft.com/office/powerpoint/2010/main">
          <mc:Choice Requires="p14">
            <p:contentPart p14:bwMode="auto" r:id="rId391">
              <p14:nvContentPartPr>
                <p14:cNvPr id="246" name="Ink 245">
                  <a:extLst>
                    <a:ext uri="{FF2B5EF4-FFF2-40B4-BE49-F238E27FC236}">
                      <a16:creationId xmlns:a16="http://schemas.microsoft.com/office/drawing/2014/main" id="{1BBA1D95-40F0-4A4F-BB79-34EE8A73AF04}"/>
                    </a:ext>
                  </a:extLst>
                </p14:cNvPr>
                <p14:cNvContentPartPr/>
                <p14:nvPr/>
              </p14:nvContentPartPr>
              <p14:xfrm>
                <a:off x="7143111" y="3232043"/>
                <a:ext cx="118440" cy="205920"/>
              </p14:xfrm>
            </p:contentPart>
          </mc:Choice>
          <mc:Fallback xmlns="">
            <p:pic>
              <p:nvPicPr>
                <p:cNvPr id="246" name="Ink 245">
                  <a:extLst>
                    <a:ext uri="{FF2B5EF4-FFF2-40B4-BE49-F238E27FC236}">
                      <a16:creationId xmlns:a16="http://schemas.microsoft.com/office/drawing/2014/main" id="{1BBA1D95-40F0-4A4F-BB79-34EE8A73AF04}"/>
                    </a:ext>
                  </a:extLst>
                </p:cNvPr>
                <p:cNvPicPr/>
                <p:nvPr/>
              </p:nvPicPr>
              <p:blipFill>
                <a:blip r:embed="rId392"/>
                <a:stretch>
                  <a:fillRect/>
                </a:stretch>
              </p:blipFill>
              <p:spPr>
                <a:xfrm>
                  <a:off x="7134471" y="3223043"/>
                  <a:ext cx="136080" cy="223560"/>
                </a:xfrm>
                <a:prstGeom prst="rect">
                  <a:avLst/>
                </a:prstGeom>
              </p:spPr>
            </p:pic>
          </mc:Fallback>
        </mc:AlternateContent>
        <mc:AlternateContent xmlns:mc="http://schemas.openxmlformats.org/markup-compatibility/2006" xmlns:p14="http://schemas.microsoft.com/office/powerpoint/2010/main">
          <mc:Choice Requires="p14">
            <p:contentPart p14:bwMode="auto" r:id="rId393">
              <p14:nvContentPartPr>
                <p14:cNvPr id="247" name="Ink 246">
                  <a:extLst>
                    <a:ext uri="{FF2B5EF4-FFF2-40B4-BE49-F238E27FC236}">
                      <a16:creationId xmlns:a16="http://schemas.microsoft.com/office/drawing/2014/main" id="{9E4901EC-A5C8-4B28-997D-85FB94B6A02D}"/>
                    </a:ext>
                  </a:extLst>
                </p14:cNvPr>
                <p14:cNvContentPartPr/>
                <p14:nvPr/>
              </p14:nvContentPartPr>
              <p14:xfrm>
                <a:off x="7291791" y="3281003"/>
                <a:ext cx="88560" cy="123840"/>
              </p14:xfrm>
            </p:contentPart>
          </mc:Choice>
          <mc:Fallback xmlns="">
            <p:pic>
              <p:nvPicPr>
                <p:cNvPr id="247" name="Ink 246">
                  <a:extLst>
                    <a:ext uri="{FF2B5EF4-FFF2-40B4-BE49-F238E27FC236}">
                      <a16:creationId xmlns:a16="http://schemas.microsoft.com/office/drawing/2014/main" id="{9E4901EC-A5C8-4B28-997D-85FB94B6A02D}"/>
                    </a:ext>
                  </a:extLst>
                </p:cNvPr>
                <p:cNvPicPr/>
                <p:nvPr/>
              </p:nvPicPr>
              <p:blipFill>
                <a:blip r:embed="rId394"/>
                <a:stretch>
                  <a:fillRect/>
                </a:stretch>
              </p:blipFill>
              <p:spPr>
                <a:xfrm>
                  <a:off x="7282791" y="3272003"/>
                  <a:ext cx="106200" cy="141480"/>
                </a:xfrm>
                <a:prstGeom prst="rect">
                  <a:avLst/>
                </a:prstGeom>
              </p:spPr>
            </p:pic>
          </mc:Fallback>
        </mc:AlternateContent>
        <mc:AlternateContent xmlns:mc="http://schemas.openxmlformats.org/markup-compatibility/2006" xmlns:p14="http://schemas.microsoft.com/office/powerpoint/2010/main">
          <mc:Choice Requires="p14">
            <p:contentPart p14:bwMode="auto" r:id="rId395">
              <p14:nvContentPartPr>
                <p14:cNvPr id="248" name="Ink 247">
                  <a:extLst>
                    <a:ext uri="{FF2B5EF4-FFF2-40B4-BE49-F238E27FC236}">
                      <a16:creationId xmlns:a16="http://schemas.microsoft.com/office/drawing/2014/main" id="{BA0A01C0-F0FC-4C88-9E3A-6D16EBAF551C}"/>
                    </a:ext>
                  </a:extLst>
                </p14:cNvPr>
                <p14:cNvContentPartPr/>
                <p14:nvPr/>
              </p14:nvContentPartPr>
              <p14:xfrm>
                <a:off x="7454511" y="3356603"/>
                <a:ext cx="25560" cy="8280"/>
              </p14:xfrm>
            </p:contentPart>
          </mc:Choice>
          <mc:Fallback xmlns="">
            <p:pic>
              <p:nvPicPr>
                <p:cNvPr id="248" name="Ink 247">
                  <a:extLst>
                    <a:ext uri="{FF2B5EF4-FFF2-40B4-BE49-F238E27FC236}">
                      <a16:creationId xmlns:a16="http://schemas.microsoft.com/office/drawing/2014/main" id="{BA0A01C0-F0FC-4C88-9E3A-6D16EBAF551C}"/>
                    </a:ext>
                  </a:extLst>
                </p:cNvPr>
                <p:cNvPicPr/>
                <p:nvPr/>
              </p:nvPicPr>
              <p:blipFill>
                <a:blip r:embed="rId396"/>
                <a:stretch>
                  <a:fillRect/>
                </a:stretch>
              </p:blipFill>
              <p:spPr>
                <a:xfrm>
                  <a:off x="7445871" y="3347963"/>
                  <a:ext cx="4320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397">
              <p14:nvContentPartPr>
                <p14:cNvPr id="249" name="Ink 248">
                  <a:extLst>
                    <a:ext uri="{FF2B5EF4-FFF2-40B4-BE49-F238E27FC236}">
                      <a16:creationId xmlns:a16="http://schemas.microsoft.com/office/drawing/2014/main" id="{E046B93F-424A-4B24-A412-9E8E06696B84}"/>
                    </a:ext>
                  </a:extLst>
                </p14:cNvPr>
                <p14:cNvContentPartPr/>
                <p14:nvPr/>
              </p14:nvContentPartPr>
              <p14:xfrm>
                <a:off x="7554591" y="3234203"/>
                <a:ext cx="124920" cy="193680"/>
              </p14:xfrm>
            </p:contentPart>
          </mc:Choice>
          <mc:Fallback xmlns="">
            <p:pic>
              <p:nvPicPr>
                <p:cNvPr id="249" name="Ink 248">
                  <a:extLst>
                    <a:ext uri="{FF2B5EF4-FFF2-40B4-BE49-F238E27FC236}">
                      <a16:creationId xmlns:a16="http://schemas.microsoft.com/office/drawing/2014/main" id="{E046B93F-424A-4B24-A412-9E8E06696B84}"/>
                    </a:ext>
                  </a:extLst>
                </p:cNvPr>
                <p:cNvPicPr/>
                <p:nvPr/>
              </p:nvPicPr>
              <p:blipFill>
                <a:blip r:embed="rId398"/>
                <a:stretch>
                  <a:fillRect/>
                </a:stretch>
              </p:blipFill>
              <p:spPr>
                <a:xfrm>
                  <a:off x="7545591" y="3225203"/>
                  <a:ext cx="142560" cy="211320"/>
                </a:xfrm>
                <a:prstGeom prst="rect">
                  <a:avLst/>
                </a:prstGeom>
              </p:spPr>
            </p:pic>
          </mc:Fallback>
        </mc:AlternateContent>
      </p:grpSp>
      <p:grpSp>
        <p:nvGrpSpPr>
          <p:cNvPr id="264" name="Group 263">
            <a:extLst>
              <a:ext uri="{FF2B5EF4-FFF2-40B4-BE49-F238E27FC236}">
                <a16:creationId xmlns:a16="http://schemas.microsoft.com/office/drawing/2014/main" id="{088F165E-C448-4024-A59F-063676B91B69}"/>
              </a:ext>
            </a:extLst>
          </p:cNvPr>
          <p:cNvGrpSpPr/>
          <p:nvPr/>
        </p:nvGrpSpPr>
        <p:grpSpPr>
          <a:xfrm>
            <a:off x="7934031" y="3265523"/>
            <a:ext cx="133920" cy="131760"/>
            <a:chOff x="7934031" y="3265523"/>
            <a:chExt cx="133920" cy="131760"/>
          </a:xfrm>
        </p:grpSpPr>
        <mc:AlternateContent xmlns:mc="http://schemas.openxmlformats.org/markup-compatibility/2006" xmlns:p14="http://schemas.microsoft.com/office/powerpoint/2010/main">
          <mc:Choice Requires="p14">
            <p:contentPart p14:bwMode="auto" r:id="rId399">
              <p14:nvContentPartPr>
                <p14:cNvPr id="250" name="Ink 249">
                  <a:extLst>
                    <a:ext uri="{FF2B5EF4-FFF2-40B4-BE49-F238E27FC236}">
                      <a16:creationId xmlns:a16="http://schemas.microsoft.com/office/drawing/2014/main" id="{DE89CB1D-8001-4975-A615-3A664EB7E377}"/>
                    </a:ext>
                  </a:extLst>
                </p14:cNvPr>
                <p14:cNvContentPartPr/>
                <p14:nvPr/>
              </p14:nvContentPartPr>
              <p14:xfrm>
                <a:off x="7934031" y="3301523"/>
                <a:ext cx="133920" cy="28440"/>
              </p14:xfrm>
            </p:contentPart>
          </mc:Choice>
          <mc:Fallback xmlns="">
            <p:pic>
              <p:nvPicPr>
                <p:cNvPr id="250" name="Ink 249">
                  <a:extLst>
                    <a:ext uri="{FF2B5EF4-FFF2-40B4-BE49-F238E27FC236}">
                      <a16:creationId xmlns:a16="http://schemas.microsoft.com/office/drawing/2014/main" id="{DE89CB1D-8001-4975-A615-3A664EB7E377}"/>
                    </a:ext>
                  </a:extLst>
                </p:cNvPr>
                <p:cNvPicPr/>
                <p:nvPr/>
              </p:nvPicPr>
              <p:blipFill>
                <a:blip r:embed="rId400"/>
                <a:stretch>
                  <a:fillRect/>
                </a:stretch>
              </p:blipFill>
              <p:spPr>
                <a:xfrm>
                  <a:off x="7925391" y="3292523"/>
                  <a:ext cx="15156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401">
              <p14:nvContentPartPr>
                <p14:cNvPr id="251" name="Ink 250">
                  <a:extLst>
                    <a:ext uri="{FF2B5EF4-FFF2-40B4-BE49-F238E27FC236}">
                      <a16:creationId xmlns:a16="http://schemas.microsoft.com/office/drawing/2014/main" id="{15BB5B4B-F694-4ADD-BCC9-2CED0F176425}"/>
                    </a:ext>
                  </a:extLst>
                </p14:cNvPr>
                <p14:cNvContentPartPr/>
                <p14:nvPr/>
              </p14:nvContentPartPr>
              <p14:xfrm>
                <a:off x="7991991" y="3265523"/>
                <a:ext cx="10800" cy="131760"/>
              </p14:xfrm>
            </p:contentPart>
          </mc:Choice>
          <mc:Fallback xmlns="">
            <p:pic>
              <p:nvPicPr>
                <p:cNvPr id="251" name="Ink 250">
                  <a:extLst>
                    <a:ext uri="{FF2B5EF4-FFF2-40B4-BE49-F238E27FC236}">
                      <a16:creationId xmlns:a16="http://schemas.microsoft.com/office/drawing/2014/main" id="{15BB5B4B-F694-4ADD-BCC9-2CED0F176425}"/>
                    </a:ext>
                  </a:extLst>
                </p:cNvPr>
                <p:cNvPicPr/>
                <p:nvPr/>
              </p:nvPicPr>
              <p:blipFill>
                <a:blip r:embed="rId402"/>
                <a:stretch>
                  <a:fillRect/>
                </a:stretch>
              </p:blipFill>
              <p:spPr>
                <a:xfrm>
                  <a:off x="7983351" y="3256523"/>
                  <a:ext cx="28440" cy="149400"/>
                </a:xfrm>
                <a:prstGeom prst="rect">
                  <a:avLst/>
                </a:prstGeom>
              </p:spPr>
            </p:pic>
          </mc:Fallback>
        </mc:AlternateContent>
      </p:grpSp>
      <p:grpSp>
        <p:nvGrpSpPr>
          <p:cNvPr id="263" name="Group 262">
            <a:extLst>
              <a:ext uri="{FF2B5EF4-FFF2-40B4-BE49-F238E27FC236}">
                <a16:creationId xmlns:a16="http://schemas.microsoft.com/office/drawing/2014/main" id="{A9E0CD62-6103-4DF9-8AC2-50B3E5F2B0BE}"/>
              </a:ext>
            </a:extLst>
          </p:cNvPr>
          <p:cNvGrpSpPr/>
          <p:nvPr/>
        </p:nvGrpSpPr>
        <p:grpSpPr>
          <a:xfrm>
            <a:off x="8382591" y="3179843"/>
            <a:ext cx="1015920" cy="243360"/>
            <a:chOff x="8382591" y="3179843"/>
            <a:chExt cx="1015920" cy="243360"/>
          </a:xfrm>
        </p:grpSpPr>
        <mc:AlternateContent xmlns:mc="http://schemas.openxmlformats.org/markup-compatibility/2006" xmlns:p14="http://schemas.microsoft.com/office/powerpoint/2010/main">
          <mc:Choice Requires="p14">
            <p:contentPart p14:bwMode="auto" r:id="rId403">
              <p14:nvContentPartPr>
                <p14:cNvPr id="252" name="Ink 251">
                  <a:extLst>
                    <a:ext uri="{FF2B5EF4-FFF2-40B4-BE49-F238E27FC236}">
                      <a16:creationId xmlns:a16="http://schemas.microsoft.com/office/drawing/2014/main" id="{7B268D5B-2C08-4008-AA1B-1FB21424D5E8}"/>
                    </a:ext>
                  </a:extLst>
                </p14:cNvPr>
                <p14:cNvContentPartPr/>
                <p14:nvPr/>
              </p14:nvContentPartPr>
              <p14:xfrm>
                <a:off x="8382591" y="3281723"/>
                <a:ext cx="148320" cy="108000"/>
              </p14:xfrm>
            </p:contentPart>
          </mc:Choice>
          <mc:Fallback xmlns="">
            <p:pic>
              <p:nvPicPr>
                <p:cNvPr id="252" name="Ink 251">
                  <a:extLst>
                    <a:ext uri="{FF2B5EF4-FFF2-40B4-BE49-F238E27FC236}">
                      <a16:creationId xmlns:a16="http://schemas.microsoft.com/office/drawing/2014/main" id="{7B268D5B-2C08-4008-AA1B-1FB21424D5E8}"/>
                    </a:ext>
                  </a:extLst>
                </p:cNvPr>
                <p:cNvPicPr/>
                <p:nvPr/>
              </p:nvPicPr>
              <p:blipFill>
                <a:blip r:embed="rId404"/>
                <a:stretch>
                  <a:fillRect/>
                </a:stretch>
              </p:blipFill>
              <p:spPr>
                <a:xfrm>
                  <a:off x="8373591" y="3273083"/>
                  <a:ext cx="165960" cy="125640"/>
                </a:xfrm>
                <a:prstGeom prst="rect">
                  <a:avLst/>
                </a:prstGeom>
              </p:spPr>
            </p:pic>
          </mc:Fallback>
        </mc:AlternateContent>
        <mc:AlternateContent xmlns:mc="http://schemas.openxmlformats.org/markup-compatibility/2006" xmlns:p14="http://schemas.microsoft.com/office/powerpoint/2010/main">
          <mc:Choice Requires="p14">
            <p:contentPart p14:bwMode="auto" r:id="rId405">
              <p14:nvContentPartPr>
                <p14:cNvPr id="253" name="Ink 252">
                  <a:extLst>
                    <a:ext uri="{FF2B5EF4-FFF2-40B4-BE49-F238E27FC236}">
                      <a16:creationId xmlns:a16="http://schemas.microsoft.com/office/drawing/2014/main" id="{7207AB2B-C7BF-4FAC-B5DB-0EA2697B545E}"/>
                    </a:ext>
                  </a:extLst>
                </p14:cNvPr>
                <p14:cNvContentPartPr/>
                <p14:nvPr/>
              </p14:nvContentPartPr>
              <p14:xfrm>
                <a:off x="8593191" y="3324563"/>
                <a:ext cx="142920" cy="98640"/>
              </p14:xfrm>
            </p:contentPart>
          </mc:Choice>
          <mc:Fallback xmlns="">
            <p:pic>
              <p:nvPicPr>
                <p:cNvPr id="253" name="Ink 252">
                  <a:extLst>
                    <a:ext uri="{FF2B5EF4-FFF2-40B4-BE49-F238E27FC236}">
                      <a16:creationId xmlns:a16="http://schemas.microsoft.com/office/drawing/2014/main" id="{7207AB2B-C7BF-4FAC-B5DB-0EA2697B545E}"/>
                    </a:ext>
                  </a:extLst>
                </p:cNvPr>
                <p:cNvPicPr/>
                <p:nvPr/>
              </p:nvPicPr>
              <p:blipFill>
                <a:blip r:embed="rId406"/>
                <a:stretch>
                  <a:fillRect/>
                </a:stretch>
              </p:blipFill>
              <p:spPr>
                <a:xfrm>
                  <a:off x="8584191" y="3315923"/>
                  <a:ext cx="160560" cy="116280"/>
                </a:xfrm>
                <a:prstGeom prst="rect">
                  <a:avLst/>
                </a:prstGeom>
              </p:spPr>
            </p:pic>
          </mc:Fallback>
        </mc:AlternateContent>
        <mc:AlternateContent xmlns:mc="http://schemas.openxmlformats.org/markup-compatibility/2006" xmlns:p14="http://schemas.microsoft.com/office/powerpoint/2010/main">
          <mc:Choice Requires="p14">
            <p:contentPart p14:bwMode="auto" r:id="rId407">
              <p14:nvContentPartPr>
                <p14:cNvPr id="254" name="Ink 253">
                  <a:extLst>
                    <a:ext uri="{FF2B5EF4-FFF2-40B4-BE49-F238E27FC236}">
                      <a16:creationId xmlns:a16="http://schemas.microsoft.com/office/drawing/2014/main" id="{CF603246-584B-480F-A0EC-DB40AC8609B4}"/>
                    </a:ext>
                  </a:extLst>
                </p14:cNvPr>
                <p14:cNvContentPartPr/>
                <p14:nvPr/>
              </p14:nvContentPartPr>
              <p14:xfrm>
                <a:off x="8818911" y="3185243"/>
                <a:ext cx="60480" cy="237600"/>
              </p14:xfrm>
            </p:contentPart>
          </mc:Choice>
          <mc:Fallback xmlns="">
            <p:pic>
              <p:nvPicPr>
                <p:cNvPr id="254" name="Ink 253">
                  <a:extLst>
                    <a:ext uri="{FF2B5EF4-FFF2-40B4-BE49-F238E27FC236}">
                      <a16:creationId xmlns:a16="http://schemas.microsoft.com/office/drawing/2014/main" id="{CF603246-584B-480F-A0EC-DB40AC8609B4}"/>
                    </a:ext>
                  </a:extLst>
                </p:cNvPr>
                <p:cNvPicPr/>
                <p:nvPr/>
              </p:nvPicPr>
              <p:blipFill>
                <a:blip r:embed="rId408"/>
                <a:stretch>
                  <a:fillRect/>
                </a:stretch>
              </p:blipFill>
              <p:spPr>
                <a:xfrm>
                  <a:off x="8809911" y="3176603"/>
                  <a:ext cx="78120" cy="255240"/>
                </a:xfrm>
                <a:prstGeom prst="rect">
                  <a:avLst/>
                </a:prstGeom>
              </p:spPr>
            </p:pic>
          </mc:Fallback>
        </mc:AlternateContent>
        <mc:AlternateContent xmlns:mc="http://schemas.openxmlformats.org/markup-compatibility/2006" xmlns:p14="http://schemas.microsoft.com/office/powerpoint/2010/main">
          <mc:Choice Requires="p14">
            <p:contentPart p14:bwMode="auto" r:id="rId409">
              <p14:nvContentPartPr>
                <p14:cNvPr id="255" name="Ink 254">
                  <a:extLst>
                    <a:ext uri="{FF2B5EF4-FFF2-40B4-BE49-F238E27FC236}">
                      <a16:creationId xmlns:a16="http://schemas.microsoft.com/office/drawing/2014/main" id="{7831B387-CD94-4E36-94D4-CBEDE2EDFC7C}"/>
                    </a:ext>
                  </a:extLst>
                </p14:cNvPr>
                <p14:cNvContentPartPr/>
                <p14:nvPr/>
              </p14:nvContentPartPr>
              <p14:xfrm>
                <a:off x="8980191" y="3260843"/>
                <a:ext cx="77760" cy="126720"/>
              </p14:xfrm>
            </p:contentPart>
          </mc:Choice>
          <mc:Fallback xmlns="">
            <p:pic>
              <p:nvPicPr>
                <p:cNvPr id="255" name="Ink 254">
                  <a:extLst>
                    <a:ext uri="{FF2B5EF4-FFF2-40B4-BE49-F238E27FC236}">
                      <a16:creationId xmlns:a16="http://schemas.microsoft.com/office/drawing/2014/main" id="{7831B387-CD94-4E36-94D4-CBEDE2EDFC7C}"/>
                    </a:ext>
                  </a:extLst>
                </p:cNvPr>
                <p:cNvPicPr/>
                <p:nvPr/>
              </p:nvPicPr>
              <p:blipFill>
                <a:blip r:embed="rId410"/>
                <a:stretch>
                  <a:fillRect/>
                </a:stretch>
              </p:blipFill>
              <p:spPr>
                <a:xfrm>
                  <a:off x="8971551" y="3251843"/>
                  <a:ext cx="9540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411">
              <p14:nvContentPartPr>
                <p14:cNvPr id="256" name="Ink 255">
                  <a:extLst>
                    <a:ext uri="{FF2B5EF4-FFF2-40B4-BE49-F238E27FC236}">
                      <a16:creationId xmlns:a16="http://schemas.microsoft.com/office/drawing/2014/main" id="{0C89DDF3-C2A4-4868-A6A6-1A05A2C7F8F2}"/>
                    </a:ext>
                  </a:extLst>
                </p14:cNvPr>
                <p14:cNvContentPartPr/>
                <p14:nvPr/>
              </p14:nvContentPartPr>
              <p14:xfrm>
                <a:off x="9138231" y="3310163"/>
                <a:ext cx="9360" cy="12960"/>
              </p14:xfrm>
            </p:contentPart>
          </mc:Choice>
          <mc:Fallback xmlns="">
            <p:pic>
              <p:nvPicPr>
                <p:cNvPr id="256" name="Ink 255">
                  <a:extLst>
                    <a:ext uri="{FF2B5EF4-FFF2-40B4-BE49-F238E27FC236}">
                      <a16:creationId xmlns:a16="http://schemas.microsoft.com/office/drawing/2014/main" id="{0C89DDF3-C2A4-4868-A6A6-1A05A2C7F8F2}"/>
                    </a:ext>
                  </a:extLst>
                </p:cNvPr>
                <p:cNvPicPr/>
                <p:nvPr/>
              </p:nvPicPr>
              <p:blipFill>
                <a:blip r:embed="rId412"/>
                <a:stretch>
                  <a:fillRect/>
                </a:stretch>
              </p:blipFill>
              <p:spPr>
                <a:xfrm>
                  <a:off x="9129591" y="3301163"/>
                  <a:ext cx="27000" cy="30600"/>
                </a:xfrm>
                <a:prstGeom prst="rect">
                  <a:avLst/>
                </a:prstGeom>
              </p:spPr>
            </p:pic>
          </mc:Fallback>
        </mc:AlternateContent>
        <mc:AlternateContent xmlns:mc="http://schemas.openxmlformats.org/markup-compatibility/2006" xmlns:p14="http://schemas.microsoft.com/office/powerpoint/2010/main">
          <mc:Choice Requires="p14">
            <p:contentPart p14:bwMode="auto" r:id="rId413">
              <p14:nvContentPartPr>
                <p14:cNvPr id="257" name="Ink 256">
                  <a:extLst>
                    <a:ext uri="{FF2B5EF4-FFF2-40B4-BE49-F238E27FC236}">
                      <a16:creationId xmlns:a16="http://schemas.microsoft.com/office/drawing/2014/main" id="{0822A683-AABE-4649-A15F-7C4588D9AFFD}"/>
                    </a:ext>
                  </a:extLst>
                </p14:cNvPr>
                <p14:cNvContentPartPr/>
                <p14:nvPr/>
              </p14:nvContentPartPr>
              <p14:xfrm>
                <a:off x="9181791" y="3231323"/>
                <a:ext cx="113040" cy="163800"/>
              </p14:xfrm>
            </p:contentPart>
          </mc:Choice>
          <mc:Fallback xmlns="">
            <p:pic>
              <p:nvPicPr>
                <p:cNvPr id="257" name="Ink 256">
                  <a:extLst>
                    <a:ext uri="{FF2B5EF4-FFF2-40B4-BE49-F238E27FC236}">
                      <a16:creationId xmlns:a16="http://schemas.microsoft.com/office/drawing/2014/main" id="{0822A683-AABE-4649-A15F-7C4588D9AFFD}"/>
                    </a:ext>
                  </a:extLst>
                </p:cNvPr>
                <p:cNvPicPr/>
                <p:nvPr/>
              </p:nvPicPr>
              <p:blipFill>
                <a:blip r:embed="rId414"/>
                <a:stretch>
                  <a:fillRect/>
                </a:stretch>
              </p:blipFill>
              <p:spPr>
                <a:xfrm>
                  <a:off x="9173151" y="3222683"/>
                  <a:ext cx="130680" cy="181440"/>
                </a:xfrm>
                <a:prstGeom prst="rect">
                  <a:avLst/>
                </a:prstGeom>
              </p:spPr>
            </p:pic>
          </mc:Fallback>
        </mc:AlternateContent>
        <mc:AlternateContent xmlns:mc="http://schemas.openxmlformats.org/markup-compatibility/2006" xmlns:p14="http://schemas.microsoft.com/office/powerpoint/2010/main">
          <mc:Choice Requires="p14">
            <p:contentPart p14:bwMode="auto" r:id="rId415">
              <p14:nvContentPartPr>
                <p14:cNvPr id="258" name="Ink 257">
                  <a:extLst>
                    <a:ext uri="{FF2B5EF4-FFF2-40B4-BE49-F238E27FC236}">
                      <a16:creationId xmlns:a16="http://schemas.microsoft.com/office/drawing/2014/main" id="{1A29AB72-2722-4E47-8CB2-4322D7C7ABE6}"/>
                    </a:ext>
                  </a:extLst>
                </p14:cNvPr>
                <p14:cNvContentPartPr/>
                <p14:nvPr/>
              </p14:nvContentPartPr>
              <p14:xfrm>
                <a:off x="9356031" y="3179843"/>
                <a:ext cx="42480" cy="227880"/>
              </p14:xfrm>
            </p:contentPart>
          </mc:Choice>
          <mc:Fallback xmlns="">
            <p:pic>
              <p:nvPicPr>
                <p:cNvPr id="258" name="Ink 257">
                  <a:extLst>
                    <a:ext uri="{FF2B5EF4-FFF2-40B4-BE49-F238E27FC236}">
                      <a16:creationId xmlns:a16="http://schemas.microsoft.com/office/drawing/2014/main" id="{1A29AB72-2722-4E47-8CB2-4322D7C7ABE6}"/>
                    </a:ext>
                  </a:extLst>
                </p:cNvPr>
                <p:cNvPicPr/>
                <p:nvPr/>
              </p:nvPicPr>
              <p:blipFill>
                <a:blip r:embed="rId416"/>
                <a:stretch>
                  <a:fillRect/>
                </a:stretch>
              </p:blipFill>
              <p:spPr>
                <a:xfrm>
                  <a:off x="9347391" y="3171203"/>
                  <a:ext cx="60120" cy="245520"/>
                </a:xfrm>
                <a:prstGeom prst="rect">
                  <a:avLst/>
                </a:prstGeom>
              </p:spPr>
            </p:pic>
          </mc:Fallback>
        </mc:AlternateContent>
      </p:grpSp>
      <p:grpSp>
        <p:nvGrpSpPr>
          <p:cNvPr id="262" name="Group 261">
            <a:extLst>
              <a:ext uri="{FF2B5EF4-FFF2-40B4-BE49-F238E27FC236}">
                <a16:creationId xmlns:a16="http://schemas.microsoft.com/office/drawing/2014/main" id="{8EF61412-1321-44DC-BC24-0B7143BA5F0E}"/>
              </a:ext>
            </a:extLst>
          </p:cNvPr>
          <p:cNvGrpSpPr/>
          <p:nvPr/>
        </p:nvGrpSpPr>
        <p:grpSpPr>
          <a:xfrm>
            <a:off x="9595791" y="3292163"/>
            <a:ext cx="95400" cy="95400"/>
            <a:chOff x="9595791" y="3292163"/>
            <a:chExt cx="95400" cy="95400"/>
          </a:xfrm>
        </p:grpSpPr>
        <mc:AlternateContent xmlns:mc="http://schemas.openxmlformats.org/markup-compatibility/2006" xmlns:p14="http://schemas.microsoft.com/office/powerpoint/2010/main">
          <mc:Choice Requires="p14">
            <p:contentPart p14:bwMode="auto" r:id="rId417">
              <p14:nvContentPartPr>
                <p14:cNvPr id="259" name="Ink 258">
                  <a:extLst>
                    <a:ext uri="{FF2B5EF4-FFF2-40B4-BE49-F238E27FC236}">
                      <a16:creationId xmlns:a16="http://schemas.microsoft.com/office/drawing/2014/main" id="{FEB49AA1-F43B-4B64-8066-D0D029AFA360}"/>
                    </a:ext>
                  </a:extLst>
                </p14:cNvPr>
                <p14:cNvContentPartPr/>
                <p14:nvPr/>
              </p14:nvContentPartPr>
              <p14:xfrm>
                <a:off x="9607671" y="3292163"/>
                <a:ext cx="70200" cy="22320"/>
              </p14:xfrm>
            </p:contentPart>
          </mc:Choice>
          <mc:Fallback xmlns="">
            <p:pic>
              <p:nvPicPr>
                <p:cNvPr id="259" name="Ink 258">
                  <a:extLst>
                    <a:ext uri="{FF2B5EF4-FFF2-40B4-BE49-F238E27FC236}">
                      <a16:creationId xmlns:a16="http://schemas.microsoft.com/office/drawing/2014/main" id="{FEB49AA1-F43B-4B64-8066-D0D029AFA360}"/>
                    </a:ext>
                  </a:extLst>
                </p:cNvPr>
                <p:cNvPicPr/>
                <p:nvPr/>
              </p:nvPicPr>
              <p:blipFill>
                <a:blip r:embed="rId418"/>
                <a:stretch>
                  <a:fillRect/>
                </a:stretch>
              </p:blipFill>
              <p:spPr>
                <a:xfrm>
                  <a:off x="9598671" y="3283163"/>
                  <a:ext cx="8784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419">
              <p14:nvContentPartPr>
                <p14:cNvPr id="260" name="Ink 259">
                  <a:extLst>
                    <a:ext uri="{FF2B5EF4-FFF2-40B4-BE49-F238E27FC236}">
                      <a16:creationId xmlns:a16="http://schemas.microsoft.com/office/drawing/2014/main" id="{9642CE7A-277F-4C1C-B3C2-3D3EC7155C98}"/>
                    </a:ext>
                  </a:extLst>
                </p14:cNvPr>
                <p14:cNvContentPartPr/>
                <p14:nvPr/>
              </p14:nvContentPartPr>
              <p14:xfrm>
                <a:off x="9595791" y="3375323"/>
                <a:ext cx="95400" cy="12240"/>
              </p14:xfrm>
            </p:contentPart>
          </mc:Choice>
          <mc:Fallback xmlns="">
            <p:pic>
              <p:nvPicPr>
                <p:cNvPr id="260" name="Ink 259">
                  <a:extLst>
                    <a:ext uri="{FF2B5EF4-FFF2-40B4-BE49-F238E27FC236}">
                      <a16:creationId xmlns:a16="http://schemas.microsoft.com/office/drawing/2014/main" id="{9642CE7A-277F-4C1C-B3C2-3D3EC7155C98}"/>
                    </a:ext>
                  </a:extLst>
                </p:cNvPr>
                <p:cNvPicPr/>
                <p:nvPr/>
              </p:nvPicPr>
              <p:blipFill>
                <a:blip r:embed="rId420"/>
                <a:stretch>
                  <a:fillRect/>
                </a:stretch>
              </p:blipFill>
              <p:spPr>
                <a:xfrm>
                  <a:off x="9586791" y="3366683"/>
                  <a:ext cx="113040" cy="298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21">
            <p14:nvContentPartPr>
              <p14:cNvPr id="261" name="Ink 260">
                <a:extLst>
                  <a:ext uri="{FF2B5EF4-FFF2-40B4-BE49-F238E27FC236}">
                    <a16:creationId xmlns:a16="http://schemas.microsoft.com/office/drawing/2014/main" id="{77A7C70A-0D0E-41B6-9FE1-3FC2E49A2FB0}"/>
                  </a:ext>
                </a:extLst>
              </p14:cNvPr>
              <p14:cNvContentPartPr/>
              <p14:nvPr/>
            </p14:nvContentPartPr>
            <p14:xfrm>
              <a:off x="9971631" y="3386843"/>
              <a:ext cx="885960" cy="39600"/>
            </p14:xfrm>
          </p:contentPart>
        </mc:Choice>
        <mc:Fallback xmlns="">
          <p:pic>
            <p:nvPicPr>
              <p:cNvPr id="261" name="Ink 260">
                <a:extLst>
                  <a:ext uri="{FF2B5EF4-FFF2-40B4-BE49-F238E27FC236}">
                    <a16:creationId xmlns:a16="http://schemas.microsoft.com/office/drawing/2014/main" id="{77A7C70A-0D0E-41B6-9FE1-3FC2E49A2FB0}"/>
                  </a:ext>
                </a:extLst>
              </p:cNvPr>
              <p:cNvPicPr/>
              <p:nvPr/>
            </p:nvPicPr>
            <p:blipFill>
              <a:blip r:embed="rId422"/>
              <a:stretch>
                <a:fillRect/>
              </a:stretch>
            </p:blipFill>
            <p:spPr>
              <a:xfrm>
                <a:off x="9962631" y="3377843"/>
                <a:ext cx="903600" cy="57240"/>
              </a:xfrm>
              <a:prstGeom prst="rect">
                <a:avLst/>
              </a:prstGeom>
            </p:spPr>
          </p:pic>
        </mc:Fallback>
      </mc:AlternateContent>
      <p:grpSp>
        <p:nvGrpSpPr>
          <p:cNvPr id="271" name="Group 270">
            <a:extLst>
              <a:ext uri="{FF2B5EF4-FFF2-40B4-BE49-F238E27FC236}">
                <a16:creationId xmlns:a16="http://schemas.microsoft.com/office/drawing/2014/main" id="{96596BB9-09FE-421E-A48A-305DE0BF2802}"/>
              </a:ext>
            </a:extLst>
          </p:cNvPr>
          <p:cNvGrpSpPr/>
          <p:nvPr/>
        </p:nvGrpSpPr>
        <p:grpSpPr>
          <a:xfrm>
            <a:off x="10948671" y="3142403"/>
            <a:ext cx="585360" cy="196560"/>
            <a:chOff x="10948671" y="3142403"/>
            <a:chExt cx="585360" cy="196560"/>
          </a:xfrm>
        </p:grpSpPr>
        <mc:AlternateContent xmlns:mc="http://schemas.openxmlformats.org/markup-compatibility/2006" xmlns:p14="http://schemas.microsoft.com/office/powerpoint/2010/main">
          <mc:Choice Requires="p14">
            <p:contentPart p14:bwMode="auto" r:id="rId423">
              <p14:nvContentPartPr>
                <p14:cNvPr id="266" name="Ink 265">
                  <a:extLst>
                    <a:ext uri="{FF2B5EF4-FFF2-40B4-BE49-F238E27FC236}">
                      <a16:creationId xmlns:a16="http://schemas.microsoft.com/office/drawing/2014/main" id="{7C272850-2946-4B01-9D5E-9473E53851F6}"/>
                    </a:ext>
                  </a:extLst>
                </p14:cNvPr>
                <p14:cNvContentPartPr/>
                <p14:nvPr/>
              </p14:nvContentPartPr>
              <p14:xfrm>
                <a:off x="10948671" y="3142403"/>
                <a:ext cx="114480" cy="158400"/>
              </p14:xfrm>
            </p:contentPart>
          </mc:Choice>
          <mc:Fallback xmlns="">
            <p:pic>
              <p:nvPicPr>
                <p:cNvPr id="266" name="Ink 265">
                  <a:extLst>
                    <a:ext uri="{FF2B5EF4-FFF2-40B4-BE49-F238E27FC236}">
                      <a16:creationId xmlns:a16="http://schemas.microsoft.com/office/drawing/2014/main" id="{7C272850-2946-4B01-9D5E-9473E53851F6}"/>
                    </a:ext>
                  </a:extLst>
                </p:cNvPr>
                <p:cNvPicPr/>
                <p:nvPr/>
              </p:nvPicPr>
              <p:blipFill>
                <a:blip r:embed="rId424"/>
                <a:stretch>
                  <a:fillRect/>
                </a:stretch>
              </p:blipFill>
              <p:spPr>
                <a:xfrm>
                  <a:off x="10940031" y="3133763"/>
                  <a:ext cx="132120"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425">
              <p14:nvContentPartPr>
                <p14:cNvPr id="267" name="Ink 266">
                  <a:extLst>
                    <a:ext uri="{FF2B5EF4-FFF2-40B4-BE49-F238E27FC236}">
                      <a16:creationId xmlns:a16="http://schemas.microsoft.com/office/drawing/2014/main" id="{BD87315C-5F85-4630-BD7C-90445EA7E7CF}"/>
                    </a:ext>
                  </a:extLst>
                </p14:cNvPr>
                <p14:cNvContentPartPr/>
                <p14:nvPr/>
              </p14:nvContentPartPr>
              <p14:xfrm>
                <a:off x="11106711" y="3216563"/>
                <a:ext cx="427320" cy="122400"/>
              </p14:xfrm>
            </p:contentPart>
          </mc:Choice>
          <mc:Fallback xmlns="">
            <p:pic>
              <p:nvPicPr>
                <p:cNvPr id="267" name="Ink 266">
                  <a:extLst>
                    <a:ext uri="{FF2B5EF4-FFF2-40B4-BE49-F238E27FC236}">
                      <a16:creationId xmlns:a16="http://schemas.microsoft.com/office/drawing/2014/main" id="{BD87315C-5F85-4630-BD7C-90445EA7E7CF}"/>
                    </a:ext>
                  </a:extLst>
                </p:cNvPr>
                <p:cNvPicPr/>
                <p:nvPr/>
              </p:nvPicPr>
              <p:blipFill>
                <a:blip r:embed="rId426"/>
                <a:stretch>
                  <a:fillRect/>
                </a:stretch>
              </p:blipFill>
              <p:spPr>
                <a:xfrm>
                  <a:off x="11097711" y="3207923"/>
                  <a:ext cx="444960" cy="140040"/>
                </a:xfrm>
                <a:prstGeom prst="rect">
                  <a:avLst/>
                </a:prstGeom>
              </p:spPr>
            </p:pic>
          </mc:Fallback>
        </mc:AlternateContent>
      </p:grpSp>
      <p:grpSp>
        <p:nvGrpSpPr>
          <p:cNvPr id="270" name="Group 269">
            <a:extLst>
              <a:ext uri="{FF2B5EF4-FFF2-40B4-BE49-F238E27FC236}">
                <a16:creationId xmlns:a16="http://schemas.microsoft.com/office/drawing/2014/main" id="{96B0D25F-3F87-45CB-9FDC-35035BF6E016}"/>
              </a:ext>
            </a:extLst>
          </p:cNvPr>
          <p:cNvGrpSpPr/>
          <p:nvPr/>
        </p:nvGrpSpPr>
        <p:grpSpPr>
          <a:xfrm>
            <a:off x="11183751" y="3485483"/>
            <a:ext cx="685440" cy="174240"/>
            <a:chOff x="11183751" y="3485483"/>
            <a:chExt cx="685440" cy="174240"/>
          </a:xfrm>
        </p:grpSpPr>
        <mc:AlternateContent xmlns:mc="http://schemas.openxmlformats.org/markup-compatibility/2006" xmlns:p14="http://schemas.microsoft.com/office/powerpoint/2010/main">
          <mc:Choice Requires="p14">
            <p:contentPart p14:bwMode="auto" r:id="rId427">
              <p14:nvContentPartPr>
                <p14:cNvPr id="268" name="Ink 267">
                  <a:extLst>
                    <a:ext uri="{FF2B5EF4-FFF2-40B4-BE49-F238E27FC236}">
                      <a16:creationId xmlns:a16="http://schemas.microsoft.com/office/drawing/2014/main" id="{536AA1EF-D547-47C2-B7E7-2D5B68CF8049}"/>
                    </a:ext>
                  </a:extLst>
                </p14:cNvPr>
                <p14:cNvContentPartPr/>
                <p14:nvPr/>
              </p14:nvContentPartPr>
              <p14:xfrm>
                <a:off x="11183751" y="3515723"/>
                <a:ext cx="138240" cy="118800"/>
              </p14:xfrm>
            </p:contentPart>
          </mc:Choice>
          <mc:Fallback xmlns="">
            <p:pic>
              <p:nvPicPr>
                <p:cNvPr id="268" name="Ink 267">
                  <a:extLst>
                    <a:ext uri="{FF2B5EF4-FFF2-40B4-BE49-F238E27FC236}">
                      <a16:creationId xmlns:a16="http://schemas.microsoft.com/office/drawing/2014/main" id="{536AA1EF-D547-47C2-B7E7-2D5B68CF8049}"/>
                    </a:ext>
                  </a:extLst>
                </p:cNvPr>
                <p:cNvPicPr/>
                <p:nvPr/>
              </p:nvPicPr>
              <p:blipFill>
                <a:blip r:embed="rId428"/>
                <a:stretch>
                  <a:fillRect/>
                </a:stretch>
              </p:blipFill>
              <p:spPr>
                <a:xfrm>
                  <a:off x="11174751" y="3507083"/>
                  <a:ext cx="155880"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429">
              <p14:nvContentPartPr>
                <p14:cNvPr id="269" name="Ink 268">
                  <a:extLst>
                    <a:ext uri="{FF2B5EF4-FFF2-40B4-BE49-F238E27FC236}">
                      <a16:creationId xmlns:a16="http://schemas.microsoft.com/office/drawing/2014/main" id="{0E966A47-EBB9-4D9E-BC93-757ED998A6FD}"/>
                    </a:ext>
                  </a:extLst>
                </p14:cNvPr>
                <p14:cNvContentPartPr/>
                <p14:nvPr/>
              </p14:nvContentPartPr>
              <p14:xfrm>
                <a:off x="11371311" y="3485483"/>
                <a:ext cx="497880" cy="174240"/>
              </p14:xfrm>
            </p:contentPart>
          </mc:Choice>
          <mc:Fallback xmlns="">
            <p:pic>
              <p:nvPicPr>
                <p:cNvPr id="269" name="Ink 268">
                  <a:extLst>
                    <a:ext uri="{FF2B5EF4-FFF2-40B4-BE49-F238E27FC236}">
                      <a16:creationId xmlns:a16="http://schemas.microsoft.com/office/drawing/2014/main" id="{0E966A47-EBB9-4D9E-BC93-757ED998A6FD}"/>
                    </a:ext>
                  </a:extLst>
                </p:cNvPr>
                <p:cNvPicPr/>
                <p:nvPr/>
              </p:nvPicPr>
              <p:blipFill>
                <a:blip r:embed="rId430"/>
                <a:stretch>
                  <a:fillRect/>
                </a:stretch>
              </p:blipFill>
              <p:spPr>
                <a:xfrm>
                  <a:off x="11362311" y="3476483"/>
                  <a:ext cx="515520" cy="1918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31">
            <p14:nvContentPartPr>
              <p14:cNvPr id="279" name="Ink 278">
                <a:extLst>
                  <a:ext uri="{FF2B5EF4-FFF2-40B4-BE49-F238E27FC236}">
                    <a16:creationId xmlns:a16="http://schemas.microsoft.com/office/drawing/2014/main" id="{656B90DC-78D5-46B4-8402-F6F5BA4D3772}"/>
                  </a:ext>
                </a:extLst>
              </p14:cNvPr>
              <p14:cNvContentPartPr/>
              <p14:nvPr/>
            </p14:nvContentPartPr>
            <p14:xfrm>
              <a:off x="7178751" y="3911003"/>
              <a:ext cx="424440" cy="597240"/>
            </p14:xfrm>
          </p:contentPart>
        </mc:Choice>
        <mc:Fallback xmlns="">
          <p:pic>
            <p:nvPicPr>
              <p:cNvPr id="279" name="Ink 278">
                <a:extLst>
                  <a:ext uri="{FF2B5EF4-FFF2-40B4-BE49-F238E27FC236}">
                    <a16:creationId xmlns:a16="http://schemas.microsoft.com/office/drawing/2014/main" id="{656B90DC-78D5-46B4-8402-F6F5BA4D3772}"/>
                  </a:ext>
                </a:extLst>
              </p:cNvPr>
              <p:cNvPicPr/>
              <p:nvPr/>
            </p:nvPicPr>
            <p:blipFill>
              <a:blip r:embed="rId432"/>
              <a:stretch>
                <a:fillRect/>
              </a:stretch>
            </p:blipFill>
            <p:spPr>
              <a:xfrm>
                <a:off x="7169751" y="3902363"/>
                <a:ext cx="442080" cy="614880"/>
              </a:xfrm>
              <a:prstGeom prst="rect">
                <a:avLst/>
              </a:prstGeom>
            </p:spPr>
          </p:pic>
        </mc:Fallback>
      </mc:AlternateContent>
      <p:grpSp>
        <p:nvGrpSpPr>
          <p:cNvPr id="297" name="Group 296">
            <a:extLst>
              <a:ext uri="{FF2B5EF4-FFF2-40B4-BE49-F238E27FC236}">
                <a16:creationId xmlns:a16="http://schemas.microsoft.com/office/drawing/2014/main" id="{F6E6B06B-A4FC-4C51-86D7-750D6572B0C5}"/>
              </a:ext>
            </a:extLst>
          </p:cNvPr>
          <p:cNvGrpSpPr/>
          <p:nvPr/>
        </p:nvGrpSpPr>
        <p:grpSpPr>
          <a:xfrm>
            <a:off x="10089351" y="3879323"/>
            <a:ext cx="1266840" cy="312840"/>
            <a:chOff x="10089351" y="3879323"/>
            <a:chExt cx="1266840" cy="312840"/>
          </a:xfrm>
        </p:grpSpPr>
        <mc:AlternateContent xmlns:mc="http://schemas.openxmlformats.org/markup-compatibility/2006" xmlns:p14="http://schemas.microsoft.com/office/powerpoint/2010/main">
          <mc:Choice Requires="p14">
            <p:contentPart p14:bwMode="auto" r:id="rId433">
              <p14:nvContentPartPr>
                <p14:cNvPr id="289" name="Ink 288">
                  <a:extLst>
                    <a:ext uri="{FF2B5EF4-FFF2-40B4-BE49-F238E27FC236}">
                      <a16:creationId xmlns:a16="http://schemas.microsoft.com/office/drawing/2014/main" id="{77BA2CB8-4004-4613-AF0F-9E1BCBF7C419}"/>
                    </a:ext>
                  </a:extLst>
                </p14:cNvPr>
                <p14:cNvContentPartPr/>
                <p14:nvPr/>
              </p14:nvContentPartPr>
              <p14:xfrm>
                <a:off x="10089351" y="4102163"/>
                <a:ext cx="216720" cy="83880"/>
              </p14:xfrm>
            </p:contentPart>
          </mc:Choice>
          <mc:Fallback xmlns="">
            <p:pic>
              <p:nvPicPr>
                <p:cNvPr id="289" name="Ink 288">
                  <a:extLst>
                    <a:ext uri="{FF2B5EF4-FFF2-40B4-BE49-F238E27FC236}">
                      <a16:creationId xmlns:a16="http://schemas.microsoft.com/office/drawing/2014/main" id="{77BA2CB8-4004-4613-AF0F-9E1BCBF7C419}"/>
                    </a:ext>
                  </a:extLst>
                </p:cNvPr>
                <p:cNvPicPr/>
                <p:nvPr/>
              </p:nvPicPr>
              <p:blipFill>
                <a:blip r:embed="rId434"/>
                <a:stretch>
                  <a:fillRect/>
                </a:stretch>
              </p:blipFill>
              <p:spPr>
                <a:xfrm>
                  <a:off x="10080711" y="4093163"/>
                  <a:ext cx="234360" cy="101520"/>
                </a:xfrm>
                <a:prstGeom prst="rect">
                  <a:avLst/>
                </a:prstGeom>
              </p:spPr>
            </p:pic>
          </mc:Fallback>
        </mc:AlternateContent>
        <mc:AlternateContent xmlns:mc="http://schemas.openxmlformats.org/markup-compatibility/2006" xmlns:p14="http://schemas.microsoft.com/office/powerpoint/2010/main">
          <mc:Choice Requires="p14">
            <p:contentPart p14:bwMode="auto" r:id="rId435">
              <p14:nvContentPartPr>
                <p14:cNvPr id="290" name="Ink 289">
                  <a:extLst>
                    <a:ext uri="{FF2B5EF4-FFF2-40B4-BE49-F238E27FC236}">
                      <a16:creationId xmlns:a16="http://schemas.microsoft.com/office/drawing/2014/main" id="{B524D2D2-7E7E-4FF0-9703-9F17CFD21675}"/>
                    </a:ext>
                  </a:extLst>
                </p14:cNvPr>
                <p14:cNvContentPartPr/>
                <p14:nvPr/>
              </p14:nvContentPartPr>
              <p14:xfrm>
                <a:off x="10108431" y="3879323"/>
                <a:ext cx="57960" cy="103320"/>
              </p14:xfrm>
            </p:contentPart>
          </mc:Choice>
          <mc:Fallback xmlns="">
            <p:pic>
              <p:nvPicPr>
                <p:cNvPr id="290" name="Ink 289">
                  <a:extLst>
                    <a:ext uri="{FF2B5EF4-FFF2-40B4-BE49-F238E27FC236}">
                      <a16:creationId xmlns:a16="http://schemas.microsoft.com/office/drawing/2014/main" id="{B524D2D2-7E7E-4FF0-9703-9F17CFD21675}"/>
                    </a:ext>
                  </a:extLst>
                </p:cNvPr>
                <p:cNvPicPr/>
                <p:nvPr/>
              </p:nvPicPr>
              <p:blipFill>
                <a:blip r:embed="rId436"/>
                <a:stretch>
                  <a:fillRect/>
                </a:stretch>
              </p:blipFill>
              <p:spPr>
                <a:xfrm>
                  <a:off x="10099431" y="3870683"/>
                  <a:ext cx="75600" cy="120960"/>
                </a:xfrm>
                <a:prstGeom prst="rect">
                  <a:avLst/>
                </a:prstGeom>
              </p:spPr>
            </p:pic>
          </mc:Fallback>
        </mc:AlternateContent>
        <mc:AlternateContent xmlns:mc="http://schemas.openxmlformats.org/markup-compatibility/2006" xmlns:p14="http://schemas.microsoft.com/office/powerpoint/2010/main">
          <mc:Choice Requires="p14">
            <p:contentPart p14:bwMode="auto" r:id="rId437">
              <p14:nvContentPartPr>
                <p14:cNvPr id="291" name="Ink 290">
                  <a:extLst>
                    <a:ext uri="{FF2B5EF4-FFF2-40B4-BE49-F238E27FC236}">
                      <a16:creationId xmlns:a16="http://schemas.microsoft.com/office/drawing/2014/main" id="{3E743D8F-118F-41EE-8173-DC936ED2F2FE}"/>
                    </a:ext>
                  </a:extLst>
                </p14:cNvPr>
                <p14:cNvContentPartPr/>
                <p14:nvPr/>
              </p14:nvContentPartPr>
              <p14:xfrm>
                <a:off x="10412271" y="4097843"/>
                <a:ext cx="235440" cy="94320"/>
              </p14:xfrm>
            </p:contentPart>
          </mc:Choice>
          <mc:Fallback xmlns="">
            <p:pic>
              <p:nvPicPr>
                <p:cNvPr id="291" name="Ink 290">
                  <a:extLst>
                    <a:ext uri="{FF2B5EF4-FFF2-40B4-BE49-F238E27FC236}">
                      <a16:creationId xmlns:a16="http://schemas.microsoft.com/office/drawing/2014/main" id="{3E743D8F-118F-41EE-8173-DC936ED2F2FE}"/>
                    </a:ext>
                  </a:extLst>
                </p:cNvPr>
                <p:cNvPicPr/>
                <p:nvPr/>
              </p:nvPicPr>
              <p:blipFill>
                <a:blip r:embed="rId438"/>
                <a:stretch>
                  <a:fillRect/>
                </a:stretch>
              </p:blipFill>
              <p:spPr>
                <a:xfrm>
                  <a:off x="10403631" y="4088843"/>
                  <a:ext cx="253080" cy="111960"/>
                </a:xfrm>
                <a:prstGeom prst="rect">
                  <a:avLst/>
                </a:prstGeom>
              </p:spPr>
            </p:pic>
          </mc:Fallback>
        </mc:AlternateContent>
        <mc:AlternateContent xmlns:mc="http://schemas.openxmlformats.org/markup-compatibility/2006" xmlns:p14="http://schemas.microsoft.com/office/powerpoint/2010/main">
          <mc:Choice Requires="p14">
            <p:contentPart p14:bwMode="auto" r:id="rId439">
              <p14:nvContentPartPr>
                <p14:cNvPr id="292" name="Ink 291">
                  <a:extLst>
                    <a:ext uri="{FF2B5EF4-FFF2-40B4-BE49-F238E27FC236}">
                      <a16:creationId xmlns:a16="http://schemas.microsoft.com/office/drawing/2014/main" id="{2D9F0CC5-3A02-4B35-833C-56416328A787}"/>
                    </a:ext>
                  </a:extLst>
                </p14:cNvPr>
                <p14:cNvContentPartPr/>
                <p14:nvPr/>
              </p14:nvContentPartPr>
              <p14:xfrm>
                <a:off x="10680471" y="3980123"/>
                <a:ext cx="120960" cy="176040"/>
              </p14:xfrm>
            </p:contentPart>
          </mc:Choice>
          <mc:Fallback xmlns="">
            <p:pic>
              <p:nvPicPr>
                <p:cNvPr id="292" name="Ink 291">
                  <a:extLst>
                    <a:ext uri="{FF2B5EF4-FFF2-40B4-BE49-F238E27FC236}">
                      <a16:creationId xmlns:a16="http://schemas.microsoft.com/office/drawing/2014/main" id="{2D9F0CC5-3A02-4B35-833C-56416328A787}"/>
                    </a:ext>
                  </a:extLst>
                </p:cNvPr>
                <p:cNvPicPr/>
                <p:nvPr/>
              </p:nvPicPr>
              <p:blipFill>
                <a:blip r:embed="rId440"/>
                <a:stretch>
                  <a:fillRect/>
                </a:stretch>
              </p:blipFill>
              <p:spPr>
                <a:xfrm>
                  <a:off x="10671831" y="3971123"/>
                  <a:ext cx="138600" cy="193680"/>
                </a:xfrm>
                <a:prstGeom prst="rect">
                  <a:avLst/>
                </a:prstGeom>
              </p:spPr>
            </p:pic>
          </mc:Fallback>
        </mc:AlternateContent>
        <mc:AlternateContent xmlns:mc="http://schemas.openxmlformats.org/markup-compatibility/2006" xmlns:p14="http://schemas.microsoft.com/office/powerpoint/2010/main">
          <mc:Choice Requires="p14">
            <p:contentPart p14:bwMode="auto" r:id="rId441">
              <p14:nvContentPartPr>
                <p14:cNvPr id="293" name="Ink 292">
                  <a:extLst>
                    <a:ext uri="{FF2B5EF4-FFF2-40B4-BE49-F238E27FC236}">
                      <a16:creationId xmlns:a16="http://schemas.microsoft.com/office/drawing/2014/main" id="{7467A557-7FF8-4B38-A677-E221E1910631}"/>
                    </a:ext>
                  </a:extLst>
                </p14:cNvPr>
                <p14:cNvContentPartPr/>
                <p14:nvPr/>
              </p14:nvContentPartPr>
              <p14:xfrm>
                <a:off x="10847511" y="3978323"/>
                <a:ext cx="508680" cy="183960"/>
              </p14:xfrm>
            </p:contentPart>
          </mc:Choice>
          <mc:Fallback xmlns="">
            <p:pic>
              <p:nvPicPr>
                <p:cNvPr id="293" name="Ink 292">
                  <a:extLst>
                    <a:ext uri="{FF2B5EF4-FFF2-40B4-BE49-F238E27FC236}">
                      <a16:creationId xmlns:a16="http://schemas.microsoft.com/office/drawing/2014/main" id="{7467A557-7FF8-4B38-A677-E221E1910631}"/>
                    </a:ext>
                  </a:extLst>
                </p:cNvPr>
                <p:cNvPicPr/>
                <p:nvPr/>
              </p:nvPicPr>
              <p:blipFill>
                <a:blip r:embed="rId442"/>
                <a:stretch>
                  <a:fillRect/>
                </a:stretch>
              </p:blipFill>
              <p:spPr>
                <a:xfrm>
                  <a:off x="10838511" y="3969683"/>
                  <a:ext cx="526320" cy="201600"/>
                </a:xfrm>
                <a:prstGeom prst="rect">
                  <a:avLst/>
                </a:prstGeom>
              </p:spPr>
            </p:pic>
          </mc:Fallback>
        </mc:AlternateContent>
        <mc:AlternateContent xmlns:mc="http://schemas.openxmlformats.org/markup-compatibility/2006" xmlns:p14="http://schemas.microsoft.com/office/powerpoint/2010/main">
          <mc:Choice Requires="p14">
            <p:contentPart p14:bwMode="auto" r:id="rId443">
              <p14:nvContentPartPr>
                <p14:cNvPr id="294" name="Ink 293">
                  <a:extLst>
                    <a:ext uri="{FF2B5EF4-FFF2-40B4-BE49-F238E27FC236}">
                      <a16:creationId xmlns:a16="http://schemas.microsoft.com/office/drawing/2014/main" id="{D3987F1A-4B50-4BDD-A6E0-48EA2AC088CF}"/>
                    </a:ext>
                  </a:extLst>
                </p14:cNvPr>
                <p14:cNvContentPartPr/>
                <p14:nvPr/>
              </p14:nvContentPartPr>
              <p14:xfrm>
                <a:off x="10904031" y="4005683"/>
                <a:ext cx="187560" cy="17640"/>
              </p14:xfrm>
            </p:contentPart>
          </mc:Choice>
          <mc:Fallback xmlns="">
            <p:pic>
              <p:nvPicPr>
                <p:cNvPr id="294" name="Ink 293">
                  <a:extLst>
                    <a:ext uri="{FF2B5EF4-FFF2-40B4-BE49-F238E27FC236}">
                      <a16:creationId xmlns:a16="http://schemas.microsoft.com/office/drawing/2014/main" id="{D3987F1A-4B50-4BDD-A6E0-48EA2AC088CF}"/>
                    </a:ext>
                  </a:extLst>
                </p:cNvPr>
                <p:cNvPicPr/>
                <p:nvPr/>
              </p:nvPicPr>
              <p:blipFill>
                <a:blip r:embed="rId444"/>
                <a:stretch>
                  <a:fillRect/>
                </a:stretch>
              </p:blipFill>
              <p:spPr>
                <a:xfrm>
                  <a:off x="10895391" y="3996683"/>
                  <a:ext cx="205200" cy="35280"/>
                </a:xfrm>
                <a:prstGeom prst="rect">
                  <a:avLst/>
                </a:prstGeom>
              </p:spPr>
            </p:pic>
          </mc:Fallback>
        </mc:AlternateContent>
      </p:grpSp>
      <p:grpSp>
        <p:nvGrpSpPr>
          <p:cNvPr id="296" name="Group 295">
            <a:extLst>
              <a:ext uri="{FF2B5EF4-FFF2-40B4-BE49-F238E27FC236}">
                <a16:creationId xmlns:a16="http://schemas.microsoft.com/office/drawing/2014/main" id="{1718EB48-690E-424A-8296-CE875A723987}"/>
              </a:ext>
            </a:extLst>
          </p:cNvPr>
          <p:cNvGrpSpPr/>
          <p:nvPr/>
        </p:nvGrpSpPr>
        <p:grpSpPr>
          <a:xfrm>
            <a:off x="7870671" y="3866363"/>
            <a:ext cx="1990080" cy="291960"/>
            <a:chOff x="7870671" y="3866363"/>
            <a:chExt cx="1990080" cy="291960"/>
          </a:xfrm>
        </p:grpSpPr>
        <mc:AlternateContent xmlns:mc="http://schemas.openxmlformats.org/markup-compatibility/2006" xmlns:p14="http://schemas.microsoft.com/office/powerpoint/2010/main">
          <mc:Choice Requires="p14">
            <p:contentPart p14:bwMode="auto" r:id="rId445">
              <p14:nvContentPartPr>
                <p14:cNvPr id="281" name="Ink 280">
                  <a:extLst>
                    <a:ext uri="{FF2B5EF4-FFF2-40B4-BE49-F238E27FC236}">
                      <a16:creationId xmlns:a16="http://schemas.microsoft.com/office/drawing/2014/main" id="{CBD7CF6F-8B57-4A99-8910-12DF51D5434C}"/>
                    </a:ext>
                  </a:extLst>
                </p14:cNvPr>
                <p14:cNvContentPartPr/>
                <p14:nvPr/>
              </p14:nvContentPartPr>
              <p14:xfrm>
                <a:off x="7870671" y="3947723"/>
                <a:ext cx="454680" cy="210600"/>
              </p14:xfrm>
            </p:contentPart>
          </mc:Choice>
          <mc:Fallback xmlns="">
            <p:pic>
              <p:nvPicPr>
                <p:cNvPr id="281" name="Ink 280">
                  <a:extLst>
                    <a:ext uri="{FF2B5EF4-FFF2-40B4-BE49-F238E27FC236}">
                      <a16:creationId xmlns:a16="http://schemas.microsoft.com/office/drawing/2014/main" id="{CBD7CF6F-8B57-4A99-8910-12DF51D5434C}"/>
                    </a:ext>
                  </a:extLst>
                </p:cNvPr>
                <p:cNvPicPr/>
                <p:nvPr/>
              </p:nvPicPr>
              <p:blipFill>
                <a:blip r:embed="rId446"/>
                <a:stretch>
                  <a:fillRect/>
                </a:stretch>
              </p:blipFill>
              <p:spPr>
                <a:xfrm>
                  <a:off x="7861671" y="3939083"/>
                  <a:ext cx="472320" cy="228240"/>
                </a:xfrm>
                <a:prstGeom prst="rect">
                  <a:avLst/>
                </a:prstGeom>
              </p:spPr>
            </p:pic>
          </mc:Fallback>
        </mc:AlternateContent>
        <mc:AlternateContent xmlns:mc="http://schemas.openxmlformats.org/markup-compatibility/2006" xmlns:p14="http://schemas.microsoft.com/office/powerpoint/2010/main">
          <mc:Choice Requires="p14">
            <p:contentPart p14:bwMode="auto" r:id="rId447">
              <p14:nvContentPartPr>
                <p14:cNvPr id="282" name="Ink 281">
                  <a:extLst>
                    <a:ext uri="{FF2B5EF4-FFF2-40B4-BE49-F238E27FC236}">
                      <a16:creationId xmlns:a16="http://schemas.microsoft.com/office/drawing/2014/main" id="{A2EE526D-F0E1-4B49-AAE2-BB72CED0463E}"/>
                    </a:ext>
                  </a:extLst>
                </p14:cNvPr>
                <p14:cNvContentPartPr/>
                <p14:nvPr/>
              </p14:nvContentPartPr>
              <p14:xfrm>
                <a:off x="8463231" y="3952043"/>
                <a:ext cx="233640" cy="181080"/>
              </p14:xfrm>
            </p:contentPart>
          </mc:Choice>
          <mc:Fallback xmlns="">
            <p:pic>
              <p:nvPicPr>
                <p:cNvPr id="282" name="Ink 281">
                  <a:extLst>
                    <a:ext uri="{FF2B5EF4-FFF2-40B4-BE49-F238E27FC236}">
                      <a16:creationId xmlns:a16="http://schemas.microsoft.com/office/drawing/2014/main" id="{A2EE526D-F0E1-4B49-AAE2-BB72CED0463E}"/>
                    </a:ext>
                  </a:extLst>
                </p:cNvPr>
                <p:cNvPicPr/>
                <p:nvPr/>
              </p:nvPicPr>
              <p:blipFill>
                <a:blip r:embed="rId448"/>
                <a:stretch>
                  <a:fillRect/>
                </a:stretch>
              </p:blipFill>
              <p:spPr>
                <a:xfrm>
                  <a:off x="8454591" y="3943403"/>
                  <a:ext cx="251280" cy="198720"/>
                </a:xfrm>
                <a:prstGeom prst="rect">
                  <a:avLst/>
                </a:prstGeom>
              </p:spPr>
            </p:pic>
          </mc:Fallback>
        </mc:AlternateContent>
        <mc:AlternateContent xmlns:mc="http://schemas.openxmlformats.org/markup-compatibility/2006" xmlns:p14="http://schemas.microsoft.com/office/powerpoint/2010/main">
          <mc:Choice Requires="p14">
            <p:contentPart p14:bwMode="auto" r:id="rId449">
              <p14:nvContentPartPr>
                <p14:cNvPr id="283" name="Ink 282">
                  <a:extLst>
                    <a:ext uri="{FF2B5EF4-FFF2-40B4-BE49-F238E27FC236}">
                      <a16:creationId xmlns:a16="http://schemas.microsoft.com/office/drawing/2014/main" id="{67C33A35-FACC-469A-9A37-5D15BE5384F5}"/>
                    </a:ext>
                  </a:extLst>
                </p14:cNvPr>
                <p14:cNvContentPartPr/>
                <p14:nvPr/>
              </p14:nvContentPartPr>
              <p14:xfrm>
                <a:off x="8715231" y="3997763"/>
                <a:ext cx="123840" cy="142200"/>
              </p14:xfrm>
            </p:contentPart>
          </mc:Choice>
          <mc:Fallback xmlns="">
            <p:pic>
              <p:nvPicPr>
                <p:cNvPr id="283" name="Ink 282">
                  <a:extLst>
                    <a:ext uri="{FF2B5EF4-FFF2-40B4-BE49-F238E27FC236}">
                      <a16:creationId xmlns:a16="http://schemas.microsoft.com/office/drawing/2014/main" id="{67C33A35-FACC-469A-9A37-5D15BE5384F5}"/>
                    </a:ext>
                  </a:extLst>
                </p:cNvPr>
                <p:cNvPicPr/>
                <p:nvPr/>
              </p:nvPicPr>
              <p:blipFill>
                <a:blip r:embed="rId450"/>
                <a:stretch>
                  <a:fillRect/>
                </a:stretch>
              </p:blipFill>
              <p:spPr>
                <a:xfrm>
                  <a:off x="8706591" y="3988763"/>
                  <a:ext cx="141480" cy="159840"/>
                </a:xfrm>
                <a:prstGeom prst="rect">
                  <a:avLst/>
                </a:prstGeom>
              </p:spPr>
            </p:pic>
          </mc:Fallback>
        </mc:AlternateContent>
        <mc:AlternateContent xmlns:mc="http://schemas.openxmlformats.org/markup-compatibility/2006" xmlns:p14="http://schemas.microsoft.com/office/powerpoint/2010/main">
          <mc:Choice Requires="p14">
            <p:contentPart p14:bwMode="auto" r:id="rId451">
              <p14:nvContentPartPr>
                <p14:cNvPr id="284" name="Ink 283">
                  <a:extLst>
                    <a:ext uri="{FF2B5EF4-FFF2-40B4-BE49-F238E27FC236}">
                      <a16:creationId xmlns:a16="http://schemas.microsoft.com/office/drawing/2014/main" id="{22D4B286-37BD-4B7D-B17F-0E4304337CD9}"/>
                    </a:ext>
                  </a:extLst>
                </p14:cNvPr>
                <p14:cNvContentPartPr/>
                <p14:nvPr/>
              </p14:nvContentPartPr>
              <p14:xfrm>
                <a:off x="8920431" y="3909203"/>
                <a:ext cx="940320" cy="244080"/>
              </p14:xfrm>
            </p:contentPart>
          </mc:Choice>
          <mc:Fallback xmlns="">
            <p:pic>
              <p:nvPicPr>
                <p:cNvPr id="284" name="Ink 283">
                  <a:extLst>
                    <a:ext uri="{FF2B5EF4-FFF2-40B4-BE49-F238E27FC236}">
                      <a16:creationId xmlns:a16="http://schemas.microsoft.com/office/drawing/2014/main" id="{22D4B286-37BD-4B7D-B17F-0E4304337CD9}"/>
                    </a:ext>
                  </a:extLst>
                </p:cNvPr>
                <p:cNvPicPr/>
                <p:nvPr/>
              </p:nvPicPr>
              <p:blipFill>
                <a:blip r:embed="rId452"/>
                <a:stretch>
                  <a:fillRect/>
                </a:stretch>
              </p:blipFill>
              <p:spPr>
                <a:xfrm>
                  <a:off x="8911431" y="3900203"/>
                  <a:ext cx="957960" cy="261720"/>
                </a:xfrm>
                <a:prstGeom prst="rect">
                  <a:avLst/>
                </a:prstGeom>
              </p:spPr>
            </p:pic>
          </mc:Fallback>
        </mc:AlternateContent>
        <mc:AlternateContent xmlns:mc="http://schemas.openxmlformats.org/markup-compatibility/2006" xmlns:p14="http://schemas.microsoft.com/office/powerpoint/2010/main">
          <mc:Choice Requires="p14">
            <p:contentPart p14:bwMode="auto" r:id="rId453">
              <p14:nvContentPartPr>
                <p14:cNvPr id="285" name="Ink 284">
                  <a:extLst>
                    <a:ext uri="{FF2B5EF4-FFF2-40B4-BE49-F238E27FC236}">
                      <a16:creationId xmlns:a16="http://schemas.microsoft.com/office/drawing/2014/main" id="{2934B581-2818-43BB-9A78-A3202757B32D}"/>
                    </a:ext>
                  </a:extLst>
                </p14:cNvPr>
                <p14:cNvContentPartPr/>
                <p14:nvPr/>
              </p14:nvContentPartPr>
              <p14:xfrm>
                <a:off x="9600831" y="3866363"/>
                <a:ext cx="15840" cy="33120"/>
              </p14:xfrm>
            </p:contentPart>
          </mc:Choice>
          <mc:Fallback xmlns="">
            <p:pic>
              <p:nvPicPr>
                <p:cNvPr id="285" name="Ink 284">
                  <a:extLst>
                    <a:ext uri="{FF2B5EF4-FFF2-40B4-BE49-F238E27FC236}">
                      <a16:creationId xmlns:a16="http://schemas.microsoft.com/office/drawing/2014/main" id="{2934B581-2818-43BB-9A78-A3202757B32D}"/>
                    </a:ext>
                  </a:extLst>
                </p:cNvPr>
                <p:cNvPicPr/>
                <p:nvPr/>
              </p:nvPicPr>
              <p:blipFill>
                <a:blip r:embed="rId454"/>
                <a:stretch>
                  <a:fillRect/>
                </a:stretch>
              </p:blipFill>
              <p:spPr>
                <a:xfrm>
                  <a:off x="9592191" y="3857363"/>
                  <a:ext cx="33480" cy="50760"/>
                </a:xfrm>
                <a:prstGeom prst="rect">
                  <a:avLst/>
                </a:prstGeom>
              </p:spPr>
            </p:pic>
          </mc:Fallback>
        </mc:AlternateContent>
        <mc:AlternateContent xmlns:mc="http://schemas.openxmlformats.org/markup-compatibility/2006" xmlns:p14="http://schemas.microsoft.com/office/powerpoint/2010/main">
          <mc:Choice Requires="p14">
            <p:contentPart p14:bwMode="auto" r:id="rId455">
              <p14:nvContentPartPr>
                <p14:cNvPr id="286" name="Ink 285">
                  <a:extLst>
                    <a:ext uri="{FF2B5EF4-FFF2-40B4-BE49-F238E27FC236}">
                      <a16:creationId xmlns:a16="http://schemas.microsoft.com/office/drawing/2014/main" id="{2763BD5C-E431-4019-B401-08C72728506F}"/>
                    </a:ext>
                  </a:extLst>
                </p14:cNvPr>
                <p14:cNvContentPartPr/>
                <p14:nvPr/>
              </p14:nvContentPartPr>
              <p14:xfrm>
                <a:off x="9417591" y="3965003"/>
                <a:ext cx="174600" cy="28440"/>
              </p14:xfrm>
            </p:contentPart>
          </mc:Choice>
          <mc:Fallback xmlns="">
            <p:pic>
              <p:nvPicPr>
                <p:cNvPr id="286" name="Ink 285">
                  <a:extLst>
                    <a:ext uri="{FF2B5EF4-FFF2-40B4-BE49-F238E27FC236}">
                      <a16:creationId xmlns:a16="http://schemas.microsoft.com/office/drawing/2014/main" id="{2763BD5C-E431-4019-B401-08C72728506F}"/>
                    </a:ext>
                  </a:extLst>
                </p:cNvPr>
                <p:cNvPicPr/>
                <p:nvPr/>
              </p:nvPicPr>
              <p:blipFill>
                <a:blip r:embed="rId456"/>
                <a:stretch>
                  <a:fillRect/>
                </a:stretch>
              </p:blipFill>
              <p:spPr>
                <a:xfrm>
                  <a:off x="9408951" y="3956003"/>
                  <a:ext cx="19224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457">
              <p14:nvContentPartPr>
                <p14:cNvPr id="287" name="Ink 286">
                  <a:extLst>
                    <a:ext uri="{FF2B5EF4-FFF2-40B4-BE49-F238E27FC236}">
                      <a16:creationId xmlns:a16="http://schemas.microsoft.com/office/drawing/2014/main" id="{10BD638B-18FB-4C5B-9C3C-1C7978BD0CB4}"/>
                    </a:ext>
                  </a:extLst>
                </p14:cNvPr>
                <p14:cNvContentPartPr/>
                <p14:nvPr/>
              </p14:nvContentPartPr>
              <p14:xfrm>
                <a:off x="8948511" y="4056083"/>
                <a:ext cx="32400" cy="7200"/>
              </p14:xfrm>
            </p:contentPart>
          </mc:Choice>
          <mc:Fallback xmlns="">
            <p:pic>
              <p:nvPicPr>
                <p:cNvPr id="287" name="Ink 286">
                  <a:extLst>
                    <a:ext uri="{FF2B5EF4-FFF2-40B4-BE49-F238E27FC236}">
                      <a16:creationId xmlns:a16="http://schemas.microsoft.com/office/drawing/2014/main" id="{10BD638B-18FB-4C5B-9C3C-1C7978BD0CB4}"/>
                    </a:ext>
                  </a:extLst>
                </p:cNvPr>
                <p:cNvPicPr/>
                <p:nvPr/>
              </p:nvPicPr>
              <p:blipFill>
                <a:blip r:embed="rId458"/>
                <a:stretch>
                  <a:fillRect/>
                </a:stretch>
              </p:blipFill>
              <p:spPr>
                <a:xfrm>
                  <a:off x="8939511" y="4047443"/>
                  <a:ext cx="5004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459">
              <p14:nvContentPartPr>
                <p14:cNvPr id="295" name="Ink 294">
                  <a:extLst>
                    <a:ext uri="{FF2B5EF4-FFF2-40B4-BE49-F238E27FC236}">
                      <a16:creationId xmlns:a16="http://schemas.microsoft.com/office/drawing/2014/main" id="{39D3288A-C439-4168-8BA2-7D354F062728}"/>
                    </a:ext>
                  </a:extLst>
                </p14:cNvPr>
                <p14:cNvContentPartPr/>
                <p14:nvPr/>
              </p14:nvContentPartPr>
              <p14:xfrm>
                <a:off x="9383031" y="3957443"/>
                <a:ext cx="118080" cy="24480"/>
              </p14:xfrm>
            </p:contentPart>
          </mc:Choice>
          <mc:Fallback xmlns="">
            <p:pic>
              <p:nvPicPr>
                <p:cNvPr id="295" name="Ink 294">
                  <a:extLst>
                    <a:ext uri="{FF2B5EF4-FFF2-40B4-BE49-F238E27FC236}">
                      <a16:creationId xmlns:a16="http://schemas.microsoft.com/office/drawing/2014/main" id="{39D3288A-C439-4168-8BA2-7D354F062728}"/>
                    </a:ext>
                  </a:extLst>
                </p:cNvPr>
                <p:cNvPicPr/>
                <p:nvPr/>
              </p:nvPicPr>
              <p:blipFill>
                <a:blip r:embed="rId460"/>
                <a:stretch>
                  <a:fillRect/>
                </a:stretch>
              </p:blipFill>
              <p:spPr>
                <a:xfrm>
                  <a:off x="9374031" y="3948803"/>
                  <a:ext cx="135720" cy="42120"/>
                </a:xfrm>
                <a:prstGeom prst="rect">
                  <a:avLst/>
                </a:prstGeom>
              </p:spPr>
            </p:pic>
          </mc:Fallback>
        </mc:AlternateContent>
      </p:grpSp>
      <p:grpSp>
        <p:nvGrpSpPr>
          <p:cNvPr id="302" name="Group 301">
            <a:extLst>
              <a:ext uri="{FF2B5EF4-FFF2-40B4-BE49-F238E27FC236}">
                <a16:creationId xmlns:a16="http://schemas.microsoft.com/office/drawing/2014/main" id="{A7310913-1064-422F-BD9E-0EE11FF7BDEB}"/>
              </a:ext>
            </a:extLst>
          </p:cNvPr>
          <p:cNvGrpSpPr/>
          <p:nvPr/>
        </p:nvGrpSpPr>
        <p:grpSpPr>
          <a:xfrm>
            <a:off x="5622111" y="3840083"/>
            <a:ext cx="1311840" cy="701280"/>
            <a:chOff x="5622111" y="3840083"/>
            <a:chExt cx="1311840" cy="701280"/>
          </a:xfrm>
        </p:grpSpPr>
        <mc:AlternateContent xmlns:mc="http://schemas.openxmlformats.org/markup-compatibility/2006" xmlns:p14="http://schemas.microsoft.com/office/powerpoint/2010/main">
          <mc:Choice Requires="p14">
            <p:contentPart p14:bwMode="auto" r:id="rId461">
              <p14:nvContentPartPr>
                <p14:cNvPr id="272" name="Ink 271">
                  <a:extLst>
                    <a:ext uri="{FF2B5EF4-FFF2-40B4-BE49-F238E27FC236}">
                      <a16:creationId xmlns:a16="http://schemas.microsoft.com/office/drawing/2014/main" id="{D3E9912D-918A-4132-8A75-23D2547FDEEE}"/>
                    </a:ext>
                  </a:extLst>
                </p14:cNvPr>
                <p14:cNvContentPartPr/>
                <p14:nvPr/>
              </p14:nvContentPartPr>
              <p14:xfrm>
                <a:off x="5622111" y="3840083"/>
                <a:ext cx="158400" cy="319320"/>
              </p14:xfrm>
            </p:contentPart>
          </mc:Choice>
          <mc:Fallback xmlns="">
            <p:pic>
              <p:nvPicPr>
                <p:cNvPr id="272" name="Ink 271">
                  <a:extLst>
                    <a:ext uri="{FF2B5EF4-FFF2-40B4-BE49-F238E27FC236}">
                      <a16:creationId xmlns:a16="http://schemas.microsoft.com/office/drawing/2014/main" id="{D3E9912D-918A-4132-8A75-23D2547FDEEE}"/>
                    </a:ext>
                  </a:extLst>
                </p:cNvPr>
                <p:cNvPicPr/>
                <p:nvPr/>
              </p:nvPicPr>
              <p:blipFill>
                <a:blip r:embed="rId462"/>
                <a:stretch>
                  <a:fillRect/>
                </a:stretch>
              </p:blipFill>
              <p:spPr>
                <a:xfrm>
                  <a:off x="5613111" y="3831083"/>
                  <a:ext cx="176040" cy="336960"/>
                </a:xfrm>
                <a:prstGeom prst="rect">
                  <a:avLst/>
                </a:prstGeom>
              </p:spPr>
            </p:pic>
          </mc:Fallback>
        </mc:AlternateContent>
        <mc:AlternateContent xmlns:mc="http://schemas.openxmlformats.org/markup-compatibility/2006" xmlns:p14="http://schemas.microsoft.com/office/powerpoint/2010/main">
          <mc:Choice Requires="p14">
            <p:contentPart p14:bwMode="auto" r:id="rId463">
              <p14:nvContentPartPr>
                <p14:cNvPr id="273" name="Ink 272">
                  <a:extLst>
                    <a:ext uri="{FF2B5EF4-FFF2-40B4-BE49-F238E27FC236}">
                      <a16:creationId xmlns:a16="http://schemas.microsoft.com/office/drawing/2014/main" id="{D82C109D-A765-4DCB-981C-AF3E5805AC42}"/>
                    </a:ext>
                  </a:extLst>
                </p14:cNvPr>
                <p14:cNvContentPartPr/>
                <p14:nvPr/>
              </p14:nvContentPartPr>
              <p14:xfrm>
                <a:off x="5861511" y="4062923"/>
                <a:ext cx="31320" cy="101160"/>
              </p14:xfrm>
            </p:contentPart>
          </mc:Choice>
          <mc:Fallback xmlns="">
            <p:pic>
              <p:nvPicPr>
                <p:cNvPr id="273" name="Ink 272">
                  <a:extLst>
                    <a:ext uri="{FF2B5EF4-FFF2-40B4-BE49-F238E27FC236}">
                      <a16:creationId xmlns:a16="http://schemas.microsoft.com/office/drawing/2014/main" id="{D82C109D-A765-4DCB-981C-AF3E5805AC42}"/>
                    </a:ext>
                  </a:extLst>
                </p:cNvPr>
                <p:cNvPicPr/>
                <p:nvPr/>
              </p:nvPicPr>
              <p:blipFill>
                <a:blip r:embed="rId464"/>
                <a:stretch>
                  <a:fillRect/>
                </a:stretch>
              </p:blipFill>
              <p:spPr>
                <a:xfrm>
                  <a:off x="5852871" y="4053923"/>
                  <a:ext cx="48960"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465">
              <p14:nvContentPartPr>
                <p14:cNvPr id="274" name="Ink 273">
                  <a:extLst>
                    <a:ext uri="{FF2B5EF4-FFF2-40B4-BE49-F238E27FC236}">
                      <a16:creationId xmlns:a16="http://schemas.microsoft.com/office/drawing/2014/main" id="{9423E843-38BD-4474-BA41-220FFAEA0B9E}"/>
                    </a:ext>
                  </a:extLst>
                </p14:cNvPr>
                <p14:cNvContentPartPr/>
                <p14:nvPr/>
              </p14:nvContentPartPr>
              <p14:xfrm>
                <a:off x="5895711" y="3990203"/>
                <a:ext cx="10080" cy="9000"/>
              </p14:xfrm>
            </p:contentPart>
          </mc:Choice>
          <mc:Fallback xmlns="">
            <p:pic>
              <p:nvPicPr>
                <p:cNvPr id="274" name="Ink 273">
                  <a:extLst>
                    <a:ext uri="{FF2B5EF4-FFF2-40B4-BE49-F238E27FC236}">
                      <a16:creationId xmlns:a16="http://schemas.microsoft.com/office/drawing/2014/main" id="{9423E843-38BD-4474-BA41-220FFAEA0B9E}"/>
                    </a:ext>
                  </a:extLst>
                </p:cNvPr>
                <p:cNvPicPr/>
                <p:nvPr/>
              </p:nvPicPr>
              <p:blipFill>
                <a:blip r:embed="rId466"/>
                <a:stretch>
                  <a:fillRect/>
                </a:stretch>
              </p:blipFill>
              <p:spPr>
                <a:xfrm>
                  <a:off x="5886711" y="3981563"/>
                  <a:ext cx="2772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467">
              <p14:nvContentPartPr>
                <p14:cNvPr id="275" name="Ink 274">
                  <a:extLst>
                    <a:ext uri="{FF2B5EF4-FFF2-40B4-BE49-F238E27FC236}">
                      <a16:creationId xmlns:a16="http://schemas.microsoft.com/office/drawing/2014/main" id="{74F5B95A-6EC8-472C-B2DD-A5F13928A955}"/>
                    </a:ext>
                  </a:extLst>
                </p14:cNvPr>
                <p14:cNvContentPartPr/>
                <p14:nvPr/>
              </p14:nvContentPartPr>
              <p14:xfrm>
                <a:off x="5988591" y="4078763"/>
                <a:ext cx="221760" cy="101160"/>
              </p14:xfrm>
            </p:contentPart>
          </mc:Choice>
          <mc:Fallback xmlns="">
            <p:pic>
              <p:nvPicPr>
                <p:cNvPr id="275" name="Ink 274">
                  <a:extLst>
                    <a:ext uri="{FF2B5EF4-FFF2-40B4-BE49-F238E27FC236}">
                      <a16:creationId xmlns:a16="http://schemas.microsoft.com/office/drawing/2014/main" id="{74F5B95A-6EC8-472C-B2DD-A5F13928A955}"/>
                    </a:ext>
                  </a:extLst>
                </p:cNvPr>
                <p:cNvPicPr/>
                <p:nvPr/>
              </p:nvPicPr>
              <p:blipFill>
                <a:blip r:embed="rId468"/>
                <a:stretch>
                  <a:fillRect/>
                </a:stretch>
              </p:blipFill>
              <p:spPr>
                <a:xfrm>
                  <a:off x="5979951" y="4069763"/>
                  <a:ext cx="239400"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469">
              <p14:nvContentPartPr>
                <p14:cNvPr id="276" name="Ink 275">
                  <a:extLst>
                    <a:ext uri="{FF2B5EF4-FFF2-40B4-BE49-F238E27FC236}">
                      <a16:creationId xmlns:a16="http://schemas.microsoft.com/office/drawing/2014/main" id="{9262F4DD-B67B-4B8E-B32C-8309B8CD3A5F}"/>
                    </a:ext>
                  </a:extLst>
                </p14:cNvPr>
                <p14:cNvContentPartPr/>
                <p14:nvPr/>
              </p14:nvContentPartPr>
              <p14:xfrm>
                <a:off x="6177231" y="4007483"/>
                <a:ext cx="17280" cy="6480"/>
              </p14:xfrm>
            </p:contentPart>
          </mc:Choice>
          <mc:Fallback xmlns="">
            <p:pic>
              <p:nvPicPr>
                <p:cNvPr id="276" name="Ink 275">
                  <a:extLst>
                    <a:ext uri="{FF2B5EF4-FFF2-40B4-BE49-F238E27FC236}">
                      <a16:creationId xmlns:a16="http://schemas.microsoft.com/office/drawing/2014/main" id="{9262F4DD-B67B-4B8E-B32C-8309B8CD3A5F}"/>
                    </a:ext>
                  </a:extLst>
                </p:cNvPr>
                <p:cNvPicPr/>
                <p:nvPr/>
              </p:nvPicPr>
              <p:blipFill>
                <a:blip r:embed="rId470"/>
                <a:stretch>
                  <a:fillRect/>
                </a:stretch>
              </p:blipFill>
              <p:spPr>
                <a:xfrm>
                  <a:off x="6168591" y="3998843"/>
                  <a:ext cx="3492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471">
              <p14:nvContentPartPr>
                <p14:cNvPr id="277" name="Ink 276">
                  <a:extLst>
                    <a:ext uri="{FF2B5EF4-FFF2-40B4-BE49-F238E27FC236}">
                      <a16:creationId xmlns:a16="http://schemas.microsoft.com/office/drawing/2014/main" id="{C7BCEF09-DAE0-419D-9C1B-1BC4C2025292}"/>
                    </a:ext>
                  </a:extLst>
                </p14:cNvPr>
                <p14:cNvContentPartPr/>
                <p14:nvPr/>
              </p14:nvContentPartPr>
              <p14:xfrm>
                <a:off x="6264711" y="4093883"/>
                <a:ext cx="20520" cy="86760"/>
              </p14:xfrm>
            </p:contentPart>
          </mc:Choice>
          <mc:Fallback xmlns="">
            <p:pic>
              <p:nvPicPr>
                <p:cNvPr id="277" name="Ink 276">
                  <a:extLst>
                    <a:ext uri="{FF2B5EF4-FFF2-40B4-BE49-F238E27FC236}">
                      <a16:creationId xmlns:a16="http://schemas.microsoft.com/office/drawing/2014/main" id="{C7BCEF09-DAE0-419D-9C1B-1BC4C2025292}"/>
                    </a:ext>
                  </a:extLst>
                </p:cNvPr>
                <p:cNvPicPr/>
                <p:nvPr/>
              </p:nvPicPr>
              <p:blipFill>
                <a:blip r:embed="rId472"/>
                <a:stretch>
                  <a:fillRect/>
                </a:stretch>
              </p:blipFill>
              <p:spPr>
                <a:xfrm>
                  <a:off x="6256071" y="4085243"/>
                  <a:ext cx="38160" cy="104400"/>
                </a:xfrm>
                <a:prstGeom prst="rect">
                  <a:avLst/>
                </a:prstGeom>
              </p:spPr>
            </p:pic>
          </mc:Fallback>
        </mc:AlternateContent>
        <mc:AlternateContent xmlns:mc="http://schemas.openxmlformats.org/markup-compatibility/2006" xmlns:p14="http://schemas.microsoft.com/office/powerpoint/2010/main">
          <mc:Choice Requires="p14">
            <p:contentPart p14:bwMode="auto" r:id="rId473">
              <p14:nvContentPartPr>
                <p14:cNvPr id="278" name="Ink 277">
                  <a:extLst>
                    <a:ext uri="{FF2B5EF4-FFF2-40B4-BE49-F238E27FC236}">
                      <a16:creationId xmlns:a16="http://schemas.microsoft.com/office/drawing/2014/main" id="{67BF3F3E-E148-4186-BDAB-AE728558164F}"/>
                    </a:ext>
                  </a:extLst>
                </p14:cNvPr>
                <p14:cNvContentPartPr/>
                <p14:nvPr/>
              </p14:nvContentPartPr>
              <p14:xfrm>
                <a:off x="6409431" y="3925403"/>
                <a:ext cx="524520" cy="615960"/>
              </p14:xfrm>
            </p:contentPart>
          </mc:Choice>
          <mc:Fallback xmlns="">
            <p:pic>
              <p:nvPicPr>
                <p:cNvPr id="278" name="Ink 277">
                  <a:extLst>
                    <a:ext uri="{FF2B5EF4-FFF2-40B4-BE49-F238E27FC236}">
                      <a16:creationId xmlns:a16="http://schemas.microsoft.com/office/drawing/2014/main" id="{67BF3F3E-E148-4186-BDAB-AE728558164F}"/>
                    </a:ext>
                  </a:extLst>
                </p:cNvPr>
                <p:cNvPicPr/>
                <p:nvPr/>
              </p:nvPicPr>
              <p:blipFill>
                <a:blip r:embed="rId474"/>
                <a:stretch>
                  <a:fillRect/>
                </a:stretch>
              </p:blipFill>
              <p:spPr>
                <a:xfrm>
                  <a:off x="6400431" y="3916763"/>
                  <a:ext cx="542160" cy="633600"/>
                </a:xfrm>
                <a:prstGeom prst="rect">
                  <a:avLst/>
                </a:prstGeom>
              </p:spPr>
            </p:pic>
          </mc:Fallback>
        </mc:AlternateContent>
        <mc:AlternateContent xmlns:mc="http://schemas.openxmlformats.org/markup-compatibility/2006" xmlns:p14="http://schemas.microsoft.com/office/powerpoint/2010/main">
          <mc:Choice Requires="p14">
            <p:contentPart p14:bwMode="auto" r:id="rId475">
              <p14:nvContentPartPr>
                <p14:cNvPr id="298" name="Ink 297">
                  <a:extLst>
                    <a:ext uri="{FF2B5EF4-FFF2-40B4-BE49-F238E27FC236}">
                      <a16:creationId xmlns:a16="http://schemas.microsoft.com/office/drawing/2014/main" id="{DFB9494D-3ECF-42A8-B07F-A771D511663A}"/>
                    </a:ext>
                  </a:extLst>
                </p14:cNvPr>
                <p14:cNvContentPartPr/>
                <p14:nvPr/>
              </p14:nvContentPartPr>
              <p14:xfrm>
                <a:off x="5863671" y="3959243"/>
                <a:ext cx="30240" cy="22680"/>
              </p14:xfrm>
            </p:contentPart>
          </mc:Choice>
          <mc:Fallback xmlns="">
            <p:pic>
              <p:nvPicPr>
                <p:cNvPr id="298" name="Ink 297">
                  <a:extLst>
                    <a:ext uri="{FF2B5EF4-FFF2-40B4-BE49-F238E27FC236}">
                      <a16:creationId xmlns:a16="http://schemas.microsoft.com/office/drawing/2014/main" id="{DFB9494D-3ECF-42A8-B07F-A771D511663A}"/>
                    </a:ext>
                  </a:extLst>
                </p:cNvPr>
                <p:cNvPicPr/>
                <p:nvPr/>
              </p:nvPicPr>
              <p:blipFill>
                <a:blip r:embed="rId476"/>
                <a:stretch>
                  <a:fillRect/>
                </a:stretch>
              </p:blipFill>
              <p:spPr>
                <a:xfrm>
                  <a:off x="5854671" y="3950243"/>
                  <a:ext cx="47880" cy="40320"/>
                </a:xfrm>
                <a:prstGeom prst="rect">
                  <a:avLst/>
                </a:prstGeom>
              </p:spPr>
            </p:pic>
          </mc:Fallback>
        </mc:AlternateContent>
        <mc:AlternateContent xmlns:mc="http://schemas.openxmlformats.org/markup-compatibility/2006" xmlns:p14="http://schemas.microsoft.com/office/powerpoint/2010/main">
          <mc:Choice Requires="p14">
            <p:contentPart p14:bwMode="auto" r:id="rId477">
              <p14:nvContentPartPr>
                <p14:cNvPr id="299" name="Ink 298">
                  <a:extLst>
                    <a:ext uri="{FF2B5EF4-FFF2-40B4-BE49-F238E27FC236}">
                      <a16:creationId xmlns:a16="http://schemas.microsoft.com/office/drawing/2014/main" id="{65C71F1F-D2E9-4BD2-AD51-7044938E37F0}"/>
                    </a:ext>
                  </a:extLst>
                </p14:cNvPr>
                <p14:cNvContentPartPr/>
                <p14:nvPr/>
              </p14:nvContentPartPr>
              <p14:xfrm>
                <a:off x="6166791" y="3986603"/>
                <a:ext cx="26280" cy="21600"/>
              </p14:xfrm>
            </p:contentPart>
          </mc:Choice>
          <mc:Fallback xmlns="">
            <p:pic>
              <p:nvPicPr>
                <p:cNvPr id="299" name="Ink 298">
                  <a:extLst>
                    <a:ext uri="{FF2B5EF4-FFF2-40B4-BE49-F238E27FC236}">
                      <a16:creationId xmlns:a16="http://schemas.microsoft.com/office/drawing/2014/main" id="{65C71F1F-D2E9-4BD2-AD51-7044938E37F0}"/>
                    </a:ext>
                  </a:extLst>
                </p:cNvPr>
                <p:cNvPicPr/>
                <p:nvPr/>
              </p:nvPicPr>
              <p:blipFill>
                <a:blip r:embed="rId478"/>
                <a:stretch>
                  <a:fillRect/>
                </a:stretch>
              </p:blipFill>
              <p:spPr>
                <a:xfrm>
                  <a:off x="6158151" y="3977603"/>
                  <a:ext cx="4392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479">
              <p14:nvContentPartPr>
                <p14:cNvPr id="300" name="Ink 299">
                  <a:extLst>
                    <a:ext uri="{FF2B5EF4-FFF2-40B4-BE49-F238E27FC236}">
                      <a16:creationId xmlns:a16="http://schemas.microsoft.com/office/drawing/2014/main" id="{97F9B62F-8DB5-4DFA-89E0-746C4404BA4C}"/>
                    </a:ext>
                  </a:extLst>
                </p14:cNvPr>
                <p14:cNvContentPartPr/>
                <p14:nvPr/>
              </p14:nvContentPartPr>
              <p14:xfrm>
                <a:off x="5865111" y="3958883"/>
                <a:ext cx="25560" cy="29160"/>
              </p14:xfrm>
            </p:contentPart>
          </mc:Choice>
          <mc:Fallback xmlns="">
            <p:pic>
              <p:nvPicPr>
                <p:cNvPr id="300" name="Ink 299">
                  <a:extLst>
                    <a:ext uri="{FF2B5EF4-FFF2-40B4-BE49-F238E27FC236}">
                      <a16:creationId xmlns:a16="http://schemas.microsoft.com/office/drawing/2014/main" id="{97F9B62F-8DB5-4DFA-89E0-746C4404BA4C}"/>
                    </a:ext>
                  </a:extLst>
                </p:cNvPr>
                <p:cNvPicPr/>
                <p:nvPr/>
              </p:nvPicPr>
              <p:blipFill>
                <a:blip r:embed="rId480"/>
                <a:stretch>
                  <a:fillRect/>
                </a:stretch>
              </p:blipFill>
              <p:spPr>
                <a:xfrm>
                  <a:off x="5856111" y="3950243"/>
                  <a:ext cx="43200" cy="46800"/>
                </a:xfrm>
                <a:prstGeom prst="rect">
                  <a:avLst/>
                </a:prstGeom>
              </p:spPr>
            </p:pic>
          </mc:Fallback>
        </mc:AlternateContent>
        <mc:AlternateContent xmlns:mc="http://schemas.openxmlformats.org/markup-compatibility/2006" xmlns:p14="http://schemas.microsoft.com/office/powerpoint/2010/main">
          <mc:Choice Requires="p14">
            <p:contentPart p14:bwMode="auto" r:id="rId481">
              <p14:nvContentPartPr>
                <p14:cNvPr id="301" name="Ink 300">
                  <a:extLst>
                    <a:ext uri="{FF2B5EF4-FFF2-40B4-BE49-F238E27FC236}">
                      <a16:creationId xmlns:a16="http://schemas.microsoft.com/office/drawing/2014/main" id="{4A2CA3EA-5E43-4B7A-B736-DCA9747ED287}"/>
                    </a:ext>
                  </a:extLst>
                </p14:cNvPr>
                <p14:cNvContentPartPr/>
                <p14:nvPr/>
              </p14:nvContentPartPr>
              <p14:xfrm>
                <a:off x="6158151" y="3969323"/>
                <a:ext cx="36000" cy="20520"/>
              </p14:xfrm>
            </p:contentPart>
          </mc:Choice>
          <mc:Fallback xmlns="">
            <p:pic>
              <p:nvPicPr>
                <p:cNvPr id="301" name="Ink 300">
                  <a:extLst>
                    <a:ext uri="{FF2B5EF4-FFF2-40B4-BE49-F238E27FC236}">
                      <a16:creationId xmlns:a16="http://schemas.microsoft.com/office/drawing/2014/main" id="{4A2CA3EA-5E43-4B7A-B736-DCA9747ED287}"/>
                    </a:ext>
                  </a:extLst>
                </p:cNvPr>
                <p:cNvPicPr/>
                <p:nvPr/>
              </p:nvPicPr>
              <p:blipFill>
                <a:blip r:embed="rId482"/>
                <a:stretch>
                  <a:fillRect/>
                </a:stretch>
              </p:blipFill>
              <p:spPr>
                <a:xfrm>
                  <a:off x="6149151" y="3960683"/>
                  <a:ext cx="53640" cy="381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83">
            <p14:nvContentPartPr>
              <p14:cNvPr id="303" name="Ink 302">
                <a:extLst>
                  <a:ext uri="{FF2B5EF4-FFF2-40B4-BE49-F238E27FC236}">
                    <a16:creationId xmlns:a16="http://schemas.microsoft.com/office/drawing/2014/main" id="{015777EF-BC0F-412B-A025-0F5CA979C326}"/>
                  </a:ext>
                </a:extLst>
              </p14:cNvPr>
              <p14:cNvContentPartPr/>
              <p14:nvPr/>
            </p14:nvContentPartPr>
            <p14:xfrm>
              <a:off x="11497311" y="3960323"/>
              <a:ext cx="4680" cy="49680"/>
            </p14:xfrm>
          </p:contentPart>
        </mc:Choice>
        <mc:Fallback xmlns="">
          <p:pic>
            <p:nvPicPr>
              <p:cNvPr id="303" name="Ink 302">
                <a:extLst>
                  <a:ext uri="{FF2B5EF4-FFF2-40B4-BE49-F238E27FC236}">
                    <a16:creationId xmlns:a16="http://schemas.microsoft.com/office/drawing/2014/main" id="{015777EF-BC0F-412B-A025-0F5CA979C326}"/>
                  </a:ext>
                </a:extLst>
              </p:cNvPr>
              <p:cNvPicPr/>
              <p:nvPr/>
            </p:nvPicPr>
            <p:blipFill>
              <a:blip r:embed="rId484"/>
              <a:stretch>
                <a:fillRect/>
              </a:stretch>
            </p:blipFill>
            <p:spPr>
              <a:xfrm>
                <a:off x="11488311" y="3951323"/>
                <a:ext cx="22320" cy="67320"/>
              </a:xfrm>
              <a:prstGeom prst="rect">
                <a:avLst/>
              </a:prstGeom>
            </p:spPr>
          </p:pic>
        </mc:Fallback>
      </mc:AlternateContent>
      <mc:AlternateContent xmlns:mc="http://schemas.openxmlformats.org/markup-compatibility/2006" xmlns:p14="http://schemas.microsoft.com/office/powerpoint/2010/main">
        <mc:Choice Requires="p14">
          <p:contentPart p14:bwMode="auto" r:id="rId485">
            <p14:nvContentPartPr>
              <p14:cNvPr id="304" name="Ink 303">
                <a:extLst>
                  <a:ext uri="{FF2B5EF4-FFF2-40B4-BE49-F238E27FC236}">
                    <a16:creationId xmlns:a16="http://schemas.microsoft.com/office/drawing/2014/main" id="{56D0B902-399F-4132-968A-C3E649654571}"/>
                  </a:ext>
                </a:extLst>
              </p14:cNvPr>
              <p14:cNvContentPartPr/>
              <p14:nvPr/>
            </p14:nvContentPartPr>
            <p14:xfrm>
              <a:off x="11484711" y="4109723"/>
              <a:ext cx="194760" cy="62280"/>
            </p14:xfrm>
          </p:contentPart>
        </mc:Choice>
        <mc:Fallback xmlns="">
          <p:pic>
            <p:nvPicPr>
              <p:cNvPr id="304" name="Ink 303">
                <a:extLst>
                  <a:ext uri="{FF2B5EF4-FFF2-40B4-BE49-F238E27FC236}">
                    <a16:creationId xmlns:a16="http://schemas.microsoft.com/office/drawing/2014/main" id="{56D0B902-399F-4132-968A-C3E649654571}"/>
                  </a:ext>
                </a:extLst>
              </p:cNvPr>
              <p:cNvPicPr/>
              <p:nvPr/>
            </p:nvPicPr>
            <p:blipFill>
              <a:blip r:embed="rId486"/>
              <a:stretch>
                <a:fillRect/>
              </a:stretch>
            </p:blipFill>
            <p:spPr>
              <a:xfrm>
                <a:off x="11475711" y="4100723"/>
                <a:ext cx="212400" cy="79920"/>
              </a:xfrm>
              <a:prstGeom prst="rect">
                <a:avLst/>
              </a:prstGeom>
            </p:spPr>
          </p:pic>
        </mc:Fallback>
      </mc:AlternateContent>
      <p:grpSp>
        <p:nvGrpSpPr>
          <p:cNvPr id="327" name="Group 326">
            <a:extLst>
              <a:ext uri="{FF2B5EF4-FFF2-40B4-BE49-F238E27FC236}">
                <a16:creationId xmlns:a16="http://schemas.microsoft.com/office/drawing/2014/main" id="{3A39A462-BF5A-4C13-8195-ECF850256182}"/>
              </a:ext>
            </a:extLst>
          </p:cNvPr>
          <p:cNvGrpSpPr/>
          <p:nvPr/>
        </p:nvGrpSpPr>
        <p:grpSpPr>
          <a:xfrm>
            <a:off x="5823711" y="4536683"/>
            <a:ext cx="538560" cy="381600"/>
            <a:chOff x="5823711" y="4536683"/>
            <a:chExt cx="538560" cy="381600"/>
          </a:xfrm>
        </p:grpSpPr>
        <mc:AlternateContent xmlns:mc="http://schemas.openxmlformats.org/markup-compatibility/2006" xmlns:p14="http://schemas.microsoft.com/office/powerpoint/2010/main">
          <mc:Choice Requires="p14">
            <p:contentPart p14:bwMode="auto" r:id="rId487">
              <p14:nvContentPartPr>
                <p14:cNvPr id="305" name="Ink 304">
                  <a:extLst>
                    <a:ext uri="{FF2B5EF4-FFF2-40B4-BE49-F238E27FC236}">
                      <a16:creationId xmlns:a16="http://schemas.microsoft.com/office/drawing/2014/main" id="{081ADF91-FB54-4622-BC1D-42984AA222AB}"/>
                    </a:ext>
                  </a:extLst>
                </p14:cNvPr>
                <p14:cNvContentPartPr/>
                <p14:nvPr/>
              </p14:nvContentPartPr>
              <p14:xfrm>
                <a:off x="5823711" y="4688963"/>
                <a:ext cx="200520" cy="118800"/>
              </p14:xfrm>
            </p:contentPart>
          </mc:Choice>
          <mc:Fallback xmlns="">
            <p:pic>
              <p:nvPicPr>
                <p:cNvPr id="305" name="Ink 304">
                  <a:extLst>
                    <a:ext uri="{FF2B5EF4-FFF2-40B4-BE49-F238E27FC236}">
                      <a16:creationId xmlns:a16="http://schemas.microsoft.com/office/drawing/2014/main" id="{081ADF91-FB54-4622-BC1D-42984AA222AB}"/>
                    </a:ext>
                  </a:extLst>
                </p:cNvPr>
                <p:cNvPicPr/>
                <p:nvPr/>
              </p:nvPicPr>
              <p:blipFill>
                <a:blip r:embed="rId488"/>
                <a:stretch>
                  <a:fillRect/>
                </a:stretch>
              </p:blipFill>
              <p:spPr>
                <a:xfrm>
                  <a:off x="5815071" y="4680323"/>
                  <a:ext cx="218160"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489">
              <p14:nvContentPartPr>
                <p14:cNvPr id="306" name="Ink 305">
                  <a:extLst>
                    <a:ext uri="{FF2B5EF4-FFF2-40B4-BE49-F238E27FC236}">
                      <a16:creationId xmlns:a16="http://schemas.microsoft.com/office/drawing/2014/main" id="{CDB9B145-50E7-47E1-8EB1-26C4AF4FE53F}"/>
                    </a:ext>
                  </a:extLst>
                </p14:cNvPr>
                <p14:cNvContentPartPr/>
                <p14:nvPr/>
              </p14:nvContentPartPr>
              <p14:xfrm>
                <a:off x="6077871" y="4773923"/>
                <a:ext cx="12960" cy="77760"/>
              </p14:xfrm>
            </p:contentPart>
          </mc:Choice>
          <mc:Fallback xmlns="">
            <p:pic>
              <p:nvPicPr>
                <p:cNvPr id="306" name="Ink 305">
                  <a:extLst>
                    <a:ext uri="{FF2B5EF4-FFF2-40B4-BE49-F238E27FC236}">
                      <a16:creationId xmlns:a16="http://schemas.microsoft.com/office/drawing/2014/main" id="{CDB9B145-50E7-47E1-8EB1-26C4AF4FE53F}"/>
                    </a:ext>
                  </a:extLst>
                </p:cNvPr>
                <p:cNvPicPr/>
                <p:nvPr/>
              </p:nvPicPr>
              <p:blipFill>
                <a:blip r:embed="rId490"/>
                <a:stretch>
                  <a:fillRect/>
                </a:stretch>
              </p:blipFill>
              <p:spPr>
                <a:xfrm>
                  <a:off x="6069231" y="4764923"/>
                  <a:ext cx="30600" cy="95400"/>
                </a:xfrm>
                <a:prstGeom prst="rect">
                  <a:avLst/>
                </a:prstGeom>
              </p:spPr>
            </p:pic>
          </mc:Fallback>
        </mc:AlternateContent>
        <mc:AlternateContent xmlns:mc="http://schemas.openxmlformats.org/markup-compatibility/2006" xmlns:p14="http://schemas.microsoft.com/office/powerpoint/2010/main">
          <mc:Choice Requires="p14">
            <p:contentPart p14:bwMode="auto" r:id="rId491">
              <p14:nvContentPartPr>
                <p14:cNvPr id="307" name="Ink 306">
                  <a:extLst>
                    <a:ext uri="{FF2B5EF4-FFF2-40B4-BE49-F238E27FC236}">
                      <a16:creationId xmlns:a16="http://schemas.microsoft.com/office/drawing/2014/main" id="{8158698B-BAC3-45FB-8FF1-B90014776535}"/>
                    </a:ext>
                  </a:extLst>
                </p14:cNvPr>
                <p14:cNvContentPartPr/>
                <p14:nvPr/>
              </p14:nvContentPartPr>
              <p14:xfrm>
                <a:off x="6145191" y="4777163"/>
                <a:ext cx="24480" cy="86400"/>
              </p14:xfrm>
            </p:contentPart>
          </mc:Choice>
          <mc:Fallback xmlns="">
            <p:pic>
              <p:nvPicPr>
                <p:cNvPr id="307" name="Ink 306">
                  <a:extLst>
                    <a:ext uri="{FF2B5EF4-FFF2-40B4-BE49-F238E27FC236}">
                      <a16:creationId xmlns:a16="http://schemas.microsoft.com/office/drawing/2014/main" id="{8158698B-BAC3-45FB-8FF1-B90014776535}"/>
                    </a:ext>
                  </a:extLst>
                </p:cNvPr>
                <p:cNvPicPr/>
                <p:nvPr/>
              </p:nvPicPr>
              <p:blipFill>
                <a:blip r:embed="rId492"/>
                <a:stretch>
                  <a:fillRect/>
                </a:stretch>
              </p:blipFill>
              <p:spPr>
                <a:xfrm>
                  <a:off x="6136551" y="4768163"/>
                  <a:ext cx="4212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493">
              <p14:nvContentPartPr>
                <p14:cNvPr id="308" name="Ink 307">
                  <a:extLst>
                    <a:ext uri="{FF2B5EF4-FFF2-40B4-BE49-F238E27FC236}">
                      <a16:creationId xmlns:a16="http://schemas.microsoft.com/office/drawing/2014/main" id="{DA329AB4-3100-408A-82A3-FE7455EEEC40}"/>
                    </a:ext>
                  </a:extLst>
                </p14:cNvPr>
                <p14:cNvContentPartPr/>
                <p14:nvPr/>
              </p14:nvContentPartPr>
              <p14:xfrm>
                <a:off x="6109191" y="4536683"/>
                <a:ext cx="7200" cy="97200"/>
              </p14:xfrm>
            </p:contentPart>
          </mc:Choice>
          <mc:Fallback xmlns="">
            <p:pic>
              <p:nvPicPr>
                <p:cNvPr id="308" name="Ink 307">
                  <a:extLst>
                    <a:ext uri="{FF2B5EF4-FFF2-40B4-BE49-F238E27FC236}">
                      <a16:creationId xmlns:a16="http://schemas.microsoft.com/office/drawing/2014/main" id="{DA329AB4-3100-408A-82A3-FE7455EEEC40}"/>
                    </a:ext>
                  </a:extLst>
                </p:cNvPr>
                <p:cNvPicPr/>
                <p:nvPr/>
              </p:nvPicPr>
              <p:blipFill>
                <a:blip r:embed="rId494"/>
                <a:stretch>
                  <a:fillRect/>
                </a:stretch>
              </p:blipFill>
              <p:spPr>
                <a:xfrm>
                  <a:off x="6100191" y="4528043"/>
                  <a:ext cx="24840" cy="114840"/>
                </a:xfrm>
                <a:prstGeom prst="rect">
                  <a:avLst/>
                </a:prstGeom>
              </p:spPr>
            </p:pic>
          </mc:Fallback>
        </mc:AlternateContent>
        <mc:AlternateContent xmlns:mc="http://schemas.openxmlformats.org/markup-compatibility/2006" xmlns:p14="http://schemas.microsoft.com/office/powerpoint/2010/main">
          <mc:Choice Requires="p14">
            <p:contentPart p14:bwMode="auto" r:id="rId495">
              <p14:nvContentPartPr>
                <p14:cNvPr id="309" name="Ink 308">
                  <a:extLst>
                    <a:ext uri="{FF2B5EF4-FFF2-40B4-BE49-F238E27FC236}">
                      <a16:creationId xmlns:a16="http://schemas.microsoft.com/office/drawing/2014/main" id="{DBF37436-CA3A-4CAC-9873-552A17E02148}"/>
                    </a:ext>
                  </a:extLst>
                </p14:cNvPr>
                <p14:cNvContentPartPr/>
                <p14:nvPr/>
              </p14:nvContentPartPr>
              <p14:xfrm>
                <a:off x="6324111" y="4835123"/>
                <a:ext cx="38160" cy="83160"/>
              </p14:xfrm>
            </p:contentPart>
          </mc:Choice>
          <mc:Fallback xmlns="">
            <p:pic>
              <p:nvPicPr>
                <p:cNvPr id="309" name="Ink 308">
                  <a:extLst>
                    <a:ext uri="{FF2B5EF4-FFF2-40B4-BE49-F238E27FC236}">
                      <a16:creationId xmlns:a16="http://schemas.microsoft.com/office/drawing/2014/main" id="{DBF37436-CA3A-4CAC-9873-552A17E02148}"/>
                    </a:ext>
                  </a:extLst>
                </p:cNvPr>
                <p:cNvPicPr/>
                <p:nvPr/>
              </p:nvPicPr>
              <p:blipFill>
                <a:blip r:embed="rId496"/>
                <a:stretch>
                  <a:fillRect/>
                </a:stretch>
              </p:blipFill>
              <p:spPr>
                <a:xfrm>
                  <a:off x="6315471" y="4826483"/>
                  <a:ext cx="55800" cy="100800"/>
                </a:xfrm>
                <a:prstGeom prst="rect">
                  <a:avLst/>
                </a:prstGeom>
              </p:spPr>
            </p:pic>
          </mc:Fallback>
        </mc:AlternateContent>
      </p:grpSp>
      <p:grpSp>
        <p:nvGrpSpPr>
          <p:cNvPr id="326" name="Group 325">
            <a:extLst>
              <a:ext uri="{FF2B5EF4-FFF2-40B4-BE49-F238E27FC236}">
                <a16:creationId xmlns:a16="http://schemas.microsoft.com/office/drawing/2014/main" id="{FC34BFF5-1A41-4D0D-AE4E-04FA974C4359}"/>
              </a:ext>
            </a:extLst>
          </p:cNvPr>
          <p:cNvGrpSpPr/>
          <p:nvPr/>
        </p:nvGrpSpPr>
        <p:grpSpPr>
          <a:xfrm>
            <a:off x="6736671" y="4612283"/>
            <a:ext cx="531360" cy="322560"/>
            <a:chOff x="6736671" y="4612283"/>
            <a:chExt cx="531360" cy="322560"/>
          </a:xfrm>
        </p:grpSpPr>
        <mc:AlternateContent xmlns:mc="http://schemas.openxmlformats.org/markup-compatibility/2006" xmlns:p14="http://schemas.microsoft.com/office/powerpoint/2010/main">
          <mc:Choice Requires="p14">
            <p:contentPart p14:bwMode="auto" r:id="rId497">
              <p14:nvContentPartPr>
                <p14:cNvPr id="310" name="Ink 309">
                  <a:extLst>
                    <a:ext uri="{FF2B5EF4-FFF2-40B4-BE49-F238E27FC236}">
                      <a16:creationId xmlns:a16="http://schemas.microsoft.com/office/drawing/2014/main" id="{07FDC09E-967E-4D80-AEFC-8EC9DA115F48}"/>
                    </a:ext>
                  </a:extLst>
                </p14:cNvPr>
                <p14:cNvContentPartPr/>
                <p14:nvPr/>
              </p14:nvContentPartPr>
              <p14:xfrm>
                <a:off x="6736671" y="4765643"/>
                <a:ext cx="172080" cy="108360"/>
              </p14:xfrm>
            </p:contentPart>
          </mc:Choice>
          <mc:Fallback xmlns="">
            <p:pic>
              <p:nvPicPr>
                <p:cNvPr id="310" name="Ink 309">
                  <a:extLst>
                    <a:ext uri="{FF2B5EF4-FFF2-40B4-BE49-F238E27FC236}">
                      <a16:creationId xmlns:a16="http://schemas.microsoft.com/office/drawing/2014/main" id="{07FDC09E-967E-4D80-AEFC-8EC9DA115F48}"/>
                    </a:ext>
                  </a:extLst>
                </p:cNvPr>
                <p:cNvPicPr/>
                <p:nvPr/>
              </p:nvPicPr>
              <p:blipFill>
                <a:blip r:embed="rId498"/>
                <a:stretch>
                  <a:fillRect/>
                </a:stretch>
              </p:blipFill>
              <p:spPr>
                <a:xfrm>
                  <a:off x="6727671" y="4757003"/>
                  <a:ext cx="1897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499">
              <p14:nvContentPartPr>
                <p14:cNvPr id="311" name="Ink 310">
                  <a:extLst>
                    <a:ext uri="{FF2B5EF4-FFF2-40B4-BE49-F238E27FC236}">
                      <a16:creationId xmlns:a16="http://schemas.microsoft.com/office/drawing/2014/main" id="{21C0E2D6-0FA4-426E-B81B-CA191134C581}"/>
                    </a:ext>
                  </a:extLst>
                </p14:cNvPr>
                <p14:cNvContentPartPr/>
                <p14:nvPr/>
              </p14:nvContentPartPr>
              <p14:xfrm>
                <a:off x="6953751" y="4834403"/>
                <a:ext cx="20160" cy="61560"/>
              </p14:xfrm>
            </p:contentPart>
          </mc:Choice>
          <mc:Fallback xmlns="">
            <p:pic>
              <p:nvPicPr>
                <p:cNvPr id="311" name="Ink 310">
                  <a:extLst>
                    <a:ext uri="{FF2B5EF4-FFF2-40B4-BE49-F238E27FC236}">
                      <a16:creationId xmlns:a16="http://schemas.microsoft.com/office/drawing/2014/main" id="{21C0E2D6-0FA4-426E-B81B-CA191134C581}"/>
                    </a:ext>
                  </a:extLst>
                </p:cNvPr>
                <p:cNvPicPr/>
                <p:nvPr/>
              </p:nvPicPr>
              <p:blipFill>
                <a:blip r:embed="rId500"/>
                <a:stretch>
                  <a:fillRect/>
                </a:stretch>
              </p:blipFill>
              <p:spPr>
                <a:xfrm>
                  <a:off x="6945111" y="4825403"/>
                  <a:ext cx="37800" cy="79200"/>
                </a:xfrm>
                <a:prstGeom prst="rect">
                  <a:avLst/>
                </a:prstGeom>
              </p:spPr>
            </p:pic>
          </mc:Fallback>
        </mc:AlternateContent>
        <mc:AlternateContent xmlns:mc="http://schemas.openxmlformats.org/markup-compatibility/2006" xmlns:p14="http://schemas.microsoft.com/office/powerpoint/2010/main">
          <mc:Choice Requires="p14">
            <p:contentPart p14:bwMode="auto" r:id="rId501">
              <p14:nvContentPartPr>
                <p14:cNvPr id="312" name="Ink 311">
                  <a:extLst>
                    <a:ext uri="{FF2B5EF4-FFF2-40B4-BE49-F238E27FC236}">
                      <a16:creationId xmlns:a16="http://schemas.microsoft.com/office/drawing/2014/main" id="{E1F022A1-A250-4FA3-8D59-544CFC5EF8DD}"/>
                    </a:ext>
                  </a:extLst>
                </p14:cNvPr>
                <p14:cNvContentPartPr/>
                <p14:nvPr/>
              </p14:nvContentPartPr>
              <p14:xfrm>
                <a:off x="7040871" y="4818563"/>
                <a:ext cx="22680" cy="65160"/>
              </p14:xfrm>
            </p:contentPart>
          </mc:Choice>
          <mc:Fallback xmlns="">
            <p:pic>
              <p:nvPicPr>
                <p:cNvPr id="312" name="Ink 311">
                  <a:extLst>
                    <a:ext uri="{FF2B5EF4-FFF2-40B4-BE49-F238E27FC236}">
                      <a16:creationId xmlns:a16="http://schemas.microsoft.com/office/drawing/2014/main" id="{E1F022A1-A250-4FA3-8D59-544CFC5EF8DD}"/>
                    </a:ext>
                  </a:extLst>
                </p:cNvPr>
                <p:cNvPicPr/>
                <p:nvPr/>
              </p:nvPicPr>
              <p:blipFill>
                <a:blip r:embed="rId502"/>
                <a:stretch>
                  <a:fillRect/>
                </a:stretch>
              </p:blipFill>
              <p:spPr>
                <a:xfrm>
                  <a:off x="7032231" y="4809563"/>
                  <a:ext cx="40320" cy="82800"/>
                </a:xfrm>
                <a:prstGeom prst="rect">
                  <a:avLst/>
                </a:prstGeom>
              </p:spPr>
            </p:pic>
          </mc:Fallback>
        </mc:AlternateContent>
        <mc:AlternateContent xmlns:mc="http://schemas.openxmlformats.org/markup-compatibility/2006" xmlns:p14="http://schemas.microsoft.com/office/powerpoint/2010/main">
          <mc:Choice Requires="p14">
            <p:contentPart p14:bwMode="auto" r:id="rId503">
              <p14:nvContentPartPr>
                <p14:cNvPr id="313" name="Ink 312">
                  <a:extLst>
                    <a:ext uri="{FF2B5EF4-FFF2-40B4-BE49-F238E27FC236}">
                      <a16:creationId xmlns:a16="http://schemas.microsoft.com/office/drawing/2014/main" id="{C88996CA-DF5D-42D8-972B-C1D59B53BDEC}"/>
                    </a:ext>
                  </a:extLst>
                </p14:cNvPr>
                <p14:cNvContentPartPr/>
                <p14:nvPr/>
              </p14:nvContentPartPr>
              <p14:xfrm>
                <a:off x="7031511" y="4612283"/>
                <a:ext cx="119520" cy="93960"/>
              </p14:xfrm>
            </p:contentPart>
          </mc:Choice>
          <mc:Fallback xmlns="">
            <p:pic>
              <p:nvPicPr>
                <p:cNvPr id="313" name="Ink 312">
                  <a:extLst>
                    <a:ext uri="{FF2B5EF4-FFF2-40B4-BE49-F238E27FC236}">
                      <a16:creationId xmlns:a16="http://schemas.microsoft.com/office/drawing/2014/main" id="{C88996CA-DF5D-42D8-972B-C1D59B53BDEC}"/>
                    </a:ext>
                  </a:extLst>
                </p:cNvPr>
                <p:cNvPicPr/>
                <p:nvPr/>
              </p:nvPicPr>
              <p:blipFill>
                <a:blip r:embed="rId504"/>
                <a:stretch>
                  <a:fillRect/>
                </a:stretch>
              </p:blipFill>
              <p:spPr>
                <a:xfrm>
                  <a:off x="7022871" y="4603643"/>
                  <a:ext cx="137160" cy="111600"/>
                </a:xfrm>
                <a:prstGeom prst="rect">
                  <a:avLst/>
                </a:prstGeom>
              </p:spPr>
            </p:pic>
          </mc:Fallback>
        </mc:AlternateContent>
        <mc:AlternateContent xmlns:mc="http://schemas.openxmlformats.org/markup-compatibility/2006" xmlns:p14="http://schemas.microsoft.com/office/powerpoint/2010/main">
          <mc:Choice Requires="p14">
            <p:contentPart p14:bwMode="auto" r:id="rId505">
              <p14:nvContentPartPr>
                <p14:cNvPr id="314" name="Ink 313">
                  <a:extLst>
                    <a:ext uri="{FF2B5EF4-FFF2-40B4-BE49-F238E27FC236}">
                      <a16:creationId xmlns:a16="http://schemas.microsoft.com/office/drawing/2014/main" id="{182747FD-9715-49F2-B01B-3D7663468F63}"/>
                    </a:ext>
                  </a:extLst>
                </p14:cNvPr>
                <p14:cNvContentPartPr/>
                <p14:nvPr/>
              </p14:nvContentPartPr>
              <p14:xfrm>
                <a:off x="7217271" y="4836563"/>
                <a:ext cx="50760" cy="98280"/>
              </p14:xfrm>
            </p:contentPart>
          </mc:Choice>
          <mc:Fallback xmlns="">
            <p:pic>
              <p:nvPicPr>
                <p:cNvPr id="314" name="Ink 313">
                  <a:extLst>
                    <a:ext uri="{FF2B5EF4-FFF2-40B4-BE49-F238E27FC236}">
                      <a16:creationId xmlns:a16="http://schemas.microsoft.com/office/drawing/2014/main" id="{182747FD-9715-49F2-B01B-3D7663468F63}"/>
                    </a:ext>
                  </a:extLst>
                </p:cNvPr>
                <p:cNvPicPr/>
                <p:nvPr/>
              </p:nvPicPr>
              <p:blipFill>
                <a:blip r:embed="rId506"/>
                <a:stretch>
                  <a:fillRect/>
                </a:stretch>
              </p:blipFill>
              <p:spPr>
                <a:xfrm>
                  <a:off x="7208631" y="4827563"/>
                  <a:ext cx="68400" cy="115920"/>
                </a:xfrm>
                <a:prstGeom prst="rect">
                  <a:avLst/>
                </a:prstGeom>
              </p:spPr>
            </p:pic>
          </mc:Fallback>
        </mc:AlternateContent>
      </p:grpSp>
      <p:grpSp>
        <p:nvGrpSpPr>
          <p:cNvPr id="325" name="Group 324">
            <a:extLst>
              <a:ext uri="{FF2B5EF4-FFF2-40B4-BE49-F238E27FC236}">
                <a16:creationId xmlns:a16="http://schemas.microsoft.com/office/drawing/2014/main" id="{A68AE1E6-BA3E-4122-B1FC-3319DE04DCB4}"/>
              </a:ext>
            </a:extLst>
          </p:cNvPr>
          <p:cNvGrpSpPr/>
          <p:nvPr/>
        </p:nvGrpSpPr>
        <p:grpSpPr>
          <a:xfrm>
            <a:off x="7647831" y="4658003"/>
            <a:ext cx="569880" cy="326880"/>
            <a:chOff x="7647831" y="4658003"/>
            <a:chExt cx="569880" cy="326880"/>
          </a:xfrm>
        </p:grpSpPr>
        <mc:AlternateContent xmlns:mc="http://schemas.openxmlformats.org/markup-compatibility/2006" xmlns:p14="http://schemas.microsoft.com/office/powerpoint/2010/main">
          <mc:Choice Requires="p14">
            <p:contentPart p14:bwMode="auto" r:id="rId507">
              <p14:nvContentPartPr>
                <p14:cNvPr id="315" name="Ink 314">
                  <a:extLst>
                    <a:ext uri="{FF2B5EF4-FFF2-40B4-BE49-F238E27FC236}">
                      <a16:creationId xmlns:a16="http://schemas.microsoft.com/office/drawing/2014/main" id="{862B39E3-56A4-4C76-9B67-6003410B4D39}"/>
                    </a:ext>
                  </a:extLst>
                </p14:cNvPr>
                <p14:cNvContentPartPr/>
                <p14:nvPr/>
              </p14:nvContentPartPr>
              <p14:xfrm>
                <a:off x="7647831" y="4761683"/>
                <a:ext cx="199440" cy="123120"/>
              </p14:xfrm>
            </p:contentPart>
          </mc:Choice>
          <mc:Fallback xmlns="">
            <p:pic>
              <p:nvPicPr>
                <p:cNvPr id="315" name="Ink 314">
                  <a:extLst>
                    <a:ext uri="{FF2B5EF4-FFF2-40B4-BE49-F238E27FC236}">
                      <a16:creationId xmlns:a16="http://schemas.microsoft.com/office/drawing/2014/main" id="{862B39E3-56A4-4C76-9B67-6003410B4D39}"/>
                    </a:ext>
                  </a:extLst>
                </p:cNvPr>
                <p:cNvPicPr/>
                <p:nvPr/>
              </p:nvPicPr>
              <p:blipFill>
                <a:blip r:embed="rId508"/>
                <a:stretch>
                  <a:fillRect/>
                </a:stretch>
              </p:blipFill>
              <p:spPr>
                <a:xfrm>
                  <a:off x="7638831" y="4753043"/>
                  <a:ext cx="21708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509">
              <p14:nvContentPartPr>
                <p14:cNvPr id="316" name="Ink 315">
                  <a:extLst>
                    <a:ext uri="{FF2B5EF4-FFF2-40B4-BE49-F238E27FC236}">
                      <a16:creationId xmlns:a16="http://schemas.microsoft.com/office/drawing/2014/main" id="{3E24C03E-BD90-4975-B319-292FFA1B26AE}"/>
                    </a:ext>
                  </a:extLst>
                </p14:cNvPr>
                <p14:cNvContentPartPr/>
                <p14:nvPr/>
              </p14:nvContentPartPr>
              <p14:xfrm>
                <a:off x="7895871" y="4853123"/>
                <a:ext cx="11520" cy="63000"/>
              </p14:xfrm>
            </p:contentPart>
          </mc:Choice>
          <mc:Fallback xmlns="">
            <p:pic>
              <p:nvPicPr>
                <p:cNvPr id="316" name="Ink 315">
                  <a:extLst>
                    <a:ext uri="{FF2B5EF4-FFF2-40B4-BE49-F238E27FC236}">
                      <a16:creationId xmlns:a16="http://schemas.microsoft.com/office/drawing/2014/main" id="{3E24C03E-BD90-4975-B319-292FFA1B26AE}"/>
                    </a:ext>
                  </a:extLst>
                </p:cNvPr>
                <p:cNvPicPr/>
                <p:nvPr/>
              </p:nvPicPr>
              <p:blipFill>
                <a:blip r:embed="rId510"/>
                <a:stretch>
                  <a:fillRect/>
                </a:stretch>
              </p:blipFill>
              <p:spPr>
                <a:xfrm>
                  <a:off x="7886871" y="4844483"/>
                  <a:ext cx="2916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511">
              <p14:nvContentPartPr>
                <p14:cNvPr id="317" name="Ink 316">
                  <a:extLst>
                    <a:ext uri="{FF2B5EF4-FFF2-40B4-BE49-F238E27FC236}">
                      <a16:creationId xmlns:a16="http://schemas.microsoft.com/office/drawing/2014/main" id="{176D0A11-DA47-4DE4-B900-DA243613E9B2}"/>
                    </a:ext>
                  </a:extLst>
                </p14:cNvPr>
                <p14:cNvContentPartPr/>
                <p14:nvPr/>
              </p14:nvContentPartPr>
              <p14:xfrm>
                <a:off x="7957431" y="4861763"/>
                <a:ext cx="12240" cy="76320"/>
              </p14:xfrm>
            </p:contentPart>
          </mc:Choice>
          <mc:Fallback xmlns="">
            <p:pic>
              <p:nvPicPr>
                <p:cNvPr id="317" name="Ink 316">
                  <a:extLst>
                    <a:ext uri="{FF2B5EF4-FFF2-40B4-BE49-F238E27FC236}">
                      <a16:creationId xmlns:a16="http://schemas.microsoft.com/office/drawing/2014/main" id="{176D0A11-DA47-4DE4-B900-DA243613E9B2}"/>
                    </a:ext>
                  </a:extLst>
                </p:cNvPr>
                <p:cNvPicPr/>
                <p:nvPr/>
              </p:nvPicPr>
              <p:blipFill>
                <a:blip r:embed="rId512"/>
                <a:stretch>
                  <a:fillRect/>
                </a:stretch>
              </p:blipFill>
              <p:spPr>
                <a:xfrm>
                  <a:off x="7948431" y="4853123"/>
                  <a:ext cx="2988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513">
              <p14:nvContentPartPr>
                <p14:cNvPr id="318" name="Ink 317">
                  <a:extLst>
                    <a:ext uri="{FF2B5EF4-FFF2-40B4-BE49-F238E27FC236}">
                      <a16:creationId xmlns:a16="http://schemas.microsoft.com/office/drawing/2014/main" id="{2888DD06-21C8-4522-BC17-7B4166014679}"/>
                    </a:ext>
                  </a:extLst>
                </p14:cNvPr>
                <p14:cNvContentPartPr/>
                <p14:nvPr/>
              </p14:nvContentPartPr>
              <p14:xfrm>
                <a:off x="7993791" y="4658003"/>
                <a:ext cx="72000" cy="140040"/>
              </p14:xfrm>
            </p:contentPart>
          </mc:Choice>
          <mc:Fallback xmlns="">
            <p:pic>
              <p:nvPicPr>
                <p:cNvPr id="318" name="Ink 317">
                  <a:extLst>
                    <a:ext uri="{FF2B5EF4-FFF2-40B4-BE49-F238E27FC236}">
                      <a16:creationId xmlns:a16="http://schemas.microsoft.com/office/drawing/2014/main" id="{2888DD06-21C8-4522-BC17-7B4166014679}"/>
                    </a:ext>
                  </a:extLst>
                </p:cNvPr>
                <p:cNvPicPr/>
                <p:nvPr/>
              </p:nvPicPr>
              <p:blipFill>
                <a:blip r:embed="rId514"/>
                <a:stretch>
                  <a:fillRect/>
                </a:stretch>
              </p:blipFill>
              <p:spPr>
                <a:xfrm>
                  <a:off x="7984791" y="4649363"/>
                  <a:ext cx="89640" cy="157680"/>
                </a:xfrm>
                <a:prstGeom prst="rect">
                  <a:avLst/>
                </a:prstGeom>
              </p:spPr>
            </p:pic>
          </mc:Fallback>
        </mc:AlternateContent>
        <mc:AlternateContent xmlns:mc="http://schemas.openxmlformats.org/markup-compatibility/2006" xmlns:p14="http://schemas.microsoft.com/office/powerpoint/2010/main">
          <mc:Choice Requires="p14">
            <p:contentPart p14:bwMode="auto" r:id="rId515">
              <p14:nvContentPartPr>
                <p14:cNvPr id="319" name="Ink 318">
                  <a:extLst>
                    <a:ext uri="{FF2B5EF4-FFF2-40B4-BE49-F238E27FC236}">
                      <a16:creationId xmlns:a16="http://schemas.microsoft.com/office/drawing/2014/main" id="{72A7197E-DD01-4AC6-AD8E-11F33C1595C7}"/>
                    </a:ext>
                  </a:extLst>
                </p14:cNvPr>
                <p14:cNvContentPartPr/>
                <p14:nvPr/>
              </p14:nvContentPartPr>
              <p14:xfrm>
                <a:off x="8161911" y="4898483"/>
                <a:ext cx="55800" cy="86400"/>
              </p14:xfrm>
            </p:contentPart>
          </mc:Choice>
          <mc:Fallback xmlns="">
            <p:pic>
              <p:nvPicPr>
                <p:cNvPr id="319" name="Ink 318">
                  <a:extLst>
                    <a:ext uri="{FF2B5EF4-FFF2-40B4-BE49-F238E27FC236}">
                      <a16:creationId xmlns:a16="http://schemas.microsoft.com/office/drawing/2014/main" id="{72A7197E-DD01-4AC6-AD8E-11F33C1595C7}"/>
                    </a:ext>
                  </a:extLst>
                </p:cNvPr>
                <p:cNvPicPr/>
                <p:nvPr/>
              </p:nvPicPr>
              <p:blipFill>
                <a:blip r:embed="rId516"/>
                <a:stretch>
                  <a:fillRect/>
                </a:stretch>
              </p:blipFill>
              <p:spPr>
                <a:xfrm>
                  <a:off x="8152911" y="4889843"/>
                  <a:ext cx="73440" cy="104040"/>
                </a:xfrm>
                <a:prstGeom prst="rect">
                  <a:avLst/>
                </a:prstGeom>
              </p:spPr>
            </p:pic>
          </mc:Fallback>
        </mc:AlternateContent>
      </p:grpSp>
      <p:grpSp>
        <p:nvGrpSpPr>
          <p:cNvPr id="324" name="Group 323">
            <a:extLst>
              <a:ext uri="{FF2B5EF4-FFF2-40B4-BE49-F238E27FC236}">
                <a16:creationId xmlns:a16="http://schemas.microsoft.com/office/drawing/2014/main" id="{1BDF070B-EAA7-4D04-B064-5EA4A69A8FAC}"/>
              </a:ext>
            </a:extLst>
          </p:cNvPr>
          <p:cNvGrpSpPr/>
          <p:nvPr/>
        </p:nvGrpSpPr>
        <p:grpSpPr>
          <a:xfrm>
            <a:off x="8485551" y="4715243"/>
            <a:ext cx="354600" cy="281880"/>
            <a:chOff x="8485551" y="4715243"/>
            <a:chExt cx="354600" cy="281880"/>
          </a:xfrm>
        </p:grpSpPr>
        <mc:AlternateContent xmlns:mc="http://schemas.openxmlformats.org/markup-compatibility/2006" xmlns:p14="http://schemas.microsoft.com/office/powerpoint/2010/main">
          <mc:Choice Requires="p14">
            <p:contentPart p14:bwMode="auto" r:id="rId517">
              <p14:nvContentPartPr>
                <p14:cNvPr id="320" name="Ink 319">
                  <a:extLst>
                    <a:ext uri="{FF2B5EF4-FFF2-40B4-BE49-F238E27FC236}">
                      <a16:creationId xmlns:a16="http://schemas.microsoft.com/office/drawing/2014/main" id="{F6D756E5-E7DA-4533-9E8C-7EE89A8EDD50}"/>
                    </a:ext>
                  </a:extLst>
                </p14:cNvPr>
                <p14:cNvContentPartPr/>
                <p14:nvPr/>
              </p14:nvContentPartPr>
              <p14:xfrm>
                <a:off x="8485551" y="4819283"/>
                <a:ext cx="172440" cy="133200"/>
              </p14:xfrm>
            </p:contentPart>
          </mc:Choice>
          <mc:Fallback xmlns="">
            <p:pic>
              <p:nvPicPr>
                <p:cNvPr id="320" name="Ink 319">
                  <a:extLst>
                    <a:ext uri="{FF2B5EF4-FFF2-40B4-BE49-F238E27FC236}">
                      <a16:creationId xmlns:a16="http://schemas.microsoft.com/office/drawing/2014/main" id="{F6D756E5-E7DA-4533-9E8C-7EE89A8EDD50}"/>
                    </a:ext>
                  </a:extLst>
                </p:cNvPr>
                <p:cNvPicPr/>
                <p:nvPr/>
              </p:nvPicPr>
              <p:blipFill>
                <a:blip r:embed="rId518"/>
                <a:stretch>
                  <a:fillRect/>
                </a:stretch>
              </p:blipFill>
              <p:spPr>
                <a:xfrm>
                  <a:off x="8476911" y="4810643"/>
                  <a:ext cx="190080" cy="150840"/>
                </a:xfrm>
                <a:prstGeom prst="rect">
                  <a:avLst/>
                </a:prstGeom>
              </p:spPr>
            </p:pic>
          </mc:Fallback>
        </mc:AlternateContent>
        <mc:AlternateContent xmlns:mc="http://schemas.openxmlformats.org/markup-compatibility/2006" xmlns:p14="http://schemas.microsoft.com/office/powerpoint/2010/main">
          <mc:Choice Requires="p14">
            <p:contentPart p14:bwMode="auto" r:id="rId519">
              <p14:nvContentPartPr>
                <p14:cNvPr id="321" name="Ink 320">
                  <a:extLst>
                    <a:ext uri="{FF2B5EF4-FFF2-40B4-BE49-F238E27FC236}">
                      <a16:creationId xmlns:a16="http://schemas.microsoft.com/office/drawing/2014/main" id="{D6DE3DEF-30C5-4BD1-918F-7D6C90804C1A}"/>
                    </a:ext>
                  </a:extLst>
                </p14:cNvPr>
                <p14:cNvContentPartPr/>
                <p14:nvPr/>
              </p14:nvContentPartPr>
              <p14:xfrm>
                <a:off x="8686071" y="4901723"/>
                <a:ext cx="9360" cy="75600"/>
              </p14:xfrm>
            </p:contentPart>
          </mc:Choice>
          <mc:Fallback xmlns="">
            <p:pic>
              <p:nvPicPr>
                <p:cNvPr id="321" name="Ink 320">
                  <a:extLst>
                    <a:ext uri="{FF2B5EF4-FFF2-40B4-BE49-F238E27FC236}">
                      <a16:creationId xmlns:a16="http://schemas.microsoft.com/office/drawing/2014/main" id="{D6DE3DEF-30C5-4BD1-918F-7D6C90804C1A}"/>
                    </a:ext>
                  </a:extLst>
                </p:cNvPr>
                <p:cNvPicPr/>
                <p:nvPr/>
              </p:nvPicPr>
              <p:blipFill>
                <a:blip r:embed="rId520"/>
                <a:stretch>
                  <a:fillRect/>
                </a:stretch>
              </p:blipFill>
              <p:spPr>
                <a:xfrm>
                  <a:off x="8677071" y="4893083"/>
                  <a:ext cx="27000" cy="93240"/>
                </a:xfrm>
                <a:prstGeom prst="rect">
                  <a:avLst/>
                </a:prstGeom>
              </p:spPr>
            </p:pic>
          </mc:Fallback>
        </mc:AlternateContent>
        <mc:AlternateContent xmlns:mc="http://schemas.openxmlformats.org/markup-compatibility/2006" xmlns:p14="http://schemas.microsoft.com/office/powerpoint/2010/main">
          <mc:Choice Requires="p14">
            <p:contentPart p14:bwMode="auto" r:id="rId521">
              <p14:nvContentPartPr>
                <p14:cNvPr id="322" name="Ink 321">
                  <a:extLst>
                    <a:ext uri="{FF2B5EF4-FFF2-40B4-BE49-F238E27FC236}">
                      <a16:creationId xmlns:a16="http://schemas.microsoft.com/office/drawing/2014/main" id="{76D22BCA-996F-41B2-88E6-8EA6DE99F3A7}"/>
                    </a:ext>
                  </a:extLst>
                </p14:cNvPr>
                <p14:cNvContentPartPr/>
                <p14:nvPr/>
              </p14:nvContentPartPr>
              <p14:xfrm>
                <a:off x="8759511" y="4913963"/>
                <a:ext cx="9360" cy="83160"/>
              </p14:xfrm>
            </p:contentPart>
          </mc:Choice>
          <mc:Fallback xmlns="">
            <p:pic>
              <p:nvPicPr>
                <p:cNvPr id="322" name="Ink 321">
                  <a:extLst>
                    <a:ext uri="{FF2B5EF4-FFF2-40B4-BE49-F238E27FC236}">
                      <a16:creationId xmlns:a16="http://schemas.microsoft.com/office/drawing/2014/main" id="{76D22BCA-996F-41B2-88E6-8EA6DE99F3A7}"/>
                    </a:ext>
                  </a:extLst>
                </p:cNvPr>
                <p:cNvPicPr/>
                <p:nvPr/>
              </p:nvPicPr>
              <p:blipFill>
                <a:blip r:embed="rId522"/>
                <a:stretch>
                  <a:fillRect/>
                </a:stretch>
              </p:blipFill>
              <p:spPr>
                <a:xfrm>
                  <a:off x="8750511" y="4904963"/>
                  <a:ext cx="27000" cy="100800"/>
                </a:xfrm>
                <a:prstGeom prst="rect">
                  <a:avLst/>
                </a:prstGeom>
              </p:spPr>
            </p:pic>
          </mc:Fallback>
        </mc:AlternateContent>
        <mc:AlternateContent xmlns:mc="http://schemas.openxmlformats.org/markup-compatibility/2006" xmlns:p14="http://schemas.microsoft.com/office/powerpoint/2010/main">
          <mc:Choice Requires="p14">
            <p:contentPart p14:bwMode="auto" r:id="rId523">
              <p14:nvContentPartPr>
                <p14:cNvPr id="323" name="Ink 322">
                  <a:extLst>
                    <a:ext uri="{FF2B5EF4-FFF2-40B4-BE49-F238E27FC236}">
                      <a16:creationId xmlns:a16="http://schemas.microsoft.com/office/drawing/2014/main" id="{806D2187-12AF-4C8F-AB12-73BEAE458CF5}"/>
                    </a:ext>
                  </a:extLst>
                </p14:cNvPr>
                <p14:cNvContentPartPr/>
                <p14:nvPr/>
              </p14:nvContentPartPr>
              <p14:xfrm>
                <a:off x="8766351" y="4715243"/>
                <a:ext cx="73800" cy="108360"/>
              </p14:xfrm>
            </p:contentPart>
          </mc:Choice>
          <mc:Fallback xmlns="">
            <p:pic>
              <p:nvPicPr>
                <p:cNvPr id="323" name="Ink 322">
                  <a:extLst>
                    <a:ext uri="{FF2B5EF4-FFF2-40B4-BE49-F238E27FC236}">
                      <a16:creationId xmlns:a16="http://schemas.microsoft.com/office/drawing/2014/main" id="{806D2187-12AF-4C8F-AB12-73BEAE458CF5}"/>
                    </a:ext>
                  </a:extLst>
                </p:cNvPr>
                <p:cNvPicPr/>
                <p:nvPr/>
              </p:nvPicPr>
              <p:blipFill>
                <a:blip r:embed="rId524"/>
                <a:stretch>
                  <a:fillRect/>
                </a:stretch>
              </p:blipFill>
              <p:spPr>
                <a:xfrm>
                  <a:off x="8757351" y="4706243"/>
                  <a:ext cx="91440" cy="126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25">
            <p14:nvContentPartPr>
              <p14:cNvPr id="328" name="Ink 327">
                <a:extLst>
                  <a:ext uri="{FF2B5EF4-FFF2-40B4-BE49-F238E27FC236}">
                    <a16:creationId xmlns:a16="http://schemas.microsoft.com/office/drawing/2014/main" id="{FEDE8A37-D0FB-4B8F-8300-4C0DD5828289}"/>
                  </a:ext>
                </a:extLst>
              </p14:cNvPr>
              <p14:cNvContentPartPr/>
              <p14:nvPr/>
            </p14:nvContentPartPr>
            <p14:xfrm>
              <a:off x="5493951" y="5240483"/>
              <a:ext cx="288720" cy="232920"/>
            </p14:xfrm>
          </p:contentPart>
        </mc:Choice>
        <mc:Fallback xmlns="">
          <p:pic>
            <p:nvPicPr>
              <p:cNvPr id="328" name="Ink 327">
                <a:extLst>
                  <a:ext uri="{FF2B5EF4-FFF2-40B4-BE49-F238E27FC236}">
                    <a16:creationId xmlns:a16="http://schemas.microsoft.com/office/drawing/2014/main" id="{FEDE8A37-D0FB-4B8F-8300-4C0DD5828289}"/>
                  </a:ext>
                </a:extLst>
              </p:cNvPr>
              <p:cNvPicPr/>
              <p:nvPr/>
            </p:nvPicPr>
            <p:blipFill>
              <a:blip r:embed="rId526"/>
              <a:stretch>
                <a:fillRect/>
              </a:stretch>
            </p:blipFill>
            <p:spPr>
              <a:xfrm>
                <a:off x="5484951" y="5231483"/>
                <a:ext cx="306360" cy="250560"/>
              </a:xfrm>
              <a:prstGeom prst="rect">
                <a:avLst/>
              </a:prstGeom>
            </p:spPr>
          </p:pic>
        </mc:Fallback>
      </mc:AlternateContent>
      <p:grpSp>
        <p:nvGrpSpPr>
          <p:cNvPr id="333" name="Group 332">
            <a:extLst>
              <a:ext uri="{FF2B5EF4-FFF2-40B4-BE49-F238E27FC236}">
                <a16:creationId xmlns:a16="http://schemas.microsoft.com/office/drawing/2014/main" id="{687C83BD-02D2-490E-BB06-9C53DC1CDC32}"/>
              </a:ext>
            </a:extLst>
          </p:cNvPr>
          <p:cNvGrpSpPr/>
          <p:nvPr/>
        </p:nvGrpSpPr>
        <p:grpSpPr>
          <a:xfrm>
            <a:off x="5944671" y="5304563"/>
            <a:ext cx="893520" cy="637200"/>
            <a:chOff x="5944671" y="5304563"/>
            <a:chExt cx="893520" cy="637200"/>
          </a:xfrm>
        </p:grpSpPr>
        <mc:AlternateContent xmlns:mc="http://schemas.openxmlformats.org/markup-compatibility/2006" xmlns:p14="http://schemas.microsoft.com/office/powerpoint/2010/main">
          <mc:Choice Requires="p14">
            <p:contentPart p14:bwMode="auto" r:id="rId527">
              <p14:nvContentPartPr>
                <p14:cNvPr id="329" name="Ink 328">
                  <a:extLst>
                    <a:ext uri="{FF2B5EF4-FFF2-40B4-BE49-F238E27FC236}">
                      <a16:creationId xmlns:a16="http://schemas.microsoft.com/office/drawing/2014/main" id="{C578AB55-5D04-4BD3-8623-7534172DF06F}"/>
                    </a:ext>
                  </a:extLst>
                </p14:cNvPr>
                <p14:cNvContentPartPr/>
                <p14:nvPr/>
              </p14:nvContentPartPr>
              <p14:xfrm>
                <a:off x="5944671" y="5304563"/>
                <a:ext cx="178200" cy="637200"/>
              </p14:xfrm>
            </p:contentPart>
          </mc:Choice>
          <mc:Fallback xmlns="">
            <p:pic>
              <p:nvPicPr>
                <p:cNvPr id="329" name="Ink 328">
                  <a:extLst>
                    <a:ext uri="{FF2B5EF4-FFF2-40B4-BE49-F238E27FC236}">
                      <a16:creationId xmlns:a16="http://schemas.microsoft.com/office/drawing/2014/main" id="{C578AB55-5D04-4BD3-8623-7534172DF06F}"/>
                    </a:ext>
                  </a:extLst>
                </p:cNvPr>
                <p:cNvPicPr/>
                <p:nvPr/>
              </p:nvPicPr>
              <p:blipFill>
                <a:blip r:embed="rId528"/>
                <a:stretch>
                  <a:fillRect/>
                </a:stretch>
              </p:blipFill>
              <p:spPr>
                <a:xfrm>
                  <a:off x="5935671" y="5295563"/>
                  <a:ext cx="195840" cy="654840"/>
                </a:xfrm>
                <a:prstGeom prst="rect">
                  <a:avLst/>
                </a:prstGeom>
              </p:spPr>
            </p:pic>
          </mc:Fallback>
        </mc:AlternateContent>
        <mc:AlternateContent xmlns:mc="http://schemas.openxmlformats.org/markup-compatibility/2006" xmlns:p14="http://schemas.microsoft.com/office/powerpoint/2010/main">
          <mc:Choice Requires="p14">
            <p:contentPart p14:bwMode="auto" r:id="rId529">
              <p14:nvContentPartPr>
                <p14:cNvPr id="330" name="Ink 329">
                  <a:extLst>
                    <a:ext uri="{FF2B5EF4-FFF2-40B4-BE49-F238E27FC236}">
                      <a16:creationId xmlns:a16="http://schemas.microsoft.com/office/drawing/2014/main" id="{E1876BE2-F938-41A0-ADB5-77D11F2EC6CC}"/>
                    </a:ext>
                  </a:extLst>
                </p14:cNvPr>
                <p14:cNvContentPartPr/>
                <p14:nvPr/>
              </p14:nvContentPartPr>
              <p14:xfrm>
                <a:off x="6234471" y="5345243"/>
                <a:ext cx="124200" cy="236520"/>
              </p14:xfrm>
            </p:contentPart>
          </mc:Choice>
          <mc:Fallback xmlns="">
            <p:pic>
              <p:nvPicPr>
                <p:cNvPr id="330" name="Ink 329">
                  <a:extLst>
                    <a:ext uri="{FF2B5EF4-FFF2-40B4-BE49-F238E27FC236}">
                      <a16:creationId xmlns:a16="http://schemas.microsoft.com/office/drawing/2014/main" id="{E1876BE2-F938-41A0-ADB5-77D11F2EC6CC}"/>
                    </a:ext>
                  </a:extLst>
                </p:cNvPr>
                <p:cNvPicPr/>
                <p:nvPr/>
              </p:nvPicPr>
              <p:blipFill>
                <a:blip r:embed="rId530"/>
                <a:stretch>
                  <a:fillRect/>
                </a:stretch>
              </p:blipFill>
              <p:spPr>
                <a:xfrm>
                  <a:off x="6225471" y="5336243"/>
                  <a:ext cx="141840" cy="254160"/>
                </a:xfrm>
                <a:prstGeom prst="rect">
                  <a:avLst/>
                </a:prstGeom>
              </p:spPr>
            </p:pic>
          </mc:Fallback>
        </mc:AlternateContent>
        <mc:AlternateContent xmlns:mc="http://schemas.openxmlformats.org/markup-compatibility/2006" xmlns:p14="http://schemas.microsoft.com/office/powerpoint/2010/main">
          <mc:Choice Requires="p14">
            <p:contentPart p14:bwMode="auto" r:id="rId531">
              <p14:nvContentPartPr>
                <p14:cNvPr id="331" name="Ink 330">
                  <a:extLst>
                    <a:ext uri="{FF2B5EF4-FFF2-40B4-BE49-F238E27FC236}">
                      <a16:creationId xmlns:a16="http://schemas.microsoft.com/office/drawing/2014/main" id="{843717A3-4059-4447-9595-C7B205218593}"/>
                    </a:ext>
                  </a:extLst>
                </p14:cNvPr>
                <p14:cNvContentPartPr/>
                <p14:nvPr/>
              </p14:nvContentPartPr>
              <p14:xfrm>
                <a:off x="6401871" y="5384483"/>
                <a:ext cx="436320" cy="227880"/>
              </p14:xfrm>
            </p:contentPart>
          </mc:Choice>
          <mc:Fallback xmlns="">
            <p:pic>
              <p:nvPicPr>
                <p:cNvPr id="331" name="Ink 330">
                  <a:extLst>
                    <a:ext uri="{FF2B5EF4-FFF2-40B4-BE49-F238E27FC236}">
                      <a16:creationId xmlns:a16="http://schemas.microsoft.com/office/drawing/2014/main" id="{843717A3-4059-4447-9595-C7B205218593}"/>
                    </a:ext>
                  </a:extLst>
                </p:cNvPr>
                <p:cNvPicPr/>
                <p:nvPr/>
              </p:nvPicPr>
              <p:blipFill>
                <a:blip r:embed="rId532"/>
                <a:stretch>
                  <a:fillRect/>
                </a:stretch>
              </p:blipFill>
              <p:spPr>
                <a:xfrm>
                  <a:off x="6393231" y="5375483"/>
                  <a:ext cx="453960" cy="245520"/>
                </a:xfrm>
                <a:prstGeom prst="rect">
                  <a:avLst/>
                </a:prstGeom>
              </p:spPr>
            </p:pic>
          </mc:Fallback>
        </mc:AlternateContent>
        <mc:AlternateContent xmlns:mc="http://schemas.openxmlformats.org/markup-compatibility/2006" xmlns:p14="http://schemas.microsoft.com/office/powerpoint/2010/main">
          <mc:Choice Requires="p14">
            <p:contentPart p14:bwMode="auto" r:id="rId533">
              <p14:nvContentPartPr>
                <p14:cNvPr id="332" name="Ink 331">
                  <a:extLst>
                    <a:ext uri="{FF2B5EF4-FFF2-40B4-BE49-F238E27FC236}">
                      <a16:creationId xmlns:a16="http://schemas.microsoft.com/office/drawing/2014/main" id="{2CCAEDED-4BBF-48A8-B783-6D93BE3804C0}"/>
                    </a:ext>
                  </a:extLst>
                </p14:cNvPr>
                <p14:cNvContentPartPr/>
                <p14:nvPr/>
              </p14:nvContentPartPr>
              <p14:xfrm>
                <a:off x="6462711" y="5414723"/>
                <a:ext cx="166320" cy="8280"/>
              </p14:xfrm>
            </p:contentPart>
          </mc:Choice>
          <mc:Fallback xmlns="">
            <p:pic>
              <p:nvPicPr>
                <p:cNvPr id="332" name="Ink 331">
                  <a:extLst>
                    <a:ext uri="{FF2B5EF4-FFF2-40B4-BE49-F238E27FC236}">
                      <a16:creationId xmlns:a16="http://schemas.microsoft.com/office/drawing/2014/main" id="{2CCAEDED-4BBF-48A8-B783-6D93BE3804C0}"/>
                    </a:ext>
                  </a:extLst>
                </p:cNvPr>
                <p:cNvPicPr/>
                <p:nvPr/>
              </p:nvPicPr>
              <p:blipFill>
                <a:blip r:embed="rId534"/>
                <a:stretch>
                  <a:fillRect/>
                </a:stretch>
              </p:blipFill>
              <p:spPr>
                <a:xfrm>
                  <a:off x="6454071" y="5405723"/>
                  <a:ext cx="183960" cy="259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35">
            <p14:nvContentPartPr>
              <p14:cNvPr id="334" name="Ink 333">
                <a:extLst>
                  <a:ext uri="{FF2B5EF4-FFF2-40B4-BE49-F238E27FC236}">
                    <a16:creationId xmlns:a16="http://schemas.microsoft.com/office/drawing/2014/main" id="{5DE27DB7-6E42-4690-94A6-31D9900B8361}"/>
                  </a:ext>
                </a:extLst>
              </p14:cNvPr>
              <p14:cNvContentPartPr/>
              <p14:nvPr/>
            </p14:nvContentPartPr>
            <p14:xfrm>
              <a:off x="7120431" y="5492483"/>
              <a:ext cx="100440" cy="69480"/>
            </p14:xfrm>
          </p:contentPart>
        </mc:Choice>
        <mc:Fallback xmlns="">
          <p:pic>
            <p:nvPicPr>
              <p:cNvPr id="334" name="Ink 333">
                <a:extLst>
                  <a:ext uri="{FF2B5EF4-FFF2-40B4-BE49-F238E27FC236}">
                    <a16:creationId xmlns:a16="http://schemas.microsoft.com/office/drawing/2014/main" id="{5DE27DB7-6E42-4690-94A6-31D9900B8361}"/>
                  </a:ext>
                </a:extLst>
              </p:cNvPr>
              <p:cNvPicPr/>
              <p:nvPr/>
            </p:nvPicPr>
            <p:blipFill>
              <a:blip r:embed="rId536"/>
              <a:stretch>
                <a:fillRect/>
              </a:stretch>
            </p:blipFill>
            <p:spPr>
              <a:xfrm>
                <a:off x="7111431" y="5483483"/>
                <a:ext cx="118080" cy="87120"/>
              </a:xfrm>
              <a:prstGeom prst="rect">
                <a:avLst/>
              </a:prstGeom>
            </p:spPr>
          </p:pic>
        </mc:Fallback>
      </mc:AlternateContent>
      <p:grpSp>
        <p:nvGrpSpPr>
          <p:cNvPr id="361" name="Group 360">
            <a:extLst>
              <a:ext uri="{FF2B5EF4-FFF2-40B4-BE49-F238E27FC236}">
                <a16:creationId xmlns:a16="http://schemas.microsoft.com/office/drawing/2014/main" id="{D3CBDEA7-F259-45B7-A366-9B19C41B1418}"/>
              </a:ext>
            </a:extLst>
          </p:cNvPr>
          <p:cNvGrpSpPr/>
          <p:nvPr/>
        </p:nvGrpSpPr>
        <p:grpSpPr>
          <a:xfrm>
            <a:off x="7407711" y="5227883"/>
            <a:ext cx="1280880" cy="708120"/>
            <a:chOff x="7407711" y="5227883"/>
            <a:chExt cx="1280880" cy="708120"/>
          </a:xfrm>
        </p:grpSpPr>
        <mc:AlternateContent xmlns:mc="http://schemas.openxmlformats.org/markup-compatibility/2006" xmlns:p14="http://schemas.microsoft.com/office/powerpoint/2010/main">
          <mc:Choice Requires="p14">
            <p:contentPart p14:bwMode="auto" r:id="rId537">
              <p14:nvContentPartPr>
                <p14:cNvPr id="335" name="Ink 334">
                  <a:extLst>
                    <a:ext uri="{FF2B5EF4-FFF2-40B4-BE49-F238E27FC236}">
                      <a16:creationId xmlns:a16="http://schemas.microsoft.com/office/drawing/2014/main" id="{CFC61F9F-8EA5-47C4-8F85-E175BD061A5F}"/>
                    </a:ext>
                  </a:extLst>
                </p14:cNvPr>
                <p14:cNvContentPartPr/>
                <p14:nvPr/>
              </p14:nvContentPartPr>
              <p14:xfrm>
                <a:off x="7653231" y="5327243"/>
                <a:ext cx="12960" cy="235800"/>
              </p14:xfrm>
            </p:contentPart>
          </mc:Choice>
          <mc:Fallback xmlns="">
            <p:pic>
              <p:nvPicPr>
                <p:cNvPr id="335" name="Ink 334">
                  <a:extLst>
                    <a:ext uri="{FF2B5EF4-FFF2-40B4-BE49-F238E27FC236}">
                      <a16:creationId xmlns:a16="http://schemas.microsoft.com/office/drawing/2014/main" id="{CFC61F9F-8EA5-47C4-8F85-E175BD061A5F}"/>
                    </a:ext>
                  </a:extLst>
                </p:cNvPr>
                <p:cNvPicPr/>
                <p:nvPr/>
              </p:nvPicPr>
              <p:blipFill>
                <a:blip r:embed="rId538"/>
                <a:stretch>
                  <a:fillRect/>
                </a:stretch>
              </p:blipFill>
              <p:spPr>
                <a:xfrm>
                  <a:off x="7644591" y="5318603"/>
                  <a:ext cx="30600" cy="253440"/>
                </a:xfrm>
                <a:prstGeom prst="rect">
                  <a:avLst/>
                </a:prstGeom>
              </p:spPr>
            </p:pic>
          </mc:Fallback>
        </mc:AlternateContent>
        <mc:AlternateContent xmlns:mc="http://schemas.openxmlformats.org/markup-compatibility/2006" xmlns:p14="http://schemas.microsoft.com/office/powerpoint/2010/main">
          <mc:Choice Requires="p14">
            <p:contentPart p14:bwMode="auto" r:id="rId539">
              <p14:nvContentPartPr>
                <p14:cNvPr id="336" name="Ink 335">
                  <a:extLst>
                    <a:ext uri="{FF2B5EF4-FFF2-40B4-BE49-F238E27FC236}">
                      <a16:creationId xmlns:a16="http://schemas.microsoft.com/office/drawing/2014/main" id="{E14E9298-B631-4BE8-92F5-365D267B4282}"/>
                    </a:ext>
                  </a:extLst>
                </p14:cNvPr>
                <p14:cNvContentPartPr/>
                <p14:nvPr/>
              </p14:nvContentPartPr>
              <p14:xfrm>
                <a:off x="7407711" y="5581403"/>
                <a:ext cx="466560" cy="19800"/>
              </p14:xfrm>
            </p:contentPart>
          </mc:Choice>
          <mc:Fallback xmlns="">
            <p:pic>
              <p:nvPicPr>
                <p:cNvPr id="336" name="Ink 335">
                  <a:extLst>
                    <a:ext uri="{FF2B5EF4-FFF2-40B4-BE49-F238E27FC236}">
                      <a16:creationId xmlns:a16="http://schemas.microsoft.com/office/drawing/2014/main" id="{E14E9298-B631-4BE8-92F5-365D267B4282}"/>
                    </a:ext>
                  </a:extLst>
                </p:cNvPr>
                <p:cNvPicPr/>
                <p:nvPr/>
              </p:nvPicPr>
              <p:blipFill>
                <a:blip r:embed="rId540"/>
                <a:stretch>
                  <a:fillRect/>
                </a:stretch>
              </p:blipFill>
              <p:spPr>
                <a:xfrm>
                  <a:off x="7399071" y="5572403"/>
                  <a:ext cx="48420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541">
              <p14:nvContentPartPr>
                <p14:cNvPr id="349" name="Ink 348">
                  <a:extLst>
                    <a:ext uri="{FF2B5EF4-FFF2-40B4-BE49-F238E27FC236}">
                      <a16:creationId xmlns:a16="http://schemas.microsoft.com/office/drawing/2014/main" id="{FC5C5049-F218-4F92-BD87-7D946ADA2301}"/>
                    </a:ext>
                  </a:extLst>
                </p14:cNvPr>
                <p14:cNvContentPartPr/>
                <p14:nvPr/>
              </p14:nvContentPartPr>
              <p14:xfrm>
                <a:off x="7590951" y="5697323"/>
                <a:ext cx="199080" cy="100440"/>
              </p14:xfrm>
            </p:contentPart>
          </mc:Choice>
          <mc:Fallback xmlns="">
            <p:pic>
              <p:nvPicPr>
                <p:cNvPr id="349" name="Ink 348">
                  <a:extLst>
                    <a:ext uri="{FF2B5EF4-FFF2-40B4-BE49-F238E27FC236}">
                      <a16:creationId xmlns:a16="http://schemas.microsoft.com/office/drawing/2014/main" id="{FC5C5049-F218-4F92-BD87-7D946ADA2301}"/>
                    </a:ext>
                  </a:extLst>
                </p:cNvPr>
                <p:cNvPicPr/>
                <p:nvPr/>
              </p:nvPicPr>
              <p:blipFill>
                <a:blip r:embed="rId542"/>
                <a:stretch>
                  <a:fillRect/>
                </a:stretch>
              </p:blipFill>
              <p:spPr>
                <a:xfrm>
                  <a:off x="7582311" y="5688323"/>
                  <a:ext cx="216720" cy="118080"/>
                </a:xfrm>
                <a:prstGeom prst="rect">
                  <a:avLst/>
                </a:prstGeom>
              </p:spPr>
            </p:pic>
          </mc:Fallback>
        </mc:AlternateContent>
        <mc:AlternateContent xmlns:mc="http://schemas.openxmlformats.org/markup-compatibility/2006" xmlns:p14="http://schemas.microsoft.com/office/powerpoint/2010/main">
          <mc:Choice Requires="p14">
            <p:contentPart p14:bwMode="auto" r:id="rId543">
              <p14:nvContentPartPr>
                <p14:cNvPr id="350" name="Ink 349">
                  <a:extLst>
                    <a:ext uri="{FF2B5EF4-FFF2-40B4-BE49-F238E27FC236}">
                      <a16:creationId xmlns:a16="http://schemas.microsoft.com/office/drawing/2014/main" id="{C246B3B0-1DA2-4E67-BD5B-F06888FC456E}"/>
                    </a:ext>
                  </a:extLst>
                </p14:cNvPr>
                <p14:cNvContentPartPr/>
                <p14:nvPr/>
              </p14:nvContentPartPr>
              <p14:xfrm>
                <a:off x="7961391" y="5421923"/>
                <a:ext cx="227520" cy="307080"/>
              </p14:xfrm>
            </p:contentPart>
          </mc:Choice>
          <mc:Fallback xmlns="">
            <p:pic>
              <p:nvPicPr>
                <p:cNvPr id="350" name="Ink 349">
                  <a:extLst>
                    <a:ext uri="{FF2B5EF4-FFF2-40B4-BE49-F238E27FC236}">
                      <a16:creationId xmlns:a16="http://schemas.microsoft.com/office/drawing/2014/main" id="{C246B3B0-1DA2-4E67-BD5B-F06888FC456E}"/>
                    </a:ext>
                  </a:extLst>
                </p:cNvPr>
                <p:cNvPicPr/>
                <p:nvPr/>
              </p:nvPicPr>
              <p:blipFill>
                <a:blip r:embed="rId544"/>
                <a:stretch>
                  <a:fillRect/>
                </a:stretch>
              </p:blipFill>
              <p:spPr>
                <a:xfrm>
                  <a:off x="7952391" y="5412923"/>
                  <a:ext cx="245160" cy="324720"/>
                </a:xfrm>
                <a:prstGeom prst="rect">
                  <a:avLst/>
                </a:prstGeom>
              </p:spPr>
            </p:pic>
          </mc:Fallback>
        </mc:AlternateContent>
        <mc:AlternateContent xmlns:mc="http://schemas.openxmlformats.org/markup-compatibility/2006" xmlns:p14="http://schemas.microsoft.com/office/powerpoint/2010/main">
          <mc:Choice Requires="p14">
            <p:contentPart p14:bwMode="auto" r:id="rId545">
              <p14:nvContentPartPr>
                <p14:cNvPr id="351" name="Ink 350">
                  <a:extLst>
                    <a:ext uri="{FF2B5EF4-FFF2-40B4-BE49-F238E27FC236}">
                      <a16:creationId xmlns:a16="http://schemas.microsoft.com/office/drawing/2014/main" id="{BB7B331F-2A50-4AD3-937D-C34E76E66AB2}"/>
                    </a:ext>
                  </a:extLst>
                </p14:cNvPr>
                <p14:cNvContentPartPr/>
                <p14:nvPr/>
              </p14:nvContentPartPr>
              <p14:xfrm>
                <a:off x="7977951" y="5856803"/>
                <a:ext cx="2520" cy="79200"/>
              </p14:xfrm>
            </p:contentPart>
          </mc:Choice>
          <mc:Fallback xmlns="">
            <p:pic>
              <p:nvPicPr>
                <p:cNvPr id="351" name="Ink 350">
                  <a:extLst>
                    <a:ext uri="{FF2B5EF4-FFF2-40B4-BE49-F238E27FC236}">
                      <a16:creationId xmlns:a16="http://schemas.microsoft.com/office/drawing/2014/main" id="{BB7B331F-2A50-4AD3-937D-C34E76E66AB2}"/>
                    </a:ext>
                  </a:extLst>
                </p:cNvPr>
                <p:cNvPicPr/>
                <p:nvPr/>
              </p:nvPicPr>
              <p:blipFill>
                <a:blip r:embed="rId546"/>
                <a:stretch>
                  <a:fillRect/>
                </a:stretch>
              </p:blipFill>
              <p:spPr>
                <a:xfrm>
                  <a:off x="7969311" y="5847803"/>
                  <a:ext cx="20160" cy="96840"/>
                </a:xfrm>
                <a:prstGeom prst="rect">
                  <a:avLst/>
                </a:prstGeom>
              </p:spPr>
            </p:pic>
          </mc:Fallback>
        </mc:AlternateContent>
        <mc:AlternateContent xmlns:mc="http://schemas.openxmlformats.org/markup-compatibility/2006" xmlns:p14="http://schemas.microsoft.com/office/powerpoint/2010/main">
          <mc:Choice Requires="p14">
            <p:contentPart p14:bwMode="auto" r:id="rId547">
              <p14:nvContentPartPr>
                <p14:cNvPr id="352" name="Ink 351">
                  <a:extLst>
                    <a:ext uri="{FF2B5EF4-FFF2-40B4-BE49-F238E27FC236}">
                      <a16:creationId xmlns:a16="http://schemas.microsoft.com/office/drawing/2014/main" id="{9E581403-8E6F-4B8B-B618-9526957CD4EE}"/>
                    </a:ext>
                  </a:extLst>
                </p14:cNvPr>
                <p14:cNvContentPartPr/>
                <p14:nvPr/>
              </p14:nvContentPartPr>
              <p14:xfrm>
                <a:off x="7993791" y="5767523"/>
                <a:ext cx="30600" cy="13680"/>
              </p14:xfrm>
            </p:contentPart>
          </mc:Choice>
          <mc:Fallback xmlns="">
            <p:pic>
              <p:nvPicPr>
                <p:cNvPr id="352" name="Ink 351">
                  <a:extLst>
                    <a:ext uri="{FF2B5EF4-FFF2-40B4-BE49-F238E27FC236}">
                      <a16:creationId xmlns:a16="http://schemas.microsoft.com/office/drawing/2014/main" id="{9E581403-8E6F-4B8B-B618-9526957CD4EE}"/>
                    </a:ext>
                  </a:extLst>
                </p:cNvPr>
                <p:cNvPicPr/>
                <p:nvPr/>
              </p:nvPicPr>
              <p:blipFill>
                <a:blip r:embed="rId548"/>
                <a:stretch>
                  <a:fillRect/>
                </a:stretch>
              </p:blipFill>
              <p:spPr>
                <a:xfrm>
                  <a:off x="7984791" y="5758523"/>
                  <a:ext cx="48240" cy="31320"/>
                </a:xfrm>
                <a:prstGeom prst="rect">
                  <a:avLst/>
                </a:prstGeom>
              </p:spPr>
            </p:pic>
          </mc:Fallback>
        </mc:AlternateContent>
        <mc:AlternateContent xmlns:mc="http://schemas.openxmlformats.org/markup-compatibility/2006" xmlns:p14="http://schemas.microsoft.com/office/powerpoint/2010/main">
          <mc:Choice Requires="p14">
            <p:contentPart p14:bwMode="auto" r:id="rId549">
              <p14:nvContentPartPr>
                <p14:cNvPr id="353" name="Ink 352">
                  <a:extLst>
                    <a:ext uri="{FF2B5EF4-FFF2-40B4-BE49-F238E27FC236}">
                      <a16:creationId xmlns:a16="http://schemas.microsoft.com/office/drawing/2014/main" id="{32F1339E-FA8D-452B-9509-CF9DEB82C929}"/>
                    </a:ext>
                  </a:extLst>
                </p14:cNvPr>
                <p14:cNvContentPartPr/>
                <p14:nvPr/>
              </p14:nvContentPartPr>
              <p14:xfrm>
                <a:off x="8049591" y="5845283"/>
                <a:ext cx="142200" cy="88200"/>
              </p14:xfrm>
            </p:contentPart>
          </mc:Choice>
          <mc:Fallback xmlns="">
            <p:pic>
              <p:nvPicPr>
                <p:cNvPr id="353" name="Ink 352">
                  <a:extLst>
                    <a:ext uri="{FF2B5EF4-FFF2-40B4-BE49-F238E27FC236}">
                      <a16:creationId xmlns:a16="http://schemas.microsoft.com/office/drawing/2014/main" id="{32F1339E-FA8D-452B-9509-CF9DEB82C929}"/>
                    </a:ext>
                  </a:extLst>
                </p:cNvPr>
                <p:cNvPicPr/>
                <p:nvPr/>
              </p:nvPicPr>
              <p:blipFill>
                <a:blip r:embed="rId550"/>
                <a:stretch>
                  <a:fillRect/>
                </a:stretch>
              </p:blipFill>
              <p:spPr>
                <a:xfrm>
                  <a:off x="8040951" y="5836643"/>
                  <a:ext cx="159840" cy="105840"/>
                </a:xfrm>
                <a:prstGeom prst="rect">
                  <a:avLst/>
                </a:prstGeom>
              </p:spPr>
            </p:pic>
          </mc:Fallback>
        </mc:AlternateContent>
        <mc:AlternateContent xmlns:mc="http://schemas.openxmlformats.org/markup-compatibility/2006" xmlns:p14="http://schemas.microsoft.com/office/powerpoint/2010/main">
          <mc:Choice Requires="p14">
            <p:contentPart p14:bwMode="auto" r:id="rId551">
              <p14:nvContentPartPr>
                <p14:cNvPr id="354" name="Ink 353">
                  <a:extLst>
                    <a:ext uri="{FF2B5EF4-FFF2-40B4-BE49-F238E27FC236}">
                      <a16:creationId xmlns:a16="http://schemas.microsoft.com/office/drawing/2014/main" id="{23643083-0B7F-4638-93D9-D749B2B8DDE5}"/>
                    </a:ext>
                  </a:extLst>
                </p14:cNvPr>
                <p14:cNvContentPartPr/>
                <p14:nvPr/>
              </p14:nvContentPartPr>
              <p14:xfrm>
                <a:off x="7966791" y="5227883"/>
                <a:ext cx="177480" cy="107640"/>
              </p14:xfrm>
            </p:contentPart>
          </mc:Choice>
          <mc:Fallback xmlns="">
            <p:pic>
              <p:nvPicPr>
                <p:cNvPr id="354" name="Ink 353">
                  <a:extLst>
                    <a:ext uri="{FF2B5EF4-FFF2-40B4-BE49-F238E27FC236}">
                      <a16:creationId xmlns:a16="http://schemas.microsoft.com/office/drawing/2014/main" id="{23643083-0B7F-4638-93D9-D749B2B8DDE5}"/>
                    </a:ext>
                  </a:extLst>
                </p:cNvPr>
                <p:cNvPicPr/>
                <p:nvPr/>
              </p:nvPicPr>
              <p:blipFill>
                <a:blip r:embed="rId552"/>
                <a:stretch>
                  <a:fillRect/>
                </a:stretch>
              </p:blipFill>
              <p:spPr>
                <a:xfrm>
                  <a:off x="7958151" y="5219243"/>
                  <a:ext cx="19512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553">
              <p14:nvContentPartPr>
                <p14:cNvPr id="355" name="Ink 354">
                  <a:extLst>
                    <a:ext uri="{FF2B5EF4-FFF2-40B4-BE49-F238E27FC236}">
                      <a16:creationId xmlns:a16="http://schemas.microsoft.com/office/drawing/2014/main" id="{0A23D172-F39A-4486-B129-7DA86FB91033}"/>
                    </a:ext>
                  </a:extLst>
                </p14:cNvPr>
                <p14:cNvContentPartPr/>
                <p14:nvPr/>
              </p14:nvContentPartPr>
              <p14:xfrm>
                <a:off x="8354511" y="5513363"/>
                <a:ext cx="201600" cy="122040"/>
              </p14:xfrm>
            </p:contentPart>
          </mc:Choice>
          <mc:Fallback xmlns="">
            <p:pic>
              <p:nvPicPr>
                <p:cNvPr id="355" name="Ink 354">
                  <a:extLst>
                    <a:ext uri="{FF2B5EF4-FFF2-40B4-BE49-F238E27FC236}">
                      <a16:creationId xmlns:a16="http://schemas.microsoft.com/office/drawing/2014/main" id="{0A23D172-F39A-4486-B129-7DA86FB91033}"/>
                    </a:ext>
                  </a:extLst>
                </p:cNvPr>
                <p:cNvPicPr/>
                <p:nvPr/>
              </p:nvPicPr>
              <p:blipFill>
                <a:blip r:embed="rId554"/>
                <a:stretch>
                  <a:fillRect/>
                </a:stretch>
              </p:blipFill>
              <p:spPr>
                <a:xfrm>
                  <a:off x="8345511" y="5504723"/>
                  <a:ext cx="219240" cy="139680"/>
                </a:xfrm>
                <a:prstGeom prst="rect">
                  <a:avLst/>
                </a:prstGeom>
              </p:spPr>
            </p:pic>
          </mc:Fallback>
        </mc:AlternateContent>
        <mc:AlternateContent xmlns:mc="http://schemas.openxmlformats.org/markup-compatibility/2006" xmlns:p14="http://schemas.microsoft.com/office/powerpoint/2010/main">
          <mc:Choice Requires="p14">
            <p:contentPart p14:bwMode="auto" r:id="rId555">
              <p14:nvContentPartPr>
                <p14:cNvPr id="356" name="Ink 355">
                  <a:extLst>
                    <a:ext uri="{FF2B5EF4-FFF2-40B4-BE49-F238E27FC236}">
                      <a16:creationId xmlns:a16="http://schemas.microsoft.com/office/drawing/2014/main" id="{3D666DCA-D890-400C-B93F-07DF71FDFC8D}"/>
                    </a:ext>
                  </a:extLst>
                </p14:cNvPr>
                <p14:cNvContentPartPr/>
                <p14:nvPr/>
              </p14:nvContentPartPr>
              <p14:xfrm>
                <a:off x="8616951" y="5608763"/>
                <a:ext cx="3960" cy="73080"/>
              </p14:xfrm>
            </p:contentPart>
          </mc:Choice>
          <mc:Fallback xmlns="">
            <p:pic>
              <p:nvPicPr>
                <p:cNvPr id="356" name="Ink 355">
                  <a:extLst>
                    <a:ext uri="{FF2B5EF4-FFF2-40B4-BE49-F238E27FC236}">
                      <a16:creationId xmlns:a16="http://schemas.microsoft.com/office/drawing/2014/main" id="{3D666DCA-D890-400C-B93F-07DF71FDFC8D}"/>
                    </a:ext>
                  </a:extLst>
                </p:cNvPr>
                <p:cNvPicPr/>
                <p:nvPr/>
              </p:nvPicPr>
              <p:blipFill>
                <a:blip r:embed="rId556"/>
                <a:stretch>
                  <a:fillRect/>
                </a:stretch>
              </p:blipFill>
              <p:spPr>
                <a:xfrm>
                  <a:off x="8608311" y="5599763"/>
                  <a:ext cx="21600" cy="90720"/>
                </a:xfrm>
                <a:prstGeom prst="rect">
                  <a:avLst/>
                </a:prstGeom>
              </p:spPr>
            </p:pic>
          </mc:Fallback>
        </mc:AlternateContent>
        <mc:AlternateContent xmlns:mc="http://schemas.openxmlformats.org/markup-compatibility/2006" xmlns:p14="http://schemas.microsoft.com/office/powerpoint/2010/main">
          <mc:Choice Requires="p14">
            <p:contentPart p14:bwMode="auto" r:id="rId557">
              <p14:nvContentPartPr>
                <p14:cNvPr id="357" name="Ink 356">
                  <a:extLst>
                    <a:ext uri="{FF2B5EF4-FFF2-40B4-BE49-F238E27FC236}">
                      <a16:creationId xmlns:a16="http://schemas.microsoft.com/office/drawing/2014/main" id="{7ED1C8DA-867C-41BE-8738-FDEE8923A570}"/>
                    </a:ext>
                  </a:extLst>
                </p14:cNvPr>
                <p14:cNvContentPartPr/>
                <p14:nvPr/>
              </p14:nvContentPartPr>
              <p14:xfrm>
                <a:off x="8672031" y="5621003"/>
                <a:ext cx="16560" cy="73440"/>
              </p14:xfrm>
            </p:contentPart>
          </mc:Choice>
          <mc:Fallback xmlns="">
            <p:pic>
              <p:nvPicPr>
                <p:cNvPr id="357" name="Ink 356">
                  <a:extLst>
                    <a:ext uri="{FF2B5EF4-FFF2-40B4-BE49-F238E27FC236}">
                      <a16:creationId xmlns:a16="http://schemas.microsoft.com/office/drawing/2014/main" id="{7ED1C8DA-867C-41BE-8738-FDEE8923A570}"/>
                    </a:ext>
                  </a:extLst>
                </p:cNvPr>
                <p:cNvPicPr/>
                <p:nvPr/>
              </p:nvPicPr>
              <p:blipFill>
                <a:blip r:embed="rId558"/>
                <a:stretch>
                  <a:fillRect/>
                </a:stretch>
              </p:blipFill>
              <p:spPr>
                <a:xfrm>
                  <a:off x="8663031" y="5612003"/>
                  <a:ext cx="34200" cy="91080"/>
                </a:xfrm>
                <a:prstGeom prst="rect">
                  <a:avLst/>
                </a:prstGeom>
              </p:spPr>
            </p:pic>
          </mc:Fallback>
        </mc:AlternateContent>
        <mc:AlternateContent xmlns:mc="http://schemas.openxmlformats.org/markup-compatibility/2006" xmlns:p14="http://schemas.microsoft.com/office/powerpoint/2010/main">
          <mc:Choice Requires="p14">
            <p:contentPart p14:bwMode="auto" r:id="rId559">
              <p14:nvContentPartPr>
                <p14:cNvPr id="358" name="Ink 357">
                  <a:extLst>
                    <a:ext uri="{FF2B5EF4-FFF2-40B4-BE49-F238E27FC236}">
                      <a16:creationId xmlns:a16="http://schemas.microsoft.com/office/drawing/2014/main" id="{C3A7FE9F-943A-4EE4-9980-090DB3B4CE2C}"/>
                    </a:ext>
                  </a:extLst>
                </p14:cNvPr>
                <p14:cNvContentPartPr/>
                <p14:nvPr/>
              </p14:nvContentPartPr>
              <p14:xfrm>
                <a:off x="8637831" y="5363243"/>
                <a:ext cx="3240" cy="81000"/>
              </p14:xfrm>
            </p:contentPart>
          </mc:Choice>
          <mc:Fallback xmlns="">
            <p:pic>
              <p:nvPicPr>
                <p:cNvPr id="358" name="Ink 357">
                  <a:extLst>
                    <a:ext uri="{FF2B5EF4-FFF2-40B4-BE49-F238E27FC236}">
                      <a16:creationId xmlns:a16="http://schemas.microsoft.com/office/drawing/2014/main" id="{C3A7FE9F-943A-4EE4-9980-090DB3B4CE2C}"/>
                    </a:ext>
                  </a:extLst>
                </p:cNvPr>
                <p:cNvPicPr/>
                <p:nvPr/>
              </p:nvPicPr>
              <p:blipFill>
                <a:blip r:embed="rId560"/>
                <a:stretch>
                  <a:fillRect/>
                </a:stretch>
              </p:blipFill>
              <p:spPr>
                <a:xfrm>
                  <a:off x="8629191" y="5354603"/>
                  <a:ext cx="20880" cy="98640"/>
                </a:xfrm>
                <a:prstGeom prst="rect">
                  <a:avLst/>
                </a:prstGeom>
              </p:spPr>
            </p:pic>
          </mc:Fallback>
        </mc:AlternateContent>
        <mc:AlternateContent xmlns:mc="http://schemas.openxmlformats.org/markup-compatibility/2006" xmlns:p14="http://schemas.microsoft.com/office/powerpoint/2010/main">
          <mc:Choice Requires="p14">
            <p:contentPart p14:bwMode="auto" r:id="rId561">
              <p14:nvContentPartPr>
                <p14:cNvPr id="359" name="Ink 358">
                  <a:extLst>
                    <a:ext uri="{FF2B5EF4-FFF2-40B4-BE49-F238E27FC236}">
                      <a16:creationId xmlns:a16="http://schemas.microsoft.com/office/drawing/2014/main" id="{8E835E50-5E0C-4911-8D34-F42CF635A378}"/>
                    </a:ext>
                  </a:extLst>
                </p14:cNvPr>
                <p14:cNvContentPartPr/>
                <p14:nvPr/>
              </p14:nvContentPartPr>
              <p14:xfrm>
                <a:off x="8620911" y="5259203"/>
                <a:ext cx="7200" cy="23040"/>
              </p14:xfrm>
            </p:contentPart>
          </mc:Choice>
          <mc:Fallback xmlns="">
            <p:pic>
              <p:nvPicPr>
                <p:cNvPr id="359" name="Ink 358">
                  <a:extLst>
                    <a:ext uri="{FF2B5EF4-FFF2-40B4-BE49-F238E27FC236}">
                      <a16:creationId xmlns:a16="http://schemas.microsoft.com/office/drawing/2014/main" id="{8E835E50-5E0C-4911-8D34-F42CF635A378}"/>
                    </a:ext>
                  </a:extLst>
                </p:cNvPr>
                <p:cNvPicPr/>
                <p:nvPr/>
              </p:nvPicPr>
              <p:blipFill>
                <a:blip r:embed="rId562"/>
                <a:stretch>
                  <a:fillRect/>
                </a:stretch>
              </p:blipFill>
              <p:spPr>
                <a:xfrm>
                  <a:off x="8611911" y="5250563"/>
                  <a:ext cx="24840" cy="40680"/>
                </a:xfrm>
                <a:prstGeom prst="rect">
                  <a:avLst/>
                </a:prstGeom>
              </p:spPr>
            </p:pic>
          </mc:Fallback>
        </mc:AlternateContent>
      </p:grpSp>
      <p:grpSp>
        <p:nvGrpSpPr>
          <p:cNvPr id="398" name="Group 397">
            <a:extLst>
              <a:ext uri="{FF2B5EF4-FFF2-40B4-BE49-F238E27FC236}">
                <a16:creationId xmlns:a16="http://schemas.microsoft.com/office/drawing/2014/main" id="{5EAF31F2-774B-454B-A314-0E51F62BD0AD}"/>
              </a:ext>
            </a:extLst>
          </p:cNvPr>
          <p:cNvGrpSpPr/>
          <p:nvPr/>
        </p:nvGrpSpPr>
        <p:grpSpPr>
          <a:xfrm>
            <a:off x="9121311" y="5341283"/>
            <a:ext cx="2914200" cy="588240"/>
            <a:chOff x="9121311" y="5341283"/>
            <a:chExt cx="2914200" cy="588240"/>
          </a:xfrm>
        </p:grpSpPr>
        <mc:AlternateContent xmlns:mc="http://schemas.openxmlformats.org/markup-compatibility/2006" xmlns:p14="http://schemas.microsoft.com/office/powerpoint/2010/main">
          <mc:Choice Requires="p14">
            <p:contentPart p14:bwMode="auto" r:id="rId563">
              <p14:nvContentPartPr>
                <p14:cNvPr id="362" name="Ink 361">
                  <a:extLst>
                    <a:ext uri="{FF2B5EF4-FFF2-40B4-BE49-F238E27FC236}">
                      <a16:creationId xmlns:a16="http://schemas.microsoft.com/office/drawing/2014/main" id="{6E2FF384-D450-4292-BBE9-260BA9B7C6EE}"/>
                    </a:ext>
                  </a:extLst>
                </p14:cNvPr>
                <p14:cNvContentPartPr/>
                <p14:nvPr/>
              </p14:nvContentPartPr>
              <p14:xfrm>
                <a:off x="9121311" y="5513363"/>
                <a:ext cx="86400" cy="13680"/>
              </p14:xfrm>
            </p:contentPart>
          </mc:Choice>
          <mc:Fallback xmlns="">
            <p:pic>
              <p:nvPicPr>
                <p:cNvPr id="362" name="Ink 361">
                  <a:extLst>
                    <a:ext uri="{FF2B5EF4-FFF2-40B4-BE49-F238E27FC236}">
                      <a16:creationId xmlns:a16="http://schemas.microsoft.com/office/drawing/2014/main" id="{6E2FF384-D450-4292-BBE9-260BA9B7C6EE}"/>
                    </a:ext>
                  </a:extLst>
                </p:cNvPr>
                <p:cNvPicPr/>
                <p:nvPr/>
              </p:nvPicPr>
              <p:blipFill>
                <a:blip r:embed="rId564"/>
                <a:stretch>
                  <a:fillRect/>
                </a:stretch>
              </p:blipFill>
              <p:spPr>
                <a:xfrm>
                  <a:off x="9112311" y="5504363"/>
                  <a:ext cx="104040" cy="31320"/>
                </a:xfrm>
                <a:prstGeom prst="rect">
                  <a:avLst/>
                </a:prstGeom>
              </p:spPr>
            </p:pic>
          </mc:Fallback>
        </mc:AlternateContent>
        <mc:AlternateContent xmlns:mc="http://schemas.openxmlformats.org/markup-compatibility/2006" xmlns:p14="http://schemas.microsoft.com/office/powerpoint/2010/main">
          <mc:Choice Requires="p14">
            <p:contentPart p14:bwMode="auto" r:id="rId565">
              <p14:nvContentPartPr>
                <p14:cNvPr id="363" name="Ink 362">
                  <a:extLst>
                    <a:ext uri="{FF2B5EF4-FFF2-40B4-BE49-F238E27FC236}">
                      <a16:creationId xmlns:a16="http://schemas.microsoft.com/office/drawing/2014/main" id="{9F0DBEEF-4D59-4C0C-9DDA-70A6CACC0B37}"/>
                    </a:ext>
                  </a:extLst>
                </p14:cNvPr>
                <p14:cNvContentPartPr/>
                <p14:nvPr/>
              </p14:nvContentPartPr>
              <p14:xfrm>
                <a:off x="9136071" y="5560523"/>
                <a:ext cx="84240" cy="26280"/>
              </p14:xfrm>
            </p:contentPart>
          </mc:Choice>
          <mc:Fallback xmlns="">
            <p:pic>
              <p:nvPicPr>
                <p:cNvPr id="363" name="Ink 362">
                  <a:extLst>
                    <a:ext uri="{FF2B5EF4-FFF2-40B4-BE49-F238E27FC236}">
                      <a16:creationId xmlns:a16="http://schemas.microsoft.com/office/drawing/2014/main" id="{9F0DBEEF-4D59-4C0C-9DDA-70A6CACC0B37}"/>
                    </a:ext>
                  </a:extLst>
                </p:cNvPr>
                <p:cNvPicPr/>
                <p:nvPr/>
              </p:nvPicPr>
              <p:blipFill>
                <a:blip r:embed="rId566"/>
                <a:stretch>
                  <a:fillRect/>
                </a:stretch>
              </p:blipFill>
              <p:spPr>
                <a:xfrm>
                  <a:off x="9127071" y="5551883"/>
                  <a:ext cx="101880" cy="43920"/>
                </a:xfrm>
                <a:prstGeom prst="rect">
                  <a:avLst/>
                </a:prstGeom>
              </p:spPr>
            </p:pic>
          </mc:Fallback>
        </mc:AlternateContent>
        <mc:AlternateContent xmlns:mc="http://schemas.openxmlformats.org/markup-compatibility/2006" xmlns:p14="http://schemas.microsoft.com/office/powerpoint/2010/main">
          <mc:Choice Requires="p14">
            <p:contentPart p14:bwMode="auto" r:id="rId567">
              <p14:nvContentPartPr>
                <p14:cNvPr id="371" name="Ink 370">
                  <a:extLst>
                    <a:ext uri="{FF2B5EF4-FFF2-40B4-BE49-F238E27FC236}">
                      <a16:creationId xmlns:a16="http://schemas.microsoft.com/office/drawing/2014/main" id="{351C2382-FADD-446C-8D42-5773EC233DE3}"/>
                    </a:ext>
                  </a:extLst>
                </p14:cNvPr>
                <p14:cNvContentPartPr/>
                <p14:nvPr/>
              </p14:nvContentPartPr>
              <p14:xfrm>
                <a:off x="9417591" y="5385203"/>
                <a:ext cx="17280" cy="196200"/>
              </p14:xfrm>
            </p:contentPart>
          </mc:Choice>
          <mc:Fallback xmlns="">
            <p:pic>
              <p:nvPicPr>
                <p:cNvPr id="371" name="Ink 370">
                  <a:extLst>
                    <a:ext uri="{FF2B5EF4-FFF2-40B4-BE49-F238E27FC236}">
                      <a16:creationId xmlns:a16="http://schemas.microsoft.com/office/drawing/2014/main" id="{351C2382-FADD-446C-8D42-5773EC233DE3}"/>
                    </a:ext>
                  </a:extLst>
                </p:cNvPr>
                <p:cNvPicPr/>
                <p:nvPr/>
              </p:nvPicPr>
              <p:blipFill>
                <a:blip r:embed="rId568"/>
                <a:stretch>
                  <a:fillRect/>
                </a:stretch>
              </p:blipFill>
              <p:spPr>
                <a:xfrm>
                  <a:off x="9408951" y="5376563"/>
                  <a:ext cx="34920" cy="213840"/>
                </a:xfrm>
                <a:prstGeom prst="rect">
                  <a:avLst/>
                </a:prstGeom>
              </p:spPr>
            </p:pic>
          </mc:Fallback>
        </mc:AlternateContent>
        <mc:AlternateContent xmlns:mc="http://schemas.openxmlformats.org/markup-compatibility/2006" xmlns:p14="http://schemas.microsoft.com/office/powerpoint/2010/main">
          <mc:Choice Requires="p14">
            <p:contentPart p14:bwMode="auto" r:id="rId569">
              <p14:nvContentPartPr>
                <p14:cNvPr id="372" name="Ink 371">
                  <a:extLst>
                    <a:ext uri="{FF2B5EF4-FFF2-40B4-BE49-F238E27FC236}">
                      <a16:creationId xmlns:a16="http://schemas.microsoft.com/office/drawing/2014/main" id="{D0E98745-997F-46DF-B10D-4FA027F259F1}"/>
                    </a:ext>
                  </a:extLst>
                </p14:cNvPr>
                <p14:cNvContentPartPr/>
                <p14:nvPr/>
              </p14:nvContentPartPr>
              <p14:xfrm>
                <a:off x="9276831" y="5608763"/>
                <a:ext cx="289080" cy="47880"/>
              </p14:xfrm>
            </p:contentPart>
          </mc:Choice>
          <mc:Fallback xmlns="">
            <p:pic>
              <p:nvPicPr>
                <p:cNvPr id="372" name="Ink 371">
                  <a:extLst>
                    <a:ext uri="{FF2B5EF4-FFF2-40B4-BE49-F238E27FC236}">
                      <a16:creationId xmlns:a16="http://schemas.microsoft.com/office/drawing/2014/main" id="{D0E98745-997F-46DF-B10D-4FA027F259F1}"/>
                    </a:ext>
                  </a:extLst>
                </p:cNvPr>
                <p:cNvPicPr/>
                <p:nvPr/>
              </p:nvPicPr>
              <p:blipFill>
                <a:blip r:embed="rId570"/>
                <a:stretch>
                  <a:fillRect/>
                </a:stretch>
              </p:blipFill>
              <p:spPr>
                <a:xfrm>
                  <a:off x="9267831" y="5599763"/>
                  <a:ext cx="306720" cy="65520"/>
                </a:xfrm>
                <a:prstGeom prst="rect">
                  <a:avLst/>
                </a:prstGeom>
              </p:spPr>
            </p:pic>
          </mc:Fallback>
        </mc:AlternateContent>
        <mc:AlternateContent xmlns:mc="http://schemas.openxmlformats.org/markup-compatibility/2006" xmlns:p14="http://schemas.microsoft.com/office/powerpoint/2010/main">
          <mc:Choice Requires="p14">
            <p:contentPart p14:bwMode="auto" r:id="rId571">
              <p14:nvContentPartPr>
                <p14:cNvPr id="373" name="Ink 372">
                  <a:extLst>
                    <a:ext uri="{FF2B5EF4-FFF2-40B4-BE49-F238E27FC236}">
                      <a16:creationId xmlns:a16="http://schemas.microsoft.com/office/drawing/2014/main" id="{5CF48BEB-C8BF-45D6-94A8-75766BC0F956}"/>
                    </a:ext>
                  </a:extLst>
                </p14:cNvPr>
                <p14:cNvContentPartPr/>
                <p14:nvPr/>
              </p14:nvContentPartPr>
              <p14:xfrm>
                <a:off x="9355311" y="5754203"/>
                <a:ext cx="77760" cy="175320"/>
              </p14:xfrm>
            </p:contentPart>
          </mc:Choice>
          <mc:Fallback xmlns="">
            <p:pic>
              <p:nvPicPr>
                <p:cNvPr id="373" name="Ink 372">
                  <a:extLst>
                    <a:ext uri="{FF2B5EF4-FFF2-40B4-BE49-F238E27FC236}">
                      <a16:creationId xmlns:a16="http://schemas.microsoft.com/office/drawing/2014/main" id="{5CF48BEB-C8BF-45D6-94A8-75766BC0F956}"/>
                    </a:ext>
                  </a:extLst>
                </p:cNvPr>
                <p:cNvPicPr/>
                <p:nvPr/>
              </p:nvPicPr>
              <p:blipFill>
                <a:blip r:embed="rId572"/>
                <a:stretch>
                  <a:fillRect/>
                </a:stretch>
              </p:blipFill>
              <p:spPr>
                <a:xfrm>
                  <a:off x="9346311" y="5745203"/>
                  <a:ext cx="95400" cy="192960"/>
                </a:xfrm>
                <a:prstGeom prst="rect">
                  <a:avLst/>
                </a:prstGeom>
              </p:spPr>
            </p:pic>
          </mc:Fallback>
        </mc:AlternateContent>
        <mc:AlternateContent xmlns:mc="http://schemas.openxmlformats.org/markup-compatibility/2006" xmlns:p14="http://schemas.microsoft.com/office/powerpoint/2010/main">
          <mc:Choice Requires="p14">
            <p:contentPart p14:bwMode="auto" r:id="rId573">
              <p14:nvContentPartPr>
                <p14:cNvPr id="374" name="Ink 373">
                  <a:extLst>
                    <a:ext uri="{FF2B5EF4-FFF2-40B4-BE49-F238E27FC236}">
                      <a16:creationId xmlns:a16="http://schemas.microsoft.com/office/drawing/2014/main" id="{B087C1A8-4D89-4FE1-8A05-186F63871C41}"/>
                    </a:ext>
                  </a:extLst>
                </p14:cNvPr>
                <p14:cNvContentPartPr/>
                <p14:nvPr/>
              </p14:nvContentPartPr>
              <p14:xfrm>
                <a:off x="9642231" y="5341283"/>
                <a:ext cx="102600" cy="448560"/>
              </p14:xfrm>
            </p:contentPart>
          </mc:Choice>
          <mc:Fallback xmlns="">
            <p:pic>
              <p:nvPicPr>
                <p:cNvPr id="374" name="Ink 373">
                  <a:extLst>
                    <a:ext uri="{FF2B5EF4-FFF2-40B4-BE49-F238E27FC236}">
                      <a16:creationId xmlns:a16="http://schemas.microsoft.com/office/drawing/2014/main" id="{B087C1A8-4D89-4FE1-8A05-186F63871C41}"/>
                    </a:ext>
                  </a:extLst>
                </p:cNvPr>
                <p:cNvPicPr/>
                <p:nvPr/>
              </p:nvPicPr>
              <p:blipFill>
                <a:blip r:embed="rId574"/>
                <a:stretch>
                  <a:fillRect/>
                </a:stretch>
              </p:blipFill>
              <p:spPr>
                <a:xfrm>
                  <a:off x="9633591" y="5332643"/>
                  <a:ext cx="120240" cy="466200"/>
                </a:xfrm>
                <a:prstGeom prst="rect">
                  <a:avLst/>
                </a:prstGeom>
              </p:spPr>
            </p:pic>
          </mc:Fallback>
        </mc:AlternateContent>
        <mc:AlternateContent xmlns:mc="http://schemas.openxmlformats.org/markup-compatibility/2006" xmlns:p14="http://schemas.microsoft.com/office/powerpoint/2010/main">
          <mc:Choice Requires="p14">
            <p:contentPart p14:bwMode="auto" r:id="rId575">
              <p14:nvContentPartPr>
                <p14:cNvPr id="375" name="Ink 374">
                  <a:extLst>
                    <a:ext uri="{FF2B5EF4-FFF2-40B4-BE49-F238E27FC236}">
                      <a16:creationId xmlns:a16="http://schemas.microsoft.com/office/drawing/2014/main" id="{BC787B6D-7839-47CE-B0C7-2C6BA297726A}"/>
                    </a:ext>
                  </a:extLst>
                </p14:cNvPr>
                <p14:cNvContentPartPr/>
                <p14:nvPr/>
              </p14:nvContentPartPr>
              <p14:xfrm>
                <a:off x="9762111" y="5503283"/>
                <a:ext cx="165240" cy="90360"/>
              </p14:xfrm>
            </p:contentPart>
          </mc:Choice>
          <mc:Fallback xmlns="">
            <p:pic>
              <p:nvPicPr>
                <p:cNvPr id="375" name="Ink 374">
                  <a:extLst>
                    <a:ext uri="{FF2B5EF4-FFF2-40B4-BE49-F238E27FC236}">
                      <a16:creationId xmlns:a16="http://schemas.microsoft.com/office/drawing/2014/main" id="{BC787B6D-7839-47CE-B0C7-2C6BA297726A}"/>
                    </a:ext>
                  </a:extLst>
                </p:cNvPr>
                <p:cNvPicPr/>
                <p:nvPr/>
              </p:nvPicPr>
              <p:blipFill>
                <a:blip r:embed="rId576"/>
                <a:stretch>
                  <a:fillRect/>
                </a:stretch>
              </p:blipFill>
              <p:spPr>
                <a:xfrm>
                  <a:off x="9753111" y="5494643"/>
                  <a:ext cx="182880" cy="108000"/>
                </a:xfrm>
                <a:prstGeom prst="rect">
                  <a:avLst/>
                </a:prstGeom>
              </p:spPr>
            </p:pic>
          </mc:Fallback>
        </mc:AlternateContent>
        <mc:AlternateContent xmlns:mc="http://schemas.openxmlformats.org/markup-compatibility/2006" xmlns:p14="http://schemas.microsoft.com/office/powerpoint/2010/main">
          <mc:Choice Requires="p14">
            <p:contentPart p14:bwMode="auto" r:id="rId577">
              <p14:nvContentPartPr>
                <p14:cNvPr id="376" name="Ink 375">
                  <a:extLst>
                    <a:ext uri="{FF2B5EF4-FFF2-40B4-BE49-F238E27FC236}">
                      <a16:creationId xmlns:a16="http://schemas.microsoft.com/office/drawing/2014/main" id="{79A51D94-BA7B-4494-B344-FB4A14122216}"/>
                    </a:ext>
                  </a:extLst>
                </p14:cNvPr>
                <p14:cNvContentPartPr/>
                <p14:nvPr/>
              </p14:nvContentPartPr>
              <p14:xfrm>
                <a:off x="9970191" y="5586083"/>
                <a:ext cx="6840" cy="113040"/>
              </p14:xfrm>
            </p:contentPart>
          </mc:Choice>
          <mc:Fallback xmlns="">
            <p:pic>
              <p:nvPicPr>
                <p:cNvPr id="376" name="Ink 375">
                  <a:extLst>
                    <a:ext uri="{FF2B5EF4-FFF2-40B4-BE49-F238E27FC236}">
                      <a16:creationId xmlns:a16="http://schemas.microsoft.com/office/drawing/2014/main" id="{79A51D94-BA7B-4494-B344-FB4A14122216}"/>
                    </a:ext>
                  </a:extLst>
                </p:cNvPr>
                <p:cNvPicPr/>
                <p:nvPr/>
              </p:nvPicPr>
              <p:blipFill>
                <a:blip r:embed="rId578"/>
                <a:stretch>
                  <a:fillRect/>
                </a:stretch>
              </p:blipFill>
              <p:spPr>
                <a:xfrm>
                  <a:off x="9961551" y="5577083"/>
                  <a:ext cx="24480" cy="130680"/>
                </a:xfrm>
                <a:prstGeom prst="rect">
                  <a:avLst/>
                </a:prstGeom>
              </p:spPr>
            </p:pic>
          </mc:Fallback>
        </mc:AlternateContent>
        <mc:AlternateContent xmlns:mc="http://schemas.openxmlformats.org/markup-compatibility/2006" xmlns:p14="http://schemas.microsoft.com/office/powerpoint/2010/main">
          <mc:Choice Requires="p14">
            <p:contentPart p14:bwMode="auto" r:id="rId579">
              <p14:nvContentPartPr>
                <p14:cNvPr id="377" name="Ink 376">
                  <a:extLst>
                    <a:ext uri="{FF2B5EF4-FFF2-40B4-BE49-F238E27FC236}">
                      <a16:creationId xmlns:a16="http://schemas.microsoft.com/office/drawing/2014/main" id="{C7B0015A-8543-4B40-AA61-325F90722149}"/>
                    </a:ext>
                  </a:extLst>
                </p14:cNvPr>
                <p14:cNvContentPartPr/>
                <p14:nvPr/>
              </p14:nvContentPartPr>
              <p14:xfrm>
                <a:off x="10045071" y="5624603"/>
                <a:ext cx="7200" cy="85680"/>
              </p14:xfrm>
            </p:contentPart>
          </mc:Choice>
          <mc:Fallback xmlns="">
            <p:pic>
              <p:nvPicPr>
                <p:cNvPr id="377" name="Ink 376">
                  <a:extLst>
                    <a:ext uri="{FF2B5EF4-FFF2-40B4-BE49-F238E27FC236}">
                      <a16:creationId xmlns:a16="http://schemas.microsoft.com/office/drawing/2014/main" id="{C7B0015A-8543-4B40-AA61-325F90722149}"/>
                    </a:ext>
                  </a:extLst>
                </p:cNvPr>
                <p:cNvPicPr/>
                <p:nvPr/>
              </p:nvPicPr>
              <p:blipFill>
                <a:blip r:embed="rId580"/>
                <a:stretch>
                  <a:fillRect/>
                </a:stretch>
              </p:blipFill>
              <p:spPr>
                <a:xfrm>
                  <a:off x="10036071" y="5615963"/>
                  <a:ext cx="24840"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581">
              <p14:nvContentPartPr>
                <p14:cNvPr id="378" name="Ink 377">
                  <a:extLst>
                    <a:ext uri="{FF2B5EF4-FFF2-40B4-BE49-F238E27FC236}">
                      <a16:creationId xmlns:a16="http://schemas.microsoft.com/office/drawing/2014/main" id="{BDEA747D-922F-47E8-9688-8AB4423B8284}"/>
                    </a:ext>
                  </a:extLst>
                </p14:cNvPr>
                <p14:cNvContentPartPr/>
                <p14:nvPr/>
              </p14:nvContentPartPr>
              <p14:xfrm>
                <a:off x="10055151" y="5349203"/>
                <a:ext cx="18000" cy="91800"/>
              </p14:xfrm>
            </p:contentPart>
          </mc:Choice>
          <mc:Fallback xmlns="">
            <p:pic>
              <p:nvPicPr>
                <p:cNvPr id="378" name="Ink 377">
                  <a:extLst>
                    <a:ext uri="{FF2B5EF4-FFF2-40B4-BE49-F238E27FC236}">
                      <a16:creationId xmlns:a16="http://schemas.microsoft.com/office/drawing/2014/main" id="{BDEA747D-922F-47E8-9688-8AB4423B8284}"/>
                    </a:ext>
                  </a:extLst>
                </p:cNvPr>
                <p:cNvPicPr/>
                <p:nvPr/>
              </p:nvPicPr>
              <p:blipFill>
                <a:blip r:embed="rId582"/>
                <a:stretch>
                  <a:fillRect/>
                </a:stretch>
              </p:blipFill>
              <p:spPr>
                <a:xfrm>
                  <a:off x="10046511" y="5340563"/>
                  <a:ext cx="35640" cy="109440"/>
                </a:xfrm>
                <a:prstGeom prst="rect">
                  <a:avLst/>
                </a:prstGeom>
              </p:spPr>
            </p:pic>
          </mc:Fallback>
        </mc:AlternateContent>
        <mc:AlternateContent xmlns:mc="http://schemas.openxmlformats.org/markup-compatibility/2006" xmlns:p14="http://schemas.microsoft.com/office/powerpoint/2010/main">
          <mc:Choice Requires="p14">
            <p:contentPart p14:bwMode="auto" r:id="rId583">
              <p14:nvContentPartPr>
                <p14:cNvPr id="379" name="Ink 378">
                  <a:extLst>
                    <a:ext uri="{FF2B5EF4-FFF2-40B4-BE49-F238E27FC236}">
                      <a16:creationId xmlns:a16="http://schemas.microsoft.com/office/drawing/2014/main" id="{43845943-28F5-4056-B0C2-ADE1DCA93505}"/>
                    </a:ext>
                  </a:extLst>
                </p14:cNvPr>
                <p14:cNvContentPartPr/>
                <p14:nvPr/>
              </p14:nvContentPartPr>
              <p14:xfrm>
                <a:off x="10145871" y="5539283"/>
                <a:ext cx="176760" cy="154440"/>
              </p14:xfrm>
            </p:contentPart>
          </mc:Choice>
          <mc:Fallback xmlns="">
            <p:pic>
              <p:nvPicPr>
                <p:cNvPr id="379" name="Ink 378">
                  <a:extLst>
                    <a:ext uri="{FF2B5EF4-FFF2-40B4-BE49-F238E27FC236}">
                      <a16:creationId xmlns:a16="http://schemas.microsoft.com/office/drawing/2014/main" id="{43845943-28F5-4056-B0C2-ADE1DCA93505}"/>
                    </a:ext>
                  </a:extLst>
                </p:cNvPr>
                <p:cNvPicPr/>
                <p:nvPr/>
              </p:nvPicPr>
              <p:blipFill>
                <a:blip r:embed="rId584"/>
                <a:stretch>
                  <a:fillRect/>
                </a:stretch>
              </p:blipFill>
              <p:spPr>
                <a:xfrm>
                  <a:off x="10136871" y="5530643"/>
                  <a:ext cx="194400" cy="172080"/>
                </a:xfrm>
                <a:prstGeom prst="rect">
                  <a:avLst/>
                </a:prstGeom>
              </p:spPr>
            </p:pic>
          </mc:Fallback>
        </mc:AlternateContent>
        <mc:AlternateContent xmlns:mc="http://schemas.openxmlformats.org/markup-compatibility/2006" xmlns:p14="http://schemas.microsoft.com/office/powerpoint/2010/main">
          <mc:Choice Requires="p14">
            <p:contentPart p14:bwMode="auto" r:id="rId585">
              <p14:nvContentPartPr>
                <p14:cNvPr id="380" name="Ink 379">
                  <a:extLst>
                    <a:ext uri="{FF2B5EF4-FFF2-40B4-BE49-F238E27FC236}">
                      <a16:creationId xmlns:a16="http://schemas.microsoft.com/office/drawing/2014/main" id="{CF1884F4-AA6C-425E-AA67-26C40C934A0B}"/>
                    </a:ext>
                  </a:extLst>
                </p14:cNvPr>
                <p14:cNvContentPartPr/>
                <p14:nvPr/>
              </p14:nvContentPartPr>
              <p14:xfrm>
                <a:off x="10377351" y="5570963"/>
                <a:ext cx="146520" cy="136080"/>
              </p14:xfrm>
            </p:contentPart>
          </mc:Choice>
          <mc:Fallback xmlns="">
            <p:pic>
              <p:nvPicPr>
                <p:cNvPr id="380" name="Ink 379">
                  <a:extLst>
                    <a:ext uri="{FF2B5EF4-FFF2-40B4-BE49-F238E27FC236}">
                      <a16:creationId xmlns:a16="http://schemas.microsoft.com/office/drawing/2014/main" id="{CF1884F4-AA6C-425E-AA67-26C40C934A0B}"/>
                    </a:ext>
                  </a:extLst>
                </p:cNvPr>
                <p:cNvPicPr/>
                <p:nvPr/>
              </p:nvPicPr>
              <p:blipFill>
                <a:blip r:embed="rId586"/>
                <a:stretch>
                  <a:fillRect/>
                </a:stretch>
              </p:blipFill>
              <p:spPr>
                <a:xfrm>
                  <a:off x="10368711" y="5561963"/>
                  <a:ext cx="164160" cy="153720"/>
                </a:xfrm>
                <a:prstGeom prst="rect">
                  <a:avLst/>
                </a:prstGeom>
              </p:spPr>
            </p:pic>
          </mc:Fallback>
        </mc:AlternateContent>
        <mc:AlternateContent xmlns:mc="http://schemas.openxmlformats.org/markup-compatibility/2006" xmlns:p14="http://schemas.microsoft.com/office/powerpoint/2010/main">
          <mc:Choice Requires="p14">
            <p:contentPart p14:bwMode="auto" r:id="rId587">
              <p14:nvContentPartPr>
                <p14:cNvPr id="381" name="Ink 380">
                  <a:extLst>
                    <a:ext uri="{FF2B5EF4-FFF2-40B4-BE49-F238E27FC236}">
                      <a16:creationId xmlns:a16="http://schemas.microsoft.com/office/drawing/2014/main" id="{9EDB4150-B85C-4587-8181-EC074AD76DA8}"/>
                    </a:ext>
                  </a:extLst>
                </p14:cNvPr>
                <p14:cNvContentPartPr/>
                <p14:nvPr/>
              </p14:nvContentPartPr>
              <p14:xfrm>
                <a:off x="10555551" y="5677523"/>
                <a:ext cx="3600" cy="76680"/>
              </p14:xfrm>
            </p:contentPart>
          </mc:Choice>
          <mc:Fallback xmlns="">
            <p:pic>
              <p:nvPicPr>
                <p:cNvPr id="381" name="Ink 380">
                  <a:extLst>
                    <a:ext uri="{FF2B5EF4-FFF2-40B4-BE49-F238E27FC236}">
                      <a16:creationId xmlns:a16="http://schemas.microsoft.com/office/drawing/2014/main" id="{9EDB4150-B85C-4587-8181-EC074AD76DA8}"/>
                    </a:ext>
                  </a:extLst>
                </p:cNvPr>
                <p:cNvPicPr/>
                <p:nvPr/>
              </p:nvPicPr>
              <p:blipFill>
                <a:blip r:embed="rId588"/>
                <a:stretch>
                  <a:fillRect/>
                </a:stretch>
              </p:blipFill>
              <p:spPr>
                <a:xfrm>
                  <a:off x="10546911" y="5668523"/>
                  <a:ext cx="21240" cy="94320"/>
                </a:xfrm>
                <a:prstGeom prst="rect">
                  <a:avLst/>
                </a:prstGeom>
              </p:spPr>
            </p:pic>
          </mc:Fallback>
        </mc:AlternateContent>
        <mc:AlternateContent xmlns:mc="http://schemas.openxmlformats.org/markup-compatibility/2006" xmlns:p14="http://schemas.microsoft.com/office/powerpoint/2010/main">
          <mc:Choice Requires="p14">
            <p:contentPart p14:bwMode="auto" r:id="rId589">
              <p14:nvContentPartPr>
                <p14:cNvPr id="382" name="Ink 381">
                  <a:extLst>
                    <a:ext uri="{FF2B5EF4-FFF2-40B4-BE49-F238E27FC236}">
                      <a16:creationId xmlns:a16="http://schemas.microsoft.com/office/drawing/2014/main" id="{A35A5025-286F-4C13-9D2D-C7D7FE03D740}"/>
                    </a:ext>
                  </a:extLst>
                </p14:cNvPr>
                <p14:cNvContentPartPr/>
                <p14:nvPr/>
              </p14:nvContentPartPr>
              <p14:xfrm>
                <a:off x="10626831" y="5687963"/>
                <a:ext cx="10800" cy="65880"/>
              </p14:xfrm>
            </p:contentPart>
          </mc:Choice>
          <mc:Fallback xmlns="">
            <p:pic>
              <p:nvPicPr>
                <p:cNvPr id="382" name="Ink 381">
                  <a:extLst>
                    <a:ext uri="{FF2B5EF4-FFF2-40B4-BE49-F238E27FC236}">
                      <a16:creationId xmlns:a16="http://schemas.microsoft.com/office/drawing/2014/main" id="{A35A5025-286F-4C13-9D2D-C7D7FE03D740}"/>
                    </a:ext>
                  </a:extLst>
                </p:cNvPr>
                <p:cNvPicPr/>
                <p:nvPr/>
              </p:nvPicPr>
              <p:blipFill>
                <a:blip r:embed="rId590"/>
                <a:stretch>
                  <a:fillRect/>
                </a:stretch>
              </p:blipFill>
              <p:spPr>
                <a:xfrm>
                  <a:off x="10618191" y="5679323"/>
                  <a:ext cx="28440" cy="83520"/>
                </a:xfrm>
                <a:prstGeom prst="rect">
                  <a:avLst/>
                </a:prstGeom>
              </p:spPr>
            </p:pic>
          </mc:Fallback>
        </mc:AlternateContent>
        <mc:AlternateContent xmlns:mc="http://schemas.openxmlformats.org/markup-compatibility/2006" xmlns:p14="http://schemas.microsoft.com/office/powerpoint/2010/main">
          <mc:Choice Requires="p14">
            <p:contentPart p14:bwMode="auto" r:id="rId591">
              <p14:nvContentPartPr>
                <p14:cNvPr id="383" name="Ink 382">
                  <a:extLst>
                    <a:ext uri="{FF2B5EF4-FFF2-40B4-BE49-F238E27FC236}">
                      <a16:creationId xmlns:a16="http://schemas.microsoft.com/office/drawing/2014/main" id="{BFFDF0C8-3B33-442E-BDB5-32F580344086}"/>
                    </a:ext>
                  </a:extLst>
                </p14:cNvPr>
                <p14:cNvContentPartPr/>
                <p14:nvPr/>
              </p14:nvContentPartPr>
              <p14:xfrm>
                <a:off x="10695951" y="5484923"/>
                <a:ext cx="138240" cy="88560"/>
              </p14:xfrm>
            </p:contentPart>
          </mc:Choice>
          <mc:Fallback xmlns="">
            <p:pic>
              <p:nvPicPr>
                <p:cNvPr id="383" name="Ink 382">
                  <a:extLst>
                    <a:ext uri="{FF2B5EF4-FFF2-40B4-BE49-F238E27FC236}">
                      <a16:creationId xmlns:a16="http://schemas.microsoft.com/office/drawing/2014/main" id="{BFFDF0C8-3B33-442E-BDB5-32F580344086}"/>
                    </a:ext>
                  </a:extLst>
                </p:cNvPr>
                <p:cNvPicPr/>
                <p:nvPr/>
              </p:nvPicPr>
              <p:blipFill>
                <a:blip r:embed="rId592"/>
                <a:stretch>
                  <a:fillRect/>
                </a:stretch>
              </p:blipFill>
              <p:spPr>
                <a:xfrm>
                  <a:off x="10686951" y="5476283"/>
                  <a:ext cx="155880" cy="106200"/>
                </a:xfrm>
                <a:prstGeom prst="rect">
                  <a:avLst/>
                </a:prstGeom>
              </p:spPr>
            </p:pic>
          </mc:Fallback>
        </mc:AlternateContent>
        <mc:AlternateContent xmlns:mc="http://schemas.openxmlformats.org/markup-compatibility/2006" xmlns:p14="http://schemas.microsoft.com/office/powerpoint/2010/main">
          <mc:Choice Requires="p14">
            <p:contentPart p14:bwMode="auto" r:id="rId593">
              <p14:nvContentPartPr>
                <p14:cNvPr id="384" name="Ink 383">
                  <a:extLst>
                    <a:ext uri="{FF2B5EF4-FFF2-40B4-BE49-F238E27FC236}">
                      <a16:creationId xmlns:a16="http://schemas.microsoft.com/office/drawing/2014/main" id="{E6BD98B6-68E1-40F5-B579-BA3EF7D5FE01}"/>
                    </a:ext>
                  </a:extLst>
                </p14:cNvPr>
                <p14:cNvContentPartPr/>
                <p14:nvPr/>
              </p14:nvContentPartPr>
              <p14:xfrm>
                <a:off x="10780191" y="5641523"/>
                <a:ext cx="150840" cy="12960"/>
              </p14:xfrm>
            </p:contentPart>
          </mc:Choice>
          <mc:Fallback xmlns="">
            <p:pic>
              <p:nvPicPr>
                <p:cNvPr id="384" name="Ink 383">
                  <a:extLst>
                    <a:ext uri="{FF2B5EF4-FFF2-40B4-BE49-F238E27FC236}">
                      <a16:creationId xmlns:a16="http://schemas.microsoft.com/office/drawing/2014/main" id="{E6BD98B6-68E1-40F5-B579-BA3EF7D5FE01}"/>
                    </a:ext>
                  </a:extLst>
                </p:cNvPr>
                <p:cNvPicPr/>
                <p:nvPr/>
              </p:nvPicPr>
              <p:blipFill>
                <a:blip r:embed="rId594"/>
                <a:stretch>
                  <a:fillRect/>
                </a:stretch>
              </p:blipFill>
              <p:spPr>
                <a:xfrm>
                  <a:off x="10771551" y="5632523"/>
                  <a:ext cx="168480" cy="30600"/>
                </a:xfrm>
                <a:prstGeom prst="rect">
                  <a:avLst/>
                </a:prstGeom>
              </p:spPr>
            </p:pic>
          </mc:Fallback>
        </mc:AlternateContent>
        <mc:AlternateContent xmlns:mc="http://schemas.openxmlformats.org/markup-compatibility/2006" xmlns:p14="http://schemas.microsoft.com/office/powerpoint/2010/main">
          <mc:Choice Requires="p14">
            <p:contentPart p14:bwMode="auto" r:id="rId595">
              <p14:nvContentPartPr>
                <p14:cNvPr id="385" name="Ink 384">
                  <a:extLst>
                    <a:ext uri="{FF2B5EF4-FFF2-40B4-BE49-F238E27FC236}">
                      <a16:creationId xmlns:a16="http://schemas.microsoft.com/office/drawing/2014/main" id="{21A696A6-5E50-49AF-8535-D6087F146A30}"/>
                    </a:ext>
                  </a:extLst>
                </p14:cNvPr>
                <p14:cNvContentPartPr/>
                <p14:nvPr/>
              </p14:nvContentPartPr>
              <p14:xfrm>
                <a:off x="10885671" y="5596163"/>
                <a:ext cx="9360" cy="127800"/>
              </p14:xfrm>
            </p:contentPart>
          </mc:Choice>
          <mc:Fallback xmlns="">
            <p:pic>
              <p:nvPicPr>
                <p:cNvPr id="385" name="Ink 384">
                  <a:extLst>
                    <a:ext uri="{FF2B5EF4-FFF2-40B4-BE49-F238E27FC236}">
                      <a16:creationId xmlns:a16="http://schemas.microsoft.com/office/drawing/2014/main" id="{21A696A6-5E50-49AF-8535-D6087F146A30}"/>
                    </a:ext>
                  </a:extLst>
                </p:cNvPr>
                <p:cNvPicPr/>
                <p:nvPr/>
              </p:nvPicPr>
              <p:blipFill>
                <a:blip r:embed="rId596"/>
                <a:stretch>
                  <a:fillRect/>
                </a:stretch>
              </p:blipFill>
              <p:spPr>
                <a:xfrm>
                  <a:off x="10876671" y="5587163"/>
                  <a:ext cx="27000" cy="145440"/>
                </a:xfrm>
                <a:prstGeom prst="rect">
                  <a:avLst/>
                </a:prstGeom>
              </p:spPr>
            </p:pic>
          </mc:Fallback>
        </mc:AlternateContent>
        <mc:AlternateContent xmlns:mc="http://schemas.openxmlformats.org/markup-compatibility/2006" xmlns:p14="http://schemas.microsoft.com/office/powerpoint/2010/main">
          <mc:Choice Requires="p14">
            <p:contentPart p14:bwMode="auto" r:id="rId597">
              <p14:nvContentPartPr>
                <p14:cNvPr id="386" name="Ink 385">
                  <a:extLst>
                    <a:ext uri="{FF2B5EF4-FFF2-40B4-BE49-F238E27FC236}">
                      <a16:creationId xmlns:a16="http://schemas.microsoft.com/office/drawing/2014/main" id="{C38ED067-960B-49C5-A5AB-A38FF3C4ED85}"/>
                    </a:ext>
                  </a:extLst>
                </p14:cNvPr>
                <p14:cNvContentPartPr/>
                <p14:nvPr/>
              </p14:nvContentPartPr>
              <p14:xfrm>
                <a:off x="11022471" y="5627483"/>
                <a:ext cx="158760" cy="107640"/>
              </p14:xfrm>
            </p:contentPart>
          </mc:Choice>
          <mc:Fallback xmlns="">
            <p:pic>
              <p:nvPicPr>
                <p:cNvPr id="386" name="Ink 385">
                  <a:extLst>
                    <a:ext uri="{FF2B5EF4-FFF2-40B4-BE49-F238E27FC236}">
                      <a16:creationId xmlns:a16="http://schemas.microsoft.com/office/drawing/2014/main" id="{C38ED067-960B-49C5-A5AB-A38FF3C4ED85}"/>
                    </a:ext>
                  </a:extLst>
                </p:cNvPr>
                <p:cNvPicPr/>
                <p:nvPr/>
              </p:nvPicPr>
              <p:blipFill>
                <a:blip r:embed="rId598"/>
                <a:stretch>
                  <a:fillRect/>
                </a:stretch>
              </p:blipFill>
              <p:spPr>
                <a:xfrm>
                  <a:off x="11013471" y="5618843"/>
                  <a:ext cx="17640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599">
              <p14:nvContentPartPr>
                <p14:cNvPr id="387" name="Ink 386">
                  <a:extLst>
                    <a:ext uri="{FF2B5EF4-FFF2-40B4-BE49-F238E27FC236}">
                      <a16:creationId xmlns:a16="http://schemas.microsoft.com/office/drawing/2014/main" id="{144F31F2-E096-4B0A-88FF-C5E2702FC454}"/>
                    </a:ext>
                  </a:extLst>
                </p14:cNvPr>
                <p14:cNvContentPartPr/>
                <p14:nvPr/>
              </p14:nvContentPartPr>
              <p14:xfrm>
                <a:off x="11212551" y="5715323"/>
                <a:ext cx="68400" cy="78480"/>
              </p14:xfrm>
            </p:contentPart>
          </mc:Choice>
          <mc:Fallback xmlns="">
            <p:pic>
              <p:nvPicPr>
                <p:cNvPr id="387" name="Ink 386">
                  <a:extLst>
                    <a:ext uri="{FF2B5EF4-FFF2-40B4-BE49-F238E27FC236}">
                      <a16:creationId xmlns:a16="http://schemas.microsoft.com/office/drawing/2014/main" id="{144F31F2-E096-4B0A-88FF-C5E2702FC454}"/>
                    </a:ext>
                  </a:extLst>
                </p:cNvPr>
                <p:cNvPicPr/>
                <p:nvPr/>
              </p:nvPicPr>
              <p:blipFill>
                <a:blip r:embed="rId600"/>
                <a:stretch>
                  <a:fillRect/>
                </a:stretch>
              </p:blipFill>
              <p:spPr>
                <a:xfrm>
                  <a:off x="11203551" y="5706683"/>
                  <a:ext cx="86040" cy="96120"/>
                </a:xfrm>
                <a:prstGeom prst="rect">
                  <a:avLst/>
                </a:prstGeom>
              </p:spPr>
            </p:pic>
          </mc:Fallback>
        </mc:AlternateContent>
        <mc:AlternateContent xmlns:mc="http://schemas.openxmlformats.org/markup-compatibility/2006" xmlns:p14="http://schemas.microsoft.com/office/powerpoint/2010/main">
          <mc:Choice Requires="p14">
            <p:contentPart p14:bwMode="auto" r:id="rId601">
              <p14:nvContentPartPr>
                <p14:cNvPr id="388" name="Ink 387">
                  <a:extLst>
                    <a:ext uri="{FF2B5EF4-FFF2-40B4-BE49-F238E27FC236}">
                      <a16:creationId xmlns:a16="http://schemas.microsoft.com/office/drawing/2014/main" id="{A5A2DF56-DDDF-47AE-803C-8CEAE7D7A1F1}"/>
                    </a:ext>
                  </a:extLst>
                </p14:cNvPr>
                <p14:cNvContentPartPr/>
                <p14:nvPr/>
              </p14:nvContentPartPr>
              <p14:xfrm>
                <a:off x="11302911" y="5464403"/>
                <a:ext cx="66960" cy="121680"/>
              </p14:xfrm>
            </p:contentPart>
          </mc:Choice>
          <mc:Fallback xmlns="">
            <p:pic>
              <p:nvPicPr>
                <p:cNvPr id="388" name="Ink 387">
                  <a:extLst>
                    <a:ext uri="{FF2B5EF4-FFF2-40B4-BE49-F238E27FC236}">
                      <a16:creationId xmlns:a16="http://schemas.microsoft.com/office/drawing/2014/main" id="{A5A2DF56-DDDF-47AE-803C-8CEAE7D7A1F1}"/>
                    </a:ext>
                  </a:extLst>
                </p:cNvPr>
                <p:cNvPicPr/>
                <p:nvPr/>
              </p:nvPicPr>
              <p:blipFill>
                <a:blip r:embed="rId602"/>
                <a:stretch>
                  <a:fillRect/>
                </a:stretch>
              </p:blipFill>
              <p:spPr>
                <a:xfrm>
                  <a:off x="11294271" y="5455763"/>
                  <a:ext cx="84600" cy="139320"/>
                </a:xfrm>
                <a:prstGeom prst="rect">
                  <a:avLst/>
                </a:prstGeom>
              </p:spPr>
            </p:pic>
          </mc:Fallback>
        </mc:AlternateContent>
        <mc:AlternateContent xmlns:mc="http://schemas.openxmlformats.org/markup-compatibility/2006" xmlns:p14="http://schemas.microsoft.com/office/powerpoint/2010/main">
          <mc:Choice Requires="p14">
            <p:contentPart p14:bwMode="auto" r:id="rId603">
              <p14:nvContentPartPr>
                <p14:cNvPr id="389" name="Ink 388">
                  <a:extLst>
                    <a:ext uri="{FF2B5EF4-FFF2-40B4-BE49-F238E27FC236}">
                      <a16:creationId xmlns:a16="http://schemas.microsoft.com/office/drawing/2014/main" id="{AD9908AB-C80E-46A4-9D0C-72CC4CAA8ABC}"/>
                    </a:ext>
                  </a:extLst>
                </p14:cNvPr>
                <p14:cNvContentPartPr/>
                <p14:nvPr/>
              </p14:nvContentPartPr>
              <p14:xfrm>
                <a:off x="11383911" y="5690483"/>
                <a:ext cx="132840" cy="13320"/>
              </p14:xfrm>
            </p:contentPart>
          </mc:Choice>
          <mc:Fallback xmlns="">
            <p:pic>
              <p:nvPicPr>
                <p:cNvPr id="389" name="Ink 388">
                  <a:extLst>
                    <a:ext uri="{FF2B5EF4-FFF2-40B4-BE49-F238E27FC236}">
                      <a16:creationId xmlns:a16="http://schemas.microsoft.com/office/drawing/2014/main" id="{AD9908AB-C80E-46A4-9D0C-72CC4CAA8ABC}"/>
                    </a:ext>
                  </a:extLst>
                </p:cNvPr>
                <p:cNvPicPr/>
                <p:nvPr/>
              </p:nvPicPr>
              <p:blipFill>
                <a:blip r:embed="rId604"/>
                <a:stretch>
                  <a:fillRect/>
                </a:stretch>
              </p:blipFill>
              <p:spPr>
                <a:xfrm>
                  <a:off x="11374911" y="5681843"/>
                  <a:ext cx="15048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605">
              <p14:nvContentPartPr>
                <p14:cNvPr id="390" name="Ink 389">
                  <a:extLst>
                    <a:ext uri="{FF2B5EF4-FFF2-40B4-BE49-F238E27FC236}">
                      <a16:creationId xmlns:a16="http://schemas.microsoft.com/office/drawing/2014/main" id="{2B8F0C7B-15DE-4261-89C3-E5D13D0952F1}"/>
                    </a:ext>
                  </a:extLst>
                </p14:cNvPr>
                <p14:cNvContentPartPr/>
                <p14:nvPr/>
              </p14:nvContentPartPr>
              <p14:xfrm>
                <a:off x="11472831" y="5636483"/>
                <a:ext cx="8640" cy="121320"/>
              </p14:xfrm>
            </p:contentPart>
          </mc:Choice>
          <mc:Fallback xmlns="">
            <p:pic>
              <p:nvPicPr>
                <p:cNvPr id="390" name="Ink 389">
                  <a:extLst>
                    <a:ext uri="{FF2B5EF4-FFF2-40B4-BE49-F238E27FC236}">
                      <a16:creationId xmlns:a16="http://schemas.microsoft.com/office/drawing/2014/main" id="{2B8F0C7B-15DE-4261-89C3-E5D13D0952F1}"/>
                    </a:ext>
                  </a:extLst>
                </p:cNvPr>
                <p:cNvPicPr/>
                <p:nvPr/>
              </p:nvPicPr>
              <p:blipFill>
                <a:blip r:embed="rId606"/>
                <a:stretch>
                  <a:fillRect/>
                </a:stretch>
              </p:blipFill>
              <p:spPr>
                <a:xfrm>
                  <a:off x="11463831" y="5627843"/>
                  <a:ext cx="2628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607">
              <p14:nvContentPartPr>
                <p14:cNvPr id="391" name="Ink 390">
                  <a:extLst>
                    <a:ext uri="{FF2B5EF4-FFF2-40B4-BE49-F238E27FC236}">
                      <a16:creationId xmlns:a16="http://schemas.microsoft.com/office/drawing/2014/main" id="{85E12994-CD51-4781-9BAD-3016983C7A01}"/>
                    </a:ext>
                  </a:extLst>
                </p14:cNvPr>
                <p14:cNvContentPartPr/>
                <p14:nvPr/>
              </p14:nvContentPartPr>
              <p14:xfrm>
                <a:off x="11581551" y="5681123"/>
                <a:ext cx="164520" cy="123120"/>
              </p14:xfrm>
            </p:contentPart>
          </mc:Choice>
          <mc:Fallback xmlns="">
            <p:pic>
              <p:nvPicPr>
                <p:cNvPr id="391" name="Ink 390">
                  <a:extLst>
                    <a:ext uri="{FF2B5EF4-FFF2-40B4-BE49-F238E27FC236}">
                      <a16:creationId xmlns:a16="http://schemas.microsoft.com/office/drawing/2014/main" id="{85E12994-CD51-4781-9BAD-3016983C7A01}"/>
                    </a:ext>
                  </a:extLst>
                </p:cNvPr>
                <p:cNvPicPr/>
                <p:nvPr/>
              </p:nvPicPr>
              <p:blipFill>
                <a:blip r:embed="rId608"/>
                <a:stretch>
                  <a:fillRect/>
                </a:stretch>
              </p:blipFill>
              <p:spPr>
                <a:xfrm>
                  <a:off x="11572911" y="5672123"/>
                  <a:ext cx="18216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609">
              <p14:nvContentPartPr>
                <p14:cNvPr id="392" name="Ink 391">
                  <a:extLst>
                    <a:ext uri="{FF2B5EF4-FFF2-40B4-BE49-F238E27FC236}">
                      <a16:creationId xmlns:a16="http://schemas.microsoft.com/office/drawing/2014/main" id="{9FAF19C2-8B77-47B4-90E6-41C2EF708EB0}"/>
                    </a:ext>
                  </a:extLst>
                </p14:cNvPr>
                <p14:cNvContentPartPr/>
                <p14:nvPr/>
              </p14:nvContentPartPr>
              <p14:xfrm>
                <a:off x="11771631" y="5778683"/>
                <a:ext cx="78840" cy="83160"/>
              </p14:xfrm>
            </p:contentPart>
          </mc:Choice>
          <mc:Fallback xmlns="">
            <p:pic>
              <p:nvPicPr>
                <p:cNvPr id="392" name="Ink 391">
                  <a:extLst>
                    <a:ext uri="{FF2B5EF4-FFF2-40B4-BE49-F238E27FC236}">
                      <a16:creationId xmlns:a16="http://schemas.microsoft.com/office/drawing/2014/main" id="{9FAF19C2-8B77-47B4-90E6-41C2EF708EB0}"/>
                    </a:ext>
                  </a:extLst>
                </p:cNvPr>
                <p:cNvPicPr/>
                <p:nvPr/>
              </p:nvPicPr>
              <p:blipFill>
                <a:blip r:embed="rId610"/>
                <a:stretch>
                  <a:fillRect/>
                </a:stretch>
              </p:blipFill>
              <p:spPr>
                <a:xfrm>
                  <a:off x="11762631" y="5770043"/>
                  <a:ext cx="96480" cy="100800"/>
                </a:xfrm>
                <a:prstGeom prst="rect">
                  <a:avLst/>
                </a:prstGeom>
              </p:spPr>
            </p:pic>
          </mc:Fallback>
        </mc:AlternateContent>
        <mc:AlternateContent xmlns:mc="http://schemas.openxmlformats.org/markup-compatibility/2006" xmlns:p14="http://schemas.microsoft.com/office/powerpoint/2010/main">
          <mc:Choice Requires="p14">
            <p:contentPart p14:bwMode="auto" r:id="rId611">
              <p14:nvContentPartPr>
                <p14:cNvPr id="393" name="Ink 392">
                  <a:extLst>
                    <a:ext uri="{FF2B5EF4-FFF2-40B4-BE49-F238E27FC236}">
                      <a16:creationId xmlns:a16="http://schemas.microsoft.com/office/drawing/2014/main" id="{944E445F-E154-4B4B-9519-9B53632896B6}"/>
                    </a:ext>
                  </a:extLst>
                </p14:cNvPr>
                <p14:cNvContentPartPr/>
                <p14:nvPr/>
              </p14:nvContentPartPr>
              <p14:xfrm>
                <a:off x="11876391" y="5565923"/>
                <a:ext cx="38520" cy="132480"/>
              </p14:xfrm>
            </p:contentPart>
          </mc:Choice>
          <mc:Fallback xmlns="">
            <p:pic>
              <p:nvPicPr>
                <p:cNvPr id="393" name="Ink 392">
                  <a:extLst>
                    <a:ext uri="{FF2B5EF4-FFF2-40B4-BE49-F238E27FC236}">
                      <a16:creationId xmlns:a16="http://schemas.microsoft.com/office/drawing/2014/main" id="{944E445F-E154-4B4B-9519-9B53632896B6}"/>
                    </a:ext>
                  </a:extLst>
                </p:cNvPr>
                <p:cNvPicPr/>
                <p:nvPr/>
              </p:nvPicPr>
              <p:blipFill>
                <a:blip r:embed="rId612"/>
                <a:stretch>
                  <a:fillRect/>
                </a:stretch>
              </p:blipFill>
              <p:spPr>
                <a:xfrm>
                  <a:off x="11867391" y="5557283"/>
                  <a:ext cx="56160" cy="150120"/>
                </a:xfrm>
                <a:prstGeom prst="rect">
                  <a:avLst/>
                </a:prstGeom>
              </p:spPr>
            </p:pic>
          </mc:Fallback>
        </mc:AlternateContent>
        <mc:AlternateContent xmlns:mc="http://schemas.openxmlformats.org/markup-compatibility/2006" xmlns:p14="http://schemas.microsoft.com/office/powerpoint/2010/main">
          <mc:Choice Requires="p14">
            <p:contentPart p14:bwMode="auto" r:id="rId613">
              <p14:nvContentPartPr>
                <p14:cNvPr id="394" name="Ink 393">
                  <a:extLst>
                    <a:ext uri="{FF2B5EF4-FFF2-40B4-BE49-F238E27FC236}">
                      <a16:creationId xmlns:a16="http://schemas.microsoft.com/office/drawing/2014/main" id="{A5DBCDDC-C5DD-4704-A3E3-478283130ADF}"/>
                    </a:ext>
                  </a:extLst>
                </p14:cNvPr>
                <p14:cNvContentPartPr/>
                <p14:nvPr/>
              </p14:nvContentPartPr>
              <p14:xfrm>
                <a:off x="11936871" y="5475203"/>
                <a:ext cx="98640" cy="440640"/>
              </p14:xfrm>
            </p:contentPart>
          </mc:Choice>
          <mc:Fallback xmlns="">
            <p:pic>
              <p:nvPicPr>
                <p:cNvPr id="394" name="Ink 393">
                  <a:extLst>
                    <a:ext uri="{FF2B5EF4-FFF2-40B4-BE49-F238E27FC236}">
                      <a16:creationId xmlns:a16="http://schemas.microsoft.com/office/drawing/2014/main" id="{A5DBCDDC-C5DD-4704-A3E3-478283130ADF}"/>
                    </a:ext>
                  </a:extLst>
                </p:cNvPr>
                <p:cNvPicPr/>
                <p:nvPr/>
              </p:nvPicPr>
              <p:blipFill>
                <a:blip r:embed="rId614"/>
                <a:stretch>
                  <a:fillRect/>
                </a:stretch>
              </p:blipFill>
              <p:spPr>
                <a:xfrm>
                  <a:off x="11927871" y="5466563"/>
                  <a:ext cx="116280" cy="458280"/>
                </a:xfrm>
                <a:prstGeom prst="rect">
                  <a:avLst/>
                </a:prstGeom>
              </p:spPr>
            </p:pic>
          </mc:Fallback>
        </mc:AlternateContent>
      </p:grpSp>
      <p:grpSp>
        <p:nvGrpSpPr>
          <p:cNvPr id="397" name="Group 396">
            <a:extLst>
              <a:ext uri="{FF2B5EF4-FFF2-40B4-BE49-F238E27FC236}">
                <a16:creationId xmlns:a16="http://schemas.microsoft.com/office/drawing/2014/main" id="{24652A51-63B1-4ED2-80A5-0266AF3D097B}"/>
              </a:ext>
            </a:extLst>
          </p:cNvPr>
          <p:cNvGrpSpPr/>
          <p:nvPr/>
        </p:nvGrpSpPr>
        <p:grpSpPr>
          <a:xfrm>
            <a:off x="9186471" y="6186203"/>
            <a:ext cx="112320" cy="58320"/>
            <a:chOff x="9186471" y="6186203"/>
            <a:chExt cx="112320" cy="58320"/>
          </a:xfrm>
        </p:grpSpPr>
        <mc:AlternateContent xmlns:mc="http://schemas.openxmlformats.org/markup-compatibility/2006" xmlns:p14="http://schemas.microsoft.com/office/powerpoint/2010/main">
          <mc:Choice Requires="p14">
            <p:contentPart p14:bwMode="auto" r:id="rId615">
              <p14:nvContentPartPr>
                <p14:cNvPr id="395" name="Ink 394">
                  <a:extLst>
                    <a:ext uri="{FF2B5EF4-FFF2-40B4-BE49-F238E27FC236}">
                      <a16:creationId xmlns:a16="http://schemas.microsoft.com/office/drawing/2014/main" id="{8083A4B1-4B3A-4E8E-8EC5-3267D0C6D3A8}"/>
                    </a:ext>
                  </a:extLst>
                </p14:cNvPr>
                <p14:cNvContentPartPr/>
                <p14:nvPr/>
              </p14:nvContentPartPr>
              <p14:xfrm>
                <a:off x="9186471" y="6186203"/>
                <a:ext cx="63360" cy="12960"/>
              </p14:xfrm>
            </p:contentPart>
          </mc:Choice>
          <mc:Fallback xmlns="">
            <p:pic>
              <p:nvPicPr>
                <p:cNvPr id="395" name="Ink 394">
                  <a:extLst>
                    <a:ext uri="{FF2B5EF4-FFF2-40B4-BE49-F238E27FC236}">
                      <a16:creationId xmlns:a16="http://schemas.microsoft.com/office/drawing/2014/main" id="{8083A4B1-4B3A-4E8E-8EC5-3267D0C6D3A8}"/>
                    </a:ext>
                  </a:extLst>
                </p:cNvPr>
                <p:cNvPicPr/>
                <p:nvPr/>
              </p:nvPicPr>
              <p:blipFill>
                <a:blip r:embed="rId616"/>
                <a:stretch>
                  <a:fillRect/>
                </a:stretch>
              </p:blipFill>
              <p:spPr>
                <a:xfrm>
                  <a:off x="9177471" y="6177563"/>
                  <a:ext cx="81000" cy="30600"/>
                </a:xfrm>
                <a:prstGeom prst="rect">
                  <a:avLst/>
                </a:prstGeom>
              </p:spPr>
            </p:pic>
          </mc:Fallback>
        </mc:AlternateContent>
        <mc:AlternateContent xmlns:mc="http://schemas.openxmlformats.org/markup-compatibility/2006" xmlns:p14="http://schemas.microsoft.com/office/powerpoint/2010/main">
          <mc:Choice Requires="p14">
            <p:contentPart p14:bwMode="auto" r:id="rId617">
              <p14:nvContentPartPr>
                <p14:cNvPr id="396" name="Ink 395">
                  <a:extLst>
                    <a:ext uri="{FF2B5EF4-FFF2-40B4-BE49-F238E27FC236}">
                      <a16:creationId xmlns:a16="http://schemas.microsoft.com/office/drawing/2014/main" id="{10087B72-F5EB-4378-9511-4A8AC0BCEA67}"/>
                    </a:ext>
                  </a:extLst>
                </p14:cNvPr>
                <p14:cNvContentPartPr/>
                <p14:nvPr/>
              </p14:nvContentPartPr>
              <p14:xfrm>
                <a:off x="9208791" y="6240203"/>
                <a:ext cx="90000" cy="4320"/>
              </p14:xfrm>
            </p:contentPart>
          </mc:Choice>
          <mc:Fallback xmlns="">
            <p:pic>
              <p:nvPicPr>
                <p:cNvPr id="396" name="Ink 395">
                  <a:extLst>
                    <a:ext uri="{FF2B5EF4-FFF2-40B4-BE49-F238E27FC236}">
                      <a16:creationId xmlns:a16="http://schemas.microsoft.com/office/drawing/2014/main" id="{10087B72-F5EB-4378-9511-4A8AC0BCEA67}"/>
                    </a:ext>
                  </a:extLst>
                </p:cNvPr>
                <p:cNvPicPr/>
                <p:nvPr/>
              </p:nvPicPr>
              <p:blipFill>
                <a:blip r:embed="rId618"/>
                <a:stretch>
                  <a:fillRect/>
                </a:stretch>
              </p:blipFill>
              <p:spPr>
                <a:xfrm>
                  <a:off x="9199791" y="6231563"/>
                  <a:ext cx="107640" cy="219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19">
            <p14:nvContentPartPr>
              <p14:cNvPr id="399" name="Ink 398">
                <a:extLst>
                  <a:ext uri="{FF2B5EF4-FFF2-40B4-BE49-F238E27FC236}">
                    <a16:creationId xmlns:a16="http://schemas.microsoft.com/office/drawing/2014/main" id="{69CA6B1C-CD2B-4296-ADA2-0CB0CA146F42}"/>
                  </a:ext>
                </a:extLst>
              </p14:cNvPr>
              <p14:cNvContentPartPr/>
              <p14:nvPr/>
            </p14:nvContentPartPr>
            <p14:xfrm>
              <a:off x="9661671" y="6356483"/>
              <a:ext cx="676440" cy="30240"/>
            </p14:xfrm>
          </p:contentPart>
        </mc:Choice>
        <mc:Fallback xmlns="">
          <p:pic>
            <p:nvPicPr>
              <p:cNvPr id="399" name="Ink 398">
                <a:extLst>
                  <a:ext uri="{FF2B5EF4-FFF2-40B4-BE49-F238E27FC236}">
                    <a16:creationId xmlns:a16="http://schemas.microsoft.com/office/drawing/2014/main" id="{69CA6B1C-CD2B-4296-ADA2-0CB0CA146F42}"/>
                  </a:ext>
                </a:extLst>
              </p:cNvPr>
              <p:cNvPicPr/>
              <p:nvPr/>
            </p:nvPicPr>
            <p:blipFill>
              <a:blip r:embed="rId620"/>
              <a:stretch>
                <a:fillRect/>
              </a:stretch>
            </p:blipFill>
            <p:spPr>
              <a:xfrm>
                <a:off x="9652671" y="6347483"/>
                <a:ext cx="694080" cy="47880"/>
              </a:xfrm>
              <a:prstGeom prst="rect">
                <a:avLst/>
              </a:prstGeom>
            </p:spPr>
          </p:pic>
        </mc:Fallback>
      </mc:AlternateContent>
      <p:grpSp>
        <p:nvGrpSpPr>
          <p:cNvPr id="404" name="Group 403">
            <a:extLst>
              <a:ext uri="{FF2B5EF4-FFF2-40B4-BE49-F238E27FC236}">
                <a16:creationId xmlns:a16="http://schemas.microsoft.com/office/drawing/2014/main" id="{6EA6C0D0-E9BF-4228-BFCE-D90125D078A3}"/>
              </a:ext>
            </a:extLst>
          </p:cNvPr>
          <p:cNvGrpSpPr/>
          <p:nvPr/>
        </p:nvGrpSpPr>
        <p:grpSpPr>
          <a:xfrm>
            <a:off x="10561671" y="6113123"/>
            <a:ext cx="1328760" cy="210960"/>
            <a:chOff x="10561671" y="6113123"/>
            <a:chExt cx="1328760" cy="210960"/>
          </a:xfrm>
        </p:grpSpPr>
        <mc:AlternateContent xmlns:mc="http://schemas.openxmlformats.org/markup-compatibility/2006" xmlns:p14="http://schemas.microsoft.com/office/powerpoint/2010/main">
          <mc:Choice Requires="p14">
            <p:contentPart p14:bwMode="auto" r:id="rId621">
              <p14:nvContentPartPr>
                <p14:cNvPr id="400" name="Ink 399">
                  <a:extLst>
                    <a:ext uri="{FF2B5EF4-FFF2-40B4-BE49-F238E27FC236}">
                      <a16:creationId xmlns:a16="http://schemas.microsoft.com/office/drawing/2014/main" id="{0DE05D0A-AB0D-4D01-8DA3-E078D7B9353A}"/>
                    </a:ext>
                  </a:extLst>
                </p14:cNvPr>
                <p14:cNvContentPartPr/>
                <p14:nvPr/>
              </p14:nvContentPartPr>
              <p14:xfrm>
                <a:off x="10561671" y="6113123"/>
                <a:ext cx="149400" cy="151200"/>
              </p14:xfrm>
            </p:contentPart>
          </mc:Choice>
          <mc:Fallback xmlns="">
            <p:pic>
              <p:nvPicPr>
                <p:cNvPr id="400" name="Ink 399">
                  <a:extLst>
                    <a:ext uri="{FF2B5EF4-FFF2-40B4-BE49-F238E27FC236}">
                      <a16:creationId xmlns:a16="http://schemas.microsoft.com/office/drawing/2014/main" id="{0DE05D0A-AB0D-4D01-8DA3-E078D7B9353A}"/>
                    </a:ext>
                  </a:extLst>
                </p:cNvPr>
                <p:cNvPicPr/>
                <p:nvPr/>
              </p:nvPicPr>
              <p:blipFill>
                <a:blip r:embed="rId622"/>
                <a:stretch>
                  <a:fillRect/>
                </a:stretch>
              </p:blipFill>
              <p:spPr>
                <a:xfrm>
                  <a:off x="10552671" y="6104483"/>
                  <a:ext cx="167040" cy="168840"/>
                </a:xfrm>
                <a:prstGeom prst="rect">
                  <a:avLst/>
                </a:prstGeom>
              </p:spPr>
            </p:pic>
          </mc:Fallback>
        </mc:AlternateContent>
        <mc:AlternateContent xmlns:mc="http://schemas.openxmlformats.org/markup-compatibility/2006" xmlns:p14="http://schemas.microsoft.com/office/powerpoint/2010/main">
          <mc:Choice Requires="p14">
            <p:contentPart p14:bwMode="auto" r:id="rId623">
              <p14:nvContentPartPr>
                <p14:cNvPr id="401" name="Ink 400">
                  <a:extLst>
                    <a:ext uri="{FF2B5EF4-FFF2-40B4-BE49-F238E27FC236}">
                      <a16:creationId xmlns:a16="http://schemas.microsoft.com/office/drawing/2014/main" id="{4FF6C893-6AC9-43A8-A317-97C8DF92E5E1}"/>
                    </a:ext>
                  </a:extLst>
                </p14:cNvPr>
                <p14:cNvContentPartPr/>
                <p14:nvPr/>
              </p14:nvContentPartPr>
              <p14:xfrm>
                <a:off x="10753911" y="6182243"/>
                <a:ext cx="392400" cy="102240"/>
              </p14:xfrm>
            </p:contentPart>
          </mc:Choice>
          <mc:Fallback xmlns="">
            <p:pic>
              <p:nvPicPr>
                <p:cNvPr id="401" name="Ink 400">
                  <a:extLst>
                    <a:ext uri="{FF2B5EF4-FFF2-40B4-BE49-F238E27FC236}">
                      <a16:creationId xmlns:a16="http://schemas.microsoft.com/office/drawing/2014/main" id="{4FF6C893-6AC9-43A8-A317-97C8DF92E5E1}"/>
                    </a:ext>
                  </a:extLst>
                </p:cNvPr>
                <p:cNvPicPr/>
                <p:nvPr/>
              </p:nvPicPr>
              <p:blipFill>
                <a:blip r:embed="rId624"/>
                <a:stretch>
                  <a:fillRect/>
                </a:stretch>
              </p:blipFill>
              <p:spPr>
                <a:xfrm>
                  <a:off x="10744911" y="6173243"/>
                  <a:ext cx="410040" cy="119880"/>
                </a:xfrm>
                <a:prstGeom prst="rect">
                  <a:avLst/>
                </a:prstGeom>
              </p:spPr>
            </p:pic>
          </mc:Fallback>
        </mc:AlternateContent>
        <mc:AlternateContent xmlns:mc="http://schemas.openxmlformats.org/markup-compatibility/2006" xmlns:p14="http://schemas.microsoft.com/office/powerpoint/2010/main">
          <mc:Choice Requires="p14">
            <p:contentPart p14:bwMode="auto" r:id="rId625">
              <p14:nvContentPartPr>
                <p14:cNvPr id="402" name="Ink 401">
                  <a:extLst>
                    <a:ext uri="{FF2B5EF4-FFF2-40B4-BE49-F238E27FC236}">
                      <a16:creationId xmlns:a16="http://schemas.microsoft.com/office/drawing/2014/main" id="{EB70DA35-873E-40C9-A464-4541AA7BC38B}"/>
                    </a:ext>
                  </a:extLst>
                </p14:cNvPr>
                <p14:cNvContentPartPr/>
                <p14:nvPr/>
              </p14:nvContentPartPr>
              <p14:xfrm>
                <a:off x="11222271" y="6221123"/>
                <a:ext cx="138960" cy="83880"/>
              </p14:xfrm>
            </p:contentPart>
          </mc:Choice>
          <mc:Fallback xmlns="">
            <p:pic>
              <p:nvPicPr>
                <p:cNvPr id="402" name="Ink 401">
                  <a:extLst>
                    <a:ext uri="{FF2B5EF4-FFF2-40B4-BE49-F238E27FC236}">
                      <a16:creationId xmlns:a16="http://schemas.microsoft.com/office/drawing/2014/main" id="{EB70DA35-873E-40C9-A464-4541AA7BC38B}"/>
                    </a:ext>
                  </a:extLst>
                </p:cNvPr>
                <p:cNvPicPr/>
                <p:nvPr/>
              </p:nvPicPr>
              <p:blipFill>
                <a:blip r:embed="rId626"/>
                <a:stretch>
                  <a:fillRect/>
                </a:stretch>
              </p:blipFill>
              <p:spPr>
                <a:xfrm>
                  <a:off x="11213271" y="6212483"/>
                  <a:ext cx="156600" cy="101520"/>
                </a:xfrm>
                <a:prstGeom prst="rect">
                  <a:avLst/>
                </a:prstGeom>
              </p:spPr>
            </p:pic>
          </mc:Fallback>
        </mc:AlternateContent>
        <mc:AlternateContent xmlns:mc="http://schemas.openxmlformats.org/markup-compatibility/2006" xmlns:p14="http://schemas.microsoft.com/office/powerpoint/2010/main">
          <mc:Choice Requires="p14">
            <p:contentPart p14:bwMode="auto" r:id="rId627">
              <p14:nvContentPartPr>
                <p14:cNvPr id="403" name="Ink 402">
                  <a:extLst>
                    <a:ext uri="{FF2B5EF4-FFF2-40B4-BE49-F238E27FC236}">
                      <a16:creationId xmlns:a16="http://schemas.microsoft.com/office/drawing/2014/main" id="{E71B9D71-258D-4D52-A856-04ECC5024195}"/>
                    </a:ext>
                  </a:extLst>
                </p14:cNvPr>
                <p14:cNvContentPartPr/>
                <p14:nvPr/>
              </p14:nvContentPartPr>
              <p14:xfrm>
                <a:off x="11391831" y="6140843"/>
                <a:ext cx="498600" cy="183240"/>
              </p14:xfrm>
            </p:contentPart>
          </mc:Choice>
          <mc:Fallback xmlns="">
            <p:pic>
              <p:nvPicPr>
                <p:cNvPr id="403" name="Ink 402">
                  <a:extLst>
                    <a:ext uri="{FF2B5EF4-FFF2-40B4-BE49-F238E27FC236}">
                      <a16:creationId xmlns:a16="http://schemas.microsoft.com/office/drawing/2014/main" id="{E71B9D71-258D-4D52-A856-04ECC5024195}"/>
                    </a:ext>
                  </a:extLst>
                </p:cNvPr>
                <p:cNvPicPr/>
                <p:nvPr/>
              </p:nvPicPr>
              <p:blipFill>
                <a:blip r:embed="rId628"/>
                <a:stretch>
                  <a:fillRect/>
                </a:stretch>
              </p:blipFill>
              <p:spPr>
                <a:xfrm>
                  <a:off x="11383191" y="6132203"/>
                  <a:ext cx="516240" cy="200880"/>
                </a:xfrm>
                <a:prstGeom prst="rect">
                  <a:avLst/>
                </a:prstGeom>
              </p:spPr>
            </p:pic>
          </mc:Fallback>
        </mc:AlternateContent>
      </p:grpSp>
      <p:grpSp>
        <p:nvGrpSpPr>
          <p:cNvPr id="408" name="Group 407">
            <a:extLst>
              <a:ext uri="{FF2B5EF4-FFF2-40B4-BE49-F238E27FC236}">
                <a16:creationId xmlns:a16="http://schemas.microsoft.com/office/drawing/2014/main" id="{EB070E61-3193-459A-8089-500C108B3EEC}"/>
              </a:ext>
            </a:extLst>
          </p:cNvPr>
          <p:cNvGrpSpPr/>
          <p:nvPr/>
        </p:nvGrpSpPr>
        <p:grpSpPr>
          <a:xfrm>
            <a:off x="5434191" y="6423443"/>
            <a:ext cx="487080" cy="145080"/>
            <a:chOff x="5434191" y="6423443"/>
            <a:chExt cx="487080" cy="145080"/>
          </a:xfrm>
        </p:grpSpPr>
        <mc:AlternateContent xmlns:mc="http://schemas.openxmlformats.org/markup-compatibility/2006" xmlns:p14="http://schemas.microsoft.com/office/powerpoint/2010/main">
          <mc:Choice Requires="p14">
            <p:contentPart p14:bwMode="auto" r:id="rId629">
              <p14:nvContentPartPr>
                <p14:cNvPr id="405" name="Ink 404">
                  <a:extLst>
                    <a:ext uri="{FF2B5EF4-FFF2-40B4-BE49-F238E27FC236}">
                      <a16:creationId xmlns:a16="http://schemas.microsoft.com/office/drawing/2014/main" id="{50166B81-4E5E-4AC2-A57A-8FD09F3B2413}"/>
                    </a:ext>
                  </a:extLst>
                </p14:cNvPr>
                <p14:cNvContentPartPr/>
                <p14:nvPr/>
              </p14:nvContentPartPr>
              <p14:xfrm>
                <a:off x="5434191" y="6423443"/>
                <a:ext cx="221760" cy="145080"/>
              </p14:xfrm>
            </p:contentPart>
          </mc:Choice>
          <mc:Fallback xmlns="">
            <p:pic>
              <p:nvPicPr>
                <p:cNvPr id="405" name="Ink 404">
                  <a:extLst>
                    <a:ext uri="{FF2B5EF4-FFF2-40B4-BE49-F238E27FC236}">
                      <a16:creationId xmlns:a16="http://schemas.microsoft.com/office/drawing/2014/main" id="{50166B81-4E5E-4AC2-A57A-8FD09F3B2413}"/>
                    </a:ext>
                  </a:extLst>
                </p:cNvPr>
                <p:cNvPicPr/>
                <p:nvPr/>
              </p:nvPicPr>
              <p:blipFill>
                <a:blip r:embed="rId630"/>
                <a:stretch>
                  <a:fillRect/>
                </a:stretch>
              </p:blipFill>
              <p:spPr>
                <a:xfrm>
                  <a:off x="5425191" y="6414803"/>
                  <a:ext cx="239400" cy="162720"/>
                </a:xfrm>
                <a:prstGeom prst="rect">
                  <a:avLst/>
                </a:prstGeom>
              </p:spPr>
            </p:pic>
          </mc:Fallback>
        </mc:AlternateContent>
        <mc:AlternateContent xmlns:mc="http://schemas.openxmlformats.org/markup-compatibility/2006" xmlns:p14="http://schemas.microsoft.com/office/powerpoint/2010/main">
          <mc:Choice Requires="p14">
            <p:contentPart p14:bwMode="auto" r:id="rId631">
              <p14:nvContentPartPr>
                <p14:cNvPr id="406" name="Ink 405">
                  <a:extLst>
                    <a:ext uri="{FF2B5EF4-FFF2-40B4-BE49-F238E27FC236}">
                      <a16:creationId xmlns:a16="http://schemas.microsoft.com/office/drawing/2014/main" id="{9072DBC5-7D53-480A-90F2-546442362267}"/>
                    </a:ext>
                  </a:extLst>
                </p14:cNvPr>
                <p14:cNvContentPartPr/>
                <p14:nvPr/>
              </p14:nvContentPartPr>
              <p14:xfrm>
                <a:off x="5785191" y="6481043"/>
                <a:ext cx="92880" cy="13680"/>
              </p14:xfrm>
            </p:contentPart>
          </mc:Choice>
          <mc:Fallback xmlns="">
            <p:pic>
              <p:nvPicPr>
                <p:cNvPr id="406" name="Ink 405">
                  <a:extLst>
                    <a:ext uri="{FF2B5EF4-FFF2-40B4-BE49-F238E27FC236}">
                      <a16:creationId xmlns:a16="http://schemas.microsoft.com/office/drawing/2014/main" id="{9072DBC5-7D53-480A-90F2-546442362267}"/>
                    </a:ext>
                  </a:extLst>
                </p:cNvPr>
                <p:cNvPicPr/>
                <p:nvPr/>
              </p:nvPicPr>
              <p:blipFill>
                <a:blip r:embed="rId632"/>
                <a:stretch>
                  <a:fillRect/>
                </a:stretch>
              </p:blipFill>
              <p:spPr>
                <a:xfrm>
                  <a:off x="5776191" y="6472043"/>
                  <a:ext cx="110520" cy="31320"/>
                </a:xfrm>
                <a:prstGeom prst="rect">
                  <a:avLst/>
                </a:prstGeom>
              </p:spPr>
            </p:pic>
          </mc:Fallback>
        </mc:AlternateContent>
        <mc:AlternateContent xmlns:mc="http://schemas.openxmlformats.org/markup-compatibility/2006" xmlns:p14="http://schemas.microsoft.com/office/powerpoint/2010/main">
          <mc:Choice Requires="p14">
            <p:contentPart p14:bwMode="auto" r:id="rId633">
              <p14:nvContentPartPr>
                <p14:cNvPr id="407" name="Ink 406">
                  <a:extLst>
                    <a:ext uri="{FF2B5EF4-FFF2-40B4-BE49-F238E27FC236}">
                      <a16:creationId xmlns:a16="http://schemas.microsoft.com/office/drawing/2014/main" id="{5A2A4371-67F8-466A-BEBB-0362972EBC19}"/>
                    </a:ext>
                  </a:extLst>
                </p14:cNvPr>
                <p14:cNvContentPartPr/>
                <p14:nvPr/>
              </p14:nvContentPartPr>
              <p14:xfrm>
                <a:off x="5825151" y="6556283"/>
                <a:ext cx="96120" cy="4320"/>
              </p14:xfrm>
            </p:contentPart>
          </mc:Choice>
          <mc:Fallback xmlns="">
            <p:pic>
              <p:nvPicPr>
                <p:cNvPr id="407" name="Ink 406">
                  <a:extLst>
                    <a:ext uri="{FF2B5EF4-FFF2-40B4-BE49-F238E27FC236}">
                      <a16:creationId xmlns:a16="http://schemas.microsoft.com/office/drawing/2014/main" id="{5A2A4371-67F8-466A-BEBB-0362972EBC19}"/>
                    </a:ext>
                  </a:extLst>
                </p:cNvPr>
                <p:cNvPicPr/>
                <p:nvPr/>
              </p:nvPicPr>
              <p:blipFill>
                <a:blip r:embed="rId634"/>
                <a:stretch>
                  <a:fillRect/>
                </a:stretch>
              </p:blipFill>
              <p:spPr>
                <a:xfrm>
                  <a:off x="5816511" y="6547643"/>
                  <a:ext cx="113760" cy="21960"/>
                </a:xfrm>
                <a:prstGeom prst="rect">
                  <a:avLst/>
                </a:prstGeom>
              </p:spPr>
            </p:pic>
          </mc:Fallback>
        </mc:AlternateContent>
      </p:grpSp>
      <p:grpSp>
        <p:nvGrpSpPr>
          <p:cNvPr id="414" name="Group 413">
            <a:extLst>
              <a:ext uri="{FF2B5EF4-FFF2-40B4-BE49-F238E27FC236}">
                <a16:creationId xmlns:a16="http://schemas.microsoft.com/office/drawing/2014/main" id="{775F418A-7316-4C9B-BF39-D3B798F8F112}"/>
              </a:ext>
            </a:extLst>
          </p:cNvPr>
          <p:cNvGrpSpPr/>
          <p:nvPr/>
        </p:nvGrpSpPr>
        <p:grpSpPr>
          <a:xfrm>
            <a:off x="6159951" y="6197003"/>
            <a:ext cx="1756440" cy="574560"/>
            <a:chOff x="6159951" y="6197003"/>
            <a:chExt cx="1756440" cy="574560"/>
          </a:xfrm>
        </p:grpSpPr>
        <mc:AlternateContent xmlns:mc="http://schemas.openxmlformats.org/markup-compatibility/2006" xmlns:p14="http://schemas.microsoft.com/office/powerpoint/2010/main">
          <mc:Choice Requires="p14">
            <p:contentPart p14:bwMode="auto" r:id="rId635">
              <p14:nvContentPartPr>
                <p14:cNvPr id="409" name="Ink 408">
                  <a:extLst>
                    <a:ext uri="{FF2B5EF4-FFF2-40B4-BE49-F238E27FC236}">
                      <a16:creationId xmlns:a16="http://schemas.microsoft.com/office/drawing/2014/main" id="{3935742A-0EAC-44BF-AA59-61A9792075D6}"/>
                    </a:ext>
                  </a:extLst>
                </p14:cNvPr>
                <p14:cNvContentPartPr/>
                <p14:nvPr/>
              </p14:nvContentPartPr>
              <p14:xfrm>
                <a:off x="6159951" y="6292403"/>
                <a:ext cx="168480" cy="452520"/>
              </p14:xfrm>
            </p:contentPart>
          </mc:Choice>
          <mc:Fallback xmlns="">
            <p:pic>
              <p:nvPicPr>
                <p:cNvPr id="409" name="Ink 408">
                  <a:extLst>
                    <a:ext uri="{FF2B5EF4-FFF2-40B4-BE49-F238E27FC236}">
                      <a16:creationId xmlns:a16="http://schemas.microsoft.com/office/drawing/2014/main" id="{3935742A-0EAC-44BF-AA59-61A9792075D6}"/>
                    </a:ext>
                  </a:extLst>
                </p:cNvPr>
                <p:cNvPicPr/>
                <p:nvPr/>
              </p:nvPicPr>
              <p:blipFill>
                <a:blip r:embed="rId636"/>
                <a:stretch>
                  <a:fillRect/>
                </a:stretch>
              </p:blipFill>
              <p:spPr>
                <a:xfrm>
                  <a:off x="6150951" y="6283403"/>
                  <a:ext cx="186120" cy="470160"/>
                </a:xfrm>
                <a:prstGeom prst="rect">
                  <a:avLst/>
                </a:prstGeom>
              </p:spPr>
            </p:pic>
          </mc:Fallback>
        </mc:AlternateContent>
        <mc:AlternateContent xmlns:mc="http://schemas.openxmlformats.org/markup-compatibility/2006" xmlns:p14="http://schemas.microsoft.com/office/powerpoint/2010/main">
          <mc:Choice Requires="p14">
            <p:contentPart p14:bwMode="auto" r:id="rId637">
              <p14:nvContentPartPr>
                <p14:cNvPr id="410" name="Ink 409">
                  <a:extLst>
                    <a:ext uri="{FF2B5EF4-FFF2-40B4-BE49-F238E27FC236}">
                      <a16:creationId xmlns:a16="http://schemas.microsoft.com/office/drawing/2014/main" id="{C8E6A822-A6E1-43B3-A666-6342F6CD4B3E}"/>
                    </a:ext>
                  </a:extLst>
                </p14:cNvPr>
                <p14:cNvContentPartPr/>
                <p14:nvPr/>
              </p14:nvContentPartPr>
              <p14:xfrm>
                <a:off x="6302511" y="6197003"/>
                <a:ext cx="1613880" cy="104400"/>
              </p14:xfrm>
            </p:contentPart>
          </mc:Choice>
          <mc:Fallback xmlns="">
            <p:pic>
              <p:nvPicPr>
                <p:cNvPr id="410" name="Ink 409">
                  <a:extLst>
                    <a:ext uri="{FF2B5EF4-FFF2-40B4-BE49-F238E27FC236}">
                      <a16:creationId xmlns:a16="http://schemas.microsoft.com/office/drawing/2014/main" id="{C8E6A822-A6E1-43B3-A666-6342F6CD4B3E}"/>
                    </a:ext>
                  </a:extLst>
                </p:cNvPr>
                <p:cNvPicPr/>
                <p:nvPr/>
              </p:nvPicPr>
              <p:blipFill>
                <a:blip r:embed="rId638"/>
                <a:stretch>
                  <a:fillRect/>
                </a:stretch>
              </p:blipFill>
              <p:spPr>
                <a:xfrm>
                  <a:off x="6293511" y="6188003"/>
                  <a:ext cx="1631520" cy="122040"/>
                </a:xfrm>
                <a:prstGeom prst="rect">
                  <a:avLst/>
                </a:prstGeom>
              </p:spPr>
            </p:pic>
          </mc:Fallback>
        </mc:AlternateContent>
        <mc:AlternateContent xmlns:mc="http://schemas.openxmlformats.org/markup-compatibility/2006" xmlns:p14="http://schemas.microsoft.com/office/powerpoint/2010/main">
          <mc:Choice Requires="p14">
            <p:contentPart p14:bwMode="auto" r:id="rId639">
              <p14:nvContentPartPr>
                <p14:cNvPr id="411" name="Ink 410">
                  <a:extLst>
                    <a:ext uri="{FF2B5EF4-FFF2-40B4-BE49-F238E27FC236}">
                      <a16:creationId xmlns:a16="http://schemas.microsoft.com/office/drawing/2014/main" id="{4340136C-6897-4B93-9631-68502D36A781}"/>
                    </a:ext>
                  </a:extLst>
                </p14:cNvPr>
                <p14:cNvContentPartPr/>
                <p14:nvPr/>
              </p14:nvContentPartPr>
              <p14:xfrm>
                <a:off x="6550911" y="6360443"/>
                <a:ext cx="6120" cy="196920"/>
              </p14:xfrm>
            </p:contentPart>
          </mc:Choice>
          <mc:Fallback xmlns="">
            <p:pic>
              <p:nvPicPr>
                <p:cNvPr id="411" name="Ink 410">
                  <a:extLst>
                    <a:ext uri="{FF2B5EF4-FFF2-40B4-BE49-F238E27FC236}">
                      <a16:creationId xmlns:a16="http://schemas.microsoft.com/office/drawing/2014/main" id="{4340136C-6897-4B93-9631-68502D36A781}"/>
                    </a:ext>
                  </a:extLst>
                </p:cNvPr>
                <p:cNvPicPr/>
                <p:nvPr/>
              </p:nvPicPr>
              <p:blipFill>
                <a:blip r:embed="rId640"/>
                <a:stretch>
                  <a:fillRect/>
                </a:stretch>
              </p:blipFill>
              <p:spPr>
                <a:xfrm>
                  <a:off x="6542271" y="6351803"/>
                  <a:ext cx="23760" cy="214560"/>
                </a:xfrm>
                <a:prstGeom prst="rect">
                  <a:avLst/>
                </a:prstGeom>
              </p:spPr>
            </p:pic>
          </mc:Fallback>
        </mc:AlternateContent>
        <mc:AlternateContent xmlns:mc="http://schemas.openxmlformats.org/markup-compatibility/2006" xmlns:p14="http://schemas.microsoft.com/office/powerpoint/2010/main">
          <mc:Choice Requires="p14">
            <p:contentPart p14:bwMode="auto" r:id="rId641">
              <p14:nvContentPartPr>
                <p14:cNvPr id="412" name="Ink 411">
                  <a:extLst>
                    <a:ext uri="{FF2B5EF4-FFF2-40B4-BE49-F238E27FC236}">
                      <a16:creationId xmlns:a16="http://schemas.microsoft.com/office/drawing/2014/main" id="{F61BF06A-EC19-4939-B14D-DAAD82A4B939}"/>
                    </a:ext>
                  </a:extLst>
                </p14:cNvPr>
                <p14:cNvContentPartPr/>
                <p14:nvPr/>
              </p14:nvContentPartPr>
              <p14:xfrm>
                <a:off x="6441831" y="6552323"/>
                <a:ext cx="226800" cy="25560"/>
              </p14:xfrm>
            </p:contentPart>
          </mc:Choice>
          <mc:Fallback xmlns="">
            <p:pic>
              <p:nvPicPr>
                <p:cNvPr id="412" name="Ink 411">
                  <a:extLst>
                    <a:ext uri="{FF2B5EF4-FFF2-40B4-BE49-F238E27FC236}">
                      <a16:creationId xmlns:a16="http://schemas.microsoft.com/office/drawing/2014/main" id="{F61BF06A-EC19-4939-B14D-DAAD82A4B939}"/>
                    </a:ext>
                  </a:extLst>
                </p:cNvPr>
                <p:cNvPicPr/>
                <p:nvPr/>
              </p:nvPicPr>
              <p:blipFill>
                <a:blip r:embed="rId642"/>
                <a:stretch>
                  <a:fillRect/>
                </a:stretch>
              </p:blipFill>
              <p:spPr>
                <a:xfrm>
                  <a:off x="6433191" y="6543323"/>
                  <a:ext cx="244440" cy="43200"/>
                </a:xfrm>
                <a:prstGeom prst="rect">
                  <a:avLst/>
                </a:prstGeom>
              </p:spPr>
            </p:pic>
          </mc:Fallback>
        </mc:AlternateContent>
        <mc:AlternateContent xmlns:mc="http://schemas.openxmlformats.org/markup-compatibility/2006" xmlns:p14="http://schemas.microsoft.com/office/powerpoint/2010/main">
          <mc:Choice Requires="p14">
            <p:contentPart p14:bwMode="auto" r:id="rId643">
              <p14:nvContentPartPr>
                <p14:cNvPr id="413" name="Ink 412">
                  <a:extLst>
                    <a:ext uri="{FF2B5EF4-FFF2-40B4-BE49-F238E27FC236}">
                      <a16:creationId xmlns:a16="http://schemas.microsoft.com/office/drawing/2014/main" id="{4B2CCBE3-3B97-4676-AAB4-7AFDF886908C}"/>
                    </a:ext>
                  </a:extLst>
                </p14:cNvPr>
                <p14:cNvContentPartPr/>
                <p14:nvPr/>
              </p14:nvContentPartPr>
              <p14:xfrm>
                <a:off x="6488631" y="6665363"/>
                <a:ext cx="169200" cy="106200"/>
              </p14:xfrm>
            </p:contentPart>
          </mc:Choice>
          <mc:Fallback xmlns="">
            <p:pic>
              <p:nvPicPr>
                <p:cNvPr id="413" name="Ink 412">
                  <a:extLst>
                    <a:ext uri="{FF2B5EF4-FFF2-40B4-BE49-F238E27FC236}">
                      <a16:creationId xmlns:a16="http://schemas.microsoft.com/office/drawing/2014/main" id="{4B2CCBE3-3B97-4676-AAB4-7AFDF886908C}"/>
                    </a:ext>
                  </a:extLst>
                </p:cNvPr>
                <p:cNvPicPr/>
                <p:nvPr/>
              </p:nvPicPr>
              <p:blipFill>
                <a:blip r:embed="rId644"/>
                <a:stretch>
                  <a:fillRect/>
                </a:stretch>
              </p:blipFill>
              <p:spPr>
                <a:xfrm>
                  <a:off x="6479991" y="6656363"/>
                  <a:ext cx="186840" cy="123840"/>
                </a:xfrm>
                <a:prstGeom prst="rect">
                  <a:avLst/>
                </a:prstGeom>
              </p:spPr>
            </p:pic>
          </mc:Fallback>
        </mc:AlternateContent>
      </p:grpSp>
      <p:grpSp>
        <p:nvGrpSpPr>
          <p:cNvPr id="421" name="Group 420">
            <a:extLst>
              <a:ext uri="{FF2B5EF4-FFF2-40B4-BE49-F238E27FC236}">
                <a16:creationId xmlns:a16="http://schemas.microsoft.com/office/drawing/2014/main" id="{04B1F549-4BCE-414F-9FD6-710705DE004B}"/>
              </a:ext>
            </a:extLst>
          </p:cNvPr>
          <p:cNvGrpSpPr/>
          <p:nvPr/>
        </p:nvGrpSpPr>
        <p:grpSpPr>
          <a:xfrm>
            <a:off x="6860871" y="6314723"/>
            <a:ext cx="327240" cy="449280"/>
            <a:chOff x="6860871" y="6314723"/>
            <a:chExt cx="327240" cy="449280"/>
          </a:xfrm>
        </p:grpSpPr>
        <mc:AlternateContent xmlns:mc="http://schemas.openxmlformats.org/markup-compatibility/2006" xmlns:p14="http://schemas.microsoft.com/office/powerpoint/2010/main">
          <mc:Choice Requires="p14">
            <p:contentPart p14:bwMode="auto" r:id="rId645">
              <p14:nvContentPartPr>
                <p14:cNvPr id="415" name="Ink 414">
                  <a:extLst>
                    <a:ext uri="{FF2B5EF4-FFF2-40B4-BE49-F238E27FC236}">
                      <a16:creationId xmlns:a16="http://schemas.microsoft.com/office/drawing/2014/main" id="{B5E5BB73-D368-4F9A-AC32-38E602DF2893}"/>
                    </a:ext>
                  </a:extLst>
                </p14:cNvPr>
                <p14:cNvContentPartPr/>
                <p14:nvPr/>
              </p14:nvContentPartPr>
              <p14:xfrm>
                <a:off x="6937191" y="6371603"/>
                <a:ext cx="173520" cy="224280"/>
              </p14:xfrm>
            </p:contentPart>
          </mc:Choice>
          <mc:Fallback xmlns="">
            <p:pic>
              <p:nvPicPr>
                <p:cNvPr id="415" name="Ink 414">
                  <a:extLst>
                    <a:ext uri="{FF2B5EF4-FFF2-40B4-BE49-F238E27FC236}">
                      <a16:creationId xmlns:a16="http://schemas.microsoft.com/office/drawing/2014/main" id="{B5E5BB73-D368-4F9A-AC32-38E602DF2893}"/>
                    </a:ext>
                  </a:extLst>
                </p:cNvPr>
                <p:cNvPicPr/>
                <p:nvPr/>
              </p:nvPicPr>
              <p:blipFill>
                <a:blip r:embed="rId646"/>
                <a:stretch>
                  <a:fillRect/>
                </a:stretch>
              </p:blipFill>
              <p:spPr>
                <a:xfrm>
                  <a:off x="6928551" y="6362603"/>
                  <a:ext cx="191160" cy="241920"/>
                </a:xfrm>
                <a:prstGeom prst="rect">
                  <a:avLst/>
                </a:prstGeom>
              </p:spPr>
            </p:pic>
          </mc:Fallback>
        </mc:AlternateContent>
        <mc:AlternateContent xmlns:mc="http://schemas.openxmlformats.org/markup-compatibility/2006" xmlns:p14="http://schemas.microsoft.com/office/powerpoint/2010/main">
          <mc:Choice Requires="p14">
            <p:contentPart p14:bwMode="auto" r:id="rId647">
              <p14:nvContentPartPr>
                <p14:cNvPr id="416" name="Ink 415">
                  <a:extLst>
                    <a:ext uri="{FF2B5EF4-FFF2-40B4-BE49-F238E27FC236}">
                      <a16:creationId xmlns:a16="http://schemas.microsoft.com/office/drawing/2014/main" id="{F25B8128-5F05-451F-9D70-7C486CB48486}"/>
                    </a:ext>
                  </a:extLst>
                </p14:cNvPr>
                <p14:cNvContentPartPr/>
                <p14:nvPr/>
              </p14:nvContentPartPr>
              <p14:xfrm>
                <a:off x="7028991" y="6681563"/>
                <a:ext cx="4680" cy="82440"/>
              </p14:xfrm>
            </p:contentPart>
          </mc:Choice>
          <mc:Fallback xmlns="">
            <p:pic>
              <p:nvPicPr>
                <p:cNvPr id="416" name="Ink 415">
                  <a:extLst>
                    <a:ext uri="{FF2B5EF4-FFF2-40B4-BE49-F238E27FC236}">
                      <a16:creationId xmlns:a16="http://schemas.microsoft.com/office/drawing/2014/main" id="{F25B8128-5F05-451F-9D70-7C486CB48486}"/>
                    </a:ext>
                  </a:extLst>
                </p:cNvPr>
                <p:cNvPicPr/>
                <p:nvPr/>
              </p:nvPicPr>
              <p:blipFill>
                <a:blip r:embed="rId648"/>
                <a:stretch>
                  <a:fillRect/>
                </a:stretch>
              </p:blipFill>
              <p:spPr>
                <a:xfrm>
                  <a:off x="7020351" y="6672923"/>
                  <a:ext cx="22320" cy="100080"/>
                </a:xfrm>
                <a:prstGeom prst="rect">
                  <a:avLst/>
                </a:prstGeom>
              </p:spPr>
            </p:pic>
          </mc:Fallback>
        </mc:AlternateContent>
        <mc:AlternateContent xmlns:mc="http://schemas.openxmlformats.org/markup-compatibility/2006" xmlns:p14="http://schemas.microsoft.com/office/powerpoint/2010/main">
          <mc:Choice Requires="p14">
            <p:contentPart p14:bwMode="auto" r:id="rId649">
              <p14:nvContentPartPr>
                <p14:cNvPr id="417" name="Ink 416">
                  <a:extLst>
                    <a:ext uri="{FF2B5EF4-FFF2-40B4-BE49-F238E27FC236}">
                      <a16:creationId xmlns:a16="http://schemas.microsoft.com/office/drawing/2014/main" id="{B5500A75-7E1D-4177-924B-BF5D0AAA5EF8}"/>
                    </a:ext>
                  </a:extLst>
                </p14:cNvPr>
                <p14:cNvContentPartPr/>
                <p14:nvPr/>
              </p14:nvContentPartPr>
              <p14:xfrm>
                <a:off x="7028271" y="6613163"/>
                <a:ext cx="33120" cy="13680"/>
              </p14:xfrm>
            </p:contentPart>
          </mc:Choice>
          <mc:Fallback xmlns="">
            <p:pic>
              <p:nvPicPr>
                <p:cNvPr id="417" name="Ink 416">
                  <a:extLst>
                    <a:ext uri="{FF2B5EF4-FFF2-40B4-BE49-F238E27FC236}">
                      <a16:creationId xmlns:a16="http://schemas.microsoft.com/office/drawing/2014/main" id="{B5500A75-7E1D-4177-924B-BF5D0AAA5EF8}"/>
                    </a:ext>
                  </a:extLst>
                </p:cNvPr>
                <p:cNvPicPr/>
                <p:nvPr/>
              </p:nvPicPr>
              <p:blipFill>
                <a:blip r:embed="rId650"/>
                <a:stretch>
                  <a:fillRect/>
                </a:stretch>
              </p:blipFill>
              <p:spPr>
                <a:xfrm>
                  <a:off x="7019631" y="6604163"/>
                  <a:ext cx="50760" cy="31320"/>
                </a:xfrm>
                <a:prstGeom prst="rect">
                  <a:avLst/>
                </a:prstGeom>
              </p:spPr>
            </p:pic>
          </mc:Fallback>
        </mc:AlternateContent>
        <mc:AlternateContent xmlns:mc="http://schemas.openxmlformats.org/markup-compatibility/2006" xmlns:p14="http://schemas.microsoft.com/office/powerpoint/2010/main">
          <mc:Choice Requires="p14">
            <p:contentPart p14:bwMode="auto" r:id="rId651">
              <p14:nvContentPartPr>
                <p14:cNvPr id="418" name="Ink 417">
                  <a:extLst>
                    <a:ext uri="{FF2B5EF4-FFF2-40B4-BE49-F238E27FC236}">
                      <a16:creationId xmlns:a16="http://schemas.microsoft.com/office/drawing/2014/main" id="{58761D03-DB5C-4C55-990B-9318561FC8C9}"/>
                    </a:ext>
                  </a:extLst>
                </p14:cNvPr>
                <p14:cNvContentPartPr/>
                <p14:nvPr/>
              </p14:nvContentPartPr>
              <p14:xfrm>
                <a:off x="7089111" y="6676883"/>
                <a:ext cx="42480" cy="60480"/>
              </p14:xfrm>
            </p:contentPart>
          </mc:Choice>
          <mc:Fallback xmlns="">
            <p:pic>
              <p:nvPicPr>
                <p:cNvPr id="418" name="Ink 417">
                  <a:extLst>
                    <a:ext uri="{FF2B5EF4-FFF2-40B4-BE49-F238E27FC236}">
                      <a16:creationId xmlns:a16="http://schemas.microsoft.com/office/drawing/2014/main" id="{58761D03-DB5C-4C55-990B-9318561FC8C9}"/>
                    </a:ext>
                  </a:extLst>
                </p:cNvPr>
                <p:cNvPicPr/>
                <p:nvPr/>
              </p:nvPicPr>
              <p:blipFill>
                <a:blip r:embed="rId652"/>
                <a:stretch>
                  <a:fillRect/>
                </a:stretch>
              </p:blipFill>
              <p:spPr>
                <a:xfrm>
                  <a:off x="7080471" y="6668243"/>
                  <a:ext cx="60120" cy="78120"/>
                </a:xfrm>
                <a:prstGeom prst="rect">
                  <a:avLst/>
                </a:prstGeom>
              </p:spPr>
            </p:pic>
          </mc:Fallback>
        </mc:AlternateContent>
        <mc:AlternateContent xmlns:mc="http://schemas.openxmlformats.org/markup-compatibility/2006" xmlns:p14="http://schemas.microsoft.com/office/powerpoint/2010/main">
          <mc:Choice Requires="p14">
            <p:contentPart p14:bwMode="auto" r:id="rId653">
              <p14:nvContentPartPr>
                <p14:cNvPr id="419" name="Ink 418">
                  <a:extLst>
                    <a:ext uri="{FF2B5EF4-FFF2-40B4-BE49-F238E27FC236}">
                      <a16:creationId xmlns:a16="http://schemas.microsoft.com/office/drawing/2014/main" id="{DCD2715E-6D92-45D1-A649-06C5CE54FDDE}"/>
                    </a:ext>
                  </a:extLst>
                </p14:cNvPr>
                <p14:cNvContentPartPr/>
                <p14:nvPr/>
              </p14:nvContentPartPr>
              <p14:xfrm>
                <a:off x="7184871" y="6664283"/>
                <a:ext cx="3240" cy="88920"/>
              </p14:xfrm>
            </p:contentPart>
          </mc:Choice>
          <mc:Fallback xmlns="">
            <p:pic>
              <p:nvPicPr>
                <p:cNvPr id="419" name="Ink 418">
                  <a:extLst>
                    <a:ext uri="{FF2B5EF4-FFF2-40B4-BE49-F238E27FC236}">
                      <a16:creationId xmlns:a16="http://schemas.microsoft.com/office/drawing/2014/main" id="{DCD2715E-6D92-45D1-A649-06C5CE54FDDE}"/>
                    </a:ext>
                  </a:extLst>
                </p:cNvPr>
                <p:cNvPicPr/>
                <p:nvPr/>
              </p:nvPicPr>
              <p:blipFill>
                <a:blip r:embed="rId654"/>
                <a:stretch>
                  <a:fillRect/>
                </a:stretch>
              </p:blipFill>
              <p:spPr>
                <a:xfrm>
                  <a:off x="7175871" y="6655283"/>
                  <a:ext cx="20880" cy="106560"/>
                </a:xfrm>
                <a:prstGeom prst="rect">
                  <a:avLst/>
                </a:prstGeom>
              </p:spPr>
            </p:pic>
          </mc:Fallback>
        </mc:AlternateContent>
        <mc:AlternateContent xmlns:mc="http://schemas.openxmlformats.org/markup-compatibility/2006" xmlns:p14="http://schemas.microsoft.com/office/powerpoint/2010/main">
          <mc:Choice Requires="p14">
            <p:contentPart p14:bwMode="auto" r:id="rId655">
              <p14:nvContentPartPr>
                <p14:cNvPr id="420" name="Ink 419">
                  <a:extLst>
                    <a:ext uri="{FF2B5EF4-FFF2-40B4-BE49-F238E27FC236}">
                      <a16:creationId xmlns:a16="http://schemas.microsoft.com/office/drawing/2014/main" id="{99A29313-8F39-4760-828F-0F83FF7E6EAC}"/>
                    </a:ext>
                  </a:extLst>
                </p14:cNvPr>
                <p14:cNvContentPartPr/>
                <p14:nvPr/>
              </p14:nvContentPartPr>
              <p14:xfrm>
                <a:off x="6860871" y="6314723"/>
                <a:ext cx="153720" cy="72000"/>
              </p14:xfrm>
            </p:contentPart>
          </mc:Choice>
          <mc:Fallback xmlns="">
            <p:pic>
              <p:nvPicPr>
                <p:cNvPr id="420" name="Ink 419">
                  <a:extLst>
                    <a:ext uri="{FF2B5EF4-FFF2-40B4-BE49-F238E27FC236}">
                      <a16:creationId xmlns:a16="http://schemas.microsoft.com/office/drawing/2014/main" id="{99A29313-8F39-4760-828F-0F83FF7E6EAC}"/>
                    </a:ext>
                  </a:extLst>
                </p:cNvPr>
                <p:cNvPicPr/>
                <p:nvPr/>
              </p:nvPicPr>
              <p:blipFill>
                <a:blip r:embed="rId656"/>
                <a:stretch>
                  <a:fillRect/>
                </a:stretch>
              </p:blipFill>
              <p:spPr>
                <a:xfrm>
                  <a:off x="6851871" y="6305723"/>
                  <a:ext cx="171360" cy="89640"/>
                </a:xfrm>
                <a:prstGeom prst="rect">
                  <a:avLst/>
                </a:prstGeom>
              </p:spPr>
            </p:pic>
          </mc:Fallback>
        </mc:AlternateContent>
      </p:grpSp>
      <p:grpSp>
        <p:nvGrpSpPr>
          <p:cNvPr id="433" name="Group 432">
            <a:extLst>
              <a:ext uri="{FF2B5EF4-FFF2-40B4-BE49-F238E27FC236}">
                <a16:creationId xmlns:a16="http://schemas.microsoft.com/office/drawing/2014/main" id="{0754D599-C9B7-4808-A47E-42C6CA44C40A}"/>
              </a:ext>
            </a:extLst>
          </p:cNvPr>
          <p:cNvGrpSpPr/>
          <p:nvPr/>
        </p:nvGrpSpPr>
        <p:grpSpPr>
          <a:xfrm>
            <a:off x="7438671" y="6208523"/>
            <a:ext cx="1274400" cy="550800"/>
            <a:chOff x="7438671" y="6208523"/>
            <a:chExt cx="1274400" cy="550800"/>
          </a:xfrm>
        </p:grpSpPr>
        <mc:AlternateContent xmlns:mc="http://schemas.openxmlformats.org/markup-compatibility/2006" xmlns:p14="http://schemas.microsoft.com/office/powerpoint/2010/main">
          <mc:Choice Requires="p14">
            <p:contentPart p14:bwMode="auto" r:id="rId657">
              <p14:nvContentPartPr>
                <p14:cNvPr id="422" name="Ink 421">
                  <a:extLst>
                    <a:ext uri="{FF2B5EF4-FFF2-40B4-BE49-F238E27FC236}">
                      <a16:creationId xmlns:a16="http://schemas.microsoft.com/office/drawing/2014/main" id="{3648CF61-BCC6-4BBD-AE4D-18CD6B670114}"/>
                    </a:ext>
                  </a:extLst>
                </p14:cNvPr>
                <p14:cNvContentPartPr/>
                <p14:nvPr/>
              </p14:nvContentPartPr>
              <p14:xfrm>
                <a:off x="7438671" y="6335603"/>
                <a:ext cx="160200" cy="331200"/>
              </p14:xfrm>
            </p:contentPart>
          </mc:Choice>
          <mc:Fallback xmlns="">
            <p:pic>
              <p:nvPicPr>
                <p:cNvPr id="422" name="Ink 421">
                  <a:extLst>
                    <a:ext uri="{FF2B5EF4-FFF2-40B4-BE49-F238E27FC236}">
                      <a16:creationId xmlns:a16="http://schemas.microsoft.com/office/drawing/2014/main" id="{3648CF61-BCC6-4BBD-AE4D-18CD6B670114}"/>
                    </a:ext>
                  </a:extLst>
                </p:cNvPr>
                <p:cNvPicPr/>
                <p:nvPr/>
              </p:nvPicPr>
              <p:blipFill>
                <a:blip r:embed="rId658"/>
                <a:stretch>
                  <a:fillRect/>
                </a:stretch>
              </p:blipFill>
              <p:spPr>
                <a:xfrm>
                  <a:off x="7429671" y="6326603"/>
                  <a:ext cx="177840" cy="348840"/>
                </a:xfrm>
                <a:prstGeom prst="rect">
                  <a:avLst/>
                </a:prstGeom>
              </p:spPr>
            </p:pic>
          </mc:Fallback>
        </mc:AlternateContent>
        <mc:AlternateContent xmlns:mc="http://schemas.openxmlformats.org/markup-compatibility/2006" xmlns:p14="http://schemas.microsoft.com/office/powerpoint/2010/main">
          <mc:Choice Requires="p14">
            <p:contentPart p14:bwMode="auto" r:id="rId659">
              <p14:nvContentPartPr>
                <p14:cNvPr id="423" name="Ink 422">
                  <a:extLst>
                    <a:ext uri="{FF2B5EF4-FFF2-40B4-BE49-F238E27FC236}">
                      <a16:creationId xmlns:a16="http://schemas.microsoft.com/office/drawing/2014/main" id="{470DB1EE-3476-4A7B-A980-E1ACFD833752}"/>
                    </a:ext>
                  </a:extLst>
                </p14:cNvPr>
                <p14:cNvContentPartPr/>
                <p14:nvPr/>
              </p14:nvContentPartPr>
              <p14:xfrm>
                <a:off x="7629471" y="6460883"/>
                <a:ext cx="176760" cy="112680"/>
              </p14:xfrm>
            </p:contentPart>
          </mc:Choice>
          <mc:Fallback xmlns="">
            <p:pic>
              <p:nvPicPr>
                <p:cNvPr id="423" name="Ink 422">
                  <a:extLst>
                    <a:ext uri="{FF2B5EF4-FFF2-40B4-BE49-F238E27FC236}">
                      <a16:creationId xmlns:a16="http://schemas.microsoft.com/office/drawing/2014/main" id="{470DB1EE-3476-4A7B-A980-E1ACFD833752}"/>
                    </a:ext>
                  </a:extLst>
                </p:cNvPr>
                <p:cNvPicPr/>
                <p:nvPr/>
              </p:nvPicPr>
              <p:blipFill>
                <a:blip r:embed="rId660"/>
                <a:stretch>
                  <a:fillRect/>
                </a:stretch>
              </p:blipFill>
              <p:spPr>
                <a:xfrm>
                  <a:off x="7620831" y="6451883"/>
                  <a:ext cx="19440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661">
              <p14:nvContentPartPr>
                <p14:cNvPr id="424" name="Ink 423">
                  <a:extLst>
                    <a:ext uri="{FF2B5EF4-FFF2-40B4-BE49-F238E27FC236}">
                      <a16:creationId xmlns:a16="http://schemas.microsoft.com/office/drawing/2014/main" id="{6DC95B70-A632-430B-8AAF-BEAF96A6FFF4}"/>
                    </a:ext>
                  </a:extLst>
                </p14:cNvPr>
                <p14:cNvContentPartPr/>
                <p14:nvPr/>
              </p14:nvContentPartPr>
              <p14:xfrm>
                <a:off x="7854111" y="6526403"/>
                <a:ext cx="12240" cy="101880"/>
              </p14:xfrm>
            </p:contentPart>
          </mc:Choice>
          <mc:Fallback xmlns="">
            <p:pic>
              <p:nvPicPr>
                <p:cNvPr id="424" name="Ink 423">
                  <a:extLst>
                    <a:ext uri="{FF2B5EF4-FFF2-40B4-BE49-F238E27FC236}">
                      <a16:creationId xmlns:a16="http://schemas.microsoft.com/office/drawing/2014/main" id="{6DC95B70-A632-430B-8AAF-BEAF96A6FFF4}"/>
                    </a:ext>
                  </a:extLst>
                </p:cNvPr>
                <p:cNvPicPr/>
                <p:nvPr/>
              </p:nvPicPr>
              <p:blipFill>
                <a:blip r:embed="rId662"/>
                <a:stretch>
                  <a:fillRect/>
                </a:stretch>
              </p:blipFill>
              <p:spPr>
                <a:xfrm>
                  <a:off x="7845471" y="6517403"/>
                  <a:ext cx="29880" cy="119520"/>
                </a:xfrm>
                <a:prstGeom prst="rect">
                  <a:avLst/>
                </a:prstGeom>
              </p:spPr>
            </p:pic>
          </mc:Fallback>
        </mc:AlternateContent>
        <mc:AlternateContent xmlns:mc="http://schemas.openxmlformats.org/markup-compatibility/2006" xmlns:p14="http://schemas.microsoft.com/office/powerpoint/2010/main">
          <mc:Choice Requires="p14">
            <p:contentPart p14:bwMode="auto" r:id="rId663">
              <p14:nvContentPartPr>
                <p14:cNvPr id="425" name="Ink 424">
                  <a:extLst>
                    <a:ext uri="{FF2B5EF4-FFF2-40B4-BE49-F238E27FC236}">
                      <a16:creationId xmlns:a16="http://schemas.microsoft.com/office/drawing/2014/main" id="{946AE0EA-2019-486A-B862-315610AD3AA6}"/>
                    </a:ext>
                  </a:extLst>
                </p14:cNvPr>
                <p14:cNvContentPartPr/>
                <p14:nvPr/>
              </p14:nvContentPartPr>
              <p14:xfrm>
                <a:off x="7923231" y="6539723"/>
                <a:ext cx="360" cy="105120"/>
              </p14:xfrm>
            </p:contentPart>
          </mc:Choice>
          <mc:Fallback xmlns="">
            <p:pic>
              <p:nvPicPr>
                <p:cNvPr id="425" name="Ink 424">
                  <a:extLst>
                    <a:ext uri="{FF2B5EF4-FFF2-40B4-BE49-F238E27FC236}">
                      <a16:creationId xmlns:a16="http://schemas.microsoft.com/office/drawing/2014/main" id="{946AE0EA-2019-486A-B862-315610AD3AA6}"/>
                    </a:ext>
                  </a:extLst>
                </p:cNvPr>
                <p:cNvPicPr/>
                <p:nvPr/>
              </p:nvPicPr>
              <p:blipFill>
                <a:blip r:embed="rId664"/>
                <a:stretch>
                  <a:fillRect/>
                </a:stretch>
              </p:blipFill>
              <p:spPr>
                <a:xfrm>
                  <a:off x="7914231" y="6530723"/>
                  <a:ext cx="18000" cy="122760"/>
                </a:xfrm>
                <a:prstGeom prst="rect">
                  <a:avLst/>
                </a:prstGeom>
              </p:spPr>
            </p:pic>
          </mc:Fallback>
        </mc:AlternateContent>
        <mc:AlternateContent xmlns:mc="http://schemas.openxmlformats.org/markup-compatibility/2006" xmlns:p14="http://schemas.microsoft.com/office/powerpoint/2010/main">
          <mc:Choice Requires="p14">
            <p:contentPart p14:bwMode="auto" r:id="rId665">
              <p14:nvContentPartPr>
                <p14:cNvPr id="426" name="Ink 425">
                  <a:extLst>
                    <a:ext uri="{FF2B5EF4-FFF2-40B4-BE49-F238E27FC236}">
                      <a16:creationId xmlns:a16="http://schemas.microsoft.com/office/drawing/2014/main" id="{E08ECC9F-942C-428E-9F26-F14486A3285C}"/>
                    </a:ext>
                  </a:extLst>
                </p14:cNvPr>
                <p14:cNvContentPartPr/>
                <p14:nvPr/>
              </p14:nvContentPartPr>
              <p14:xfrm>
                <a:off x="7903791" y="6256763"/>
                <a:ext cx="17280" cy="147600"/>
              </p14:xfrm>
            </p:contentPart>
          </mc:Choice>
          <mc:Fallback xmlns="">
            <p:pic>
              <p:nvPicPr>
                <p:cNvPr id="426" name="Ink 425">
                  <a:extLst>
                    <a:ext uri="{FF2B5EF4-FFF2-40B4-BE49-F238E27FC236}">
                      <a16:creationId xmlns:a16="http://schemas.microsoft.com/office/drawing/2014/main" id="{E08ECC9F-942C-428E-9F26-F14486A3285C}"/>
                    </a:ext>
                  </a:extLst>
                </p:cNvPr>
                <p:cNvPicPr/>
                <p:nvPr/>
              </p:nvPicPr>
              <p:blipFill>
                <a:blip r:embed="rId666"/>
                <a:stretch>
                  <a:fillRect/>
                </a:stretch>
              </p:blipFill>
              <p:spPr>
                <a:xfrm>
                  <a:off x="7895151" y="6248123"/>
                  <a:ext cx="34920" cy="165240"/>
                </a:xfrm>
                <a:prstGeom prst="rect">
                  <a:avLst/>
                </a:prstGeom>
              </p:spPr>
            </p:pic>
          </mc:Fallback>
        </mc:AlternateContent>
        <mc:AlternateContent xmlns:mc="http://schemas.openxmlformats.org/markup-compatibility/2006" xmlns:p14="http://schemas.microsoft.com/office/powerpoint/2010/main">
          <mc:Choice Requires="p14">
            <p:contentPart p14:bwMode="auto" r:id="rId667">
              <p14:nvContentPartPr>
                <p14:cNvPr id="428" name="Ink 427">
                  <a:extLst>
                    <a:ext uri="{FF2B5EF4-FFF2-40B4-BE49-F238E27FC236}">
                      <a16:creationId xmlns:a16="http://schemas.microsoft.com/office/drawing/2014/main" id="{7ECCC1FD-7A3E-4086-911B-C4EAB42236D3}"/>
                    </a:ext>
                  </a:extLst>
                </p14:cNvPr>
                <p14:cNvContentPartPr/>
                <p14:nvPr/>
              </p14:nvContentPartPr>
              <p14:xfrm>
                <a:off x="8078751" y="6509483"/>
                <a:ext cx="159840" cy="11160"/>
              </p14:xfrm>
            </p:contentPart>
          </mc:Choice>
          <mc:Fallback xmlns="">
            <p:pic>
              <p:nvPicPr>
                <p:cNvPr id="428" name="Ink 427">
                  <a:extLst>
                    <a:ext uri="{FF2B5EF4-FFF2-40B4-BE49-F238E27FC236}">
                      <a16:creationId xmlns:a16="http://schemas.microsoft.com/office/drawing/2014/main" id="{7ECCC1FD-7A3E-4086-911B-C4EAB42236D3}"/>
                    </a:ext>
                  </a:extLst>
                </p:cNvPr>
                <p:cNvPicPr/>
                <p:nvPr/>
              </p:nvPicPr>
              <p:blipFill>
                <a:blip r:embed="rId668"/>
                <a:stretch>
                  <a:fillRect/>
                </a:stretch>
              </p:blipFill>
              <p:spPr>
                <a:xfrm>
                  <a:off x="8070111" y="6500843"/>
                  <a:ext cx="17748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669">
              <p14:nvContentPartPr>
                <p14:cNvPr id="430" name="Ink 429">
                  <a:extLst>
                    <a:ext uri="{FF2B5EF4-FFF2-40B4-BE49-F238E27FC236}">
                      <a16:creationId xmlns:a16="http://schemas.microsoft.com/office/drawing/2014/main" id="{49AC5779-15B8-4446-B070-FEF81B4A985E}"/>
                    </a:ext>
                  </a:extLst>
                </p14:cNvPr>
                <p14:cNvContentPartPr/>
                <p14:nvPr/>
              </p14:nvContentPartPr>
              <p14:xfrm>
                <a:off x="8353791" y="6465923"/>
                <a:ext cx="248760" cy="182520"/>
              </p14:xfrm>
            </p:contentPart>
          </mc:Choice>
          <mc:Fallback xmlns="">
            <p:pic>
              <p:nvPicPr>
                <p:cNvPr id="430" name="Ink 429">
                  <a:extLst>
                    <a:ext uri="{FF2B5EF4-FFF2-40B4-BE49-F238E27FC236}">
                      <a16:creationId xmlns:a16="http://schemas.microsoft.com/office/drawing/2014/main" id="{49AC5779-15B8-4446-B070-FEF81B4A985E}"/>
                    </a:ext>
                  </a:extLst>
                </p:cNvPr>
                <p:cNvPicPr/>
                <p:nvPr/>
              </p:nvPicPr>
              <p:blipFill>
                <a:blip r:embed="rId670"/>
                <a:stretch>
                  <a:fillRect/>
                </a:stretch>
              </p:blipFill>
              <p:spPr>
                <a:xfrm>
                  <a:off x="8345151" y="6456923"/>
                  <a:ext cx="266400" cy="200160"/>
                </a:xfrm>
                <a:prstGeom prst="rect">
                  <a:avLst/>
                </a:prstGeom>
              </p:spPr>
            </p:pic>
          </mc:Fallback>
        </mc:AlternateContent>
        <mc:AlternateContent xmlns:mc="http://schemas.openxmlformats.org/markup-compatibility/2006" xmlns:p14="http://schemas.microsoft.com/office/powerpoint/2010/main">
          <mc:Choice Requires="p14">
            <p:contentPart p14:bwMode="auto" r:id="rId671">
              <p14:nvContentPartPr>
                <p14:cNvPr id="431" name="Ink 430">
                  <a:extLst>
                    <a:ext uri="{FF2B5EF4-FFF2-40B4-BE49-F238E27FC236}">
                      <a16:creationId xmlns:a16="http://schemas.microsoft.com/office/drawing/2014/main" id="{4693756C-4828-4725-965B-8C7587D5E4F2}"/>
                    </a:ext>
                  </a:extLst>
                </p14:cNvPr>
                <p14:cNvContentPartPr/>
                <p14:nvPr/>
              </p14:nvContentPartPr>
              <p14:xfrm>
                <a:off x="7752951" y="6208523"/>
                <a:ext cx="960120" cy="41760"/>
              </p14:xfrm>
            </p:contentPart>
          </mc:Choice>
          <mc:Fallback xmlns="">
            <p:pic>
              <p:nvPicPr>
                <p:cNvPr id="431" name="Ink 430">
                  <a:extLst>
                    <a:ext uri="{FF2B5EF4-FFF2-40B4-BE49-F238E27FC236}">
                      <a16:creationId xmlns:a16="http://schemas.microsoft.com/office/drawing/2014/main" id="{4693756C-4828-4725-965B-8C7587D5E4F2}"/>
                    </a:ext>
                  </a:extLst>
                </p:cNvPr>
                <p:cNvPicPr/>
                <p:nvPr/>
              </p:nvPicPr>
              <p:blipFill>
                <a:blip r:embed="rId672"/>
                <a:stretch>
                  <a:fillRect/>
                </a:stretch>
              </p:blipFill>
              <p:spPr>
                <a:xfrm>
                  <a:off x="7743951" y="6199883"/>
                  <a:ext cx="977760" cy="59400"/>
                </a:xfrm>
                <a:prstGeom prst="rect">
                  <a:avLst/>
                </a:prstGeom>
              </p:spPr>
            </p:pic>
          </mc:Fallback>
        </mc:AlternateContent>
        <mc:AlternateContent xmlns:mc="http://schemas.openxmlformats.org/markup-compatibility/2006" xmlns:p14="http://schemas.microsoft.com/office/powerpoint/2010/main">
          <mc:Choice Requires="p14">
            <p:contentPart p14:bwMode="auto" r:id="rId673">
              <p14:nvContentPartPr>
                <p14:cNvPr id="432" name="Ink 431">
                  <a:extLst>
                    <a:ext uri="{FF2B5EF4-FFF2-40B4-BE49-F238E27FC236}">
                      <a16:creationId xmlns:a16="http://schemas.microsoft.com/office/drawing/2014/main" id="{B32CC9D6-3C72-464E-9024-9CBDF260FF86}"/>
                    </a:ext>
                  </a:extLst>
                </p14:cNvPr>
                <p14:cNvContentPartPr/>
                <p14:nvPr/>
              </p14:nvContentPartPr>
              <p14:xfrm>
                <a:off x="8573031" y="6357563"/>
                <a:ext cx="72720" cy="401760"/>
              </p14:xfrm>
            </p:contentPart>
          </mc:Choice>
          <mc:Fallback xmlns="">
            <p:pic>
              <p:nvPicPr>
                <p:cNvPr id="432" name="Ink 431">
                  <a:extLst>
                    <a:ext uri="{FF2B5EF4-FFF2-40B4-BE49-F238E27FC236}">
                      <a16:creationId xmlns:a16="http://schemas.microsoft.com/office/drawing/2014/main" id="{B32CC9D6-3C72-464E-9024-9CBDF260FF86}"/>
                    </a:ext>
                  </a:extLst>
                </p:cNvPr>
                <p:cNvPicPr/>
                <p:nvPr/>
              </p:nvPicPr>
              <p:blipFill>
                <a:blip r:embed="rId674"/>
                <a:stretch>
                  <a:fillRect/>
                </a:stretch>
              </p:blipFill>
              <p:spPr>
                <a:xfrm>
                  <a:off x="8564031" y="6348563"/>
                  <a:ext cx="90360" cy="419400"/>
                </a:xfrm>
                <a:prstGeom prst="rect">
                  <a:avLst/>
                </a:prstGeom>
              </p:spPr>
            </p:pic>
          </mc:Fallback>
        </mc:AlternateContent>
      </p:grpSp>
      <p:grpSp>
        <p:nvGrpSpPr>
          <p:cNvPr id="442" name="Group 441">
            <a:extLst>
              <a:ext uri="{FF2B5EF4-FFF2-40B4-BE49-F238E27FC236}">
                <a16:creationId xmlns:a16="http://schemas.microsoft.com/office/drawing/2014/main" id="{67B088FA-4484-4D30-A139-F31A36755B29}"/>
              </a:ext>
            </a:extLst>
          </p:cNvPr>
          <p:cNvGrpSpPr/>
          <p:nvPr/>
        </p:nvGrpSpPr>
        <p:grpSpPr>
          <a:xfrm>
            <a:off x="9199791" y="6605603"/>
            <a:ext cx="119880" cy="54720"/>
            <a:chOff x="9199791" y="6605603"/>
            <a:chExt cx="119880" cy="54720"/>
          </a:xfrm>
        </p:grpSpPr>
        <mc:AlternateContent xmlns:mc="http://schemas.openxmlformats.org/markup-compatibility/2006" xmlns:p14="http://schemas.microsoft.com/office/powerpoint/2010/main">
          <mc:Choice Requires="p14">
            <p:contentPart p14:bwMode="auto" r:id="rId675">
              <p14:nvContentPartPr>
                <p14:cNvPr id="434" name="Ink 433">
                  <a:extLst>
                    <a:ext uri="{FF2B5EF4-FFF2-40B4-BE49-F238E27FC236}">
                      <a16:creationId xmlns:a16="http://schemas.microsoft.com/office/drawing/2014/main" id="{E29884A8-938D-4946-A730-F09D60F3F395}"/>
                    </a:ext>
                  </a:extLst>
                </p14:cNvPr>
                <p14:cNvContentPartPr/>
                <p14:nvPr/>
              </p14:nvContentPartPr>
              <p14:xfrm>
                <a:off x="9199791" y="6605603"/>
                <a:ext cx="94320" cy="5760"/>
              </p14:xfrm>
            </p:contentPart>
          </mc:Choice>
          <mc:Fallback xmlns="">
            <p:pic>
              <p:nvPicPr>
                <p:cNvPr id="434" name="Ink 433">
                  <a:extLst>
                    <a:ext uri="{FF2B5EF4-FFF2-40B4-BE49-F238E27FC236}">
                      <a16:creationId xmlns:a16="http://schemas.microsoft.com/office/drawing/2014/main" id="{E29884A8-938D-4946-A730-F09D60F3F395}"/>
                    </a:ext>
                  </a:extLst>
                </p:cNvPr>
                <p:cNvPicPr/>
                <p:nvPr/>
              </p:nvPicPr>
              <p:blipFill>
                <a:blip r:embed="rId676"/>
                <a:stretch>
                  <a:fillRect/>
                </a:stretch>
              </p:blipFill>
              <p:spPr>
                <a:xfrm>
                  <a:off x="9191151" y="6596963"/>
                  <a:ext cx="111960" cy="23400"/>
                </a:xfrm>
                <a:prstGeom prst="rect">
                  <a:avLst/>
                </a:prstGeom>
              </p:spPr>
            </p:pic>
          </mc:Fallback>
        </mc:AlternateContent>
        <mc:AlternateContent xmlns:mc="http://schemas.openxmlformats.org/markup-compatibility/2006" xmlns:p14="http://schemas.microsoft.com/office/powerpoint/2010/main">
          <mc:Choice Requires="p14">
            <p:contentPart p14:bwMode="auto" r:id="rId677">
              <p14:nvContentPartPr>
                <p14:cNvPr id="435" name="Ink 434">
                  <a:extLst>
                    <a:ext uri="{FF2B5EF4-FFF2-40B4-BE49-F238E27FC236}">
                      <a16:creationId xmlns:a16="http://schemas.microsoft.com/office/drawing/2014/main" id="{D9EF11E6-BFED-4D7A-9060-AF0D67C6CDF7}"/>
                    </a:ext>
                  </a:extLst>
                </p14:cNvPr>
                <p14:cNvContentPartPr/>
                <p14:nvPr/>
              </p14:nvContentPartPr>
              <p14:xfrm>
                <a:off x="9220671" y="6639803"/>
                <a:ext cx="99000" cy="20520"/>
              </p14:xfrm>
            </p:contentPart>
          </mc:Choice>
          <mc:Fallback xmlns="">
            <p:pic>
              <p:nvPicPr>
                <p:cNvPr id="435" name="Ink 434">
                  <a:extLst>
                    <a:ext uri="{FF2B5EF4-FFF2-40B4-BE49-F238E27FC236}">
                      <a16:creationId xmlns:a16="http://schemas.microsoft.com/office/drawing/2014/main" id="{D9EF11E6-BFED-4D7A-9060-AF0D67C6CDF7}"/>
                    </a:ext>
                  </a:extLst>
                </p:cNvPr>
                <p:cNvPicPr/>
                <p:nvPr/>
              </p:nvPicPr>
              <p:blipFill>
                <a:blip r:embed="rId678"/>
                <a:stretch>
                  <a:fillRect/>
                </a:stretch>
              </p:blipFill>
              <p:spPr>
                <a:xfrm>
                  <a:off x="9211671" y="6630803"/>
                  <a:ext cx="116640" cy="381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79">
            <p14:nvContentPartPr>
              <p14:cNvPr id="436" name="Ink 435">
                <a:extLst>
                  <a:ext uri="{FF2B5EF4-FFF2-40B4-BE49-F238E27FC236}">
                    <a16:creationId xmlns:a16="http://schemas.microsoft.com/office/drawing/2014/main" id="{4345B69D-1A18-44B2-84B0-8C0BCFCA73FB}"/>
                  </a:ext>
                </a:extLst>
              </p14:cNvPr>
              <p14:cNvContentPartPr/>
              <p14:nvPr/>
            </p14:nvContentPartPr>
            <p14:xfrm>
              <a:off x="9834471" y="6722243"/>
              <a:ext cx="592560" cy="20520"/>
            </p14:xfrm>
          </p:contentPart>
        </mc:Choice>
        <mc:Fallback xmlns="">
          <p:pic>
            <p:nvPicPr>
              <p:cNvPr id="436" name="Ink 435">
                <a:extLst>
                  <a:ext uri="{FF2B5EF4-FFF2-40B4-BE49-F238E27FC236}">
                    <a16:creationId xmlns:a16="http://schemas.microsoft.com/office/drawing/2014/main" id="{4345B69D-1A18-44B2-84B0-8C0BCFCA73FB}"/>
                  </a:ext>
                </a:extLst>
              </p:cNvPr>
              <p:cNvPicPr/>
              <p:nvPr/>
            </p:nvPicPr>
            <p:blipFill>
              <a:blip r:embed="rId680"/>
              <a:stretch>
                <a:fillRect/>
              </a:stretch>
            </p:blipFill>
            <p:spPr>
              <a:xfrm>
                <a:off x="9825831" y="6713603"/>
                <a:ext cx="610200" cy="38160"/>
              </a:xfrm>
              <a:prstGeom prst="rect">
                <a:avLst/>
              </a:prstGeom>
            </p:spPr>
          </p:pic>
        </mc:Fallback>
      </mc:AlternateContent>
      <p:grpSp>
        <p:nvGrpSpPr>
          <p:cNvPr id="441" name="Group 440">
            <a:extLst>
              <a:ext uri="{FF2B5EF4-FFF2-40B4-BE49-F238E27FC236}">
                <a16:creationId xmlns:a16="http://schemas.microsoft.com/office/drawing/2014/main" id="{4D8FB14B-4CCD-4CCA-87FF-3ED6A26AF1E1}"/>
              </a:ext>
            </a:extLst>
          </p:cNvPr>
          <p:cNvGrpSpPr/>
          <p:nvPr/>
        </p:nvGrpSpPr>
        <p:grpSpPr>
          <a:xfrm>
            <a:off x="10733751" y="6566003"/>
            <a:ext cx="1225080" cy="176040"/>
            <a:chOff x="10733751" y="6566003"/>
            <a:chExt cx="1225080" cy="176040"/>
          </a:xfrm>
        </p:grpSpPr>
        <mc:AlternateContent xmlns:mc="http://schemas.openxmlformats.org/markup-compatibility/2006" xmlns:p14="http://schemas.microsoft.com/office/powerpoint/2010/main">
          <mc:Choice Requires="p14">
            <p:contentPart p14:bwMode="auto" r:id="rId681">
              <p14:nvContentPartPr>
                <p14:cNvPr id="437" name="Ink 436">
                  <a:extLst>
                    <a:ext uri="{FF2B5EF4-FFF2-40B4-BE49-F238E27FC236}">
                      <a16:creationId xmlns:a16="http://schemas.microsoft.com/office/drawing/2014/main" id="{C1EF6406-B04A-4319-A3B7-7C88634F5466}"/>
                    </a:ext>
                  </a:extLst>
                </p14:cNvPr>
                <p14:cNvContentPartPr/>
                <p14:nvPr/>
              </p14:nvContentPartPr>
              <p14:xfrm>
                <a:off x="10733751" y="6611723"/>
                <a:ext cx="108720" cy="97920"/>
              </p14:xfrm>
            </p:contentPart>
          </mc:Choice>
          <mc:Fallback xmlns="">
            <p:pic>
              <p:nvPicPr>
                <p:cNvPr id="437" name="Ink 436">
                  <a:extLst>
                    <a:ext uri="{FF2B5EF4-FFF2-40B4-BE49-F238E27FC236}">
                      <a16:creationId xmlns:a16="http://schemas.microsoft.com/office/drawing/2014/main" id="{C1EF6406-B04A-4319-A3B7-7C88634F5466}"/>
                    </a:ext>
                  </a:extLst>
                </p:cNvPr>
                <p:cNvPicPr/>
                <p:nvPr/>
              </p:nvPicPr>
              <p:blipFill>
                <a:blip r:embed="rId682"/>
                <a:stretch>
                  <a:fillRect/>
                </a:stretch>
              </p:blipFill>
              <p:spPr>
                <a:xfrm>
                  <a:off x="10724751" y="6602723"/>
                  <a:ext cx="126360" cy="115560"/>
                </a:xfrm>
                <a:prstGeom prst="rect">
                  <a:avLst/>
                </a:prstGeom>
              </p:spPr>
            </p:pic>
          </mc:Fallback>
        </mc:AlternateContent>
        <mc:AlternateContent xmlns:mc="http://schemas.openxmlformats.org/markup-compatibility/2006" xmlns:p14="http://schemas.microsoft.com/office/powerpoint/2010/main">
          <mc:Choice Requires="p14">
            <p:contentPart p14:bwMode="auto" r:id="rId683">
              <p14:nvContentPartPr>
                <p14:cNvPr id="438" name="Ink 437">
                  <a:extLst>
                    <a:ext uri="{FF2B5EF4-FFF2-40B4-BE49-F238E27FC236}">
                      <a16:creationId xmlns:a16="http://schemas.microsoft.com/office/drawing/2014/main" id="{94473DAF-0C28-4AF9-BE63-52C670905318}"/>
                    </a:ext>
                  </a:extLst>
                </p14:cNvPr>
                <p14:cNvContentPartPr/>
                <p14:nvPr/>
              </p14:nvContentPartPr>
              <p14:xfrm>
                <a:off x="10910151" y="6631163"/>
                <a:ext cx="419400" cy="87120"/>
              </p14:xfrm>
            </p:contentPart>
          </mc:Choice>
          <mc:Fallback xmlns="">
            <p:pic>
              <p:nvPicPr>
                <p:cNvPr id="438" name="Ink 437">
                  <a:extLst>
                    <a:ext uri="{FF2B5EF4-FFF2-40B4-BE49-F238E27FC236}">
                      <a16:creationId xmlns:a16="http://schemas.microsoft.com/office/drawing/2014/main" id="{94473DAF-0C28-4AF9-BE63-52C670905318}"/>
                    </a:ext>
                  </a:extLst>
                </p:cNvPr>
                <p:cNvPicPr/>
                <p:nvPr/>
              </p:nvPicPr>
              <p:blipFill>
                <a:blip r:embed="rId684"/>
                <a:stretch>
                  <a:fillRect/>
                </a:stretch>
              </p:blipFill>
              <p:spPr>
                <a:xfrm>
                  <a:off x="10901151" y="6622163"/>
                  <a:ext cx="437040" cy="104760"/>
                </a:xfrm>
                <a:prstGeom prst="rect">
                  <a:avLst/>
                </a:prstGeom>
              </p:spPr>
            </p:pic>
          </mc:Fallback>
        </mc:AlternateContent>
        <mc:AlternateContent xmlns:mc="http://schemas.openxmlformats.org/markup-compatibility/2006" xmlns:p14="http://schemas.microsoft.com/office/powerpoint/2010/main">
          <mc:Choice Requires="p14">
            <p:contentPart p14:bwMode="auto" r:id="rId685">
              <p14:nvContentPartPr>
                <p14:cNvPr id="439" name="Ink 438">
                  <a:extLst>
                    <a:ext uri="{FF2B5EF4-FFF2-40B4-BE49-F238E27FC236}">
                      <a16:creationId xmlns:a16="http://schemas.microsoft.com/office/drawing/2014/main" id="{0EEDDD78-234A-42CD-BF2B-1B5779F1EB05}"/>
                    </a:ext>
                  </a:extLst>
                </p14:cNvPr>
                <p14:cNvContentPartPr/>
                <p14:nvPr/>
              </p14:nvContentPartPr>
              <p14:xfrm>
                <a:off x="11388231" y="6645563"/>
                <a:ext cx="105480" cy="78840"/>
              </p14:xfrm>
            </p:contentPart>
          </mc:Choice>
          <mc:Fallback xmlns="">
            <p:pic>
              <p:nvPicPr>
                <p:cNvPr id="439" name="Ink 438">
                  <a:extLst>
                    <a:ext uri="{FF2B5EF4-FFF2-40B4-BE49-F238E27FC236}">
                      <a16:creationId xmlns:a16="http://schemas.microsoft.com/office/drawing/2014/main" id="{0EEDDD78-234A-42CD-BF2B-1B5779F1EB05}"/>
                    </a:ext>
                  </a:extLst>
                </p:cNvPr>
                <p:cNvPicPr/>
                <p:nvPr/>
              </p:nvPicPr>
              <p:blipFill>
                <a:blip r:embed="rId686"/>
                <a:stretch>
                  <a:fillRect/>
                </a:stretch>
              </p:blipFill>
              <p:spPr>
                <a:xfrm>
                  <a:off x="11379231" y="6636563"/>
                  <a:ext cx="123120" cy="96480"/>
                </a:xfrm>
                <a:prstGeom prst="rect">
                  <a:avLst/>
                </a:prstGeom>
              </p:spPr>
            </p:pic>
          </mc:Fallback>
        </mc:AlternateContent>
        <mc:AlternateContent xmlns:mc="http://schemas.openxmlformats.org/markup-compatibility/2006" xmlns:p14="http://schemas.microsoft.com/office/powerpoint/2010/main">
          <mc:Choice Requires="p14">
            <p:contentPart p14:bwMode="auto" r:id="rId687">
              <p14:nvContentPartPr>
                <p14:cNvPr id="440" name="Ink 439">
                  <a:extLst>
                    <a:ext uri="{FF2B5EF4-FFF2-40B4-BE49-F238E27FC236}">
                      <a16:creationId xmlns:a16="http://schemas.microsoft.com/office/drawing/2014/main" id="{915EEE07-B428-4FB0-8343-85F93F78EC04}"/>
                    </a:ext>
                  </a:extLst>
                </p14:cNvPr>
                <p14:cNvContentPartPr/>
                <p14:nvPr/>
              </p14:nvContentPartPr>
              <p14:xfrm>
                <a:off x="11505231" y="6566003"/>
                <a:ext cx="453600" cy="176040"/>
              </p14:xfrm>
            </p:contentPart>
          </mc:Choice>
          <mc:Fallback xmlns="">
            <p:pic>
              <p:nvPicPr>
                <p:cNvPr id="440" name="Ink 439">
                  <a:extLst>
                    <a:ext uri="{FF2B5EF4-FFF2-40B4-BE49-F238E27FC236}">
                      <a16:creationId xmlns:a16="http://schemas.microsoft.com/office/drawing/2014/main" id="{915EEE07-B428-4FB0-8343-85F93F78EC04}"/>
                    </a:ext>
                  </a:extLst>
                </p:cNvPr>
                <p:cNvPicPr/>
                <p:nvPr/>
              </p:nvPicPr>
              <p:blipFill>
                <a:blip r:embed="rId688"/>
                <a:stretch>
                  <a:fillRect/>
                </a:stretch>
              </p:blipFill>
              <p:spPr>
                <a:xfrm>
                  <a:off x="11496231" y="6557003"/>
                  <a:ext cx="471240" cy="1936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89">
            <p14:nvContentPartPr>
              <p14:cNvPr id="3" name="Ink 2">
                <a:extLst>
                  <a:ext uri="{FF2B5EF4-FFF2-40B4-BE49-F238E27FC236}">
                    <a16:creationId xmlns:a16="http://schemas.microsoft.com/office/drawing/2014/main" id="{F7C55306-C690-48E0-A71E-1C770B0D43F4}"/>
                  </a:ext>
                </a:extLst>
              </p14:cNvPr>
              <p14:cNvContentPartPr/>
              <p14:nvPr/>
            </p14:nvContentPartPr>
            <p14:xfrm>
              <a:off x="86040" y="1890360"/>
              <a:ext cx="10685160" cy="4797000"/>
            </p14:xfrm>
          </p:contentPart>
        </mc:Choice>
        <mc:Fallback xmlns="">
          <p:pic>
            <p:nvPicPr>
              <p:cNvPr id="3" name="Ink 2">
                <a:extLst>
                  <a:ext uri="{FF2B5EF4-FFF2-40B4-BE49-F238E27FC236}">
                    <a16:creationId xmlns:a16="http://schemas.microsoft.com/office/drawing/2014/main" id="{F7C55306-C690-48E0-A71E-1C770B0D43F4}"/>
                  </a:ext>
                </a:extLst>
              </p:cNvPr>
              <p:cNvPicPr/>
              <p:nvPr/>
            </p:nvPicPr>
            <p:blipFill>
              <a:blip r:embed="rId690"/>
              <a:stretch>
                <a:fillRect/>
              </a:stretch>
            </p:blipFill>
            <p:spPr>
              <a:xfrm>
                <a:off x="76680" y="1881000"/>
                <a:ext cx="10703880" cy="4815720"/>
              </a:xfrm>
              <a:prstGeom prst="rect">
                <a:avLst/>
              </a:prstGeom>
            </p:spPr>
          </p:pic>
        </mc:Fallback>
      </mc:AlternateContent>
    </p:spTree>
    <p:extLst>
      <p:ext uri="{BB962C8B-B14F-4D97-AF65-F5344CB8AC3E}">
        <p14:creationId xmlns:p14="http://schemas.microsoft.com/office/powerpoint/2010/main" val="28994938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Batch Normalization</a:t>
            </a:r>
          </a:p>
        </p:txBody>
      </p:sp>
      <p:sp>
        <p:nvSpPr>
          <p:cNvPr id="6" name="Content Placeholder 2">
            <a:extLst>
              <a:ext uri="{FF2B5EF4-FFF2-40B4-BE49-F238E27FC236}">
                <a16:creationId xmlns:a16="http://schemas.microsoft.com/office/drawing/2014/main" id="{98E0FE6E-8F22-4B9F-9E9F-E2B694DC96D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Content Placeholder 2">
            <a:extLst>
              <a:ext uri="{FF2B5EF4-FFF2-40B4-BE49-F238E27FC236}">
                <a16:creationId xmlns:a16="http://schemas.microsoft.com/office/drawing/2014/main" id="{55A5BFD8-4962-4C89-86F0-4A582AD35F41}"/>
              </a:ext>
            </a:extLst>
          </p:cNvPr>
          <p:cNvSpPr txBox="1">
            <a:spLocks/>
          </p:cNvSpPr>
          <p:nvPr/>
        </p:nvSpPr>
        <p:spPr>
          <a:xfrm>
            <a:off x="6268065" y="1978025"/>
            <a:ext cx="523813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grpSp>
        <p:nvGrpSpPr>
          <p:cNvPr id="41" name="Group 40">
            <a:extLst>
              <a:ext uri="{FF2B5EF4-FFF2-40B4-BE49-F238E27FC236}">
                <a16:creationId xmlns:a16="http://schemas.microsoft.com/office/drawing/2014/main" id="{B9693EAB-E1C9-412A-8CE2-2D3186DF0DB4}"/>
              </a:ext>
            </a:extLst>
          </p:cNvPr>
          <p:cNvGrpSpPr/>
          <p:nvPr/>
        </p:nvGrpSpPr>
        <p:grpSpPr>
          <a:xfrm>
            <a:off x="438471" y="2005523"/>
            <a:ext cx="1884960" cy="464400"/>
            <a:chOff x="438471" y="2005523"/>
            <a:chExt cx="1884960" cy="464400"/>
          </a:xfrm>
        </p:grpSpPr>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7BB7D3AD-1D07-456B-A1F4-C78150756AF2}"/>
                    </a:ext>
                  </a:extLst>
                </p14:cNvPr>
                <p14:cNvContentPartPr/>
                <p14:nvPr/>
              </p14:nvContentPartPr>
              <p14:xfrm>
                <a:off x="438471" y="2054483"/>
                <a:ext cx="174600" cy="168840"/>
              </p14:xfrm>
            </p:contentPart>
          </mc:Choice>
          <mc:Fallback xmlns="">
            <p:pic>
              <p:nvPicPr>
                <p:cNvPr id="28" name="Ink 27">
                  <a:extLst>
                    <a:ext uri="{FF2B5EF4-FFF2-40B4-BE49-F238E27FC236}">
                      <a16:creationId xmlns:a16="http://schemas.microsoft.com/office/drawing/2014/main" id="{7BB7D3AD-1D07-456B-A1F4-C78150756AF2}"/>
                    </a:ext>
                  </a:extLst>
                </p:cNvPr>
                <p:cNvPicPr/>
                <p:nvPr/>
              </p:nvPicPr>
              <p:blipFill>
                <a:blip r:embed="rId4"/>
                <a:stretch>
                  <a:fillRect/>
                </a:stretch>
              </p:blipFill>
              <p:spPr>
                <a:xfrm>
                  <a:off x="429831" y="2045483"/>
                  <a:ext cx="192240" cy="1864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D92368C0-1AFD-4B4C-BF06-F33AC4BCEA47}"/>
                    </a:ext>
                  </a:extLst>
                </p14:cNvPr>
                <p14:cNvContentPartPr/>
                <p14:nvPr/>
              </p14:nvContentPartPr>
              <p14:xfrm>
                <a:off x="594351" y="2041163"/>
                <a:ext cx="21960" cy="202320"/>
              </p14:xfrm>
            </p:contentPart>
          </mc:Choice>
          <mc:Fallback xmlns="">
            <p:pic>
              <p:nvPicPr>
                <p:cNvPr id="29" name="Ink 28">
                  <a:extLst>
                    <a:ext uri="{FF2B5EF4-FFF2-40B4-BE49-F238E27FC236}">
                      <a16:creationId xmlns:a16="http://schemas.microsoft.com/office/drawing/2014/main" id="{D92368C0-1AFD-4B4C-BF06-F33AC4BCEA47}"/>
                    </a:ext>
                  </a:extLst>
                </p:cNvPr>
                <p:cNvPicPr/>
                <p:nvPr/>
              </p:nvPicPr>
              <p:blipFill>
                <a:blip r:embed="rId6"/>
                <a:stretch>
                  <a:fillRect/>
                </a:stretch>
              </p:blipFill>
              <p:spPr>
                <a:xfrm>
                  <a:off x="585351" y="2032163"/>
                  <a:ext cx="39600" cy="2199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762E792B-DD03-40D6-89E7-09124DB4845B}"/>
                    </a:ext>
                  </a:extLst>
                </p14:cNvPr>
                <p14:cNvContentPartPr/>
                <p14:nvPr/>
              </p14:nvContentPartPr>
              <p14:xfrm>
                <a:off x="677151" y="2053043"/>
                <a:ext cx="689400" cy="228600"/>
              </p14:xfrm>
            </p:contentPart>
          </mc:Choice>
          <mc:Fallback xmlns="">
            <p:pic>
              <p:nvPicPr>
                <p:cNvPr id="31" name="Ink 30">
                  <a:extLst>
                    <a:ext uri="{FF2B5EF4-FFF2-40B4-BE49-F238E27FC236}">
                      <a16:creationId xmlns:a16="http://schemas.microsoft.com/office/drawing/2014/main" id="{762E792B-DD03-40D6-89E7-09124DB4845B}"/>
                    </a:ext>
                  </a:extLst>
                </p:cNvPr>
                <p:cNvPicPr/>
                <p:nvPr/>
              </p:nvPicPr>
              <p:blipFill>
                <a:blip r:embed="rId8"/>
                <a:stretch>
                  <a:fillRect/>
                </a:stretch>
              </p:blipFill>
              <p:spPr>
                <a:xfrm>
                  <a:off x="668151" y="2044043"/>
                  <a:ext cx="707040" cy="2462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2" name="Ink 31">
                  <a:extLst>
                    <a:ext uri="{FF2B5EF4-FFF2-40B4-BE49-F238E27FC236}">
                      <a16:creationId xmlns:a16="http://schemas.microsoft.com/office/drawing/2014/main" id="{5A7DB5C3-5EC7-4AE2-A3E8-E89532C44BA7}"/>
                    </a:ext>
                  </a:extLst>
                </p14:cNvPr>
                <p14:cNvContentPartPr/>
                <p14:nvPr/>
              </p14:nvContentPartPr>
              <p14:xfrm>
                <a:off x="1326591" y="2078243"/>
                <a:ext cx="27000" cy="15840"/>
              </p14:xfrm>
            </p:contentPart>
          </mc:Choice>
          <mc:Fallback xmlns="">
            <p:pic>
              <p:nvPicPr>
                <p:cNvPr id="32" name="Ink 31">
                  <a:extLst>
                    <a:ext uri="{FF2B5EF4-FFF2-40B4-BE49-F238E27FC236}">
                      <a16:creationId xmlns:a16="http://schemas.microsoft.com/office/drawing/2014/main" id="{5A7DB5C3-5EC7-4AE2-A3E8-E89532C44BA7}"/>
                    </a:ext>
                  </a:extLst>
                </p:cNvPr>
                <p:cNvPicPr/>
                <p:nvPr/>
              </p:nvPicPr>
              <p:blipFill>
                <a:blip r:embed="rId10"/>
                <a:stretch>
                  <a:fillRect/>
                </a:stretch>
              </p:blipFill>
              <p:spPr>
                <a:xfrm>
                  <a:off x="1317951" y="2069603"/>
                  <a:ext cx="44640" cy="334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33" name="Ink 32">
                  <a:extLst>
                    <a:ext uri="{FF2B5EF4-FFF2-40B4-BE49-F238E27FC236}">
                      <a16:creationId xmlns:a16="http://schemas.microsoft.com/office/drawing/2014/main" id="{D61B4D3B-F04E-4D9F-932F-61A12DCC3EA9}"/>
                    </a:ext>
                  </a:extLst>
                </p14:cNvPr>
                <p14:cNvContentPartPr/>
                <p14:nvPr/>
              </p14:nvContentPartPr>
              <p14:xfrm>
                <a:off x="1311471" y="2080763"/>
                <a:ext cx="444240" cy="389160"/>
              </p14:xfrm>
            </p:contentPart>
          </mc:Choice>
          <mc:Fallback xmlns="">
            <p:pic>
              <p:nvPicPr>
                <p:cNvPr id="33" name="Ink 32">
                  <a:extLst>
                    <a:ext uri="{FF2B5EF4-FFF2-40B4-BE49-F238E27FC236}">
                      <a16:creationId xmlns:a16="http://schemas.microsoft.com/office/drawing/2014/main" id="{D61B4D3B-F04E-4D9F-932F-61A12DCC3EA9}"/>
                    </a:ext>
                  </a:extLst>
                </p:cNvPr>
                <p:cNvPicPr/>
                <p:nvPr/>
              </p:nvPicPr>
              <p:blipFill>
                <a:blip r:embed="rId12"/>
                <a:stretch>
                  <a:fillRect/>
                </a:stretch>
              </p:blipFill>
              <p:spPr>
                <a:xfrm>
                  <a:off x="1302471" y="2072123"/>
                  <a:ext cx="461880" cy="4068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34" name="Ink 33">
                  <a:extLst>
                    <a:ext uri="{FF2B5EF4-FFF2-40B4-BE49-F238E27FC236}">
                      <a16:creationId xmlns:a16="http://schemas.microsoft.com/office/drawing/2014/main" id="{0B850A4E-8855-4726-B3B9-F770BEFE9B0A}"/>
                    </a:ext>
                  </a:extLst>
                </p14:cNvPr>
                <p14:cNvContentPartPr/>
                <p14:nvPr/>
              </p14:nvContentPartPr>
              <p14:xfrm>
                <a:off x="1947231" y="2170403"/>
                <a:ext cx="213840" cy="126720"/>
              </p14:xfrm>
            </p:contentPart>
          </mc:Choice>
          <mc:Fallback xmlns="">
            <p:pic>
              <p:nvPicPr>
                <p:cNvPr id="34" name="Ink 33">
                  <a:extLst>
                    <a:ext uri="{FF2B5EF4-FFF2-40B4-BE49-F238E27FC236}">
                      <a16:creationId xmlns:a16="http://schemas.microsoft.com/office/drawing/2014/main" id="{0B850A4E-8855-4726-B3B9-F770BEFE9B0A}"/>
                    </a:ext>
                  </a:extLst>
                </p:cNvPr>
                <p:cNvPicPr/>
                <p:nvPr/>
              </p:nvPicPr>
              <p:blipFill>
                <a:blip r:embed="rId14"/>
                <a:stretch>
                  <a:fillRect/>
                </a:stretch>
              </p:blipFill>
              <p:spPr>
                <a:xfrm>
                  <a:off x="1938591" y="2161403"/>
                  <a:ext cx="23148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35" name="Ink 34">
                  <a:extLst>
                    <a:ext uri="{FF2B5EF4-FFF2-40B4-BE49-F238E27FC236}">
                      <a16:creationId xmlns:a16="http://schemas.microsoft.com/office/drawing/2014/main" id="{97E53131-7697-4894-B894-92E7CFD7DCDE}"/>
                    </a:ext>
                  </a:extLst>
                </p14:cNvPr>
                <p14:cNvContentPartPr/>
                <p14:nvPr/>
              </p14:nvContentPartPr>
              <p14:xfrm>
                <a:off x="2213991" y="2271563"/>
                <a:ext cx="12240" cy="82800"/>
              </p14:xfrm>
            </p:contentPart>
          </mc:Choice>
          <mc:Fallback xmlns="">
            <p:pic>
              <p:nvPicPr>
                <p:cNvPr id="35" name="Ink 34">
                  <a:extLst>
                    <a:ext uri="{FF2B5EF4-FFF2-40B4-BE49-F238E27FC236}">
                      <a16:creationId xmlns:a16="http://schemas.microsoft.com/office/drawing/2014/main" id="{97E53131-7697-4894-B894-92E7CFD7DCDE}"/>
                    </a:ext>
                  </a:extLst>
                </p:cNvPr>
                <p:cNvPicPr/>
                <p:nvPr/>
              </p:nvPicPr>
              <p:blipFill>
                <a:blip r:embed="rId16"/>
                <a:stretch>
                  <a:fillRect/>
                </a:stretch>
              </p:blipFill>
              <p:spPr>
                <a:xfrm>
                  <a:off x="2205351" y="2262923"/>
                  <a:ext cx="29880"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36" name="Ink 35">
                  <a:extLst>
                    <a:ext uri="{FF2B5EF4-FFF2-40B4-BE49-F238E27FC236}">
                      <a16:creationId xmlns:a16="http://schemas.microsoft.com/office/drawing/2014/main" id="{475EDBC5-4295-450C-8E1F-30F2279C0B82}"/>
                    </a:ext>
                  </a:extLst>
                </p14:cNvPr>
                <p14:cNvContentPartPr/>
                <p14:nvPr/>
              </p14:nvContentPartPr>
              <p14:xfrm>
                <a:off x="2292111" y="2272283"/>
                <a:ext cx="6480" cy="96840"/>
              </p14:xfrm>
            </p:contentPart>
          </mc:Choice>
          <mc:Fallback xmlns="">
            <p:pic>
              <p:nvPicPr>
                <p:cNvPr id="36" name="Ink 35">
                  <a:extLst>
                    <a:ext uri="{FF2B5EF4-FFF2-40B4-BE49-F238E27FC236}">
                      <a16:creationId xmlns:a16="http://schemas.microsoft.com/office/drawing/2014/main" id="{475EDBC5-4295-450C-8E1F-30F2279C0B82}"/>
                    </a:ext>
                  </a:extLst>
                </p:cNvPr>
                <p:cNvPicPr/>
                <p:nvPr/>
              </p:nvPicPr>
              <p:blipFill>
                <a:blip r:embed="rId18"/>
                <a:stretch>
                  <a:fillRect/>
                </a:stretch>
              </p:blipFill>
              <p:spPr>
                <a:xfrm>
                  <a:off x="2283111" y="2263643"/>
                  <a:ext cx="24120" cy="11448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37" name="Ink 36">
                  <a:extLst>
                    <a:ext uri="{FF2B5EF4-FFF2-40B4-BE49-F238E27FC236}">
                      <a16:creationId xmlns:a16="http://schemas.microsoft.com/office/drawing/2014/main" id="{8F4FCC2C-3037-4807-90AE-1517D4517930}"/>
                    </a:ext>
                  </a:extLst>
                </p14:cNvPr>
                <p14:cNvContentPartPr/>
                <p14:nvPr/>
              </p14:nvContentPartPr>
              <p14:xfrm>
                <a:off x="2314071" y="2005523"/>
                <a:ext cx="9360" cy="108360"/>
              </p14:xfrm>
            </p:contentPart>
          </mc:Choice>
          <mc:Fallback xmlns="">
            <p:pic>
              <p:nvPicPr>
                <p:cNvPr id="37" name="Ink 36">
                  <a:extLst>
                    <a:ext uri="{FF2B5EF4-FFF2-40B4-BE49-F238E27FC236}">
                      <a16:creationId xmlns:a16="http://schemas.microsoft.com/office/drawing/2014/main" id="{8F4FCC2C-3037-4807-90AE-1517D4517930}"/>
                    </a:ext>
                  </a:extLst>
                </p:cNvPr>
                <p:cNvPicPr/>
                <p:nvPr/>
              </p:nvPicPr>
              <p:blipFill>
                <a:blip r:embed="rId20"/>
                <a:stretch>
                  <a:fillRect/>
                </a:stretch>
              </p:blipFill>
              <p:spPr>
                <a:xfrm>
                  <a:off x="2305431" y="1996883"/>
                  <a:ext cx="27000" cy="126000"/>
                </a:xfrm>
                <a:prstGeom prst="rect">
                  <a:avLst/>
                </a:prstGeom>
              </p:spPr>
            </p:pic>
          </mc:Fallback>
        </mc:AlternateContent>
      </p:grpSp>
      <p:grpSp>
        <p:nvGrpSpPr>
          <p:cNvPr id="40" name="Group 39">
            <a:extLst>
              <a:ext uri="{FF2B5EF4-FFF2-40B4-BE49-F238E27FC236}">
                <a16:creationId xmlns:a16="http://schemas.microsoft.com/office/drawing/2014/main" id="{A3AB300B-6751-4C8C-8426-0EF89FAF2734}"/>
              </a:ext>
            </a:extLst>
          </p:cNvPr>
          <p:cNvGrpSpPr/>
          <p:nvPr/>
        </p:nvGrpSpPr>
        <p:grpSpPr>
          <a:xfrm>
            <a:off x="2581191" y="2215763"/>
            <a:ext cx="138240" cy="91080"/>
            <a:chOff x="2581191" y="2215763"/>
            <a:chExt cx="138240" cy="91080"/>
          </a:xfrm>
        </p:grpSpPr>
        <mc:AlternateContent xmlns:mc="http://schemas.openxmlformats.org/markup-compatibility/2006" xmlns:p14="http://schemas.microsoft.com/office/powerpoint/2010/main">
          <mc:Choice Requires="p14">
            <p:contentPart p14:bwMode="auto" r:id="rId21">
              <p14:nvContentPartPr>
                <p14:cNvPr id="38" name="Ink 37">
                  <a:extLst>
                    <a:ext uri="{FF2B5EF4-FFF2-40B4-BE49-F238E27FC236}">
                      <a16:creationId xmlns:a16="http://schemas.microsoft.com/office/drawing/2014/main" id="{C99450AF-5140-46E1-AC36-00AB2BDB3FB5}"/>
                    </a:ext>
                  </a:extLst>
                </p14:cNvPr>
                <p14:cNvContentPartPr/>
                <p14:nvPr/>
              </p14:nvContentPartPr>
              <p14:xfrm>
                <a:off x="2581191" y="2215763"/>
                <a:ext cx="107280" cy="5040"/>
              </p14:xfrm>
            </p:contentPart>
          </mc:Choice>
          <mc:Fallback xmlns="">
            <p:pic>
              <p:nvPicPr>
                <p:cNvPr id="38" name="Ink 37">
                  <a:extLst>
                    <a:ext uri="{FF2B5EF4-FFF2-40B4-BE49-F238E27FC236}">
                      <a16:creationId xmlns:a16="http://schemas.microsoft.com/office/drawing/2014/main" id="{C99450AF-5140-46E1-AC36-00AB2BDB3FB5}"/>
                    </a:ext>
                  </a:extLst>
                </p:cNvPr>
                <p:cNvPicPr/>
                <p:nvPr/>
              </p:nvPicPr>
              <p:blipFill>
                <a:blip r:embed="rId22"/>
                <a:stretch>
                  <a:fillRect/>
                </a:stretch>
              </p:blipFill>
              <p:spPr>
                <a:xfrm>
                  <a:off x="2572191" y="2206763"/>
                  <a:ext cx="124920" cy="2268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39" name="Ink 38">
                  <a:extLst>
                    <a:ext uri="{FF2B5EF4-FFF2-40B4-BE49-F238E27FC236}">
                      <a16:creationId xmlns:a16="http://schemas.microsoft.com/office/drawing/2014/main" id="{61ADEAE2-33E3-440C-AF06-49F1C7329100}"/>
                    </a:ext>
                  </a:extLst>
                </p14:cNvPr>
                <p14:cNvContentPartPr/>
                <p14:nvPr/>
              </p14:nvContentPartPr>
              <p14:xfrm>
                <a:off x="2607111" y="2291003"/>
                <a:ext cx="112320" cy="15840"/>
              </p14:xfrm>
            </p:contentPart>
          </mc:Choice>
          <mc:Fallback xmlns="">
            <p:pic>
              <p:nvPicPr>
                <p:cNvPr id="39" name="Ink 38">
                  <a:extLst>
                    <a:ext uri="{FF2B5EF4-FFF2-40B4-BE49-F238E27FC236}">
                      <a16:creationId xmlns:a16="http://schemas.microsoft.com/office/drawing/2014/main" id="{61ADEAE2-33E3-440C-AF06-49F1C7329100}"/>
                    </a:ext>
                  </a:extLst>
                </p:cNvPr>
                <p:cNvPicPr/>
                <p:nvPr/>
              </p:nvPicPr>
              <p:blipFill>
                <a:blip r:embed="rId24"/>
                <a:stretch>
                  <a:fillRect/>
                </a:stretch>
              </p:blipFill>
              <p:spPr>
                <a:xfrm>
                  <a:off x="2598111" y="2282363"/>
                  <a:ext cx="129960" cy="334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5">
            <p14:nvContentPartPr>
              <p14:cNvPr id="46" name="Ink 45">
                <a:extLst>
                  <a:ext uri="{FF2B5EF4-FFF2-40B4-BE49-F238E27FC236}">
                    <a16:creationId xmlns:a16="http://schemas.microsoft.com/office/drawing/2014/main" id="{EB616A50-435D-45C9-8B5F-9242E112FD8A}"/>
                  </a:ext>
                </a:extLst>
              </p14:cNvPr>
              <p14:cNvContentPartPr/>
              <p14:nvPr/>
            </p14:nvContentPartPr>
            <p14:xfrm>
              <a:off x="2271231" y="1860803"/>
              <a:ext cx="36720" cy="45720"/>
            </p14:xfrm>
          </p:contentPart>
        </mc:Choice>
        <mc:Fallback xmlns="">
          <p:pic>
            <p:nvPicPr>
              <p:cNvPr id="46" name="Ink 45">
                <a:extLst>
                  <a:ext uri="{FF2B5EF4-FFF2-40B4-BE49-F238E27FC236}">
                    <a16:creationId xmlns:a16="http://schemas.microsoft.com/office/drawing/2014/main" id="{EB616A50-435D-45C9-8B5F-9242E112FD8A}"/>
                  </a:ext>
                </a:extLst>
              </p:cNvPr>
              <p:cNvPicPr/>
              <p:nvPr/>
            </p:nvPicPr>
            <p:blipFill>
              <a:blip r:embed="rId26"/>
              <a:stretch>
                <a:fillRect/>
              </a:stretch>
            </p:blipFill>
            <p:spPr>
              <a:xfrm>
                <a:off x="2262231" y="1851803"/>
                <a:ext cx="54360" cy="63360"/>
              </a:xfrm>
              <a:prstGeom prst="rect">
                <a:avLst/>
              </a:prstGeom>
            </p:spPr>
          </p:pic>
        </mc:Fallback>
      </mc:AlternateContent>
      <p:grpSp>
        <p:nvGrpSpPr>
          <p:cNvPr id="53" name="Group 52">
            <a:extLst>
              <a:ext uri="{FF2B5EF4-FFF2-40B4-BE49-F238E27FC236}">
                <a16:creationId xmlns:a16="http://schemas.microsoft.com/office/drawing/2014/main" id="{7BF474F3-9F4A-42D9-A938-0A1A92892108}"/>
              </a:ext>
            </a:extLst>
          </p:cNvPr>
          <p:cNvGrpSpPr/>
          <p:nvPr/>
        </p:nvGrpSpPr>
        <p:grpSpPr>
          <a:xfrm>
            <a:off x="3111831" y="1911563"/>
            <a:ext cx="985680" cy="498240"/>
            <a:chOff x="3111831" y="1911563"/>
            <a:chExt cx="985680" cy="498240"/>
          </a:xfrm>
        </p:grpSpPr>
        <mc:AlternateContent xmlns:mc="http://schemas.openxmlformats.org/markup-compatibility/2006" xmlns:p14="http://schemas.microsoft.com/office/powerpoint/2010/main">
          <mc:Choice Requires="p14">
            <p:contentPart p14:bwMode="auto" r:id="rId27">
              <p14:nvContentPartPr>
                <p14:cNvPr id="42" name="Ink 41">
                  <a:extLst>
                    <a:ext uri="{FF2B5EF4-FFF2-40B4-BE49-F238E27FC236}">
                      <a16:creationId xmlns:a16="http://schemas.microsoft.com/office/drawing/2014/main" id="{EF00CC73-4635-4E29-9002-6A131CEA478D}"/>
                    </a:ext>
                  </a:extLst>
                </p14:cNvPr>
                <p14:cNvContentPartPr/>
                <p14:nvPr/>
              </p14:nvContentPartPr>
              <p14:xfrm>
                <a:off x="3111831" y="2170043"/>
                <a:ext cx="207720" cy="173160"/>
              </p14:xfrm>
            </p:contentPart>
          </mc:Choice>
          <mc:Fallback xmlns="">
            <p:pic>
              <p:nvPicPr>
                <p:cNvPr id="42" name="Ink 41">
                  <a:extLst>
                    <a:ext uri="{FF2B5EF4-FFF2-40B4-BE49-F238E27FC236}">
                      <a16:creationId xmlns:a16="http://schemas.microsoft.com/office/drawing/2014/main" id="{EF00CC73-4635-4E29-9002-6A131CEA478D}"/>
                    </a:ext>
                  </a:extLst>
                </p:cNvPr>
                <p:cNvPicPr/>
                <p:nvPr/>
              </p:nvPicPr>
              <p:blipFill>
                <a:blip r:embed="rId28"/>
                <a:stretch>
                  <a:fillRect/>
                </a:stretch>
              </p:blipFill>
              <p:spPr>
                <a:xfrm>
                  <a:off x="3103191" y="2161403"/>
                  <a:ext cx="225360" cy="1908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43" name="Ink 42">
                  <a:extLst>
                    <a:ext uri="{FF2B5EF4-FFF2-40B4-BE49-F238E27FC236}">
                      <a16:creationId xmlns:a16="http://schemas.microsoft.com/office/drawing/2014/main" id="{4D88BCAF-CC47-4565-ADA6-76FF38872A77}"/>
                    </a:ext>
                  </a:extLst>
                </p14:cNvPr>
                <p14:cNvContentPartPr/>
                <p14:nvPr/>
              </p14:nvContentPartPr>
              <p14:xfrm>
                <a:off x="3405591" y="2267603"/>
                <a:ext cx="8640" cy="129960"/>
              </p14:xfrm>
            </p:contentPart>
          </mc:Choice>
          <mc:Fallback xmlns="">
            <p:pic>
              <p:nvPicPr>
                <p:cNvPr id="43" name="Ink 42">
                  <a:extLst>
                    <a:ext uri="{FF2B5EF4-FFF2-40B4-BE49-F238E27FC236}">
                      <a16:creationId xmlns:a16="http://schemas.microsoft.com/office/drawing/2014/main" id="{4D88BCAF-CC47-4565-ADA6-76FF38872A77}"/>
                    </a:ext>
                  </a:extLst>
                </p:cNvPr>
                <p:cNvPicPr/>
                <p:nvPr/>
              </p:nvPicPr>
              <p:blipFill>
                <a:blip r:embed="rId30"/>
                <a:stretch>
                  <a:fillRect/>
                </a:stretch>
              </p:blipFill>
              <p:spPr>
                <a:xfrm>
                  <a:off x="3396591" y="2258963"/>
                  <a:ext cx="26280" cy="1476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44" name="Ink 43">
                  <a:extLst>
                    <a:ext uri="{FF2B5EF4-FFF2-40B4-BE49-F238E27FC236}">
                      <a16:creationId xmlns:a16="http://schemas.microsoft.com/office/drawing/2014/main" id="{ECF976B5-2253-4D18-BE1C-CFCA39CB0C0E}"/>
                    </a:ext>
                  </a:extLst>
                </p14:cNvPr>
                <p14:cNvContentPartPr/>
                <p14:nvPr/>
              </p14:nvContentPartPr>
              <p14:xfrm>
                <a:off x="3470031" y="2301443"/>
                <a:ext cx="8640" cy="87480"/>
              </p14:xfrm>
            </p:contentPart>
          </mc:Choice>
          <mc:Fallback xmlns="">
            <p:pic>
              <p:nvPicPr>
                <p:cNvPr id="44" name="Ink 43">
                  <a:extLst>
                    <a:ext uri="{FF2B5EF4-FFF2-40B4-BE49-F238E27FC236}">
                      <a16:creationId xmlns:a16="http://schemas.microsoft.com/office/drawing/2014/main" id="{ECF976B5-2253-4D18-BE1C-CFCA39CB0C0E}"/>
                    </a:ext>
                  </a:extLst>
                </p:cNvPr>
                <p:cNvPicPr/>
                <p:nvPr/>
              </p:nvPicPr>
              <p:blipFill>
                <a:blip r:embed="rId32"/>
                <a:stretch>
                  <a:fillRect/>
                </a:stretch>
              </p:blipFill>
              <p:spPr>
                <a:xfrm>
                  <a:off x="3461031" y="2292803"/>
                  <a:ext cx="2628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47" name="Ink 46">
                  <a:extLst>
                    <a:ext uri="{FF2B5EF4-FFF2-40B4-BE49-F238E27FC236}">
                      <a16:creationId xmlns:a16="http://schemas.microsoft.com/office/drawing/2014/main" id="{3BF57E36-E6AA-4DEA-889C-59524FD4B3DA}"/>
                    </a:ext>
                  </a:extLst>
                </p14:cNvPr>
                <p14:cNvContentPartPr/>
                <p14:nvPr/>
              </p14:nvContentPartPr>
              <p14:xfrm>
                <a:off x="3473631" y="2028923"/>
                <a:ext cx="4680" cy="103680"/>
              </p14:xfrm>
            </p:contentPart>
          </mc:Choice>
          <mc:Fallback xmlns="">
            <p:pic>
              <p:nvPicPr>
                <p:cNvPr id="47" name="Ink 46">
                  <a:extLst>
                    <a:ext uri="{FF2B5EF4-FFF2-40B4-BE49-F238E27FC236}">
                      <a16:creationId xmlns:a16="http://schemas.microsoft.com/office/drawing/2014/main" id="{3BF57E36-E6AA-4DEA-889C-59524FD4B3DA}"/>
                    </a:ext>
                  </a:extLst>
                </p:cNvPr>
                <p:cNvPicPr/>
                <p:nvPr/>
              </p:nvPicPr>
              <p:blipFill>
                <a:blip r:embed="rId34"/>
                <a:stretch>
                  <a:fillRect/>
                </a:stretch>
              </p:blipFill>
              <p:spPr>
                <a:xfrm>
                  <a:off x="3464991" y="2020283"/>
                  <a:ext cx="22320" cy="12132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48" name="Ink 47">
                  <a:extLst>
                    <a:ext uri="{FF2B5EF4-FFF2-40B4-BE49-F238E27FC236}">
                      <a16:creationId xmlns:a16="http://schemas.microsoft.com/office/drawing/2014/main" id="{6FB6B7EF-3884-4A05-894E-4882079CBE2F}"/>
                    </a:ext>
                  </a:extLst>
                </p14:cNvPr>
                <p14:cNvContentPartPr/>
                <p14:nvPr/>
              </p14:nvContentPartPr>
              <p14:xfrm>
                <a:off x="3460311" y="1911563"/>
                <a:ext cx="30600" cy="71280"/>
              </p14:xfrm>
            </p:contentPart>
          </mc:Choice>
          <mc:Fallback xmlns="">
            <p:pic>
              <p:nvPicPr>
                <p:cNvPr id="48" name="Ink 47">
                  <a:extLst>
                    <a:ext uri="{FF2B5EF4-FFF2-40B4-BE49-F238E27FC236}">
                      <a16:creationId xmlns:a16="http://schemas.microsoft.com/office/drawing/2014/main" id="{6FB6B7EF-3884-4A05-894E-4882079CBE2F}"/>
                    </a:ext>
                  </a:extLst>
                </p:cNvPr>
                <p:cNvPicPr/>
                <p:nvPr/>
              </p:nvPicPr>
              <p:blipFill>
                <a:blip r:embed="rId36"/>
                <a:stretch>
                  <a:fillRect/>
                </a:stretch>
              </p:blipFill>
              <p:spPr>
                <a:xfrm>
                  <a:off x="3451671" y="1902563"/>
                  <a:ext cx="48240" cy="8892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49" name="Ink 48">
                  <a:extLst>
                    <a:ext uri="{FF2B5EF4-FFF2-40B4-BE49-F238E27FC236}">
                      <a16:creationId xmlns:a16="http://schemas.microsoft.com/office/drawing/2014/main" id="{FCFE79C6-1F2C-497D-A3AF-584EC0A5C21B}"/>
                    </a:ext>
                  </a:extLst>
                </p14:cNvPr>
                <p14:cNvContentPartPr/>
                <p14:nvPr/>
              </p14:nvContentPartPr>
              <p14:xfrm>
                <a:off x="3590631" y="2242403"/>
                <a:ext cx="141480" cy="19080"/>
              </p14:xfrm>
            </p:contentPart>
          </mc:Choice>
          <mc:Fallback xmlns="">
            <p:pic>
              <p:nvPicPr>
                <p:cNvPr id="49" name="Ink 48">
                  <a:extLst>
                    <a:ext uri="{FF2B5EF4-FFF2-40B4-BE49-F238E27FC236}">
                      <a16:creationId xmlns:a16="http://schemas.microsoft.com/office/drawing/2014/main" id="{FCFE79C6-1F2C-497D-A3AF-584EC0A5C21B}"/>
                    </a:ext>
                  </a:extLst>
                </p:cNvPr>
                <p:cNvPicPr/>
                <p:nvPr/>
              </p:nvPicPr>
              <p:blipFill>
                <a:blip r:embed="rId38"/>
                <a:stretch>
                  <a:fillRect/>
                </a:stretch>
              </p:blipFill>
              <p:spPr>
                <a:xfrm>
                  <a:off x="3581631" y="2233403"/>
                  <a:ext cx="159120" cy="3672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50" name="Ink 49">
                  <a:extLst>
                    <a:ext uri="{FF2B5EF4-FFF2-40B4-BE49-F238E27FC236}">
                      <a16:creationId xmlns:a16="http://schemas.microsoft.com/office/drawing/2014/main" id="{E14AEE10-7AF9-48CB-8E44-1C39C40A71FB}"/>
                    </a:ext>
                  </a:extLst>
                </p14:cNvPr>
                <p14:cNvContentPartPr/>
                <p14:nvPr/>
              </p14:nvContentPartPr>
              <p14:xfrm>
                <a:off x="3800871" y="2215403"/>
                <a:ext cx="296640" cy="194400"/>
              </p14:xfrm>
            </p:contentPart>
          </mc:Choice>
          <mc:Fallback xmlns="">
            <p:pic>
              <p:nvPicPr>
                <p:cNvPr id="50" name="Ink 49">
                  <a:extLst>
                    <a:ext uri="{FF2B5EF4-FFF2-40B4-BE49-F238E27FC236}">
                      <a16:creationId xmlns:a16="http://schemas.microsoft.com/office/drawing/2014/main" id="{E14AEE10-7AF9-48CB-8E44-1C39C40A71FB}"/>
                    </a:ext>
                  </a:extLst>
                </p:cNvPr>
                <p:cNvPicPr/>
                <p:nvPr/>
              </p:nvPicPr>
              <p:blipFill>
                <a:blip r:embed="rId40"/>
                <a:stretch>
                  <a:fillRect/>
                </a:stretch>
              </p:blipFill>
              <p:spPr>
                <a:xfrm>
                  <a:off x="3791871" y="2206403"/>
                  <a:ext cx="314280" cy="2120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1">
            <p14:nvContentPartPr>
              <p14:cNvPr id="51" name="Ink 50">
                <a:extLst>
                  <a:ext uri="{FF2B5EF4-FFF2-40B4-BE49-F238E27FC236}">
                    <a16:creationId xmlns:a16="http://schemas.microsoft.com/office/drawing/2014/main" id="{3A50D35B-8EAC-4DF2-AF59-81F03EACA2F7}"/>
                  </a:ext>
                </a:extLst>
              </p14:cNvPr>
              <p14:cNvContentPartPr/>
              <p14:nvPr/>
            </p14:nvContentPartPr>
            <p14:xfrm>
              <a:off x="2941191" y="2499443"/>
              <a:ext cx="1126800" cy="29160"/>
            </p14:xfrm>
          </p:contentPart>
        </mc:Choice>
        <mc:Fallback xmlns="">
          <p:pic>
            <p:nvPicPr>
              <p:cNvPr id="51" name="Ink 50">
                <a:extLst>
                  <a:ext uri="{FF2B5EF4-FFF2-40B4-BE49-F238E27FC236}">
                    <a16:creationId xmlns:a16="http://schemas.microsoft.com/office/drawing/2014/main" id="{3A50D35B-8EAC-4DF2-AF59-81F03EACA2F7}"/>
                  </a:ext>
                </a:extLst>
              </p:cNvPr>
              <p:cNvPicPr/>
              <p:nvPr/>
            </p:nvPicPr>
            <p:blipFill>
              <a:blip r:embed="rId42"/>
              <a:stretch>
                <a:fillRect/>
              </a:stretch>
            </p:blipFill>
            <p:spPr>
              <a:xfrm>
                <a:off x="2932191" y="2490803"/>
                <a:ext cx="1144440" cy="4680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52" name="Ink 51">
                <a:extLst>
                  <a:ext uri="{FF2B5EF4-FFF2-40B4-BE49-F238E27FC236}">
                    <a16:creationId xmlns:a16="http://schemas.microsoft.com/office/drawing/2014/main" id="{F21099E9-6EF6-4BC2-905B-F47C26AF5AD0}"/>
                  </a:ext>
                </a:extLst>
              </p14:cNvPr>
              <p14:cNvContentPartPr/>
              <p14:nvPr/>
            </p14:nvContentPartPr>
            <p14:xfrm>
              <a:off x="3391191" y="2673323"/>
              <a:ext cx="244440" cy="156960"/>
            </p14:xfrm>
          </p:contentPart>
        </mc:Choice>
        <mc:Fallback xmlns="">
          <p:pic>
            <p:nvPicPr>
              <p:cNvPr id="52" name="Ink 51">
                <a:extLst>
                  <a:ext uri="{FF2B5EF4-FFF2-40B4-BE49-F238E27FC236}">
                    <a16:creationId xmlns:a16="http://schemas.microsoft.com/office/drawing/2014/main" id="{F21099E9-6EF6-4BC2-905B-F47C26AF5AD0}"/>
                  </a:ext>
                </a:extLst>
              </p:cNvPr>
              <p:cNvPicPr/>
              <p:nvPr/>
            </p:nvPicPr>
            <p:blipFill>
              <a:blip r:embed="rId44"/>
              <a:stretch>
                <a:fillRect/>
              </a:stretch>
            </p:blipFill>
            <p:spPr>
              <a:xfrm>
                <a:off x="3382551" y="2664683"/>
                <a:ext cx="262080" cy="17460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54" name="Ink 53">
                <a:extLst>
                  <a:ext uri="{FF2B5EF4-FFF2-40B4-BE49-F238E27FC236}">
                    <a16:creationId xmlns:a16="http://schemas.microsoft.com/office/drawing/2014/main" id="{6490A11F-EE63-4F88-872E-D66225B7216D}"/>
                  </a:ext>
                </a:extLst>
              </p14:cNvPr>
              <p14:cNvContentPartPr/>
              <p14:nvPr/>
            </p14:nvContentPartPr>
            <p14:xfrm>
              <a:off x="4725351" y="2316563"/>
              <a:ext cx="237240" cy="186840"/>
            </p14:xfrm>
          </p:contentPart>
        </mc:Choice>
        <mc:Fallback xmlns="">
          <p:pic>
            <p:nvPicPr>
              <p:cNvPr id="54" name="Ink 53">
                <a:extLst>
                  <a:ext uri="{FF2B5EF4-FFF2-40B4-BE49-F238E27FC236}">
                    <a16:creationId xmlns:a16="http://schemas.microsoft.com/office/drawing/2014/main" id="{6490A11F-EE63-4F88-872E-D66225B7216D}"/>
                  </a:ext>
                </a:extLst>
              </p:cNvPr>
              <p:cNvPicPr/>
              <p:nvPr/>
            </p:nvPicPr>
            <p:blipFill>
              <a:blip r:embed="rId46"/>
              <a:stretch>
                <a:fillRect/>
              </a:stretch>
            </p:blipFill>
            <p:spPr>
              <a:xfrm>
                <a:off x="4716351" y="2307563"/>
                <a:ext cx="254880" cy="204480"/>
              </a:xfrm>
              <a:prstGeom prst="rect">
                <a:avLst/>
              </a:prstGeom>
            </p:spPr>
          </p:pic>
        </mc:Fallback>
      </mc:AlternateContent>
      <p:grpSp>
        <p:nvGrpSpPr>
          <p:cNvPr id="70" name="Group 69">
            <a:extLst>
              <a:ext uri="{FF2B5EF4-FFF2-40B4-BE49-F238E27FC236}">
                <a16:creationId xmlns:a16="http://schemas.microsoft.com/office/drawing/2014/main" id="{413AA64F-39DF-4983-A356-B270E4F34ACF}"/>
              </a:ext>
            </a:extLst>
          </p:cNvPr>
          <p:cNvGrpSpPr/>
          <p:nvPr/>
        </p:nvGrpSpPr>
        <p:grpSpPr>
          <a:xfrm>
            <a:off x="1451151" y="3352643"/>
            <a:ext cx="1406880" cy="959040"/>
            <a:chOff x="1451151" y="3352643"/>
            <a:chExt cx="1406880" cy="959040"/>
          </a:xfrm>
        </p:grpSpPr>
        <mc:AlternateContent xmlns:mc="http://schemas.openxmlformats.org/markup-compatibility/2006" xmlns:p14="http://schemas.microsoft.com/office/powerpoint/2010/main">
          <mc:Choice Requires="p14">
            <p:contentPart p14:bwMode="auto" r:id="rId47">
              <p14:nvContentPartPr>
                <p14:cNvPr id="55" name="Ink 54">
                  <a:extLst>
                    <a:ext uri="{FF2B5EF4-FFF2-40B4-BE49-F238E27FC236}">
                      <a16:creationId xmlns:a16="http://schemas.microsoft.com/office/drawing/2014/main" id="{EB864D41-00DA-4E06-A075-8A2801E836EF}"/>
                    </a:ext>
                  </a:extLst>
                </p14:cNvPr>
                <p14:cNvContentPartPr/>
                <p14:nvPr/>
              </p14:nvContentPartPr>
              <p14:xfrm>
                <a:off x="1451151" y="3352643"/>
                <a:ext cx="240840" cy="394920"/>
              </p14:xfrm>
            </p:contentPart>
          </mc:Choice>
          <mc:Fallback xmlns="">
            <p:pic>
              <p:nvPicPr>
                <p:cNvPr id="55" name="Ink 54">
                  <a:extLst>
                    <a:ext uri="{FF2B5EF4-FFF2-40B4-BE49-F238E27FC236}">
                      <a16:creationId xmlns:a16="http://schemas.microsoft.com/office/drawing/2014/main" id="{EB864D41-00DA-4E06-A075-8A2801E836EF}"/>
                    </a:ext>
                  </a:extLst>
                </p:cNvPr>
                <p:cNvPicPr/>
                <p:nvPr/>
              </p:nvPicPr>
              <p:blipFill>
                <a:blip r:embed="rId48"/>
                <a:stretch>
                  <a:fillRect/>
                </a:stretch>
              </p:blipFill>
              <p:spPr>
                <a:xfrm>
                  <a:off x="1442151" y="3343643"/>
                  <a:ext cx="258480" cy="41256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56" name="Ink 55">
                  <a:extLst>
                    <a:ext uri="{FF2B5EF4-FFF2-40B4-BE49-F238E27FC236}">
                      <a16:creationId xmlns:a16="http://schemas.microsoft.com/office/drawing/2014/main" id="{2EC5C29F-B835-4DC3-AAD6-1EA74E64937A}"/>
                    </a:ext>
                  </a:extLst>
                </p14:cNvPr>
                <p14:cNvContentPartPr/>
                <p14:nvPr/>
              </p14:nvContentPartPr>
              <p14:xfrm>
                <a:off x="1698831" y="3533363"/>
                <a:ext cx="29160" cy="197280"/>
              </p14:xfrm>
            </p:contentPart>
          </mc:Choice>
          <mc:Fallback xmlns="">
            <p:pic>
              <p:nvPicPr>
                <p:cNvPr id="56" name="Ink 55">
                  <a:extLst>
                    <a:ext uri="{FF2B5EF4-FFF2-40B4-BE49-F238E27FC236}">
                      <a16:creationId xmlns:a16="http://schemas.microsoft.com/office/drawing/2014/main" id="{2EC5C29F-B835-4DC3-AAD6-1EA74E64937A}"/>
                    </a:ext>
                  </a:extLst>
                </p:cNvPr>
                <p:cNvPicPr/>
                <p:nvPr/>
              </p:nvPicPr>
              <p:blipFill>
                <a:blip r:embed="rId50"/>
                <a:stretch>
                  <a:fillRect/>
                </a:stretch>
              </p:blipFill>
              <p:spPr>
                <a:xfrm>
                  <a:off x="1690191" y="3524723"/>
                  <a:ext cx="46800" cy="21492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57" name="Ink 56">
                  <a:extLst>
                    <a:ext uri="{FF2B5EF4-FFF2-40B4-BE49-F238E27FC236}">
                      <a16:creationId xmlns:a16="http://schemas.microsoft.com/office/drawing/2014/main" id="{A1D5C882-1EBB-469C-BC35-B0027D2BB89D}"/>
                    </a:ext>
                  </a:extLst>
                </p14:cNvPr>
                <p14:cNvContentPartPr/>
                <p14:nvPr/>
              </p14:nvContentPartPr>
              <p14:xfrm>
                <a:off x="1793151" y="3638843"/>
                <a:ext cx="369720" cy="118800"/>
              </p14:xfrm>
            </p:contentPart>
          </mc:Choice>
          <mc:Fallback xmlns="">
            <p:pic>
              <p:nvPicPr>
                <p:cNvPr id="57" name="Ink 56">
                  <a:extLst>
                    <a:ext uri="{FF2B5EF4-FFF2-40B4-BE49-F238E27FC236}">
                      <a16:creationId xmlns:a16="http://schemas.microsoft.com/office/drawing/2014/main" id="{A1D5C882-1EBB-469C-BC35-B0027D2BB89D}"/>
                    </a:ext>
                  </a:extLst>
                </p:cNvPr>
                <p:cNvPicPr/>
                <p:nvPr/>
              </p:nvPicPr>
              <p:blipFill>
                <a:blip r:embed="rId52"/>
                <a:stretch>
                  <a:fillRect/>
                </a:stretch>
              </p:blipFill>
              <p:spPr>
                <a:xfrm>
                  <a:off x="1784151" y="3630203"/>
                  <a:ext cx="387360"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58" name="Ink 57">
                  <a:extLst>
                    <a:ext uri="{FF2B5EF4-FFF2-40B4-BE49-F238E27FC236}">
                      <a16:creationId xmlns:a16="http://schemas.microsoft.com/office/drawing/2014/main" id="{AD697DE8-D29E-4624-99CD-C760B10D7D14}"/>
                    </a:ext>
                  </a:extLst>
                </p14:cNvPr>
                <p14:cNvContentPartPr/>
                <p14:nvPr/>
              </p14:nvContentPartPr>
              <p14:xfrm>
                <a:off x="2085111" y="3494123"/>
                <a:ext cx="34560" cy="42480"/>
              </p14:xfrm>
            </p:contentPart>
          </mc:Choice>
          <mc:Fallback xmlns="">
            <p:pic>
              <p:nvPicPr>
                <p:cNvPr id="58" name="Ink 57">
                  <a:extLst>
                    <a:ext uri="{FF2B5EF4-FFF2-40B4-BE49-F238E27FC236}">
                      <a16:creationId xmlns:a16="http://schemas.microsoft.com/office/drawing/2014/main" id="{AD697DE8-D29E-4624-99CD-C760B10D7D14}"/>
                    </a:ext>
                  </a:extLst>
                </p:cNvPr>
                <p:cNvPicPr/>
                <p:nvPr/>
              </p:nvPicPr>
              <p:blipFill>
                <a:blip r:embed="rId54"/>
                <a:stretch>
                  <a:fillRect/>
                </a:stretch>
              </p:blipFill>
              <p:spPr>
                <a:xfrm>
                  <a:off x="2076471" y="3485123"/>
                  <a:ext cx="52200" cy="6012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59" name="Ink 58">
                  <a:extLst>
                    <a:ext uri="{FF2B5EF4-FFF2-40B4-BE49-F238E27FC236}">
                      <a16:creationId xmlns:a16="http://schemas.microsoft.com/office/drawing/2014/main" id="{6CC1562B-FF0E-4D83-B8DF-C16373326AEB}"/>
                    </a:ext>
                  </a:extLst>
                </p14:cNvPr>
                <p14:cNvContentPartPr/>
                <p14:nvPr/>
              </p14:nvContentPartPr>
              <p14:xfrm>
                <a:off x="2198871" y="3507443"/>
                <a:ext cx="535320" cy="804240"/>
              </p14:xfrm>
            </p:contentPart>
          </mc:Choice>
          <mc:Fallback xmlns="">
            <p:pic>
              <p:nvPicPr>
                <p:cNvPr id="59" name="Ink 58">
                  <a:extLst>
                    <a:ext uri="{FF2B5EF4-FFF2-40B4-BE49-F238E27FC236}">
                      <a16:creationId xmlns:a16="http://schemas.microsoft.com/office/drawing/2014/main" id="{6CC1562B-FF0E-4D83-B8DF-C16373326AEB}"/>
                    </a:ext>
                  </a:extLst>
                </p:cNvPr>
                <p:cNvPicPr/>
                <p:nvPr/>
              </p:nvPicPr>
              <p:blipFill>
                <a:blip r:embed="rId56"/>
                <a:stretch>
                  <a:fillRect/>
                </a:stretch>
              </p:blipFill>
              <p:spPr>
                <a:xfrm>
                  <a:off x="2189871" y="3498443"/>
                  <a:ext cx="552960" cy="82188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60" name="Ink 59">
                  <a:extLst>
                    <a:ext uri="{FF2B5EF4-FFF2-40B4-BE49-F238E27FC236}">
                      <a16:creationId xmlns:a16="http://schemas.microsoft.com/office/drawing/2014/main" id="{E27D8305-1C91-4B2C-82B8-5B11940C5710}"/>
                    </a:ext>
                  </a:extLst>
                </p14:cNvPr>
                <p14:cNvContentPartPr/>
                <p14:nvPr/>
              </p14:nvContentPartPr>
              <p14:xfrm>
                <a:off x="2842911" y="3812003"/>
                <a:ext cx="15120" cy="134280"/>
              </p14:xfrm>
            </p:contentPart>
          </mc:Choice>
          <mc:Fallback xmlns="">
            <p:pic>
              <p:nvPicPr>
                <p:cNvPr id="60" name="Ink 59">
                  <a:extLst>
                    <a:ext uri="{FF2B5EF4-FFF2-40B4-BE49-F238E27FC236}">
                      <a16:creationId xmlns:a16="http://schemas.microsoft.com/office/drawing/2014/main" id="{E27D8305-1C91-4B2C-82B8-5B11940C5710}"/>
                    </a:ext>
                  </a:extLst>
                </p:cNvPr>
                <p:cNvPicPr/>
                <p:nvPr/>
              </p:nvPicPr>
              <p:blipFill>
                <a:blip r:embed="rId58"/>
                <a:stretch>
                  <a:fillRect/>
                </a:stretch>
              </p:blipFill>
              <p:spPr>
                <a:xfrm>
                  <a:off x="2833911" y="3803363"/>
                  <a:ext cx="32760" cy="151920"/>
                </a:xfrm>
                <a:prstGeom prst="rect">
                  <a:avLst/>
                </a:prstGeom>
              </p:spPr>
            </p:pic>
          </mc:Fallback>
        </mc:AlternateContent>
      </p:grpSp>
      <p:grpSp>
        <p:nvGrpSpPr>
          <p:cNvPr id="69" name="Group 68">
            <a:extLst>
              <a:ext uri="{FF2B5EF4-FFF2-40B4-BE49-F238E27FC236}">
                <a16:creationId xmlns:a16="http://schemas.microsoft.com/office/drawing/2014/main" id="{70D03A69-E1C7-498A-9CF5-F6E633516528}"/>
              </a:ext>
            </a:extLst>
          </p:cNvPr>
          <p:cNvGrpSpPr/>
          <p:nvPr/>
        </p:nvGrpSpPr>
        <p:grpSpPr>
          <a:xfrm>
            <a:off x="4168071" y="3554243"/>
            <a:ext cx="436680" cy="597960"/>
            <a:chOff x="4168071" y="3554243"/>
            <a:chExt cx="436680" cy="597960"/>
          </a:xfrm>
        </p:grpSpPr>
        <mc:AlternateContent xmlns:mc="http://schemas.openxmlformats.org/markup-compatibility/2006" xmlns:p14="http://schemas.microsoft.com/office/powerpoint/2010/main">
          <mc:Choice Requires="p14">
            <p:contentPart p14:bwMode="auto" r:id="rId59">
              <p14:nvContentPartPr>
                <p14:cNvPr id="65" name="Ink 64">
                  <a:extLst>
                    <a:ext uri="{FF2B5EF4-FFF2-40B4-BE49-F238E27FC236}">
                      <a16:creationId xmlns:a16="http://schemas.microsoft.com/office/drawing/2014/main" id="{27529C37-36E4-4280-A46F-1E6E303CA7FA}"/>
                    </a:ext>
                  </a:extLst>
                </p14:cNvPr>
                <p14:cNvContentPartPr/>
                <p14:nvPr/>
              </p14:nvContentPartPr>
              <p14:xfrm>
                <a:off x="4209831" y="3554243"/>
                <a:ext cx="147960" cy="597960"/>
              </p14:xfrm>
            </p:contentPart>
          </mc:Choice>
          <mc:Fallback xmlns="">
            <p:pic>
              <p:nvPicPr>
                <p:cNvPr id="65" name="Ink 64">
                  <a:extLst>
                    <a:ext uri="{FF2B5EF4-FFF2-40B4-BE49-F238E27FC236}">
                      <a16:creationId xmlns:a16="http://schemas.microsoft.com/office/drawing/2014/main" id="{27529C37-36E4-4280-A46F-1E6E303CA7FA}"/>
                    </a:ext>
                  </a:extLst>
                </p:cNvPr>
                <p:cNvPicPr/>
                <p:nvPr/>
              </p:nvPicPr>
              <p:blipFill>
                <a:blip r:embed="rId60"/>
                <a:stretch>
                  <a:fillRect/>
                </a:stretch>
              </p:blipFill>
              <p:spPr>
                <a:xfrm>
                  <a:off x="4200831" y="3545243"/>
                  <a:ext cx="165600" cy="61560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66" name="Ink 65">
                  <a:extLst>
                    <a:ext uri="{FF2B5EF4-FFF2-40B4-BE49-F238E27FC236}">
                      <a16:creationId xmlns:a16="http://schemas.microsoft.com/office/drawing/2014/main" id="{34493327-939B-4AEB-B137-B5560AB0C872}"/>
                    </a:ext>
                  </a:extLst>
                </p14:cNvPr>
                <p14:cNvContentPartPr/>
                <p14:nvPr/>
              </p14:nvContentPartPr>
              <p14:xfrm>
                <a:off x="4168071" y="3705083"/>
                <a:ext cx="436680" cy="121680"/>
              </p14:xfrm>
            </p:contentPart>
          </mc:Choice>
          <mc:Fallback xmlns="">
            <p:pic>
              <p:nvPicPr>
                <p:cNvPr id="66" name="Ink 65">
                  <a:extLst>
                    <a:ext uri="{FF2B5EF4-FFF2-40B4-BE49-F238E27FC236}">
                      <a16:creationId xmlns:a16="http://schemas.microsoft.com/office/drawing/2014/main" id="{34493327-939B-4AEB-B137-B5560AB0C872}"/>
                    </a:ext>
                  </a:extLst>
                </p:cNvPr>
                <p:cNvPicPr/>
                <p:nvPr/>
              </p:nvPicPr>
              <p:blipFill>
                <a:blip r:embed="rId62"/>
                <a:stretch>
                  <a:fillRect/>
                </a:stretch>
              </p:blipFill>
              <p:spPr>
                <a:xfrm>
                  <a:off x="4159071" y="3696443"/>
                  <a:ext cx="454320" cy="139320"/>
                </a:xfrm>
                <a:prstGeom prst="rect">
                  <a:avLst/>
                </a:prstGeom>
              </p:spPr>
            </p:pic>
          </mc:Fallback>
        </mc:AlternateContent>
      </p:grpSp>
      <p:grpSp>
        <p:nvGrpSpPr>
          <p:cNvPr id="68" name="Group 67">
            <a:extLst>
              <a:ext uri="{FF2B5EF4-FFF2-40B4-BE49-F238E27FC236}">
                <a16:creationId xmlns:a16="http://schemas.microsoft.com/office/drawing/2014/main" id="{3FF78B0E-A693-4E63-ADC0-FE891A465FF4}"/>
              </a:ext>
            </a:extLst>
          </p:cNvPr>
          <p:cNvGrpSpPr/>
          <p:nvPr/>
        </p:nvGrpSpPr>
        <p:grpSpPr>
          <a:xfrm>
            <a:off x="3160791" y="3549203"/>
            <a:ext cx="652680" cy="290880"/>
            <a:chOff x="3160791" y="3549203"/>
            <a:chExt cx="652680" cy="290880"/>
          </a:xfrm>
        </p:grpSpPr>
        <mc:AlternateContent xmlns:mc="http://schemas.openxmlformats.org/markup-compatibility/2006" xmlns:p14="http://schemas.microsoft.com/office/powerpoint/2010/main">
          <mc:Choice Requires="p14">
            <p:contentPart p14:bwMode="auto" r:id="rId63">
              <p14:nvContentPartPr>
                <p14:cNvPr id="61" name="Ink 60">
                  <a:extLst>
                    <a:ext uri="{FF2B5EF4-FFF2-40B4-BE49-F238E27FC236}">
                      <a16:creationId xmlns:a16="http://schemas.microsoft.com/office/drawing/2014/main" id="{81F7E0B6-66C7-4A43-96C0-3945EB8838E9}"/>
                    </a:ext>
                  </a:extLst>
                </p14:cNvPr>
                <p14:cNvContentPartPr/>
                <p14:nvPr/>
              </p14:nvContentPartPr>
              <p14:xfrm>
                <a:off x="3160791" y="3575123"/>
                <a:ext cx="242280" cy="230400"/>
              </p14:xfrm>
            </p:contentPart>
          </mc:Choice>
          <mc:Fallback xmlns="">
            <p:pic>
              <p:nvPicPr>
                <p:cNvPr id="61" name="Ink 60">
                  <a:extLst>
                    <a:ext uri="{FF2B5EF4-FFF2-40B4-BE49-F238E27FC236}">
                      <a16:creationId xmlns:a16="http://schemas.microsoft.com/office/drawing/2014/main" id="{81F7E0B6-66C7-4A43-96C0-3945EB8838E9}"/>
                    </a:ext>
                  </a:extLst>
                </p:cNvPr>
                <p:cNvPicPr/>
                <p:nvPr/>
              </p:nvPicPr>
              <p:blipFill>
                <a:blip r:embed="rId64"/>
                <a:stretch>
                  <a:fillRect/>
                </a:stretch>
              </p:blipFill>
              <p:spPr>
                <a:xfrm>
                  <a:off x="3152151" y="3566483"/>
                  <a:ext cx="259920" cy="24804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62" name="Ink 61">
                  <a:extLst>
                    <a:ext uri="{FF2B5EF4-FFF2-40B4-BE49-F238E27FC236}">
                      <a16:creationId xmlns:a16="http://schemas.microsoft.com/office/drawing/2014/main" id="{BBCFCE5D-83B7-4A62-AD2E-1C0FE2BD5238}"/>
                    </a:ext>
                  </a:extLst>
                </p14:cNvPr>
                <p14:cNvContentPartPr/>
                <p14:nvPr/>
              </p14:nvContentPartPr>
              <p14:xfrm>
                <a:off x="3632391" y="3685643"/>
                <a:ext cx="8640" cy="123120"/>
              </p14:xfrm>
            </p:contentPart>
          </mc:Choice>
          <mc:Fallback xmlns="">
            <p:pic>
              <p:nvPicPr>
                <p:cNvPr id="62" name="Ink 61">
                  <a:extLst>
                    <a:ext uri="{FF2B5EF4-FFF2-40B4-BE49-F238E27FC236}">
                      <a16:creationId xmlns:a16="http://schemas.microsoft.com/office/drawing/2014/main" id="{BBCFCE5D-83B7-4A62-AD2E-1C0FE2BD5238}"/>
                    </a:ext>
                  </a:extLst>
                </p:cNvPr>
                <p:cNvPicPr/>
                <p:nvPr/>
              </p:nvPicPr>
              <p:blipFill>
                <a:blip r:embed="rId66"/>
                <a:stretch>
                  <a:fillRect/>
                </a:stretch>
              </p:blipFill>
              <p:spPr>
                <a:xfrm>
                  <a:off x="3623391" y="3676643"/>
                  <a:ext cx="2628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63" name="Ink 62">
                  <a:extLst>
                    <a:ext uri="{FF2B5EF4-FFF2-40B4-BE49-F238E27FC236}">
                      <a16:creationId xmlns:a16="http://schemas.microsoft.com/office/drawing/2014/main" id="{3A2B586C-261B-4C7B-9A9B-5C9B3189E579}"/>
                    </a:ext>
                  </a:extLst>
                </p14:cNvPr>
                <p14:cNvContentPartPr/>
                <p14:nvPr/>
              </p14:nvContentPartPr>
              <p14:xfrm>
                <a:off x="3647151" y="3584843"/>
                <a:ext cx="142560" cy="255240"/>
              </p14:xfrm>
            </p:contentPart>
          </mc:Choice>
          <mc:Fallback xmlns="">
            <p:pic>
              <p:nvPicPr>
                <p:cNvPr id="63" name="Ink 62">
                  <a:extLst>
                    <a:ext uri="{FF2B5EF4-FFF2-40B4-BE49-F238E27FC236}">
                      <a16:creationId xmlns:a16="http://schemas.microsoft.com/office/drawing/2014/main" id="{3A2B586C-261B-4C7B-9A9B-5C9B3189E579}"/>
                    </a:ext>
                  </a:extLst>
                </p:cNvPr>
                <p:cNvPicPr/>
                <p:nvPr/>
              </p:nvPicPr>
              <p:blipFill>
                <a:blip r:embed="rId68"/>
                <a:stretch>
                  <a:fillRect/>
                </a:stretch>
              </p:blipFill>
              <p:spPr>
                <a:xfrm>
                  <a:off x="3638511" y="3575843"/>
                  <a:ext cx="160200" cy="27288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64" name="Ink 63">
                  <a:extLst>
                    <a:ext uri="{FF2B5EF4-FFF2-40B4-BE49-F238E27FC236}">
                      <a16:creationId xmlns:a16="http://schemas.microsoft.com/office/drawing/2014/main" id="{78F345DC-3A1F-4757-97CC-06852C315909}"/>
                    </a:ext>
                  </a:extLst>
                </p14:cNvPr>
                <p14:cNvContentPartPr/>
                <p14:nvPr/>
              </p14:nvContentPartPr>
              <p14:xfrm>
                <a:off x="3646431" y="3684923"/>
                <a:ext cx="167040" cy="44280"/>
              </p14:xfrm>
            </p:contentPart>
          </mc:Choice>
          <mc:Fallback xmlns="">
            <p:pic>
              <p:nvPicPr>
                <p:cNvPr id="64" name="Ink 63">
                  <a:extLst>
                    <a:ext uri="{FF2B5EF4-FFF2-40B4-BE49-F238E27FC236}">
                      <a16:creationId xmlns:a16="http://schemas.microsoft.com/office/drawing/2014/main" id="{78F345DC-3A1F-4757-97CC-06852C315909}"/>
                    </a:ext>
                  </a:extLst>
                </p:cNvPr>
                <p:cNvPicPr/>
                <p:nvPr/>
              </p:nvPicPr>
              <p:blipFill>
                <a:blip r:embed="rId70"/>
                <a:stretch>
                  <a:fillRect/>
                </a:stretch>
              </p:blipFill>
              <p:spPr>
                <a:xfrm>
                  <a:off x="3637431" y="3675923"/>
                  <a:ext cx="184680" cy="6192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67" name="Ink 66">
                  <a:extLst>
                    <a:ext uri="{FF2B5EF4-FFF2-40B4-BE49-F238E27FC236}">
                      <a16:creationId xmlns:a16="http://schemas.microsoft.com/office/drawing/2014/main" id="{20CE85E5-6677-486B-ACF2-76665F101B1E}"/>
                    </a:ext>
                  </a:extLst>
                </p14:cNvPr>
                <p14:cNvContentPartPr/>
                <p14:nvPr/>
              </p14:nvContentPartPr>
              <p14:xfrm>
                <a:off x="3600351" y="3549203"/>
                <a:ext cx="47520" cy="55800"/>
              </p14:xfrm>
            </p:contentPart>
          </mc:Choice>
          <mc:Fallback xmlns="">
            <p:pic>
              <p:nvPicPr>
                <p:cNvPr id="67" name="Ink 66">
                  <a:extLst>
                    <a:ext uri="{FF2B5EF4-FFF2-40B4-BE49-F238E27FC236}">
                      <a16:creationId xmlns:a16="http://schemas.microsoft.com/office/drawing/2014/main" id="{20CE85E5-6677-486B-ACF2-76665F101B1E}"/>
                    </a:ext>
                  </a:extLst>
                </p:cNvPr>
                <p:cNvPicPr/>
                <p:nvPr/>
              </p:nvPicPr>
              <p:blipFill>
                <a:blip r:embed="rId72"/>
                <a:stretch>
                  <a:fillRect/>
                </a:stretch>
              </p:blipFill>
              <p:spPr>
                <a:xfrm>
                  <a:off x="3591711" y="3540203"/>
                  <a:ext cx="65160" cy="73440"/>
                </a:xfrm>
                <a:prstGeom prst="rect">
                  <a:avLst/>
                </a:prstGeom>
              </p:spPr>
            </p:pic>
          </mc:Fallback>
        </mc:AlternateContent>
      </p:grpSp>
      <p:grpSp>
        <p:nvGrpSpPr>
          <p:cNvPr id="75" name="Group 74">
            <a:extLst>
              <a:ext uri="{FF2B5EF4-FFF2-40B4-BE49-F238E27FC236}">
                <a16:creationId xmlns:a16="http://schemas.microsoft.com/office/drawing/2014/main" id="{DFEB0156-71C8-44AC-BCFD-5FD04B7D2BD2}"/>
              </a:ext>
            </a:extLst>
          </p:cNvPr>
          <p:cNvGrpSpPr/>
          <p:nvPr/>
        </p:nvGrpSpPr>
        <p:grpSpPr>
          <a:xfrm>
            <a:off x="5208471" y="3648923"/>
            <a:ext cx="600840" cy="223920"/>
            <a:chOff x="5208471" y="3648923"/>
            <a:chExt cx="600840" cy="223920"/>
          </a:xfrm>
        </p:grpSpPr>
        <mc:AlternateContent xmlns:mc="http://schemas.openxmlformats.org/markup-compatibility/2006" xmlns:p14="http://schemas.microsoft.com/office/powerpoint/2010/main">
          <mc:Choice Requires="p14">
            <p:contentPart p14:bwMode="auto" r:id="rId73">
              <p14:nvContentPartPr>
                <p14:cNvPr id="71" name="Ink 70">
                  <a:extLst>
                    <a:ext uri="{FF2B5EF4-FFF2-40B4-BE49-F238E27FC236}">
                      <a16:creationId xmlns:a16="http://schemas.microsoft.com/office/drawing/2014/main" id="{F4A74083-9022-444C-982C-81A03307F4C2}"/>
                    </a:ext>
                  </a:extLst>
                </p14:cNvPr>
                <p14:cNvContentPartPr/>
                <p14:nvPr/>
              </p14:nvContentPartPr>
              <p14:xfrm>
                <a:off x="5208471" y="3648923"/>
                <a:ext cx="231480" cy="160560"/>
              </p14:xfrm>
            </p:contentPart>
          </mc:Choice>
          <mc:Fallback xmlns="">
            <p:pic>
              <p:nvPicPr>
                <p:cNvPr id="71" name="Ink 70">
                  <a:extLst>
                    <a:ext uri="{FF2B5EF4-FFF2-40B4-BE49-F238E27FC236}">
                      <a16:creationId xmlns:a16="http://schemas.microsoft.com/office/drawing/2014/main" id="{F4A74083-9022-444C-982C-81A03307F4C2}"/>
                    </a:ext>
                  </a:extLst>
                </p:cNvPr>
                <p:cNvPicPr/>
                <p:nvPr/>
              </p:nvPicPr>
              <p:blipFill>
                <a:blip r:embed="rId74"/>
                <a:stretch>
                  <a:fillRect/>
                </a:stretch>
              </p:blipFill>
              <p:spPr>
                <a:xfrm>
                  <a:off x="5199471" y="3639923"/>
                  <a:ext cx="249120" cy="17820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72" name="Ink 71">
                  <a:extLst>
                    <a:ext uri="{FF2B5EF4-FFF2-40B4-BE49-F238E27FC236}">
                      <a16:creationId xmlns:a16="http://schemas.microsoft.com/office/drawing/2014/main" id="{6A947996-9B80-4BAD-9107-10C533EEF961}"/>
                    </a:ext>
                  </a:extLst>
                </p14:cNvPr>
                <p14:cNvContentPartPr/>
                <p14:nvPr/>
              </p14:nvContentPartPr>
              <p14:xfrm>
                <a:off x="5466231" y="3745403"/>
                <a:ext cx="7920" cy="98640"/>
              </p14:xfrm>
            </p:contentPart>
          </mc:Choice>
          <mc:Fallback xmlns="">
            <p:pic>
              <p:nvPicPr>
                <p:cNvPr id="72" name="Ink 71">
                  <a:extLst>
                    <a:ext uri="{FF2B5EF4-FFF2-40B4-BE49-F238E27FC236}">
                      <a16:creationId xmlns:a16="http://schemas.microsoft.com/office/drawing/2014/main" id="{6A947996-9B80-4BAD-9107-10C533EEF961}"/>
                    </a:ext>
                  </a:extLst>
                </p:cNvPr>
                <p:cNvPicPr/>
                <p:nvPr/>
              </p:nvPicPr>
              <p:blipFill>
                <a:blip r:embed="rId76"/>
                <a:stretch>
                  <a:fillRect/>
                </a:stretch>
              </p:blipFill>
              <p:spPr>
                <a:xfrm>
                  <a:off x="5457231" y="3736403"/>
                  <a:ext cx="25560" cy="11628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73" name="Ink 72">
                  <a:extLst>
                    <a:ext uri="{FF2B5EF4-FFF2-40B4-BE49-F238E27FC236}">
                      <a16:creationId xmlns:a16="http://schemas.microsoft.com/office/drawing/2014/main" id="{AAD3600E-E906-4096-950F-29BD6A59E6A1}"/>
                    </a:ext>
                  </a:extLst>
                </p14:cNvPr>
                <p14:cNvContentPartPr/>
                <p14:nvPr/>
              </p14:nvContentPartPr>
              <p14:xfrm>
                <a:off x="5538231" y="3743963"/>
                <a:ext cx="99720" cy="128880"/>
              </p14:xfrm>
            </p:contentPart>
          </mc:Choice>
          <mc:Fallback xmlns="">
            <p:pic>
              <p:nvPicPr>
                <p:cNvPr id="73" name="Ink 72">
                  <a:extLst>
                    <a:ext uri="{FF2B5EF4-FFF2-40B4-BE49-F238E27FC236}">
                      <a16:creationId xmlns:a16="http://schemas.microsoft.com/office/drawing/2014/main" id="{AAD3600E-E906-4096-950F-29BD6A59E6A1}"/>
                    </a:ext>
                  </a:extLst>
                </p:cNvPr>
                <p:cNvPicPr/>
                <p:nvPr/>
              </p:nvPicPr>
              <p:blipFill>
                <a:blip r:embed="rId78"/>
                <a:stretch>
                  <a:fillRect/>
                </a:stretch>
              </p:blipFill>
              <p:spPr>
                <a:xfrm>
                  <a:off x="5529591" y="3735323"/>
                  <a:ext cx="117360" cy="14652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74" name="Ink 73">
                  <a:extLst>
                    <a:ext uri="{FF2B5EF4-FFF2-40B4-BE49-F238E27FC236}">
                      <a16:creationId xmlns:a16="http://schemas.microsoft.com/office/drawing/2014/main" id="{842F2B40-BF40-4D7A-9103-C8718F058C9F}"/>
                    </a:ext>
                  </a:extLst>
                </p14:cNvPr>
                <p14:cNvContentPartPr/>
                <p14:nvPr/>
              </p14:nvContentPartPr>
              <p14:xfrm>
                <a:off x="5792751" y="3850883"/>
                <a:ext cx="16560" cy="2880"/>
              </p14:xfrm>
            </p:contentPart>
          </mc:Choice>
          <mc:Fallback xmlns="">
            <p:pic>
              <p:nvPicPr>
                <p:cNvPr id="74" name="Ink 73">
                  <a:extLst>
                    <a:ext uri="{FF2B5EF4-FFF2-40B4-BE49-F238E27FC236}">
                      <a16:creationId xmlns:a16="http://schemas.microsoft.com/office/drawing/2014/main" id="{842F2B40-BF40-4D7A-9103-C8718F058C9F}"/>
                    </a:ext>
                  </a:extLst>
                </p:cNvPr>
                <p:cNvPicPr/>
                <p:nvPr/>
              </p:nvPicPr>
              <p:blipFill>
                <a:blip r:embed="rId80"/>
                <a:stretch>
                  <a:fillRect/>
                </a:stretch>
              </p:blipFill>
              <p:spPr>
                <a:xfrm>
                  <a:off x="5783751" y="3841883"/>
                  <a:ext cx="34200" cy="20520"/>
                </a:xfrm>
                <a:prstGeom prst="rect">
                  <a:avLst/>
                </a:prstGeom>
              </p:spPr>
            </p:pic>
          </mc:Fallback>
        </mc:AlternateContent>
      </p:grpSp>
      <p:grpSp>
        <p:nvGrpSpPr>
          <p:cNvPr id="83" name="Group 82">
            <a:extLst>
              <a:ext uri="{FF2B5EF4-FFF2-40B4-BE49-F238E27FC236}">
                <a16:creationId xmlns:a16="http://schemas.microsoft.com/office/drawing/2014/main" id="{6B4A8B5B-7E76-4067-B5E6-B5A4A85AE772}"/>
              </a:ext>
            </a:extLst>
          </p:cNvPr>
          <p:cNvGrpSpPr/>
          <p:nvPr/>
        </p:nvGrpSpPr>
        <p:grpSpPr>
          <a:xfrm>
            <a:off x="354231" y="4267763"/>
            <a:ext cx="571320" cy="641520"/>
            <a:chOff x="354231" y="4267763"/>
            <a:chExt cx="571320" cy="641520"/>
          </a:xfrm>
        </p:grpSpPr>
        <mc:AlternateContent xmlns:mc="http://schemas.openxmlformats.org/markup-compatibility/2006" xmlns:p14="http://schemas.microsoft.com/office/powerpoint/2010/main">
          <mc:Choice Requires="p14">
            <p:contentPart p14:bwMode="auto" r:id="rId81">
              <p14:nvContentPartPr>
                <p14:cNvPr id="76" name="Ink 75">
                  <a:extLst>
                    <a:ext uri="{FF2B5EF4-FFF2-40B4-BE49-F238E27FC236}">
                      <a16:creationId xmlns:a16="http://schemas.microsoft.com/office/drawing/2014/main" id="{939F890E-A7DF-45A2-AE68-877CDC2AA4F5}"/>
                    </a:ext>
                  </a:extLst>
                </p14:cNvPr>
                <p14:cNvContentPartPr/>
                <p14:nvPr/>
              </p14:nvContentPartPr>
              <p14:xfrm>
                <a:off x="359991" y="4267763"/>
                <a:ext cx="97560" cy="311040"/>
              </p14:xfrm>
            </p:contentPart>
          </mc:Choice>
          <mc:Fallback xmlns="">
            <p:pic>
              <p:nvPicPr>
                <p:cNvPr id="76" name="Ink 75">
                  <a:extLst>
                    <a:ext uri="{FF2B5EF4-FFF2-40B4-BE49-F238E27FC236}">
                      <a16:creationId xmlns:a16="http://schemas.microsoft.com/office/drawing/2014/main" id="{939F890E-A7DF-45A2-AE68-877CDC2AA4F5}"/>
                    </a:ext>
                  </a:extLst>
                </p:cNvPr>
                <p:cNvPicPr/>
                <p:nvPr/>
              </p:nvPicPr>
              <p:blipFill>
                <a:blip r:embed="rId82"/>
                <a:stretch>
                  <a:fillRect/>
                </a:stretch>
              </p:blipFill>
              <p:spPr>
                <a:xfrm>
                  <a:off x="351351" y="4259123"/>
                  <a:ext cx="115200" cy="32868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77" name="Ink 76">
                  <a:extLst>
                    <a:ext uri="{FF2B5EF4-FFF2-40B4-BE49-F238E27FC236}">
                      <a16:creationId xmlns:a16="http://schemas.microsoft.com/office/drawing/2014/main" id="{DF2BA76A-721B-4B7F-999A-740EA9F4D01C}"/>
                    </a:ext>
                  </a:extLst>
                </p14:cNvPr>
                <p14:cNvContentPartPr/>
                <p14:nvPr/>
              </p14:nvContentPartPr>
              <p14:xfrm>
                <a:off x="354231" y="4276763"/>
                <a:ext cx="571320" cy="632520"/>
              </p14:xfrm>
            </p:contentPart>
          </mc:Choice>
          <mc:Fallback xmlns="">
            <p:pic>
              <p:nvPicPr>
                <p:cNvPr id="77" name="Ink 76">
                  <a:extLst>
                    <a:ext uri="{FF2B5EF4-FFF2-40B4-BE49-F238E27FC236}">
                      <a16:creationId xmlns:a16="http://schemas.microsoft.com/office/drawing/2014/main" id="{DF2BA76A-721B-4B7F-999A-740EA9F4D01C}"/>
                    </a:ext>
                  </a:extLst>
                </p:cNvPr>
                <p:cNvPicPr/>
                <p:nvPr/>
              </p:nvPicPr>
              <p:blipFill>
                <a:blip r:embed="rId84"/>
                <a:stretch>
                  <a:fillRect/>
                </a:stretch>
              </p:blipFill>
              <p:spPr>
                <a:xfrm>
                  <a:off x="345231" y="4267763"/>
                  <a:ext cx="588960" cy="65016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78" name="Ink 77">
                  <a:extLst>
                    <a:ext uri="{FF2B5EF4-FFF2-40B4-BE49-F238E27FC236}">
                      <a16:creationId xmlns:a16="http://schemas.microsoft.com/office/drawing/2014/main" id="{588D51F7-DB44-4DD6-BBD4-6EA47D2899DA}"/>
                    </a:ext>
                  </a:extLst>
                </p14:cNvPr>
                <p14:cNvContentPartPr/>
                <p14:nvPr/>
              </p14:nvContentPartPr>
              <p14:xfrm>
                <a:off x="687591" y="4388363"/>
                <a:ext cx="128520" cy="26280"/>
              </p14:xfrm>
            </p:contentPart>
          </mc:Choice>
          <mc:Fallback xmlns="">
            <p:pic>
              <p:nvPicPr>
                <p:cNvPr id="78" name="Ink 77">
                  <a:extLst>
                    <a:ext uri="{FF2B5EF4-FFF2-40B4-BE49-F238E27FC236}">
                      <a16:creationId xmlns:a16="http://schemas.microsoft.com/office/drawing/2014/main" id="{588D51F7-DB44-4DD6-BBD4-6EA47D2899DA}"/>
                    </a:ext>
                  </a:extLst>
                </p:cNvPr>
                <p:cNvPicPr/>
                <p:nvPr/>
              </p:nvPicPr>
              <p:blipFill>
                <a:blip r:embed="rId86"/>
                <a:stretch>
                  <a:fillRect/>
                </a:stretch>
              </p:blipFill>
              <p:spPr>
                <a:xfrm>
                  <a:off x="678951" y="4379363"/>
                  <a:ext cx="146160" cy="43920"/>
                </a:xfrm>
                <a:prstGeom prst="rect">
                  <a:avLst/>
                </a:prstGeom>
              </p:spPr>
            </p:pic>
          </mc:Fallback>
        </mc:AlternateContent>
      </p:grpSp>
      <p:grpSp>
        <p:nvGrpSpPr>
          <p:cNvPr id="87" name="Group 86">
            <a:extLst>
              <a:ext uri="{FF2B5EF4-FFF2-40B4-BE49-F238E27FC236}">
                <a16:creationId xmlns:a16="http://schemas.microsoft.com/office/drawing/2014/main" id="{B5E753A9-A599-44CF-92F0-0F4858A72B27}"/>
              </a:ext>
            </a:extLst>
          </p:cNvPr>
          <p:cNvGrpSpPr/>
          <p:nvPr/>
        </p:nvGrpSpPr>
        <p:grpSpPr>
          <a:xfrm>
            <a:off x="1182951" y="4315643"/>
            <a:ext cx="1808640" cy="498240"/>
            <a:chOff x="1182951" y="4315643"/>
            <a:chExt cx="1808640" cy="498240"/>
          </a:xfrm>
        </p:grpSpPr>
        <mc:AlternateContent xmlns:mc="http://schemas.openxmlformats.org/markup-compatibility/2006" xmlns:p14="http://schemas.microsoft.com/office/powerpoint/2010/main">
          <mc:Choice Requires="p14">
            <p:contentPart p14:bwMode="auto" r:id="rId87">
              <p14:nvContentPartPr>
                <p14:cNvPr id="79" name="Ink 78">
                  <a:extLst>
                    <a:ext uri="{FF2B5EF4-FFF2-40B4-BE49-F238E27FC236}">
                      <a16:creationId xmlns:a16="http://schemas.microsoft.com/office/drawing/2014/main" id="{3580EFEF-4286-4165-BEF5-F17DE733180C}"/>
                    </a:ext>
                  </a:extLst>
                </p14:cNvPr>
                <p14:cNvContentPartPr/>
                <p14:nvPr/>
              </p14:nvContentPartPr>
              <p14:xfrm>
                <a:off x="1182951" y="4444163"/>
                <a:ext cx="663120" cy="132840"/>
              </p14:xfrm>
            </p:contentPart>
          </mc:Choice>
          <mc:Fallback xmlns="">
            <p:pic>
              <p:nvPicPr>
                <p:cNvPr id="79" name="Ink 78">
                  <a:extLst>
                    <a:ext uri="{FF2B5EF4-FFF2-40B4-BE49-F238E27FC236}">
                      <a16:creationId xmlns:a16="http://schemas.microsoft.com/office/drawing/2014/main" id="{3580EFEF-4286-4165-BEF5-F17DE733180C}"/>
                    </a:ext>
                  </a:extLst>
                </p:cNvPr>
                <p:cNvPicPr/>
                <p:nvPr/>
              </p:nvPicPr>
              <p:blipFill>
                <a:blip r:embed="rId88"/>
                <a:stretch>
                  <a:fillRect/>
                </a:stretch>
              </p:blipFill>
              <p:spPr>
                <a:xfrm>
                  <a:off x="1173951" y="4435523"/>
                  <a:ext cx="680760" cy="15048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80" name="Ink 79">
                  <a:extLst>
                    <a:ext uri="{FF2B5EF4-FFF2-40B4-BE49-F238E27FC236}">
                      <a16:creationId xmlns:a16="http://schemas.microsoft.com/office/drawing/2014/main" id="{B971ECBC-3374-4BF4-9606-E9922E0B978C}"/>
                    </a:ext>
                  </a:extLst>
                </p14:cNvPr>
                <p14:cNvContentPartPr/>
                <p14:nvPr/>
              </p14:nvContentPartPr>
              <p14:xfrm>
                <a:off x="1800711" y="4358483"/>
                <a:ext cx="267120" cy="218520"/>
              </p14:xfrm>
            </p:contentPart>
          </mc:Choice>
          <mc:Fallback xmlns="">
            <p:pic>
              <p:nvPicPr>
                <p:cNvPr id="80" name="Ink 79">
                  <a:extLst>
                    <a:ext uri="{FF2B5EF4-FFF2-40B4-BE49-F238E27FC236}">
                      <a16:creationId xmlns:a16="http://schemas.microsoft.com/office/drawing/2014/main" id="{B971ECBC-3374-4BF4-9606-E9922E0B978C}"/>
                    </a:ext>
                  </a:extLst>
                </p:cNvPr>
                <p:cNvPicPr/>
                <p:nvPr/>
              </p:nvPicPr>
              <p:blipFill>
                <a:blip r:embed="rId90"/>
                <a:stretch>
                  <a:fillRect/>
                </a:stretch>
              </p:blipFill>
              <p:spPr>
                <a:xfrm>
                  <a:off x="1792071" y="4349843"/>
                  <a:ext cx="284760" cy="23616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81" name="Ink 80">
                  <a:extLst>
                    <a:ext uri="{FF2B5EF4-FFF2-40B4-BE49-F238E27FC236}">
                      <a16:creationId xmlns:a16="http://schemas.microsoft.com/office/drawing/2014/main" id="{1B508C6B-92BB-4875-BCF2-CA86A4FB5BBD}"/>
                    </a:ext>
                  </a:extLst>
                </p14:cNvPr>
                <p14:cNvContentPartPr/>
                <p14:nvPr/>
              </p14:nvContentPartPr>
              <p14:xfrm>
                <a:off x="2063511" y="4345523"/>
                <a:ext cx="11520" cy="17640"/>
              </p14:xfrm>
            </p:contentPart>
          </mc:Choice>
          <mc:Fallback xmlns="">
            <p:pic>
              <p:nvPicPr>
                <p:cNvPr id="81" name="Ink 80">
                  <a:extLst>
                    <a:ext uri="{FF2B5EF4-FFF2-40B4-BE49-F238E27FC236}">
                      <a16:creationId xmlns:a16="http://schemas.microsoft.com/office/drawing/2014/main" id="{1B508C6B-92BB-4875-BCF2-CA86A4FB5BBD}"/>
                    </a:ext>
                  </a:extLst>
                </p:cNvPr>
                <p:cNvPicPr/>
                <p:nvPr/>
              </p:nvPicPr>
              <p:blipFill>
                <a:blip r:embed="rId92"/>
                <a:stretch>
                  <a:fillRect/>
                </a:stretch>
              </p:blipFill>
              <p:spPr>
                <a:xfrm>
                  <a:off x="2054871" y="4336883"/>
                  <a:ext cx="29160" cy="3528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84" name="Ink 83">
                  <a:extLst>
                    <a:ext uri="{FF2B5EF4-FFF2-40B4-BE49-F238E27FC236}">
                      <a16:creationId xmlns:a16="http://schemas.microsoft.com/office/drawing/2014/main" id="{759C8487-008A-48AA-A269-75F0428362FF}"/>
                    </a:ext>
                  </a:extLst>
                </p14:cNvPr>
                <p14:cNvContentPartPr/>
                <p14:nvPr/>
              </p14:nvContentPartPr>
              <p14:xfrm>
                <a:off x="2094111" y="4367483"/>
                <a:ext cx="731880" cy="446400"/>
              </p14:xfrm>
            </p:contentPart>
          </mc:Choice>
          <mc:Fallback xmlns="">
            <p:pic>
              <p:nvPicPr>
                <p:cNvPr id="84" name="Ink 83">
                  <a:extLst>
                    <a:ext uri="{FF2B5EF4-FFF2-40B4-BE49-F238E27FC236}">
                      <a16:creationId xmlns:a16="http://schemas.microsoft.com/office/drawing/2014/main" id="{759C8487-008A-48AA-A269-75F0428362FF}"/>
                    </a:ext>
                  </a:extLst>
                </p:cNvPr>
                <p:cNvPicPr/>
                <p:nvPr/>
              </p:nvPicPr>
              <p:blipFill>
                <a:blip r:embed="rId94"/>
                <a:stretch>
                  <a:fillRect/>
                </a:stretch>
              </p:blipFill>
              <p:spPr>
                <a:xfrm>
                  <a:off x="2085111" y="4358843"/>
                  <a:ext cx="749520" cy="46404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85" name="Ink 84">
                  <a:extLst>
                    <a:ext uri="{FF2B5EF4-FFF2-40B4-BE49-F238E27FC236}">
                      <a16:creationId xmlns:a16="http://schemas.microsoft.com/office/drawing/2014/main" id="{F6727267-08DA-4201-A36F-2A9FA7DDFFF2}"/>
                    </a:ext>
                  </a:extLst>
                </p14:cNvPr>
                <p14:cNvContentPartPr/>
                <p14:nvPr/>
              </p14:nvContentPartPr>
              <p14:xfrm>
                <a:off x="2609271" y="4315643"/>
                <a:ext cx="37440" cy="37080"/>
              </p14:xfrm>
            </p:contentPart>
          </mc:Choice>
          <mc:Fallback xmlns="">
            <p:pic>
              <p:nvPicPr>
                <p:cNvPr id="85" name="Ink 84">
                  <a:extLst>
                    <a:ext uri="{FF2B5EF4-FFF2-40B4-BE49-F238E27FC236}">
                      <a16:creationId xmlns:a16="http://schemas.microsoft.com/office/drawing/2014/main" id="{F6727267-08DA-4201-A36F-2A9FA7DDFFF2}"/>
                    </a:ext>
                  </a:extLst>
                </p:cNvPr>
                <p:cNvPicPr/>
                <p:nvPr/>
              </p:nvPicPr>
              <p:blipFill>
                <a:blip r:embed="rId96"/>
                <a:stretch>
                  <a:fillRect/>
                </a:stretch>
              </p:blipFill>
              <p:spPr>
                <a:xfrm>
                  <a:off x="2600271" y="4307003"/>
                  <a:ext cx="55080" cy="5472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86" name="Ink 85">
                  <a:extLst>
                    <a:ext uri="{FF2B5EF4-FFF2-40B4-BE49-F238E27FC236}">
                      <a16:creationId xmlns:a16="http://schemas.microsoft.com/office/drawing/2014/main" id="{DD7C8187-928D-43EE-A1A1-F4884DB8693E}"/>
                    </a:ext>
                  </a:extLst>
                </p14:cNvPr>
                <p14:cNvContentPartPr/>
                <p14:nvPr/>
              </p14:nvContentPartPr>
              <p14:xfrm>
                <a:off x="2420271" y="4426523"/>
                <a:ext cx="571320" cy="293760"/>
              </p14:xfrm>
            </p:contentPart>
          </mc:Choice>
          <mc:Fallback xmlns="">
            <p:pic>
              <p:nvPicPr>
                <p:cNvPr id="86" name="Ink 85">
                  <a:extLst>
                    <a:ext uri="{FF2B5EF4-FFF2-40B4-BE49-F238E27FC236}">
                      <a16:creationId xmlns:a16="http://schemas.microsoft.com/office/drawing/2014/main" id="{DD7C8187-928D-43EE-A1A1-F4884DB8693E}"/>
                    </a:ext>
                  </a:extLst>
                </p:cNvPr>
                <p:cNvPicPr/>
                <p:nvPr/>
              </p:nvPicPr>
              <p:blipFill>
                <a:blip r:embed="rId98"/>
                <a:stretch>
                  <a:fillRect/>
                </a:stretch>
              </p:blipFill>
              <p:spPr>
                <a:xfrm>
                  <a:off x="2411271" y="4417523"/>
                  <a:ext cx="588960" cy="311400"/>
                </a:xfrm>
                <a:prstGeom prst="rect">
                  <a:avLst/>
                </a:prstGeom>
              </p:spPr>
            </p:pic>
          </mc:Fallback>
        </mc:AlternateContent>
      </p:grpSp>
      <p:grpSp>
        <p:nvGrpSpPr>
          <p:cNvPr id="99" name="Group 98">
            <a:extLst>
              <a:ext uri="{FF2B5EF4-FFF2-40B4-BE49-F238E27FC236}">
                <a16:creationId xmlns:a16="http://schemas.microsoft.com/office/drawing/2014/main" id="{91432684-DDCD-4451-AE94-636CEF9C7E8C}"/>
              </a:ext>
            </a:extLst>
          </p:cNvPr>
          <p:cNvGrpSpPr/>
          <p:nvPr/>
        </p:nvGrpSpPr>
        <p:grpSpPr>
          <a:xfrm>
            <a:off x="3481191" y="4282163"/>
            <a:ext cx="2682000" cy="803880"/>
            <a:chOff x="3481191" y="4282163"/>
            <a:chExt cx="2682000" cy="803880"/>
          </a:xfrm>
        </p:grpSpPr>
        <mc:AlternateContent xmlns:mc="http://schemas.openxmlformats.org/markup-compatibility/2006" xmlns:p14="http://schemas.microsoft.com/office/powerpoint/2010/main">
          <mc:Choice Requires="p14">
            <p:contentPart p14:bwMode="auto" r:id="rId99">
              <p14:nvContentPartPr>
                <p14:cNvPr id="88" name="Ink 87">
                  <a:extLst>
                    <a:ext uri="{FF2B5EF4-FFF2-40B4-BE49-F238E27FC236}">
                      <a16:creationId xmlns:a16="http://schemas.microsoft.com/office/drawing/2014/main" id="{933E6AEE-C3D1-427E-B7F5-594578CFF874}"/>
                    </a:ext>
                  </a:extLst>
                </p14:cNvPr>
                <p14:cNvContentPartPr/>
                <p14:nvPr/>
              </p14:nvContentPartPr>
              <p14:xfrm>
                <a:off x="3481191" y="4421483"/>
                <a:ext cx="125280" cy="232560"/>
              </p14:xfrm>
            </p:contentPart>
          </mc:Choice>
          <mc:Fallback xmlns="">
            <p:pic>
              <p:nvPicPr>
                <p:cNvPr id="88" name="Ink 87">
                  <a:extLst>
                    <a:ext uri="{FF2B5EF4-FFF2-40B4-BE49-F238E27FC236}">
                      <a16:creationId xmlns:a16="http://schemas.microsoft.com/office/drawing/2014/main" id="{933E6AEE-C3D1-427E-B7F5-594578CFF874}"/>
                    </a:ext>
                  </a:extLst>
                </p:cNvPr>
                <p:cNvPicPr/>
                <p:nvPr/>
              </p:nvPicPr>
              <p:blipFill>
                <a:blip r:embed="rId100"/>
                <a:stretch>
                  <a:fillRect/>
                </a:stretch>
              </p:blipFill>
              <p:spPr>
                <a:xfrm>
                  <a:off x="3472191" y="4412843"/>
                  <a:ext cx="142920" cy="25020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89" name="Ink 88">
                  <a:extLst>
                    <a:ext uri="{FF2B5EF4-FFF2-40B4-BE49-F238E27FC236}">
                      <a16:creationId xmlns:a16="http://schemas.microsoft.com/office/drawing/2014/main" id="{EB50EA46-7235-43E4-8AD2-CC96DA131A93}"/>
                    </a:ext>
                  </a:extLst>
                </p14:cNvPr>
                <p14:cNvContentPartPr/>
                <p14:nvPr/>
              </p14:nvContentPartPr>
              <p14:xfrm>
                <a:off x="3668751" y="4399163"/>
                <a:ext cx="640080" cy="639000"/>
              </p14:xfrm>
            </p:contentPart>
          </mc:Choice>
          <mc:Fallback xmlns="">
            <p:pic>
              <p:nvPicPr>
                <p:cNvPr id="89" name="Ink 88">
                  <a:extLst>
                    <a:ext uri="{FF2B5EF4-FFF2-40B4-BE49-F238E27FC236}">
                      <a16:creationId xmlns:a16="http://schemas.microsoft.com/office/drawing/2014/main" id="{EB50EA46-7235-43E4-8AD2-CC96DA131A93}"/>
                    </a:ext>
                  </a:extLst>
                </p:cNvPr>
                <p:cNvPicPr/>
                <p:nvPr/>
              </p:nvPicPr>
              <p:blipFill>
                <a:blip r:embed="rId102"/>
                <a:stretch>
                  <a:fillRect/>
                </a:stretch>
              </p:blipFill>
              <p:spPr>
                <a:xfrm>
                  <a:off x="3659751" y="4390523"/>
                  <a:ext cx="657720" cy="65664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90" name="Ink 89">
                  <a:extLst>
                    <a:ext uri="{FF2B5EF4-FFF2-40B4-BE49-F238E27FC236}">
                      <a16:creationId xmlns:a16="http://schemas.microsoft.com/office/drawing/2014/main" id="{BB9FF01F-9DCC-49A2-9C23-46BF95B292C9}"/>
                    </a:ext>
                  </a:extLst>
                </p14:cNvPr>
                <p14:cNvContentPartPr/>
                <p14:nvPr/>
              </p14:nvContentPartPr>
              <p14:xfrm>
                <a:off x="4090311" y="4425083"/>
                <a:ext cx="45720" cy="11160"/>
              </p14:xfrm>
            </p:contentPart>
          </mc:Choice>
          <mc:Fallback xmlns="">
            <p:pic>
              <p:nvPicPr>
                <p:cNvPr id="90" name="Ink 89">
                  <a:extLst>
                    <a:ext uri="{FF2B5EF4-FFF2-40B4-BE49-F238E27FC236}">
                      <a16:creationId xmlns:a16="http://schemas.microsoft.com/office/drawing/2014/main" id="{BB9FF01F-9DCC-49A2-9C23-46BF95B292C9}"/>
                    </a:ext>
                  </a:extLst>
                </p:cNvPr>
                <p:cNvPicPr/>
                <p:nvPr/>
              </p:nvPicPr>
              <p:blipFill>
                <a:blip r:embed="rId104"/>
                <a:stretch>
                  <a:fillRect/>
                </a:stretch>
              </p:blipFill>
              <p:spPr>
                <a:xfrm>
                  <a:off x="4081671" y="4416083"/>
                  <a:ext cx="6336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91" name="Ink 90">
                  <a:extLst>
                    <a:ext uri="{FF2B5EF4-FFF2-40B4-BE49-F238E27FC236}">
                      <a16:creationId xmlns:a16="http://schemas.microsoft.com/office/drawing/2014/main" id="{53BB5A00-9D7C-4FEE-A03E-08F3476CF4A7}"/>
                    </a:ext>
                  </a:extLst>
                </p14:cNvPr>
                <p14:cNvContentPartPr/>
                <p14:nvPr/>
              </p14:nvContentPartPr>
              <p14:xfrm>
                <a:off x="4518351" y="4282163"/>
                <a:ext cx="243360" cy="368640"/>
              </p14:xfrm>
            </p:contentPart>
          </mc:Choice>
          <mc:Fallback xmlns="">
            <p:pic>
              <p:nvPicPr>
                <p:cNvPr id="91" name="Ink 90">
                  <a:extLst>
                    <a:ext uri="{FF2B5EF4-FFF2-40B4-BE49-F238E27FC236}">
                      <a16:creationId xmlns:a16="http://schemas.microsoft.com/office/drawing/2014/main" id="{53BB5A00-9D7C-4FEE-A03E-08F3476CF4A7}"/>
                    </a:ext>
                  </a:extLst>
                </p:cNvPr>
                <p:cNvPicPr/>
                <p:nvPr/>
              </p:nvPicPr>
              <p:blipFill>
                <a:blip r:embed="rId106"/>
                <a:stretch>
                  <a:fillRect/>
                </a:stretch>
              </p:blipFill>
              <p:spPr>
                <a:xfrm>
                  <a:off x="4509351" y="4273523"/>
                  <a:ext cx="261000" cy="38628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92" name="Ink 91">
                  <a:extLst>
                    <a:ext uri="{FF2B5EF4-FFF2-40B4-BE49-F238E27FC236}">
                      <a16:creationId xmlns:a16="http://schemas.microsoft.com/office/drawing/2014/main" id="{E54C168E-6CA3-4378-BA91-D96D25E6E01B}"/>
                    </a:ext>
                  </a:extLst>
                </p14:cNvPr>
                <p14:cNvContentPartPr/>
                <p14:nvPr/>
              </p14:nvContentPartPr>
              <p14:xfrm>
                <a:off x="4909671" y="4480883"/>
                <a:ext cx="170640" cy="189000"/>
              </p14:xfrm>
            </p:contentPart>
          </mc:Choice>
          <mc:Fallback xmlns="">
            <p:pic>
              <p:nvPicPr>
                <p:cNvPr id="92" name="Ink 91">
                  <a:extLst>
                    <a:ext uri="{FF2B5EF4-FFF2-40B4-BE49-F238E27FC236}">
                      <a16:creationId xmlns:a16="http://schemas.microsoft.com/office/drawing/2014/main" id="{E54C168E-6CA3-4378-BA91-D96D25E6E01B}"/>
                    </a:ext>
                  </a:extLst>
                </p:cNvPr>
                <p:cNvPicPr/>
                <p:nvPr/>
              </p:nvPicPr>
              <p:blipFill>
                <a:blip r:embed="rId108"/>
                <a:stretch>
                  <a:fillRect/>
                </a:stretch>
              </p:blipFill>
              <p:spPr>
                <a:xfrm>
                  <a:off x="4901031" y="4472243"/>
                  <a:ext cx="188280" cy="20664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93" name="Ink 92">
                  <a:extLst>
                    <a:ext uri="{FF2B5EF4-FFF2-40B4-BE49-F238E27FC236}">
                      <a16:creationId xmlns:a16="http://schemas.microsoft.com/office/drawing/2014/main" id="{D12F0A55-09C8-4146-97EB-C414A9937720}"/>
                    </a:ext>
                  </a:extLst>
                </p14:cNvPr>
                <p14:cNvContentPartPr/>
                <p14:nvPr/>
              </p14:nvContentPartPr>
              <p14:xfrm>
                <a:off x="5181471" y="4447043"/>
                <a:ext cx="228240" cy="210960"/>
              </p14:xfrm>
            </p:contentPart>
          </mc:Choice>
          <mc:Fallback xmlns="">
            <p:pic>
              <p:nvPicPr>
                <p:cNvPr id="93" name="Ink 92">
                  <a:extLst>
                    <a:ext uri="{FF2B5EF4-FFF2-40B4-BE49-F238E27FC236}">
                      <a16:creationId xmlns:a16="http://schemas.microsoft.com/office/drawing/2014/main" id="{D12F0A55-09C8-4146-97EB-C414A9937720}"/>
                    </a:ext>
                  </a:extLst>
                </p:cNvPr>
                <p:cNvPicPr/>
                <p:nvPr/>
              </p:nvPicPr>
              <p:blipFill>
                <a:blip r:embed="rId110"/>
                <a:stretch>
                  <a:fillRect/>
                </a:stretch>
              </p:blipFill>
              <p:spPr>
                <a:xfrm>
                  <a:off x="5172831" y="4438043"/>
                  <a:ext cx="245880" cy="22860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94" name="Ink 93">
                  <a:extLst>
                    <a:ext uri="{FF2B5EF4-FFF2-40B4-BE49-F238E27FC236}">
                      <a16:creationId xmlns:a16="http://schemas.microsoft.com/office/drawing/2014/main" id="{3B2634C2-01A2-4ED0-B5A7-86970F421D2E}"/>
                    </a:ext>
                  </a:extLst>
                </p14:cNvPr>
                <p14:cNvContentPartPr/>
                <p14:nvPr/>
              </p14:nvContentPartPr>
              <p14:xfrm>
                <a:off x="5366871" y="4490243"/>
                <a:ext cx="27000" cy="7560"/>
              </p14:xfrm>
            </p:contentPart>
          </mc:Choice>
          <mc:Fallback xmlns="">
            <p:pic>
              <p:nvPicPr>
                <p:cNvPr id="94" name="Ink 93">
                  <a:extLst>
                    <a:ext uri="{FF2B5EF4-FFF2-40B4-BE49-F238E27FC236}">
                      <a16:creationId xmlns:a16="http://schemas.microsoft.com/office/drawing/2014/main" id="{3B2634C2-01A2-4ED0-B5A7-86970F421D2E}"/>
                    </a:ext>
                  </a:extLst>
                </p:cNvPr>
                <p:cNvPicPr/>
                <p:nvPr/>
              </p:nvPicPr>
              <p:blipFill>
                <a:blip r:embed="rId112"/>
                <a:stretch>
                  <a:fillRect/>
                </a:stretch>
              </p:blipFill>
              <p:spPr>
                <a:xfrm>
                  <a:off x="5358231" y="4481603"/>
                  <a:ext cx="4464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95" name="Ink 94">
                  <a:extLst>
                    <a:ext uri="{FF2B5EF4-FFF2-40B4-BE49-F238E27FC236}">
                      <a16:creationId xmlns:a16="http://schemas.microsoft.com/office/drawing/2014/main" id="{9FD43247-FBF4-44E2-A153-33CB8F03F77F}"/>
                    </a:ext>
                  </a:extLst>
                </p14:cNvPr>
                <p14:cNvContentPartPr/>
                <p14:nvPr/>
              </p14:nvContentPartPr>
              <p14:xfrm>
                <a:off x="5404311" y="4481603"/>
                <a:ext cx="651960" cy="604440"/>
              </p14:xfrm>
            </p:contentPart>
          </mc:Choice>
          <mc:Fallback xmlns="">
            <p:pic>
              <p:nvPicPr>
                <p:cNvPr id="95" name="Ink 94">
                  <a:extLst>
                    <a:ext uri="{FF2B5EF4-FFF2-40B4-BE49-F238E27FC236}">
                      <a16:creationId xmlns:a16="http://schemas.microsoft.com/office/drawing/2014/main" id="{9FD43247-FBF4-44E2-A153-33CB8F03F77F}"/>
                    </a:ext>
                  </a:extLst>
                </p:cNvPr>
                <p:cNvPicPr/>
                <p:nvPr/>
              </p:nvPicPr>
              <p:blipFill>
                <a:blip r:embed="rId114"/>
                <a:stretch>
                  <a:fillRect/>
                </a:stretch>
              </p:blipFill>
              <p:spPr>
                <a:xfrm>
                  <a:off x="5395671" y="4472963"/>
                  <a:ext cx="669600" cy="62208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96" name="Ink 95">
                  <a:extLst>
                    <a:ext uri="{FF2B5EF4-FFF2-40B4-BE49-F238E27FC236}">
                      <a16:creationId xmlns:a16="http://schemas.microsoft.com/office/drawing/2014/main" id="{23AE7890-02AD-42FC-9DD4-17DC812D5166}"/>
                    </a:ext>
                  </a:extLst>
                </p14:cNvPr>
                <p14:cNvContentPartPr/>
                <p14:nvPr/>
              </p14:nvContentPartPr>
              <p14:xfrm>
                <a:off x="5838471" y="4383683"/>
                <a:ext cx="1800" cy="17640"/>
              </p14:xfrm>
            </p:contentPart>
          </mc:Choice>
          <mc:Fallback xmlns="">
            <p:pic>
              <p:nvPicPr>
                <p:cNvPr id="96" name="Ink 95">
                  <a:extLst>
                    <a:ext uri="{FF2B5EF4-FFF2-40B4-BE49-F238E27FC236}">
                      <a16:creationId xmlns:a16="http://schemas.microsoft.com/office/drawing/2014/main" id="{23AE7890-02AD-42FC-9DD4-17DC812D5166}"/>
                    </a:ext>
                  </a:extLst>
                </p:cNvPr>
                <p:cNvPicPr/>
                <p:nvPr/>
              </p:nvPicPr>
              <p:blipFill>
                <a:blip r:embed="rId116"/>
                <a:stretch>
                  <a:fillRect/>
                </a:stretch>
              </p:blipFill>
              <p:spPr>
                <a:xfrm>
                  <a:off x="5829831" y="4374683"/>
                  <a:ext cx="19440" cy="3528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97" name="Ink 96">
                  <a:extLst>
                    <a:ext uri="{FF2B5EF4-FFF2-40B4-BE49-F238E27FC236}">
                      <a16:creationId xmlns:a16="http://schemas.microsoft.com/office/drawing/2014/main" id="{F128D93F-ABB6-44B2-82D6-15FC296835D9}"/>
                    </a:ext>
                  </a:extLst>
                </p14:cNvPr>
                <p14:cNvContentPartPr/>
                <p14:nvPr/>
              </p14:nvContentPartPr>
              <p14:xfrm>
                <a:off x="5580711" y="4550363"/>
                <a:ext cx="582480" cy="106560"/>
              </p14:xfrm>
            </p:contentPart>
          </mc:Choice>
          <mc:Fallback xmlns="">
            <p:pic>
              <p:nvPicPr>
                <p:cNvPr id="97" name="Ink 96">
                  <a:extLst>
                    <a:ext uri="{FF2B5EF4-FFF2-40B4-BE49-F238E27FC236}">
                      <a16:creationId xmlns:a16="http://schemas.microsoft.com/office/drawing/2014/main" id="{F128D93F-ABB6-44B2-82D6-15FC296835D9}"/>
                    </a:ext>
                  </a:extLst>
                </p:cNvPr>
                <p:cNvPicPr/>
                <p:nvPr/>
              </p:nvPicPr>
              <p:blipFill>
                <a:blip r:embed="rId118"/>
                <a:stretch>
                  <a:fillRect/>
                </a:stretch>
              </p:blipFill>
              <p:spPr>
                <a:xfrm>
                  <a:off x="5571711" y="4541723"/>
                  <a:ext cx="600120" cy="124200"/>
                </a:xfrm>
                <a:prstGeom prst="rect">
                  <a:avLst/>
                </a:prstGeom>
              </p:spPr>
            </p:pic>
          </mc:Fallback>
        </mc:AlternateContent>
      </p:grpSp>
      <p:grpSp>
        <p:nvGrpSpPr>
          <p:cNvPr id="105" name="Group 104">
            <a:extLst>
              <a:ext uri="{FF2B5EF4-FFF2-40B4-BE49-F238E27FC236}">
                <a16:creationId xmlns:a16="http://schemas.microsoft.com/office/drawing/2014/main" id="{4C5784EC-E7E6-4E1A-AE21-934F55570640}"/>
              </a:ext>
            </a:extLst>
          </p:cNvPr>
          <p:cNvGrpSpPr/>
          <p:nvPr/>
        </p:nvGrpSpPr>
        <p:grpSpPr>
          <a:xfrm>
            <a:off x="3404871" y="5068403"/>
            <a:ext cx="760320" cy="462600"/>
            <a:chOff x="3404871" y="5068403"/>
            <a:chExt cx="760320" cy="462600"/>
          </a:xfrm>
        </p:grpSpPr>
        <mc:AlternateContent xmlns:mc="http://schemas.openxmlformats.org/markup-compatibility/2006" xmlns:p14="http://schemas.microsoft.com/office/powerpoint/2010/main">
          <mc:Choice Requires="p14">
            <p:contentPart p14:bwMode="auto" r:id="rId119">
              <p14:nvContentPartPr>
                <p14:cNvPr id="100" name="Ink 99">
                  <a:extLst>
                    <a:ext uri="{FF2B5EF4-FFF2-40B4-BE49-F238E27FC236}">
                      <a16:creationId xmlns:a16="http://schemas.microsoft.com/office/drawing/2014/main" id="{E9735CDB-67B8-4C84-B753-84F06A172EC1}"/>
                    </a:ext>
                  </a:extLst>
                </p14:cNvPr>
                <p14:cNvContentPartPr/>
                <p14:nvPr/>
              </p14:nvContentPartPr>
              <p14:xfrm>
                <a:off x="3404871" y="5238323"/>
                <a:ext cx="292320" cy="189720"/>
              </p14:xfrm>
            </p:contentPart>
          </mc:Choice>
          <mc:Fallback xmlns="">
            <p:pic>
              <p:nvPicPr>
                <p:cNvPr id="100" name="Ink 99">
                  <a:extLst>
                    <a:ext uri="{FF2B5EF4-FFF2-40B4-BE49-F238E27FC236}">
                      <a16:creationId xmlns:a16="http://schemas.microsoft.com/office/drawing/2014/main" id="{E9735CDB-67B8-4C84-B753-84F06A172EC1}"/>
                    </a:ext>
                  </a:extLst>
                </p:cNvPr>
                <p:cNvPicPr/>
                <p:nvPr/>
              </p:nvPicPr>
              <p:blipFill>
                <a:blip r:embed="rId120"/>
                <a:stretch>
                  <a:fillRect/>
                </a:stretch>
              </p:blipFill>
              <p:spPr>
                <a:xfrm>
                  <a:off x="3395871" y="5229323"/>
                  <a:ext cx="309960" cy="20736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101" name="Ink 100">
                  <a:extLst>
                    <a:ext uri="{FF2B5EF4-FFF2-40B4-BE49-F238E27FC236}">
                      <a16:creationId xmlns:a16="http://schemas.microsoft.com/office/drawing/2014/main" id="{644EE6C5-AFD3-4767-81A1-E11226ABEB7F}"/>
                    </a:ext>
                  </a:extLst>
                </p14:cNvPr>
                <p14:cNvContentPartPr/>
                <p14:nvPr/>
              </p14:nvContentPartPr>
              <p14:xfrm>
                <a:off x="3776031" y="5351363"/>
                <a:ext cx="192960" cy="137520"/>
              </p14:xfrm>
            </p:contentPart>
          </mc:Choice>
          <mc:Fallback xmlns="">
            <p:pic>
              <p:nvPicPr>
                <p:cNvPr id="101" name="Ink 100">
                  <a:extLst>
                    <a:ext uri="{FF2B5EF4-FFF2-40B4-BE49-F238E27FC236}">
                      <a16:creationId xmlns:a16="http://schemas.microsoft.com/office/drawing/2014/main" id="{644EE6C5-AFD3-4767-81A1-E11226ABEB7F}"/>
                    </a:ext>
                  </a:extLst>
                </p:cNvPr>
                <p:cNvPicPr/>
                <p:nvPr/>
              </p:nvPicPr>
              <p:blipFill>
                <a:blip r:embed="rId122"/>
                <a:stretch>
                  <a:fillRect/>
                </a:stretch>
              </p:blipFill>
              <p:spPr>
                <a:xfrm>
                  <a:off x="3767391" y="5342723"/>
                  <a:ext cx="210600" cy="15516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102" name="Ink 101">
                  <a:extLst>
                    <a:ext uri="{FF2B5EF4-FFF2-40B4-BE49-F238E27FC236}">
                      <a16:creationId xmlns:a16="http://schemas.microsoft.com/office/drawing/2014/main" id="{7639CB17-33D2-470A-A00A-3474108F8828}"/>
                    </a:ext>
                  </a:extLst>
                </p14:cNvPr>
                <p14:cNvContentPartPr/>
                <p14:nvPr/>
              </p14:nvContentPartPr>
              <p14:xfrm>
                <a:off x="4045311" y="5424083"/>
                <a:ext cx="28440" cy="106920"/>
              </p14:xfrm>
            </p:contentPart>
          </mc:Choice>
          <mc:Fallback xmlns="">
            <p:pic>
              <p:nvPicPr>
                <p:cNvPr id="102" name="Ink 101">
                  <a:extLst>
                    <a:ext uri="{FF2B5EF4-FFF2-40B4-BE49-F238E27FC236}">
                      <a16:creationId xmlns:a16="http://schemas.microsoft.com/office/drawing/2014/main" id="{7639CB17-33D2-470A-A00A-3474108F8828}"/>
                    </a:ext>
                  </a:extLst>
                </p:cNvPr>
                <p:cNvPicPr/>
                <p:nvPr/>
              </p:nvPicPr>
              <p:blipFill>
                <a:blip r:embed="rId124"/>
                <a:stretch>
                  <a:fillRect/>
                </a:stretch>
              </p:blipFill>
              <p:spPr>
                <a:xfrm>
                  <a:off x="4036311" y="5415083"/>
                  <a:ext cx="46080" cy="12456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103" name="Ink 102">
                  <a:extLst>
                    <a:ext uri="{FF2B5EF4-FFF2-40B4-BE49-F238E27FC236}">
                      <a16:creationId xmlns:a16="http://schemas.microsoft.com/office/drawing/2014/main" id="{05F9749C-DF52-4801-9436-37D56D4EC6E7}"/>
                    </a:ext>
                  </a:extLst>
                </p14:cNvPr>
                <p14:cNvContentPartPr/>
                <p14:nvPr/>
              </p14:nvContentPartPr>
              <p14:xfrm>
                <a:off x="4143231" y="5422643"/>
                <a:ext cx="21960" cy="107640"/>
              </p14:xfrm>
            </p:contentPart>
          </mc:Choice>
          <mc:Fallback xmlns="">
            <p:pic>
              <p:nvPicPr>
                <p:cNvPr id="103" name="Ink 102">
                  <a:extLst>
                    <a:ext uri="{FF2B5EF4-FFF2-40B4-BE49-F238E27FC236}">
                      <a16:creationId xmlns:a16="http://schemas.microsoft.com/office/drawing/2014/main" id="{05F9749C-DF52-4801-9436-37D56D4EC6E7}"/>
                    </a:ext>
                  </a:extLst>
                </p:cNvPr>
                <p:cNvPicPr/>
                <p:nvPr/>
              </p:nvPicPr>
              <p:blipFill>
                <a:blip r:embed="rId126"/>
                <a:stretch>
                  <a:fillRect/>
                </a:stretch>
              </p:blipFill>
              <p:spPr>
                <a:xfrm>
                  <a:off x="4134231" y="5414003"/>
                  <a:ext cx="3960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104" name="Ink 103">
                  <a:extLst>
                    <a:ext uri="{FF2B5EF4-FFF2-40B4-BE49-F238E27FC236}">
                      <a16:creationId xmlns:a16="http://schemas.microsoft.com/office/drawing/2014/main" id="{9DF17A1C-C9AF-433D-A8FD-A52868D36C1C}"/>
                    </a:ext>
                  </a:extLst>
                </p14:cNvPr>
                <p14:cNvContentPartPr/>
                <p14:nvPr/>
              </p14:nvContentPartPr>
              <p14:xfrm>
                <a:off x="4028751" y="5068403"/>
                <a:ext cx="35280" cy="210960"/>
              </p14:xfrm>
            </p:contentPart>
          </mc:Choice>
          <mc:Fallback xmlns="">
            <p:pic>
              <p:nvPicPr>
                <p:cNvPr id="104" name="Ink 103">
                  <a:extLst>
                    <a:ext uri="{FF2B5EF4-FFF2-40B4-BE49-F238E27FC236}">
                      <a16:creationId xmlns:a16="http://schemas.microsoft.com/office/drawing/2014/main" id="{9DF17A1C-C9AF-433D-A8FD-A52868D36C1C}"/>
                    </a:ext>
                  </a:extLst>
                </p:cNvPr>
                <p:cNvPicPr/>
                <p:nvPr/>
              </p:nvPicPr>
              <p:blipFill>
                <a:blip r:embed="rId128"/>
                <a:stretch>
                  <a:fillRect/>
                </a:stretch>
              </p:blipFill>
              <p:spPr>
                <a:xfrm>
                  <a:off x="4020111" y="5059763"/>
                  <a:ext cx="52920" cy="228600"/>
                </a:xfrm>
                <a:prstGeom prst="rect">
                  <a:avLst/>
                </a:prstGeom>
              </p:spPr>
            </p:pic>
          </mc:Fallback>
        </mc:AlternateContent>
      </p:grpSp>
      <p:grpSp>
        <p:nvGrpSpPr>
          <p:cNvPr id="110" name="Group 109">
            <a:extLst>
              <a:ext uri="{FF2B5EF4-FFF2-40B4-BE49-F238E27FC236}">
                <a16:creationId xmlns:a16="http://schemas.microsoft.com/office/drawing/2014/main" id="{BD1702A9-9C9F-458D-8094-E7289BD2EE0A}"/>
              </a:ext>
            </a:extLst>
          </p:cNvPr>
          <p:cNvGrpSpPr/>
          <p:nvPr/>
        </p:nvGrpSpPr>
        <p:grpSpPr>
          <a:xfrm>
            <a:off x="4376151" y="5276483"/>
            <a:ext cx="490680" cy="479160"/>
            <a:chOff x="4376151" y="5276483"/>
            <a:chExt cx="490680" cy="479160"/>
          </a:xfrm>
        </p:grpSpPr>
        <mc:AlternateContent xmlns:mc="http://schemas.openxmlformats.org/markup-compatibility/2006" xmlns:p14="http://schemas.microsoft.com/office/powerpoint/2010/main">
          <mc:Choice Requires="p14">
            <p:contentPart p14:bwMode="auto" r:id="rId129">
              <p14:nvContentPartPr>
                <p14:cNvPr id="106" name="Ink 105">
                  <a:extLst>
                    <a:ext uri="{FF2B5EF4-FFF2-40B4-BE49-F238E27FC236}">
                      <a16:creationId xmlns:a16="http://schemas.microsoft.com/office/drawing/2014/main" id="{06FF0B2D-8502-4B4F-8594-A985FDF85BA3}"/>
                    </a:ext>
                  </a:extLst>
                </p14:cNvPr>
                <p14:cNvContentPartPr/>
                <p14:nvPr/>
              </p14:nvContentPartPr>
              <p14:xfrm>
                <a:off x="4376151" y="5413283"/>
                <a:ext cx="181800" cy="27720"/>
              </p14:xfrm>
            </p:contentPart>
          </mc:Choice>
          <mc:Fallback xmlns="">
            <p:pic>
              <p:nvPicPr>
                <p:cNvPr id="106" name="Ink 105">
                  <a:extLst>
                    <a:ext uri="{FF2B5EF4-FFF2-40B4-BE49-F238E27FC236}">
                      <a16:creationId xmlns:a16="http://schemas.microsoft.com/office/drawing/2014/main" id="{06FF0B2D-8502-4B4F-8594-A985FDF85BA3}"/>
                    </a:ext>
                  </a:extLst>
                </p:cNvPr>
                <p:cNvPicPr/>
                <p:nvPr/>
              </p:nvPicPr>
              <p:blipFill>
                <a:blip r:embed="rId130"/>
                <a:stretch>
                  <a:fillRect/>
                </a:stretch>
              </p:blipFill>
              <p:spPr>
                <a:xfrm>
                  <a:off x="4367511" y="5404643"/>
                  <a:ext cx="19944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107" name="Ink 106">
                  <a:extLst>
                    <a:ext uri="{FF2B5EF4-FFF2-40B4-BE49-F238E27FC236}">
                      <a16:creationId xmlns:a16="http://schemas.microsoft.com/office/drawing/2014/main" id="{E5DEC907-6DCC-41D3-AB50-85785C7D872A}"/>
                    </a:ext>
                  </a:extLst>
                </p14:cNvPr>
                <p14:cNvContentPartPr/>
                <p14:nvPr/>
              </p14:nvContentPartPr>
              <p14:xfrm>
                <a:off x="4465791" y="5346683"/>
                <a:ext cx="26640" cy="225000"/>
              </p14:xfrm>
            </p:contentPart>
          </mc:Choice>
          <mc:Fallback xmlns="">
            <p:pic>
              <p:nvPicPr>
                <p:cNvPr id="107" name="Ink 106">
                  <a:extLst>
                    <a:ext uri="{FF2B5EF4-FFF2-40B4-BE49-F238E27FC236}">
                      <a16:creationId xmlns:a16="http://schemas.microsoft.com/office/drawing/2014/main" id="{E5DEC907-6DCC-41D3-AB50-85785C7D872A}"/>
                    </a:ext>
                  </a:extLst>
                </p:cNvPr>
                <p:cNvPicPr/>
                <p:nvPr/>
              </p:nvPicPr>
              <p:blipFill>
                <a:blip r:embed="rId132"/>
                <a:stretch>
                  <a:fillRect/>
                </a:stretch>
              </p:blipFill>
              <p:spPr>
                <a:xfrm>
                  <a:off x="4457151" y="5337683"/>
                  <a:ext cx="44280" cy="24264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108" name="Ink 107">
                  <a:extLst>
                    <a:ext uri="{FF2B5EF4-FFF2-40B4-BE49-F238E27FC236}">
                      <a16:creationId xmlns:a16="http://schemas.microsoft.com/office/drawing/2014/main" id="{F07EC23D-F98D-4756-B983-E058D3DC7945}"/>
                    </a:ext>
                  </a:extLst>
                </p14:cNvPr>
                <p14:cNvContentPartPr/>
                <p14:nvPr/>
              </p14:nvContentPartPr>
              <p14:xfrm>
                <a:off x="4689351" y="5365763"/>
                <a:ext cx="36000" cy="389880"/>
              </p14:xfrm>
            </p:contentPart>
          </mc:Choice>
          <mc:Fallback xmlns="">
            <p:pic>
              <p:nvPicPr>
                <p:cNvPr id="108" name="Ink 107">
                  <a:extLst>
                    <a:ext uri="{FF2B5EF4-FFF2-40B4-BE49-F238E27FC236}">
                      <a16:creationId xmlns:a16="http://schemas.microsoft.com/office/drawing/2014/main" id="{F07EC23D-F98D-4756-B983-E058D3DC7945}"/>
                    </a:ext>
                  </a:extLst>
                </p:cNvPr>
                <p:cNvPicPr/>
                <p:nvPr/>
              </p:nvPicPr>
              <p:blipFill>
                <a:blip r:embed="rId134"/>
                <a:stretch>
                  <a:fillRect/>
                </a:stretch>
              </p:blipFill>
              <p:spPr>
                <a:xfrm>
                  <a:off x="4680711" y="5357123"/>
                  <a:ext cx="53640" cy="40752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109" name="Ink 108">
                  <a:extLst>
                    <a:ext uri="{FF2B5EF4-FFF2-40B4-BE49-F238E27FC236}">
                      <a16:creationId xmlns:a16="http://schemas.microsoft.com/office/drawing/2014/main" id="{47F8A8D7-6808-4629-9E38-4E8A779C9BE9}"/>
                    </a:ext>
                  </a:extLst>
                </p14:cNvPr>
                <p14:cNvContentPartPr/>
                <p14:nvPr/>
              </p14:nvContentPartPr>
              <p14:xfrm>
                <a:off x="4685751" y="5276483"/>
                <a:ext cx="181080" cy="226440"/>
              </p14:xfrm>
            </p:contentPart>
          </mc:Choice>
          <mc:Fallback xmlns="">
            <p:pic>
              <p:nvPicPr>
                <p:cNvPr id="109" name="Ink 108">
                  <a:extLst>
                    <a:ext uri="{FF2B5EF4-FFF2-40B4-BE49-F238E27FC236}">
                      <a16:creationId xmlns:a16="http://schemas.microsoft.com/office/drawing/2014/main" id="{47F8A8D7-6808-4629-9E38-4E8A779C9BE9}"/>
                    </a:ext>
                  </a:extLst>
                </p:cNvPr>
                <p:cNvPicPr/>
                <p:nvPr/>
              </p:nvPicPr>
              <p:blipFill>
                <a:blip r:embed="rId136"/>
                <a:stretch>
                  <a:fillRect/>
                </a:stretch>
              </p:blipFill>
              <p:spPr>
                <a:xfrm>
                  <a:off x="4677111" y="5267843"/>
                  <a:ext cx="198720" cy="2440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37">
            <p14:nvContentPartPr>
              <p14:cNvPr id="111" name="Ink 110">
                <a:extLst>
                  <a:ext uri="{FF2B5EF4-FFF2-40B4-BE49-F238E27FC236}">
                    <a16:creationId xmlns:a16="http://schemas.microsoft.com/office/drawing/2014/main" id="{97B5F708-23C2-4C89-83FF-038FA03384F5}"/>
                  </a:ext>
                </a:extLst>
              </p14:cNvPr>
              <p14:cNvContentPartPr/>
              <p14:nvPr/>
            </p14:nvContentPartPr>
            <p14:xfrm>
              <a:off x="6807591" y="2053043"/>
              <a:ext cx="82800" cy="3983760"/>
            </p14:xfrm>
          </p:contentPart>
        </mc:Choice>
        <mc:Fallback xmlns="">
          <p:pic>
            <p:nvPicPr>
              <p:cNvPr id="111" name="Ink 110">
                <a:extLst>
                  <a:ext uri="{FF2B5EF4-FFF2-40B4-BE49-F238E27FC236}">
                    <a16:creationId xmlns:a16="http://schemas.microsoft.com/office/drawing/2014/main" id="{97B5F708-23C2-4C89-83FF-038FA03384F5}"/>
                  </a:ext>
                </a:extLst>
              </p:cNvPr>
              <p:cNvPicPr/>
              <p:nvPr/>
            </p:nvPicPr>
            <p:blipFill>
              <a:blip r:embed="rId138"/>
              <a:stretch>
                <a:fillRect/>
              </a:stretch>
            </p:blipFill>
            <p:spPr>
              <a:xfrm>
                <a:off x="6798591" y="2044043"/>
                <a:ext cx="100440" cy="4001400"/>
              </a:xfrm>
              <a:prstGeom prst="rect">
                <a:avLst/>
              </a:prstGeom>
            </p:spPr>
          </p:pic>
        </mc:Fallback>
      </mc:AlternateContent>
      <p:grpSp>
        <p:nvGrpSpPr>
          <p:cNvPr id="140" name="Group 139">
            <a:extLst>
              <a:ext uri="{FF2B5EF4-FFF2-40B4-BE49-F238E27FC236}">
                <a16:creationId xmlns:a16="http://schemas.microsoft.com/office/drawing/2014/main" id="{B883479C-713C-4637-B0E9-699E48B86880}"/>
              </a:ext>
            </a:extLst>
          </p:cNvPr>
          <p:cNvGrpSpPr/>
          <p:nvPr/>
        </p:nvGrpSpPr>
        <p:grpSpPr>
          <a:xfrm>
            <a:off x="7210071" y="2064923"/>
            <a:ext cx="1020960" cy="655920"/>
            <a:chOff x="7210071" y="2064923"/>
            <a:chExt cx="1020960" cy="655920"/>
          </a:xfrm>
        </p:grpSpPr>
        <mc:AlternateContent xmlns:mc="http://schemas.openxmlformats.org/markup-compatibility/2006" xmlns:p14="http://schemas.microsoft.com/office/powerpoint/2010/main">
          <mc:Choice Requires="p14">
            <p:contentPart p14:bwMode="auto" r:id="rId139">
              <p14:nvContentPartPr>
                <p14:cNvPr id="119" name="Ink 118">
                  <a:extLst>
                    <a:ext uri="{FF2B5EF4-FFF2-40B4-BE49-F238E27FC236}">
                      <a16:creationId xmlns:a16="http://schemas.microsoft.com/office/drawing/2014/main" id="{88FE4592-D419-4FB9-A4F7-830B8B44B4F5}"/>
                    </a:ext>
                  </a:extLst>
                </p14:cNvPr>
                <p14:cNvContentPartPr/>
                <p14:nvPr/>
              </p14:nvContentPartPr>
              <p14:xfrm>
                <a:off x="7210071" y="2064923"/>
                <a:ext cx="153000" cy="394200"/>
              </p14:xfrm>
            </p:contentPart>
          </mc:Choice>
          <mc:Fallback xmlns="">
            <p:pic>
              <p:nvPicPr>
                <p:cNvPr id="119" name="Ink 118">
                  <a:extLst>
                    <a:ext uri="{FF2B5EF4-FFF2-40B4-BE49-F238E27FC236}">
                      <a16:creationId xmlns:a16="http://schemas.microsoft.com/office/drawing/2014/main" id="{88FE4592-D419-4FB9-A4F7-830B8B44B4F5}"/>
                    </a:ext>
                  </a:extLst>
                </p:cNvPr>
                <p:cNvPicPr/>
                <p:nvPr/>
              </p:nvPicPr>
              <p:blipFill>
                <a:blip r:embed="rId140"/>
                <a:stretch>
                  <a:fillRect/>
                </a:stretch>
              </p:blipFill>
              <p:spPr>
                <a:xfrm>
                  <a:off x="7201431" y="2055923"/>
                  <a:ext cx="170640" cy="41184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120" name="Ink 119">
                  <a:extLst>
                    <a:ext uri="{FF2B5EF4-FFF2-40B4-BE49-F238E27FC236}">
                      <a16:creationId xmlns:a16="http://schemas.microsoft.com/office/drawing/2014/main" id="{D4DAA271-CA6F-42E6-AC31-39BE27CFA57F}"/>
                    </a:ext>
                  </a:extLst>
                </p14:cNvPr>
                <p14:cNvContentPartPr/>
                <p14:nvPr/>
              </p14:nvContentPartPr>
              <p14:xfrm>
                <a:off x="7398351" y="2263643"/>
                <a:ext cx="186120" cy="457200"/>
              </p14:xfrm>
            </p:contentPart>
          </mc:Choice>
          <mc:Fallback xmlns="">
            <p:pic>
              <p:nvPicPr>
                <p:cNvPr id="120" name="Ink 119">
                  <a:extLst>
                    <a:ext uri="{FF2B5EF4-FFF2-40B4-BE49-F238E27FC236}">
                      <a16:creationId xmlns:a16="http://schemas.microsoft.com/office/drawing/2014/main" id="{D4DAA271-CA6F-42E6-AC31-39BE27CFA57F}"/>
                    </a:ext>
                  </a:extLst>
                </p:cNvPr>
                <p:cNvPicPr/>
                <p:nvPr/>
              </p:nvPicPr>
              <p:blipFill>
                <a:blip r:embed="rId142"/>
                <a:stretch>
                  <a:fillRect/>
                </a:stretch>
              </p:blipFill>
              <p:spPr>
                <a:xfrm>
                  <a:off x="7389351" y="2255003"/>
                  <a:ext cx="203760" cy="47484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121" name="Ink 120">
                  <a:extLst>
                    <a:ext uri="{FF2B5EF4-FFF2-40B4-BE49-F238E27FC236}">
                      <a16:creationId xmlns:a16="http://schemas.microsoft.com/office/drawing/2014/main" id="{120AA90E-ACAF-4250-9C21-18B8C8FD9A96}"/>
                    </a:ext>
                  </a:extLst>
                </p14:cNvPr>
                <p14:cNvContentPartPr/>
                <p14:nvPr/>
              </p14:nvContentPartPr>
              <p14:xfrm>
                <a:off x="7613271" y="2158523"/>
                <a:ext cx="617760" cy="315360"/>
              </p14:xfrm>
            </p:contentPart>
          </mc:Choice>
          <mc:Fallback xmlns="">
            <p:pic>
              <p:nvPicPr>
                <p:cNvPr id="121" name="Ink 120">
                  <a:extLst>
                    <a:ext uri="{FF2B5EF4-FFF2-40B4-BE49-F238E27FC236}">
                      <a16:creationId xmlns:a16="http://schemas.microsoft.com/office/drawing/2014/main" id="{120AA90E-ACAF-4250-9C21-18B8C8FD9A96}"/>
                    </a:ext>
                  </a:extLst>
                </p:cNvPr>
                <p:cNvPicPr/>
                <p:nvPr/>
              </p:nvPicPr>
              <p:blipFill>
                <a:blip r:embed="rId144"/>
                <a:stretch>
                  <a:fillRect/>
                </a:stretch>
              </p:blipFill>
              <p:spPr>
                <a:xfrm>
                  <a:off x="7604631" y="2149523"/>
                  <a:ext cx="635400" cy="33300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122" name="Ink 121">
                  <a:extLst>
                    <a:ext uri="{FF2B5EF4-FFF2-40B4-BE49-F238E27FC236}">
                      <a16:creationId xmlns:a16="http://schemas.microsoft.com/office/drawing/2014/main" id="{775C7B8A-BCC2-4958-ACA9-28824D45687D}"/>
                    </a:ext>
                  </a:extLst>
                </p14:cNvPr>
                <p14:cNvContentPartPr/>
                <p14:nvPr/>
              </p14:nvContentPartPr>
              <p14:xfrm>
                <a:off x="8060391" y="2246363"/>
                <a:ext cx="129960" cy="13680"/>
              </p14:xfrm>
            </p:contentPart>
          </mc:Choice>
          <mc:Fallback xmlns="">
            <p:pic>
              <p:nvPicPr>
                <p:cNvPr id="122" name="Ink 121">
                  <a:extLst>
                    <a:ext uri="{FF2B5EF4-FFF2-40B4-BE49-F238E27FC236}">
                      <a16:creationId xmlns:a16="http://schemas.microsoft.com/office/drawing/2014/main" id="{775C7B8A-BCC2-4958-ACA9-28824D45687D}"/>
                    </a:ext>
                  </a:extLst>
                </p:cNvPr>
                <p:cNvPicPr/>
                <p:nvPr/>
              </p:nvPicPr>
              <p:blipFill>
                <a:blip r:embed="rId146"/>
                <a:stretch>
                  <a:fillRect/>
                </a:stretch>
              </p:blipFill>
              <p:spPr>
                <a:xfrm>
                  <a:off x="8051391" y="2237723"/>
                  <a:ext cx="147600" cy="31320"/>
                </a:xfrm>
                <a:prstGeom prst="rect">
                  <a:avLst/>
                </a:prstGeom>
              </p:spPr>
            </p:pic>
          </mc:Fallback>
        </mc:AlternateContent>
      </p:grpSp>
      <p:grpSp>
        <p:nvGrpSpPr>
          <p:cNvPr id="139" name="Group 138">
            <a:extLst>
              <a:ext uri="{FF2B5EF4-FFF2-40B4-BE49-F238E27FC236}">
                <a16:creationId xmlns:a16="http://schemas.microsoft.com/office/drawing/2014/main" id="{9646E56B-0CF3-44C6-B7E8-F92291D48612}"/>
              </a:ext>
            </a:extLst>
          </p:cNvPr>
          <p:cNvGrpSpPr/>
          <p:nvPr/>
        </p:nvGrpSpPr>
        <p:grpSpPr>
          <a:xfrm>
            <a:off x="8548551" y="2123243"/>
            <a:ext cx="2783520" cy="758160"/>
            <a:chOff x="8548551" y="2123243"/>
            <a:chExt cx="2783520" cy="758160"/>
          </a:xfrm>
        </p:grpSpPr>
        <mc:AlternateContent xmlns:mc="http://schemas.openxmlformats.org/markup-compatibility/2006" xmlns:p14="http://schemas.microsoft.com/office/powerpoint/2010/main">
          <mc:Choice Requires="p14">
            <p:contentPart p14:bwMode="auto" r:id="rId147">
              <p14:nvContentPartPr>
                <p14:cNvPr id="123" name="Ink 122">
                  <a:extLst>
                    <a:ext uri="{FF2B5EF4-FFF2-40B4-BE49-F238E27FC236}">
                      <a16:creationId xmlns:a16="http://schemas.microsoft.com/office/drawing/2014/main" id="{708ABE52-DF3B-4752-9F5A-9D91E1EC9542}"/>
                    </a:ext>
                  </a:extLst>
                </p14:cNvPr>
                <p14:cNvContentPartPr/>
                <p14:nvPr/>
              </p14:nvContentPartPr>
              <p14:xfrm>
                <a:off x="8548551" y="2123243"/>
                <a:ext cx="713880" cy="374040"/>
              </p14:xfrm>
            </p:contentPart>
          </mc:Choice>
          <mc:Fallback xmlns="">
            <p:pic>
              <p:nvPicPr>
                <p:cNvPr id="123" name="Ink 122">
                  <a:extLst>
                    <a:ext uri="{FF2B5EF4-FFF2-40B4-BE49-F238E27FC236}">
                      <a16:creationId xmlns:a16="http://schemas.microsoft.com/office/drawing/2014/main" id="{708ABE52-DF3B-4752-9F5A-9D91E1EC9542}"/>
                    </a:ext>
                  </a:extLst>
                </p:cNvPr>
                <p:cNvPicPr/>
                <p:nvPr/>
              </p:nvPicPr>
              <p:blipFill>
                <a:blip r:embed="rId148"/>
                <a:stretch>
                  <a:fillRect/>
                </a:stretch>
              </p:blipFill>
              <p:spPr>
                <a:xfrm>
                  <a:off x="8539551" y="2114603"/>
                  <a:ext cx="731520" cy="39168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124" name="Ink 123">
                  <a:extLst>
                    <a:ext uri="{FF2B5EF4-FFF2-40B4-BE49-F238E27FC236}">
                      <a16:creationId xmlns:a16="http://schemas.microsoft.com/office/drawing/2014/main" id="{2813F20D-581B-4F48-8D61-60DB309AB568}"/>
                    </a:ext>
                  </a:extLst>
                </p14:cNvPr>
                <p14:cNvContentPartPr/>
                <p14:nvPr/>
              </p14:nvContentPartPr>
              <p14:xfrm>
                <a:off x="9369351" y="2158523"/>
                <a:ext cx="217440" cy="722880"/>
              </p14:xfrm>
            </p:contentPart>
          </mc:Choice>
          <mc:Fallback xmlns="">
            <p:pic>
              <p:nvPicPr>
                <p:cNvPr id="124" name="Ink 123">
                  <a:extLst>
                    <a:ext uri="{FF2B5EF4-FFF2-40B4-BE49-F238E27FC236}">
                      <a16:creationId xmlns:a16="http://schemas.microsoft.com/office/drawing/2014/main" id="{2813F20D-581B-4F48-8D61-60DB309AB568}"/>
                    </a:ext>
                  </a:extLst>
                </p:cNvPr>
                <p:cNvPicPr/>
                <p:nvPr/>
              </p:nvPicPr>
              <p:blipFill>
                <a:blip r:embed="rId150"/>
                <a:stretch>
                  <a:fillRect/>
                </a:stretch>
              </p:blipFill>
              <p:spPr>
                <a:xfrm>
                  <a:off x="9360711" y="2149883"/>
                  <a:ext cx="235080" cy="74052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125" name="Ink 124">
                  <a:extLst>
                    <a:ext uri="{FF2B5EF4-FFF2-40B4-BE49-F238E27FC236}">
                      <a16:creationId xmlns:a16="http://schemas.microsoft.com/office/drawing/2014/main" id="{65B2C0B0-A57D-47AB-850F-5ADE94692652}"/>
                    </a:ext>
                  </a:extLst>
                </p14:cNvPr>
                <p14:cNvContentPartPr/>
                <p14:nvPr/>
              </p14:nvContentPartPr>
              <p14:xfrm>
                <a:off x="9382311" y="2391803"/>
                <a:ext cx="471960" cy="155880"/>
              </p14:xfrm>
            </p:contentPart>
          </mc:Choice>
          <mc:Fallback xmlns="">
            <p:pic>
              <p:nvPicPr>
                <p:cNvPr id="125" name="Ink 124">
                  <a:extLst>
                    <a:ext uri="{FF2B5EF4-FFF2-40B4-BE49-F238E27FC236}">
                      <a16:creationId xmlns:a16="http://schemas.microsoft.com/office/drawing/2014/main" id="{65B2C0B0-A57D-47AB-850F-5ADE94692652}"/>
                    </a:ext>
                  </a:extLst>
                </p:cNvPr>
                <p:cNvPicPr/>
                <p:nvPr/>
              </p:nvPicPr>
              <p:blipFill>
                <a:blip r:embed="rId152"/>
                <a:stretch>
                  <a:fillRect/>
                </a:stretch>
              </p:blipFill>
              <p:spPr>
                <a:xfrm>
                  <a:off x="9373311" y="2382803"/>
                  <a:ext cx="489600" cy="17352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126" name="Ink 125">
                  <a:extLst>
                    <a:ext uri="{FF2B5EF4-FFF2-40B4-BE49-F238E27FC236}">
                      <a16:creationId xmlns:a16="http://schemas.microsoft.com/office/drawing/2014/main" id="{709FE25F-A5DC-407B-B764-867CA5519089}"/>
                    </a:ext>
                  </a:extLst>
                </p14:cNvPr>
                <p14:cNvContentPartPr/>
                <p14:nvPr/>
              </p14:nvContentPartPr>
              <p14:xfrm>
                <a:off x="10032471" y="2279123"/>
                <a:ext cx="241200" cy="270360"/>
              </p14:xfrm>
            </p:contentPart>
          </mc:Choice>
          <mc:Fallback xmlns="">
            <p:pic>
              <p:nvPicPr>
                <p:cNvPr id="126" name="Ink 125">
                  <a:extLst>
                    <a:ext uri="{FF2B5EF4-FFF2-40B4-BE49-F238E27FC236}">
                      <a16:creationId xmlns:a16="http://schemas.microsoft.com/office/drawing/2014/main" id="{709FE25F-A5DC-407B-B764-867CA5519089}"/>
                    </a:ext>
                  </a:extLst>
                </p:cNvPr>
                <p:cNvPicPr/>
                <p:nvPr/>
              </p:nvPicPr>
              <p:blipFill>
                <a:blip r:embed="rId154"/>
                <a:stretch>
                  <a:fillRect/>
                </a:stretch>
              </p:blipFill>
              <p:spPr>
                <a:xfrm>
                  <a:off x="10023471" y="2270123"/>
                  <a:ext cx="258840" cy="28800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127" name="Ink 126">
                  <a:extLst>
                    <a:ext uri="{FF2B5EF4-FFF2-40B4-BE49-F238E27FC236}">
                      <a16:creationId xmlns:a16="http://schemas.microsoft.com/office/drawing/2014/main" id="{7DC30ED6-3F89-4FFB-A35E-7FA102FCF95A}"/>
                    </a:ext>
                  </a:extLst>
                </p14:cNvPr>
                <p14:cNvContentPartPr/>
                <p14:nvPr/>
              </p14:nvContentPartPr>
              <p14:xfrm>
                <a:off x="10374111" y="2200643"/>
                <a:ext cx="229320" cy="309960"/>
              </p14:xfrm>
            </p:contentPart>
          </mc:Choice>
          <mc:Fallback xmlns="">
            <p:pic>
              <p:nvPicPr>
                <p:cNvPr id="127" name="Ink 126">
                  <a:extLst>
                    <a:ext uri="{FF2B5EF4-FFF2-40B4-BE49-F238E27FC236}">
                      <a16:creationId xmlns:a16="http://schemas.microsoft.com/office/drawing/2014/main" id="{7DC30ED6-3F89-4FFB-A35E-7FA102FCF95A}"/>
                    </a:ext>
                  </a:extLst>
                </p:cNvPr>
                <p:cNvPicPr/>
                <p:nvPr/>
              </p:nvPicPr>
              <p:blipFill>
                <a:blip r:embed="rId156"/>
                <a:stretch>
                  <a:fillRect/>
                </a:stretch>
              </p:blipFill>
              <p:spPr>
                <a:xfrm>
                  <a:off x="10365111" y="2192003"/>
                  <a:ext cx="246960" cy="32760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128" name="Ink 127">
                  <a:extLst>
                    <a:ext uri="{FF2B5EF4-FFF2-40B4-BE49-F238E27FC236}">
                      <a16:creationId xmlns:a16="http://schemas.microsoft.com/office/drawing/2014/main" id="{7A299190-F49F-4A5F-86CE-478E9FFEBFB8}"/>
                    </a:ext>
                  </a:extLst>
                </p14:cNvPr>
                <p14:cNvContentPartPr/>
                <p14:nvPr/>
              </p14:nvContentPartPr>
              <p14:xfrm>
                <a:off x="10797111" y="2308643"/>
                <a:ext cx="73800" cy="400320"/>
              </p14:xfrm>
            </p:contentPart>
          </mc:Choice>
          <mc:Fallback xmlns="">
            <p:pic>
              <p:nvPicPr>
                <p:cNvPr id="128" name="Ink 127">
                  <a:extLst>
                    <a:ext uri="{FF2B5EF4-FFF2-40B4-BE49-F238E27FC236}">
                      <a16:creationId xmlns:a16="http://schemas.microsoft.com/office/drawing/2014/main" id="{7A299190-F49F-4A5F-86CE-478E9FFEBFB8}"/>
                    </a:ext>
                  </a:extLst>
                </p:cNvPr>
                <p:cNvPicPr/>
                <p:nvPr/>
              </p:nvPicPr>
              <p:blipFill>
                <a:blip r:embed="rId158"/>
                <a:stretch>
                  <a:fillRect/>
                </a:stretch>
              </p:blipFill>
              <p:spPr>
                <a:xfrm>
                  <a:off x="10788471" y="2299643"/>
                  <a:ext cx="91440" cy="41796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129" name="Ink 128">
                  <a:extLst>
                    <a:ext uri="{FF2B5EF4-FFF2-40B4-BE49-F238E27FC236}">
                      <a16:creationId xmlns:a16="http://schemas.microsoft.com/office/drawing/2014/main" id="{6A33A659-FD96-473B-B354-A02ABFCD1585}"/>
                    </a:ext>
                  </a:extLst>
                </p14:cNvPr>
                <p14:cNvContentPartPr/>
                <p14:nvPr/>
              </p14:nvContentPartPr>
              <p14:xfrm>
                <a:off x="10824111" y="2266523"/>
                <a:ext cx="132120" cy="235440"/>
              </p14:xfrm>
            </p:contentPart>
          </mc:Choice>
          <mc:Fallback xmlns="">
            <p:pic>
              <p:nvPicPr>
                <p:cNvPr id="129" name="Ink 128">
                  <a:extLst>
                    <a:ext uri="{FF2B5EF4-FFF2-40B4-BE49-F238E27FC236}">
                      <a16:creationId xmlns:a16="http://schemas.microsoft.com/office/drawing/2014/main" id="{6A33A659-FD96-473B-B354-A02ABFCD1585}"/>
                    </a:ext>
                  </a:extLst>
                </p:cNvPr>
                <p:cNvPicPr/>
                <p:nvPr/>
              </p:nvPicPr>
              <p:blipFill>
                <a:blip r:embed="rId160"/>
                <a:stretch>
                  <a:fillRect/>
                </a:stretch>
              </p:blipFill>
              <p:spPr>
                <a:xfrm>
                  <a:off x="10815111" y="2257883"/>
                  <a:ext cx="149760" cy="25308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130" name="Ink 129">
                  <a:extLst>
                    <a:ext uri="{FF2B5EF4-FFF2-40B4-BE49-F238E27FC236}">
                      <a16:creationId xmlns:a16="http://schemas.microsoft.com/office/drawing/2014/main" id="{50BCA639-36B2-4619-A8D4-874496847E4E}"/>
                    </a:ext>
                  </a:extLst>
                </p14:cNvPr>
                <p14:cNvContentPartPr/>
                <p14:nvPr/>
              </p14:nvContentPartPr>
              <p14:xfrm>
                <a:off x="11107431" y="2343203"/>
                <a:ext cx="22680" cy="39600"/>
              </p14:xfrm>
            </p:contentPart>
          </mc:Choice>
          <mc:Fallback xmlns="">
            <p:pic>
              <p:nvPicPr>
                <p:cNvPr id="130" name="Ink 129">
                  <a:extLst>
                    <a:ext uri="{FF2B5EF4-FFF2-40B4-BE49-F238E27FC236}">
                      <a16:creationId xmlns:a16="http://schemas.microsoft.com/office/drawing/2014/main" id="{50BCA639-36B2-4619-A8D4-874496847E4E}"/>
                    </a:ext>
                  </a:extLst>
                </p:cNvPr>
                <p:cNvPicPr/>
                <p:nvPr/>
              </p:nvPicPr>
              <p:blipFill>
                <a:blip r:embed="rId162"/>
                <a:stretch>
                  <a:fillRect/>
                </a:stretch>
              </p:blipFill>
              <p:spPr>
                <a:xfrm>
                  <a:off x="11098431" y="2334203"/>
                  <a:ext cx="40320" cy="5724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131" name="Ink 130">
                  <a:extLst>
                    <a:ext uri="{FF2B5EF4-FFF2-40B4-BE49-F238E27FC236}">
                      <a16:creationId xmlns:a16="http://schemas.microsoft.com/office/drawing/2014/main" id="{04C871B7-E19D-4A72-A063-C9174AAEA311}"/>
                    </a:ext>
                  </a:extLst>
                </p14:cNvPr>
                <p14:cNvContentPartPr/>
                <p14:nvPr/>
              </p14:nvContentPartPr>
              <p14:xfrm>
                <a:off x="11090151" y="2440403"/>
                <a:ext cx="241920" cy="88920"/>
              </p14:xfrm>
            </p:contentPart>
          </mc:Choice>
          <mc:Fallback xmlns="">
            <p:pic>
              <p:nvPicPr>
                <p:cNvPr id="131" name="Ink 130">
                  <a:extLst>
                    <a:ext uri="{FF2B5EF4-FFF2-40B4-BE49-F238E27FC236}">
                      <a16:creationId xmlns:a16="http://schemas.microsoft.com/office/drawing/2014/main" id="{04C871B7-E19D-4A72-A063-C9174AAEA311}"/>
                    </a:ext>
                  </a:extLst>
                </p:cNvPr>
                <p:cNvPicPr/>
                <p:nvPr/>
              </p:nvPicPr>
              <p:blipFill>
                <a:blip r:embed="rId164"/>
                <a:stretch>
                  <a:fillRect/>
                </a:stretch>
              </p:blipFill>
              <p:spPr>
                <a:xfrm>
                  <a:off x="11081511" y="2431763"/>
                  <a:ext cx="259560" cy="106560"/>
                </a:xfrm>
                <a:prstGeom prst="rect">
                  <a:avLst/>
                </a:prstGeom>
              </p:spPr>
            </p:pic>
          </mc:Fallback>
        </mc:AlternateContent>
      </p:grpSp>
      <p:grpSp>
        <p:nvGrpSpPr>
          <p:cNvPr id="138" name="Group 137">
            <a:extLst>
              <a:ext uri="{FF2B5EF4-FFF2-40B4-BE49-F238E27FC236}">
                <a16:creationId xmlns:a16="http://schemas.microsoft.com/office/drawing/2014/main" id="{CCD6C7A9-5F1E-4A89-91C7-5ED828A4FB0F}"/>
              </a:ext>
            </a:extLst>
          </p:cNvPr>
          <p:cNvGrpSpPr/>
          <p:nvPr/>
        </p:nvGrpSpPr>
        <p:grpSpPr>
          <a:xfrm>
            <a:off x="7805511" y="3133043"/>
            <a:ext cx="528120" cy="321480"/>
            <a:chOff x="7805511" y="3133043"/>
            <a:chExt cx="528120" cy="321480"/>
          </a:xfrm>
        </p:grpSpPr>
        <mc:AlternateContent xmlns:mc="http://schemas.openxmlformats.org/markup-compatibility/2006" xmlns:p14="http://schemas.microsoft.com/office/powerpoint/2010/main">
          <mc:Choice Requires="p14">
            <p:contentPart p14:bwMode="auto" r:id="rId165">
              <p14:nvContentPartPr>
                <p14:cNvPr id="132" name="Ink 131">
                  <a:extLst>
                    <a:ext uri="{FF2B5EF4-FFF2-40B4-BE49-F238E27FC236}">
                      <a16:creationId xmlns:a16="http://schemas.microsoft.com/office/drawing/2014/main" id="{D9D09AEF-8AE5-4F97-BC48-522C5F4AB0F5}"/>
                    </a:ext>
                  </a:extLst>
                </p14:cNvPr>
                <p14:cNvContentPartPr/>
                <p14:nvPr/>
              </p14:nvContentPartPr>
              <p14:xfrm>
                <a:off x="7805511" y="3133043"/>
                <a:ext cx="328680" cy="321480"/>
              </p14:xfrm>
            </p:contentPart>
          </mc:Choice>
          <mc:Fallback xmlns="">
            <p:pic>
              <p:nvPicPr>
                <p:cNvPr id="132" name="Ink 131">
                  <a:extLst>
                    <a:ext uri="{FF2B5EF4-FFF2-40B4-BE49-F238E27FC236}">
                      <a16:creationId xmlns:a16="http://schemas.microsoft.com/office/drawing/2014/main" id="{D9D09AEF-8AE5-4F97-BC48-522C5F4AB0F5}"/>
                    </a:ext>
                  </a:extLst>
                </p:cNvPr>
                <p:cNvPicPr/>
                <p:nvPr/>
              </p:nvPicPr>
              <p:blipFill>
                <a:blip r:embed="rId166"/>
                <a:stretch>
                  <a:fillRect/>
                </a:stretch>
              </p:blipFill>
              <p:spPr>
                <a:xfrm>
                  <a:off x="7796871" y="3124403"/>
                  <a:ext cx="346320" cy="33912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133" name="Ink 132">
                  <a:extLst>
                    <a:ext uri="{FF2B5EF4-FFF2-40B4-BE49-F238E27FC236}">
                      <a16:creationId xmlns:a16="http://schemas.microsoft.com/office/drawing/2014/main" id="{2ED5B27B-A377-4A0B-BC93-24015F53101F}"/>
                    </a:ext>
                  </a:extLst>
                </p14:cNvPr>
                <p14:cNvContentPartPr/>
                <p14:nvPr/>
              </p14:nvContentPartPr>
              <p14:xfrm>
                <a:off x="8166951" y="3306203"/>
                <a:ext cx="121320" cy="11520"/>
              </p14:xfrm>
            </p:contentPart>
          </mc:Choice>
          <mc:Fallback xmlns="">
            <p:pic>
              <p:nvPicPr>
                <p:cNvPr id="133" name="Ink 132">
                  <a:extLst>
                    <a:ext uri="{FF2B5EF4-FFF2-40B4-BE49-F238E27FC236}">
                      <a16:creationId xmlns:a16="http://schemas.microsoft.com/office/drawing/2014/main" id="{2ED5B27B-A377-4A0B-BC93-24015F53101F}"/>
                    </a:ext>
                  </a:extLst>
                </p:cNvPr>
                <p:cNvPicPr/>
                <p:nvPr/>
              </p:nvPicPr>
              <p:blipFill>
                <a:blip r:embed="rId168"/>
                <a:stretch>
                  <a:fillRect/>
                </a:stretch>
              </p:blipFill>
              <p:spPr>
                <a:xfrm>
                  <a:off x="8158311" y="3297203"/>
                  <a:ext cx="13896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134" name="Ink 133">
                  <a:extLst>
                    <a:ext uri="{FF2B5EF4-FFF2-40B4-BE49-F238E27FC236}">
                      <a16:creationId xmlns:a16="http://schemas.microsoft.com/office/drawing/2014/main" id="{354D11EE-0614-4BB1-A713-3A3B7D9FEAFD}"/>
                    </a:ext>
                  </a:extLst>
                </p14:cNvPr>
                <p14:cNvContentPartPr/>
                <p14:nvPr/>
              </p14:nvContentPartPr>
              <p14:xfrm>
                <a:off x="8221311" y="3371363"/>
                <a:ext cx="112320" cy="27720"/>
              </p14:xfrm>
            </p:contentPart>
          </mc:Choice>
          <mc:Fallback xmlns="">
            <p:pic>
              <p:nvPicPr>
                <p:cNvPr id="134" name="Ink 133">
                  <a:extLst>
                    <a:ext uri="{FF2B5EF4-FFF2-40B4-BE49-F238E27FC236}">
                      <a16:creationId xmlns:a16="http://schemas.microsoft.com/office/drawing/2014/main" id="{354D11EE-0614-4BB1-A713-3A3B7D9FEAFD}"/>
                    </a:ext>
                  </a:extLst>
                </p:cNvPr>
                <p:cNvPicPr/>
                <p:nvPr/>
              </p:nvPicPr>
              <p:blipFill>
                <a:blip r:embed="rId170"/>
                <a:stretch>
                  <a:fillRect/>
                </a:stretch>
              </p:blipFill>
              <p:spPr>
                <a:xfrm>
                  <a:off x="8212311" y="3362723"/>
                  <a:ext cx="129960" cy="45360"/>
                </a:xfrm>
                <a:prstGeom prst="rect">
                  <a:avLst/>
                </a:prstGeom>
              </p:spPr>
            </p:pic>
          </mc:Fallback>
        </mc:AlternateContent>
      </p:grpSp>
      <p:grpSp>
        <p:nvGrpSpPr>
          <p:cNvPr id="165" name="Group 164">
            <a:extLst>
              <a:ext uri="{FF2B5EF4-FFF2-40B4-BE49-F238E27FC236}">
                <a16:creationId xmlns:a16="http://schemas.microsoft.com/office/drawing/2014/main" id="{9C368EBC-22EE-4465-AEA3-6D7773B8484A}"/>
              </a:ext>
            </a:extLst>
          </p:cNvPr>
          <p:cNvGrpSpPr/>
          <p:nvPr/>
        </p:nvGrpSpPr>
        <p:grpSpPr>
          <a:xfrm>
            <a:off x="8584191" y="3083363"/>
            <a:ext cx="1666440" cy="789840"/>
            <a:chOff x="8584191" y="3083363"/>
            <a:chExt cx="1666440" cy="789840"/>
          </a:xfrm>
        </p:grpSpPr>
        <mc:AlternateContent xmlns:mc="http://schemas.openxmlformats.org/markup-compatibility/2006" xmlns:p14="http://schemas.microsoft.com/office/powerpoint/2010/main">
          <mc:Choice Requires="p14">
            <p:contentPart p14:bwMode="auto" r:id="rId171">
              <p14:nvContentPartPr>
                <p14:cNvPr id="135" name="Ink 134">
                  <a:extLst>
                    <a:ext uri="{FF2B5EF4-FFF2-40B4-BE49-F238E27FC236}">
                      <a16:creationId xmlns:a16="http://schemas.microsoft.com/office/drawing/2014/main" id="{926DBE9B-15DB-48F4-9D24-FD775FE4F96A}"/>
                    </a:ext>
                  </a:extLst>
                </p14:cNvPr>
                <p14:cNvContentPartPr/>
                <p14:nvPr/>
              </p14:nvContentPartPr>
              <p14:xfrm>
                <a:off x="8584191" y="3189923"/>
                <a:ext cx="286920" cy="270000"/>
              </p14:xfrm>
            </p:contentPart>
          </mc:Choice>
          <mc:Fallback xmlns="">
            <p:pic>
              <p:nvPicPr>
                <p:cNvPr id="135" name="Ink 134">
                  <a:extLst>
                    <a:ext uri="{FF2B5EF4-FFF2-40B4-BE49-F238E27FC236}">
                      <a16:creationId xmlns:a16="http://schemas.microsoft.com/office/drawing/2014/main" id="{926DBE9B-15DB-48F4-9D24-FD775FE4F96A}"/>
                    </a:ext>
                  </a:extLst>
                </p:cNvPr>
                <p:cNvPicPr/>
                <p:nvPr/>
              </p:nvPicPr>
              <p:blipFill>
                <a:blip r:embed="rId172"/>
                <a:stretch>
                  <a:fillRect/>
                </a:stretch>
              </p:blipFill>
              <p:spPr>
                <a:xfrm>
                  <a:off x="8575191" y="3180923"/>
                  <a:ext cx="304560" cy="28764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136" name="Ink 135">
                  <a:extLst>
                    <a:ext uri="{FF2B5EF4-FFF2-40B4-BE49-F238E27FC236}">
                      <a16:creationId xmlns:a16="http://schemas.microsoft.com/office/drawing/2014/main" id="{95857020-5521-45A8-AFF4-2606C1AE8A9B}"/>
                    </a:ext>
                  </a:extLst>
                </p14:cNvPr>
                <p14:cNvContentPartPr/>
                <p14:nvPr/>
              </p14:nvContentPartPr>
              <p14:xfrm>
                <a:off x="8925471" y="3389363"/>
                <a:ext cx="182160" cy="4320"/>
              </p14:xfrm>
            </p:contentPart>
          </mc:Choice>
          <mc:Fallback xmlns="">
            <p:pic>
              <p:nvPicPr>
                <p:cNvPr id="136" name="Ink 135">
                  <a:extLst>
                    <a:ext uri="{FF2B5EF4-FFF2-40B4-BE49-F238E27FC236}">
                      <a16:creationId xmlns:a16="http://schemas.microsoft.com/office/drawing/2014/main" id="{95857020-5521-45A8-AFF4-2606C1AE8A9B}"/>
                    </a:ext>
                  </a:extLst>
                </p:cNvPr>
                <p:cNvPicPr/>
                <p:nvPr/>
              </p:nvPicPr>
              <p:blipFill>
                <a:blip r:embed="rId174"/>
                <a:stretch>
                  <a:fillRect/>
                </a:stretch>
              </p:blipFill>
              <p:spPr>
                <a:xfrm>
                  <a:off x="8916831" y="3380723"/>
                  <a:ext cx="19980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175">
              <p14:nvContentPartPr>
                <p14:cNvPr id="141" name="Ink 140">
                  <a:extLst>
                    <a:ext uri="{FF2B5EF4-FFF2-40B4-BE49-F238E27FC236}">
                      <a16:creationId xmlns:a16="http://schemas.microsoft.com/office/drawing/2014/main" id="{1A7B5879-D8BD-4170-9DC5-240811988B23}"/>
                    </a:ext>
                  </a:extLst>
                </p14:cNvPr>
                <p14:cNvContentPartPr/>
                <p14:nvPr/>
              </p14:nvContentPartPr>
              <p14:xfrm>
                <a:off x="9275751" y="3274523"/>
                <a:ext cx="312120" cy="404280"/>
              </p14:xfrm>
            </p:contentPart>
          </mc:Choice>
          <mc:Fallback xmlns="">
            <p:pic>
              <p:nvPicPr>
                <p:cNvPr id="141" name="Ink 140">
                  <a:extLst>
                    <a:ext uri="{FF2B5EF4-FFF2-40B4-BE49-F238E27FC236}">
                      <a16:creationId xmlns:a16="http://schemas.microsoft.com/office/drawing/2014/main" id="{1A7B5879-D8BD-4170-9DC5-240811988B23}"/>
                    </a:ext>
                  </a:extLst>
                </p:cNvPr>
                <p:cNvPicPr/>
                <p:nvPr/>
              </p:nvPicPr>
              <p:blipFill>
                <a:blip r:embed="rId176"/>
                <a:stretch>
                  <a:fillRect/>
                </a:stretch>
              </p:blipFill>
              <p:spPr>
                <a:xfrm>
                  <a:off x="9267111" y="3265523"/>
                  <a:ext cx="329760" cy="421920"/>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142" name="Ink 141">
                  <a:extLst>
                    <a:ext uri="{FF2B5EF4-FFF2-40B4-BE49-F238E27FC236}">
                      <a16:creationId xmlns:a16="http://schemas.microsoft.com/office/drawing/2014/main" id="{BAE8FBFF-E144-4295-BAD7-1EDADC484D72}"/>
                    </a:ext>
                  </a:extLst>
                </p14:cNvPr>
                <p14:cNvContentPartPr/>
                <p14:nvPr/>
              </p14:nvContentPartPr>
              <p14:xfrm>
                <a:off x="9757071" y="3083363"/>
                <a:ext cx="164520" cy="340200"/>
              </p14:xfrm>
            </p:contentPart>
          </mc:Choice>
          <mc:Fallback xmlns="">
            <p:pic>
              <p:nvPicPr>
                <p:cNvPr id="142" name="Ink 141">
                  <a:extLst>
                    <a:ext uri="{FF2B5EF4-FFF2-40B4-BE49-F238E27FC236}">
                      <a16:creationId xmlns:a16="http://schemas.microsoft.com/office/drawing/2014/main" id="{BAE8FBFF-E144-4295-BAD7-1EDADC484D72}"/>
                    </a:ext>
                  </a:extLst>
                </p:cNvPr>
                <p:cNvPicPr/>
                <p:nvPr/>
              </p:nvPicPr>
              <p:blipFill>
                <a:blip r:embed="rId178"/>
                <a:stretch>
                  <a:fillRect/>
                </a:stretch>
              </p:blipFill>
              <p:spPr>
                <a:xfrm>
                  <a:off x="9748431" y="3074363"/>
                  <a:ext cx="182160" cy="357840"/>
                </a:xfrm>
                <a:prstGeom prst="rect">
                  <a:avLst/>
                </a:prstGeom>
              </p:spPr>
            </p:pic>
          </mc:Fallback>
        </mc:AlternateContent>
        <mc:AlternateContent xmlns:mc="http://schemas.openxmlformats.org/markup-compatibility/2006" xmlns:p14="http://schemas.microsoft.com/office/powerpoint/2010/main">
          <mc:Choice Requires="p14">
            <p:contentPart p14:bwMode="auto" r:id="rId179">
              <p14:nvContentPartPr>
                <p14:cNvPr id="144" name="Ink 143">
                  <a:extLst>
                    <a:ext uri="{FF2B5EF4-FFF2-40B4-BE49-F238E27FC236}">
                      <a16:creationId xmlns:a16="http://schemas.microsoft.com/office/drawing/2014/main" id="{029D42B3-B326-43AF-9C95-48B5CE280A10}"/>
                    </a:ext>
                  </a:extLst>
                </p14:cNvPr>
                <p14:cNvContentPartPr/>
                <p14:nvPr/>
              </p14:nvContentPartPr>
              <p14:xfrm>
                <a:off x="10033911" y="3154643"/>
                <a:ext cx="99720" cy="225000"/>
              </p14:xfrm>
            </p:contentPart>
          </mc:Choice>
          <mc:Fallback xmlns="">
            <p:pic>
              <p:nvPicPr>
                <p:cNvPr id="144" name="Ink 143">
                  <a:extLst>
                    <a:ext uri="{FF2B5EF4-FFF2-40B4-BE49-F238E27FC236}">
                      <a16:creationId xmlns:a16="http://schemas.microsoft.com/office/drawing/2014/main" id="{029D42B3-B326-43AF-9C95-48B5CE280A10}"/>
                    </a:ext>
                  </a:extLst>
                </p:cNvPr>
                <p:cNvPicPr/>
                <p:nvPr/>
              </p:nvPicPr>
              <p:blipFill>
                <a:blip r:embed="rId180"/>
                <a:stretch>
                  <a:fillRect/>
                </a:stretch>
              </p:blipFill>
              <p:spPr>
                <a:xfrm>
                  <a:off x="10024911" y="3146003"/>
                  <a:ext cx="117360" cy="242640"/>
                </a:xfrm>
                <a:prstGeom prst="rect">
                  <a:avLst/>
                </a:prstGeom>
              </p:spPr>
            </p:pic>
          </mc:Fallback>
        </mc:AlternateContent>
        <mc:AlternateContent xmlns:mc="http://schemas.openxmlformats.org/markup-compatibility/2006" xmlns:p14="http://schemas.microsoft.com/office/powerpoint/2010/main">
          <mc:Choice Requires="p14">
            <p:contentPart p14:bwMode="auto" r:id="rId181">
              <p14:nvContentPartPr>
                <p14:cNvPr id="145" name="Ink 144">
                  <a:extLst>
                    <a:ext uri="{FF2B5EF4-FFF2-40B4-BE49-F238E27FC236}">
                      <a16:creationId xmlns:a16="http://schemas.microsoft.com/office/drawing/2014/main" id="{0D2387CB-B311-4A07-A6DE-2FBB31EE0382}"/>
                    </a:ext>
                  </a:extLst>
                </p14:cNvPr>
                <p14:cNvContentPartPr/>
                <p14:nvPr/>
              </p14:nvContentPartPr>
              <p14:xfrm>
                <a:off x="9694431" y="3448763"/>
                <a:ext cx="521280" cy="41040"/>
              </p14:xfrm>
            </p:contentPart>
          </mc:Choice>
          <mc:Fallback xmlns="">
            <p:pic>
              <p:nvPicPr>
                <p:cNvPr id="145" name="Ink 144">
                  <a:extLst>
                    <a:ext uri="{FF2B5EF4-FFF2-40B4-BE49-F238E27FC236}">
                      <a16:creationId xmlns:a16="http://schemas.microsoft.com/office/drawing/2014/main" id="{0D2387CB-B311-4A07-A6DE-2FBB31EE0382}"/>
                    </a:ext>
                  </a:extLst>
                </p:cNvPr>
                <p:cNvPicPr/>
                <p:nvPr/>
              </p:nvPicPr>
              <p:blipFill>
                <a:blip r:embed="rId182"/>
                <a:stretch>
                  <a:fillRect/>
                </a:stretch>
              </p:blipFill>
              <p:spPr>
                <a:xfrm>
                  <a:off x="9685431" y="3439763"/>
                  <a:ext cx="538920" cy="58680"/>
                </a:xfrm>
                <a:prstGeom prst="rect">
                  <a:avLst/>
                </a:prstGeom>
              </p:spPr>
            </p:pic>
          </mc:Fallback>
        </mc:AlternateContent>
        <mc:AlternateContent xmlns:mc="http://schemas.openxmlformats.org/markup-compatibility/2006" xmlns:p14="http://schemas.microsoft.com/office/powerpoint/2010/main">
          <mc:Choice Requires="p14">
            <p:contentPart p14:bwMode="auto" r:id="rId183">
              <p14:nvContentPartPr>
                <p14:cNvPr id="146" name="Ink 145">
                  <a:extLst>
                    <a:ext uri="{FF2B5EF4-FFF2-40B4-BE49-F238E27FC236}">
                      <a16:creationId xmlns:a16="http://schemas.microsoft.com/office/drawing/2014/main" id="{8F179864-B773-4A2D-B3CC-00EDAFCEAD0C}"/>
                    </a:ext>
                  </a:extLst>
                </p14:cNvPr>
                <p14:cNvContentPartPr/>
                <p14:nvPr/>
              </p14:nvContentPartPr>
              <p14:xfrm>
                <a:off x="9755271" y="3617603"/>
                <a:ext cx="121320" cy="212040"/>
              </p14:xfrm>
            </p:contentPart>
          </mc:Choice>
          <mc:Fallback xmlns="">
            <p:pic>
              <p:nvPicPr>
                <p:cNvPr id="146" name="Ink 145">
                  <a:extLst>
                    <a:ext uri="{FF2B5EF4-FFF2-40B4-BE49-F238E27FC236}">
                      <a16:creationId xmlns:a16="http://schemas.microsoft.com/office/drawing/2014/main" id="{8F179864-B773-4A2D-B3CC-00EDAFCEAD0C}"/>
                    </a:ext>
                  </a:extLst>
                </p:cNvPr>
                <p:cNvPicPr/>
                <p:nvPr/>
              </p:nvPicPr>
              <p:blipFill>
                <a:blip r:embed="rId184"/>
                <a:stretch>
                  <a:fillRect/>
                </a:stretch>
              </p:blipFill>
              <p:spPr>
                <a:xfrm>
                  <a:off x="9746631" y="3608603"/>
                  <a:ext cx="138960" cy="229680"/>
                </a:xfrm>
                <a:prstGeom prst="rect">
                  <a:avLst/>
                </a:prstGeom>
              </p:spPr>
            </p:pic>
          </mc:Fallback>
        </mc:AlternateContent>
        <mc:AlternateContent xmlns:mc="http://schemas.openxmlformats.org/markup-compatibility/2006" xmlns:p14="http://schemas.microsoft.com/office/powerpoint/2010/main">
          <mc:Choice Requires="p14">
            <p:contentPart p14:bwMode="auto" r:id="rId185">
              <p14:nvContentPartPr>
                <p14:cNvPr id="148" name="Ink 147">
                  <a:extLst>
                    <a:ext uri="{FF2B5EF4-FFF2-40B4-BE49-F238E27FC236}">
                      <a16:creationId xmlns:a16="http://schemas.microsoft.com/office/drawing/2014/main" id="{E08341DA-5215-4BD4-9C4E-E3B6867CFA5E}"/>
                    </a:ext>
                  </a:extLst>
                </p14:cNvPr>
                <p14:cNvContentPartPr/>
                <p14:nvPr/>
              </p14:nvContentPartPr>
              <p14:xfrm>
                <a:off x="10007271" y="3661883"/>
                <a:ext cx="243360" cy="211320"/>
              </p14:xfrm>
            </p:contentPart>
          </mc:Choice>
          <mc:Fallback xmlns="">
            <p:pic>
              <p:nvPicPr>
                <p:cNvPr id="148" name="Ink 147">
                  <a:extLst>
                    <a:ext uri="{FF2B5EF4-FFF2-40B4-BE49-F238E27FC236}">
                      <a16:creationId xmlns:a16="http://schemas.microsoft.com/office/drawing/2014/main" id="{E08341DA-5215-4BD4-9C4E-E3B6867CFA5E}"/>
                    </a:ext>
                  </a:extLst>
                </p:cNvPr>
                <p:cNvPicPr/>
                <p:nvPr/>
              </p:nvPicPr>
              <p:blipFill>
                <a:blip r:embed="rId186"/>
                <a:stretch>
                  <a:fillRect/>
                </a:stretch>
              </p:blipFill>
              <p:spPr>
                <a:xfrm>
                  <a:off x="9998271" y="3653243"/>
                  <a:ext cx="261000" cy="228960"/>
                </a:xfrm>
                <a:prstGeom prst="rect">
                  <a:avLst/>
                </a:prstGeom>
              </p:spPr>
            </p:pic>
          </mc:Fallback>
        </mc:AlternateContent>
      </p:grpSp>
      <p:grpSp>
        <p:nvGrpSpPr>
          <p:cNvPr id="164" name="Group 163">
            <a:extLst>
              <a:ext uri="{FF2B5EF4-FFF2-40B4-BE49-F238E27FC236}">
                <a16:creationId xmlns:a16="http://schemas.microsoft.com/office/drawing/2014/main" id="{3B1C2B1E-102F-4AE0-ADD7-7CA8B077498E}"/>
              </a:ext>
            </a:extLst>
          </p:cNvPr>
          <p:cNvGrpSpPr/>
          <p:nvPr/>
        </p:nvGrpSpPr>
        <p:grpSpPr>
          <a:xfrm>
            <a:off x="7938711" y="4166963"/>
            <a:ext cx="422280" cy="480600"/>
            <a:chOff x="7938711" y="4166963"/>
            <a:chExt cx="422280" cy="480600"/>
          </a:xfrm>
        </p:grpSpPr>
        <mc:AlternateContent xmlns:mc="http://schemas.openxmlformats.org/markup-compatibility/2006" xmlns:p14="http://schemas.microsoft.com/office/powerpoint/2010/main">
          <mc:Choice Requires="p14">
            <p:contentPart p14:bwMode="auto" r:id="rId187">
              <p14:nvContentPartPr>
                <p14:cNvPr id="149" name="Ink 148">
                  <a:extLst>
                    <a:ext uri="{FF2B5EF4-FFF2-40B4-BE49-F238E27FC236}">
                      <a16:creationId xmlns:a16="http://schemas.microsoft.com/office/drawing/2014/main" id="{CD66E73E-9CC7-4C65-9460-57BD6649DB6A}"/>
                    </a:ext>
                  </a:extLst>
                </p14:cNvPr>
                <p14:cNvContentPartPr/>
                <p14:nvPr/>
              </p14:nvContentPartPr>
              <p14:xfrm>
                <a:off x="7938711" y="4166963"/>
                <a:ext cx="55080" cy="480600"/>
              </p14:xfrm>
            </p:contentPart>
          </mc:Choice>
          <mc:Fallback xmlns="">
            <p:pic>
              <p:nvPicPr>
                <p:cNvPr id="149" name="Ink 148">
                  <a:extLst>
                    <a:ext uri="{FF2B5EF4-FFF2-40B4-BE49-F238E27FC236}">
                      <a16:creationId xmlns:a16="http://schemas.microsoft.com/office/drawing/2014/main" id="{CD66E73E-9CC7-4C65-9460-57BD6649DB6A}"/>
                    </a:ext>
                  </a:extLst>
                </p:cNvPr>
                <p:cNvPicPr/>
                <p:nvPr/>
              </p:nvPicPr>
              <p:blipFill>
                <a:blip r:embed="rId188"/>
                <a:stretch>
                  <a:fillRect/>
                </a:stretch>
              </p:blipFill>
              <p:spPr>
                <a:xfrm>
                  <a:off x="7930071" y="4157963"/>
                  <a:ext cx="72720" cy="498240"/>
                </a:xfrm>
                <a:prstGeom prst="rect">
                  <a:avLst/>
                </a:prstGeom>
              </p:spPr>
            </p:pic>
          </mc:Fallback>
        </mc:AlternateContent>
        <mc:AlternateContent xmlns:mc="http://schemas.openxmlformats.org/markup-compatibility/2006" xmlns:p14="http://schemas.microsoft.com/office/powerpoint/2010/main">
          <mc:Choice Requires="p14">
            <p:contentPart p14:bwMode="auto" r:id="rId189">
              <p14:nvContentPartPr>
                <p14:cNvPr id="150" name="Ink 149">
                  <a:extLst>
                    <a:ext uri="{FF2B5EF4-FFF2-40B4-BE49-F238E27FC236}">
                      <a16:creationId xmlns:a16="http://schemas.microsoft.com/office/drawing/2014/main" id="{763D190D-2714-4DD3-A753-DCF6A3739E6F}"/>
                    </a:ext>
                  </a:extLst>
                </p14:cNvPr>
                <p14:cNvContentPartPr/>
                <p14:nvPr/>
              </p14:nvContentPartPr>
              <p14:xfrm>
                <a:off x="7958511" y="4188203"/>
                <a:ext cx="130680" cy="262800"/>
              </p14:xfrm>
            </p:contentPart>
          </mc:Choice>
          <mc:Fallback xmlns="">
            <p:pic>
              <p:nvPicPr>
                <p:cNvPr id="150" name="Ink 149">
                  <a:extLst>
                    <a:ext uri="{FF2B5EF4-FFF2-40B4-BE49-F238E27FC236}">
                      <a16:creationId xmlns:a16="http://schemas.microsoft.com/office/drawing/2014/main" id="{763D190D-2714-4DD3-A753-DCF6A3739E6F}"/>
                    </a:ext>
                  </a:extLst>
                </p:cNvPr>
                <p:cNvPicPr/>
                <p:nvPr/>
              </p:nvPicPr>
              <p:blipFill>
                <a:blip r:embed="rId190"/>
                <a:stretch>
                  <a:fillRect/>
                </a:stretch>
              </p:blipFill>
              <p:spPr>
                <a:xfrm>
                  <a:off x="7949871" y="4179203"/>
                  <a:ext cx="148320" cy="280440"/>
                </a:xfrm>
                <a:prstGeom prst="rect">
                  <a:avLst/>
                </a:prstGeom>
              </p:spPr>
            </p:pic>
          </mc:Fallback>
        </mc:AlternateContent>
        <mc:AlternateContent xmlns:mc="http://schemas.openxmlformats.org/markup-compatibility/2006" xmlns:p14="http://schemas.microsoft.com/office/powerpoint/2010/main">
          <mc:Choice Requires="p14">
            <p:contentPart p14:bwMode="auto" r:id="rId191">
              <p14:nvContentPartPr>
                <p14:cNvPr id="151" name="Ink 150">
                  <a:extLst>
                    <a:ext uri="{FF2B5EF4-FFF2-40B4-BE49-F238E27FC236}">
                      <a16:creationId xmlns:a16="http://schemas.microsoft.com/office/drawing/2014/main" id="{434A125B-05D1-497F-A0E3-EB4E84C706B7}"/>
                    </a:ext>
                  </a:extLst>
                </p14:cNvPr>
                <p14:cNvContentPartPr/>
                <p14:nvPr/>
              </p14:nvContentPartPr>
              <p14:xfrm>
                <a:off x="8219871" y="4368203"/>
                <a:ext cx="141120" cy="79200"/>
              </p14:xfrm>
            </p:contentPart>
          </mc:Choice>
          <mc:Fallback xmlns="">
            <p:pic>
              <p:nvPicPr>
                <p:cNvPr id="151" name="Ink 150">
                  <a:extLst>
                    <a:ext uri="{FF2B5EF4-FFF2-40B4-BE49-F238E27FC236}">
                      <a16:creationId xmlns:a16="http://schemas.microsoft.com/office/drawing/2014/main" id="{434A125B-05D1-497F-A0E3-EB4E84C706B7}"/>
                    </a:ext>
                  </a:extLst>
                </p:cNvPr>
                <p:cNvPicPr/>
                <p:nvPr/>
              </p:nvPicPr>
              <p:blipFill>
                <a:blip r:embed="rId192"/>
                <a:stretch>
                  <a:fillRect/>
                </a:stretch>
              </p:blipFill>
              <p:spPr>
                <a:xfrm>
                  <a:off x="8210871" y="4359563"/>
                  <a:ext cx="158760" cy="96840"/>
                </a:xfrm>
                <a:prstGeom prst="rect">
                  <a:avLst/>
                </a:prstGeom>
              </p:spPr>
            </p:pic>
          </mc:Fallback>
        </mc:AlternateContent>
      </p:grpSp>
      <p:grpSp>
        <p:nvGrpSpPr>
          <p:cNvPr id="163" name="Group 162">
            <a:extLst>
              <a:ext uri="{FF2B5EF4-FFF2-40B4-BE49-F238E27FC236}">
                <a16:creationId xmlns:a16="http://schemas.microsoft.com/office/drawing/2014/main" id="{03BC0762-5800-44D7-AFFF-7BC29798C055}"/>
              </a:ext>
            </a:extLst>
          </p:cNvPr>
          <p:cNvGrpSpPr/>
          <p:nvPr/>
        </p:nvGrpSpPr>
        <p:grpSpPr>
          <a:xfrm>
            <a:off x="8592471" y="4331123"/>
            <a:ext cx="892440" cy="362160"/>
            <a:chOff x="8592471" y="4331123"/>
            <a:chExt cx="892440" cy="362160"/>
          </a:xfrm>
        </p:grpSpPr>
        <mc:AlternateContent xmlns:mc="http://schemas.openxmlformats.org/markup-compatibility/2006" xmlns:p14="http://schemas.microsoft.com/office/powerpoint/2010/main">
          <mc:Choice Requires="p14">
            <p:contentPart p14:bwMode="auto" r:id="rId193">
              <p14:nvContentPartPr>
                <p14:cNvPr id="152" name="Ink 151">
                  <a:extLst>
                    <a:ext uri="{FF2B5EF4-FFF2-40B4-BE49-F238E27FC236}">
                      <a16:creationId xmlns:a16="http://schemas.microsoft.com/office/drawing/2014/main" id="{2636E49F-B253-49ED-A8B9-BEF8E2D74938}"/>
                    </a:ext>
                  </a:extLst>
                </p14:cNvPr>
                <p14:cNvContentPartPr/>
                <p14:nvPr/>
              </p14:nvContentPartPr>
              <p14:xfrm>
                <a:off x="8592471" y="4349123"/>
                <a:ext cx="37440" cy="344160"/>
              </p14:xfrm>
            </p:contentPart>
          </mc:Choice>
          <mc:Fallback xmlns="">
            <p:pic>
              <p:nvPicPr>
                <p:cNvPr id="152" name="Ink 151">
                  <a:extLst>
                    <a:ext uri="{FF2B5EF4-FFF2-40B4-BE49-F238E27FC236}">
                      <a16:creationId xmlns:a16="http://schemas.microsoft.com/office/drawing/2014/main" id="{2636E49F-B253-49ED-A8B9-BEF8E2D74938}"/>
                    </a:ext>
                  </a:extLst>
                </p:cNvPr>
                <p:cNvPicPr/>
                <p:nvPr/>
              </p:nvPicPr>
              <p:blipFill>
                <a:blip r:embed="rId194"/>
                <a:stretch>
                  <a:fillRect/>
                </a:stretch>
              </p:blipFill>
              <p:spPr>
                <a:xfrm>
                  <a:off x="8583831" y="4340123"/>
                  <a:ext cx="55080" cy="361800"/>
                </a:xfrm>
                <a:prstGeom prst="rect">
                  <a:avLst/>
                </a:prstGeom>
              </p:spPr>
            </p:pic>
          </mc:Fallback>
        </mc:AlternateContent>
        <mc:AlternateContent xmlns:mc="http://schemas.openxmlformats.org/markup-compatibility/2006" xmlns:p14="http://schemas.microsoft.com/office/powerpoint/2010/main">
          <mc:Choice Requires="p14">
            <p:contentPart p14:bwMode="auto" r:id="rId195">
              <p14:nvContentPartPr>
                <p14:cNvPr id="153" name="Ink 152">
                  <a:extLst>
                    <a:ext uri="{FF2B5EF4-FFF2-40B4-BE49-F238E27FC236}">
                      <a16:creationId xmlns:a16="http://schemas.microsoft.com/office/drawing/2014/main" id="{2F209851-C984-4CB1-B880-9C1A3DFE9EF8}"/>
                    </a:ext>
                  </a:extLst>
                </p14:cNvPr>
                <p14:cNvContentPartPr/>
                <p14:nvPr/>
              </p14:nvContentPartPr>
              <p14:xfrm>
                <a:off x="8630271" y="4331123"/>
                <a:ext cx="128880" cy="209520"/>
              </p14:xfrm>
            </p:contentPart>
          </mc:Choice>
          <mc:Fallback xmlns="">
            <p:pic>
              <p:nvPicPr>
                <p:cNvPr id="153" name="Ink 152">
                  <a:extLst>
                    <a:ext uri="{FF2B5EF4-FFF2-40B4-BE49-F238E27FC236}">
                      <a16:creationId xmlns:a16="http://schemas.microsoft.com/office/drawing/2014/main" id="{2F209851-C984-4CB1-B880-9C1A3DFE9EF8}"/>
                    </a:ext>
                  </a:extLst>
                </p:cNvPr>
                <p:cNvPicPr/>
                <p:nvPr/>
              </p:nvPicPr>
              <p:blipFill>
                <a:blip r:embed="rId196"/>
                <a:stretch>
                  <a:fillRect/>
                </a:stretch>
              </p:blipFill>
              <p:spPr>
                <a:xfrm>
                  <a:off x="8621631" y="4322483"/>
                  <a:ext cx="146520" cy="227160"/>
                </a:xfrm>
                <a:prstGeom prst="rect">
                  <a:avLst/>
                </a:prstGeom>
              </p:spPr>
            </p:pic>
          </mc:Fallback>
        </mc:AlternateContent>
        <mc:AlternateContent xmlns:mc="http://schemas.openxmlformats.org/markup-compatibility/2006" xmlns:p14="http://schemas.microsoft.com/office/powerpoint/2010/main">
          <mc:Choice Requires="p14">
            <p:contentPart p14:bwMode="auto" r:id="rId197">
              <p14:nvContentPartPr>
                <p14:cNvPr id="154" name="Ink 153">
                  <a:extLst>
                    <a:ext uri="{FF2B5EF4-FFF2-40B4-BE49-F238E27FC236}">
                      <a16:creationId xmlns:a16="http://schemas.microsoft.com/office/drawing/2014/main" id="{87588FD4-CD09-46A4-99A5-A2D287E163B3}"/>
                    </a:ext>
                  </a:extLst>
                </p14:cNvPr>
                <p14:cNvContentPartPr/>
                <p14:nvPr/>
              </p14:nvContentPartPr>
              <p14:xfrm>
                <a:off x="8887671" y="4476203"/>
                <a:ext cx="134640" cy="9000"/>
              </p14:xfrm>
            </p:contentPart>
          </mc:Choice>
          <mc:Fallback xmlns="">
            <p:pic>
              <p:nvPicPr>
                <p:cNvPr id="154" name="Ink 153">
                  <a:extLst>
                    <a:ext uri="{FF2B5EF4-FFF2-40B4-BE49-F238E27FC236}">
                      <a16:creationId xmlns:a16="http://schemas.microsoft.com/office/drawing/2014/main" id="{87588FD4-CD09-46A4-99A5-A2D287E163B3}"/>
                    </a:ext>
                  </a:extLst>
                </p:cNvPr>
                <p:cNvPicPr/>
                <p:nvPr/>
              </p:nvPicPr>
              <p:blipFill>
                <a:blip r:embed="rId198"/>
                <a:stretch>
                  <a:fillRect/>
                </a:stretch>
              </p:blipFill>
              <p:spPr>
                <a:xfrm>
                  <a:off x="8879031" y="4467563"/>
                  <a:ext cx="15228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199">
              <p14:nvContentPartPr>
                <p14:cNvPr id="155" name="Ink 154">
                  <a:extLst>
                    <a:ext uri="{FF2B5EF4-FFF2-40B4-BE49-F238E27FC236}">
                      <a16:creationId xmlns:a16="http://schemas.microsoft.com/office/drawing/2014/main" id="{6B8A5F73-317E-4313-B75A-A55FCED514C7}"/>
                    </a:ext>
                  </a:extLst>
                </p14:cNvPr>
                <p14:cNvContentPartPr/>
                <p14:nvPr/>
              </p14:nvContentPartPr>
              <p14:xfrm>
                <a:off x="9212031" y="4384043"/>
                <a:ext cx="272880" cy="221400"/>
              </p14:xfrm>
            </p:contentPart>
          </mc:Choice>
          <mc:Fallback xmlns="">
            <p:pic>
              <p:nvPicPr>
                <p:cNvPr id="155" name="Ink 154">
                  <a:extLst>
                    <a:ext uri="{FF2B5EF4-FFF2-40B4-BE49-F238E27FC236}">
                      <a16:creationId xmlns:a16="http://schemas.microsoft.com/office/drawing/2014/main" id="{6B8A5F73-317E-4313-B75A-A55FCED514C7}"/>
                    </a:ext>
                  </a:extLst>
                </p:cNvPr>
                <p:cNvPicPr/>
                <p:nvPr/>
              </p:nvPicPr>
              <p:blipFill>
                <a:blip r:embed="rId200"/>
                <a:stretch>
                  <a:fillRect/>
                </a:stretch>
              </p:blipFill>
              <p:spPr>
                <a:xfrm>
                  <a:off x="9203031" y="4375043"/>
                  <a:ext cx="290520" cy="239040"/>
                </a:xfrm>
                <a:prstGeom prst="rect">
                  <a:avLst/>
                </a:prstGeom>
              </p:spPr>
            </p:pic>
          </mc:Fallback>
        </mc:AlternateContent>
      </p:grpSp>
      <p:grpSp>
        <p:nvGrpSpPr>
          <p:cNvPr id="162" name="Group 161">
            <a:extLst>
              <a:ext uri="{FF2B5EF4-FFF2-40B4-BE49-F238E27FC236}">
                <a16:creationId xmlns:a16="http://schemas.microsoft.com/office/drawing/2014/main" id="{30CD301A-C4AE-432E-97E0-3854441EFCDC}"/>
              </a:ext>
            </a:extLst>
          </p:cNvPr>
          <p:cNvGrpSpPr/>
          <p:nvPr/>
        </p:nvGrpSpPr>
        <p:grpSpPr>
          <a:xfrm>
            <a:off x="9717111" y="4232843"/>
            <a:ext cx="550080" cy="767880"/>
            <a:chOff x="9717111" y="4232843"/>
            <a:chExt cx="550080" cy="767880"/>
          </a:xfrm>
        </p:grpSpPr>
        <mc:AlternateContent xmlns:mc="http://schemas.openxmlformats.org/markup-compatibility/2006" xmlns:p14="http://schemas.microsoft.com/office/powerpoint/2010/main">
          <mc:Choice Requires="p14">
            <p:contentPart p14:bwMode="auto" r:id="rId201">
              <p14:nvContentPartPr>
                <p14:cNvPr id="156" name="Ink 155">
                  <a:extLst>
                    <a:ext uri="{FF2B5EF4-FFF2-40B4-BE49-F238E27FC236}">
                      <a16:creationId xmlns:a16="http://schemas.microsoft.com/office/drawing/2014/main" id="{504AE83D-8A34-4F46-8D9B-6E45577E2514}"/>
                    </a:ext>
                  </a:extLst>
                </p14:cNvPr>
                <p14:cNvContentPartPr/>
                <p14:nvPr/>
              </p14:nvContentPartPr>
              <p14:xfrm>
                <a:off x="9771111" y="4232843"/>
                <a:ext cx="135000" cy="318960"/>
              </p14:xfrm>
            </p:contentPart>
          </mc:Choice>
          <mc:Fallback xmlns="">
            <p:pic>
              <p:nvPicPr>
                <p:cNvPr id="156" name="Ink 155">
                  <a:extLst>
                    <a:ext uri="{FF2B5EF4-FFF2-40B4-BE49-F238E27FC236}">
                      <a16:creationId xmlns:a16="http://schemas.microsoft.com/office/drawing/2014/main" id="{504AE83D-8A34-4F46-8D9B-6E45577E2514}"/>
                    </a:ext>
                  </a:extLst>
                </p:cNvPr>
                <p:cNvPicPr/>
                <p:nvPr/>
              </p:nvPicPr>
              <p:blipFill>
                <a:blip r:embed="rId202"/>
                <a:stretch>
                  <a:fillRect/>
                </a:stretch>
              </p:blipFill>
              <p:spPr>
                <a:xfrm>
                  <a:off x="9762471" y="4224203"/>
                  <a:ext cx="152640" cy="336600"/>
                </a:xfrm>
                <a:prstGeom prst="rect">
                  <a:avLst/>
                </a:prstGeom>
              </p:spPr>
            </p:pic>
          </mc:Fallback>
        </mc:AlternateContent>
        <mc:AlternateContent xmlns:mc="http://schemas.openxmlformats.org/markup-compatibility/2006" xmlns:p14="http://schemas.microsoft.com/office/powerpoint/2010/main">
          <mc:Choice Requires="p14">
            <p:contentPart p14:bwMode="auto" r:id="rId203">
              <p14:nvContentPartPr>
                <p14:cNvPr id="157" name="Ink 156">
                  <a:extLst>
                    <a:ext uri="{FF2B5EF4-FFF2-40B4-BE49-F238E27FC236}">
                      <a16:creationId xmlns:a16="http://schemas.microsoft.com/office/drawing/2014/main" id="{7D8F70DC-00CF-420F-B852-7AB7B1CF8EB2}"/>
                    </a:ext>
                  </a:extLst>
                </p14:cNvPr>
                <p14:cNvContentPartPr/>
                <p14:nvPr/>
              </p14:nvContentPartPr>
              <p14:xfrm>
                <a:off x="10026351" y="4360283"/>
                <a:ext cx="145800" cy="218520"/>
              </p14:xfrm>
            </p:contentPart>
          </mc:Choice>
          <mc:Fallback xmlns="">
            <p:pic>
              <p:nvPicPr>
                <p:cNvPr id="157" name="Ink 156">
                  <a:extLst>
                    <a:ext uri="{FF2B5EF4-FFF2-40B4-BE49-F238E27FC236}">
                      <a16:creationId xmlns:a16="http://schemas.microsoft.com/office/drawing/2014/main" id="{7D8F70DC-00CF-420F-B852-7AB7B1CF8EB2}"/>
                    </a:ext>
                  </a:extLst>
                </p:cNvPr>
                <p:cNvPicPr/>
                <p:nvPr/>
              </p:nvPicPr>
              <p:blipFill>
                <a:blip r:embed="rId204"/>
                <a:stretch>
                  <a:fillRect/>
                </a:stretch>
              </p:blipFill>
              <p:spPr>
                <a:xfrm>
                  <a:off x="10017351" y="4351643"/>
                  <a:ext cx="163440" cy="236160"/>
                </a:xfrm>
                <a:prstGeom prst="rect">
                  <a:avLst/>
                </a:prstGeom>
              </p:spPr>
            </p:pic>
          </mc:Fallback>
        </mc:AlternateContent>
        <mc:AlternateContent xmlns:mc="http://schemas.openxmlformats.org/markup-compatibility/2006" xmlns:p14="http://schemas.microsoft.com/office/powerpoint/2010/main">
          <mc:Choice Requires="p14">
            <p:contentPart p14:bwMode="auto" r:id="rId205">
              <p14:nvContentPartPr>
                <p14:cNvPr id="158" name="Ink 157">
                  <a:extLst>
                    <a:ext uri="{FF2B5EF4-FFF2-40B4-BE49-F238E27FC236}">
                      <a16:creationId xmlns:a16="http://schemas.microsoft.com/office/drawing/2014/main" id="{9CFD44A3-24CE-4313-8A8B-DF6E9212F180}"/>
                    </a:ext>
                  </a:extLst>
                </p14:cNvPr>
                <p14:cNvContentPartPr/>
                <p14:nvPr/>
              </p14:nvContentPartPr>
              <p14:xfrm>
                <a:off x="9717111" y="4623083"/>
                <a:ext cx="550080" cy="14760"/>
              </p14:xfrm>
            </p:contentPart>
          </mc:Choice>
          <mc:Fallback xmlns="">
            <p:pic>
              <p:nvPicPr>
                <p:cNvPr id="158" name="Ink 157">
                  <a:extLst>
                    <a:ext uri="{FF2B5EF4-FFF2-40B4-BE49-F238E27FC236}">
                      <a16:creationId xmlns:a16="http://schemas.microsoft.com/office/drawing/2014/main" id="{9CFD44A3-24CE-4313-8A8B-DF6E9212F180}"/>
                    </a:ext>
                  </a:extLst>
                </p:cNvPr>
                <p:cNvPicPr/>
                <p:nvPr/>
              </p:nvPicPr>
              <p:blipFill>
                <a:blip r:embed="rId206"/>
                <a:stretch>
                  <a:fillRect/>
                </a:stretch>
              </p:blipFill>
              <p:spPr>
                <a:xfrm>
                  <a:off x="9708471" y="4614443"/>
                  <a:ext cx="567720" cy="32400"/>
                </a:xfrm>
                <a:prstGeom prst="rect">
                  <a:avLst/>
                </a:prstGeom>
              </p:spPr>
            </p:pic>
          </mc:Fallback>
        </mc:AlternateContent>
        <mc:AlternateContent xmlns:mc="http://schemas.openxmlformats.org/markup-compatibility/2006" xmlns:p14="http://schemas.microsoft.com/office/powerpoint/2010/main">
          <mc:Choice Requires="p14">
            <p:contentPart p14:bwMode="auto" r:id="rId207">
              <p14:nvContentPartPr>
                <p14:cNvPr id="159" name="Ink 158">
                  <a:extLst>
                    <a:ext uri="{FF2B5EF4-FFF2-40B4-BE49-F238E27FC236}">
                      <a16:creationId xmlns:a16="http://schemas.microsoft.com/office/drawing/2014/main" id="{F8A1FE1A-7C30-4F4C-A3D2-9AA98BD46C57}"/>
                    </a:ext>
                  </a:extLst>
                </p14:cNvPr>
                <p14:cNvContentPartPr/>
                <p14:nvPr/>
              </p14:nvContentPartPr>
              <p14:xfrm>
                <a:off x="9815751" y="4692203"/>
                <a:ext cx="126000" cy="254880"/>
              </p14:xfrm>
            </p:contentPart>
          </mc:Choice>
          <mc:Fallback xmlns="">
            <p:pic>
              <p:nvPicPr>
                <p:cNvPr id="159" name="Ink 158">
                  <a:extLst>
                    <a:ext uri="{FF2B5EF4-FFF2-40B4-BE49-F238E27FC236}">
                      <a16:creationId xmlns:a16="http://schemas.microsoft.com/office/drawing/2014/main" id="{F8A1FE1A-7C30-4F4C-A3D2-9AA98BD46C57}"/>
                    </a:ext>
                  </a:extLst>
                </p:cNvPr>
                <p:cNvPicPr/>
                <p:nvPr/>
              </p:nvPicPr>
              <p:blipFill>
                <a:blip r:embed="rId208"/>
                <a:stretch>
                  <a:fillRect/>
                </a:stretch>
              </p:blipFill>
              <p:spPr>
                <a:xfrm>
                  <a:off x="9807111" y="4683203"/>
                  <a:ext cx="143640" cy="272520"/>
                </a:xfrm>
                <a:prstGeom prst="rect">
                  <a:avLst/>
                </a:prstGeom>
              </p:spPr>
            </p:pic>
          </mc:Fallback>
        </mc:AlternateContent>
        <mc:AlternateContent xmlns:mc="http://schemas.openxmlformats.org/markup-compatibility/2006" xmlns:p14="http://schemas.microsoft.com/office/powerpoint/2010/main">
          <mc:Choice Requires="p14">
            <p:contentPart p14:bwMode="auto" r:id="rId209">
              <p14:nvContentPartPr>
                <p14:cNvPr id="160" name="Ink 159">
                  <a:extLst>
                    <a:ext uri="{FF2B5EF4-FFF2-40B4-BE49-F238E27FC236}">
                      <a16:creationId xmlns:a16="http://schemas.microsoft.com/office/drawing/2014/main" id="{DB9C22C8-511D-43B9-9188-240DB2BEB1A1}"/>
                    </a:ext>
                  </a:extLst>
                </p14:cNvPr>
                <p14:cNvContentPartPr/>
                <p14:nvPr/>
              </p14:nvContentPartPr>
              <p14:xfrm>
                <a:off x="9997551" y="4802363"/>
                <a:ext cx="37440" cy="198360"/>
              </p14:xfrm>
            </p:contentPart>
          </mc:Choice>
          <mc:Fallback xmlns="">
            <p:pic>
              <p:nvPicPr>
                <p:cNvPr id="160" name="Ink 159">
                  <a:extLst>
                    <a:ext uri="{FF2B5EF4-FFF2-40B4-BE49-F238E27FC236}">
                      <a16:creationId xmlns:a16="http://schemas.microsoft.com/office/drawing/2014/main" id="{DB9C22C8-511D-43B9-9188-240DB2BEB1A1}"/>
                    </a:ext>
                  </a:extLst>
                </p:cNvPr>
                <p:cNvPicPr/>
                <p:nvPr/>
              </p:nvPicPr>
              <p:blipFill>
                <a:blip r:embed="rId210"/>
                <a:stretch>
                  <a:fillRect/>
                </a:stretch>
              </p:blipFill>
              <p:spPr>
                <a:xfrm>
                  <a:off x="9988551" y="4793723"/>
                  <a:ext cx="5508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211">
              <p14:nvContentPartPr>
                <p14:cNvPr id="161" name="Ink 160">
                  <a:extLst>
                    <a:ext uri="{FF2B5EF4-FFF2-40B4-BE49-F238E27FC236}">
                      <a16:creationId xmlns:a16="http://schemas.microsoft.com/office/drawing/2014/main" id="{0288D34D-0F65-43D1-9EAC-09957715B458}"/>
                    </a:ext>
                  </a:extLst>
                </p14:cNvPr>
                <p14:cNvContentPartPr/>
                <p14:nvPr/>
              </p14:nvContentPartPr>
              <p14:xfrm>
                <a:off x="10024191" y="4763843"/>
                <a:ext cx="93960" cy="149760"/>
              </p14:xfrm>
            </p:contentPart>
          </mc:Choice>
          <mc:Fallback xmlns="">
            <p:pic>
              <p:nvPicPr>
                <p:cNvPr id="161" name="Ink 160">
                  <a:extLst>
                    <a:ext uri="{FF2B5EF4-FFF2-40B4-BE49-F238E27FC236}">
                      <a16:creationId xmlns:a16="http://schemas.microsoft.com/office/drawing/2014/main" id="{0288D34D-0F65-43D1-9EAC-09957715B458}"/>
                    </a:ext>
                  </a:extLst>
                </p:cNvPr>
                <p:cNvPicPr/>
                <p:nvPr/>
              </p:nvPicPr>
              <p:blipFill>
                <a:blip r:embed="rId212"/>
                <a:stretch>
                  <a:fillRect/>
                </a:stretch>
              </p:blipFill>
              <p:spPr>
                <a:xfrm>
                  <a:off x="10015191" y="4754843"/>
                  <a:ext cx="111600" cy="1674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13">
            <p14:nvContentPartPr>
              <p14:cNvPr id="3" name="Ink 2">
                <a:extLst>
                  <a:ext uri="{FF2B5EF4-FFF2-40B4-BE49-F238E27FC236}">
                    <a16:creationId xmlns:a16="http://schemas.microsoft.com/office/drawing/2014/main" id="{88A90C72-889B-4719-8108-BCA272FB05A1}"/>
                  </a:ext>
                </a:extLst>
              </p14:cNvPr>
              <p14:cNvContentPartPr/>
              <p14:nvPr/>
            </p14:nvContentPartPr>
            <p14:xfrm>
              <a:off x="2016360" y="2417400"/>
              <a:ext cx="5594760" cy="2214720"/>
            </p14:xfrm>
          </p:contentPart>
        </mc:Choice>
        <mc:Fallback xmlns="">
          <p:pic>
            <p:nvPicPr>
              <p:cNvPr id="3" name="Ink 2">
                <a:extLst>
                  <a:ext uri="{FF2B5EF4-FFF2-40B4-BE49-F238E27FC236}">
                    <a16:creationId xmlns:a16="http://schemas.microsoft.com/office/drawing/2014/main" id="{88A90C72-889B-4719-8108-BCA272FB05A1}"/>
                  </a:ext>
                </a:extLst>
              </p:cNvPr>
              <p:cNvPicPr/>
              <p:nvPr/>
            </p:nvPicPr>
            <p:blipFill>
              <a:blip r:embed="rId214"/>
              <a:stretch>
                <a:fillRect/>
              </a:stretch>
            </p:blipFill>
            <p:spPr>
              <a:xfrm>
                <a:off x="2007000" y="2408040"/>
                <a:ext cx="5613480" cy="2233440"/>
              </a:xfrm>
              <a:prstGeom prst="rect">
                <a:avLst/>
              </a:prstGeom>
            </p:spPr>
          </p:pic>
        </mc:Fallback>
      </mc:AlternateContent>
    </p:spTree>
    <p:extLst>
      <p:ext uri="{BB962C8B-B14F-4D97-AF65-F5344CB8AC3E}">
        <p14:creationId xmlns:p14="http://schemas.microsoft.com/office/powerpoint/2010/main" val="8123812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Batch Normalization</a:t>
            </a:r>
          </a:p>
        </p:txBody>
      </p:sp>
      <p:sp>
        <p:nvSpPr>
          <p:cNvPr id="9" name="Content Placeholder 2">
            <a:extLst>
              <a:ext uri="{FF2B5EF4-FFF2-40B4-BE49-F238E27FC236}">
                <a16:creationId xmlns:a16="http://schemas.microsoft.com/office/drawing/2014/main" id="{55A5BFD8-4962-4C89-86F0-4A582AD35F41}"/>
              </a:ext>
            </a:extLst>
          </p:cNvPr>
          <p:cNvSpPr txBox="1">
            <a:spLocks/>
          </p:cNvSpPr>
          <p:nvPr/>
        </p:nvSpPr>
        <p:spPr>
          <a:xfrm>
            <a:off x="6268065" y="1978025"/>
            <a:ext cx="523813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pic>
        <p:nvPicPr>
          <p:cNvPr id="4" name="Picture 3">
            <a:extLst>
              <a:ext uri="{FF2B5EF4-FFF2-40B4-BE49-F238E27FC236}">
                <a16:creationId xmlns:a16="http://schemas.microsoft.com/office/drawing/2014/main" id="{A5A9AC3F-ACE8-410A-8566-336D81176746}"/>
              </a:ext>
            </a:extLst>
          </p:cNvPr>
          <p:cNvPicPr>
            <a:picLocks noChangeAspect="1"/>
          </p:cNvPicPr>
          <p:nvPr/>
        </p:nvPicPr>
        <p:blipFill rotWithShape="1">
          <a:blip r:embed="rId3"/>
          <a:srcRect l="15000" t="45804" r="36324" b="24719"/>
          <a:stretch/>
        </p:blipFill>
        <p:spPr>
          <a:xfrm>
            <a:off x="1435161" y="2414447"/>
            <a:ext cx="9321674" cy="3173694"/>
          </a:xfrm>
          <a:prstGeom prst="rect">
            <a:avLst/>
          </a:prstGeom>
        </p:spPr>
      </p:pic>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EFD5F9AF-7D6E-40CC-956D-C99C0C2989FE}"/>
                  </a:ext>
                </a:extLst>
              </p14:cNvPr>
              <p14:cNvContentPartPr/>
              <p14:nvPr/>
            </p14:nvContentPartPr>
            <p14:xfrm>
              <a:off x="3274920" y="4943880"/>
              <a:ext cx="555120" cy="720720"/>
            </p14:xfrm>
          </p:contentPart>
        </mc:Choice>
        <mc:Fallback xmlns="">
          <p:pic>
            <p:nvPicPr>
              <p:cNvPr id="3" name="Ink 2">
                <a:extLst>
                  <a:ext uri="{FF2B5EF4-FFF2-40B4-BE49-F238E27FC236}">
                    <a16:creationId xmlns:a16="http://schemas.microsoft.com/office/drawing/2014/main" id="{EFD5F9AF-7D6E-40CC-956D-C99C0C2989FE}"/>
                  </a:ext>
                </a:extLst>
              </p:cNvPr>
              <p:cNvPicPr/>
              <p:nvPr/>
            </p:nvPicPr>
            <p:blipFill>
              <a:blip r:embed="rId5"/>
              <a:stretch>
                <a:fillRect/>
              </a:stretch>
            </p:blipFill>
            <p:spPr>
              <a:xfrm>
                <a:off x="3265560" y="4934520"/>
                <a:ext cx="573840" cy="739440"/>
              </a:xfrm>
              <a:prstGeom prst="rect">
                <a:avLst/>
              </a:prstGeom>
            </p:spPr>
          </p:pic>
        </mc:Fallback>
      </mc:AlternateContent>
    </p:spTree>
    <p:extLst>
      <p:ext uri="{BB962C8B-B14F-4D97-AF65-F5344CB8AC3E}">
        <p14:creationId xmlns:p14="http://schemas.microsoft.com/office/powerpoint/2010/main" val="13860244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fontScale="90000"/>
          </a:bodyPr>
          <a:lstStyle/>
          <a:p>
            <a:r>
              <a:rPr lang="en-US" sz="4000" kern="1200" dirty="0">
                <a:solidFill>
                  <a:srgbClr val="FFFFFF"/>
                </a:solidFill>
                <a:latin typeface="+mj-lt"/>
                <a:ea typeface="+mj-ea"/>
                <a:cs typeface="+mj-cs"/>
              </a:rPr>
              <a:t>Advantages of Batch Normalization</a:t>
            </a:r>
          </a:p>
        </p:txBody>
      </p:sp>
      <p:sp>
        <p:nvSpPr>
          <p:cNvPr id="6" name="Content Placeholder 2">
            <a:extLst>
              <a:ext uri="{FF2B5EF4-FFF2-40B4-BE49-F238E27FC236}">
                <a16:creationId xmlns:a16="http://schemas.microsoft.com/office/drawing/2014/main" id="{98E0FE6E-8F22-4B9F-9E9F-E2B694DC96D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Content Placeholder 2">
            <a:extLst>
              <a:ext uri="{FF2B5EF4-FFF2-40B4-BE49-F238E27FC236}">
                <a16:creationId xmlns:a16="http://schemas.microsoft.com/office/drawing/2014/main" id="{55A5BFD8-4962-4C89-86F0-4A582AD35F41}"/>
              </a:ext>
            </a:extLst>
          </p:cNvPr>
          <p:cNvSpPr txBox="1">
            <a:spLocks/>
          </p:cNvSpPr>
          <p:nvPr/>
        </p:nvSpPr>
        <p:spPr>
          <a:xfrm>
            <a:off x="6268065" y="1978025"/>
            <a:ext cx="523813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sp>
        <p:nvSpPr>
          <p:cNvPr id="10" name="Content Placeholder 2">
            <a:extLst>
              <a:ext uri="{FF2B5EF4-FFF2-40B4-BE49-F238E27FC236}">
                <a16:creationId xmlns:a16="http://schemas.microsoft.com/office/drawing/2014/main" id="{C42FEFAA-1BDB-469A-85CD-A4F00ACBD147}"/>
              </a:ext>
            </a:extLst>
          </p:cNvPr>
          <p:cNvSpPr txBox="1">
            <a:spLocks/>
          </p:cNvSpPr>
          <p:nvPr/>
        </p:nvSpPr>
        <p:spPr>
          <a:xfrm>
            <a:off x="990600"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400" i="0" u="none" strike="noStrike" kern="1200" cap="none" spc="0" normalizeH="0" baseline="0" noProof="0" dirty="0">
              <a:ln>
                <a:noFill/>
              </a:ln>
              <a:solidFill>
                <a:prstClr val="black"/>
              </a:solidFill>
              <a:effectLst/>
              <a:uLnTx/>
              <a:uFillTx/>
              <a:latin typeface="Calibri Light" panose="020F030202020403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lang="en-US" sz="2400" dirty="0">
              <a:solidFill>
                <a:prstClr val="black"/>
              </a:solidFill>
              <a:latin typeface="Calibri Light" panose="020F0302020204030204"/>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i="0" u="none" strike="noStrike" kern="1200" cap="none" spc="0" normalizeH="0" baseline="0" noProof="0" dirty="0">
                <a:ln>
                  <a:noFill/>
                </a:ln>
                <a:solidFill>
                  <a:prstClr val="black"/>
                </a:solidFill>
                <a:effectLst/>
                <a:uLnTx/>
                <a:uFillTx/>
                <a:latin typeface="Calibri Light" panose="020F0302020204030204"/>
                <a:ea typeface="+mn-ea"/>
                <a:cs typeface="+mn-cs"/>
              </a:rPr>
              <a:t>It helps in normalizing the hidden layer and thus </a:t>
            </a:r>
            <a:r>
              <a:rPr kumimoji="0" lang="en-US" sz="2400" b="1" i="0" u="none" strike="noStrike" kern="1200" cap="none" spc="0" normalizeH="0" baseline="0" noProof="0" dirty="0">
                <a:ln>
                  <a:noFill/>
                </a:ln>
                <a:solidFill>
                  <a:prstClr val="black"/>
                </a:solidFill>
                <a:effectLst/>
                <a:uLnTx/>
                <a:uFillTx/>
                <a:latin typeface="Calibri Light" panose="020F0302020204030204"/>
                <a:ea typeface="+mn-ea"/>
                <a:cs typeface="+mn-cs"/>
              </a:rPr>
              <a:t>speeds up the training process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400" i="0" u="none" strike="noStrike" kern="1200" cap="none" spc="0" normalizeH="0" baseline="0" noProof="0" dirty="0">
              <a:ln>
                <a:noFill/>
              </a:ln>
              <a:solidFill>
                <a:prstClr val="black"/>
              </a:solidFill>
              <a:effectLst/>
              <a:uLnTx/>
              <a:uFillTx/>
              <a:latin typeface="Calibri Light" panose="020F030202020403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i="0" u="none" strike="noStrike" kern="1200" cap="none" spc="0" normalizeH="0" baseline="0" noProof="0" dirty="0">
                <a:ln>
                  <a:noFill/>
                </a:ln>
                <a:solidFill>
                  <a:prstClr val="black"/>
                </a:solidFill>
                <a:effectLst/>
                <a:uLnTx/>
                <a:uFillTx/>
                <a:latin typeface="Calibri Light" panose="020F0302020204030204"/>
                <a:ea typeface="+mn-ea"/>
                <a:cs typeface="+mn-cs"/>
              </a:rPr>
              <a:t>It ensures that the input for every layer is distributed around the same mean and standard deviation and thus </a:t>
            </a:r>
            <a:r>
              <a:rPr kumimoji="0" lang="en-US" sz="2400" b="1" i="0" u="none" strike="noStrike" kern="1200" cap="none" spc="0" normalizeH="0" baseline="0" noProof="0" dirty="0">
                <a:ln>
                  <a:noFill/>
                </a:ln>
                <a:solidFill>
                  <a:prstClr val="black"/>
                </a:solidFill>
                <a:effectLst/>
                <a:uLnTx/>
                <a:uFillTx/>
                <a:latin typeface="Calibri Light" panose="020F0302020204030204"/>
                <a:ea typeface="+mn-ea"/>
                <a:cs typeface="+mn-cs"/>
              </a:rPr>
              <a:t>solves the problem of internal covariate shift</a:t>
            </a:r>
            <a:endParaRPr kumimoji="0" lang="en-US" sz="2400" i="0" u="none" strike="noStrike" kern="1200" cap="none" spc="0" normalizeH="0" baseline="0" noProof="0" dirty="0">
              <a:ln>
                <a:noFill/>
              </a:ln>
              <a:solidFill>
                <a:prstClr val="black"/>
              </a:solidFill>
              <a:effectLst/>
              <a:uLnTx/>
              <a:uFillTx/>
              <a:latin typeface="Calibri Light" panose="020F030202020403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lang="en-US" sz="2400" dirty="0">
              <a:solidFill>
                <a:prstClr val="black"/>
              </a:solidFill>
              <a:latin typeface="Calibri Light" panose="020F0302020204030204"/>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i="0" u="none" strike="noStrike" kern="1200" cap="none" spc="0" normalizeH="0" baseline="0" noProof="0" dirty="0">
                <a:ln>
                  <a:noFill/>
                </a:ln>
                <a:solidFill>
                  <a:prstClr val="black"/>
                </a:solidFill>
                <a:effectLst/>
                <a:uLnTx/>
                <a:uFillTx/>
                <a:latin typeface="Calibri Light" panose="020F0302020204030204"/>
                <a:ea typeface="+mn-ea"/>
                <a:cs typeface="+mn-cs"/>
              </a:rPr>
              <a:t>Batch Norm has a </a:t>
            </a:r>
            <a:r>
              <a:rPr kumimoji="0" lang="en-US" sz="2400" b="1" i="0" u="none" strike="noStrike" kern="1200" cap="none" spc="0" normalizeH="0" baseline="0" noProof="0" dirty="0">
                <a:ln>
                  <a:noFill/>
                </a:ln>
                <a:solidFill>
                  <a:prstClr val="black"/>
                </a:solidFill>
                <a:effectLst/>
                <a:uLnTx/>
                <a:uFillTx/>
                <a:latin typeface="Calibri Light" panose="020F0302020204030204"/>
                <a:ea typeface="+mn-ea"/>
                <a:cs typeface="+mn-cs"/>
              </a:rPr>
              <a:t>regularization effect (because applied on mini-batches and not on entire data set)</a:t>
            </a:r>
            <a:r>
              <a:rPr kumimoji="0" lang="en-US" sz="2400" i="0" u="none" strike="noStrike" kern="1200" cap="none" spc="0" normalizeH="0" baseline="0" noProof="0" dirty="0">
                <a:ln>
                  <a:noFill/>
                </a:ln>
                <a:solidFill>
                  <a:prstClr val="black"/>
                </a:solidFill>
                <a:effectLst/>
                <a:uLnTx/>
                <a:uFillTx/>
                <a:latin typeface="Calibri Light" panose="020F0302020204030204"/>
                <a:ea typeface="+mn-ea"/>
                <a:cs typeface="+mn-cs"/>
              </a:rPr>
              <a:t>.  </a:t>
            </a:r>
            <a:endParaRPr lang="en-US" sz="2400" dirty="0">
              <a:solidFill>
                <a:prstClr val="black"/>
              </a:solidFill>
              <a:latin typeface="Calibri Light" panose="020F0302020204030204"/>
            </a:endParaRPr>
          </a:p>
        </p:txBody>
      </p:sp>
    </p:spTree>
    <p:extLst>
      <p:ext uri="{BB962C8B-B14F-4D97-AF65-F5344CB8AC3E}">
        <p14:creationId xmlns:p14="http://schemas.microsoft.com/office/powerpoint/2010/main" val="31007865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Internal Covariate shift</a:t>
            </a:r>
          </a:p>
        </p:txBody>
      </p:sp>
      <p:sp>
        <p:nvSpPr>
          <p:cNvPr id="6" name="Content Placeholder 2">
            <a:extLst>
              <a:ext uri="{FF2B5EF4-FFF2-40B4-BE49-F238E27FC236}">
                <a16:creationId xmlns:a16="http://schemas.microsoft.com/office/drawing/2014/main" id="{98E0FE6E-8F22-4B9F-9E9F-E2B694DC96D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Content Placeholder 2">
            <a:extLst>
              <a:ext uri="{FF2B5EF4-FFF2-40B4-BE49-F238E27FC236}">
                <a16:creationId xmlns:a16="http://schemas.microsoft.com/office/drawing/2014/main" id="{55A5BFD8-4962-4C89-86F0-4A582AD35F41}"/>
              </a:ext>
            </a:extLst>
          </p:cNvPr>
          <p:cNvSpPr txBox="1">
            <a:spLocks/>
          </p:cNvSpPr>
          <p:nvPr/>
        </p:nvSpPr>
        <p:spPr>
          <a:xfrm>
            <a:off x="6268065" y="1978025"/>
            <a:ext cx="523813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sp>
        <p:nvSpPr>
          <p:cNvPr id="10" name="Content Placeholder 2">
            <a:extLst>
              <a:ext uri="{FF2B5EF4-FFF2-40B4-BE49-F238E27FC236}">
                <a16:creationId xmlns:a16="http://schemas.microsoft.com/office/drawing/2014/main" id="{C42FEFAA-1BDB-469A-85CD-A4F00ACBD147}"/>
              </a:ext>
            </a:extLst>
          </p:cNvPr>
          <p:cNvSpPr txBox="1">
            <a:spLocks/>
          </p:cNvSpPr>
          <p:nvPr/>
        </p:nvSpPr>
        <p:spPr>
          <a:xfrm>
            <a:off x="990600" y="1978025"/>
            <a:ext cx="10515600" cy="43513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sz="2400" b="0" i="0" dirty="0">
                <a:solidFill>
                  <a:srgbClr val="292929"/>
                </a:solidFill>
                <a:effectLst/>
                <a:latin typeface="+mj-lt"/>
              </a:rPr>
              <a:t>Consider a network that learns a function that maps x to y. The </a:t>
            </a:r>
            <a:r>
              <a:rPr lang="en-US" sz="2400" b="1" i="0" dirty="0">
                <a:solidFill>
                  <a:srgbClr val="292929"/>
                </a:solidFill>
                <a:effectLst/>
                <a:latin typeface="+mj-lt"/>
              </a:rPr>
              <a:t>internal covariance shift refers to the change in the distribution of the input x</a:t>
            </a:r>
            <a:r>
              <a:rPr lang="en-US" sz="2400" b="0" i="0" dirty="0">
                <a:solidFill>
                  <a:srgbClr val="292929"/>
                </a:solidFill>
                <a:effectLst/>
                <a:latin typeface="+mj-lt"/>
              </a:rPr>
              <a:t>. If a change occurs, our network will not be efficient enough and cant generalize. Thus we will have to train all over.</a:t>
            </a:r>
          </a:p>
          <a:p>
            <a:pPr algn="l"/>
            <a:endParaRPr lang="en-US" sz="2400" b="0" i="0" dirty="0">
              <a:solidFill>
                <a:srgbClr val="292929"/>
              </a:solidFill>
              <a:effectLst/>
              <a:latin typeface="+mj-lt"/>
            </a:endParaRPr>
          </a:p>
          <a:p>
            <a:pPr algn="l"/>
            <a:r>
              <a:rPr lang="en-US" sz="2400" b="0" i="0" dirty="0">
                <a:solidFill>
                  <a:srgbClr val="292929"/>
                </a:solidFill>
                <a:effectLst/>
                <a:latin typeface="+mj-lt"/>
              </a:rPr>
              <a:t>Example: If we train a network to detect brown dog images and later you end applying this network to data with colored dog images it would not be able to perform well and we would have to train again. This change in the distribution of input is the covariance shift. </a:t>
            </a:r>
            <a:endParaRPr lang="en-US" sz="2400" dirty="0">
              <a:solidFill>
                <a:prstClr val="black"/>
              </a:solidFill>
              <a:latin typeface="+mj-lt"/>
            </a:endParaRPr>
          </a:p>
        </p:txBody>
      </p:sp>
    </p:spTree>
    <p:extLst>
      <p:ext uri="{BB962C8B-B14F-4D97-AF65-F5344CB8AC3E}">
        <p14:creationId xmlns:p14="http://schemas.microsoft.com/office/powerpoint/2010/main" val="32554501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Hyperparameters</a:t>
            </a:r>
          </a:p>
        </p:txBody>
      </p:sp>
      <p:sp>
        <p:nvSpPr>
          <p:cNvPr id="6" name="Content Placeholder 2">
            <a:extLst>
              <a:ext uri="{FF2B5EF4-FFF2-40B4-BE49-F238E27FC236}">
                <a16:creationId xmlns:a16="http://schemas.microsoft.com/office/drawing/2014/main" id="{98E0FE6E-8F22-4B9F-9E9F-E2B694DC96D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Content Placeholder 2">
            <a:extLst>
              <a:ext uri="{FF2B5EF4-FFF2-40B4-BE49-F238E27FC236}">
                <a16:creationId xmlns:a16="http://schemas.microsoft.com/office/drawing/2014/main" id="{55A5BFD8-4962-4C89-86F0-4A582AD35F41}"/>
              </a:ext>
            </a:extLst>
          </p:cNvPr>
          <p:cNvSpPr txBox="1">
            <a:spLocks/>
          </p:cNvSpPr>
          <p:nvPr/>
        </p:nvSpPr>
        <p:spPr>
          <a:xfrm>
            <a:off x="6268065" y="1978025"/>
            <a:ext cx="523813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sp>
        <p:nvSpPr>
          <p:cNvPr id="10" name="Content Placeholder 2">
            <a:extLst>
              <a:ext uri="{FF2B5EF4-FFF2-40B4-BE49-F238E27FC236}">
                <a16:creationId xmlns:a16="http://schemas.microsoft.com/office/drawing/2014/main" id="{C42FEFAA-1BDB-469A-85CD-A4F00ACBD147}"/>
              </a:ext>
            </a:extLst>
          </p:cNvPr>
          <p:cNvSpPr txBox="1">
            <a:spLocks/>
          </p:cNvSpPr>
          <p:nvPr/>
        </p:nvSpPr>
        <p:spPr>
          <a:xfrm>
            <a:off x="990600"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2400" b="1" dirty="0">
                <a:solidFill>
                  <a:prstClr val="black"/>
                </a:solidFill>
                <a:latin typeface="Calibri Light" panose="020F0302020204030204"/>
              </a:rPr>
              <a:t>Hyperparameters</a:t>
            </a:r>
            <a:r>
              <a:rPr lang="en-US" sz="2400" dirty="0">
                <a:solidFill>
                  <a:prstClr val="black"/>
                </a:solidFill>
                <a:latin typeface="Calibri Light" panose="020F0302020204030204"/>
              </a:rPr>
              <a:t> are model parameters whose values are set before training.</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2400" dirty="0">
                <a:solidFill>
                  <a:prstClr val="black"/>
                </a:solidFill>
                <a:latin typeface="Calibri Light" panose="020F0302020204030204"/>
              </a:rPr>
              <a:t>Until now, we have encountered different hyperparameters: </a:t>
            </a:r>
          </a:p>
          <a:p>
            <a:pPr lvl="1">
              <a:spcBef>
                <a:spcPts val="1000"/>
              </a:spcBef>
              <a:defRPr/>
            </a:pPr>
            <a:r>
              <a:rPr lang="en-US" sz="2000" dirty="0">
                <a:solidFill>
                  <a:prstClr val="black"/>
                </a:solidFill>
                <a:latin typeface="Calibri Light" panose="020F0302020204030204"/>
              </a:rPr>
              <a:t>learning rate </a:t>
            </a:r>
            <a:r>
              <a:rPr lang="el-GR" sz="2000" dirty="0">
                <a:solidFill>
                  <a:prstClr val="black"/>
                </a:solidFill>
                <a:latin typeface="Calibri Light" panose="020F0302020204030204"/>
              </a:rPr>
              <a:t>η</a:t>
            </a:r>
            <a:r>
              <a:rPr lang="en-US" sz="2000" dirty="0">
                <a:solidFill>
                  <a:prstClr val="black"/>
                </a:solidFill>
                <a:latin typeface="Calibri Light" panose="020F0302020204030204"/>
              </a:rPr>
              <a:t>, </a:t>
            </a:r>
          </a:p>
          <a:p>
            <a:pPr lvl="1">
              <a:spcBef>
                <a:spcPts val="1000"/>
              </a:spcBef>
              <a:defRPr/>
            </a:pPr>
            <a:r>
              <a:rPr lang="en-US" sz="2000" dirty="0">
                <a:solidFill>
                  <a:prstClr val="black"/>
                </a:solidFill>
                <a:latin typeface="Calibri Light" panose="020F0302020204030204"/>
              </a:rPr>
              <a:t>momentum constant </a:t>
            </a:r>
            <a:r>
              <a:rPr kumimoji="0" lang="el-GR" sz="2000" u="none" strike="noStrike" kern="1200" cap="none" spc="0" normalizeH="0" baseline="0" noProof="0" dirty="0">
                <a:ln>
                  <a:noFill/>
                </a:ln>
                <a:solidFill>
                  <a:prstClr val="black"/>
                </a:solidFill>
                <a:effectLst/>
                <a:uLnTx/>
                <a:uFillTx/>
                <a:latin typeface="Calibri Light" panose="020F0302020204030204"/>
                <a:ea typeface="+mn-ea"/>
                <a:cs typeface="+mn-cs"/>
              </a:rPr>
              <a:t>β</a:t>
            </a:r>
            <a:r>
              <a:rPr lang="en-US" sz="2000" dirty="0">
                <a:solidFill>
                  <a:prstClr val="black"/>
                </a:solidFill>
                <a:latin typeface="Calibri Light" panose="020F0302020204030204"/>
              </a:rPr>
              <a:t>,</a:t>
            </a:r>
          </a:p>
          <a:p>
            <a:pPr lvl="1">
              <a:spcBef>
                <a:spcPts val="1000"/>
              </a:spcBef>
              <a:defRPr/>
            </a:pPr>
            <a:r>
              <a:rPr lang="en-US" sz="2000" dirty="0">
                <a:solidFill>
                  <a:prstClr val="black"/>
                </a:solidFill>
                <a:latin typeface="Calibri Light" panose="020F0302020204030204"/>
              </a:rPr>
              <a:t>Adam’s parameters </a:t>
            </a:r>
            <a:r>
              <a:rPr kumimoji="0" lang="el-GR" sz="2000" i="0" u="none" strike="noStrike" kern="1200" cap="none" spc="0" normalizeH="0" baseline="0" noProof="0" dirty="0">
                <a:ln>
                  <a:noFill/>
                </a:ln>
                <a:solidFill>
                  <a:prstClr val="black"/>
                </a:solidFill>
                <a:effectLst/>
                <a:uLnTx/>
                <a:uFillTx/>
                <a:latin typeface="Calibri Light" panose="020F0302020204030204"/>
                <a:ea typeface="+mn-ea"/>
                <a:cs typeface="+mn-cs"/>
              </a:rPr>
              <a:t>β</a:t>
            </a:r>
            <a:r>
              <a:rPr kumimoji="0" lang="en-US" sz="2000" i="0" u="none" strike="noStrike" kern="1200" cap="none" spc="0" normalizeH="0" baseline="0" noProof="0" dirty="0">
                <a:ln>
                  <a:noFill/>
                </a:ln>
                <a:solidFill>
                  <a:prstClr val="black"/>
                </a:solidFill>
                <a:effectLst/>
                <a:uLnTx/>
                <a:uFillTx/>
                <a:latin typeface="Calibri Light" panose="020F0302020204030204"/>
                <a:ea typeface="+mn-ea"/>
                <a:cs typeface="+mn-cs"/>
              </a:rPr>
              <a:t>1,</a:t>
            </a:r>
            <a:r>
              <a:rPr kumimoji="0" lang="en-IN" sz="2000" i="0" u="none" strike="noStrike" kern="1200" cap="none" spc="0" normalizeH="0" baseline="0" noProof="0" dirty="0">
                <a:ln>
                  <a:noFill/>
                </a:ln>
                <a:solidFill>
                  <a:prstClr val="black"/>
                </a:solidFill>
                <a:effectLst/>
                <a:uLnTx/>
                <a:uFillTx/>
                <a:latin typeface="Calibri Light" panose="020F0302020204030204"/>
                <a:ea typeface="+mn-ea"/>
                <a:cs typeface="+mn-cs"/>
              </a:rPr>
              <a:t> </a:t>
            </a:r>
            <a:r>
              <a:rPr kumimoji="0" lang="el-GR" sz="2000" i="0" u="none" strike="noStrike" kern="1200" cap="none" spc="0" normalizeH="0" baseline="0" noProof="0" dirty="0">
                <a:ln>
                  <a:noFill/>
                </a:ln>
                <a:solidFill>
                  <a:prstClr val="black"/>
                </a:solidFill>
                <a:effectLst/>
                <a:uLnTx/>
                <a:uFillTx/>
                <a:latin typeface="Calibri Light" panose="020F0302020204030204"/>
                <a:ea typeface="+mn-ea"/>
                <a:cs typeface="+mn-cs"/>
              </a:rPr>
              <a:t>β</a:t>
            </a:r>
            <a:r>
              <a:rPr kumimoji="0" lang="en-US" sz="2000" i="0" u="none" strike="noStrike" kern="1200" cap="none" spc="0" normalizeH="0" baseline="0" noProof="0" dirty="0">
                <a:ln>
                  <a:noFill/>
                </a:ln>
                <a:solidFill>
                  <a:prstClr val="black"/>
                </a:solidFill>
                <a:effectLst/>
                <a:uLnTx/>
                <a:uFillTx/>
                <a:latin typeface="Calibri Light" panose="020F0302020204030204"/>
                <a:ea typeface="+mn-ea"/>
                <a:cs typeface="+mn-cs"/>
              </a:rPr>
              <a:t>2,</a:t>
            </a:r>
            <a:r>
              <a:rPr kumimoji="0" lang="en-IN" sz="2000" i="0" u="none" strike="noStrike" kern="1200" cap="none" spc="0" normalizeH="0" baseline="0" noProof="0" dirty="0">
                <a:ln>
                  <a:noFill/>
                </a:ln>
                <a:solidFill>
                  <a:prstClr val="black"/>
                </a:solidFill>
                <a:effectLst/>
                <a:uLnTx/>
                <a:uFillTx/>
                <a:latin typeface="Calibri Light" panose="020F0302020204030204"/>
                <a:ea typeface="+mn-ea"/>
                <a:cs typeface="+mn-cs"/>
              </a:rPr>
              <a:t> </a:t>
            </a:r>
            <a:r>
              <a:rPr kumimoji="0" lang="el-GR" sz="2000" i="0" u="none" strike="noStrike" kern="1200" cap="none" spc="0" normalizeH="0" baseline="0" noProof="0" dirty="0">
                <a:ln>
                  <a:noFill/>
                </a:ln>
                <a:solidFill>
                  <a:prstClr val="black"/>
                </a:solidFill>
                <a:effectLst/>
                <a:uLnTx/>
                <a:uFillTx/>
                <a:latin typeface="Calibri Light" panose="020F0302020204030204"/>
                <a:ea typeface="+mn-ea"/>
                <a:cs typeface="+mn-cs"/>
              </a:rPr>
              <a:t>ε</a:t>
            </a:r>
            <a:endParaRPr kumimoji="0" lang="en-IN" sz="2000" i="0" u="none" strike="noStrike" kern="1200" cap="none" spc="0" normalizeH="0" baseline="0" noProof="0" dirty="0">
              <a:ln>
                <a:noFill/>
              </a:ln>
              <a:solidFill>
                <a:prstClr val="black"/>
              </a:solidFill>
              <a:effectLst/>
              <a:uLnTx/>
              <a:uFillTx/>
              <a:latin typeface="Calibri Light" panose="020F0302020204030204"/>
              <a:ea typeface="+mn-ea"/>
              <a:cs typeface="+mn-cs"/>
            </a:endParaRPr>
          </a:p>
          <a:p>
            <a:pPr lvl="1">
              <a:spcBef>
                <a:spcPts val="1000"/>
              </a:spcBef>
              <a:defRPr/>
            </a:pPr>
            <a:r>
              <a:rPr lang="en-IN" sz="2000" dirty="0">
                <a:solidFill>
                  <a:prstClr val="black"/>
                </a:solidFill>
                <a:latin typeface="Calibri Light" panose="020F0302020204030204"/>
              </a:rPr>
              <a:t>B</a:t>
            </a:r>
            <a:r>
              <a:rPr lang="en-US" sz="2000" dirty="0">
                <a:solidFill>
                  <a:prstClr val="black"/>
                </a:solidFill>
                <a:latin typeface="Calibri Light" panose="020F0302020204030204"/>
              </a:rPr>
              <a:t>atch size </a:t>
            </a:r>
            <a:r>
              <a:rPr lang="en-US" sz="2000" i="1" dirty="0">
                <a:solidFill>
                  <a:prstClr val="black"/>
                </a:solidFill>
                <a:latin typeface="Calibri Light" panose="020F0302020204030204"/>
              </a:rPr>
              <a:t>b</a:t>
            </a:r>
            <a:r>
              <a:rPr lang="en-US" sz="2000" dirty="0">
                <a:solidFill>
                  <a:prstClr val="black"/>
                </a:solidFill>
                <a:latin typeface="Calibri Light" panose="020F0302020204030204"/>
              </a:rPr>
              <a:t>, </a:t>
            </a:r>
          </a:p>
          <a:p>
            <a:pPr lvl="1">
              <a:spcBef>
                <a:spcPts val="1000"/>
              </a:spcBef>
              <a:defRPr/>
            </a:pPr>
            <a:r>
              <a:rPr lang="en-US" sz="2000" dirty="0">
                <a:solidFill>
                  <a:prstClr val="black"/>
                </a:solidFill>
                <a:latin typeface="Calibri Light" panose="020F0302020204030204"/>
              </a:rPr>
              <a:t>Number of hidden layers</a:t>
            </a:r>
          </a:p>
          <a:p>
            <a:pPr lvl="1">
              <a:spcBef>
                <a:spcPts val="1000"/>
              </a:spcBef>
              <a:defRPr/>
            </a:pPr>
            <a:r>
              <a:rPr lang="en-US" sz="2000" dirty="0">
                <a:solidFill>
                  <a:prstClr val="black"/>
                </a:solidFill>
                <a:latin typeface="Calibri Light" panose="020F0302020204030204"/>
              </a:rPr>
              <a:t>Number of neurons</a:t>
            </a: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8A38E100-4E90-4B4F-9140-D73053F6A89E}"/>
                  </a:ext>
                </a:extLst>
              </p14:cNvPr>
              <p14:cNvContentPartPr/>
              <p14:nvPr/>
            </p14:nvContentPartPr>
            <p14:xfrm>
              <a:off x="1766160" y="4079880"/>
              <a:ext cx="3171960" cy="71280"/>
            </p14:xfrm>
          </p:contentPart>
        </mc:Choice>
        <mc:Fallback xmlns="">
          <p:pic>
            <p:nvPicPr>
              <p:cNvPr id="3" name="Ink 2">
                <a:extLst>
                  <a:ext uri="{FF2B5EF4-FFF2-40B4-BE49-F238E27FC236}">
                    <a16:creationId xmlns:a16="http://schemas.microsoft.com/office/drawing/2014/main" id="{8A38E100-4E90-4B4F-9140-D73053F6A89E}"/>
                  </a:ext>
                </a:extLst>
              </p:cNvPr>
              <p:cNvPicPr/>
              <p:nvPr/>
            </p:nvPicPr>
            <p:blipFill>
              <a:blip r:embed="rId4"/>
              <a:stretch>
                <a:fillRect/>
              </a:stretch>
            </p:blipFill>
            <p:spPr>
              <a:xfrm>
                <a:off x="1756800" y="4070520"/>
                <a:ext cx="3190680" cy="90000"/>
              </a:xfrm>
              <a:prstGeom prst="rect">
                <a:avLst/>
              </a:prstGeom>
            </p:spPr>
          </p:pic>
        </mc:Fallback>
      </mc:AlternateContent>
    </p:spTree>
    <p:extLst>
      <p:ext uri="{BB962C8B-B14F-4D97-AF65-F5344CB8AC3E}">
        <p14:creationId xmlns:p14="http://schemas.microsoft.com/office/powerpoint/2010/main" val="35108590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Hyperparameter tuning</a:t>
            </a:r>
          </a:p>
        </p:txBody>
      </p:sp>
      <p:sp>
        <p:nvSpPr>
          <p:cNvPr id="6" name="Content Placeholder 2">
            <a:extLst>
              <a:ext uri="{FF2B5EF4-FFF2-40B4-BE49-F238E27FC236}">
                <a16:creationId xmlns:a16="http://schemas.microsoft.com/office/drawing/2014/main" id="{98E0FE6E-8F22-4B9F-9E9F-E2B694DC96D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Content Placeholder 2">
            <a:extLst>
              <a:ext uri="{FF2B5EF4-FFF2-40B4-BE49-F238E27FC236}">
                <a16:creationId xmlns:a16="http://schemas.microsoft.com/office/drawing/2014/main" id="{55A5BFD8-4962-4C89-86F0-4A582AD35F41}"/>
              </a:ext>
            </a:extLst>
          </p:cNvPr>
          <p:cNvSpPr txBox="1">
            <a:spLocks/>
          </p:cNvSpPr>
          <p:nvPr/>
        </p:nvSpPr>
        <p:spPr>
          <a:xfrm>
            <a:off x="6268065" y="1978025"/>
            <a:ext cx="523813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sp>
        <p:nvSpPr>
          <p:cNvPr id="10" name="Content Placeholder 2">
            <a:extLst>
              <a:ext uri="{FF2B5EF4-FFF2-40B4-BE49-F238E27FC236}">
                <a16:creationId xmlns:a16="http://schemas.microsoft.com/office/drawing/2014/main" id="{C42FEFAA-1BDB-469A-85CD-A4F00ACBD147}"/>
              </a:ext>
            </a:extLst>
          </p:cNvPr>
          <p:cNvSpPr txBox="1">
            <a:spLocks/>
          </p:cNvSpPr>
          <p:nvPr/>
        </p:nvSpPr>
        <p:spPr>
          <a:xfrm>
            <a:off x="990600"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2400" dirty="0">
                <a:solidFill>
                  <a:prstClr val="black"/>
                </a:solidFill>
                <a:latin typeface="Calibri Light" panose="020F0302020204030204"/>
              </a:rPr>
              <a:t>They act as knobs that can be tweaked during the training of the network</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lang="en-US" sz="2400" dirty="0">
              <a:solidFill>
                <a:prstClr val="black"/>
              </a:solidFill>
              <a:latin typeface="Calibri Light" panose="020F0302020204030204"/>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2400" b="1" dirty="0">
                <a:solidFill>
                  <a:prstClr val="black"/>
                </a:solidFill>
                <a:latin typeface="Calibri Light" panose="020F0302020204030204"/>
              </a:rPr>
              <a:t>Hyperparameter tuning</a:t>
            </a:r>
            <a:r>
              <a:rPr lang="en-US" sz="2400" dirty="0">
                <a:solidFill>
                  <a:prstClr val="black"/>
                </a:solidFill>
                <a:latin typeface="Calibri Light" panose="020F0302020204030204"/>
              </a:rPr>
              <a:t> is the process of finding the right values of the hyperparameters, which is a very complex and time-expensive task</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lang="en-US" sz="2400" dirty="0">
              <a:solidFill>
                <a:prstClr val="black"/>
              </a:solidFill>
              <a:latin typeface="Calibri Light" panose="020F0302020204030204"/>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2400" dirty="0">
                <a:solidFill>
                  <a:prstClr val="black"/>
                </a:solidFill>
                <a:latin typeface="Calibri Light" panose="020F0302020204030204"/>
              </a:rPr>
              <a:t>Tuning the hyperparameters effectively can lead to massive improvement in the performance of the model.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lang="en-US" sz="2400" dirty="0">
              <a:solidFill>
                <a:prstClr val="black"/>
              </a:solidFill>
              <a:latin typeface="Calibri Light" panose="020F0302020204030204"/>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2400" dirty="0">
                <a:solidFill>
                  <a:prstClr val="black"/>
                </a:solidFill>
                <a:latin typeface="Calibri Light" panose="020F0302020204030204"/>
              </a:rPr>
              <a:t>Two approaches: Grid search and Random search</a:t>
            </a:r>
          </a:p>
        </p:txBody>
      </p:sp>
    </p:spTree>
    <p:extLst>
      <p:ext uri="{BB962C8B-B14F-4D97-AF65-F5344CB8AC3E}">
        <p14:creationId xmlns:p14="http://schemas.microsoft.com/office/powerpoint/2010/main" val="27880331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fontScale="90000"/>
          </a:bodyPr>
          <a:lstStyle/>
          <a:p>
            <a:r>
              <a:rPr lang="en-US" sz="4000" kern="1200" dirty="0">
                <a:solidFill>
                  <a:srgbClr val="FFFFFF"/>
                </a:solidFill>
                <a:latin typeface="+mj-lt"/>
                <a:ea typeface="+mj-ea"/>
                <a:cs typeface="+mj-cs"/>
              </a:rPr>
              <a:t>Approaches of hyperparameter tuning</a:t>
            </a:r>
          </a:p>
        </p:txBody>
      </p:sp>
      <p:sp>
        <p:nvSpPr>
          <p:cNvPr id="6" name="Content Placeholder 2">
            <a:extLst>
              <a:ext uri="{FF2B5EF4-FFF2-40B4-BE49-F238E27FC236}">
                <a16:creationId xmlns:a16="http://schemas.microsoft.com/office/drawing/2014/main" id="{98E0FE6E-8F22-4B9F-9E9F-E2B694DC96D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Content Placeholder 2">
            <a:extLst>
              <a:ext uri="{FF2B5EF4-FFF2-40B4-BE49-F238E27FC236}">
                <a16:creationId xmlns:a16="http://schemas.microsoft.com/office/drawing/2014/main" id="{55A5BFD8-4962-4C89-86F0-4A582AD35F41}"/>
              </a:ext>
            </a:extLst>
          </p:cNvPr>
          <p:cNvSpPr txBox="1">
            <a:spLocks/>
          </p:cNvSpPr>
          <p:nvPr/>
        </p:nvSpPr>
        <p:spPr>
          <a:xfrm>
            <a:off x="6268065" y="1978025"/>
            <a:ext cx="523813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sp>
        <p:nvSpPr>
          <p:cNvPr id="10" name="Content Placeholder 2">
            <a:extLst>
              <a:ext uri="{FF2B5EF4-FFF2-40B4-BE49-F238E27FC236}">
                <a16:creationId xmlns:a16="http://schemas.microsoft.com/office/drawing/2014/main" id="{C42FEFAA-1BDB-469A-85CD-A4F00ACBD147}"/>
              </a:ext>
            </a:extLst>
          </p:cNvPr>
          <p:cNvSpPr txBox="1">
            <a:spLocks/>
          </p:cNvSpPr>
          <p:nvPr/>
        </p:nvSpPr>
        <p:spPr>
          <a:xfrm>
            <a:off x="990600"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2400" b="1" dirty="0">
                <a:solidFill>
                  <a:prstClr val="black"/>
                </a:solidFill>
                <a:latin typeface="Calibri Light" panose="020F0302020204030204"/>
              </a:rPr>
              <a:t>Grid Search</a:t>
            </a:r>
            <a:r>
              <a:rPr lang="en-US" sz="2400" dirty="0">
                <a:solidFill>
                  <a:prstClr val="black"/>
                </a:solidFill>
                <a:latin typeface="Calibri Light" panose="020F0302020204030204"/>
              </a:rPr>
              <a:t>: Try every possible combination of parameters</a:t>
            </a:r>
          </a:p>
          <a:p>
            <a:pPr marL="0" marR="0" lvl="0" indent="0" algn="l" defTabSz="914400" rtl="0" eaLnBrk="1" fontAlgn="auto" latinLnBrk="0" hangingPunct="1">
              <a:lnSpc>
                <a:spcPct val="90000"/>
              </a:lnSpc>
              <a:spcBef>
                <a:spcPts val="1000"/>
              </a:spcBef>
              <a:spcAft>
                <a:spcPts val="0"/>
              </a:spcAft>
              <a:buClrTx/>
              <a:buSzTx/>
              <a:buNone/>
              <a:tabLst/>
              <a:defRPr/>
            </a:pPr>
            <a:r>
              <a:rPr lang="en-US" sz="2400" b="1" dirty="0">
                <a:solidFill>
                  <a:prstClr val="black"/>
                </a:solidFill>
                <a:latin typeface="Calibri Light" panose="020F0302020204030204"/>
              </a:rPr>
              <a:t>Steps:</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en-US" sz="2200" dirty="0">
                <a:solidFill>
                  <a:prstClr val="black"/>
                </a:solidFill>
                <a:latin typeface="Calibri Light" panose="020F0302020204030204"/>
              </a:rPr>
              <a:t>Define a grid on </a:t>
            </a:r>
            <a:r>
              <a:rPr lang="en-US" sz="2200" b="1" i="1" dirty="0">
                <a:solidFill>
                  <a:prstClr val="black"/>
                </a:solidFill>
                <a:latin typeface="Calibri Light" panose="020F0302020204030204"/>
              </a:rPr>
              <a:t>n</a:t>
            </a:r>
            <a:r>
              <a:rPr lang="en-US" sz="2200" dirty="0">
                <a:solidFill>
                  <a:prstClr val="black"/>
                </a:solidFill>
                <a:latin typeface="Calibri Light" panose="020F0302020204030204"/>
              </a:rPr>
              <a:t> dimensions, where </a:t>
            </a:r>
            <a:r>
              <a:rPr lang="en-US" sz="2200" b="1" i="1" dirty="0">
                <a:solidFill>
                  <a:prstClr val="black"/>
                </a:solidFill>
                <a:latin typeface="Calibri Light" panose="020F0302020204030204"/>
              </a:rPr>
              <a:t>n</a:t>
            </a:r>
            <a:r>
              <a:rPr lang="en-US" sz="2200" dirty="0">
                <a:solidFill>
                  <a:prstClr val="black"/>
                </a:solidFill>
                <a:latin typeface="Calibri Light" panose="020F0302020204030204"/>
              </a:rPr>
              <a:t> is the num of hyperparameters </a:t>
            </a:r>
          </a:p>
          <a:p>
            <a:pPr marL="457200" lvl="1" indent="0">
              <a:spcBef>
                <a:spcPts val="1000"/>
              </a:spcBef>
              <a:buNone/>
              <a:defRPr/>
            </a:pPr>
            <a:r>
              <a:rPr lang="en-US" sz="2000" dirty="0">
                <a:solidFill>
                  <a:prstClr val="black"/>
                </a:solidFill>
                <a:latin typeface="Calibri Light" panose="020F0302020204030204"/>
              </a:rPr>
              <a:t>	e.g. n = (learning_rate, batch_size)</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en-US" sz="2200" dirty="0">
                <a:solidFill>
                  <a:prstClr val="black"/>
                </a:solidFill>
                <a:latin typeface="Calibri Light" panose="020F0302020204030204"/>
              </a:rPr>
              <a:t>For each dimension, define the range of possible values</a:t>
            </a:r>
          </a:p>
          <a:p>
            <a:pPr marL="457200" lvl="1" indent="0">
              <a:spcBef>
                <a:spcPts val="1000"/>
              </a:spcBef>
              <a:buNone/>
              <a:defRPr/>
            </a:pPr>
            <a:r>
              <a:rPr lang="en-US" sz="2000" dirty="0">
                <a:solidFill>
                  <a:prstClr val="black"/>
                </a:solidFill>
                <a:latin typeface="Calibri Light" panose="020F0302020204030204"/>
              </a:rPr>
              <a:t>	e.g. batch_size = [4, 8, 16, 32], learning_rate =[0.1, 0.01, 0.0001]</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en-US" sz="2200" dirty="0">
                <a:solidFill>
                  <a:prstClr val="black"/>
                </a:solidFill>
                <a:latin typeface="Calibri Light" panose="020F0302020204030204"/>
              </a:rPr>
              <a:t>Search for all the possible configurations and wait for the results to establish the best one</a:t>
            </a:r>
          </a:p>
          <a:p>
            <a:pPr marL="0" marR="0" lvl="0" indent="0" algn="l" defTabSz="914400" rtl="0" eaLnBrk="1" fontAlgn="auto" latinLnBrk="0" hangingPunct="1">
              <a:lnSpc>
                <a:spcPct val="90000"/>
              </a:lnSpc>
              <a:spcBef>
                <a:spcPts val="1000"/>
              </a:spcBef>
              <a:spcAft>
                <a:spcPts val="0"/>
              </a:spcAft>
              <a:buClrTx/>
              <a:buSzTx/>
              <a:buNone/>
              <a:tabLst/>
              <a:defRPr/>
            </a:pPr>
            <a:r>
              <a:rPr lang="en-US" sz="2000" dirty="0">
                <a:solidFill>
                  <a:prstClr val="black"/>
                </a:solidFill>
                <a:latin typeface="Calibri Light" panose="020F0302020204030204"/>
              </a:rPr>
              <a:t>	e.g. 	C1 = (0.1, 4) -&gt; acc = 92%, </a:t>
            </a:r>
          </a:p>
          <a:p>
            <a:pPr marL="0" marR="0" lvl="0" indent="0" algn="l" defTabSz="914400" rtl="0" eaLnBrk="1" fontAlgn="auto" latinLnBrk="0" hangingPunct="1">
              <a:lnSpc>
                <a:spcPct val="90000"/>
              </a:lnSpc>
              <a:spcBef>
                <a:spcPts val="1000"/>
              </a:spcBef>
              <a:spcAft>
                <a:spcPts val="0"/>
              </a:spcAft>
              <a:buClrTx/>
              <a:buSzTx/>
              <a:buNone/>
              <a:tabLst/>
              <a:defRPr/>
            </a:pPr>
            <a:r>
              <a:rPr lang="en-US" sz="2000" dirty="0">
                <a:solidFill>
                  <a:prstClr val="black"/>
                </a:solidFill>
                <a:latin typeface="Calibri Light" panose="020F0302020204030204"/>
              </a:rPr>
              <a:t>		C2 = (0.01, 4) -&gt; acc = 92.3%</a:t>
            </a:r>
            <a:endParaRPr lang="en-US" sz="2400" dirty="0">
              <a:solidFill>
                <a:prstClr val="black"/>
              </a:solidFill>
              <a:latin typeface="Calibri Light" panose="020F0302020204030204"/>
            </a:endParaRPr>
          </a:p>
        </p:txBody>
      </p:sp>
    </p:spTree>
    <p:extLst>
      <p:ext uri="{BB962C8B-B14F-4D97-AF65-F5344CB8AC3E}">
        <p14:creationId xmlns:p14="http://schemas.microsoft.com/office/powerpoint/2010/main" val="22375396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fontScale="90000"/>
          </a:bodyPr>
          <a:lstStyle/>
          <a:p>
            <a:r>
              <a:rPr lang="en-US" sz="4000" kern="1200" dirty="0">
                <a:solidFill>
                  <a:srgbClr val="FFFFFF"/>
                </a:solidFill>
                <a:latin typeface="+mj-lt"/>
                <a:ea typeface="+mj-ea"/>
                <a:cs typeface="+mj-cs"/>
              </a:rPr>
              <a:t>Approaches of hyperparameter tuning</a:t>
            </a:r>
          </a:p>
        </p:txBody>
      </p:sp>
      <p:sp>
        <p:nvSpPr>
          <p:cNvPr id="6" name="Content Placeholder 2">
            <a:extLst>
              <a:ext uri="{FF2B5EF4-FFF2-40B4-BE49-F238E27FC236}">
                <a16:creationId xmlns:a16="http://schemas.microsoft.com/office/drawing/2014/main" id="{98E0FE6E-8F22-4B9F-9E9F-E2B694DC96D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Content Placeholder 2">
            <a:extLst>
              <a:ext uri="{FF2B5EF4-FFF2-40B4-BE49-F238E27FC236}">
                <a16:creationId xmlns:a16="http://schemas.microsoft.com/office/drawing/2014/main" id="{55A5BFD8-4962-4C89-86F0-4A582AD35F41}"/>
              </a:ext>
            </a:extLst>
          </p:cNvPr>
          <p:cNvSpPr txBox="1">
            <a:spLocks/>
          </p:cNvSpPr>
          <p:nvPr/>
        </p:nvSpPr>
        <p:spPr>
          <a:xfrm>
            <a:off x="6268065" y="1978025"/>
            <a:ext cx="523813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sp>
        <p:nvSpPr>
          <p:cNvPr id="10" name="Content Placeholder 2">
            <a:extLst>
              <a:ext uri="{FF2B5EF4-FFF2-40B4-BE49-F238E27FC236}">
                <a16:creationId xmlns:a16="http://schemas.microsoft.com/office/drawing/2014/main" id="{C42FEFAA-1BDB-469A-85CD-A4F00ACBD147}"/>
              </a:ext>
            </a:extLst>
          </p:cNvPr>
          <p:cNvSpPr txBox="1">
            <a:spLocks/>
          </p:cNvSpPr>
          <p:nvPr/>
        </p:nvSpPr>
        <p:spPr>
          <a:xfrm>
            <a:off x="990600"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2400" b="1" dirty="0">
                <a:solidFill>
                  <a:prstClr val="black"/>
                </a:solidFill>
                <a:latin typeface="Calibri Light" panose="020F0302020204030204"/>
              </a:rPr>
              <a:t>Grid Search</a:t>
            </a:r>
            <a:r>
              <a:rPr lang="en-US" sz="2400" dirty="0">
                <a:solidFill>
                  <a:prstClr val="black"/>
                </a:solidFill>
                <a:latin typeface="Calibri Light" panose="020F0302020204030204"/>
              </a:rPr>
              <a:t>: Let’s say we have 2 hyperparameters, one having 8 and another having 10 values. We check all 80 values and pick one value that works best</a:t>
            </a:r>
          </a:p>
        </p:txBody>
      </p:sp>
      <p:pic>
        <p:nvPicPr>
          <p:cNvPr id="7" name="Picture 6">
            <a:extLst>
              <a:ext uri="{FF2B5EF4-FFF2-40B4-BE49-F238E27FC236}">
                <a16:creationId xmlns:a16="http://schemas.microsoft.com/office/drawing/2014/main" id="{3BC6F42B-891E-4430-97D6-EFA30795AC69}"/>
              </a:ext>
            </a:extLst>
          </p:cNvPr>
          <p:cNvPicPr>
            <a:picLocks noChangeAspect="1"/>
          </p:cNvPicPr>
          <p:nvPr/>
        </p:nvPicPr>
        <p:blipFill rotWithShape="1">
          <a:blip r:embed="rId3"/>
          <a:srcRect l="20164" t="20505" r="43811" b="29170"/>
          <a:stretch/>
        </p:blipFill>
        <p:spPr>
          <a:xfrm>
            <a:off x="1187043" y="2858670"/>
            <a:ext cx="4736893" cy="3720362"/>
          </a:xfrm>
          <a:prstGeom prst="rect">
            <a:avLst/>
          </a:prstGeom>
        </p:spPr>
      </p:pic>
      <p:sp>
        <p:nvSpPr>
          <p:cNvPr id="11" name="Content Placeholder 2">
            <a:extLst>
              <a:ext uri="{FF2B5EF4-FFF2-40B4-BE49-F238E27FC236}">
                <a16:creationId xmlns:a16="http://schemas.microsoft.com/office/drawing/2014/main" id="{FECF0090-7823-4196-847A-B3CE45EB07B9}"/>
              </a:ext>
            </a:extLst>
          </p:cNvPr>
          <p:cNvSpPr txBox="1">
            <a:spLocks/>
          </p:cNvSpPr>
          <p:nvPr/>
        </p:nvSpPr>
        <p:spPr>
          <a:xfrm>
            <a:off x="6362700" y="3634323"/>
            <a:ext cx="5390535" cy="2558692"/>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2400" dirty="0">
                <a:solidFill>
                  <a:prstClr val="black"/>
                </a:solidFill>
                <a:latin typeface="Calibri Light" panose="020F0302020204030204"/>
              </a:rPr>
              <a:t>Slow because it checks every combination.</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2400" dirty="0">
                <a:solidFill>
                  <a:prstClr val="black"/>
                </a:solidFill>
                <a:latin typeface="Calibri Light" panose="020F0302020204030204"/>
              </a:rPr>
              <a:t>With more num of hyperparameters, the search will explode in time complexity.</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2400" dirty="0">
                <a:solidFill>
                  <a:prstClr val="black"/>
                </a:solidFill>
                <a:latin typeface="Calibri Light" panose="020F0302020204030204"/>
              </a:rPr>
              <a:t>Therefore, used when number of hyperparameters are less than or equal to 4.</a:t>
            </a:r>
          </a:p>
        </p:txBody>
      </p:sp>
    </p:spTree>
    <p:extLst>
      <p:ext uri="{BB962C8B-B14F-4D97-AF65-F5344CB8AC3E}">
        <p14:creationId xmlns:p14="http://schemas.microsoft.com/office/powerpoint/2010/main" val="10200874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fontScale="90000"/>
          </a:bodyPr>
          <a:lstStyle/>
          <a:p>
            <a:r>
              <a:rPr lang="en-US" sz="4000" kern="1200" dirty="0">
                <a:solidFill>
                  <a:srgbClr val="FFFFFF"/>
                </a:solidFill>
                <a:latin typeface="+mj-lt"/>
                <a:ea typeface="+mj-ea"/>
                <a:cs typeface="+mj-cs"/>
              </a:rPr>
              <a:t>Approaches of hyperparameter tuning</a:t>
            </a:r>
          </a:p>
        </p:txBody>
      </p:sp>
      <p:sp>
        <p:nvSpPr>
          <p:cNvPr id="6" name="Content Placeholder 2">
            <a:extLst>
              <a:ext uri="{FF2B5EF4-FFF2-40B4-BE49-F238E27FC236}">
                <a16:creationId xmlns:a16="http://schemas.microsoft.com/office/drawing/2014/main" id="{98E0FE6E-8F22-4B9F-9E9F-E2B694DC96D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Content Placeholder 2">
            <a:extLst>
              <a:ext uri="{FF2B5EF4-FFF2-40B4-BE49-F238E27FC236}">
                <a16:creationId xmlns:a16="http://schemas.microsoft.com/office/drawing/2014/main" id="{55A5BFD8-4962-4C89-86F0-4A582AD35F41}"/>
              </a:ext>
            </a:extLst>
          </p:cNvPr>
          <p:cNvSpPr txBox="1">
            <a:spLocks/>
          </p:cNvSpPr>
          <p:nvPr/>
        </p:nvSpPr>
        <p:spPr>
          <a:xfrm>
            <a:off x="6268065" y="1978025"/>
            <a:ext cx="523813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sp>
        <p:nvSpPr>
          <p:cNvPr id="10" name="Content Placeholder 2">
            <a:extLst>
              <a:ext uri="{FF2B5EF4-FFF2-40B4-BE49-F238E27FC236}">
                <a16:creationId xmlns:a16="http://schemas.microsoft.com/office/drawing/2014/main" id="{C42FEFAA-1BDB-469A-85CD-A4F00ACBD147}"/>
              </a:ext>
            </a:extLst>
          </p:cNvPr>
          <p:cNvSpPr txBox="1">
            <a:spLocks/>
          </p:cNvSpPr>
          <p:nvPr/>
        </p:nvSpPr>
        <p:spPr>
          <a:xfrm>
            <a:off x="699713" y="1840806"/>
            <a:ext cx="10806487" cy="4879975"/>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2400" b="1" dirty="0">
                <a:solidFill>
                  <a:prstClr val="black"/>
                </a:solidFill>
                <a:latin typeface="Calibri Light" panose="020F0302020204030204"/>
              </a:rPr>
              <a:t>Random Search</a:t>
            </a:r>
            <a:r>
              <a:rPr lang="en-US" sz="2400" dirty="0">
                <a:solidFill>
                  <a:prstClr val="black"/>
                </a:solidFill>
                <a:latin typeface="Calibri Light" panose="020F0302020204030204"/>
              </a:rPr>
              <a:t>: Test only randomly selected points on the grid</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2400" dirty="0">
                <a:solidFill>
                  <a:prstClr val="black"/>
                </a:solidFill>
                <a:latin typeface="Calibri Light" panose="020F0302020204030204"/>
              </a:rPr>
              <a:t>The smaller this subset, the faster but less accurate the optimization.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lang="en-US" sz="2400" dirty="0">
              <a:solidFill>
                <a:prstClr val="black"/>
              </a:solidFill>
              <a:latin typeface="Calibri Light" panose="020F0302020204030204"/>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lang="en-US" sz="2400" dirty="0">
              <a:solidFill>
                <a:prstClr val="black"/>
              </a:solidFill>
              <a:latin typeface="Calibri Light" panose="020F0302020204030204"/>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lang="en-US" sz="2400" dirty="0">
              <a:solidFill>
                <a:prstClr val="black"/>
              </a:solidFill>
              <a:latin typeface="Calibri Light" panose="020F0302020204030204"/>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lang="en-US" sz="2400" dirty="0">
              <a:solidFill>
                <a:prstClr val="black"/>
              </a:solidFill>
              <a:latin typeface="Calibri Light" panose="020F0302020204030204"/>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lang="en-US" sz="2400" dirty="0">
              <a:solidFill>
                <a:prstClr val="black"/>
              </a:solidFill>
              <a:latin typeface="Calibri Light" panose="020F0302020204030204"/>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lang="en-US" sz="2400" dirty="0">
              <a:solidFill>
                <a:prstClr val="black"/>
              </a:solidFill>
              <a:latin typeface="Calibri Light" panose="020F0302020204030204"/>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lang="en-US" sz="2400" dirty="0">
              <a:solidFill>
                <a:prstClr val="black"/>
              </a:solidFill>
              <a:latin typeface="Calibri Light" panose="020F0302020204030204"/>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2400" dirty="0">
                <a:solidFill>
                  <a:prstClr val="black"/>
                </a:solidFill>
                <a:latin typeface="Calibri Light" panose="020F0302020204030204"/>
              </a:rPr>
              <a:t>The larger this dataset, the more accurate the optimization but the closer to a grid search.</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2400" dirty="0">
                <a:solidFill>
                  <a:prstClr val="black"/>
                </a:solidFill>
                <a:latin typeface="Calibri Light" panose="020F0302020204030204"/>
              </a:rPr>
              <a:t>Useful when we have many hyperparameters with fine grained values.</a:t>
            </a:r>
          </a:p>
        </p:txBody>
      </p:sp>
      <p:pic>
        <p:nvPicPr>
          <p:cNvPr id="4" name="Picture 3">
            <a:extLst>
              <a:ext uri="{FF2B5EF4-FFF2-40B4-BE49-F238E27FC236}">
                <a16:creationId xmlns:a16="http://schemas.microsoft.com/office/drawing/2014/main" id="{19675A84-601D-4226-96D7-0B27757E2CD5}"/>
              </a:ext>
            </a:extLst>
          </p:cNvPr>
          <p:cNvPicPr>
            <a:picLocks noChangeAspect="1"/>
          </p:cNvPicPr>
          <p:nvPr/>
        </p:nvPicPr>
        <p:blipFill rotWithShape="1">
          <a:blip r:embed="rId3"/>
          <a:srcRect l="19596" t="31819" r="43871" b="19339"/>
          <a:stretch/>
        </p:blipFill>
        <p:spPr>
          <a:xfrm>
            <a:off x="3531012" y="2758173"/>
            <a:ext cx="3843182" cy="2888750"/>
          </a:xfrm>
          <a:prstGeom prst="rect">
            <a:avLst/>
          </a:prstGeom>
        </p:spPr>
      </p:pic>
    </p:spTree>
    <p:extLst>
      <p:ext uri="{BB962C8B-B14F-4D97-AF65-F5344CB8AC3E}">
        <p14:creationId xmlns:p14="http://schemas.microsoft.com/office/powerpoint/2010/main" val="6220416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Neural network architecture</a:t>
            </a:r>
          </a:p>
        </p:txBody>
      </p:sp>
      <p:sp>
        <p:nvSpPr>
          <p:cNvPr id="6" name="Content Placeholder 2">
            <a:extLst>
              <a:ext uri="{FF2B5EF4-FFF2-40B4-BE49-F238E27FC236}">
                <a16:creationId xmlns:a16="http://schemas.microsoft.com/office/drawing/2014/main" id="{98E0FE6E-8F22-4B9F-9E9F-E2B694DC96D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Content Placeholder 2">
            <a:extLst>
              <a:ext uri="{FF2B5EF4-FFF2-40B4-BE49-F238E27FC236}">
                <a16:creationId xmlns:a16="http://schemas.microsoft.com/office/drawing/2014/main" id="{55A5BFD8-4962-4C89-86F0-4A582AD35F41}"/>
              </a:ext>
            </a:extLst>
          </p:cNvPr>
          <p:cNvSpPr txBox="1">
            <a:spLocks/>
          </p:cNvSpPr>
          <p:nvPr/>
        </p:nvSpPr>
        <p:spPr>
          <a:xfrm>
            <a:off x="6268065" y="1978025"/>
            <a:ext cx="523813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sp>
        <p:nvSpPr>
          <p:cNvPr id="10" name="Content Placeholder 2">
            <a:extLst>
              <a:ext uri="{FF2B5EF4-FFF2-40B4-BE49-F238E27FC236}">
                <a16:creationId xmlns:a16="http://schemas.microsoft.com/office/drawing/2014/main" id="{C42FEFAA-1BDB-469A-85CD-A4F00ACBD147}"/>
              </a:ext>
            </a:extLst>
          </p:cNvPr>
          <p:cNvSpPr txBox="1">
            <a:spLocks/>
          </p:cNvSpPr>
          <p:nvPr/>
        </p:nvSpPr>
        <p:spPr>
          <a:xfrm>
            <a:off x="990600"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2400" dirty="0">
                <a:solidFill>
                  <a:prstClr val="black"/>
                </a:solidFill>
                <a:latin typeface="Calibri Light" panose="020F0302020204030204"/>
              </a:rPr>
              <a:t>Different NN architectures: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2400" dirty="0">
                <a:solidFill>
                  <a:prstClr val="black"/>
                </a:solidFill>
                <a:latin typeface="Calibri Light" panose="020F0302020204030204"/>
              </a:rPr>
              <a:t>Perceptron</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2400" dirty="0">
                <a:solidFill>
                  <a:prstClr val="black"/>
                </a:solidFill>
                <a:latin typeface="Calibri Light" panose="020F0302020204030204"/>
              </a:rPr>
              <a:t>Convolutional NN (CNN)</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2400" dirty="0">
                <a:solidFill>
                  <a:prstClr val="black"/>
                </a:solidFill>
                <a:latin typeface="Calibri Light" panose="020F0302020204030204"/>
              </a:rPr>
              <a:t>Recurrent NN (RNN)</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2400" dirty="0">
                <a:solidFill>
                  <a:prstClr val="black"/>
                </a:solidFill>
                <a:latin typeface="Calibri Light" panose="020F0302020204030204"/>
              </a:rPr>
              <a:t>Long Short-Term Memory (LSTM)</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2400" dirty="0">
                <a:solidFill>
                  <a:prstClr val="black"/>
                </a:solidFill>
                <a:latin typeface="Calibri Light" panose="020F0302020204030204"/>
              </a:rPr>
              <a:t>Auto-encoders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2400" dirty="0">
                <a:solidFill>
                  <a:prstClr val="black"/>
                </a:solidFill>
                <a:latin typeface="Calibri Light" panose="020F0302020204030204"/>
              </a:rPr>
              <a:t>Generative Adversarial Networks (GANs)</a:t>
            </a:r>
          </a:p>
        </p:txBody>
      </p:sp>
      <p:sp>
        <p:nvSpPr>
          <p:cNvPr id="3" name="Right Brace 2">
            <a:extLst>
              <a:ext uri="{FF2B5EF4-FFF2-40B4-BE49-F238E27FC236}">
                <a16:creationId xmlns:a16="http://schemas.microsoft.com/office/drawing/2014/main" id="{F187924E-9703-44A9-9037-297530ECCDBC}"/>
              </a:ext>
            </a:extLst>
          </p:cNvPr>
          <p:cNvSpPr/>
          <p:nvPr/>
        </p:nvSpPr>
        <p:spPr>
          <a:xfrm rot="10800000" flipH="1">
            <a:off x="6353609" y="2757953"/>
            <a:ext cx="499971" cy="1386348"/>
          </a:xfrm>
          <a:prstGeom prst="rightBrace">
            <a:avLst>
              <a:gd name="adj1" fmla="val 8333"/>
              <a:gd name="adj2" fmla="val 46808"/>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E3531A27-1831-42B8-A1B9-B64EA2C0477C}"/>
              </a:ext>
            </a:extLst>
          </p:cNvPr>
          <p:cNvSpPr/>
          <p:nvPr/>
        </p:nvSpPr>
        <p:spPr>
          <a:xfrm>
            <a:off x="7079226" y="3038168"/>
            <a:ext cx="4426974" cy="85540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Supervised </a:t>
            </a:r>
            <a:endParaRPr lang="en-IN" dirty="0"/>
          </a:p>
        </p:txBody>
      </p:sp>
      <p:sp>
        <p:nvSpPr>
          <p:cNvPr id="7" name="Right Brace 6">
            <a:extLst>
              <a:ext uri="{FF2B5EF4-FFF2-40B4-BE49-F238E27FC236}">
                <a16:creationId xmlns:a16="http://schemas.microsoft.com/office/drawing/2014/main" id="{D1B0DA12-5329-490C-A232-3991FAE9BDBB}"/>
              </a:ext>
            </a:extLst>
          </p:cNvPr>
          <p:cNvSpPr/>
          <p:nvPr/>
        </p:nvSpPr>
        <p:spPr>
          <a:xfrm>
            <a:off x="6353608" y="4296701"/>
            <a:ext cx="499972" cy="840658"/>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4" name="Rectangle: Rounded Corners 13">
            <a:extLst>
              <a:ext uri="{FF2B5EF4-FFF2-40B4-BE49-F238E27FC236}">
                <a16:creationId xmlns:a16="http://schemas.microsoft.com/office/drawing/2014/main" id="{10131FA8-9FD5-409F-9852-A0BF7A958CF9}"/>
              </a:ext>
            </a:extLst>
          </p:cNvPr>
          <p:cNvSpPr/>
          <p:nvPr/>
        </p:nvSpPr>
        <p:spPr>
          <a:xfrm>
            <a:off x="7098894" y="4296701"/>
            <a:ext cx="4426974" cy="85540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Semi-Supervised </a:t>
            </a:r>
            <a:endParaRPr lang="en-IN" dirty="0"/>
          </a:p>
        </p:txBody>
      </p:sp>
    </p:spTree>
    <p:extLst>
      <p:ext uri="{BB962C8B-B14F-4D97-AF65-F5344CB8AC3E}">
        <p14:creationId xmlns:p14="http://schemas.microsoft.com/office/powerpoint/2010/main" val="2186229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3824733-69A3-4ABC-8F50-20BC8E4873AC}"/>
              </a:ext>
            </a:extLst>
          </p:cNvPr>
          <p:cNvSpPr>
            <a:spLocks noGrp="1"/>
          </p:cNvSpPr>
          <p:nvPr>
            <p:ph idx="1"/>
          </p:nvPr>
        </p:nvSpPr>
        <p:spPr/>
        <p:txBody>
          <a:bodyPr>
            <a:normAutofit/>
          </a:bodyPr>
          <a:lstStyle/>
          <a:p>
            <a:pPr marL="0" indent="0">
              <a:buNone/>
            </a:pPr>
            <a:r>
              <a:rPr lang="en-US" sz="2000" b="0" i="0" dirty="0">
                <a:effectLst/>
                <a:latin typeface="+mj-lt"/>
              </a:rPr>
              <a:t>Hyperparameter tuning</a:t>
            </a:r>
            <a:endParaRPr lang="en-IN" sz="2000" b="0" i="0" dirty="0">
              <a:effectLst/>
              <a:latin typeface="+mj-lt"/>
            </a:endParaRPr>
          </a:p>
          <a:p>
            <a:pPr marL="0" indent="0">
              <a:buNone/>
            </a:pPr>
            <a:r>
              <a:rPr lang="en-IN" sz="2000" b="0" i="0" dirty="0">
                <a:effectLst/>
                <a:latin typeface="+mj-lt"/>
                <a:hlinkClick r:id="rId2"/>
              </a:rPr>
              <a:t>https://www.yourdatateacher.com/2021/05/19/hyperparameter-tuning-grid-search-and-random-search/#:~:text=Random%20search%20is%20similar%20to,closer%20to%20a%20grid%20search</a:t>
            </a:r>
            <a:r>
              <a:rPr lang="en-IN" sz="2000" b="0" i="0" dirty="0">
                <a:effectLst/>
                <a:latin typeface="+mj-lt"/>
              </a:rPr>
              <a:t>.</a:t>
            </a:r>
            <a:endParaRPr lang="en-IN" sz="2000" dirty="0">
              <a:latin typeface="+mj-lt"/>
            </a:endParaRPr>
          </a:p>
        </p:txBody>
      </p:sp>
      <p:sp>
        <p:nvSpPr>
          <p:cNvPr id="3" name="Title 1">
            <a:extLst>
              <a:ext uri="{FF2B5EF4-FFF2-40B4-BE49-F238E27FC236}">
                <a16:creationId xmlns:a16="http://schemas.microsoft.com/office/drawing/2014/main" id="{03FB8F68-31E1-4B1A-B435-DA5668BAF265}"/>
              </a:ext>
            </a:extLst>
          </p:cNvPr>
          <p:cNvSpPr txBox="1">
            <a:spLocks/>
          </p:cNvSpPr>
          <p:nvPr/>
        </p:nvSpPr>
        <p:spPr bwMode="auto">
          <a:xfrm>
            <a:off x="164122" y="132177"/>
            <a:ext cx="10175632" cy="84454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4267" b="1" dirty="0">
                <a:solidFill>
                  <a:srgbClr val="002060"/>
                </a:solidFill>
                <a:latin typeface="Cambria" panose="02040503050406030204" pitchFamily="18" charset="0"/>
                <a:cs typeface="Times New Roman" panose="02020603050405020304" pitchFamily="18" charset="0"/>
              </a:rPr>
              <a:t>References</a:t>
            </a:r>
          </a:p>
        </p:txBody>
      </p:sp>
    </p:spTree>
    <p:extLst>
      <p:ext uri="{BB962C8B-B14F-4D97-AF65-F5344CB8AC3E}">
        <p14:creationId xmlns:p14="http://schemas.microsoft.com/office/powerpoint/2010/main" val="39620526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5860</TotalTime>
  <Words>2114</Words>
  <Application>Microsoft Office PowerPoint</Application>
  <PresentationFormat>Widescreen</PresentationFormat>
  <Paragraphs>203</Paragraphs>
  <Slides>24</Slides>
  <Notes>21</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24</vt:i4>
      </vt:variant>
    </vt:vector>
  </HeadingPairs>
  <TitlesOfParts>
    <vt:vector size="33" baseType="lpstr">
      <vt:lpstr>Arial</vt:lpstr>
      <vt:lpstr>Calibri</vt:lpstr>
      <vt:lpstr>Calibri Light</vt:lpstr>
      <vt:lpstr>Cambria</vt:lpstr>
      <vt:lpstr>Lato</vt:lpstr>
      <vt:lpstr>Raleway</vt:lpstr>
      <vt:lpstr>Segoe UI</vt:lpstr>
      <vt:lpstr>Office Theme</vt:lpstr>
      <vt:lpstr>1_Office Theme</vt:lpstr>
      <vt:lpstr>CSET335L (Deep Learning)</vt:lpstr>
      <vt:lpstr>Outline</vt:lpstr>
      <vt:lpstr>Data Normalization</vt:lpstr>
      <vt:lpstr>Why Normalization?</vt:lpstr>
      <vt:lpstr>Why Normalization?</vt:lpstr>
      <vt:lpstr>Why Normalization?</vt:lpstr>
      <vt:lpstr>Normalization and Standardization</vt:lpstr>
      <vt:lpstr>Normalization</vt:lpstr>
      <vt:lpstr>Standardization</vt:lpstr>
      <vt:lpstr>Batch Normalization</vt:lpstr>
      <vt:lpstr>Batch Normalization</vt:lpstr>
      <vt:lpstr>Batch Normalization</vt:lpstr>
      <vt:lpstr>Batch Normalization</vt:lpstr>
      <vt:lpstr>Batch Normalization</vt:lpstr>
      <vt:lpstr>Batch Normalization</vt:lpstr>
      <vt:lpstr>Advantages of Batch Normalization</vt:lpstr>
      <vt:lpstr>Internal Covariate shift</vt:lpstr>
      <vt:lpstr>Hyperparameters</vt:lpstr>
      <vt:lpstr>Hyperparameter tuning</vt:lpstr>
      <vt:lpstr>Approaches of hyperparameter tuning</vt:lpstr>
      <vt:lpstr>Approaches of hyperparameter tuning</vt:lpstr>
      <vt:lpstr>Approaches of hyperparameter tuning</vt:lpstr>
      <vt:lpstr>Neural network architecture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Deepika Vatsa</dc:creator>
  <cp:lastModifiedBy>Deepika Vatsa</cp:lastModifiedBy>
  <cp:revision>64</cp:revision>
  <dcterms:created xsi:type="dcterms:W3CDTF">2022-08-02T04:13:44Z</dcterms:created>
  <dcterms:modified xsi:type="dcterms:W3CDTF">2022-09-30T09:19:39Z</dcterms:modified>
</cp:coreProperties>
</file>