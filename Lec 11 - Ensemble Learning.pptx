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395" r:id="rId2"/>
    <p:sldId id="591" r:id="rId3"/>
    <p:sldId id="593" r:id="rId4"/>
    <p:sldId id="620" r:id="rId5"/>
    <p:sldId id="629" r:id="rId6"/>
    <p:sldId id="630" r:id="rId7"/>
    <p:sldId id="641" r:id="rId8"/>
    <p:sldId id="631" r:id="rId9"/>
    <p:sldId id="632" r:id="rId10"/>
    <p:sldId id="633" r:id="rId11"/>
    <p:sldId id="634" r:id="rId12"/>
    <p:sldId id="646" r:id="rId13"/>
    <p:sldId id="635" r:id="rId14"/>
    <p:sldId id="636" r:id="rId15"/>
    <p:sldId id="637" r:id="rId16"/>
    <p:sldId id="638" r:id="rId17"/>
    <p:sldId id="639" r:id="rId18"/>
    <p:sldId id="640" r:id="rId19"/>
    <p:sldId id="643" r:id="rId20"/>
    <p:sldId id="645" r:id="rId21"/>
    <p:sldId id="642" r:id="rId22"/>
    <p:sldId id="644" r:id="rId23"/>
    <p:sldId id="647" r:id="rId24"/>
    <p:sldId id="648" r:id="rId25"/>
    <p:sldId id="650" r:id="rId26"/>
    <p:sldId id="58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BACB10-8586-4BCC-A476-38C462E71A11}" v="12" dt="2025-08-20T11:37:16.7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6884C358-F078-41E2-B52A-C991C4377FC1}"/>
    <pc:docChg chg="undo redo custSel addSld delSld modSld">
      <pc:chgData name="Deepika Vatsa" userId="f7100972-27fe-4ee6-8fb4-ec9b7931b409" providerId="ADAL" clId="{6884C358-F078-41E2-B52A-C991C4377FC1}" dt="2025-07-23T05:24:38.241" v="3543" actId="2696"/>
      <pc:docMkLst>
        <pc:docMk/>
      </pc:docMkLst>
      <pc:sldChg chg="addSp delSp modSp mod">
        <pc:chgData name="Deepika Vatsa" userId="f7100972-27fe-4ee6-8fb4-ec9b7931b409" providerId="ADAL" clId="{6884C358-F078-41E2-B52A-C991C4377FC1}" dt="2025-07-23T05:20:50.743" v="3433"/>
        <pc:sldMkLst>
          <pc:docMk/>
          <pc:sldMk cId="0" sldId="257"/>
        </pc:sldMkLst>
        <pc:spChg chg="del">
          <ac:chgData name="Deepika Vatsa" userId="f7100972-27fe-4ee6-8fb4-ec9b7931b409" providerId="ADAL" clId="{6884C358-F078-41E2-B52A-C991C4377FC1}" dt="2025-07-22T09:46:07.314" v="366" actId="478"/>
          <ac:spMkLst>
            <pc:docMk/>
            <pc:sldMk cId="0" sldId="257"/>
            <ac:spMk id="2" creationId="{00000000-0000-0000-0000-000000000000}"/>
          </ac:spMkLst>
        </pc:spChg>
        <pc:spChg chg="del">
          <ac:chgData name="Deepika Vatsa" userId="f7100972-27fe-4ee6-8fb4-ec9b7931b409" providerId="ADAL" clId="{6884C358-F078-41E2-B52A-C991C4377FC1}" dt="2025-07-22T09:46:19.992" v="386" actId="478"/>
          <ac:spMkLst>
            <pc:docMk/>
            <pc:sldMk cId="0" sldId="257"/>
            <ac:spMk id="3" creationId="{00000000-0000-0000-0000-000000000000}"/>
          </ac:spMkLst>
        </pc:spChg>
        <pc:spChg chg="mod">
          <ac:chgData name="Deepika Vatsa" userId="f7100972-27fe-4ee6-8fb4-ec9b7931b409" providerId="ADAL" clId="{6884C358-F078-41E2-B52A-C991C4377FC1}" dt="2025-07-22T09:25:41.921" v="69"/>
          <ac:spMkLst>
            <pc:docMk/>
            <pc:sldMk cId="0" sldId="257"/>
            <ac:spMk id="4" creationId="{00000000-0000-0000-0000-000000000000}"/>
          </ac:spMkLst>
        </pc:spChg>
        <pc:spChg chg="add del mod">
          <ac:chgData name="Deepika Vatsa" userId="f7100972-27fe-4ee6-8fb4-ec9b7931b409" providerId="ADAL" clId="{6884C358-F078-41E2-B52A-C991C4377FC1}" dt="2025-07-22T09:46:11.087" v="367" actId="478"/>
          <ac:spMkLst>
            <pc:docMk/>
            <pc:sldMk cId="0" sldId="257"/>
            <ac:spMk id="7" creationId="{1ADD9D61-713D-4A99-56C5-830DCBC11A42}"/>
          </ac:spMkLst>
        </pc:spChg>
        <pc:spChg chg="add mod">
          <ac:chgData name="Deepika Vatsa" userId="f7100972-27fe-4ee6-8fb4-ec9b7931b409" providerId="ADAL" clId="{6884C358-F078-41E2-B52A-C991C4377FC1}" dt="2025-07-23T05:16:58.934" v="3366" actId="207"/>
          <ac:spMkLst>
            <pc:docMk/>
            <pc:sldMk cId="0" sldId="257"/>
            <ac:spMk id="8" creationId="{991BA802-3D45-4E0C-D372-BE4FFEF41DD1}"/>
          </ac:spMkLst>
        </pc:spChg>
        <pc:spChg chg="add del mod">
          <ac:chgData name="Deepika Vatsa" userId="f7100972-27fe-4ee6-8fb4-ec9b7931b409" providerId="ADAL" clId="{6884C358-F078-41E2-B52A-C991C4377FC1}" dt="2025-07-22T09:46:21.354" v="387" actId="478"/>
          <ac:spMkLst>
            <pc:docMk/>
            <pc:sldMk cId="0" sldId="257"/>
            <ac:spMk id="10" creationId="{B8D89D22-2E94-CDDE-9114-30348B772120}"/>
          </ac:spMkLst>
        </pc:spChg>
        <pc:picChg chg="add mod">
          <ac:chgData name="Deepika Vatsa" userId="f7100972-27fe-4ee6-8fb4-ec9b7931b409" providerId="ADAL" clId="{6884C358-F078-41E2-B52A-C991C4377FC1}" dt="2025-07-22T09:46:31.182" v="390" actId="1076"/>
          <ac:picMkLst>
            <pc:docMk/>
            <pc:sldMk cId="0" sldId="257"/>
            <ac:picMk id="11" creationId="{C4C88D64-41B1-3E23-255C-8D6CD72FE16B}"/>
          </ac:picMkLst>
        </pc:picChg>
        <pc:cxnChg chg="add mod">
          <ac:chgData name="Deepika Vatsa" userId="f7100972-27fe-4ee6-8fb4-ec9b7931b409" providerId="ADAL" clId="{6884C358-F078-41E2-B52A-C991C4377FC1}" dt="2025-07-23T05:20:50.743" v="3433"/>
          <ac:cxnSpMkLst>
            <pc:docMk/>
            <pc:sldMk cId="0" sldId="257"/>
            <ac:cxnSpMk id="2" creationId="{CBA55D45-5BC0-2827-B096-7BB0262967E4}"/>
          </ac:cxnSpMkLst>
        </pc:cxnChg>
        <pc:cxnChg chg="del">
          <ac:chgData name="Deepika Vatsa" userId="f7100972-27fe-4ee6-8fb4-ec9b7931b409" providerId="ADAL" clId="{6884C358-F078-41E2-B52A-C991C4377FC1}" dt="2025-07-23T05:20:50.377" v="3432" actId="478"/>
          <ac:cxnSpMkLst>
            <pc:docMk/>
            <pc:sldMk cId="0" sldId="257"/>
            <ac:cxnSpMk id="5" creationId="{D12CAC9D-CDF2-ED92-8F02-70DAC510318D}"/>
          </ac:cxnSpMkLst>
        </pc:cxnChg>
      </pc:sldChg>
      <pc:sldChg chg="addSp delSp modSp mod">
        <pc:chgData name="Deepika Vatsa" userId="f7100972-27fe-4ee6-8fb4-ec9b7931b409" providerId="ADAL" clId="{6884C358-F078-41E2-B52A-C991C4377FC1}" dt="2025-07-23T05:21:07.139" v="3444" actId="1036"/>
        <pc:sldMkLst>
          <pc:docMk/>
          <pc:sldMk cId="0" sldId="258"/>
        </pc:sldMkLst>
        <pc:spChg chg="mod">
          <ac:chgData name="Deepika Vatsa" userId="f7100972-27fe-4ee6-8fb4-ec9b7931b409" providerId="ADAL" clId="{6884C358-F078-41E2-B52A-C991C4377FC1}" dt="2025-07-23T05:21:07.139" v="3444" actId="1036"/>
          <ac:spMkLst>
            <pc:docMk/>
            <pc:sldMk cId="0" sldId="258"/>
            <ac:spMk id="2" creationId="{00000000-0000-0000-0000-000000000000}"/>
          </ac:spMkLst>
        </pc:spChg>
        <pc:spChg chg="mod">
          <ac:chgData name="Deepika Vatsa" userId="f7100972-27fe-4ee6-8fb4-ec9b7931b409" providerId="ADAL" clId="{6884C358-F078-41E2-B52A-C991C4377FC1}" dt="2025-07-22T09:58:53.373" v="693" actId="113"/>
          <ac:spMkLst>
            <pc:docMk/>
            <pc:sldMk cId="0" sldId="258"/>
            <ac:spMk id="3" creationId="{00000000-0000-0000-0000-000000000000}"/>
          </ac:spMkLst>
        </pc:spChg>
        <pc:spChg chg="del mod">
          <ac:chgData name="Deepika Vatsa" userId="f7100972-27fe-4ee6-8fb4-ec9b7931b409" providerId="ADAL" clId="{6884C358-F078-41E2-B52A-C991C4377FC1}" dt="2025-07-22T09:58:39.592" v="690" actId="478"/>
          <ac:spMkLst>
            <pc:docMk/>
            <pc:sldMk cId="0" sldId="258"/>
            <ac:spMk id="4" creationId="{00000000-0000-0000-0000-000000000000}"/>
          </ac:spMkLst>
        </pc:spChg>
        <pc:spChg chg="add del mod ord">
          <ac:chgData name="Deepika Vatsa" userId="f7100972-27fe-4ee6-8fb4-ec9b7931b409" providerId="ADAL" clId="{6884C358-F078-41E2-B52A-C991C4377FC1}" dt="2025-07-22T09:57:25.796" v="671" actId="478"/>
          <ac:spMkLst>
            <pc:docMk/>
            <pc:sldMk cId="0" sldId="258"/>
            <ac:spMk id="6" creationId="{BA9307D0-EBDA-93E8-6688-2F7B8C8E0E6C}"/>
          </ac:spMkLst>
        </pc:spChg>
        <pc:cxnChg chg="add mod">
          <ac:chgData name="Deepika Vatsa" userId="f7100972-27fe-4ee6-8fb4-ec9b7931b409" providerId="ADAL" clId="{6884C358-F078-41E2-B52A-C991C4377FC1}" dt="2025-07-23T05:21:02.836" v="3439"/>
          <ac:cxnSpMkLst>
            <pc:docMk/>
            <pc:sldMk cId="0" sldId="258"/>
            <ac:cxnSpMk id="4" creationId="{14743623-04A4-B42C-4A68-90F92DBBA454}"/>
          </ac:cxnSpMkLst>
        </pc:cxnChg>
        <pc:cxnChg chg="del">
          <ac:chgData name="Deepika Vatsa" userId="f7100972-27fe-4ee6-8fb4-ec9b7931b409" providerId="ADAL" clId="{6884C358-F078-41E2-B52A-C991C4377FC1}" dt="2025-07-23T05:21:02.444" v="3438" actId="478"/>
          <ac:cxnSpMkLst>
            <pc:docMk/>
            <pc:sldMk cId="0" sldId="258"/>
            <ac:cxnSpMk id="5" creationId="{7F0521BD-D115-2D03-6CC7-BFE0E882D8F6}"/>
          </ac:cxnSpMkLst>
        </pc:cxnChg>
      </pc:sldChg>
      <pc:sldChg chg="modSp del">
        <pc:chgData name="Deepika Vatsa" userId="f7100972-27fe-4ee6-8fb4-ec9b7931b409" providerId="ADAL" clId="{6884C358-F078-41E2-B52A-C991C4377FC1}" dt="2025-07-22T10:01:31.830" v="728" actId="47"/>
        <pc:sldMkLst>
          <pc:docMk/>
          <pc:sldMk cId="0" sldId="259"/>
        </pc:sldMkLst>
        <pc:spChg chg="mod">
          <ac:chgData name="Deepika Vatsa" userId="f7100972-27fe-4ee6-8fb4-ec9b7931b409" providerId="ADAL" clId="{6884C358-F078-41E2-B52A-C991C4377FC1}" dt="2025-07-22T09:25:41.921" v="69"/>
          <ac:spMkLst>
            <pc:docMk/>
            <pc:sldMk cId="0" sldId="259"/>
            <ac:spMk id="4" creationId="{00000000-0000-0000-0000-000000000000}"/>
          </ac:spMkLst>
        </pc:spChg>
      </pc:sldChg>
      <pc:sldChg chg="modSp del mod">
        <pc:chgData name="Deepika Vatsa" userId="f7100972-27fe-4ee6-8fb4-ec9b7931b409" providerId="ADAL" clId="{6884C358-F078-41E2-B52A-C991C4377FC1}" dt="2025-07-23T05:06:18.427" v="3264" actId="2696"/>
        <pc:sldMkLst>
          <pc:docMk/>
          <pc:sldMk cId="0" sldId="262"/>
        </pc:sldMkLst>
        <pc:spChg chg="mod">
          <ac:chgData name="Deepika Vatsa" userId="f7100972-27fe-4ee6-8fb4-ec9b7931b409" providerId="ADAL" clId="{6884C358-F078-41E2-B52A-C991C4377FC1}" dt="2025-07-22T10:02:14.578" v="730" actId="1076"/>
          <ac:spMkLst>
            <pc:docMk/>
            <pc:sldMk cId="0" sldId="262"/>
            <ac:spMk id="2" creationId="{00000000-0000-0000-0000-000000000000}"/>
          </ac:spMkLst>
        </pc:spChg>
        <pc:spChg chg="mod">
          <ac:chgData name="Deepika Vatsa" userId="f7100972-27fe-4ee6-8fb4-ec9b7931b409" providerId="ADAL" clId="{6884C358-F078-41E2-B52A-C991C4377FC1}" dt="2025-07-22T10:06:11.393" v="778" actId="1076"/>
          <ac:spMkLst>
            <pc:docMk/>
            <pc:sldMk cId="0" sldId="262"/>
            <ac:spMk id="3" creationId="{00000000-0000-0000-0000-000000000000}"/>
          </ac:spMkLst>
        </pc:spChg>
        <pc:spChg chg="mod">
          <ac:chgData name="Deepika Vatsa" userId="f7100972-27fe-4ee6-8fb4-ec9b7931b409" providerId="ADAL" clId="{6884C358-F078-41E2-B52A-C991C4377FC1}" dt="2025-07-22T09:25:41.921" v="69"/>
          <ac:spMkLst>
            <pc:docMk/>
            <pc:sldMk cId="0" sldId="262"/>
            <ac:spMk id="4" creationId="{00000000-0000-0000-0000-000000000000}"/>
          </ac:spMkLst>
        </pc:spChg>
      </pc:sldChg>
      <pc:sldChg chg="addSp delSp modSp del mod">
        <pc:chgData name="Deepika Vatsa" userId="f7100972-27fe-4ee6-8fb4-ec9b7931b409" providerId="ADAL" clId="{6884C358-F078-41E2-B52A-C991C4377FC1}" dt="2025-07-22T10:06:14.611" v="779" actId="47"/>
        <pc:sldMkLst>
          <pc:docMk/>
          <pc:sldMk cId="0" sldId="263"/>
        </pc:sldMkLst>
        <pc:spChg chg="mod">
          <ac:chgData name="Deepika Vatsa" userId="f7100972-27fe-4ee6-8fb4-ec9b7931b409" providerId="ADAL" clId="{6884C358-F078-41E2-B52A-C991C4377FC1}" dt="2025-07-22T10:05:23.938" v="763" actId="12"/>
          <ac:spMkLst>
            <pc:docMk/>
            <pc:sldMk cId="0" sldId="263"/>
            <ac:spMk id="3" creationId="{00000000-0000-0000-0000-000000000000}"/>
          </ac:spMkLst>
        </pc:spChg>
        <pc:picChg chg="add del mod">
          <ac:chgData name="Deepika Vatsa" userId="f7100972-27fe-4ee6-8fb4-ec9b7931b409" providerId="ADAL" clId="{6884C358-F078-41E2-B52A-C991C4377FC1}" dt="2025-07-22T10:05:49.915" v="769" actId="21"/>
          <ac:picMkLst>
            <pc:docMk/>
            <pc:sldMk cId="0" sldId="263"/>
            <ac:picMk id="4" creationId="{830F81FE-6170-E751-2692-A3AADFCECC17}"/>
          </ac:picMkLst>
        </pc:picChg>
        <pc:picChg chg="del mod">
          <ac:chgData name="Deepika Vatsa" userId="f7100972-27fe-4ee6-8fb4-ec9b7931b409" providerId="ADAL" clId="{6884C358-F078-41E2-B52A-C991C4377FC1}" dt="2025-07-22T10:03:48.859" v="755" actId="478"/>
          <ac:picMkLst>
            <pc:docMk/>
            <pc:sldMk cId="0" sldId="263"/>
            <ac:picMk id="1026" creationId="{EF6DEE9D-3770-CBC7-7CDA-ABFEBECE9A8B}"/>
          </ac:picMkLst>
        </pc:picChg>
      </pc:sldChg>
      <pc:sldChg chg="del">
        <pc:chgData name="Deepika Vatsa" userId="f7100972-27fe-4ee6-8fb4-ec9b7931b409" providerId="ADAL" clId="{6884C358-F078-41E2-B52A-C991C4377FC1}" dt="2025-07-22T10:08:25.100" v="799" actId="47"/>
        <pc:sldMkLst>
          <pc:docMk/>
          <pc:sldMk cId="0" sldId="264"/>
        </pc:sldMkLst>
      </pc:sldChg>
      <pc:sldChg chg="addSp delSp modSp mod">
        <pc:chgData name="Deepika Vatsa" userId="f7100972-27fe-4ee6-8fb4-ec9b7931b409" providerId="ADAL" clId="{6884C358-F078-41E2-B52A-C991C4377FC1}" dt="2025-07-23T05:20:12.441" v="3415"/>
        <pc:sldMkLst>
          <pc:docMk/>
          <pc:sldMk cId="0" sldId="276"/>
        </pc:sldMkLst>
        <pc:spChg chg="mod">
          <ac:chgData name="Deepika Vatsa" userId="f7100972-27fe-4ee6-8fb4-ec9b7931b409" providerId="ADAL" clId="{6884C358-F078-41E2-B52A-C991C4377FC1}" dt="2025-07-23T05:15:49.357" v="3349" actId="207"/>
          <ac:spMkLst>
            <pc:docMk/>
            <pc:sldMk cId="0" sldId="276"/>
            <ac:spMk id="2" creationId="{00000000-0000-0000-0000-000000000000}"/>
          </ac:spMkLst>
        </pc:spChg>
        <pc:spChg chg="del mod">
          <ac:chgData name="Deepika Vatsa" userId="f7100972-27fe-4ee6-8fb4-ec9b7931b409" providerId="ADAL" clId="{6884C358-F078-41E2-B52A-C991C4377FC1}" dt="2025-07-22T10:51:53.775" v="2857" actId="478"/>
          <ac:spMkLst>
            <pc:docMk/>
            <pc:sldMk cId="0" sldId="276"/>
            <ac:spMk id="3" creationId="{00000000-0000-0000-0000-000000000000}"/>
          </ac:spMkLst>
        </pc:spChg>
        <pc:spChg chg="del mod">
          <ac:chgData name="Deepika Vatsa" userId="f7100972-27fe-4ee6-8fb4-ec9b7931b409" providerId="ADAL" clId="{6884C358-F078-41E2-B52A-C991C4377FC1}" dt="2025-07-22T09:30:00.857" v="194" actId="478"/>
          <ac:spMkLst>
            <pc:docMk/>
            <pc:sldMk cId="0" sldId="276"/>
            <ac:spMk id="4" creationId="{00000000-0000-0000-0000-000000000000}"/>
          </ac:spMkLst>
        </pc:spChg>
        <pc:spChg chg="add del mod ord">
          <ac:chgData name="Deepika Vatsa" userId="f7100972-27fe-4ee6-8fb4-ec9b7931b409" providerId="ADAL" clId="{6884C358-F078-41E2-B52A-C991C4377FC1}" dt="2025-07-22T10:51:53.775" v="2857" actId="478"/>
          <ac:spMkLst>
            <pc:docMk/>
            <pc:sldMk cId="0" sldId="276"/>
            <ac:spMk id="6" creationId="{DF1F7109-6D42-A6CD-F452-0870CFC44C57}"/>
          </ac:spMkLst>
        </pc:spChg>
        <pc:spChg chg="add del mod">
          <ac:chgData name="Deepika Vatsa" userId="f7100972-27fe-4ee6-8fb4-ec9b7931b409" providerId="ADAL" clId="{6884C358-F078-41E2-B52A-C991C4377FC1}" dt="2025-07-22T10:51:53.775" v="2857" actId="478"/>
          <ac:spMkLst>
            <pc:docMk/>
            <pc:sldMk cId="0" sldId="276"/>
            <ac:spMk id="7" creationId="{FF220C66-A4E6-C8D7-391A-04D70E625C9C}"/>
          </ac:spMkLst>
        </pc:spChg>
        <pc:spChg chg="add del mod">
          <ac:chgData name="Deepika Vatsa" userId="f7100972-27fe-4ee6-8fb4-ec9b7931b409" providerId="ADAL" clId="{6884C358-F078-41E2-B52A-C991C4377FC1}" dt="2025-07-22T09:29:47.313" v="184"/>
          <ac:spMkLst>
            <pc:docMk/>
            <pc:sldMk cId="0" sldId="276"/>
            <ac:spMk id="9" creationId="{43D22531-29B1-0753-0946-7FE02105E3BE}"/>
          </ac:spMkLst>
        </pc:spChg>
        <pc:spChg chg="add del mod">
          <ac:chgData name="Deepika Vatsa" userId="f7100972-27fe-4ee6-8fb4-ec9b7931b409" providerId="ADAL" clId="{6884C358-F078-41E2-B52A-C991C4377FC1}" dt="2025-07-22T10:51:53.775" v="2857" actId="478"/>
          <ac:spMkLst>
            <pc:docMk/>
            <pc:sldMk cId="0" sldId="276"/>
            <ac:spMk id="10" creationId="{762B94E8-9E92-C874-B94F-CA816E8E5609}"/>
          </ac:spMkLst>
        </pc:spChg>
        <pc:spChg chg="add del mod">
          <ac:chgData name="Deepika Vatsa" userId="f7100972-27fe-4ee6-8fb4-ec9b7931b409" providerId="ADAL" clId="{6884C358-F078-41E2-B52A-C991C4377FC1}" dt="2025-07-22T10:51:55.493" v="2858" actId="478"/>
          <ac:spMkLst>
            <pc:docMk/>
            <pc:sldMk cId="0" sldId="276"/>
            <ac:spMk id="12" creationId="{761C11D7-EAE4-DE47-846C-5394B9B4B7D2}"/>
          </ac:spMkLst>
        </pc:spChg>
        <pc:spChg chg="add mod">
          <ac:chgData name="Deepika Vatsa" userId="f7100972-27fe-4ee6-8fb4-ec9b7931b409" providerId="ADAL" clId="{6884C358-F078-41E2-B52A-C991C4377FC1}" dt="2025-07-22T10:58:29.586" v="3175" actId="1076"/>
          <ac:spMkLst>
            <pc:docMk/>
            <pc:sldMk cId="0" sldId="276"/>
            <ac:spMk id="13" creationId="{05B054CE-66A9-69B7-25DF-5E63A7E7226F}"/>
          </ac:spMkLst>
        </pc:spChg>
        <pc:graphicFrameChg chg="add del mod modGraphic">
          <ac:chgData name="Deepika Vatsa" userId="f7100972-27fe-4ee6-8fb4-ec9b7931b409" providerId="ADAL" clId="{6884C358-F078-41E2-B52A-C991C4377FC1}" dt="2025-07-22T10:58:21.671" v="3172" actId="478"/>
          <ac:graphicFrameMkLst>
            <pc:docMk/>
            <pc:sldMk cId="0" sldId="276"/>
            <ac:graphicFrameMk id="14" creationId="{15B9210D-0693-05A9-B8B7-394487320ED6}"/>
          </ac:graphicFrameMkLst>
        </pc:graphicFrameChg>
        <pc:cxnChg chg="add mod">
          <ac:chgData name="Deepika Vatsa" userId="f7100972-27fe-4ee6-8fb4-ec9b7931b409" providerId="ADAL" clId="{6884C358-F078-41E2-B52A-C991C4377FC1}" dt="2025-07-23T05:20:12.441" v="3415"/>
          <ac:cxnSpMkLst>
            <pc:docMk/>
            <pc:sldMk cId="0" sldId="276"/>
            <ac:cxnSpMk id="3" creationId="{A353B9D7-DA76-EC76-62EC-B68A91A5CACC}"/>
          </ac:cxnSpMkLst>
        </pc:cxnChg>
        <pc:cxnChg chg="del">
          <ac:chgData name="Deepika Vatsa" userId="f7100972-27fe-4ee6-8fb4-ec9b7931b409" providerId="ADAL" clId="{6884C358-F078-41E2-B52A-C991C4377FC1}" dt="2025-07-23T05:20:11.800" v="3414" actId="478"/>
          <ac:cxnSpMkLst>
            <pc:docMk/>
            <pc:sldMk cId="0" sldId="276"/>
            <ac:cxnSpMk id="5" creationId="{50E184E5-16FE-EBD7-7894-1DC87C936193}"/>
          </ac:cxnSpMkLst>
        </pc:cxnChg>
      </pc:sldChg>
      <pc:sldChg chg="modSp del">
        <pc:chgData name="Deepika Vatsa" userId="f7100972-27fe-4ee6-8fb4-ec9b7931b409" providerId="ADAL" clId="{6884C358-F078-41E2-B52A-C991C4377FC1}" dt="2025-07-22T09:48:52.734" v="447" actId="2696"/>
        <pc:sldMkLst>
          <pc:docMk/>
          <pc:sldMk cId="0" sldId="282"/>
        </pc:sldMkLst>
        <pc:spChg chg="mod">
          <ac:chgData name="Deepika Vatsa" userId="f7100972-27fe-4ee6-8fb4-ec9b7931b409" providerId="ADAL" clId="{6884C358-F078-41E2-B52A-C991C4377FC1}" dt="2025-07-22T09:25:41.921" v="69"/>
          <ac:spMkLst>
            <pc:docMk/>
            <pc:sldMk cId="0" sldId="282"/>
            <ac:spMk id="3" creationId="{00000000-0000-0000-0000-000000000000}"/>
          </ac:spMkLst>
        </pc:spChg>
        <pc:spChg chg="mod">
          <ac:chgData name="Deepika Vatsa" userId="f7100972-27fe-4ee6-8fb4-ec9b7931b409" providerId="ADAL" clId="{6884C358-F078-41E2-B52A-C991C4377FC1}" dt="2025-07-22T09:25:41.921" v="69"/>
          <ac:spMkLst>
            <pc:docMk/>
            <pc:sldMk cId="0" sldId="282"/>
            <ac:spMk id="4" creationId="{00000000-0000-0000-0000-000000000000}"/>
          </ac:spMkLst>
        </pc:spChg>
      </pc:sldChg>
      <pc:sldChg chg="add del">
        <pc:chgData name="Deepika Vatsa" userId="f7100972-27fe-4ee6-8fb4-ec9b7931b409" providerId="ADAL" clId="{6884C358-F078-41E2-B52A-C991C4377FC1}" dt="2025-07-23T05:12:37.326" v="3321" actId="47"/>
        <pc:sldMkLst>
          <pc:docMk/>
          <pc:sldMk cId="2852168949" sldId="350"/>
        </pc:sldMkLst>
      </pc:sldChg>
      <pc:sldChg chg="add del">
        <pc:chgData name="Deepika Vatsa" userId="f7100972-27fe-4ee6-8fb4-ec9b7931b409" providerId="ADAL" clId="{6884C358-F078-41E2-B52A-C991C4377FC1}" dt="2025-07-23T05:13:42.142" v="3334" actId="47"/>
        <pc:sldMkLst>
          <pc:docMk/>
          <pc:sldMk cId="178954834" sldId="363"/>
        </pc:sldMkLst>
      </pc:sldChg>
      <pc:sldChg chg="modSp mod">
        <pc:chgData name="Deepika Vatsa" userId="f7100972-27fe-4ee6-8fb4-ec9b7931b409" providerId="ADAL" clId="{6884C358-F078-41E2-B52A-C991C4377FC1}" dt="2025-07-22T09:24:57.233" v="65" actId="20577"/>
        <pc:sldMkLst>
          <pc:docMk/>
          <pc:sldMk cId="0" sldId="395"/>
        </pc:sldMkLst>
        <pc:spChg chg="mod">
          <ac:chgData name="Deepika Vatsa" userId="f7100972-27fe-4ee6-8fb4-ec9b7931b409" providerId="ADAL" clId="{6884C358-F078-41E2-B52A-C991C4377FC1}" dt="2025-07-22T09:24:57.233" v="65" actId="20577"/>
          <ac:spMkLst>
            <pc:docMk/>
            <pc:sldMk cId="0" sldId="395"/>
            <ac:spMk id="2" creationId="{00000000-0000-0000-0000-000000000000}"/>
          </ac:spMkLst>
        </pc:spChg>
      </pc:sldChg>
      <pc:sldChg chg="modSp del">
        <pc:chgData name="Deepika Vatsa" userId="f7100972-27fe-4ee6-8fb4-ec9b7931b409" providerId="ADAL" clId="{6884C358-F078-41E2-B52A-C991C4377FC1}" dt="2025-07-22T09:36:18.403" v="300" actId="47"/>
        <pc:sldMkLst>
          <pc:docMk/>
          <pc:sldMk cId="3480929016" sldId="553"/>
        </pc:sldMkLst>
        <pc:spChg chg="mod">
          <ac:chgData name="Deepika Vatsa" userId="f7100972-27fe-4ee6-8fb4-ec9b7931b409" providerId="ADAL" clId="{6884C358-F078-41E2-B52A-C991C4377FC1}" dt="2025-07-22T09:25:41.921" v="69"/>
          <ac:spMkLst>
            <pc:docMk/>
            <pc:sldMk cId="3480929016" sldId="553"/>
            <ac:spMk id="4" creationId="{0A61BF14-BB4C-4FFC-7012-6231EFAFCD41}"/>
          </ac:spMkLst>
        </pc:spChg>
      </pc:sldChg>
      <pc:sldChg chg="del">
        <pc:chgData name="Deepika Vatsa" userId="f7100972-27fe-4ee6-8fb4-ec9b7931b409" providerId="ADAL" clId="{6884C358-F078-41E2-B52A-C991C4377FC1}" dt="2025-07-22T09:23:28.413" v="0" actId="47"/>
        <pc:sldMkLst>
          <pc:docMk/>
          <pc:sldMk cId="4163686748" sldId="554"/>
        </pc:sldMkLst>
      </pc:sldChg>
      <pc:sldChg chg="del">
        <pc:chgData name="Deepika Vatsa" userId="f7100972-27fe-4ee6-8fb4-ec9b7931b409" providerId="ADAL" clId="{6884C358-F078-41E2-B52A-C991C4377FC1}" dt="2025-07-22T09:23:28.413" v="0" actId="47"/>
        <pc:sldMkLst>
          <pc:docMk/>
          <pc:sldMk cId="3935020306" sldId="555"/>
        </pc:sldMkLst>
      </pc:sldChg>
      <pc:sldChg chg="modSp del">
        <pc:chgData name="Deepika Vatsa" userId="f7100972-27fe-4ee6-8fb4-ec9b7931b409" providerId="ADAL" clId="{6884C358-F078-41E2-B52A-C991C4377FC1}" dt="2025-07-22T10:01:31.830" v="728" actId="47"/>
        <pc:sldMkLst>
          <pc:docMk/>
          <pc:sldMk cId="2250760117" sldId="572"/>
        </pc:sldMkLst>
        <pc:spChg chg="mod">
          <ac:chgData name="Deepika Vatsa" userId="f7100972-27fe-4ee6-8fb4-ec9b7931b409" providerId="ADAL" clId="{6884C358-F078-41E2-B52A-C991C4377FC1}" dt="2025-07-22T09:25:41.921" v="69"/>
          <ac:spMkLst>
            <pc:docMk/>
            <pc:sldMk cId="2250760117" sldId="572"/>
            <ac:spMk id="4" creationId="{AAA3C26B-3FEA-A51C-8509-EDFF58FF4F4A}"/>
          </ac:spMkLst>
        </pc:spChg>
      </pc:sldChg>
      <pc:sldChg chg="addSp delSp modSp mod">
        <pc:chgData name="Deepika Vatsa" userId="f7100972-27fe-4ee6-8fb4-ec9b7931b409" providerId="ADAL" clId="{6884C358-F078-41E2-B52A-C991C4377FC1}" dt="2025-07-23T05:21:25.243" v="3452"/>
        <pc:sldMkLst>
          <pc:docMk/>
          <pc:sldMk cId="549806327" sldId="573"/>
        </pc:sldMkLst>
        <pc:spChg chg="mod">
          <ac:chgData name="Deepika Vatsa" userId="f7100972-27fe-4ee6-8fb4-ec9b7931b409" providerId="ADAL" clId="{6884C358-F078-41E2-B52A-C991C4377FC1}" dt="2025-07-23T05:18:21.699" v="3391" actId="1035"/>
          <ac:spMkLst>
            <pc:docMk/>
            <pc:sldMk cId="549806327" sldId="573"/>
            <ac:spMk id="2" creationId="{1CD95200-E997-69E7-D60F-2B2833820E43}"/>
          </ac:spMkLst>
        </pc:spChg>
        <pc:spChg chg="mod">
          <ac:chgData name="Deepika Vatsa" userId="f7100972-27fe-4ee6-8fb4-ec9b7931b409" providerId="ADAL" clId="{6884C358-F078-41E2-B52A-C991C4377FC1}" dt="2025-07-22T10:11:40.522" v="861" actId="33524"/>
          <ac:spMkLst>
            <pc:docMk/>
            <pc:sldMk cId="549806327" sldId="573"/>
            <ac:spMk id="3" creationId="{7E3D72CB-FD10-51F1-E138-1F3205E12992}"/>
          </ac:spMkLst>
        </pc:spChg>
        <pc:picChg chg="mod modCrop">
          <ac:chgData name="Deepika Vatsa" userId="f7100972-27fe-4ee6-8fb4-ec9b7931b409" providerId="ADAL" clId="{6884C358-F078-41E2-B52A-C991C4377FC1}" dt="2025-07-22T10:11:25.482" v="856" actId="1076"/>
          <ac:picMkLst>
            <pc:docMk/>
            <pc:sldMk cId="549806327" sldId="573"/>
            <ac:picMk id="4" creationId="{F4073854-4E6C-1C34-8E9C-E284C7C1B544}"/>
          </ac:picMkLst>
        </pc:picChg>
        <pc:cxnChg chg="del">
          <ac:chgData name="Deepika Vatsa" userId="f7100972-27fe-4ee6-8fb4-ec9b7931b409" providerId="ADAL" clId="{6884C358-F078-41E2-B52A-C991C4377FC1}" dt="2025-07-23T05:21:24.872" v="3451" actId="478"/>
          <ac:cxnSpMkLst>
            <pc:docMk/>
            <pc:sldMk cId="549806327" sldId="573"/>
            <ac:cxnSpMk id="5" creationId="{2583FC77-E3AB-35E6-B60C-53A76FE8003F}"/>
          </ac:cxnSpMkLst>
        </pc:cxnChg>
        <pc:cxnChg chg="add mod">
          <ac:chgData name="Deepika Vatsa" userId="f7100972-27fe-4ee6-8fb4-ec9b7931b409" providerId="ADAL" clId="{6884C358-F078-41E2-B52A-C991C4377FC1}" dt="2025-07-23T05:21:25.243" v="3452"/>
          <ac:cxnSpMkLst>
            <pc:docMk/>
            <pc:sldMk cId="549806327" sldId="573"/>
            <ac:cxnSpMk id="6" creationId="{ABECC0BA-46D9-85A9-9BEC-69239BC9C062}"/>
          </ac:cxnSpMkLst>
        </pc:cxnChg>
      </pc:sldChg>
      <pc:sldChg chg="del">
        <pc:chgData name="Deepika Vatsa" userId="f7100972-27fe-4ee6-8fb4-ec9b7931b409" providerId="ADAL" clId="{6884C358-F078-41E2-B52A-C991C4377FC1}" dt="2025-07-22T10:12:15.086" v="862" actId="2696"/>
        <pc:sldMkLst>
          <pc:docMk/>
          <pc:sldMk cId="1030842975" sldId="574"/>
        </pc:sldMkLst>
      </pc:sldChg>
      <pc:sldChg chg="del">
        <pc:chgData name="Deepika Vatsa" userId="f7100972-27fe-4ee6-8fb4-ec9b7931b409" providerId="ADAL" clId="{6884C358-F078-41E2-B52A-C991C4377FC1}" dt="2025-07-22T10:12:15.086" v="862" actId="2696"/>
        <pc:sldMkLst>
          <pc:docMk/>
          <pc:sldMk cId="1844610887" sldId="575"/>
        </pc:sldMkLst>
      </pc:sldChg>
      <pc:sldChg chg="addSp delSp modSp mod">
        <pc:chgData name="Deepika Vatsa" userId="f7100972-27fe-4ee6-8fb4-ec9b7931b409" providerId="ADAL" clId="{6884C358-F078-41E2-B52A-C991C4377FC1}" dt="2025-07-23T05:21:29.136" v="3454"/>
        <pc:sldMkLst>
          <pc:docMk/>
          <pc:sldMk cId="810527257" sldId="576"/>
        </pc:sldMkLst>
        <pc:spChg chg="mod">
          <ac:chgData name="Deepika Vatsa" userId="f7100972-27fe-4ee6-8fb4-ec9b7931b409" providerId="ADAL" clId="{6884C358-F078-41E2-B52A-C991C4377FC1}" dt="2025-07-23T05:18:32.996" v="3393" actId="255"/>
          <ac:spMkLst>
            <pc:docMk/>
            <pc:sldMk cId="810527257" sldId="576"/>
            <ac:spMk id="2" creationId="{8C8DA422-5599-BE5B-B151-D196E8414908}"/>
          </ac:spMkLst>
        </pc:spChg>
        <pc:spChg chg="del">
          <ac:chgData name="Deepika Vatsa" userId="f7100972-27fe-4ee6-8fb4-ec9b7931b409" providerId="ADAL" clId="{6884C358-F078-41E2-B52A-C991C4377FC1}" dt="2025-07-22T10:13:31.716" v="864" actId="478"/>
          <ac:spMkLst>
            <pc:docMk/>
            <pc:sldMk cId="810527257" sldId="576"/>
            <ac:spMk id="3" creationId="{23292E8A-B934-BC7E-D793-FA32925820AA}"/>
          </ac:spMkLst>
        </pc:spChg>
        <pc:spChg chg="add del mod">
          <ac:chgData name="Deepika Vatsa" userId="f7100972-27fe-4ee6-8fb4-ec9b7931b409" providerId="ADAL" clId="{6884C358-F078-41E2-B52A-C991C4377FC1}" dt="2025-07-22T10:13:33.431" v="865" actId="478"/>
          <ac:spMkLst>
            <pc:docMk/>
            <pc:sldMk cId="810527257" sldId="576"/>
            <ac:spMk id="6" creationId="{83784901-344E-5428-88AA-7C54D084D705}"/>
          </ac:spMkLst>
        </pc:spChg>
        <pc:picChg chg="add mod">
          <ac:chgData name="Deepika Vatsa" userId="f7100972-27fe-4ee6-8fb4-ec9b7931b409" providerId="ADAL" clId="{6884C358-F078-41E2-B52A-C991C4377FC1}" dt="2025-07-22T10:13:36.274" v="867" actId="1076"/>
          <ac:picMkLst>
            <pc:docMk/>
            <pc:sldMk cId="810527257" sldId="576"/>
            <ac:picMk id="7" creationId="{D042E4FB-BDAC-1A6F-5268-672F6BAA70EC}"/>
          </ac:picMkLst>
        </pc:picChg>
        <pc:cxnChg chg="add mod">
          <ac:chgData name="Deepika Vatsa" userId="f7100972-27fe-4ee6-8fb4-ec9b7931b409" providerId="ADAL" clId="{6884C358-F078-41E2-B52A-C991C4377FC1}" dt="2025-07-23T05:21:29.136" v="3454"/>
          <ac:cxnSpMkLst>
            <pc:docMk/>
            <pc:sldMk cId="810527257" sldId="576"/>
            <ac:cxnSpMk id="3" creationId="{D70A73E4-B319-02F9-A019-8583C8BD017A}"/>
          </ac:cxnSpMkLst>
        </pc:cxnChg>
        <pc:cxnChg chg="del">
          <ac:chgData name="Deepika Vatsa" userId="f7100972-27fe-4ee6-8fb4-ec9b7931b409" providerId="ADAL" clId="{6884C358-F078-41E2-B52A-C991C4377FC1}" dt="2025-07-23T05:21:28.712" v="3453" actId="478"/>
          <ac:cxnSpMkLst>
            <pc:docMk/>
            <pc:sldMk cId="810527257" sldId="576"/>
            <ac:cxnSpMk id="5" creationId="{40F7F98D-83E9-028D-8FA0-BC9D6977408D}"/>
          </ac:cxnSpMkLst>
        </pc:cxnChg>
      </pc:sldChg>
      <pc:sldChg chg="del">
        <pc:chgData name="Deepika Vatsa" userId="f7100972-27fe-4ee6-8fb4-ec9b7931b409" providerId="ADAL" clId="{6884C358-F078-41E2-B52A-C991C4377FC1}" dt="2025-07-22T10:13:40.415" v="868" actId="47"/>
        <pc:sldMkLst>
          <pc:docMk/>
          <pc:sldMk cId="2512841971" sldId="577"/>
        </pc:sldMkLst>
      </pc:sldChg>
      <pc:sldChg chg="addSp delSp modSp mod">
        <pc:chgData name="Deepika Vatsa" userId="f7100972-27fe-4ee6-8fb4-ec9b7931b409" providerId="ADAL" clId="{6884C358-F078-41E2-B52A-C991C4377FC1}" dt="2025-07-23T05:21:46.433" v="3460" actId="14100"/>
        <pc:sldMkLst>
          <pc:docMk/>
          <pc:sldMk cId="835005002" sldId="578"/>
        </pc:sldMkLst>
        <pc:spChg chg="del mod">
          <ac:chgData name="Deepika Vatsa" userId="f7100972-27fe-4ee6-8fb4-ec9b7931b409" providerId="ADAL" clId="{6884C358-F078-41E2-B52A-C991C4377FC1}" dt="2025-07-23T05:18:44.103" v="3394" actId="478"/>
          <ac:spMkLst>
            <pc:docMk/>
            <pc:sldMk cId="835005002" sldId="578"/>
            <ac:spMk id="2" creationId="{91E18C70-E367-59EE-B161-70D8F2FCB574}"/>
          </ac:spMkLst>
        </pc:spChg>
        <pc:spChg chg="mod">
          <ac:chgData name="Deepika Vatsa" userId="f7100972-27fe-4ee6-8fb4-ec9b7931b409" providerId="ADAL" clId="{6884C358-F078-41E2-B52A-C991C4377FC1}" dt="2025-07-23T05:21:46.433" v="3460" actId="14100"/>
          <ac:spMkLst>
            <pc:docMk/>
            <pc:sldMk cId="835005002" sldId="578"/>
            <ac:spMk id="4" creationId="{7776C47F-6F4E-DC03-37A6-E7A3B197AE34}"/>
          </ac:spMkLst>
        </pc:spChg>
        <pc:spChg chg="add del mod">
          <ac:chgData name="Deepika Vatsa" userId="f7100972-27fe-4ee6-8fb4-ec9b7931b409" providerId="ADAL" clId="{6884C358-F078-41E2-B52A-C991C4377FC1}" dt="2025-07-23T05:18:45.920" v="3395" actId="478"/>
          <ac:spMkLst>
            <pc:docMk/>
            <pc:sldMk cId="835005002" sldId="578"/>
            <ac:spMk id="6" creationId="{4E321242-3F8E-3E41-604D-15D680DFF783}"/>
          </ac:spMkLst>
        </pc:spChg>
        <pc:spChg chg="add mod">
          <ac:chgData name="Deepika Vatsa" userId="f7100972-27fe-4ee6-8fb4-ec9b7931b409" providerId="ADAL" clId="{6884C358-F078-41E2-B52A-C991C4377FC1}" dt="2025-07-23T05:18:46.673" v="3396"/>
          <ac:spMkLst>
            <pc:docMk/>
            <pc:sldMk cId="835005002" sldId="578"/>
            <ac:spMk id="7" creationId="{C86B6E8B-F1EE-EC17-42A6-8C54D5AE7919}"/>
          </ac:spMkLst>
        </pc:spChg>
        <pc:cxnChg chg="del">
          <ac:chgData name="Deepika Vatsa" userId="f7100972-27fe-4ee6-8fb4-ec9b7931b409" providerId="ADAL" clId="{6884C358-F078-41E2-B52A-C991C4377FC1}" dt="2025-07-23T05:21:33.356" v="3455" actId="478"/>
          <ac:cxnSpMkLst>
            <pc:docMk/>
            <pc:sldMk cId="835005002" sldId="578"/>
            <ac:cxnSpMk id="5" creationId="{B2627C12-E6DC-37C6-3534-91290B918037}"/>
          </ac:cxnSpMkLst>
        </pc:cxnChg>
        <pc:cxnChg chg="add mod">
          <ac:chgData name="Deepika Vatsa" userId="f7100972-27fe-4ee6-8fb4-ec9b7931b409" providerId="ADAL" clId="{6884C358-F078-41E2-B52A-C991C4377FC1}" dt="2025-07-23T05:21:33.753" v="3456"/>
          <ac:cxnSpMkLst>
            <pc:docMk/>
            <pc:sldMk cId="835005002" sldId="578"/>
            <ac:cxnSpMk id="8" creationId="{DFAC204A-2B4C-B3BD-E2C3-309FA6A4D4FE}"/>
          </ac:cxnSpMkLst>
        </pc:cxnChg>
      </pc:sldChg>
      <pc:sldChg chg="del">
        <pc:chgData name="Deepika Vatsa" userId="f7100972-27fe-4ee6-8fb4-ec9b7931b409" providerId="ADAL" clId="{6884C358-F078-41E2-B52A-C991C4377FC1}" dt="2025-07-22T10:20:38.022" v="1476" actId="47"/>
        <pc:sldMkLst>
          <pc:docMk/>
          <pc:sldMk cId="1577856654" sldId="579"/>
        </pc:sldMkLst>
      </pc:sldChg>
      <pc:sldChg chg="del">
        <pc:chgData name="Deepika Vatsa" userId="f7100972-27fe-4ee6-8fb4-ec9b7931b409" providerId="ADAL" clId="{6884C358-F078-41E2-B52A-C991C4377FC1}" dt="2025-07-22T10:23:03.818" v="1507" actId="2696"/>
        <pc:sldMkLst>
          <pc:docMk/>
          <pc:sldMk cId="858610061" sldId="580"/>
        </pc:sldMkLst>
      </pc:sldChg>
      <pc:sldChg chg="del">
        <pc:chgData name="Deepika Vatsa" userId="f7100972-27fe-4ee6-8fb4-ec9b7931b409" providerId="ADAL" clId="{6884C358-F078-41E2-B52A-C991C4377FC1}" dt="2025-07-22T10:31:42.979" v="2065" actId="47"/>
        <pc:sldMkLst>
          <pc:docMk/>
          <pc:sldMk cId="2808099838" sldId="581"/>
        </pc:sldMkLst>
      </pc:sldChg>
      <pc:sldChg chg="addSp delSp modSp mod">
        <pc:chgData name="Deepika Vatsa" userId="f7100972-27fe-4ee6-8fb4-ec9b7931b409" providerId="ADAL" clId="{6884C358-F078-41E2-B52A-C991C4377FC1}" dt="2025-07-23T05:21:56.245" v="3463" actId="14100"/>
        <pc:sldMkLst>
          <pc:docMk/>
          <pc:sldMk cId="1700069977" sldId="582"/>
        </pc:sldMkLst>
        <pc:spChg chg="del mod">
          <ac:chgData name="Deepika Vatsa" userId="f7100972-27fe-4ee6-8fb4-ec9b7931b409" providerId="ADAL" clId="{6884C358-F078-41E2-B52A-C991C4377FC1}" dt="2025-07-23T05:11:29.001" v="3295" actId="478"/>
          <ac:spMkLst>
            <pc:docMk/>
            <pc:sldMk cId="1700069977" sldId="582"/>
            <ac:spMk id="2" creationId="{3EA993F1-7D74-5A35-94E0-755C8170DDD2}"/>
          </ac:spMkLst>
        </pc:spChg>
        <pc:spChg chg="mod">
          <ac:chgData name="Deepika Vatsa" userId="f7100972-27fe-4ee6-8fb4-ec9b7931b409" providerId="ADAL" clId="{6884C358-F078-41E2-B52A-C991C4377FC1}" dt="2025-07-23T05:21:56.245" v="3463" actId="14100"/>
          <ac:spMkLst>
            <pc:docMk/>
            <pc:sldMk cId="1700069977" sldId="582"/>
            <ac:spMk id="4" creationId="{C7E4D45C-A04E-4FD8-8E36-9127F8599888}"/>
          </ac:spMkLst>
        </pc:spChg>
        <pc:spChg chg="add del mod">
          <ac:chgData name="Deepika Vatsa" userId="f7100972-27fe-4ee6-8fb4-ec9b7931b409" providerId="ADAL" clId="{6884C358-F078-41E2-B52A-C991C4377FC1}" dt="2025-07-23T05:11:31.373" v="3296" actId="478"/>
          <ac:spMkLst>
            <pc:docMk/>
            <pc:sldMk cId="1700069977" sldId="582"/>
            <ac:spMk id="6" creationId="{BC483E00-42FE-1B2D-5AB9-B054E0125187}"/>
          </ac:spMkLst>
        </pc:spChg>
        <pc:spChg chg="add del mod">
          <ac:chgData name="Deepika Vatsa" userId="f7100972-27fe-4ee6-8fb4-ec9b7931b409" providerId="ADAL" clId="{6884C358-F078-41E2-B52A-C991C4377FC1}" dt="2025-07-23T05:19:05.174" v="3403" actId="478"/>
          <ac:spMkLst>
            <pc:docMk/>
            <pc:sldMk cId="1700069977" sldId="582"/>
            <ac:spMk id="7" creationId="{77CBCD7F-8AE7-4B57-3A9F-538E17F926AC}"/>
          </ac:spMkLst>
        </pc:spChg>
        <pc:spChg chg="add del mod">
          <ac:chgData name="Deepika Vatsa" userId="f7100972-27fe-4ee6-8fb4-ec9b7931b409" providerId="ADAL" clId="{6884C358-F078-41E2-B52A-C991C4377FC1}" dt="2025-07-23T05:19:06.810" v="3404" actId="478"/>
          <ac:spMkLst>
            <pc:docMk/>
            <pc:sldMk cId="1700069977" sldId="582"/>
            <ac:spMk id="9" creationId="{DA1F278C-AFDE-7105-568A-768E46CCC33B}"/>
          </ac:spMkLst>
        </pc:spChg>
        <pc:spChg chg="add mod">
          <ac:chgData name="Deepika Vatsa" userId="f7100972-27fe-4ee6-8fb4-ec9b7931b409" providerId="ADAL" clId="{6884C358-F078-41E2-B52A-C991C4377FC1}" dt="2025-07-23T05:19:07.408" v="3405"/>
          <ac:spMkLst>
            <pc:docMk/>
            <pc:sldMk cId="1700069977" sldId="582"/>
            <ac:spMk id="10" creationId="{7124F2BA-B4C0-9D6A-F84A-5C187670E1ED}"/>
          </ac:spMkLst>
        </pc:spChg>
        <pc:cxnChg chg="del">
          <ac:chgData name="Deepika Vatsa" userId="f7100972-27fe-4ee6-8fb4-ec9b7931b409" providerId="ADAL" clId="{6884C358-F078-41E2-B52A-C991C4377FC1}" dt="2025-07-23T05:21:52.654" v="3461" actId="478"/>
          <ac:cxnSpMkLst>
            <pc:docMk/>
            <pc:sldMk cId="1700069977" sldId="582"/>
            <ac:cxnSpMk id="5" creationId="{EA92F9DF-D5D8-49B1-F8B9-EDE5C89C9DF6}"/>
          </ac:cxnSpMkLst>
        </pc:cxnChg>
        <pc:cxnChg chg="add mod">
          <ac:chgData name="Deepika Vatsa" userId="f7100972-27fe-4ee6-8fb4-ec9b7931b409" providerId="ADAL" clId="{6884C358-F078-41E2-B52A-C991C4377FC1}" dt="2025-07-23T05:21:53.350" v="3462"/>
          <ac:cxnSpMkLst>
            <pc:docMk/>
            <pc:sldMk cId="1700069977" sldId="582"/>
            <ac:cxnSpMk id="11" creationId="{C11FA30D-24D1-6FBC-D7BC-51AEC489E098}"/>
          </ac:cxnSpMkLst>
        </pc:cxnChg>
      </pc:sldChg>
      <pc:sldChg chg="del">
        <pc:chgData name="Deepika Vatsa" userId="f7100972-27fe-4ee6-8fb4-ec9b7931b409" providerId="ADAL" clId="{6884C358-F078-41E2-B52A-C991C4377FC1}" dt="2025-07-22T10:38:05.600" v="2234" actId="47"/>
        <pc:sldMkLst>
          <pc:docMk/>
          <pc:sldMk cId="591297716" sldId="583"/>
        </pc:sldMkLst>
      </pc:sldChg>
      <pc:sldChg chg="del">
        <pc:chgData name="Deepika Vatsa" userId="f7100972-27fe-4ee6-8fb4-ec9b7931b409" providerId="ADAL" clId="{6884C358-F078-41E2-B52A-C991C4377FC1}" dt="2025-07-22T10:38:24.185" v="2235" actId="47"/>
        <pc:sldMkLst>
          <pc:docMk/>
          <pc:sldMk cId="4024096756" sldId="584"/>
        </pc:sldMkLst>
      </pc:sldChg>
      <pc:sldChg chg="addSp delSp modSp mod">
        <pc:chgData name="Deepika Vatsa" userId="f7100972-27fe-4ee6-8fb4-ec9b7931b409" providerId="ADAL" clId="{6884C358-F078-41E2-B52A-C991C4377FC1}" dt="2025-07-23T05:23:45.037" v="3532" actId="1076"/>
        <pc:sldMkLst>
          <pc:docMk/>
          <pc:sldMk cId="2784952323" sldId="585"/>
        </pc:sldMkLst>
        <pc:spChg chg="mod">
          <ac:chgData name="Deepika Vatsa" userId="f7100972-27fe-4ee6-8fb4-ec9b7931b409" providerId="ADAL" clId="{6884C358-F078-41E2-B52A-C991C4377FC1}" dt="2025-07-23T05:22:56.013" v="3522" actId="1076"/>
          <ac:spMkLst>
            <pc:docMk/>
            <pc:sldMk cId="2784952323" sldId="585"/>
            <ac:spMk id="2" creationId="{CD4594CC-77DE-BEF3-7ACE-59D14DBBA2F4}"/>
          </ac:spMkLst>
        </pc:spChg>
        <pc:spChg chg="mod">
          <ac:chgData name="Deepika Vatsa" userId="f7100972-27fe-4ee6-8fb4-ec9b7931b409" providerId="ADAL" clId="{6884C358-F078-41E2-B52A-C991C4377FC1}" dt="2025-07-23T05:23:45.037" v="3532" actId="1076"/>
          <ac:spMkLst>
            <pc:docMk/>
            <pc:sldMk cId="2784952323" sldId="585"/>
            <ac:spMk id="4" creationId="{170DDB5B-6792-55DA-AF63-9A96FA1939A3}"/>
          </ac:spMkLst>
        </pc:spChg>
        <pc:cxnChg chg="add mod">
          <ac:chgData name="Deepika Vatsa" userId="f7100972-27fe-4ee6-8fb4-ec9b7931b409" providerId="ADAL" clId="{6884C358-F078-41E2-B52A-C991C4377FC1}" dt="2025-07-23T05:22:47.005" v="3517"/>
          <ac:cxnSpMkLst>
            <pc:docMk/>
            <pc:sldMk cId="2784952323" sldId="585"/>
            <ac:cxnSpMk id="3" creationId="{6EEF62DB-73C3-BC16-B7FD-7A94B557C61B}"/>
          </ac:cxnSpMkLst>
        </pc:cxnChg>
        <pc:cxnChg chg="del">
          <ac:chgData name="Deepika Vatsa" userId="f7100972-27fe-4ee6-8fb4-ec9b7931b409" providerId="ADAL" clId="{6884C358-F078-41E2-B52A-C991C4377FC1}" dt="2025-07-23T05:22:45.556" v="3516" actId="478"/>
          <ac:cxnSpMkLst>
            <pc:docMk/>
            <pc:sldMk cId="2784952323" sldId="585"/>
            <ac:cxnSpMk id="5" creationId="{D6A26A94-065F-5020-54F4-34DABAADC81C}"/>
          </ac:cxnSpMkLst>
        </pc:cxnChg>
      </pc:sldChg>
      <pc:sldChg chg="del">
        <pc:chgData name="Deepika Vatsa" userId="f7100972-27fe-4ee6-8fb4-ec9b7931b409" providerId="ADAL" clId="{6884C358-F078-41E2-B52A-C991C4377FC1}" dt="2025-07-22T10:48:01.051" v="2641" actId="47"/>
        <pc:sldMkLst>
          <pc:docMk/>
          <pc:sldMk cId="34458836" sldId="586"/>
        </pc:sldMkLst>
      </pc:sldChg>
      <pc:sldChg chg="del">
        <pc:chgData name="Deepika Vatsa" userId="f7100972-27fe-4ee6-8fb4-ec9b7931b409" providerId="ADAL" clId="{6884C358-F078-41E2-B52A-C991C4377FC1}" dt="2025-07-22T10:48:09.429" v="2642" actId="47"/>
        <pc:sldMkLst>
          <pc:docMk/>
          <pc:sldMk cId="1852533425" sldId="587"/>
        </pc:sldMkLst>
      </pc:sldChg>
      <pc:sldChg chg="del">
        <pc:chgData name="Deepika Vatsa" userId="f7100972-27fe-4ee6-8fb4-ec9b7931b409" providerId="ADAL" clId="{6884C358-F078-41E2-B52A-C991C4377FC1}" dt="2025-07-22T10:50:58.990" v="2855" actId="47"/>
        <pc:sldMkLst>
          <pc:docMk/>
          <pc:sldMk cId="2624307318" sldId="588"/>
        </pc:sldMkLst>
      </pc:sldChg>
      <pc:sldChg chg="modSp">
        <pc:chgData name="Deepika Vatsa" userId="f7100972-27fe-4ee6-8fb4-ec9b7931b409" providerId="ADAL" clId="{6884C358-F078-41E2-B52A-C991C4377FC1}" dt="2025-07-22T09:25:41.921" v="69"/>
        <pc:sldMkLst>
          <pc:docMk/>
          <pc:sldMk cId="0" sldId="589"/>
        </pc:sldMkLst>
        <pc:spChg chg="mod">
          <ac:chgData name="Deepika Vatsa" userId="f7100972-27fe-4ee6-8fb4-ec9b7931b409" providerId="ADAL" clId="{6884C358-F078-41E2-B52A-C991C4377FC1}" dt="2025-07-22T09:25:41.921" v="69"/>
          <ac:spMkLst>
            <pc:docMk/>
            <pc:sldMk cId="0" sldId="589"/>
            <ac:spMk id="3" creationId="{00000000-0000-0000-0000-000000000000}"/>
          </ac:spMkLst>
        </pc:spChg>
      </pc:sldChg>
      <pc:sldChg chg="addSp delSp modSp add mod">
        <pc:chgData name="Deepika Vatsa" userId="f7100972-27fe-4ee6-8fb4-ec9b7931b409" providerId="ADAL" clId="{6884C358-F078-41E2-B52A-C991C4377FC1}" dt="2025-07-23T05:20:42.730" v="3429"/>
        <pc:sldMkLst>
          <pc:docMk/>
          <pc:sldMk cId="4072135879" sldId="590"/>
        </pc:sldMkLst>
        <pc:spChg chg="mod">
          <ac:chgData name="Deepika Vatsa" userId="f7100972-27fe-4ee6-8fb4-ec9b7931b409" providerId="ADAL" clId="{6884C358-F078-41E2-B52A-C991C4377FC1}" dt="2025-07-23T05:16:48.828" v="3364" actId="207"/>
          <ac:spMkLst>
            <pc:docMk/>
            <pc:sldMk cId="4072135879" sldId="590"/>
            <ac:spMk id="2" creationId="{00000000-0000-0000-0000-000000000000}"/>
          </ac:spMkLst>
        </pc:spChg>
        <pc:spChg chg="del">
          <ac:chgData name="Deepika Vatsa" userId="f7100972-27fe-4ee6-8fb4-ec9b7931b409" providerId="ADAL" clId="{6884C358-F078-41E2-B52A-C991C4377FC1}" dt="2025-07-22T09:33:40.180" v="249" actId="478"/>
          <ac:spMkLst>
            <pc:docMk/>
            <pc:sldMk cId="4072135879" sldId="590"/>
            <ac:spMk id="3" creationId="{00000000-0000-0000-0000-000000000000}"/>
          </ac:spMkLst>
        </pc:spChg>
        <pc:spChg chg="del">
          <ac:chgData name="Deepika Vatsa" userId="f7100972-27fe-4ee6-8fb4-ec9b7931b409" providerId="ADAL" clId="{6884C358-F078-41E2-B52A-C991C4377FC1}" dt="2025-07-22T09:33:36.965" v="248" actId="478"/>
          <ac:spMkLst>
            <pc:docMk/>
            <pc:sldMk cId="4072135879" sldId="590"/>
            <ac:spMk id="6" creationId="{DF1F7109-6D42-A6CD-F452-0870CFC44C57}"/>
          </ac:spMkLst>
        </pc:spChg>
        <pc:spChg chg="del">
          <ac:chgData name="Deepika Vatsa" userId="f7100972-27fe-4ee6-8fb4-ec9b7931b409" providerId="ADAL" clId="{6884C358-F078-41E2-B52A-C991C4377FC1}" dt="2025-07-22T09:33:40.180" v="249" actId="478"/>
          <ac:spMkLst>
            <pc:docMk/>
            <pc:sldMk cId="4072135879" sldId="590"/>
            <ac:spMk id="7" creationId="{FF220C66-A4E6-C8D7-391A-04D70E625C9C}"/>
          </ac:spMkLst>
        </pc:spChg>
        <pc:spChg chg="add del mod">
          <ac:chgData name="Deepika Vatsa" userId="f7100972-27fe-4ee6-8fb4-ec9b7931b409" providerId="ADAL" clId="{6884C358-F078-41E2-B52A-C991C4377FC1}" dt="2025-07-22T09:33:41.989" v="250" actId="478"/>
          <ac:spMkLst>
            <pc:docMk/>
            <pc:sldMk cId="4072135879" sldId="590"/>
            <ac:spMk id="8" creationId="{3A42CD8B-E7C8-D2E6-CB60-EA168BDCC118}"/>
          </ac:spMkLst>
        </pc:spChg>
        <pc:spChg chg="del">
          <ac:chgData name="Deepika Vatsa" userId="f7100972-27fe-4ee6-8fb4-ec9b7931b409" providerId="ADAL" clId="{6884C358-F078-41E2-B52A-C991C4377FC1}" dt="2025-07-22T09:33:40.180" v="249" actId="478"/>
          <ac:spMkLst>
            <pc:docMk/>
            <pc:sldMk cId="4072135879" sldId="590"/>
            <ac:spMk id="10" creationId="{762B94E8-9E92-C874-B94F-CA816E8E5609}"/>
          </ac:spMkLst>
        </pc:spChg>
        <pc:picChg chg="add mod">
          <ac:chgData name="Deepika Vatsa" userId="f7100972-27fe-4ee6-8fb4-ec9b7931b409" providerId="ADAL" clId="{6884C358-F078-41E2-B52A-C991C4377FC1}" dt="2025-07-22T09:33:58.086" v="257" actId="1076"/>
          <ac:picMkLst>
            <pc:docMk/>
            <pc:sldMk cId="4072135879" sldId="590"/>
            <ac:picMk id="9" creationId="{C356703B-A591-E735-D099-756D6F0724A1}"/>
          </ac:picMkLst>
        </pc:picChg>
        <pc:picChg chg="add mod">
          <ac:chgData name="Deepika Vatsa" userId="f7100972-27fe-4ee6-8fb4-ec9b7931b409" providerId="ADAL" clId="{6884C358-F078-41E2-B52A-C991C4377FC1}" dt="2025-07-22T09:33:59.666" v="258" actId="1076"/>
          <ac:picMkLst>
            <pc:docMk/>
            <pc:sldMk cId="4072135879" sldId="590"/>
            <ac:picMk id="11" creationId="{062F518F-DFCE-D51F-C42D-1B8DAD530657}"/>
          </ac:picMkLst>
        </pc:picChg>
        <pc:picChg chg="add mod">
          <ac:chgData name="Deepika Vatsa" userId="f7100972-27fe-4ee6-8fb4-ec9b7931b409" providerId="ADAL" clId="{6884C358-F078-41E2-B52A-C991C4377FC1}" dt="2025-07-22T09:33:56.159" v="256" actId="1076"/>
          <ac:picMkLst>
            <pc:docMk/>
            <pc:sldMk cId="4072135879" sldId="590"/>
            <ac:picMk id="12" creationId="{D688BB6C-9417-8D92-55EB-D522DC679CCF}"/>
          </ac:picMkLst>
        </pc:picChg>
        <pc:picChg chg="add mod">
          <ac:chgData name="Deepika Vatsa" userId="f7100972-27fe-4ee6-8fb4-ec9b7931b409" providerId="ADAL" clId="{6884C358-F078-41E2-B52A-C991C4377FC1}" dt="2025-07-22T09:34:03.951" v="259" actId="1076"/>
          <ac:picMkLst>
            <pc:docMk/>
            <pc:sldMk cId="4072135879" sldId="590"/>
            <ac:picMk id="13" creationId="{299DD2B6-62B2-98BD-205B-D8B8B72CDD4D}"/>
          </ac:picMkLst>
        </pc:picChg>
        <pc:cxnChg chg="add mod">
          <ac:chgData name="Deepika Vatsa" userId="f7100972-27fe-4ee6-8fb4-ec9b7931b409" providerId="ADAL" clId="{6884C358-F078-41E2-B52A-C991C4377FC1}" dt="2025-07-23T05:20:42.730" v="3429"/>
          <ac:cxnSpMkLst>
            <pc:docMk/>
            <pc:sldMk cId="4072135879" sldId="590"/>
            <ac:cxnSpMk id="3" creationId="{E868FEB9-887F-37ED-60BD-FBD1105706A2}"/>
          </ac:cxnSpMkLst>
        </pc:cxnChg>
        <pc:cxnChg chg="del">
          <ac:chgData name="Deepika Vatsa" userId="f7100972-27fe-4ee6-8fb4-ec9b7931b409" providerId="ADAL" clId="{6884C358-F078-41E2-B52A-C991C4377FC1}" dt="2025-07-23T05:20:42.313" v="3428" actId="478"/>
          <ac:cxnSpMkLst>
            <pc:docMk/>
            <pc:sldMk cId="4072135879" sldId="590"/>
            <ac:cxnSpMk id="5" creationId="{50E184E5-16FE-EBD7-7894-1DC87C936193}"/>
          </ac:cxnSpMkLst>
        </pc:cxnChg>
      </pc:sldChg>
      <pc:sldChg chg="addSp delSp modSp add mod">
        <pc:chgData name="Deepika Vatsa" userId="f7100972-27fe-4ee6-8fb4-ec9b7931b409" providerId="ADAL" clId="{6884C358-F078-41E2-B52A-C991C4377FC1}" dt="2025-07-23T05:20:39.010" v="3427"/>
        <pc:sldMkLst>
          <pc:docMk/>
          <pc:sldMk cId="3439049211" sldId="591"/>
        </pc:sldMkLst>
        <pc:spChg chg="mod">
          <ac:chgData name="Deepika Vatsa" userId="f7100972-27fe-4ee6-8fb4-ec9b7931b409" providerId="ADAL" clId="{6884C358-F078-41E2-B52A-C991C4377FC1}" dt="2025-07-23T05:16:43.256" v="3363" actId="207"/>
          <ac:spMkLst>
            <pc:docMk/>
            <pc:sldMk cId="3439049211" sldId="591"/>
            <ac:spMk id="2" creationId="{00000000-0000-0000-0000-000000000000}"/>
          </ac:spMkLst>
        </pc:spChg>
        <pc:spChg chg="del">
          <ac:chgData name="Deepika Vatsa" userId="f7100972-27fe-4ee6-8fb4-ec9b7931b409" providerId="ADAL" clId="{6884C358-F078-41E2-B52A-C991C4377FC1}" dt="2025-07-22T09:35:48.586" v="290" actId="478"/>
          <ac:spMkLst>
            <pc:docMk/>
            <pc:sldMk cId="3439049211" sldId="591"/>
            <ac:spMk id="3" creationId="{00000000-0000-0000-0000-000000000000}"/>
          </ac:spMkLst>
        </pc:spChg>
        <pc:spChg chg="del">
          <ac:chgData name="Deepika Vatsa" userId="f7100972-27fe-4ee6-8fb4-ec9b7931b409" providerId="ADAL" clId="{6884C358-F078-41E2-B52A-C991C4377FC1}" dt="2025-07-22T09:35:45.766" v="289" actId="478"/>
          <ac:spMkLst>
            <pc:docMk/>
            <pc:sldMk cId="3439049211" sldId="591"/>
            <ac:spMk id="6" creationId="{DF1F7109-6D42-A6CD-F452-0870CFC44C57}"/>
          </ac:spMkLst>
        </pc:spChg>
        <pc:spChg chg="del">
          <ac:chgData name="Deepika Vatsa" userId="f7100972-27fe-4ee6-8fb4-ec9b7931b409" providerId="ADAL" clId="{6884C358-F078-41E2-B52A-C991C4377FC1}" dt="2025-07-22T09:35:48.586" v="290" actId="478"/>
          <ac:spMkLst>
            <pc:docMk/>
            <pc:sldMk cId="3439049211" sldId="591"/>
            <ac:spMk id="7" creationId="{FF220C66-A4E6-C8D7-391A-04D70E625C9C}"/>
          </ac:spMkLst>
        </pc:spChg>
        <pc:spChg chg="add del mod">
          <ac:chgData name="Deepika Vatsa" userId="f7100972-27fe-4ee6-8fb4-ec9b7931b409" providerId="ADAL" clId="{6884C358-F078-41E2-B52A-C991C4377FC1}" dt="2025-07-22T09:35:51.845" v="292" actId="478"/>
          <ac:spMkLst>
            <pc:docMk/>
            <pc:sldMk cId="3439049211" sldId="591"/>
            <ac:spMk id="8" creationId="{F57D67EC-941F-047B-5B83-163A12BECBA6}"/>
          </ac:spMkLst>
        </pc:spChg>
        <pc:spChg chg="del">
          <ac:chgData name="Deepika Vatsa" userId="f7100972-27fe-4ee6-8fb4-ec9b7931b409" providerId="ADAL" clId="{6884C358-F078-41E2-B52A-C991C4377FC1}" dt="2025-07-22T09:35:48.586" v="290" actId="478"/>
          <ac:spMkLst>
            <pc:docMk/>
            <pc:sldMk cId="3439049211" sldId="591"/>
            <ac:spMk id="10" creationId="{762B94E8-9E92-C874-B94F-CA816E8E5609}"/>
          </ac:spMkLst>
        </pc:spChg>
        <pc:spChg chg="add mod">
          <ac:chgData name="Deepika Vatsa" userId="f7100972-27fe-4ee6-8fb4-ec9b7931b409" providerId="ADAL" clId="{6884C358-F078-41E2-B52A-C991C4377FC1}" dt="2025-07-22T09:44:11.797" v="365" actId="20577"/>
          <ac:spMkLst>
            <pc:docMk/>
            <pc:sldMk cId="3439049211" sldId="591"/>
            <ac:spMk id="11" creationId="{06381CCD-359B-D8A2-1997-A5B56A02FD41}"/>
          </ac:spMkLst>
        </pc:spChg>
        <pc:cxnChg chg="add mod">
          <ac:chgData name="Deepika Vatsa" userId="f7100972-27fe-4ee6-8fb4-ec9b7931b409" providerId="ADAL" clId="{6884C358-F078-41E2-B52A-C991C4377FC1}" dt="2025-07-23T05:20:39.010" v="3427"/>
          <ac:cxnSpMkLst>
            <pc:docMk/>
            <pc:sldMk cId="3439049211" sldId="591"/>
            <ac:cxnSpMk id="3" creationId="{9FFC9232-0F3D-BF13-4461-6E51D2C9C5C7}"/>
          </ac:cxnSpMkLst>
        </pc:cxnChg>
        <pc:cxnChg chg="del">
          <ac:chgData name="Deepika Vatsa" userId="f7100972-27fe-4ee6-8fb4-ec9b7931b409" providerId="ADAL" clId="{6884C358-F078-41E2-B52A-C991C4377FC1}" dt="2025-07-23T05:20:38.614" v="3426" actId="478"/>
          <ac:cxnSpMkLst>
            <pc:docMk/>
            <pc:sldMk cId="3439049211" sldId="591"/>
            <ac:cxnSpMk id="5" creationId="{50E184E5-16FE-EBD7-7894-1DC87C936193}"/>
          </ac:cxnSpMkLst>
        </pc:cxnChg>
      </pc:sldChg>
      <pc:sldChg chg="addSp delSp modSp add mod">
        <pc:chgData name="Deepika Vatsa" userId="f7100972-27fe-4ee6-8fb4-ec9b7931b409" providerId="ADAL" clId="{6884C358-F078-41E2-B52A-C991C4377FC1}" dt="2025-07-23T05:20:46.224" v="3431"/>
        <pc:sldMkLst>
          <pc:docMk/>
          <pc:sldMk cId="3695788924" sldId="592"/>
        </pc:sldMkLst>
        <pc:spChg chg="mod">
          <ac:chgData name="Deepika Vatsa" userId="f7100972-27fe-4ee6-8fb4-ec9b7931b409" providerId="ADAL" clId="{6884C358-F078-41E2-B52A-C991C4377FC1}" dt="2025-07-23T05:16:54.290" v="3365" actId="207"/>
          <ac:spMkLst>
            <pc:docMk/>
            <pc:sldMk cId="3695788924" sldId="592"/>
            <ac:spMk id="2" creationId="{00000000-0000-0000-0000-000000000000}"/>
          </ac:spMkLst>
        </pc:spChg>
        <pc:picChg chg="add mod">
          <ac:chgData name="Deepika Vatsa" userId="f7100972-27fe-4ee6-8fb4-ec9b7931b409" providerId="ADAL" clId="{6884C358-F078-41E2-B52A-C991C4377FC1}" dt="2025-07-22T09:47:30.119" v="427" actId="1076"/>
          <ac:picMkLst>
            <pc:docMk/>
            <pc:sldMk cId="3695788924" sldId="592"/>
            <ac:picMk id="3" creationId="{780FB1CB-F0C4-259B-45AD-974689AE136B}"/>
          </ac:picMkLst>
        </pc:picChg>
        <pc:picChg chg="del">
          <ac:chgData name="Deepika Vatsa" userId="f7100972-27fe-4ee6-8fb4-ec9b7931b409" providerId="ADAL" clId="{6884C358-F078-41E2-B52A-C991C4377FC1}" dt="2025-07-22T09:47:24.492" v="423" actId="478"/>
          <ac:picMkLst>
            <pc:docMk/>
            <pc:sldMk cId="3695788924" sldId="592"/>
            <ac:picMk id="9" creationId="{C356703B-A591-E735-D099-756D6F0724A1}"/>
          </ac:picMkLst>
        </pc:picChg>
        <pc:picChg chg="del">
          <ac:chgData name="Deepika Vatsa" userId="f7100972-27fe-4ee6-8fb4-ec9b7931b409" providerId="ADAL" clId="{6884C358-F078-41E2-B52A-C991C4377FC1}" dt="2025-07-22T09:47:25.691" v="424" actId="478"/>
          <ac:picMkLst>
            <pc:docMk/>
            <pc:sldMk cId="3695788924" sldId="592"/>
            <ac:picMk id="11" creationId="{062F518F-DFCE-D51F-C42D-1B8DAD530657}"/>
          </ac:picMkLst>
        </pc:picChg>
        <pc:picChg chg="del">
          <ac:chgData name="Deepika Vatsa" userId="f7100972-27fe-4ee6-8fb4-ec9b7931b409" providerId="ADAL" clId="{6884C358-F078-41E2-B52A-C991C4377FC1}" dt="2025-07-22T09:47:26.976" v="425" actId="478"/>
          <ac:picMkLst>
            <pc:docMk/>
            <pc:sldMk cId="3695788924" sldId="592"/>
            <ac:picMk id="12" creationId="{D688BB6C-9417-8D92-55EB-D522DC679CCF}"/>
          </ac:picMkLst>
        </pc:picChg>
        <pc:picChg chg="del">
          <ac:chgData name="Deepika Vatsa" userId="f7100972-27fe-4ee6-8fb4-ec9b7931b409" providerId="ADAL" clId="{6884C358-F078-41E2-B52A-C991C4377FC1}" dt="2025-07-22T09:47:23.157" v="422" actId="478"/>
          <ac:picMkLst>
            <pc:docMk/>
            <pc:sldMk cId="3695788924" sldId="592"/>
            <ac:picMk id="13" creationId="{299DD2B6-62B2-98BD-205B-D8B8B72CDD4D}"/>
          </ac:picMkLst>
        </pc:picChg>
        <pc:cxnChg chg="add mod">
          <ac:chgData name="Deepika Vatsa" userId="f7100972-27fe-4ee6-8fb4-ec9b7931b409" providerId="ADAL" clId="{6884C358-F078-41E2-B52A-C991C4377FC1}" dt="2025-07-23T05:20:46.224" v="3431"/>
          <ac:cxnSpMkLst>
            <pc:docMk/>
            <pc:sldMk cId="3695788924" sldId="592"/>
            <ac:cxnSpMk id="4" creationId="{3BFC784D-5408-BD0B-6DA5-62F3FD69F164}"/>
          </ac:cxnSpMkLst>
        </pc:cxnChg>
        <pc:cxnChg chg="del">
          <ac:chgData name="Deepika Vatsa" userId="f7100972-27fe-4ee6-8fb4-ec9b7931b409" providerId="ADAL" clId="{6884C358-F078-41E2-B52A-C991C4377FC1}" dt="2025-07-23T05:20:45.811" v="3430" actId="478"/>
          <ac:cxnSpMkLst>
            <pc:docMk/>
            <pc:sldMk cId="3695788924" sldId="592"/>
            <ac:cxnSpMk id="5" creationId="{50E184E5-16FE-EBD7-7894-1DC87C936193}"/>
          </ac:cxnSpMkLst>
        </pc:cxnChg>
      </pc:sldChg>
      <pc:sldChg chg="addSp delSp modSp add mod">
        <pc:chgData name="Deepika Vatsa" userId="f7100972-27fe-4ee6-8fb4-ec9b7931b409" providerId="ADAL" clId="{6884C358-F078-41E2-B52A-C991C4377FC1}" dt="2025-07-23T05:20:54.403" v="3435"/>
        <pc:sldMkLst>
          <pc:docMk/>
          <pc:sldMk cId="1876629941" sldId="593"/>
        </pc:sldMkLst>
        <pc:spChg chg="del">
          <ac:chgData name="Deepika Vatsa" userId="f7100972-27fe-4ee6-8fb4-ec9b7931b409" providerId="ADAL" clId="{6884C358-F078-41E2-B52A-C991C4377FC1}" dt="2025-07-22T09:48:33.749" v="445" actId="478"/>
          <ac:spMkLst>
            <pc:docMk/>
            <pc:sldMk cId="1876629941" sldId="593"/>
            <ac:spMk id="4" creationId="{00000000-0000-0000-0000-000000000000}"/>
          </ac:spMkLst>
        </pc:spChg>
        <pc:spChg chg="mod">
          <ac:chgData name="Deepika Vatsa" userId="f7100972-27fe-4ee6-8fb4-ec9b7931b409" providerId="ADAL" clId="{6884C358-F078-41E2-B52A-C991C4377FC1}" dt="2025-07-23T05:17:03.918" v="3367" actId="207"/>
          <ac:spMkLst>
            <pc:docMk/>
            <pc:sldMk cId="1876629941" sldId="593"/>
            <ac:spMk id="8" creationId="{991BA802-3D45-4E0C-D372-BE4FFEF41DD1}"/>
          </ac:spMkLst>
        </pc:spChg>
        <pc:picChg chg="add mod">
          <ac:chgData name="Deepika Vatsa" userId="f7100972-27fe-4ee6-8fb4-ec9b7931b409" providerId="ADAL" clId="{6884C358-F078-41E2-B52A-C991C4377FC1}" dt="2025-07-22T09:48:37.216" v="446" actId="1076"/>
          <ac:picMkLst>
            <pc:docMk/>
            <pc:sldMk cId="1876629941" sldId="593"/>
            <ac:picMk id="2" creationId="{22289BA6-595C-092F-1636-E2409F3160FF}"/>
          </ac:picMkLst>
        </pc:picChg>
        <pc:picChg chg="del">
          <ac:chgData name="Deepika Vatsa" userId="f7100972-27fe-4ee6-8fb4-ec9b7931b409" providerId="ADAL" clId="{6884C358-F078-41E2-B52A-C991C4377FC1}" dt="2025-07-22T09:48:28.505" v="442" actId="478"/>
          <ac:picMkLst>
            <pc:docMk/>
            <pc:sldMk cId="1876629941" sldId="593"/>
            <ac:picMk id="11" creationId="{C4C88D64-41B1-3E23-255C-8D6CD72FE16B}"/>
          </ac:picMkLst>
        </pc:picChg>
        <pc:cxnChg chg="add mod">
          <ac:chgData name="Deepika Vatsa" userId="f7100972-27fe-4ee6-8fb4-ec9b7931b409" providerId="ADAL" clId="{6884C358-F078-41E2-B52A-C991C4377FC1}" dt="2025-07-23T05:20:54.403" v="3435"/>
          <ac:cxnSpMkLst>
            <pc:docMk/>
            <pc:sldMk cId="1876629941" sldId="593"/>
            <ac:cxnSpMk id="3" creationId="{69F5443E-C01E-3D27-219E-2E87903016D9}"/>
          </ac:cxnSpMkLst>
        </pc:cxnChg>
        <pc:cxnChg chg="del">
          <ac:chgData name="Deepika Vatsa" userId="f7100972-27fe-4ee6-8fb4-ec9b7931b409" providerId="ADAL" clId="{6884C358-F078-41E2-B52A-C991C4377FC1}" dt="2025-07-23T05:20:54.014" v="3434" actId="478"/>
          <ac:cxnSpMkLst>
            <pc:docMk/>
            <pc:sldMk cId="1876629941" sldId="593"/>
            <ac:cxnSpMk id="5" creationId="{D12CAC9D-CDF2-ED92-8F02-70DAC510318D}"/>
          </ac:cxnSpMkLst>
        </pc:cxnChg>
      </pc:sldChg>
      <pc:sldChg chg="addSp delSp modSp add mod">
        <pc:chgData name="Deepika Vatsa" userId="f7100972-27fe-4ee6-8fb4-ec9b7931b409" providerId="ADAL" clId="{6884C358-F078-41E2-B52A-C991C4377FC1}" dt="2025-07-23T05:20:58.202" v="3437"/>
        <pc:sldMkLst>
          <pc:docMk/>
          <pc:sldMk cId="2583576287" sldId="594"/>
        </pc:sldMkLst>
        <pc:spChg chg="add mod">
          <ac:chgData name="Deepika Vatsa" userId="f7100972-27fe-4ee6-8fb4-ec9b7931b409" providerId="ADAL" clId="{6884C358-F078-41E2-B52A-C991C4377FC1}" dt="2025-07-22T10:00:49.069" v="727" actId="1038"/>
          <ac:spMkLst>
            <pc:docMk/>
            <pc:sldMk cId="2583576287" sldId="594"/>
            <ac:spMk id="6" creationId="{306222C9-0521-EF58-FCA8-88726E3AA54A}"/>
          </ac:spMkLst>
        </pc:spChg>
        <pc:spChg chg="add mod">
          <ac:chgData name="Deepika Vatsa" userId="f7100972-27fe-4ee6-8fb4-ec9b7931b409" providerId="ADAL" clId="{6884C358-F078-41E2-B52A-C991C4377FC1}" dt="2025-07-22T10:00:49.069" v="727" actId="1038"/>
          <ac:spMkLst>
            <pc:docMk/>
            <pc:sldMk cId="2583576287" sldId="594"/>
            <ac:spMk id="7" creationId="{41F3D0F9-36A4-1DEC-B009-0E145E036B07}"/>
          </ac:spMkLst>
        </pc:spChg>
        <pc:spChg chg="mod">
          <ac:chgData name="Deepika Vatsa" userId="f7100972-27fe-4ee6-8fb4-ec9b7931b409" providerId="ADAL" clId="{6884C358-F078-41E2-B52A-C991C4377FC1}" dt="2025-07-23T05:17:08.699" v="3368" actId="207"/>
          <ac:spMkLst>
            <pc:docMk/>
            <pc:sldMk cId="2583576287" sldId="594"/>
            <ac:spMk id="8" creationId="{991BA802-3D45-4E0C-D372-BE4FFEF41DD1}"/>
          </ac:spMkLst>
        </pc:spChg>
        <pc:spChg chg="add mod">
          <ac:chgData name="Deepika Vatsa" userId="f7100972-27fe-4ee6-8fb4-ec9b7931b409" providerId="ADAL" clId="{6884C358-F078-41E2-B52A-C991C4377FC1}" dt="2025-07-22T10:00:49.069" v="727" actId="1038"/>
          <ac:spMkLst>
            <pc:docMk/>
            <pc:sldMk cId="2583576287" sldId="594"/>
            <ac:spMk id="10" creationId="{C075F099-43B8-F612-EEB7-EA60283F766E}"/>
          </ac:spMkLst>
        </pc:spChg>
        <pc:spChg chg="add mod">
          <ac:chgData name="Deepika Vatsa" userId="f7100972-27fe-4ee6-8fb4-ec9b7931b409" providerId="ADAL" clId="{6884C358-F078-41E2-B52A-C991C4377FC1}" dt="2025-07-22T10:00:49.069" v="727" actId="1038"/>
          <ac:spMkLst>
            <pc:docMk/>
            <pc:sldMk cId="2583576287" sldId="594"/>
            <ac:spMk id="12" creationId="{4E13DD79-D7A3-56C4-1219-626F93F20780}"/>
          </ac:spMkLst>
        </pc:spChg>
        <pc:picChg chg="del">
          <ac:chgData name="Deepika Vatsa" userId="f7100972-27fe-4ee6-8fb4-ec9b7931b409" providerId="ADAL" clId="{6884C358-F078-41E2-B52A-C991C4377FC1}" dt="2025-07-22T10:00:34.658" v="716" actId="478"/>
          <ac:picMkLst>
            <pc:docMk/>
            <pc:sldMk cId="2583576287" sldId="594"/>
            <ac:picMk id="2" creationId="{22289BA6-595C-092F-1636-E2409F3160FF}"/>
          </ac:picMkLst>
        </pc:picChg>
        <pc:picChg chg="add mod">
          <ac:chgData name="Deepika Vatsa" userId="f7100972-27fe-4ee6-8fb4-ec9b7931b409" providerId="ADAL" clId="{6884C358-F078-41E2-B52A-C991C4377FC1}" dt="2025-07-22T10:00:49.069" v="727" actId="1038"/>
          <ac:picMkLst>
            <pc:docMk/>
            <pc:sldMk cId="2583576287" sldId="594"/>
            <ac:picMk id="3" creationId="{236E3EE2-16FE-131B-ECBF-55568068757F}"/>
          </ac:picMkLst>
        </pc:picChg>
        <pc:picChg chg="add mod">
          <ac:chgData name="Deepika Vatsa" userId="f7100972-27fe-4ee6-8fb4-ec9b7931b409" providerId="ADAL" clId="{6884C358-F078-41E2-B52A-C991C4377FC1}" dt="2025-07-22T10:00:49.069" v="727" actId="1038"/>
          <ac:picMkLst>
            <pc:docMk/>
            <pc:sldMk cId="2583576287" sldId="594"/>
            <ac:picMk id="4" creationId="{9A1AD1A2-9FF8-5D81-B390-C61128637D1C}"/>
          </ac:picMkLst>
        </pc:picChg>
        <pc:picChg chg="add mod">
          <ac:chgData name="Deepika Vatsa" userId="f7100972-27fe-4ee6-8fb4-ec9b7931b409" providerId="ADAL" clId="{6884C358-F078-41E2-B52A-C991C4377FC1}" dt="2025-07-22T10:00:49.069" v="727" actId="1038"/>
          <ac:picMkLst>
            <pc:docMk/>
            <pc:sldMk cId="2583576287" sldId="594"/>
            <ac:picMk id="9" creationId="{8ACCF344-D431-27F4-3519-E0D1C20E073B}"/>
          </ac:picMkLst>
        </pc:picChg>
        <pc:picChg chg="add mod">
          <ac:chgData name="Deepika Vatsa" userId="f7100972-27fe-4ee6-8fb4-ec9b7931b409" providerId="ADAL" clId="{6884C358-F078-41E2-B52A-C991C4377FC1}" dt="2025-07-22T10:00:49.069" v="727" actId="1038"/>
          <ac:picMkLst>
            <pc:docMk/>
            <pc:sldMk cId="2583576287" sldId="594"/>
            <ac:picMk id="11" creationId="{8640DA5C-AE56-878C-7DE7-A11F9AA0475B}"/>
          </ac:picMkLst>
        </pc:picChg>
        <pc:cxnChg chg="add mod">
          <ac:chgData name="Deepika Vatsa" userId="f7100972-27fe-4ee6-8fb4-ec9b7931b409" providerId="ADAL" clId="{6884C358-F078-41E2-B52A-C991C4377FC1}" dt="2025-07-23T05:20:58.202" v="3437"/>
          <ac:cxnSpMkLst>
            <pc:docMk/>
            <pc:sldMk cId="2583576287" sldId="594"/>
            <ac:cxnSpMk id="2" creationId="{83273B41-403D-3A3C-8252-05D272C66098}"/>
          </ac:cxnSpMkLst>
        </pc:cxnChg>
        <pc:cxnChg chg="del">
          <ac:chgData name="Deepika Vatsa" userId="f7100972-27fe-4ee6-8fb4-ec9b7931b409" providerId="ADAL" clId="{6884C358-F078-41E2-B52A-C991C4377FC1}" dt="2025-07-23T05:20:57.814" v="3436" actId="478"/>
          <ac:cxnSpMkLst>
            <pc:docMk/>
            <pc:sldMk cId="2583576287" sldId="594"/>
            <ac:cxnSpMk id="5" creationId="{D12CAC9D-CDF2-ED92-8F02-70DAC510318D}"/>
          </ac:cxnSpMkLst>
        </pc:cxnChg>
      </pc:sldChg>
      <pc:sldChg chg="addSp delSp modSp add mod">
        <pc:chgData name="Deepika Vatsa" userId="f7100972-27fe-4ee6-8fb4-ec9b7931b409" providerId="ADAL" clId="{6884C358-F078-41E2-B52A-C991C4377FC1}" dt="2025-07-23T05:21:13.213" v="3446"/>
        <pc:sldMkLst>
          <pc:docMk/>
          <pc:sldMk cId="3729385034" sldId="595"/>
        </pc:sldMkLst>
        <pc:spChg chg="mod">
          <ac:chgData name="Deepika Vatsa" userId="f7100972-27fe-4ee6-8fb4-ec9b7931b409" providerId="ADAL" clId="{6884C358-F078-41E2-B52A-C991C4377FC1}" dt="2025-07-23T05:17:55.758" v="3385" actId="1035"/>
          <ac:spMkLst>
            <pc:docMk/>
            <pc:sldMk cId="3729385034" sldId="595"/>
            <ac:spMk id="2" creationId="{00000000-0000-0000-0000-000000000000}"/>
          </ac:spMkLst>
        </pc:spChg>
        <pc:spChg chg="del mod">
          <ac:chgData name="Deepika Vatsa" userId="f7100972-27fe-4ee6-8fb4-ec9b7931b409" providerId="ADAL" clId="{6884C358-F078-41E2-B52A-C991C4377FC1}" dt="2025-07-23T05:06:56.645" v="3287" actId="478"/>
          <ac:spMkLst>
            <pc:docMk/>
            <pc:sldMk cId="3729385034" sldId="595"/>
            <ac:spMk id="3" creationId="{00000000-0000-0000-0000-000000000000}"/>
          </ac:spMkLst>
        </pc:spChg>
        <pc:spChg chg="del">
          <ac:chgData name="Deepika Vatsa" userId="f7100972-27fe-4ee6-8fb4-ec9b7931b409" providerId="ADAL" clId="{6884C358-F078-41E2-B52A-C991C4377FC1}" dt="2025-07-22T10:05:47.046" v="768" actId="478"/>
          <ac:spMkLst>
            <pc:docMk/>
            <pc:sldMk cId="3729385034" sldId="595"/>
            <ac:spMk id="4" creationId="{00000000-0000-0000-0000-000000000000}"/>
          </ac:spMkLst>
        </pc:spChg>
        <pc:spChg chg="add del mod">
          <ac:chgData name="Deepika Vatsa" userId="f7100972-27fe-4ee6-8fb4-ec9b7931b409" providerId="ADAL" clId="{6884C358-F078-41E2-B52A-C991C4377FC1}" dt="2025-07-23T05:06:58.461" v="3288" actId="478"/>
          <ac:spMkLst>
            <pc:docMk/>
            <pc:sldMk cId="3729385034" sldId="595"/>
            <ac:spMk id="6" creationId="{595294C1-D83A-223D-E5DF-2687F4C0C4C3}"/>
          </ac:spMkLst>
        </pc:spChg>
        <pc:spChg chg="add mod">
          <ac:chgData name="Deepika Vatsa" userId="f7100972-27fe-4ee6-8fb4-ec9b7931b409" providerId="ADAL" clId="{6884C358-F078-41E2-B52A-C991C4377FC1}" dt="2025-07-23T05:07:00.405" v="3290"/>
          <ac:spMkLst>
            <pc:docMk/>
            <pc:sldMk cId="3729385034" sldId="595"/>
            <ac:spMk id="8" creationId="{07DF8378-AAD8-5F9D-5926-27ECBAD72119}"/>
          </ac:spMkLst>
        </pc:spChg>
        <pc:picChg chg="add del mod">
          <ac:chgData name="Deepika Vatsa" userId="f7100972-27fe-4ee6-8fb4-ec9b7931b409" providerId="ADAL" clId="{6884C358-F078-41E2-B52A-C991C4377FC1}" dt="2025-07-23T05:06:59.846" v="3289" actId="478"/>
          <ac:picMkLst>
            <pc:docMk/>
            <pc:sldMk cId="3729385034" sldId="595"/>
            <ac:picMk id="5" creationId="{05A945AB-0130-AB94-D6EA-8E8B4C8C69B4}"/>
          </ac:picMkLst>
        </pc:picChg>
        <pc:cxnChg chg="add mod">
          <ac:chgData name="Deepika Vatsa" userId="f7100972-27fe-4ee6-8fb4-ec9b7931b409" providerId="ADAL" clId="{6884C358-F078-41E2-B52A-C991C4377FC1}" dt="2025-07-23T05:21:13.213" v="3446"/>
          <ac:cxnSpMkLst>
            <pc:docMk/>
            <pc:sldMk cId="3729385034" sldId="595"/>
            <ac:cxnSpMk id="3" creationId="{91A758A6-68A7-3C5B-4901-273664385E64}"/>
          </ac:cxnSpMkLst>
        </pc:cxnChg>
        <pc:cxnChg chg="del">
          <ac:chgData name="Deepika Vatsa" userId="f7100972-27fe-4ee6-8fb4-ec9b7931b409" providerId="ADAL" clId="{6884C358-F078-41E2-B52A-C991C4377FC1}" dt="2025-07-23T05:21:12.833" v="3445" actId="478"/>
          <ac:cxnSpMkLst>
            <pc:docMk/>
            <pc:sldMk cId="3729385034" sldId="595"/>
            <ac:cxnSpMk id="7" creationId="{65C76CC1-B771-E13B-D742-340E1D5CAD8C}"/>
          </ac:cxnSpMkLst>
        </pc:cxnChg>
      </pc:sldChg>
      <pc:sldChg chg="addSp delSp modSp add mod">
        <pc:chgData name="Deepika Vatsa" userId="f7100972-27fe-4ee6-8fb4-ec9b7931b409" providerId="ADAL" clId="{6884C358-F078-41E2-B52A-C991C4377FC1}" dt="2025-07-23T05:21:20.447" v="3450"/>
        <pc:sldMkLst>
          <pc:docMk/>
          <pc:sldMk cId="1503747669" sldId="596"/>
        </pc:sldMkLst>
        <pc:spChg chg="del">
          <ac:chgData name="Deepika Vatsa" userId="f7100972-27fe-4ee6-8fb4-ec9b7931b409" providerId="ADAL" clId="{6884C358-F078-41E2-B52A-C991C4377FC1}" dt="2025-07-23T05:18:01.094" v="3386" actId="478"/>
          <ac:spMkLst>
            <pc:docMk/>
            <pc:sldMk cId="1503747669" sldId="596"/>
            <ac:spMk id="2" creationId="{00000000-0000-0000-0000-000000000000}"/>
          </ac:spMkLst>
        </pc:spChg>
        <pc:spChg chg="mod">
          <ac:chgData name="Deepika Vatsa" userId="f7100972-27fe-4ee6-8fb4-ec9b7931b409" providerId="ADAL" clId="{6884C358-F078-41E2-B52A-C991C4377FC1}" dt="2025-07-22T10:08:16.400" v="798" actId="27636"/>
          <ac:spMkLst>
            <pc:docMk/>
            <pc:sldMk cId="1503747669" sldId="596"/>
            <ac:spMk id="3" creationId="{00000000-0000-0000-0000-000000000000}"/>
          </ac:spMkLst>
        </pc:spChg>
        <pc:spChg chg="add del mod">
          <ac:chgData name="Deepika Vatsa" userId="f7100972-27fe-4ee6-8fb4-ec9b7931b409" providerId="ADAL" clId="{6884C358-F078-41E2-B52A-C991C4377FC1}" dt="2025-07-23T05:18:04.034" v="3387" actId="478"/>
          <ac:spMkLst>
            <pc:docMk/>
            <pc:sldMk cId="1503747669" sldId="596"/>
            <ac:spMk id="6" creationId="{F876691B-7F3C-2C15-70BC-01577E758222}"/>
          </ac:spMkLst>
        </pc:spChg>
        <pc:spChg chg="add mod">
          <ac:chgData name="Deepika Vatsa" userId="f7100972-27fe-4ee6-8fb4-ec9b7931b409" providerId="ADAL" clId="{6884C358-F078-41E2-B52A-C991C4377FC1}" dt="2025-07-23T05:18:09.803" v="3388"/>
          <ac:spMkLst>
            <pc:docMk/>
            <pc:sldMk cId="1503747669" sldId="596"/>
            <ac:spMk id="8" creationId="{FAF0F256-03EF-AA03-B292-4A3D50B362A1}"/>
          </ac:spMkLst>
        </pc:spChg>
        <pc:picChg chg="add mod">
          <ac:chgData name="Deepika Vatsa" userId="f7100972-27fe-4ee6-8fb4-ec9b7931b409" providerId="ADAL" clId="{6884C358-F078-41E2-B52A-C991C4377FC1}" dt="2025-07-22T10:08:13.823" v="796" actId="14100"/>
          <ac:picMkLst>
            <pc:docMk/>
            <pc:sldMk cId="1503747669" sldId="596"/>
            <ac:picMk id="4" creationId="{AEF005CF-B525-14E8-5F26-09F83936D256}"/>
          </ac:picMkLst>
        </pc:picChg>
        <pc:picChg chg="del">
          <ac:chgData name="Deepika Vatsa" userId="f7100972-27fe-4ee6-8fb4-ec9b7931b409" providerId="ADAL" clId="{6884C358-F078-41E2-B52A-C991C4377FC1}" dt="2025-07-22T10:07:40.420" v="793" actId="478"/>
          <ac:picMkLst>
            <pc:docMk/>
            <pc:sldMk cId="1503747669" sldId="596"/>
            <ac:picMk id="5" creationId="{05A945AB-0130-AB94-D6EA-8E8B4C8C69B4}"/>
          </ac:picMkLst>
        </pc:picChg>
        <pc:cxnChg chg="del">
          <ac:chgData name="Deepika Vatsa" userId="f7100972-27fe-4ee6-8fb4-ec9b7931b409" providerId="ADAL" clId="{6884C358-F078-41E2-B52A-C991C4377FC1}" dt="2025-07-23T05:21:20.066" v="3449" actId="478"/>
          <ac:cxnSpMkLst>
            <pc:docMk/>
            <pc:sldMk cId="1503747669" sldId="596"/>
            <ac:cxnSpMk id="7" creationId="{65C76CC1-B771-E13B-D742-340E1D5CAD8C}"/>
          </ac:cxnSpMkLst>
        </pc:cxnChg>
        <pc:cxnChg chg="add mod">
          <ac:chgData name="Deepika Vatsa" userId="f7100972-27fe-4ee6-8fb4-ec9b7931b409" providerId="ADAL" clId="{6884C358-F078-41E2-B52A-C991C4377FC1}" dt="2025-07-23T05:21:20.447" v="3450"/>
          <ac:cxnSpMkLst>
            <pc:docMk/>
            <pc:sldMk cId="1503747669" sldId="596"/>
            <ac:cxnSpMk id="9" creationId="{3A23A287-BBE3-562E-ABE0-5090EACFAE71}"/>
          </ac:cxnSpMkLst>
        </pc:cxnChg>
      </pc:sldChg>
      <pc:sldChg chg="addSp delSp modSp add mod">
        <pc:chgData name="Deepika Vatsa" userId="f7100972-27fe-4ee6-8fb4-ec9b7931b409" providerId="ADAL" clId="{6884C358-F078-41E2-B52A-C991C4377FC1}" dt="2025-07-23T05:21:40.576" v="3459" actId="14100"/>
        <pc:sldMkLst>
          <pc:docMk/>
          <pc:sldMk cId="2169252664" sldId="597"/>
        </pc:sldMkLst>
        <pc:spChg chg="del">
          <ac:chgData name="Deepika Vatsa" userId="f7100972-27fe-4ee6-8fb4-ec9b7931b409" providerId="ADAL" clId="{6884C358-F078-41E2-B52A-C991C4377FC1}" dt="2025-07-23T05:18:51.798" v="3397" actId="478"/>
          <ac:spMkLst>
            <pc:docMk/>
            <pc:sldMk cId="2169252664" sldId="597"/>
            <ac:spMk id="2" creationId="{91E18C70-E367-59EE-B161-70D8F2FCB574}"/>
          </ac:spMkLst>
        </pc:spChg>
        <pc:spChg chg="mod">
          <ac:chgData name="Deepika Vatsa" userId="f7100972-27fe-4ee6-8fb4-ec9b7931b409" providerId="ADAL" clId="{6884C358-F078-41E2-B52A-C991C4377FC1}" dt="2025-07-23T05:21:40.576" v="3459" actId="14100"/>
          <ac:spMkLst>
            <pc:docMk/>
            <pc:sldMk cId="2169252664" sldId="597"/>
            <ac:spMk id="4" creationId="{7776C47F-6F4E-DC03-37A6-E7A3B197AE34}"/>
          </ac:spMkLst>
        </pc:spChg>
        <pc:spChg chg="add del mod">
          <ac:chgData name="Deepika Vatsa" userId="f7100972-27fe-4ee6-8fb4-ec9b7931b409" providerId="ADAL" clId="{6884C358-F078-41E2-B52A-C991C4377FC1}" dt="2025-07-23T05:18:53.707" v="3398" actId="478"/>
          <ac:spMkLst>
            <pc:docMk/>
            <pc:sldMk cId="2169252664" sldId="597"/>
            <ac:spMk id="6" creationId="{53F1752F-2FDE-42D9-4D71-76064AA39AAB}"/>
          </ac:spMkLst>
        </pc:spChg>
        <pc:spChg chg="add mod">
          <ac:chgData name="Deepika Vatsa" userId="f7100972-27fe-4ee6-8fb4-ec9b7931b409" providerId="ADAL" clId="{6884C358-F078-41E2-B52A-C991C4377FC1}" dt="2025-07-23T05:18:54.461" v="3399"/>
          <ac:spMkLst>
            <pc:docMk/>
            <pc:sldMk cId="2169252664" sldId="597"/>
            <ac:spMk id="7" creationId="{3C6ACF8F-B531-BE5A-2C1D-263F00828601}"/>
          </ac:spMkLst>
        </pc:spChg>
        <pc:cxnChg chg="del">
          <ac:chgData name="Deepika Vatsa" userId="f7100972-27fe-4ee6-8fb4-ec9b7931b409" providerId="ADAL" clId="{6884C358-F078-41E2-B52A-C991C4377FC1}" dt="2025-07-23T05:21:36.683" v="3457" actId="478"/>
          <ac:cxnSpMkLst>
            <pc:docMk/>
            <pc:sldMk cId="2169252664" sldId="597"/>
            <ac:cxnSpMk id="5" creationId="{B2627C12-E6DC-37C6-3534-91290B918037}"/>
          </ac:cxnSpMkLst>
        </pc:cxnChg>
        <pc:cxnChg chg="add mod">
          <ac:chgData name="Deepika Vatsa" userId="f7100972-27fe-4ee6-8fb4-ec9b7931b409" providerId="ADAL" clId="{6884C358-F078-41E2-B52A-C991C4377FC1}" dt="2025-07-23T05:21:37.159" v="3458"/>
          <ac:cxnSpMkLst>
            <pc:docMk/>
            <pc:sldMk cId="2169252664" sldId="597"/>
            <ac:cxnSpMk id="8" creationId="{960C88F0-C429-DECE-0649-D90C3C9B4B3F}"/>
          </ac:cxnSpMkLst>
        </pc:cxnChg>
      </pc:sldChg>
      <pc:sldChg chg="addSp delSp modSp add mod">
        <pc:chgData name="Deepika Vatsa" userId="f7100972-27fe-4ee6-8fb4-ec9b7931b409" providerId="ADAL" clId="{6884C358-F078-41E2-B52A-C991C4377FC1}" dt="2025-07-23T05:20:01.713" v="3413" actId="14100"/>
        <pc:sldMkLst>
          <pc:docMk/>
          <pc:sldMk cId="3506553672" sldId="598"/>
        </pc:sldMkLst>
        <pc:spChg chg="del">
          <ac:chgData name="Deepika Vatsa" userId="f7100972-27fe-4ee6-8fb4-ec9b7931b409" providerId="ADAL" clId="{6884C358-F078-41E2-B52A-C991C4377FC1}" dt="2025-07-23T05:18:58.744" v="3400" actId="478"/>
          <ac:spMkLst>
            <pc:docMk/>
            <pc:sldMk cId="3506553672" sldId="598"/>
            <ac:spMk id="2" creationId="{91E18C70-E367-59EE-B161-70D8F2FCB574}"/>
          </ac:spMkLst>
        </pc:spChg>
        <pc:spChg chg="mod">
          <ac:chgData name="Deepika Vatsa" userId="f7100972-27fe-4ee6-8fb4-ec9b7931b409" providerId="ADAL" clId="{6884C358-F078-41E2-B52A-C991C4377FC1}" dt="2025-07-23T05:19:53.232" v="3412" actId="14100"/>
          <ac:spMkLst>
            <pc:docMk/>
            <pc:sldMk cId="3506553672" sldId="598"/>
            <ac:spMk id="4" creationId="{7776C47F-6F4E-DC03-37A6-E7A3B197AE34}"/>
          </ac:spMkLst>
        </pc:spChg>
        <pc:spChg chg="add del mod">
          <ac:chgData name="Deepika Vatsa" userId="f7100972-27fe-4ee6-8fb4-ec9b7931b409" providerId="ADAL" clId="{6884C358-F078-41E2-B52A-C991C4377FC1}" dt="2025-07-23T05:19:00.479" v="3401" actId="478"/>
          <ac:spMkLst>
            <pc:docMk/>
            <pc:sldMk cId="3506553672" sldId="598"/>
            <ac:spMk id="6" creationId="{F683307C-B106-FF61-47F6-9AF0281F23D5}"/>
          </ac:spMkLst>
        </pc:spChg>
        <pc:spChg chg="add mod">
          <ac:chgData name="Deepika Vatsa" userId="f7100972-27fe-4ee6-8fb4-ec9b7931b409" providerId="ADAL" clId="{6884C358-F078-41E2-B52A-C991C4377FC1}" dt="2025-07-23T05:19:01.147" v="3402"/>
          <ac:spMkLst>
            <pc:docMk/>
            <pc:sldMk cId="3506553672" sldId="598"/>
            <ac:spMk id="7" creationId="{E0A3D3E7-23FD-A7A2-4008-A85FD6ED147D}"/>
          </ac:spMkLst>
        </pc:spChg>
        <pc:cxnChg chg="mod">
          <ac:chgData name="Deepika Vatsa" userId="f7100972-27fe-4ee6-8fb4-ec9b7931b409" providerId="ADAL" clId="{6884C358-F078-41E2-B52A-C991C4377FC1}" dt="2025-07-23T05:20:01.713" v="3413" actId="14100"/>
          <ac:cxnSpMkLst>
            <pc:docMk/>
            <pc:sldMk cId="3506553672" sldId="598"/>
            <ac:cxnSpMk id="5" creationId="{B2627C12-E6DC-37C6-3534-91290B918037}"/>
          </ac:cxnSpMkLst>
        </pc:cxnChg>
      </pc:sldChg>
      <pc:sldChg chg="addSp delSp modSp add del mod">
        <pc:chgData name="Deepika Vatsa" userId="f7100972-27fe-4ee6-8fb4-ec9b7931b409" providerId="ADAL" clId="{6884C358-F078-41E2-B52A-C991C4377FC1}" dt="2025-07-23T05:23:59.015" v="3535" actId="47"/>
        <pc:sldMkLst>
          <pc:docMk/>
          <pc:sldMk cId="2401294685" sldId="599"/>
        </pc:sldMkLst>
        <pc:spChg chg="del">
          <ac:chgData name="Deepika Vatsa" userId="f7100972-27fe-4ee6-8fb4-ec9b7931b409" providerId="ADAL" clId="{6884C358-F078-41E2-B52A-C991C4377FC1}" dt="2025-07-23T05:14:27.661" v="3341" actId="478"/>
          <ac:spMkLst>
            <pc:docMk/>
            <pc:sldMk cId="2401294685" sldId="599"/>
            <ac:spMk id="2" creationId="{CD4594CC-77DE-BEF3-7ACE-59D14DBBA2F4}"/>
          </ac:spMkLst>
        </pc:spChg>
        <pc:spChg chg="mod">
          <ac:chgData name="Deepika Vatsa" userId="f7100972-27fe-4ee6-8fb4-ec9b7931b409" providerId="ADAL" clId="{6884C358-F078-41E2-B52A-C991C4377FC1}" dt="2025-07-23T05:14:09.013" v="3339" actId="207"/>
          <ac:spMkLst>
            <pc:docMk/>
            <pc:sldMk cId="2401294685" sldId="599"/>
            <ac:spMk id="4" creationId="{170DDB5B-6792-55DA-AF63-9A96FA1939A3}"/>
          </ac:spMkLst>
        </pc:spChg>
        <pc:spChg chg="add del mod">
          <ac:chgData name="Deepika Vatsa" userId="f7100972-27fe-4ee6-8fb4-ec9b7931b409" providerId="ADAL" clId="{6884C358-F078-41E2-B52A-C991C4377FC1}" dt="2025-07-23T05:14:30.418" v="3342" actId="478"/>
          <ac:spMkLst>
            <pc:docMk/>
            <pc:sldMk cId="2401294685" sldId="599"/>
            <ac:spMk id="6" creationId="{4BF9E284-5898-8DDF-CE9A-3C976785F937}"/>
          </ac:spMkLst>
        </pc:spChg>
        <pc:spChg chg="add mod">
          <ac:chgData name="Deepika Vatsa" userId="f7100972-27fe-4ee6-8fb4-ec9b7931b409" providerId="ADAL" clId="{6884C358-F078-41E2-B52A-C991C4377FC1}" dt="2025-07-23T05:14:30.951" v="3343"/>
          <ac:spMkLst>
            <pc:docMk/>
            <pc:sldMk cId="2401294685" sldId="599"/>
            <ac:spMk id="7" creationId="{0119B940-AB8B-E340-E8DC-D2BDFC2C2C8E}"/>
          </ac:spMkLst>
        </pc:spChg>
      </pc:sldChg>
      <pc:sldChg chg="addSp delSp modSp add del mod">
        <pc:chgData name="Deepika Vatsa" userId="f7100972-27fe-4ee6-8fb4-ec9b7931b409" providerId="ADAL" clId="{6884C358-F078-41E2-B52A-C991C4377FC1}" dt="2025-07-23T05:24:38.241" v="3543" actId="2696"/>
        <pc:sldMkLst>
          <pc:docMk/>
          <pc:sldMk cId="3029789361" sldId="600"/>
        </pc:sldMkLst>
        <pc:spChg chg="del">
          <ac:chgData name="Deepika Vatsa" userId="f7100972-27fe-4ee6-8fb4-ec9b7931b409" providerId="ADAL" clId="{6884C358-F078-41E2-B52A-C991C4377FC1}" dt="2025-07-23T05:14:36.566" v="3344" actId="478"/>
          <ac:spMkLst>
            <pc:docMk/>
            <pc:sldMk cId="3029789361" sldId="600"/>
            <ac:spMk id="2" creationId="{CD4594CC-77DE-BEF3-7ACE-59D14DBBA2F4}"/>
          </ac:spMkLst>
        </pc:spChg>
        <pc:spChg chg="mod">
          <ac:chgData name="Deepika Vatsa" userId="f7100972-27fe-4ee6-8fb4-ec9b7931b409" providerId="ADAL" clId="{6884C358-F078-41E2-B52A-C991C4377FC1}" dt="2025-07-23T05:14:14.965" v="3340" actId="207"/>
          <ac:spMkLst>
            <pc:docMk/>
            <pc:sldMk cId="3029789361" sldId="600"/>
            <ac:spMk id="4" creationId="{170DDB5B-6792-55DA-AF63-9A96FA1939A3}"/>
          </ac:spMkLst>
        </pc:spChg>
        <pc:spChg chg="add del mod">
          <ac:chgData name="Deepika Vatsa" userId="f7100972-27fe-4ee6-8fb4-ec9b7931b409" providerId="ADAL" clId="{6884C358-F078-41E2-B52A-C991C4377FC1}" dt="2025-07-23T05:14:38.530" v="3345" actId="478"/>
          <ac:spMkLst>
            <pc:docMk/>
            <pc:sldMk cId="3029789361" sldId="600"/>
            <ac:spMk id="6" creationId="{F02D243D-009C-3431-8226-38FDB17887B5}"/>
          </ac:spMkLst>
        </pc:spChg>
        <pc:spChg chg="add mod">
          <ac:chgData name="Deepika Vatsa" userId="f7100972-27fe-4ee6-8fb4-ec9b7931b409" providerId="ADAL" clId="{6884C358-F078-41E2-B52A-C991C4377FC1}" dt="2025-07-23T05:14:39.434" v="3346"/>
          <ac:spMkLst>
            <pc:docMk/>
            <pc:sldMk cId="3029789361" sldId="600"/>
            <ac:spMk id="7" creationId="{BC661B70-CCBE-C4A5-04AC-7FA70FCEB17A}"/>
          </ac:spMkLst>
        </pc:spChg>
      </pc:sldChg>
      <pc:sldChg chg="modSp add del mod">
        <pc:chgData name="Deepika Vatsa" userId="f7100972-27fe-4ee6-8fb4-ec9b7931b409" providerId="ADAL" clId="{6884C358-F078-41E2-B52A-C991C4377FC1}" dt="2025-07-22T10:45:47.780" v="2494" actId="47"/>
        <pc:sldMkLst>
          <pc:docMk/>
          <pc:sldMk cId="4257758956" sldId="600"/>
        </pc:sldMkLst>
        <pc:spChg chg="mod">
          <ac:chgData name="Deepika Vatsa" userId="f7100972-27fe-4ee6-8fb4-ec9b7931b409" providerId="ADAL" clId="{6884C358-F078-41E2-B52A-C991C4377FC1}" dt="2025-07-22T10:45:15.158" v="2478" actId="12"/>
          <ac:spMkLst>
            <pc:docMk/>
            <pc:sldMk cId="4257758956" sldId="600"/>
            <ac:spMk id="4" creationId="{170DDB5B-6792-55DA-AF63-9A96FA1939A3}"/>
          </ac:spMkLst>
        </pc:spChg>
      </pc:sldChg>
      <pc:sldChg chg="addSp delSp modSp add mod">
        <pc:chgData name="Deepika Vatsa" userId="f7100972-27fe-4ee6-8fb4-ec9b7931b409" providerId="ADAL" clId="{6884C358-F078-41E2-B52A-C991C4377FC1}" dt="2025-07-23T05:20:34.530" v="3425"/>
        <pc:sldMkLst>
          <pc:docMk/>
          <pc:sldMk cId="3239011490" sldId="601"/>
        </pc:sldMkLst>
        <pc:spChg chg="mod">
          <ac:chgData name="Deepika Vatsa" userId="f7100972-27fe-4ee6-8fb4-ec9b7931b409" providerId="ADAL" clId="{6884C358-F078-41E2-B52A-C991C4377FC1}" dt="2025-07-23T05:16:36.510" v="3362" actId="207"/>
          <ac:spMkLst>
            <pc:docMk/>
            <pc:sldMk cId="3239011490" sldId="601"/>
            <ac:spMk id="2" creationId="{00000000-0000-0000-0000-000000000000}"/>
          </ac:spMkLst>
        </pc:spChg>
        <pc:cxnChg chg="add mod">
          <ac:chgData name="Deepika Vatsa" userId="f7100972-27fe-4ee6-8fb4-ec9b7931b409" providerId="ADAL" clId="{6884C358-F078-41E2-B52A-C991C4377FC1}" dt="2025-07-23T05:20:34.530" v="3425"/>
          <ac:cxnSpMkLst>
            <pc:docMk/>
            <pc:sldMk cId="3239011490" sldId="601"/>
            <ac:cxnSpMk id="4" creationId="{7B9879F7-3A1D-F2AB-DE14-AC3E9F018ECD}"/>
          </ac:cxnSpMkLst>
        </pc:cxnChg>
        <pc:cxnChg chg="del">
          <ac:chgData name="Deepika Vatsa" userId="f7100972-27fe-4ee6-8fb4-ec9b7931b409" providerId="ADAL" clId="{6884C358-F078-41E2-B52A-C991C4377FC1}" dt="2025-07-23T05:20:34.151" v="3424" actId="478"/>
          <ac:cxnSpMkLst>
            <pc:docMk/>
            <pc:sldMk cId="3239011490" sldId="601"/>
            <ac:cxnSpMk id="5" creationId="{50E184E5-16FE-EBD7-7894-1DC87C936193}"/>
          </ac:cxnSpMkLst>
        </pc:cxnChg>
      </pc:sldChg>
      <pc:sldChg chg="addSp delSp modSp add mod">
        <pc:chgData name="Deepika Vatsa" userId="f7100972-27fe-4ee6-8fb4-ec9b7931b409" providerId="ADAL" clId="{6884C358-F078-41E2-B52A-C991C4377FC1}" dt="2025-07-23T05:20:20.639" v="3419"/>
        <pc:sldMkLst>
          <pc:docMk/>
          <pc:sldMk cId="2717130231" sldId="602"/>
        </pc:sldMkLst>
        <pc:spChg chg="del">
          <ac:chgData name="Deepika Vatsa" userId="f7100972-27fe-4ee6-8fb4-ec9b7931b409" providerId="ADAL" clId="{6884C358-F078-41E2-B52A-C991C4377FC1}" dt="2025-07-23T05:16:01.154" v="3352" actId="478"/>
          <ac:spMkLst>
            <pc:docMk/>
            <pc:sldMk cId="2717130231" sldId="602"/>
            <ac:spMk id="2" creationId="{00000000-0000-0000-0000-000000000000}"/>
          </ac:spMkLst>
        </pc:spChg>
        <pc:spChg chg="add del mod">
          <ac:chgData name="Deepika Vatsa" userId="f7100972-27fe-4ee6-8fb4-ec9b7931b409" providerId="ADAL" clId="{6884C358-F078-41E2-B52A-C991C4377FC1}" dt="2025-07-23T05:16:02.768" v="3353" actId="478"/>
          <ac:spMkLst>
            <pc:docMk/>
            <pc:sldMk cId="2717130231" sldId="602"/>
            <ac:spMk id="6" creationId="{6DA9A92D-8D82-3D24-F90E-F548CACC3B08}"/>
          </ac:spMkLst>
        </pc:spChg>
        <pc:spChg chg="add mod">
          <ac:chgData name="Deepika Vatsa" userId="f7100972-27fe-4ee6-8fb4-ec9b7931b409" providerId="ADAL" clId="{6884C358-F078-41E2-B52A-C991C4377FC1}" dt="2025-07-23T05:16:25.734" v="3359"/>
          <ac:spMkLst>
            <pc:docMk/>
            <pc:sldMk cId="2717130231" sldId="602"/>
            <ac:spMk id="7" creationId="{7F4B3C9C-EE6F-0BBC-A1B2-DCB27147AC1C}"/>
          </ac:spMkLst>
        </pc:spChg>
        <pc:spChg chg="mod">
          <ac:chgData name="Deepika Vatsa" userId="f7100972-27fe-4ee6-8fb4-ec9b7931b409" providerId="ADAL" clId="{6884C358-F078-41E2-B52A-C991C4377FC1}" dt="2025-07-22T10:58:01.962" v="3168" actId="113"/>
          <ac:spMkLst>
            <pc:docMk/>
            <pc:sldMk cId="2717130231" sldId="602"/>
            <ac:spMk id="13" creationId="{05B054CE-66A9-69B7-25DF-5E63A7E7226F}"/>
          </ac:spMkLst>
        </pc:spChg>
        <pc:graphicFrameChg chg="add mod modGraphic">
          <ac:chgData name="Deepika Vatsa" userId="f7100972-27fe-4ee6-8fb4-ec9b7931b409" providerId="ADAL" clId="{6884C358-F078-41E2-B52A-C991C4377FC1}" dt="2025-07-22T10:56:57.073" v="3131" actId="20577"/>
          <ac:graphicFrameMkLst>
            <pc:docMk/>
            <pc:sldMk cId="2717130231" sldId="602"/>
            <ac:graphicFrameMk id="3" creationId="{26447246-77A9-0BA0-DDC4-AA7139BF3CBE}"/>
          </ac:graphicFrameMkLst>
        </pc:graphicFrameChg>
        <pc:graphicFrameChg chg="del">
          <ac:chgData name="Deepika Vatsa" userId="f7100972-27fe-4ee6-8fb4-ec9b7931b409" providerId="ADAL" clId="{6884C358-F078-41E2-B52A-C991C4377FC1}" dt="2025-07-22T10:56:05.332" v="3064" actId="478"/>
          <ac:graphicFrameMkLst>
            <pc:docMk/>
            <pc:sldMk cId="2717130231" sldId="602"/>
            <ac:graphicFrameMk id="14" creationId="{15B9210D-0693-05A9-B8B7-394487320ED6}"/>
          </ac:graphicFrameMkLst>
        </pc:graphicFrameChg>
        <pc:cxnChg chg="del">
          <ac:chgData name="Deepika Vatsa" userId="f7100972-27fe-4ee6-8fb4-ec9b7931b409" providerId="ADAL" clId="{6884C358-F078-41E2-B52A-C991C4377FC1}" dt="2025-07-23T05:20:20.177" v="3418" actId="478"/>
          <ac:cxnSpMkLst>
            <pc:docMk/>
            <pc:sldMk cId="2717130231" sldId="602"/>
            <ac:cxnSpMk id="5" creationId="{50E184E5-16FE-EBD7-7894-1DC87C936193}"/>
          </ac:cxnSpMkLst>
        </pc:cxnChg>
        <pc:cxnChg chg="add mod">
          <ac:chgData name="Deepika Vatsa" userId="f7100972-27fe-4ee6-8fb4-ec9b7931b409" providerId="ADAL" clId="{6884C358-F078-41E2-B52A-C991C4377FC1}" dt="2025-07-23T05:20:20.639" v="3419"/>
          <ac:cxnSpMkLst>
            <pc:docMk/>
            <pc:sldMk cId="2717130231" sldId="602"/>
            <ac:cxnSpMk id="8" creationId="{7D162270-8EA5-1790-83F3-A4F9A126E8B1}"/>
          </ac:cxnSpMkLst>
        </pc:cxnChg>
      </pc:sldChg>
      <pc:sldChg chg="addSp delSp modSp add mod">
        <pc:chgData name="Deepika Vatsa" userId="f7100972-27fe-4ee6-8fb4-ec9b7931b409" providerId="ADAL" clId="{6884C358-F078-41E2-B52A-C991C4377FC1}" dt="2025-07-23T05:20:26.685" v="3421"/>
        <pc:sldMkLst>
          <pc:docMk/>
          <pc:sldMk cId="1266594393" sldId="603"/>
        </pc:sldMkLst>
        <pc:spChg chg="del">
          <ac:chgData name="Deepika Vatsa" userId="f7100972-27fe-4ee6-8fb4-ec9b7931b409" providerId="ADAL" clId="{6884C358-F078-41E2-B52A-C991C4377FC1}" dt="2025-07-23T05:16:06.563" v="3354" actId="478"/>
          <ac:spMkLst>
            <pc:docMk/>
            <pc:sldMk cId="1266594393" sldId="603"/>
            <ac:spMk id="2" creationId="{00000000-0000-0000-0000-000000000000}"/>
          </ac:spMkLst>
        </pc:spChg>
        <pc:spChg chg="add mod">
          <ac:chgData name="Deepika Vatsa" userId="f7100972-27fe-4ee6-8fb4-ec9b7931b409" providerId="ADAL" clId="{6884C358-F078-41E2-B52A-C991C4377FC1}" dt="2025-07-22T10:57:48.108" v="3164" actId="14100"/>
          <ac:spMkLst>
            <pc:docMk/>
            <pc:sldMk cId="1266594393" sldId="603"/>
            <ac:spMk id="4" creationId="{1AD143D5-787C-C1A5-C997-9EC0616525DF}"/>
          </ac:spMkLst>
        </pc:spChg>
        <pc:spChg chg="add del mod">
          <ac:chgData name="Deepika Vatsa" userId="f7100972-27fe-4ee6-8fb4-ec9b7931b409" providerId="ADAL" clId="{6884C358-F078-41E2-B52A-C991C4377FC1}" dt="2025-07-23T05:16:08.217" v="3355" actId="478"/>
          <ac:spMkLst>
            <pc:docMk/>
            <pc:sldMk cId="1266594393" sldId="603"/>
            <ac:spMk id="6" creationId="{A74DC710-992E-573C-40A0-556A16BC3A75}"/>
          </ac:spMkLst>
        </pc:spChg>
        <pc:spChg chg="add mod">
          <ac:chgData name="Deepika Vatsa" userId="f7100972-27fe-4ee6-8fb4-ec9b7931b409" providerId="ADAL" clId="{6884C358-F078-41E2-B52A-C991C4377FC1}" dt="2025-07-23T05:16:27.514" v="3360"/>
          <ac:spMkLst>
            <pc:docMk/>
            <pc:sldMk cId="1266594393" sldId="603"/>
            <ac:spMk id="7" creationId="{1B3062FA-2CD8-A930-87D2-86A160AADA8E}"/>
          </ac:spMkLst>
        </pc:spChg>
        <pc:spChg chg="mod">
          <ac:chgData name="Deepika Vatsa" userId="f7100972-27fe-4ee6-8fb4-ec9b7931b409" providerId="ADAL" clId="{6884C358-F078-41E2-B52A-C991C4377FC1}" dt="2025-07-22T10:57:56.910" v="3167" actId="113"/>
          <ac:spMkLst>
            <pc:docMk/>
            <pc:sldMk cId="1266594393" sldId="603"/>
            <ac:spMk id="13" creationId="{05B054CE-66A9-69B7-25DF-5E63A7E7226F}"/>
          </ac:spMkLst>
        </pc:spChg>
        <pc:graphicFrameChg chg="del">
          <ac:chgData name="Deepika Vatsa" userId="f7100972-27fe-4ee6-8fb4-ec9b7931b409" providerId="ADAL" clId="{6884C358-F078-41E2-B52A-C991C4377FC1}" dt="2025-07-22T10:57:41.042" v="3162" actId="478"/>
          <ac:graphicFrameMkLst>
            <pc:docMk/>
            <pc:sldMk cId="1266594393" sldId="603"/>
            <ac:graphicFrameMk id="3" creationId="{26447246-77A9-0BA0-DDC4-AA7139BF3CBE}"/>
          </ac:graphicFrameMkLst>
        </pc:graphicFrameChg>
        <pc:cxnChg chg="del">
          <ac:chgData name="Deepika Vatsa" userId="f7100972-27fe-4ee6-8fb4-ec9b7931b409" providerId="ADAL" clId="{6884C358-F078-41E2-B52A-C991C4377FC1}" dt="2025-07-23T05:20:26.229" v="3420" actId="478"/>
          <ac:cxnSpMkLst>
            <pc:docMk/>
            <pc:sldMk cId="1266594393" sldId="603"/>
            <ac:cxnSpMk id="5" creationId="{50E184E5-16FE-EBD7-7894-1DC87C936193}"/>
          </ac:cxnSpMkLst>
        </pc:cxnChg>
        <pc:cxnChg chg="add mod">
          <ac:chgData name="Deepika Vatsa" userId="f7100972-27fe-4ee6-8fb4-ec9b7931b409" providerId="ADAL" clId="{6884C358-F078-41E2-B52A-C991C4377FC1}" dt="2025-07-23T05:20:26.685" v="3421"/>
          <ac:cxnSpMkLst>
            <pc:docMk/>
            <pc:sldMk cId="1266594393" sldId="603"/>
            <ac:cxnSpMk id="8" creationId="{A1395F78-30F5-3937-9A59-67E864B7EFC0}"/>
          </ac:cxnSpMkLst>
        </pc:cxnChg>
      </pc:sldChg>
      <pc:sldChg chg="addSp delSp modSp add mod">
        <pc:chgData name="Deepika Vatsa" userId="f7100972-27fe-4ee6-8fb4-ec9b7931b409" providerId="ADAL" clId="{6884C358-F078-41E2-B52A-C991C4377FC1}" dt="2025-07-23T05:20:16.708" v="3417"/>
        <pc:sldMkLst>
          <pc:docMk/>
          <pc:sldMk cId="4255891347" sldId="604"/>
        </pc:sldMkLst>
        <pc:spChg chg="del">
          <ac:chgData name="Deepika Vatsa" userId="f7100972-27fe-4ee6-8fb4-ec9b7931b409" providerId="ADAL" clId="{6884C358-F078-41E2-B52A-C991C4377FC1}" dt="2025-07-23T05:15:55.831" v="3350" actId="478"/>
          <ac:spMkLst>
            <pc:docMk/>
            <pc:sldMk cId="4255891347" sldId="604"/>
            <ac:spMk id="2" creationId="{00000000-0000-0000-0000-000000000000}"/>
          </ac:spMkLst>
        </pc:spChg>
        <pc:spChg chg="add del mod">
          <ac:chgData name="Deepika Vatsa" userId="f7100972-27fe-4ee6-8fb4-ec9b7931b409" providerId="ADAL" clId="{6884C358-F078-41E2-B52A-C991C4377FC1}" dt="2025-07-23T05:15:57.713" v="3351" actId="478"/>
          <ac:spMkLst>
            <pc:docMk/>
            <pc:sldMk cId="4255891347" sldId="604"/>
            <ac:spMk id="4" creationId="{1E8C311E-5024-0A5C-ADB3-9DF8A67D3DAA}"/>
          </ac:spMkLst>
        </pc:spChg>
        <pc:spChg chg="add mod">
          <ac:chgData name="Deepika Vatsa" userId="f7100972-27fe-4ee6-8fb4-ec9b7931b409" providerId="ADAL" clId="{6884C358-F078-41E2-B52A-C991C4377FC1}" dt="2025-07-23T05:16:23.931" v="3358"/>
          <ac:spMkLst>
            <pc:docMk/>
            <pc:sldMk cId="4255891347" sldId="604"/>
            <ac:spMk id="6" creationId="{2026D996-90C4-3C12-B2E6-96092CF25C70}"/>
          </ac:spMkLst>
        </pc:spChg>
        <pc:spChg chg="mod">
          <ac:chgData name="Deepika Vatsa" userId="f7100972-27fe-4ee6-8fb4-ec9b7931b409" providerId="ADAL" clId="{6884C358-F078-41E2-B52A-C991C4377FC1}" dt="2025-07-22T10:58:35.306" v="3177" actId="6549"/>
          <ac:spMkLst>
            <pc:docMk/>
            <pc:sldMk cId="4255891347" sldId="604"/>
            <ac:spMk id="13" creationId="{05B054CE-66A9-69B7-25DF-5E63A7E7226F}"/>
          </ac:spMkLst>
        </pc:spChg>
        <pc:graphicFrameChg chg="mod modGraphic">
          <ac:chgData name="Deepika Vatsa" userId="f7100972-27fe-4ee6-8fb4-ec9b7931b409" providerId="ADAL" clId="{6884C358-F078-41E2-B52A-C991C4377FC1}" dt="2025-07-22T10:58:54.235" v="3183" actId="14100"/>
          <ac:graphicFrameMkLst>
            <pc:docMk/>
            <pc:sldMk cId="4255891347" sldId="604"/>
            <ac:graphicFrameMk id="14" creationId="{15B9210D-0693-05A9-B8B7-394487320ED6}"/>
          </ac:graphicFrameMkLst>
        </pc:graphicFrameChg>
        <pc:cxnChg chg="del">
          <ac:chgData name="Deepika Vatsa" userId="f7100972-27fe-4ee6-8fb4-ec9b7931b409" providerId="ADAL" clId="{6884C358-F078-41E2-B52A-C991C4377FC1}" dt="2025-07-23T05:20:16.121" v="3416" actId="478"/>
          <ac:cxnSpMkLst>
            <pc:docMk/>
            <pc:sldMk cId="4255891347" sldId="604"/>
            <ac:cxnSpMk id="5" creationId="{50E184E5-16FE-EBD7-7894-1DC87C936193}"/>
          </ac:cxnSpMkLst>
        </pc:cxnChg>
        <pc:cxnChg chg="add mod">
          <ac:chgData name="Deepika Vatsa" userId="f7100972-27fe-4ee6-8fb4-ec9b7931b409" providerId="ADAL" clId="{6884C358-F078-41E2-B52A-C991C4377FC1}" dt="2025-07-23T05:20:16.708" v="3417"/>
          <ac:cxnSpMkLst>
            <pc:docMk/>
            <pc:sldMk cId="4255891347" sldId="604"/>
            <ac:cxnSpMk id="7" creationId="{B773A36C-D68E-6E7D-095A-1EC7008C66FA}"/>
          </ac:cxnSpMkLst>
        </pc:cxnChg>
      </pc:sldChg>
      <pc:sldChg chg="addSp delSp modSp add mod">
        <pc:chgData name="Deepika Vatsa" userId="f7100972-27fe-4ee6-8fb4-ec9b7931b409" providerId="ADAL" clId="{6884C358-F078-41E2-B52A-C991C4377FC1}" dt="2025-07-23T05:20:31.431" v="3423"/>
        <pc:sldMkLst>
          <pc:docMk/>
          <pc:sldMk cId="3000343820" sldId="605"/>
        </pc:sldMkLst>
        <pc:spChg chg="del">
          <ac:chgData name="Deepika Vatsa" userId="f7100972-27fe-4ee6-8fb4-ec9b7931b409" providerId="ADAL" clId="{6884C358-F078-41E2-B52A-C991C4377FC1}" dt="2025-07-23T05:16:13.022" v="3356" actId="478"/>
          <ac:spMkLst>
            <pc:docMk/>
            <pc:sldMk cId="3000343820" sldId="605"/>
            <ac:spMk id="2" creationId="{00000000-0000-0000-0000-000000000000}"/>
          </ac:spMkLst>
        </pc:spChg>
        <pc:spChg chg="del">
          <ac:chgData name="Deepika Vatsa" userId="f7100972-27fe-4ee6-8fb4-ec9b7931b409" providerId="ADAL" clId="{6884C358-F078-41E2-B52A-C991C4377FC1}" dt="2025-07-22T10:59:47.754" v="3207" actId="478"/>
          <ac:spMkLst>
            <pc:docMk/>
            <pc:sldMk cId="3000343820" sldId="605"/>
            <ac:spMk id="4" creationId="{1AD143D5-787C-C1A5-C997-9EC0616525DF}"/>
          </ac:spMkLst>
        </pc:spChg>
        <pc:spChg chg="add del mod">
          <ac:chgData name="Deepika Vatsa" userId="f7100972-27fe-4ee6-8fb4-ec9b7931b409" providerId="ADAL" clId="{6884C358-F078-41E2-B52A-C991C4377FC1}" dt="2025-07-23T05:16:14.811" v="3357" actId="478"/>
          <ac:spMkLst>
            <pc:docMk/>
            <pc:sldMk cId="3000343820" sldId="605"/>
            <ac:spMk id="4" creationId="{A81EBE12-917F-1A39-1B38-85449C2DC81C}"/>
          </ac:spMkLst>
        </pc:spChg>
        <pc:spChg chg="add del">
          <ac:chgData name="Deepika Vatsa" userId="f7100972-27fe-4ee6-8fb4-ec9b7931b409" providerId="ADAL" clId="{6884C358-F078-41E2-B52A-C991C4377FC1}" dt="2025-07-22T10:59:53.735" v="3211" actId="22"/>
          <ac:spMkLst>
            <pc:docMk/>
            <pc:sldMk cId="3000343820" sldId="605"/>
            <ac:spMk id="6" creationId="{254E2835-DAB1-3E5B-5251-BEF951804D79}"/>
          </ac:spMkLst>
        </pc:spChg>
        <pc:spChg chg="add mod">
          <ac:chgData name="Deepika Vatsa" userId="f7100972-27fe-4ee6-8fb4-ec9b7931b409" providerId="ADAL" clId="{6884C358-F078-41E2-B52A-C991C4377FC1}" dt="2025-07-23T05:16:30.424" v="3361"/>
          <ac:spMkLst>
            <pc:docMk/>
            <pc:sldMk cId="3000343820" sldId="605"/>
            <ac:spMk id="6" creationId="{2D09E08D-CF06-9310-2372-85E7B1DBB6F3}"/>
          </ac:spMkLst>
        </pc:spChg>
        <pc:spChg chg="add del">
          <ac:chgData name="Deepika Vatsa" userId="f7100972-27fe-4ee6-8fb4-ec9b7931b409" providerId="ADAL" clId="{6884C358-F078-41E2-B52A-C991C4377FC1}" dt="2025-07-22T10:59:55.017" v="3213" actId="22"/>
          <ac:spMkLst>
            <pc:docMk/>
            <pc:sldMk cId="3000343820" sldId="605"/>
            <ac:spMk id="8" creationId="{46282A04-E2EF-5990-7C9A-2482B8F88DE8}"/>
          </ac:spMkLst>
        </pc:spChg>
        <pc:spChg chg="add mod">
          <ac:chgData name="Deepika Vatsa" userId="f7100972-27fe-4ee6-8fb4-ec9b7931b409" providerId="ADAL" clId="{6884C358-F078-41E2-B52A-C991C4377FC1}" dt="2025-07-22T11:00:31.477" v="3250" actId="20577"/>
          <ac:spMkLst>
            <pc:docMk/>
            <pc:sldMk cId="3000343820" sldId="605"/>
            <ac:spMk id="10" creationId="{1A9471B8-64B2-EEE3-8FEC-CB7C57B99638}"/>
          </ac:spMkLst>
        </pc:spChg>
        <pc:spChg chg="mod">
          <ac:chgData name="Deepika Vatsa" userId="f7100972-27fe-4ee6-8fb4-ec9b7931b409" providerId="ADAL" clId="{6884C358-F078-41E2-B52A-C991C4377FC1}" dt="2025-07-22T10:59:19.150" v="3206" actId="20577"/>
          <ac:spMkLst>
            <pc:docMk/>
            <pc:sldMk cId="3000343820" sldId="605"/>
            <ac:spMk id="13" creationId="{05B054CE-66A9-69B7-25DF-5E63A7E7226F}"/>
          </ac:spMkLst>
        </pc:spChg>
        <pc:cxnChg chg="del">
          <ac:chgData name="Deepika Vatsa" userId="f7100972-27fe-4ee6-8fb4-ec9b7931b409" providerId="ADAL" clId="{6884C358-F078-41E2-B52A-C991C4377FC1}" dt="2025-07-23T05:20:30.996" v="3422" actId="478"/>
          <ac:cxnSpMkLst>
            <pc:docMk/>
            <pc:sldMk cId="3000343820" sldId="605"/>
            <ac:cxnSpMk id="5" creationId="{50E184E5-16FE-EBD7-7894-1DC87C936193}"/>
          </ac:cxnSpMkLst>
        </pc:cxnChg>
        <pc:cxnChg chg="add mod">
          <ac:chgData name="Deepika Vatsa" userId="f7100972-27fe-4ee6-8fb4-ec9b7931b409" providerId="ADAL" clId="{6884C358-F078-41E2-B52A-C991C4377FC1}" dt="2025-07-23T05:20:31.431" v="3423"/>
          <ac:cxnSpMkLst>
            <pc:docMk/>
            <pc:sldMk cId="3000343820" sldId="605"/>
            <ac:cxnSpMk id="7" creationId="{CB25073D-C8BF-4164-65B6-5B1D7B263018}"/>
          </ac:cxnSpMkLst>
        </pc:cxnChg>
      </pc:sldChg>
      <pc:sldChg chg="addSp delSp modSp add del mod">
        <pc:chgData name="Deepika Vatsa" userId="f7100972-27fe-4ee6-8fb4-ec9b7931b409" providerId="ADAL" clId="{6884C358-F078-41E2-B52A-C991C4377FC1}" dt="2025-07-23T05:07:03.568" v="3291" actId="2696"/>
        <pc:sldMkLst>
          <pc:docMk/>
          <pc:sldMk cId="1302649209" sldId="606"/>
        </pc:sldMkLst>
        <pc:spChg chg="mod">
          <ac:chgData name="Deepika Vatsa" userId="f7100972-27fe-4ee6-8fb4-ec9b7931b409" providerId="ADAL" clId="{6884C358-F078-41E2-B52A-C991C4377FC1}" dt="2025-07-23T05:06:38.842" v="3285" actId="1076"/>
          <ac:spMkLst>
            <pc:docMk/>
            <pc:sldMk cId="1302649209" sldId="606"/>
            <ac:spMk id="2" creationId="{00000000-0000-0000-0000-000000000000}"/>
          </ac:spMkLst>
        </pc:spChg>
        <pc:spChg chg="del">
          <ac:chgData name="Deepika Vatsa" userId="f7100972-27fe-4ee6-8fb4-ec9b7931b409" providerId="ADAL" clId="{6884C358-F078-41E2-B52A-C991C4377FC1}" dt="2025-07-23T05:06:11.168" v="3261" actId="478"/>
          <ac:spMkLst>
            <pc:docMk/>
            <pc:sldMk cId="1302649209" sldId="606"/>
            <ac:spMk id="3" creationId="{00000000-0000-0000-0000-000000000000}"/>
          </ac:spMkLst>
        </pc:spChg>
        <pc:spChg chg="add del mod">
          <ac:chgData name="Deepika Vatsa" userId="f7100972-27fe-4ee6-8fb4-ec9b7931b409" providerId="ADAL" clId="{6884C358-F078-41E2-B52A-C991C4377FC1}" dt="2025-07-23T05:06:14.218" v="3262" actId="478"/>
          <ac:spMkLst>
            <pc:docMk/>
            <pc:sldMk cId="1302649209" sldId="606"/>
            <ac:spMk id="6" creationId="{64114871-2460-BE07-A433-A6AA220B5F2C}"/>
          </ac:spMkLst>
        </pc:spChg>
        <pc:spChg chg="add mod">
          <ac:chgData name="Deepika Vatsa" userId="f7100972-27fe-4ee6-8fb4-ec9b7931b409" providerId="ADAL" clId="{6884C358-F078-41E2-B52A-C991C4377FC1}" dt="2025-07-23T05:06:14.889" v="3263"/>
          <ac:spMkLst>
            <pc:docMk/>
            <pc:sldMk cId="1302649209" sldId="606"/>
            <ac:spMk id="7" creationId="{4046B1BD-32BF-94BB-A445-155DB489242D}"/>
          </ac:spMkLst>
        </pc:spChg>
      </pc:sldChg>
      <pc:sldChg chg="addSp delSp modSp add mod">
        <pc:chgData name="Deepika Vatsa" userId="f7100972-27fe-4ee6-8fb4-ec9b7931b409" providerId="ADAL" clId="{6884C358-F078-41E2-B52A-C991C4377FC1}" dt="2025-07-23T05:21:16.949" v="3448"/>
        <pc:sldMkLst>
          <pc:docMk/>
          <pc:sldMk cId="1265168596" sldId="607"/>
        </pc:sldMkLst>
        <pc:spChg chg="del">
          <ac:chgData name="Deepika Vatsa" userId="f7100972-27fe-4ee6-8fb4-ec9b7931b409" providerId="ADAL" clId="{6884C358-F078-41E2-B52A-C991C4377FC1}" dt="2025-07-23T05:17:39.628" v="3374" actId="478"/>
          <ac:spMkLst>
            <pc:docMk/>
            <pc:sldMk cId="1265168596" sldId="607"/>
            <ac:spMk id="2" creationId="{00000000-0000-0000-0000-000000000000}"/>
          </ac:spMkLst>
        </pc:spChg>
        <pc:spChg chg="add del mod">
          <ac:chgData name="Deepika Vatsa" userId="f7100972-27fe-4ee6-8fb4-ec9b7931b409" providerId="ADAL" clId="{6884C358-F078-41E2-B52A-C991C4377FC1}" dt="2025-07-23T05:17:44.285" v="3376" actId="478"/>
          <ac:spMkLst>
            <pc:docMk/>
            <pc:sldMk cId="1265168596" sldId="607"/>
            <ac:spMk id="6" creationId="{C07E118B-1667-38AE-C2DA-C21278B87F83}"/>
          </ac:spMkLst>
        </pc:spChg>
        <pc:spChg chg="add mod">
          <ac:chgData name="Deepika Vatsa" userId="f7100972-27fe-4ee6-8fb4-ec9b7931b409" providerId="ADAL" clId="{6884C358-F078-41E2-B52A-C991C4377FC1}" dt="2025-07-23T05:17:49.187" v="3380" actId="1035"/>
          <ac:spMkLst>
            <pc:docMk/>
            <pc:sldMk cId="1265168596" sldId="607"/>
            <ac:spMk id="8" creationId="{28EA11DA-6FAE-4A30-1A45-D904D110690C}"/>
          </ac:spMkLst>
        </pc:spChg>
        <pc:cxnChg chg="del">
          <ac:chgData name="Deepika Vatsa" userId="f7100972-27fe-4ee6-8fb4-ec9b7931b409" providerId="ADAL" clId="{6884C358-F078-41E2-B52A-C991C4377FC1}" dt="2025-07-23T05:21:16.564" v="3447" actId="478"/>
          <ac:cxnSpMkLst>
            <pc:docMk/>
            <pc:sldMk cId="1265168596" sldId="607"/>
            <ac:cxnSpMk id="7" creationId="{65C76CC1-B771-E13B-D742-340E1D5CAD8C}"/>
          </ac:cxnSpMkLst>
        </pc:cxnChg>
        <pc:cxnChg chg="add mod">
          <ac:chgData name="Deepika Vatsa" userId="f7100972-27fe-4ee6-8fb4-ec9b7931b409" providerId="ADAL" clId="{6884C358-F078-41E2-B52A-C991C4377FC1}" dt="2025-07-23T05:21:16.949" v="3448"/>
          <ac:cxnSpMkLst>
            <pc:docMk/>
            <pc:sldMk cId="1265168596" sldId="607"/>
            <ac:cxnSpMk id="9" creationId="{8EEBD2E5-74AB-4847-0D3D-942182177146}"/>
          </ac:cxnSpMkLst>
        </pc:cxnChg>
      </pc:sldChg>
      <pc:sldChg chg="addSp delSp modSp add mod">
        <pc:chgData name="Deepika Vatsa" userId="f7100972-27fe-4ee6-8fb4-ec9b7931b409" providerId="ADAL" clId="{6884C358-F078-41E2-B52A-C991C4377FC1}" dt="2025-07-23T05:22:26.150" v="3493" actId="14100"/>
        <pc:sldMkLst>
          <pc:docMk/>
          <pc:sldMk cId="3320274339" sldId="608"/>
        </pc:sldMkLst>
        <pc:spChg chg="del">
          <ac:chgData name="Deepika Vatsa" userId="f7100972-27fe-4ee6-8fb4-ec9b7931b409" providerId="ADAL" clId="{6884C358-F078-41E2-B52A-C991C4377FC1}" dt="2025-07-23T05:11:34.839" v="3297" actId="478"/>
          <ac:spMkLst>
            <pc:docMk/>
            <pc:sldMk cId="3320274339" sldId="608"/>
            <ac:spMk id="2" creationId="{3EA993F1-7D74-5A35-94E0-755C8170DDD2}"/>
          </ac:spMkLst>
        </pc:spChg>
        <pc:spChg chg="del">
          <ac:chgData name="Deepika Vatsa" userId="f7100972-27fe-4ee6-8fb4-ec9b7931b409" providerId="ADAL" clId="{6884C358-F078-41E2-B52A-C991C4377FC1}" dt="2025-07-23T05:12:10.700" v="3318" actId="478"/>
          <ac:spMkLst>
            <pc:docMk/>
            <pc:sldMk cId="3320274339" sldId="608"/>
            <ac:spMk id="4" creationId="{C7E4D45C-A04E-4FD8-8E36-9127F8599888}"/>
          </ac:spMkLst>
        </pc:spChg>
        <pc:spChg chg="add del mod">
          <ac:chgData name="Deepika Vatsa" userId="f7100972-27fe-4ee6-8fb4-ec9b7931b409" providerId="ADAL" clId="{6884C358-F078-41E2-B52A-C991C4377FC1}" dt="2025-07-23T05:11:36.519" v="3298" actId="478"/>
          <ac:spMkLst>
            <pc:docMk/>
            <pc:sldMk cId="3320274339" sldId="608"/>
            <ac:spMk id="6" creationId="{EE908AC3-623C-CC58-D78A-A0D84DBEB9D0}"/>
          </ac:spMkLst>
        </pc:spChg>
        <pc:spChg chg="add mod">
          <ac:chgData name="Deepika Vatsa" userId="f7100972-27fe-4ee6-8fb4-ec9b7931b409" providerId="ADAL" clId="{6884C358-F078-41E2-B52A-C991C4377FC1}" dt="2025-07-23T05:22:15.127" v="3486" actId="1038"/>
          <ac:spMkLst>
            <pc:docMk/>
            <pc:sldMk cId="3320274339" sldId="608"/>
            <ac:spMk id="7" creationId="{F26712D0-C7B9-7F0F-CF59-812A62A6D723}"/>
          </ac:spMkLst>
        </pc:spChg>
        <pc:spChg chg="add mod">
          <ac:chgData name="Deepika Vatsa" userId="f7100972-27fe-4ee6-8fb4-ec9b7931b409" providerId="ADAL" clId="{6884C358-F078-41E2-B52A-C991C4377FC1}" dt="2025-07-23T05:22:26.150" v="3493" actId="14100"/>
          <ac:spMkLst>
            <pc:docMk/>
            <pc:sldMk cId="3320274339" sldId="608"/>
            <ac:spMk id="8" creationId="{B7CEB9D0-5895-DF81-7B8D-8329D77D5609}"/>
          </ac:spMkLst>
        </pc:spChg>
        <pc:cxnChg chg="del">
          <ac:chgData name="Deepika Vatsa" userId="f7100972-27fe-4ee6-8fb4-ec9b7931b409" providerId="ADAL" clId="{6884C358-F078-41E2-B52A-C991C4377FC1}" dt="2025-07-23T05:22:00.981" v="3464" actId="478"/>
          <ac:cxnSpMkLst>
            <pc:docMk/>
            <pc:sldMk cId="3320274339" sldId="608"/>
            <ac:cxnSpMk id="5" creationId="{EA92F9DF-D5D8-49B1-F8B9-EDE5C89C9DF6}"/>
          </ac:cxnSpMkLst>
        </pc:cxnChg>
        <pc:cxnChg chg="add mod">
          <ac:chgData name="Deepika Vatsa" userId="f7100972-27fe-4ee6-8fb4-ec9b7931b409" providerId="ADAL" clId="{6884C358-F078-41E2-B52A-C991C4377FC1}" dt="2025-07-23T05:22:19.189" v="3491" actId="1037"/>
          <ac:cxnSpMkLst>
            <pc:docMk/>
            <pc:sldMk cId="3320274339" sldId="608"/>
            <ac:cxnSpMk id="9" creationId="{7EE1F82B-D051-1DEB-01A1-439392556DE4}"/>
          </ac:cxnSpMkLst>
        </pc:cxnChg>
      </pc:sldChg>
      <pc:sldChg chg="addSp delSp modSp add mod">
        <pc:chgData name="Deepika Vatsa" userId="f7100972-27fe-4ee6-8fb4-ec9b7931b409" providerId="ADAL" clId="{6884C358-F078-41E2-B52A-C991C4377FC1}" dt="2025-07-23T05:22:41.271" v="3515" actId="1038"/>
        <pc:sldMkLst>
          <pc:docMk/>
          <pc:sldMk cId="2282133231" sldId="609"/>
        </pc:sldMkLst>
        <pc:spChg chg="mod">
          <ac:chgData name="Deepika Vatsa" userId="f7100972-27fe-4ee6-8fb4-ec9b7931b409" providerId="ADAL" clId="{6884C358-F078-41E2-B52A-C991C4377FC1}" dt="2025-07-23T05:22:41.271" v="3515" actId="1038"/>
          <ac:spMkLst>
            <pc:docMk/>
            <pc:sldMk cId="2282133231" sldId="609"/>
            <ac:spMk id="7" creationId="{F26712D0-C7B9-7F0F-CF59-812A62A6D723}"/>
          </ac:spMkLst>
        </pc:spChg>
        <pc:spChg chg="del">
          <ac:chgData name="Deepika Vatsa" userId="f7100972-27fe-4ee6-8fb4-ec9b7931b409" providerId="ADAL" clId="{6884C358-F078-41E2-B52A-C991C4377FC1}" dt="2025-07-23T05:13:17.945" v="3329" actId="478"/>
          <ac:spMkLst>
            <pc:docMk/>
            <pc:sldMk cId="2282133231" sldId="609"/>
            <ac:spMk id="8" creationId="{B7CEB9D0-5895-DF81-7B8D-8329D77D5609}"/>
          </ac:spMkLst>
        </pc:spChg>
        <pc:picChg chg="add mod">
          <ac:chgData name="Deepika Vatsa" userId="f7100972-27fe-4ee6-8fb4-ec9b7931b409" providerId="ADAL" clId="{6884C358-F078-41E2-B52A-C991C4377FC1}" dt="2025-07-23T05:13:18.601" v="3330"/>
          <ac:picMkLst>
            <pc:docMk/>
            <pc:sldMk cId="2282133231" sldId="609"/>
            <ac:picMk id="2" creationId="{F1D8BFBF-228E-E666-F268-C467FD154A6B}"/>
          </ac:picMkLst>
        </pc:picChg>
        <pc:cxnChg chg="add mod">
          <ac:chgData name="Deepika Vatsa" userId="f7100972-27fe-4ee6-8fb4-ec9b7931b409" providerId="ADAL" clId="{6884C358-F078-41E2-B52A-C991C4377FC1}" dt="2025-07-23T05:22:34.167" v="3495"/>
          <ac:cxnSpMkLst>
            <pc:docMk/>
            <pc:sldMk cId="2282133231" sldId="609"/>
            <ac:cxnSpMk id="3" creationId="{10749E9D-359E-22C0-D491-7608963679D2}"/>
          </ac:cxnSpMkLst>
        </pc:cxnChg>
        <pc:cxnChg chg="del">
          <ac:chgData name="Deepika Vatsa" userId="f7100972-27fe-4ee6-8fb4-ec9b7931b409" providerId="ADAL" clId="{6884C358-F078-41E2-B52A-C991C4377FC1}" dt="2025-07-23T05:22:33.727" v="3494" actId="478"/>
          <ac:cxnSpMkLst>
            <pc:docMk/>
            <pc:sldMk cId="2282133231" sldId="609"/>
            <ac:cxnSpMk id="5" creationId="{EA92F9DF-D5D8-49B1-F8B9-EDE5C89C9DF6}"/>
          </ac:cxnSpMkLst>
        </pc:cxnChg>
      </pc:sldChg>
      <pc:sldChg chg="addSp delSp modSp add mod">
        <pc:chgData name="Deepika Vatsa" userId="f7100972-27fe-4ee6-8fb4-ec9b7931b409" providerId="ADAL" clId="{6884C358-F078-41E2-B52A-C991C4377FC1}" dt="2025-07-23T05:24:32.028" v="3542" actId="14100"/>
        <pc:sldMkLst>
          <pc:docMk/>
          <pc:sldMk cId="2610700906" sldId="610"/>
        </pc:sldMkLst>
        <pc:spChg chg="del">
          <ac:chgData name="Deepika Vatsa" userId="f7100972-27fe-4ee6-8fb4-ec9b7931b409" providerId="ADAL" clId="{6884C358-F078-41E2-B52A-C991C4377FC1}" dt="2025-07-23T05:23:30.897" v="3527" actId="478"/>
          <ac:spMkLst>
            <pc:docMk/>
            <pc:sldMk cId="2610700906" sldId="610"/>
            <ac:spMk id="4" creationId="{170DDB5B-6792-55DA-AF63-9A96FA1939A3}"/>
          </ac:spMkLst>
        </pc:spChg>
        <pc:spChg chg="add mod">
          <ac:chgData name="Deepika Vatsa" userId="f7100972-27fe-4ee6-8fb4-ec9b7931b409" providerId="ADAL" clId="{6884C358-F078-41E2-B52A-C991C4377FC1}" dt="2025-07-23T05:24:32.028" v="3542" actId="14100"/>
          <ac:spMkLst>
            <pc:docMk/>
            <pc:sldMk cId="2610700906" sldId="610"/>
            <ac:spMk id="5" creationId="{A2902FD0-49ED-CC0F-C376-EFD1A253C258}"/>
          </ac:spMkLst>
        </pc:spChg>
      </pc:sldChg>
      <pc:sldChg chg="addSp delSp modSp add mod">
        <pc:chgData name="Deepika Vatsa" userId="f7100972-27fe-4ee6-8fb4-ec9b7931b409" providerId="ADAL" clId="{6884C358-F078-41E2-B52A-C991C4377FC1}" dt="2025-07-23T05:24:21.040" v="3541" actId="255"/>
        <pc:sldMkLst>
          <pc:docMk/>
          <pc:sldMk cId="565857117" sldId="611"/>
        </pc:sldMkLst>
        <pc:spChg chg="add mod">
          <ac:chgData name="Deepika Vatsa" userId="f7100972-27fe-4ee6-8fb4-ec9b7931b409" providerId="ADAL" clId="{6884C358-F078-41E2-B52A-C991C4377FC1}" dt="2025-07-23T05:24:21.040" v="3541" actId="255"/>
          <ac:spMkLst>
            <pc:docMk/>
            <pc:sldMk cId="565857117" sldId="611"/>
            <ac:spMk id="4" creationId="{253B6F8E-7D94-03FC-86B0-ACF980C6CF46}"/>
          </ac:spMkLst>
        </pc:spChg>
        <pc:spChg chg="del">
          <ac:chgData name="Deepika Vatsa" userId="f7100972-27fe-4ee6-8fb4-ec9b7931b409" providerId="ADAL" clId="{6884C358-F078-41E2-B52A-C991C4377FC1}" dt="2025-07-23T05:24:06.163" v="3536" actId="478"/>
          <ac:spMkLst>
            <pc:docMk/>
            <pc:sldMk cId="565857117" sldId="611"/>
            <ac:spMk id="5" creationId="{A2902FD0-49ED-CC0F-C376-EFD1A253C258}"/>
          </ac:spMkLst>
        </pc:spChg>
      </pc:sldChg>
      <pc:sldMasterChg chg="delSldLayout">
        <pc:chgData name="Deepika Vatsa" userId="f7100972-27fe-4ee6-8fb4-ec9b7931b409" providerId="ADAL" clId="{6884C358-F078-41E2-B52A-C991C4377FC1}" dt="2025-07-23T05:13:42.142" v="3334" actId="47"/>
        <pc:sldMasterMkLst>
          <pc:docMk/>
          <pc:sldMasterMk cId="2935578617" sldId="2147483672"/>
        </pc:sldMasterMkLst>
        <pc:sldLayoutChg chg="del">
          <pc:chgData name="Deepika Vatsa" userId="f7100972-27fe-4ee6-8fb4-ec9b7931b409" providerId="ADAL" clId="{6884C358-F078-41E2-B52A-C991C4377FC1}" dt="2025-07-23T05:13:42.142" v="3334" actId="47"/>
          <pc:sldLayoutMkLst>
            <pc:docMk/>
            <pc:sldMasterMk cId="2935578617" sldId="2147483672"/>
            <pc:sldLayoutMk cId="586807421" sldId="2147483684"/>
          </pc:sldLayoutMkLst>
        </pc:sldLayoutChg>
      </pc:sldMasterChg>
    </pc:docChg>
  </pc:docChgLst>
  <pc:docChgLst>
    <pc:chgData name="Deepika Vatsa" userId="f7100972-27fe-4ee6-8fb4-ec9b7931b409" providerId="ADAL" clId="{AC929AA0-30FE-40F5-9F14-BAD5341BE9C1}"/>
    <pc:docChg chg="undo redo custSel addSld delSld modSld sldOrd delMainMaster">
      <pc:chgData name="Deepika Vatsa" userId="f7100972-27fe-4ee6-8fb4-ec9b7931b409" providerId="ADAL" clId="{AC929AA0-30FE-40F5-9F14-BAD5341BE9C1}" dt="2025-07-23T09:47:26.324" v="1571" actId="20577"/>
      <pc:docMkLst>
        <pc:docMk/>
      </pc:docMkLst>
      <pc:sldChg chg="del">
        <pc:chgData name="Deepika Vatsa" userId="f7100972-27fe-4ee6-8fb4-ec9b7931b409" providerId="ADAL" clId="{AC929AA0-30FE-40F5-9F14-BAD5341BE9C1}" dt="2025-07-23T05:28:15.070" v="2" actId="47"/>
        <pc:sldMkLst>
          <pc:docMk/>
          <pc:sldMk cId="0" sldId="257"/>
        </pc:sldMkLst>
      </pc:sldChg>
      <pc:sldChg chg="del">
        <pc:chgData name="Deepika Vatsa" userId="f7100972-27fe-4ee6-8fb4-ec9b7931b409" providerId="ADAL" clId="{AC929AA0-30FE-40F5-9F14-BAD5341BE9C1}" dt="2025-07-23T05:28:15.070" v="2" actId="47"/>
        <pc:sldMkLst>
          <pc:docMk/>
          <pc:sldMk cId="0" sldId="258"/>
        </pc:sldMkLst>
      </pc:sldChg>
      <pc:sldChg chg="del">
        <pc:chgData name="Deepika Vatsa" userId="f7100972-27fe-4ee6-8fb4-ec9b7931b409" providerId="ADAL" clId="{AC929AA0-30FE-40F5-9F14-BAD5341BE9C1}" dt="2025-07-23T05:27:46.693" v="1" actId="47"/>
        <pc:sldMkLst>
          <pc:docMk/>
          <pc:sldMk cId="0" sldId="276"/>
        </pc:sldMkLst>
      </pc:sldChg>
      <pc:sldChg chg="modSp mod">
        <pc:chgData name="Deepika Vatsa" userId="f7100972-27fe-4ee6-8fb4-ec9b7931b409" providerId="ADAL" clId="{AC929AA0-30FE-40F5-9F14-BAD5341BE9C1}" dt="2025-07-23T05:30:40.965" v="115" actId="20577"/>
        <pc:sldMkLst>
          <pc:docMk/>
          <pc:sldMk cId="0" sldId="395"/>
        </pc:sldMkLst>
        <pc:spChg chg="mod">
          <ac:chgData name="Deepika Vatsa" userId="f7100972-27fe-4ee6-8fb4-ec9b7931b409" providerId="ADAL" clId="{AC929AA0-30FE-40F5-9F14-BAD5341BE9C1}" dt="2025-07-23T05:30:40.965" v="115" actId="20577"/>
          <ac:spMkLst>
            <pc:docMk/>
            <pc:sldMk cId="0" sldId="395"/>
            <ac:spMk id="2" creationId="{00000000-0000-0000-0000-000000000000}"/>
          </ac:spMkLst>
        </pc:spChg>
      </pc:sldChg>
      <pc:sldChg chg="delSp add del">
        <pc:chgData name="Deepika Vatsa" userId="f7100972-27fe-4ee6-8fb4-ec9b7931b409" providerId="ADAL" clId="{AC929AA0-30FE-40F5-9F14-BAD5341BE9C1}" dt="2025-07-23T05:31:24.407" v="124" actId="47"/>
        <pc:sldMkLst>
          <pc:docMk/>
          <pc:sldMk cId="287668785" sldId="560"/>
        </pc:sldMkLst>
        <pc:picChg chg="del">
          <ac:chgData name="Deepika Vatsa" userId="f7100972-27fe-4ee6-8fb4-ec9b7931b409" providerId="ADAL" clId="{AC929AA0-30FE-40F5-9F14-BAD5341BE9C1}" dt="2025-07-23T05:30:54.194" v="117" actId="21"/>
          <ac:picMkLst>
            <pc:docMk/>
            <pc:sldMk cId="287668785" sldId="560"/>
            <ac:picMk id="2050" creationId="{22B60C02-5515-4EC4-3F23-264ACAD584DC}"/>
          </ac:picMkLst>
        </pc:picChg>
      </pc:sldChg>
      <pc:sldChg chg="add del">
        <pc:chgData name="Deepika Vatsa" userId="f7100972-27fe-4ee6-8fb4-ec9b7931b409" providerId="ADAL" clId="{AC929AA0-30FE-40F5-9F14-BAD5341BE9C1}" dt="2025-07-23T05:36:45.727" v="175" actId="47"/>
        <pc:sldMkLst>
          <pc:docMk/>
          <pc:sldMk cId="2450812828" sldId="561"/>
        </pc:sldMkLst>
      </pc:sldChg>
      <pc:sldChg chg="add del">
        <pc:chgData name="Deepika Vatsa" userId="f7100972-27fe-4ee6-8fb4-ec9b7931b409" providerId="ADAL" clId="{AC929AA0-30FE-40F5-9F14-BAD5341BE9C1}" dt="2025-07-23T05:54:00.768" v="676" actId="47"/>
        <pc:sldMkLst>
          <pc:docMk/>
          <pc:sldMk cId="287564619" sldId="562"/>
        </pc:sldMkLst>
      </pc:sldChg>
      <pc:sldChg chg="add del ord">
        <pc:chgData name="Deepika Vatsa" userId="f7100972-27fe-4ee6-8fb4-ec9b7931b409" providerId="ADAL" clId="{AC929AA0-30FE-40F5-9F14-BAD5341BE9C1}" dt="2025-07-23T06:37:03.780" v="1338" actId="47"/>
        <pc:sldMkLst>
          <pc:docMk/>
          <pc:sldMk cId="1309982471" sldId="563"/>
        </pc:sldMkLst>
      </pc:sldChg>
      <pc:sldChg chg="add del">
        <pc:chgData name="Deepika Vatsa" userId="f7100972-27fe-4ee6-8fb4-ec9b7931b409" providerId="ADAL" clId="{AC929AA0-30FE-40F5-9F14-BAD5341BE9C1}" dt="2025-07-23T05:58:39.352" v="702" actId="47"/>
        <pc:sldMkLst>
          <pc:docMk/>
          <pc:sldMk cId="774750594" sldId="564"/>
        </pc:sldMkLst>
      </pc:sldChg>
      <pc:sldChg chg="add del">
        <pc:chgData name="Deepika Vatsa" userId="f7100972-27fe-4ee6-8fb4-ec9b7931b409" providerId="ADAL" clId="{AC929AA0-30FE-40F5-9F14-BAD5341BE9C1}" dt="2025-07-23T06:08:31.397" v="821" actId="47"/>
        <pc:sldMkLst>
          <pc:docMk/>
          <pc:sldMk cId="3999172815" sldId="565"/>
        </pc:sldMkLst>
      </pc:sldChg>
      <pc:sldChg chg="add del">
        <pc:chgData name="Deepika Vatsa" userId="f7100972-27fe-4ee6-8fb4-ec9b7931b409" providerId="ADAL" clId="{AC929AA0-30FE-40F5-9F14-BAD5341BE9C1}" dt="2025-07-23T06:11:54.628" v="959" actId="2696"/>
        <pc:sldMkLst>
          <pc:docMk/>
          <pc:sldMk cId="3177362686" sldId="566"/>
        </pc:sldMkLst>
      </pc:sldChg>
      <pc:sldChg chg="add del">
        <pc:chgData name="Deepika Vatsa" userId="f7100972-27fe-4ee6-8fb4-ec9b7931b409" providerId="ADAL" clId="{AC929AA0-30FE-40F5-9F14-BAD5341BE9C1}" dt="2025-07-23T06:23:07.992" v="1168" actId="47"/>
        <pc:sldMkLst>
          <pc:docMk/>
          <pc:sldMk cId="3560577388" sldId="567"/>
        </pc:sldMkLst>
      </pc:sldChg>
      <pc:sldChg chg="add del">
        <pc:chgData name="Deepika Vatsa" userId="f7100972-27fe-4ee6-8fb4-ec9b7931b409" providerId="ADAL" clId="{AC929AA0-30FE-40F5-9F14-BAD5341BE9C1}" dt="2025-07-23T06:23:55.199" v="1169" actId="47"/>
        <pc:sldMkLst>
          <pc:docMk/>
          <pc:sldMk cId="1294509964" sldId="568"/>
        </pc:sldMkLst>
      </pc:sldChg>
      <pc:sldChg chg="add del ord">
        <pc:chgData name="Deepika Vatsa" userId="f7100972-27fe-4ee6-8fb4-ec9b7931b409" providerId="ADAL" clId="{AC929AA0-30FE-40F5-9F14-BAD5341BE9C1}" dt="2025-07-23T06:42:21.688" v="1504" actId="47"/>
        <pc:sldMkLst>
          <pc:docMk/>
          <pc:sldMk cId="3878748831" sldId="569"/>
        </pc:sldMkLst>
      </pc:sldChg>
      <pc:sldChg chg="add del">
        <pc:chgData name="Deepika Vatsa" userId="f7100972-27fe-4ee6-8fb4-ec9b7931b409" providerId="ADAL" clId="{AC929AA0-30FE-40F5-9F14-BAD5341BE9C1}" dt="2025-07-23T06:27:13.380" v="1195" actId="47"/>
        <pc:sldMkLst>
          <pc:docMk/>
          <pc:sldMk cId="3075254007" sldId="570"/>
        </pc:sldMkLst>
      </pc:sldChg>
      <pc:sldChg chg="add del">
        <pc:chgData name="Deepika Vatsa" userId="f7100972-27fe-4ee6-8fb4-ec9b7931b409" providerId="ADAL" clId="{AC929AA0-30FE-40F5-9F14-BAD5341BE9C1}" dt="2025-07-23T06:29:08.930" v="1236" actId="47"/>
        <pc:sldMkLst>
          <pc:docMk/>
          <pc:sldMk cId="1114442619" sldId="571"/>
        </pc:sldMkLst>
      </pc:sldChg>
      <pc:sldChg chg="del">
        <pc:chgData name="Deepika Vatsa" userId="f7100972-27fe-4ee6-8fb4-ec9b7931b409" providerId="ADAL" clId="{AC929AA0-30FE-40F5-9F14-BAD5341BE9C1}" dt="2025-07-23T05:28:15.070" v="2" actId="47"/>
        <pc:sldMkLst>
          <pc:docMk/>
          <pc:sldMk cId="549806327" sldId="573"/>
        </pc:sldMkLst>
      </pc:sldChg>
      <pc:sldChg chg="del">
        <pc:chgData name="Deepika Vatsa" userId="f7100972-27fe-4ee6-8fb4-ec9b7931b409" providerId="ADAL" clId="{AC929AA0-30FE-40F5-9F14-BAD5341BE9C1}" dt="2025-07-23T05:28:15.070" v="2" actId="47"/>
        <pc:sldMkLst>
          <pc:docMk/>
          <pc:sldMk cId="810527257" sldId="576"/>
        </pc:sldMkLst>
      </pc:sldChg>
      <pc:sldChg chg="add del">
        <pc:chgData name="Deepika Vatsa" userId="f7100972-27fe-4ee6-8fb4-ec9b7931b409" providerId="ADAL" clId="{AC929AA0-30FE-40F5-9F14-BAD5341BE9C1}" dt="2025-07-23T06:30:09.001" v="1272" actId="47"/>
        <pc:sldMkLst>
          <pc:docMk/>
          <pc:sldMk cId="484703658" sldId="577"/>
        </pc:sldMkLst>
      </pc:sldChg>
      <pc:sldChg chg="del">
        <pc:chgData name="Deepika Vatsa" userId="f7100972-27fe-4ee6-8fb4-ec9b7931b409" providerId="ADAL" clId="{AC929AA0-30FE-40F5-9F14-BAD5341BE9C1}" dt="2025-07-23T05:28:15.070" v="2" actId="47"/>
        <pc:sldMkLst>
          <pc:docMk/>
          <pc:sldMk cId="835005002" sldId="578"/>
        </pc:sldMkLst>
      </pc:sldChg>
      <pc:sldChg chg="add del">
        <pc:chgData name="Deepika Vatsa" userId="f7100972-27fe-4ee6-8fb4-ec9b7931b409" providerId="ADAL" clId="{AC929AA0-30FE-40F5-9F14-BAD5341BE9C1}" dt="2025-07-23T06:30:24.944" v="1275" actId="47"/>
        <pc:sldMkLst>
          <pc:docMk/>
          <pc:sldMk cId="1652899310" sldId="578"/>
        </pc:sldMkLst>
      </pc:sldChg>
      <pc:sldChg chg="add del">
        <pc:chgData name="Deepika Vatsa" userId="f7100972-27fe-4ee6-8fb4-ec9b7931b409" providerId="ADAL" clId="{AC929AA0-30FE-40F5-9F14-BAD5341BE9C1}" dt="2025-07-23T06:42:19.975" v="1502" actId="47"/>
        <pc:sldMkLst>
          <pc:docMk/>
          <pc:sldMk cId="23855480" sldId="579"/>
        </pc:sldMkLst>
      </pc:sldChg>
      <pc:sldChg chg="add del">
        <pc:chgData name="Deepika Vatsa" userId="f7100972-27fe-4ee6-8fb4-ec9b7931b409" providerId="ADAL" clId="{AC929AA0-30FE-40F5-9F14-BAD5341BE9C1}" dt="2025-07-23T06:42:21.516" v="1503" actId="47"/>
        <pc:sldMkLst>
          <pc:docMk/>
          <pc:sldMk cId="3638433235" sldId="580"/>
        </pc:sldMkLst>
      </pc:sldChg>
      <pc:sldChg chg="del">
        <pc:chgData name="Deepika Vatsa" userId="f7100972-27fe-4ee6-8fb4-ec9b7931b409" providerId="ADAL" clId="{AC929AA0-30FE-40F5-9F14-BAD5341BE9C1}" dt="2025-07-23T05:28:15.070" v="2" actId="47"/>
        <pc:sldMkLst>
          <pc:docMk/>
          <pc:sldMk cId="1700069977" sldId="582"/>
        </pc:sldMkLst>
      </pc:sldChg>
      <pc:sldChg chg="del">
        <pc:chgData name="Deepika Vatsa" userId="f7100972-27fe-4ee6-8fb4-ec9b7931b409" providerId="ADAL" clId="{AC929AA0-30FE-40F5-9F14-BAD5341BE9C1}" dt="2025-07-23T05:28:15.070" v="2" actId="47"/>
        <pc:sldMkLst>
          <pc:docMk/>
          <pc:sldMk cId="2784952323" sldId="585"/>
        </pc:sldMkLst>
      </pc:sldChg>
      <pc:sldChg chg="del">
        <pc:chgData name="Deepika Vatsa" userId="f7100972-27fe-4ee6-8fb4-ec9b7931b409" providerId="ADAL" clId="{AC929AA0-30FE-40F5-9F14-BAD5341BE9C1}" dt="2025-07-23T05:28:15.070" v="2" actId="47"/>
        <pc:sldMkLst>
          <pc:docMk/>
          <pc:sldMk cId="4072135879" sldId="590"/>
        </pc:sldMkLst>
      </pc:sldChg>
      <pc:sldChg chg="modSp mod">
        <pc:chgData name="Deepika Vatsa" userId="f7100972-27fe-4ee6-8fb4-ec9b7931b409" providerId="ADAL" clId="{AC929AA0-30FE-40F5-9F14-BAD5341BE9C1}" dt="2025-07-23T05:30:11.221" v="54" actId="207"/>
        <pc:sldMkLst>
          <pc:docMk/>
          <pc:sldMk cId="3439049211" sldId="591"/>
        </pc:sldMkLst>
        <pc:spChg chg="mod">
          <ac:chgData name="Deepika Vatsa" userId="f7100972-27fe-4ee6-8fb4-ec9b7931b409" providerId="ADAL" clId="{AC929AA0-30FE-40F5-9F14-BAD5341BE9C1}" dt="2025-07-23T05:28:39.840" v="43" actId="20577"/>
          <ac:spMkLst>
            <pc:docMk/>
            <pc:sldMk cId="3439049211" sldId="591"/>
            <ac:spMk id="2" creationId="{00000000-0000-0000-0000-000000000000}"/>
          </ac:spMkLst>
        </pc:spChg>
        <pc:spChg chg="mod">
          <ac:chgData name="Deepika Vatsa" userId="f7100972-27fe-4ee6-8fb4-ec9b7931b409" providerId="ADAL" clId="{AC929AA0-30FE-40F5-9F14-BAD5341BE9C1}" dt="2025-07-23T05:30:11.221" v="54" actId="207"/>
          <ac:spMkLst>
            <pc:docMk/>
            <pc:sldMk cId="3439049211" sldId="591"/>
            <ac:spMk id="11" creationId="{06381CCD-359B-D8A2-1997-A5B56A02FD41}"/>
          </ac:spMkLst>
        </pc:spChg>
      </pc:sldChg>
      <pc:sldChg chg="addSp delSp modSp add mod">
        <pc:chgData name="Deepika Vatsa" userId="f7100972-27fe-4ee6-8fb4-ec9b7931b409" providerId="ADAL" clId="{AC929AA0-30FE-40F5-9F14-BAD5341BE9C1}" dt="2025-07-23T05:31:09.627" v="123" actId="1076"/>
        <pc:sldMkLst>
          <pc:docMk/>
          <pc:sldMk cId="494535748" sldId="592"/>
        </pc:sldMkLst>
        <pc:spChg chg="del">
          <ac:chgData name="Deepika Vatsa" userId="f7100972-27fe-4ee6-8fb4-ec9b7931b409" providerId="ADAL" clId="{AC929AA0-30FE-40F5-9F14-BAD5341BE9C1}" dt="2025-07-23T05:30:57.529" v="118" actId="478"/>
          <ac:spMkLst>
            <pc:docMk/>
            <pc:sldMk cId="494535748" sldId="592"/>
            <ac:spMk id="11" creationId="{06381CCD-359B-D8A2-1997-A5B56A02FD41}"/>
          </ac:spMkLst>
        </pc:spChg>
        <pc:picChg chg="add mod">
          <ac:chgData name="Deepika Vatsa" userId="f7100972-27fe-4ee6-8fb4-ec9b7931b409" providerId="ADAL" clId="{AC929AA0-30FE-40F5-9F14-BAD5341BE9C1}" dt="2025-07-23T05:31:09.627" v="123" actId="1076"/>
          <ac:picMkLst>
            <pc:docMk/>
            <pc:sldMk cId="494535748" sldId="592"/>
            <ac:picMk id="4" creationId="{2131E057-9C88-25D8-4E2F-DF4368344C2C}"/>
          </ac:picMkLst>
        </pc:picChg>
      </pc:sldChg>
      <pc:sldChg chg="del">
        <pc:chgData name="Deepika Vatsa" userId="f7100972-27fe-4ee6-8fb4-ec9b7931b409" providerId="ADAL" clId="{AC929AA0-30FE-40F5-9F14-BAD5341BE9C1}" dt="2025-07-23T05:28:15.070" v="2" actId="47"/>
        <pc:sldMkLst>
          <pc:docMk/>
          <pc:sldMk cId="3695788924" sldId="592"/>
        </pc:sldMkLst>
      </pc:sldChg>
      <pc:sldChg chg="del">
        <pc:chgData name="Deepika Vatsa" userId="f7100972-27fe-4ee6-8fb4-ec9b7931b409" providerId="ADAL" clId="{AC929AA0-30FE-40F5-9F14-BAD5341BE9C1}" dt="2025-07-23T05:28:15.070" v="2" actId="47"/>
        <pc:sldMkLst>
          <pc:docMk/>
          <pc:sldMk cId="1876629941" sldId="593"/>
        </pc:sldMkLst>
      </pc:sldChg>
      <pc:sldChg chg="modSp add mod">
        <pc:chgData name="Deepika Vatsa" userId="f7100972-27fe-4ee6-8fb4-ec9b7931b409" providerId="ADAL" clId="{AC929AA0-30FE-40F5-9F14-BAD5341BE9C1}" dt="2025-07-23T05:35:24.925" v="174" actId="20577"/>
        <pc:sldMkLst>
          <pc:docMk/>
          <pc:sldMk cId="3539443453" sldId="593"/>
        </pc:sldMkLst>
        <pc:spChg chg="mod">
          <ac:chgData name="Deepika Vatsa" userId="f7100972-27fe-4ee6-8fb4-ec9b7931b409" providerId="ADAL" clId="{AC929AA0-30FE-40F5-9F14-BAD5341BE9C1}" dt="2025-07-23T05:31:40.844" v="146" actId="5793"/>
          <ac:spMkLst>
            <pc:docMk/>
            <pc:sldMk cId="3539443453" sldId="593"/>
            <ac:spMk id="2" creationId="{00000000-0000-0000-0000-000000000000}"/>
          </ac:spMkLst>
        </pc:spChg>
        <pc:spChg chg="mod">
          <ac:chgData name="Deepika Vatsa" userId="f7100972-27fe-4ee6-8fb4-ec9b7931b409" providerId="ADAL" clId="{AC929AA0-30FE-40F5-9F14-BAD5341BE9C1}" dt="2025-07-23T05:35:24.925" v="174" actId="20577"/>
          <ac:spMkLst>
            <pc:docMk/>
            <pc:sldMk cId="3539443453" sldId="593"/>
            <ac:spMk id="11" creationId="{06381CCD-359B-D8A2-1997-A5B56A02FD41}"/>
          </ac:spMkLst>
        </pc:spChg>
      </pc:sldChg>
      <pc:sldChg chg="addSp modSp add mod">
        <pc:chgData name="Deepika Vatsa" userId="f7100972-27fe-4ee6-8fb4-ec9b7931b409" providerId="ADAL" clId="{AC929AA0-30FE-40F5-9F14-BAD5341BE9C1}" dt="2025-07-23T05:37:19.956" v="211" actId="1076"/>
        <pc:sldMkLst>
          <pc:docMk/>
          <pc:sldMk cId="2249137657" sldId="594"/>
        </pc:sldMkLst>
        <pc:spChg chg="mod">
          <ac:chgData name="Deepika Vatsa" userId="f7100972-27fe-4ee6-8fb4-ec9b7931b409" providerId="ADAL" clId="{AC929AA0-30FE-40F5-9F14-BAD5341BE9C1}" dt="2025-07-23T05:37:07.679" v="206" actId="20577"/>
          <ac:spMkLst>
            <pc:docMk/>
            <pc:sldMk cId="2249137657" sldId="594"/>
            <ac:spMk id="11" creationId="{06381CCD-359B-D8A2-1997-A5B56A02FD41}"/>
          </ac:spMkLst>
        </pc:spChg>
        <pc:picChg chg="add mod">
          <ac:chgData name="Deepika Vatsa" userId="f7100972-27fe-4ee6-8fb4-ec9b7931b409" providerId="ADAL" clId="{AC929AA0-30FE-40F5-9F14-BAD5341BE9C1}" dt="2025-07-23T05:37:19.956" v="211" actId="1076"/>
          <ac:picMkLst>
            <pc:docMk/>
            <pc:sldMk cId="2249137657" sldId="594"/>
            <ac:picMk id="1026" creationId="{4C550732-15C6-486E-6D92-A9E584061D26}"/>
          </ac:picMkLst>
        </pc:picChg>
      </pc:sldChg>
      <pc:sldChg chg="del">
        <pc:chgData name="Deepika Vatsa" userId="f7100972-27fe-4ee6-8fb4-ec9b7931b409" providerId="ADAL" clId="{AC929AA0-30FE-40F5-9F14-BAD5341BE9C1}" dt="2025-07-23T05:28:15.070" v="2" actId="47"/>
        <pc:sldMkLst>
          <pc:docMk/>
          <pc:sldMk cId="2583576287" sldId="594"/>
        </pc:sldMkLst>
      </pc:sldChg>
      <pc:sldChg chg="addSp delSp modSp add mod ord">
        <pc:chgData name="Deepika Vatsa" userId="f7100972-27fe-4ee6-8fb4-ec9b7931b409" providerId="ADAL" clId="{AC929AA0-30FE-40F5-9F14-BAD5341BE9C1}" dt="2025-07-23T05:53:30.210" v="675" actId="1037"/>
        <pc:sldMkLst>
          <pc:docMk/>
          <pc:sldMk cId="2043304788" sldId="595"/>
        </pc:sldMkLst>
        <pc:spChg chg="mod">
          <ac:chgData name="Deepika Vatsa" userId="f7100972-27fe-4ee6-8fb4-ec9b7931b409" providerId="ADAL" clId="{AC929AA0-30FE-40F5-9F14-BAD5341BE9C1}" dt="2025-07-23T05:40:15.192" v="227" actId="20577"/>
          <ac:spMkLst>
            <pc:docMk/>
            <pc:sldMk cId="2043304788" sldId="595"/>
            <ac:spMk id="2" creationId="{00000000-0000-0000-0000-000000000000}"/>
          </ac:spMkLst>
        </pc:spChg>
        <pc:spChg chg="mod">
          <ac:chgData name="Deepika Vatsa" userId="f7100972-27fe-4ee6-8fb4-ec9b7931b409" providerId="ADAL" clId="{AC929AA0-30FE-40F5-9F14-BAD5341BE9C1}" dt="2025-07-23T05:53:30.210" v="675" actId="1037"/>
          <ac:spMkLst>
            <pc:docMk/>
            <pc:sldMk cId="2043304788" sldId="595"/>
            <ac:spMk id="11" creationId="{06381CCD-359B-D8A2-1997-A5B56A02FD41}"/>
          </ac:spMkLst>
        </pc:spChg>
        <pc:picChg chg="add del mod">
          <ac:chgData name="Deepika Vatsa" userId="f7100972-27fe-4ee6-8fb4-ec9b7931b409" providerId="ADAL" clId="{AC929AA0-30FE-40F5-9F14-BAD5341BE9C1}" dt="2025-07-23T05:45:16.172" v="274" actId="478"/>
          <ac:picMkLst>
            <pc:docMk/>
            <pc:sldMk cId="2043304788" sldId="595"/>
            <ac:picMk id="2050" creationId="{532E7ECA-2966-D762-86AC-CF85DA936773}"/>
          </ac:picMkLst>
        </pc:picChg>
        <pc:picChg chg="add mod">
          <ac:chgData name="Deepika Vatsa" userId="f7100972-27fe-4ee6-8fb4-ec9b7931b409" providerId="ADAL" clId="{AC929AA0-30FE-40F5-9F14-BAD5341BE9C1}" dt="2025-07-23T05:52:40.517" v="609" actId="1076"/>
          <ac:picMkLst>
            <pc:docMk/>
            <pc:sldMk cId="2043304788" sldId="595"/>
            <ac:picMk id="2052" creationId="{92649715-A1CA-9DC4-289C-FF0198FB0C4F}"/>
          </ac:picMkLst>
        </pc:picChg>
      </pc:sldChg>
      <pc:sldChg chg="del">
        <pc:chgData name="Deepika Vatsa" userId="f7100972-27fe-4ee6-8fb4-ec9b7931b409" providerId="ADAL" clId="{AC929AA0-30FE-40F5-9F14-BAD5341BE9C1}" dt="2025-07-23T05:28:15.070" v="2" actId="47"/>
        <pc:sldMkLst>
          <pc:docMk/>
          <pc:sldMk cId="3729385034" sldId="595"/>
        </pc:sldMkLst>
      </pc:sldChg>
      <pc:sldChg chg="del">
        <pc:chgData name="Deepika Vatsa" userId="f7100972-27fe-4ee6-8fb4-ec9b7931b409" providerId="ADAL" clId="{AC929AA0-30FE-40F5-9F14-BAD5341BE9C1}" dt="2025-07-23T05:28:15.070" v="2" actId="47"/>
        <pc:sldMkLst>
          <pc:docMk/>
          <pc:sldMk cId="1503747669" sldId="596"/>
        </pc:sldMkLst>
      </pc:sldChg>
      <pc:sldChg chg="addSp delSp modSp add mod">
        <pc:chgData name="Deepika Vatsa" userId="f7100972-27fe-4ee6-8fb4-ec9b7931b409" providerId="ADAL" clId="{AC929AA0-30FE-40F5-9F14-BAD5341BE9C1}" dt="2025-07-23T05:52:26.438" v="607" actId="1076"/>
        <pc:sldMkLst>
          <pc:docMk/>
          <pc:sldMk cId="2365471124" sldId="596"/>
        </pc:sldMkLst>
        <pc:spChg chg="mod">
          <ac:chgData name="Deepika Vatsa" userId="f7100972-27fe-4ee6-8fb4-ec9b7931b409" providerId="ADAL" clId="{AC929AA0-30FE-40F5-9F14-BAD5341BE9C1}" dt="2025-07-23T05:52:26.438" v="607" actId="1076"/>
          <ac:spMkLst>
            <pc:docMk/>
            <pc:sldMk cId="2365471124" sldId="596"/>
            <ac:spMk id="11" creationId="{06381CCD-359B-D8A2-1997-A5B56A02FD41}"/>
          </ac:spMkLst>
        </pc:spChg>
        <pc:picChg chg="del">
          <ac:chgData name="Deepika Vatsa" userId="f7100972-27fe-4ee6-8fb4-ec9b7931b409" providerId="ADAL" clId="{AC929AA0-30FE-40F5-9F14-BAD5341BE9C1}" dt="2025-07-23T05:46:58.476" v="386" actId="478"/>
          <ac:picMkLst>
            <pc:docMk/>
            <pc:sldMk cId="2365471124" sldId="596"/>
            <ac:picMk id="2052" creationId="{92649715-A1CA-9DC4-289C-FF0198FB0C4F}"/>
          </ac:picMkLst>
        </pc:picChg>
        <pc:picChg chg="add mod">
          <ac:chgData name="Deepika Vatsa" userId="f7100972-27fe-4ee6-8fb4-ec9b7931b409" providerId="ADAL" clId="{AC929AA0-30FE-40F5-9F14-BAD5341BE9C1}" dt="2025-07-23T05:51:05.647" v="547" actId="1076"/>
          <ac:picMkLst>
            <pc:docMk/>
            <pc:sldMk cId="2365471124" sldId="596"/>
            <ac:picMk id="3074" creationId="{1FD8F825-EA11-7304-317C-BF8A7BFFF610}"/>
          </ac:picMkLst>
        </pc:picChg>
      </pc:sldChg>
      <pc:sldChg chg="del">
        <pc:chgData name="Deepika Vatsa" userId="f7100972-27fe-4ee6-8fb4-ec9b7931b409" providerId="ADAL" clId="{AC929AA0-30FE-40F5-9F14-BAD5341BE9C1}" dt="2025-07-23T05:28:15.070" v="2" actId="47"/>
        <pc:sldMkLst>
          <pc:docMk/>
          <pc:sldMk cId="2169252664" sldId="597"/>
        </pc:sldMkLst>
      </pc:sldChg>
      <pc:sldChg chg="modSp add mod">
        <pc:chgData name="Deepika Vatsa" userId="f7100972-27fe-4ee6-8fb4-ec9b7931b409" providerId="ADAL" clId="{AC929AA0-30FE-40F5-9F14-BAD5341BE9C1}" dt="2025-07-23T05:58:32.528" v="701" actId="6549"/>
        <pc:sldMkLst>
          <pc:docMk/>
          <pc:sldMk cId="3613863550" sldId="597"/>
        </pc:sldMkLst>
        <pc:spChg chg="mod">
          <ac:chgData name="Deepika Vatsa" userId="f7100972-27fe-4ee6-8fb4-ec9b7931b409" providerId="ADAL" clId="{AC929AA0-30FE-40F5-9F14-BAD5341BE9C1}" dt="2025-07-23T05:57:15.672" v="683" actId="20577"/>
          <ac:spMkLst>
            <pc:docMk/>
            <pc:sldMk cId="3613863550" sldId="597"/>
            <ac:spMk id="2" creationId="{00000000-0000-0000-0000-000000000000}"/>
          </ac:spMkLst>
        </pc:spChg>
        <pc:spChg chg="mod">
          <ac:chgData name="Deepika Vatsa" userId="f7100972-27fe-4ee6-8fb4-ec9b7931b409" providerId="ADAL" clId="{AC929AA0-30FE-40F5-9F14-BAD5341BE9C1}" dt="2025-07-23T05:58:32.528" v="701" actId="6549"/>
          <ac:spMkLst>
            <pc:docMk/>
            <pc:sldMk cId="3613863550" sldId="597"/>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506553672" sldId="598"/>
        </pc:sldMkLst>
      </pc:sldChg>
      <pc:sldChg chg="addSp modSp add mod">
        <pc:chgData name="Deepika Vatsa" userId="f7100972-27fe-4ee6-8fb4-ec9b7931b409" providerId="ADAL" clId="{AC929AA0-30FE-40F5-9F14-BAD5341BE9C1}" dt="2025-07-23T06:04:22.203" v="745" actId="207"/>
        <pc:sldMkLst>
          <pc:docMk/>
          <pc:sldMk cId="4006034928" sldId="598"/>
        </pc:sldMkLst>
        <pc:spChg chg="mod">
          <ac:chgData name="Deepika Vatsa" userId="f7100972-27fe-4ee6-8fb4-ec9b7931b409" providerId="ADAL" clId="{AC929AA0-30FE-40F5-9F14-BAD5341BE9C1}" dt="2025-07-23T06:01:53.476" v="715" actId="20577"/>
          <ac:spMkLst>
            <pc:docMk/>
            <pc:sldMk cId="4006034928" sldId="598"/>
            <ac:spMk id="2" creationId="{00000000-0000-0000-0000-000000000000}"/>
          </ac:spMkLst>
        </pc:spChg>
        <pc:spChg chg="mod">
          <ac:chgData name="Deepika Vatsa" userId="f7100972-27fe-4ee6-8fb4-ec9b7931b409" providerId="ADAL" clId="{AC929AA0-30FE-40F5-9F14-BAD5341BE9C1}" dt="2025-07-23T06:04:22.203" v="745" actId="207"/>
          <ac:spMkLst>
            <pc:docMk/>
            <pc:sldMk cId="4006034928" sldId="598"/>
            <ac:spMk id="11" creationId="{06381CCD-359B-D8A2-1997-A5B56A02FD41}"/>
          </ac:spMkLst>
        </pc:spChg>
        <pc:picChg chg="add mod">
          <ac:chgData name="Deepika Vatsa" userId="f7100972-27fe-4ee6-8fb4-ec9b7931b409" providerId="ADAL" clId="{AC929AA0-30FE-40F5-9F14-BAD5341BE9C1}" dt="2025-07-23T06:03:30.379" v="722" actId="1076"/>
          <ac:picMkLst>
            <pc:docMk/>
            <pc:sldMk cId="4006034928" sldId="598"/>
            <ac:picMk id="4098" creationId="{B6B0D7CD-49AB-61CA-4335-DFE095D59382}"/>
          </ac:picMkLst>
        </pc:picChg>
      </pc:sldChg>
      <pc:sldChg chg="addSp delSp modSp add mod">
        <pc:chgData name="Deepika Vatsa" userId="f7100972-27fe-4ee6-8fb4-ec9b7931b409" providerId="ADAL" clId="{AC929AA0-30FE-40F5-9F14-BAD5341BE9C1}" dt="2025-07-23T06:07:45.714" v="820" actId="20577"/>
        <pc:sldMkLst>
          <pc:docMk/>
          <pc:sldMk cId="2158759759" sldId="599"/>
        </pc:sldMkLst>
        <pc:spChg chg="add del">
          <ac:chgData name="Deepika Vatsa" userId="f7100972-27fe-4ee6-8fb4-ec9b7931b409" providerId="ADAL" clId="{AC929AA0-30FE-40F5-9F14-BAD5341BE9C1}" dt="2025-07-23T06:06:40.388" v="783" actId="478"/>
          <ac:spMkLst>
            <pc:docMk/>
            <pc:sldMk cId="2158759759" sldId="599"/>
            <ac:spMk id="4" creationId="{140EE86F-8360-3758-2268-F5A95F9EE36A}"/>
          </ac:spMkLst>
        </pc:spChg>
        <pc:spChg chg="add del">
          <ac:chgData name="Deepika Vatsa" userId="f7100972-27fe-4ee6-8fb4-ec9b7931b409" providerId="ADAL" clId="{AC929AA0-30FE-40F5-9F14-BAD5341BE9C1}" dt="2025-07-23T06:06:51.796" v="789"/>
          <ac:spMkLst>
            <pc:docMk/>
            <pc:sldMk cId="2158759759" sldId="599"/>
            <ac:spMk id="5" creationId="{B2356F49-E233-C5F7-4A30-05B5E809EC58}"/>
          </ac:spMkLst>
        </pc:spChg>
        <pc:spChg chg="mod">
          <ac:chgData name="Deepika Vatsa" userId="f7100972-27fe-4ee6-8fb4-ec9b7931b409" providerId="ADAL" clId="{AC929AA0-30FE-40F5-9F14-BAD5341BE9C1}" dt="2025-07-23T06:07:45.714" v="820" actId="20577"/>
          <ac:spMkLst>
            <pc:docMk/>
            <pc:sldMk cId="2158759759" sldId="599"/>
            <ac:spMk id="11" creationId="{06381CCD-359B-D8A2-1997-A5B56A02FD41}"/>
          </ac:spMkLst>
        </pc:spChg>
        <pc:picChg chg="add mod modCrop">
          <ac:chgData name="Deepika Vatsa" userId="f7100972-27fe-4ee6-8fb4-ec9b7931b409" providerId="ADAL" clId="{AC929AA0-30FE-40F5-9F14-BAD5341BE9C1}" dt="2025-07-23T06:07:21.696" v="808" actId="1037"/>
          <ac:picMkLst>
            <pc:docMk/>
            <pc:sldMk cId="2158759759" sldId="599"/>
            <ac:picMk id="6" creationId="{71437D90-5128-5EA3-7313-65A287FE21F3}"/>
          </ac:picMkLst>
        </pc:picChg>
        <pc:picChg chg="del">
          <ac:chgData name="Deepika Vatsa" userId="f7100972-27fe-4ee6-8fb4-ec9b7931b409" providerId="ADAL" clId="{AC929AA0-30FE-40F5-9F14-BAD5341BE9C1}" dt="2025-07-23T06:04:33.898" v="747" actId="478"/>
          <ac:picMkLst>
            <pc:docMk/>
            <pc:sldMk cId="2158759759" sldId="599"/>
            <ac:picMk id="4098" creationId="{B6B0D7CD-49AB-61CA-4335-DFE095D59382}"/>
          </ac:picMkLst>
        </pc:picChg>
      </pc:sldChg>
      <pc:sldChg chg="modSp add mod">
        <pc:chgData name="Deepika Vatsa" userId="f7100972-27fe-4ee6-8fb4-ec9b7931b409" providerId="ADAL" clId="{AC929AA0-30FE-40F5-9F14-BAD5341BE9C1}" dt="2025-07-23T06:16:47.270" v="979" actId="12"/>
        <pc:sldMkLst>
          <pc:docMk/>
          <pc:sldMk cId="1407172059" sldId="600"/>
        </pc:sldMkLst>
        <pc:spChg chg="mod">
          <ac:chgData name="Deepika Vatsa" userId="f7100972-27fe-4ee6-8fb4-ec9b7931b409" providerId="ADAL" clId="{AC929AA0-30FE-40F5-9F14-BAD5341BE9C1}" dt="2025-07-23T06:09:20.006" v="853" actId="20577"/>
          <ac:spMkLst>
            <pc:docMk/>
            <pc:sldMk cId="1407172059" sldId="600"/>
            <ac:spMk id="2" creationId="{00000000-0000-0000-0000-000000000000}"/>
          </ac:spMkLst>
        </pc:spChg>
        <pc:spChg chg="mod">
          <ac:chgData name="Deepika Vatsa" userId="f7100972-27fe-4ee6-8fb4-ec9b7931b409" providerId="ADAL" clId="{AC929AA0-30FE-40F5-9F14-BAD5341BE9C1}" dt="2025-07-23T06:16:47.270" v="979" actId="12"/>
          <ac:spMkLst>
            <pc:docMk/>
            <pc:sldMk cId="1407172059" sldId="600"/>
            <ac:spMk id="11" creationId="{06381CCD-359B-D8A2-1997-A5B56A02FD41}"/>
          </ac:spMkLst>
        </pc:spChg>
      </pc:sldChg>
      <pc:sldChg chg="del">
        <pc:chgData name="Deepika Vatsa" userId="f7100972-27fe-4ee6-8fb4-ec9b7931b409" providerId="ADAL" clId="{AC929AA0-30FE-40F5-9F14-BAD5341BE9C1}" dt="2025-07-23T05:30:24.218" v="55" actId="47"/>
        <pc:sldMkLst>
          <pc:docMk/>
          <pc:sldMk cId="3239011490" sldId="601"/>
        </pc:sldMkLst>
      </pc:sldChg>
      <pc:sldChg chg="addSp modSp add mod">
        <pc:chgData name="Deepika Vatsa" userId="f7100972-27fe-4ee6-8fb4-ec9b7931b409" providerId="ADAL" clId="{AC929AA0-30FE-40F5-9F14-BAD5341BE9C1}" dt="2025-07-23T06:16:37.043" v="976" actId="20577"/>
        <pc:sldMkLst>
          <pc:docMk/>
          <pc:sldMk cId="3854070128" sldId="601"/>
        </pc:sldMkLst>
        <pc:spChg chg="mod">
          <ac:chgData name="Deepika Vatsa" userId="f7100972-27fe-4ee6-8fb4-ec9b7931b409" providerId="ADAL" clId="{AC929AA0-30FE-40F5-9F14-BAD5341BE9C1}" dt="2025-07-23T06:16:37.043" v="976" actId="20577"/>
          <ac:spMkLst>
            <pc:docMk/>
            <pc:sldMk cId="3854070128" sldId="601"/>
            <ac:spMk id="11" creationId="{06381CCD-359B-D8A2-1997-A5B56A02FD41}"/>
          </ac:spMkLst>
        </pc:spChg>
        <pc:picChg chg="add mod">
          <ac:chgData name="Deepika Vatsa" userId="f7100972-27fe-4ee6-8fb4-ec9b7931b409" providerId="ADAL" clId="{AC929AA0-30FE-40F5-9F14-BAD5341BE9C1}" dt="2025-07-23T06:16:04.107" v="969" actId="1076"/>
          <ac:picMkLst>
            <pc:docMk/>
            <pc:sldMk cId="3854070128" sldId="601"/>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2717130231" sldId="602"/>
        </pc:sldMkLst>
      </pc:sldChg>
      <pc:sldChg chg="delSp modSp add mod">
        <pc:chgData name="Deepika Vatsa" userId="f7100972-27fe-4ee6-8fb4-ec9b7931b409" providerId="ADAL" clId="{AC929AA0-30FE-40F5-9F14-BAD5341BE9C1}" dt="2025-07-23T06:22:53.809" v="1167" actId="20577"/>
        <pc:sldMkLst>
          <pc:docMk/>
          <pc:sldMk cId="3816700751" sldId="602"/>
        </pc:sldMkLst>
        <pc:spChg chg="mod">
          <ac:chgData name="Deepika Vatsa" userId="f7100972-27fe-4ee6-8fb4-ec9b7931b409" providerId="ADAL" clId="{AC929AA0-30FE-40F5-9F14-BAD5341BE9C1}" dt="2025-07-23T06:22:53.809" v="1167" actId="20577"/>
          <ac:spMkLst>
            <pc:docMk/>
            <pc:sldMk cId="3816700751" sldId="602"/>
            <ac:spMk id="11" creationId="{06381CCD-359B-D8A2-1997-A5B56A02FD41}"/>
          </ac:spMkLst>
        </pc:spChg>
        <pc:picChg chg="del">
          <ac:chgData name="Deepika Vatsa" userId="f7100972-27fe-4ee6-8fb4-ec9b7931b409" providerId="ADAL" clId="{AC929AA0-30FE-40F5-9F14-BAD5341BE9C1}" dt="2025-07-23T06:19:57.911" v="1128" actId="478"/>
          <ac:picMkLst>
            <pc:docMk/>
            <pc:sldMk cId="3816700751" sldId="602"/>
            <ac:picMk id="6146" creationId="{66E1EC1A-96D5-0E00-533E-726B7D655EC9}"/>
          </ac:picMkLst>
        </pc:picChg>
      </pc:sldChg>
      <pc:sldChg chg="del">
        <pc:chgData name="Deepika Vatsa" userId="f7100972-27fe-4ee6-8fb4-ec9b7931b409" providerId="ADAL" clId="{AC929AA0-30FE-40F5-9F14-BAD5341BE9C1}" dt="2025-07-23T05:27:46.693" v="1" actId="47"/>
        <pc:sldMkLst>
          <pc:docMk/>
          <pc:sldMk cId="1266594393" sldId="603"/>
        </pc:sldMkLst>
      </pc:sldChg>
      <pc:sldChg chg="addSp delSp modSp add mod">
        <pc:chgData name="Deepika Vatsa" userId="f7100972-27fe-4ee6-8fb4-ec9b7931b409" providerId="ADAL" clId="{AC929AA0-30FE-40F5-9F14-BAD5341BE9C1}" dt="2025-07-23T06:27:21.109" v="1196" actId="207"/>
        <pc:sldMkLst>
          <pc:docMk/>
          <pc:sldMk cId="3109653638" sldId="603"/>
        </pc:sldMkLst>
        <pc:spChg chg="mod">
          <ac:chgData name="Deepika Vatsa" userId="f7100972-27fe-4ee6-8fb4-ec9b7931b409" providerId="ADAL" clId="{AC929AA0-30FE-40F5-9F14-BAD5341BE9C1}" dt="2025-07-23T06:24:40.986" v="1182" actId="20577"/>
          <ac:spMkLst>
            <pc:docMk/>
            <pc:sldMk cId="3109653638" sldId="603"/>
            <ac:spMk id="2" creationId="{00000000-0000-0000-0000-000000000000}"/>
          </ac:spMkLst>
        </pc:spChg>
        <pc:spChg chg="add mod">
          <ac:chgData name="Deepika Vatsa" userId="f7100972-27fe-4ee6-8fb4-ec9b7931b409" providerId="ADAL" clId="{AC929AA0-30FE-40F5-9F14-BAD5341BE9C1}" dt="2025-07-23T06:27:21.109" v="1196" actId="207"/>
          <ac:spMkLst>
            <pc:docMk/>
            <pc:sldMk cId="3109653638" sldId="603"/>
            <ac:spMk id="5" creationId="{828D6187-34F2-C300-952E-69BC96F18703}"/>
          </ac:spMkLst>
        </pc:spChg>
        <pc:spChg chg="del">
          <ac:chgData name="Deepika Vatsa" userId="f7100972-27fe-4ee6-8fb4-ec9b7931b409" providerId="ADAL" clId="{AC929AA0-30FE-40F5-9F14-BAD5341BE9C1}" dt="2025-07-23T06:24:44.760" v="1183" actId="478"/>
          <ac:spMkLst>
            <pc:docMk/>
            <pc:sldMk cId="3109653638" sldId="603"/>
            <ac:spMk id="11" creationId="{06381CCD-359B-D8A2-1997-A5B56A02FD41}"/>
          </ac:spMkLst>
        </pc:spChg>
        <pc:picChg chg="add mod">
          <ac:chgData name="Deepika Vatsa" userId="f7100972-27fe-4ee6-8fb4-ec9b7931b409" providerId="ADAL" clId="{AC929AA0-30FE-40F5-9F14-BAD5341BE9C1}" dt="2025-07-23T06:26:16.292" v="1188" actId="1076"/>
          <ac:picMkLst>
            <pc:docMk/>
            <pc:sldMk cId="3109653638" sldId="603"/>
            <ac:picMk id="7170" creationId="{A1AF04A7-0FA2-044D-C214-524777ECC4EB}"/>
          </ac:picMkLst>
        </pc:picChg>
      </pc:sldChg>
      <pc:sldChg chg="addSp delSp modSp add mod">
        <pc:chgData name="Deepika Vatsa" userId="f7100972-27fe-4ee6-8fb4-ec9b7931b409" providerId="ADAL" clId="{AC929AA0-30FE-40F5-9F14-BAD5341BE9C1}" dt="2025-07-23T06:29:22.447" v="1246" actId="20577"/>
        <pc:sldMkLst>
          <pc:docMk/>
          <pc:sldMk cId="649285932" sldId="604"/>
        </pc:sldMkLst>
        <pc:spChg chg="mod">
          <ac:chgData name="Deepika Vatsa" userId="f7100972-27fe-4ee6-8fb4-ec9b7931b409" providerId="ADAL" clId="{AC929AA0-30FE-40F5-9F14-BAD5341BE9C1}" dt="2025-07-23T06:29:22.447" v="1246" actId="20577"/>
          <ac:spMkLst>
            <pc:docMk/>
            <pc:sldMk cId="649285932" sldId="604"/>
            <ac:spMk id="2" creationId="{00000000-0000-0000-0000-000000000000}"/>
          </ac:spMkLst>
        </pc:spChg>
        <pc:spChg chg="del">
          <ac:chgData name="Deepika Vatsa" userId="f7100972-27fe-4ee6-8fb4-ec9b7931b409" providerId="ADAL" clId="{AC929AA0-30FE-40F5-9F14-BAD5341BE9C1}" dt="2025-07-23T06:27:54.847" v="1209" actId="478"/>
          <ac:spMkLst>
            <pc:docMk/>
            <pc:sldMk cId="649285932" sldId="604"/>
            <ac:spMk id="11" creationId="{06381CCD-359B-D8A2-1997-A5B56A02FD41}"/>
          </ac:spMkLst>
        </pc:spChg>
        <pc:graphicFrameChg chg="add mod modGraphic">
          <ac:chgData name="Deepika Vatsa" userId="f7100972-27fe-4ee6-8fb4-ec9b7931b409" providerId="ADAL" clId="{AC929AA0-30FE-40F5-9F14-BAD5341BE9C1}" dt="2025-07-23T06:28:30.079" v="1235" actId="122"/>
          <ac:graphicFrameMkLst>
            <pc:docMk/>
            <pc:sldMk cId="649285932" sldId="604"/>
            <ac:graphicFrameMk id="4" creationId="{F44C14DF-6D4A-688F-B8CE-CD66EFA6FC96}"/>
          </ac:graphicFrameMkLst>
        </pc:graphicFrameChg>
      </pc:sldChg>
      <pc:sldChg chg="del">
        <pc:chgData name="Deepika Vatsa" userId="f7100972-27fe-4ee6-8fb4-ec9b7931b409" providerId="ADAL" clId="{AC929AA0-30FE-40F5-9F14-BAD5341BE9C1}" dt="2025-07-23T05:27:46.693" v="1" actId="47"/>
        <pc:sldMkLst>
          <pc:docMk/>
          <pc:sldMk cId="4255891347" sldId="604"/>
        </pc:sldMkLst>
      </pc:sldChg>
      <pc:sldChg chg="modSp add mod">
        <pc:chgData name="Deepika Vatsa" userId="f7100972-27fe-4ee6-8fb4-ec9b7931b409" providerId="ADAL" clId="{AC929AA0-30FE-40F5-9F14-BAD5341BE9C1}" dt="2025-07-23T06:33:43.223" v="1306" actId="20577"/>
        <pc:sldMkLst>
          <pc:docMk/>
          <pc:sldMk cId="2666969699" sldId="605"/>
        </pc:sldMkLst>
        <pc:spChg chg="mod">
          <ac:chgData name="Deepika Vatsa" userId="f7100972-27fe-4ee6-8fb4-ec9b7931b409" providerId="ADAL" clId="{AC929AA0-30FE-40F5-9F14-BAD5341BE9C1}" dt="2025-07-23T06:29:33.883" v="1265" actId="20577"/>
          <ac:spMkLst>
            <pc:docMk/>
            <pc:sldMk cId="2666969699" sldId="605"/>
            <ac:spMk id="2" creationId="{00000000-0000-0000-0000-000000000000}"/>
          </ac:spMkLst>
        </pc:spChg>
        <pc:spChg chg="mod">
          <ac:chgData name="Deepika Vatsa" userId="f7100972-27fe-4ee6-8fb4-ec9b7931b409" providerId="ADAL" clId="{AC929AA0-30FE-40F5-9F14-BAD5341BE9C1}" dt="2025-07-23T06:33:43.223" v="1306" actId="20577"/>
          <ac:spMkLst>
            <pc:docMk/>
            <pc:sldMk cId="2666969699" sldId="605"/>
            <ac:spMk id="11" creationId="{06381CCD-359B-D8A2-1997-A5B56A02FD41}"/>
          </ac:spMkLst>
        </pc:spChg>
      </pc:sldChg>
      <pc:sldChg chg="del">
        <pc:chgData name="Deepika Vatsa" userId="f7100972-27fe-4ee6-8fb4-ec9b7931b409" providerId="ADAL" clId="{AC929AA0-30FE-40F5-9F14-BAD5341BE9C1}" dt="2025-07-23T05:27:46.693" v="1" actId="47"/>
        <pc:sldMkLst>
          <pc:docMk/>
          <pc:sldMk cId="3000343820" sldId="605"/>
        </pc:sldMkLst>
      </pc:sldChg>
      <pc:sldChg chg="modSp add mod">
        <pc:chgData name="Deepika Vatsa" userId="f7100972-27fe-4ee6-8fb4-ec9b7931b409" providerId="ADAL" clId="{AC929AA0-30FE-40F5-9F14-BAD5341BE9C1}" dt="2025-07-23T06:34:57.432" v="1319" actId="20577"/>
        <pc:sldMkLst>
          <pc:docMk/>
          <pc:sldMk cId="1055965943" sldId="606"/>
        </pc:sldMkLst>
        <pc:spChg chg="mod">
          <ac:chgData name="Deepika Vatsa" userId="f7100972-27fe-4ee6-8fb4-ec9b7931b409" providerId="ADAL" clId="{AC929AA0-30FE-40F5-9F14-BAD5341BE9C1}" dt="2025-07-23T06:34:57.432" v="1319" actId="20577"/>
          <ac:spMkLst>
            <pc:docMk/>
            <pc:sldMk cId="1055965943" sldId="606"/>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1265168596" sldId="607"/>
        </pc:sldMkLst>
      </pc:sldChg>
      <pc:sldChg chg="modSp add mod">
        <pc:chgData name="Deepika Vatsa" userId="f7100972-27fe-4ee6-8fb4-ec9b7931b409" providerId="ADAL" clId="{AC929AA0-30FE-40F5-9F14-BAD5341BE9C1}" dt="2025-07-23T06:35:21.314" v="1325" actId="12"/>
        <pc:sldMkLst>
          <pc:docMk/>
          <pc:sldMk cId="3928892522" sldId="607"/>
        </pc:sldMkLst>
        <pc:spChg chg="mod">
          <ac:chgData name="Deepika Vatsa" userId="f7100972-27fe-4ee6-8fb4-ec9b7931b409" providerId="ADAL" clId="{AC929AA0-30FE-40F5-9F14-BAD5341BE9C1}" dt="2025-07-23T06:35:21.314" v="1325" actId="12"/>
          <ac:spMkLst>
            <pc:docMk/>
            <pc:sldMk cId="3928892522" sldId="607"/>
            <ac:spMk id="11" creationId="{06381CCD-359B-D8A2-1997-A5B56A02FD41}"/>
          </ac:spMkLst>
        </pc:spChg>
      </pc:sldChg>
      <pc:sldChg chg="modSp add mod">
        <pc:chgData name="Deepika Vatsa" userId="f7100972-27fe-4ee6-8fb4-ec9b7931b409" providerId="ADAL" clId="{AC929AA0-30FE-40F5-9F14-BAD5341BE9C1}" dt="2025-07-23T06:36:29.475" v="1337" actId="113"/>
        <pc:sldMkLst>
          <pc:docMk/>
          <pc:sldMk cId="2914318388" sldId="608"/>
        </pc:sldMkLst>
        <pc:spChg chg="mod">
          <ac:chgData name="Deepika Vatsa" userId="f7100972-27fe-4ee6-8fb4-ec9b7931b409" providerId="ADAL" clId="{AC929AA0-30FE-40F5-9F14-BAD5341BE9C1}" dt="2025-07-23T06:36:29.475" v="1337" actId="113"/>
          <ac:spMkLst>
            <pc:docMk/>
            <pc:sldMk cId="2914318388" sldId="608"/>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3320274339" sldId="608"/>
        </pc:sldMkLst>
      </pc:sldChg>
      <pc:sldChg chg="modSp add mod">
        <pc:chgData name="Deepika Vatsa" userId="f7100972-27fe-4ee6-8fb4-ec9b7931b409" providerId="ADAL" clId="{AC929AA0-30FE-40F5-9F14-BAD5341BE9C1}" dt="2025-07-23T09:28:35.976" v="1511" actId="20577"/>
        <pc:sldMkLst>
          <pc:docMk/>
          <pc:sldMk cId="726719763" sldId="609"/>
        </pc:sldMkLst>
        <pc:spChg chg="mod">
          <ac:chgData name="Deepika Vatsa" userId="f7100972-27fe-4ee6-8fb4-ec9b7931b409" providerId="ADAL" clId="{AC929AA0-30FE-40F5-9F14-BAD5341BE9C1}" dt="2025-07-23T09:28:35.976" v="1511" actId="20577"/>
          <ac:spMkLst>
            <pc:docMk/>
            <pc:sldMk cId="726719763" sldId="609"/>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2282133231" sldId="609"/>
        </pc:sldMkLst>
      </pc:sldChg>
      <pc:sldChg chg="del">
        <pc:chgData name="Deepika Vatsa" userId="f7100972-27fe-4ee6-8fb4-ec9b7931b409" providerId="ADAL" clId="{AC929AA0-30FE-40F5-9F14-BAD5341BE9C1}" dt="2025-07-23T05:28:15.070" v="2" actId="47"/>
        <pc:sldMkLst>
          <pc:docMk/>
          <pc:sldMk cId="2610700906" sldId="610"/>
        </pc:sldMkLst>
      </pc:sldChg>
      <pc:sldChg chg="modSp add mod">
        <pc:chgData name="Deepika Vatsa" userId="f7100972-27fe-4ee6-8fb4-ec9b7931b409" providerId="ADAL" clId="{AC929AA0-30FE-40F5-9F14-BAD5341BE9C1}" dt="2025-07-23T06:39:46.112" v="1429" actId="20577"/>
        <pc:sldMkLst>
          <pc:docMk/>
          <pc:sldMk cId="3648386067" sldId="610"/>
        </pc:sldMkLst>
        <pc:spChg chg="mod">
          <ac:chgData name="Deepika Vatsa" userId="f7100972-27fe-4ee6-8fb4-ec9b7931b409" providerId="ADAL" clId="{AC929AA0-30FE-40F5-9F14-BAD5341BE9C1}" dt="2025-07-23T06:39:46.112" v="1429" actId="20577"/>
          <ac:spMkLst>
            <pc:docMk/>
            <pc:sldMk cId="3648386067" sldId="610"/>
            <ac:spMk id="11" creationId="{06381CCD-359B-D8A2-1997-A5B56A02FD41}"/>
          </ac:spMkLst>
        </pc:spChg>
      </pc:sldChg>
      <pc:sldChg chg="del">
        <pc:chgData name="Deepika Vatsa" userId="f7100972-27fe-4ee6-8fb4-ec9b7931b409" providerId="ADAL" clId="{AC929AA0-30FE-40F5-9F14-BAD5341BE9C1}" dt="2025-07-23T05:28:15.070" v="2" actId="47"/>
        <pc:sldMkLst>
          <pc:docMk/>
          <pc:sldMk cId="565857117" sldId="611"/>
        </pc:sldMkLst>
      </pc:sldChg>
      <pc:sldChg chg="modSp add mod">
        <pc:chgData name="Deepika Vatsa" userId="f7100972-27fe-4ee6-8fb4-ec9b7931b409" providerId="ADAL" clId="{AC929AA0-30FE-40F5-9F14-BAD5341BE9C1}" dt="2025-07-23T06:41:42.519" v="1501" actId="5793"/>
        <pc:sldMkLst>
          <pc:docMk/>
          <pc:sldMk cId="1440736019" sldId="611"/>
        </pc:sldMkLst>
        <pc:spChg chg="mod">
          <ac:chgData name="Deepika Vatsa" userId="f7100972-27fe-4ee6-8fb4-ec9b7931b409" providerId="ADAL" clId="{AC929AA0-30FE-40F5-9F14-BAD5341BE9C1}" dt="2025-07-23T06:40:24.433" v="1440" actId="20577"/>
          <ac:spMkLst>
            <pc:docMk/>
            <pc:sldMk cId="1440736019" sldId="611"/>
            <ac:spMk id="2" creationId="{00000000-0000-0000-0000-000000000000}"/>
          </ac:spMkLst>
        </pc:spChg>
        <pc:spChg chg="mod">
          <ac:chgData name="Deepika Vatsa" userId="f7100972-27fe-4ee6-8fb4-ec9b7931b409" providerId="ADAL" clId="{AC929AA0-30FE-40F5-9F14-BAD5341BE9C1}" dt="2025-07-23T06:41:42.519" v="1501" actId="5793"/>
          <ac:spMkLst>
            <pc:docMk/>
            <pc:sldMk cId="1440736019" sldId="611"/>
            <ac:spMk id="11" creationId="{06381CCD-359B-D8A2-1997-A5B56A02FD41}"/>
          </ac:spMkLst>
        </pc:spChg>
      </pc:sldChg>
      <pc:sldChg chg="modSp add mod">
        <pc:chgData name="Deepika Vatsa" userId="f7100972-27fe-4ee6-8fb4-ec9b7931b409" providerId="ADAL" clId="{AC929AA0-30FE-40F5-9F14-BAD5341BE9C1}" dt="2025-07-23T09:47:26.324" v="1571" actId="20577"/>
        <pc:sldMkLst>
          <pc:docMk/>
          <pc:sldMk cId="1106724558" sldId="612"/>
        </pc:sldMkLst>
        <pc:spChg chg="mod">
          <ac:chgData name="Deepika Vatsa" userId="f7100972-27fe-4ee6-8fb4-ec9b7931b409" providerId="ADAL" clId="{AC929AA0-30FE-40F5-9F14-BAD5341BE9C1}" dt="2025-07-23T09:47:26.324" v="1571" actId="20577"/>
          <ac:spMkLst>
            <pc:docMk/>
            <pc:sldMk cId="1106724558" sldId="612"/>
            <ac:spMk id="11" creationId="{06381CCD-359B-D8A2-1997-A5B56A02FD41}"/>
          </ac:spMkLst>
        </pc:spChg>
      </pc:sldChg>
      <pc:sldMasterChg chg="del delSldLayout">
        <pc:chgData name="Deepika Vatsa" userId="f7100972-27fe-4ee6-8fb4-ec9b7931b409" providerId="ADAL" clId="{AC929AA0-30FE-40F5-9F14-BAD5341BE9C1}" dt="2025-07-23T06:42:21.688" v="1504" actId="47"/>
        <pc:sldMasterMkLst>
          <pc:docMk/>
          <pc:sldMasterMk cId="220542818" sldId="2147483684"/>
        </pc:sldMasterMkLst>
        <pc:sldLayoutChg chg="del">
          <pc:chgData name="Deepika Vatsa" userId="f7100972-27fe-4ee6-8fb4-ec9b7931b409" providerId="ADAL" clId="{AC929AA0-30FE-40F5-9F14-BAD5341BE9C1}" dt="2025-07-23T06:42:21.688" v="1504" actId="47"/>
          <pc:sldLayoutMkLst>
            <pc:docMk/>
            <pc:sldMasterMk cId="220542818" sldId="2147483684"/>
            <pc:sldLayoutMk cId="1969632149" sldId="2147483685"/>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715519172" sldId="2147483686"/>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069285203" sldId="2147483687"/>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3481227295" sldId="2147483688"/>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420472748" sldId="2147483689"/>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87148095" sldId="2147483690"/>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192461630" sldId="2147483691"/>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84921356" sldId="2147483692"/>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1388528399" sldId="2147483693"/>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2764167781" sldId="2147483694"/>
          </pc:sldLayoutMkLst>
        </pc:sldLayoutChg>
        <pc:sldLayoutChg chg="del">
          <pc:chgData name="Deepika Vatsa" userId="f7100972-27fe-4ee6-8fb4-ec9b7931b409" providerId="ADAL" clId="{AC929AA0-30FE-40F5-9F14-BAD5341BE9C1}" dt="2025-07-23T06:42:21.688" v="1504" actId="47"/>
          <pc:sldLayoutMkLst>
            <pc:docMk/>
            <pc:sldMasterMk cId="220542818" sldId="2147483684"/>
            <pc:sldLayoutMk cId="483679427" sldId="2147483695"/>
          </pc:sldLayoutMkLst>
        </pc:sldLayoutChg>
      </pc:sldMasterChg>
    </pc:docChg>
  </pc:docChgLst>
  <pc:docChgLst>
    <pc:chgData name="Hoor Fatima" userId="8f3a0386-cde8-4824-abbb-da106ff85ca6" providerId="ADAL" clId="{EEDEA048-40A0-4102-9473-E3FCCA9E4CCF}"/>
    <pc:docChg chg="custSel addSld modSld">
      <pc:chgData name="Hoor Fatima" userId="8f3a0386-cde8-4824-abbb-da106ff85ca6" providerId="ADAL" clId="{EEDEA048-40A0-4102-9473-E3FCCA9E4CCF}" dt="2025-07-21T19:04:14.283" v="27"/>
      <pc:docMkLst>
        <pc:docMk/>
      </pc:docMkLst>
      <pc:sldChg chg="delSp modSp mod">
        <pc:chgData name="Hoor Fatima" userId="8f3a0386-cde8-4824-abbb-da106ff85ca6" providerId="ADAL" clId="{EEDEA048-40A0-4102-9473-E3FCCA9E4CCF}" dt="2025-07-21T19:03:54.910" v="26" actId="14100"/>
        <pc:sldMkLst>
          <pc:docMk/>
          <pc:sldMk cId="0" sldId="395"/>
        </pc:sldMkLst>
        <pc:spChg chg="mod">
          <ac:chgData name="Hoor Fatima" userId="8f3a0386-cde8-4824-abbb-da106ff85ca6" providerId="ADAL" clId="{EEDEA048-40A0-4102-9473-E3FCCA9E4CCF}" dt="2025-07-21T19:03:54.910" v="26" actId="14100"/>
          <ac:spMkLst>
            <pc:docMk/>
            <pc:sldMk cId="0" sldId="395"/>
            <ac:spMk id="2" creationId="{00000000-0000-0000-0000-000000000000}"/>
          </ac:spMkLst>
        </pc:spChg>
        <pc:spChg chg="del">
          <ac:chgData name="Hoor Fatima" userId="8f3a0386-cde8-4824-abbb-da106ff85ca6" providerId="ADAL" clId="{EEDEA048-40A0-4102-9473-E3FCCA9E4CCF}" dt="2025-07-21T19:03:28.832" v="6" actId="478"/>
          <ac:spMkLst>
            <pc:docMk/>
            <pc:sldMk cId="0" sldId="395"/>
            <ac:spMk id="4" creationId="{00000000-0000-0000-0000-000000000000}"/>
          </ac:spMkLst>
        </pc:spChg>
        <pc:spChg chg="del">
          <ac:chgData name="Hoor Fatima" userId="8f3a0386-cde8-4824-abbb-da106ff85ca6" providerId="ADAL" clId="{EEDEA048-40A0-4102-9473-E3FCCA9E4CCF}" dt="2025-07-21T19:03:26.127" v="5" actId="478"/>
          <ac:spMkLst>
            <pc:docMk/>
            <pc:sldMk cId="0" sldId="395"/>
            <ac:spMk id="10" creationId="{00000000-0000-0000-0000-000000000000}"/>
          </ac:spMkLst>
        </pc:spChg>
      </pc:sldChg>
      <pc:sldChg chg="add">
        <pc:chgData name="Hoor Fatima" userId="8f3a0386-cde8-4824-abbb-da106ff85ca6" providerId="ADAL" clId="{EEDEA048-40A0-4102-9473-E3FCCA9E4CCF}" dt="2025-07-21T19:04:14.283" v="27"/>
        <pc:sldMkLst>
          <pc:docMk/>
          <pc:sldMk cId="0" sldId="589"/>
        </pc:sldMkLst>
      </pc:sldChg>
    </pc:docChg>
  </pc:docChgLst>
  <pc:docChgLst>
    <pc:chgData name="Deepika Vatsa" userId="f7100972-27fe-4ee6-8fb4-ec9b7931b409" providerId="ADAL" clId="{7BBACB10-8586-4BCC-A476-38C462E71A11}"/>
    <pc:docChg chg="undo custSel addSld delSld modSld sldOrd">
      <pc:chgData name="Deepika Vatsa" userId="f7100972-27fe-4ee6-8fb4-ec9b7931b409" providerId="ADAL" clId="{7BBACB10-8586-4BCC-A476-38C462E71A11}" dt="2025-08-20T11:37:16.703" v="2620"/>
      <pc:docMkLst>
        <pc:docMk/>
      </pc:docMkLst>
      <pc:sldChg chg="modSp mod">
        <pc:chgData name="Deepika Vatsa" userId="f7100972-27fe-4ee6-8fb4-ec9b7931b409" providerId="ADAL" clId="{7BBACB10-8586-4BCC-A476-38C462E71A11}" dt="2025-08-18T12:29:45.278" v="20" actId="5793"/>
        <pc:sldMkLst>
          <pc:docMk/>
          <pc:sldMk cId="0" sldId="395"/>
        </pc:sldMkLst>
        <pc:spChg chg="mod">
          <ac:chgData name="Deepika Vatsa" userId="f7100972-27fe-4ee6-8fb4-ec9b7931b409" providerId="ADAL" clId="{7BBACB10-8586-4BCC-A476-38C462E71A11}" dt="2025-08-18T12:29:45.278" v="20" actId="5793"/>
          <ac:spMkLst>
            <pc:docMk/>
            <pc:sldMk cId="0" sldId="395"/>
            <ac:spMk id="2" creationId="{00000000-0000-0000-0000-000000000000}"/>
          </ac:spMkLst>
        </pc:spChg>
      </pc:sldChg>
      <pc:sldChg chg="modSp mod">
        <pc:chgData name="Deepika Vatsa" userId="f7100972-27fe-4ee6-8fb4-ec9b7931b409" providerId="ADAL" clId="{7BBACB10-8586-4BCC-A476-38C462E71A11}" dt="2025-08-18T12:31:36.988" v="182" actId="20577"/>
        <pc:sldMkLst>
          <pc:docMk/>
          <pc:sldMk cId="3439049211" sldId="591"/>
        </pc:sldMkLst>
        <pc:spChg chg="mod">
          <ac:chgData name="Deepika Vatsa" userId="f7100972-27fe-4ee6-8fb4-ec9b7931b409" providerId="ADAL" clId="{7BBACB10-8586-4BCC-A476-38C462E71A11}" dt="2025-08-18T12:31:36.988" v="182" actId="20577"/>
          <ac:spMkLst>
            <pc:docMk/>
            <pc:sldMk cId="3439049211" sldId="591"/>
            <ac:spMk id="11" creationId="{06381CCD-359B-D8A2-1997-A5B56A02FD41}"/>
          </ac:spMkLst>
        </pc:spChg>
      </pc:sldChg>
      <pc:sldChg chg="addSp delSp modSp mod">
        <pc:chgData name="Deepika Vatsa" userId="f7100972-27fe-4ee6-8fb4-ec9b7931b409" providerId="ADAL" clId="{7BBACB10-8586-4BCC-A476-38C462E71A11}" dt="2025-08-20T11:37:16.703" v="2620"/>
        <pc:sldMkLst>
          <pc:docMk/>
          <pc:sldMk cId="3198423911" sldId="593"/>
        </pc:sldMkLst>
        <pc:spChg chg="mod">
          <ac:chgData name="Deepika Vatsa" userId="f7100972-27fe-4ee6-8fb4-ec9b7931b409" providerId="ADAL" clId="{7BBACB10-8586-4BCC-A476-38C462E71A11}" dt="2025-08-18T12:33:31.379" v="207" actId="20577"/>
          <ac:spMkLst>
            <pc:docMk/>
            <pc:sldMk cId="3198423911" sldId="593"/>
            <ac:spMk id="2" creationId="{00000000-0000-0000-0000-000000000000}"/>
          </ac:spMkLst>
        </pc:spChg>
        <pc:spChg chg="add mod">
          <ac:chgData name="Deepika Vatsa" userId="f7100972-27fe-4ee6-8fb4-ec9b7931b409" providerId="ADAL" clId="{7BBACB10-8586-4BCC-A476-38C462E71A11}" dt="2025-08-20T05:22:36.788" v="398" actId="20577"/>
          <ac:spMkLst>
            <pc:docMk/>
            <pc:sldMk cId="3198423911" sldId="593"/>
            <ac:spMk id="5" creationId="{2461C6AC-CE12-CE55-1E34-C97C06A15181}"/>
          </ac:spMkLst>
        </pc:spChg>
        <pc:picChg chg="del">
          <ac:chgData name="Deepika Vatsa" userId="f7100972-27fe-4ee6-8fb4-ec9b7931b409" providerId="ADAL" clId="{7BBACB10-8586-4BCC-A476-38C462E71A11}" dt="2025-08-18T12:33:10.652" v="200" actId="478"/>
          <ac:picMkLst>
            <pc:docMk/>
            <pc:sldMk cId="3198423911" sldId="593"/>
            <ac:picMk id="9" creationId="{D35FFCD6-253F-CEEB-E0FE-880344B9FA65}"/>
          </ac:picMkLst>
        </pc:picChg>
        <pc:inkChg chg="add">
          <ac:chgData name="Deepika Vatsa" userId="f7100972-27fe-4ee6-8fb4-ec9b7931b409" providerId="ADAL" clId="{7BBACB10-8586-4BCC-A476-38C462E71A11}" dt="2025-08-20T11:37:16.703" v="2620"/>
          <ac:inkMkLst>
            <pc:docMk/>
            <pc:sldMk cId="3198423911" sldId="593"/>
            <ac:inkMk id="4" creationId="{F57AC4F4-9915-BC5C-2518-359ABAE0993A}"/>
          </ac:inkMkLst>
        </pc:inkChg>
      </pc:sldChg>
      <pc:sldChg chg="del">
        <pc:chgData name="Deepika Vatsa" userId="f7100972-27fe-4ee6-8fb4-ec9b7931b409" providerId="ADAL" clId="{7BBACB10-8586-4BCC-A476-38C462E71A11}" dt="2025-08-20T05:31:23.337" v="444" actId="2696"/>
        <pc:sldMkLst>
          <pc:docMk/>
          <pc:sldMk cId="815781673" sldId="595"/>
        </pc:sldMkLst>
      </pc:sldChg>
      <pc:sldChg chg="del">
        <pc:chgData name="Deepika Vatsa" userId="f7100972-27fe-4ee6-8fb4-ec9b7931b409" providerId="ADAL" clId="{7BBACB10-8586-4BCC-A476-38C462E71A11}" dt="2025-08-20T05:31:23.337" v="444" actId="2696"/>
        <pc:sldMkLst>
          <pc:docMk/>
          <pc:sldMk cId="3468002330" sldId="615"/>
        </pc:sldMkLst>
      </pc:sldChg>
      <pc:sldChg chg="del">
        <pc:chgData name="Deepika Vatsa" userId="f7100972-27fe-4ee6-8fb4-ec9b7931b409" providerId="ADAL" clId="{7BBACB10-8586-4BCC-A476-38C462E71A11}" dt="2025-08-20T05:31:23.337" v="444" actId="2696"/>
        <pc:sldMkLst>
          <pc:docMk/>
          <pc:sldMk cId="2334307004" sldId="616"/>
        </pc:sldMkLst>
      </pc:sldChg>
      <pc:sldChg chg="del">
        <pc:chgData name="Deepika Vatsa" userId="f7100972-27fe-4ee6-8fb4-ec9b7931b409" providerId="ADAL" clId="{7BBACB10-8586-4BCC-A476-38C462E71A11}" dt="2025-08-20T05:31:23.337" v="444" actId="2696"/>
        <pc:sldMkLst>
          <pc:docMk/>
          <pc:sldMk cId="3542099841" sldId="617"/>
        </pc:sldMkLst>
      </pc:sldChg>
      <pc:sldChg chg="del">
        <pc:chgData name="Deepika Vatsa" userId="f7100972-27fe-4ee6-8fb4-ec9b7931b409" providerId="ADAL" clId="{7BBACB10-8586-4BCC-A476-38C462E71A11}" dt="2025-08-20T05:31:23.337" v="444" actId="2696"/>
        <pc:sldMkLst>
          <pc:docMk/>
          <pc:sldMk cId="3991955979" sldId="618"/>
        </pc:sldMkLst>
      </pc:sldChg>
      <pc:sldChg chg="del">
        <pc:chgData name="Deepika Vatsa" userId="f7100972-27fe-4ee6-8fb4-ec9b7931b409" providerId="ADAL" clId="{7BBACB10-8586-4BCC-A476-38C462E71A11}" dt="2025-08-20T05:31:23.337" v="444" actId="2696"/>
        <pc:sldMkLst>
          <pc:docMk/>
          <pc:sldMk cId="3912900456" sldId="619"/>
        </pc:sldMkLst>
      </pc:sldChg>
      <pc:sldChg chg="addSp delSp modSp mod">
        <pc:chgData name="Deepika Vatsa" userId="f7100972-27fe-4ee6-8fb4-ec9b7931b409" providerId="ADAL" clId="{7BBACB10-8586-4BCC-A476-38C462E71A11}" dt="2025-08-20T11:37:16.703" v="2620"/>
        <pc:sldMkLst>
          <pc:docMk/>
          <pc:sldMk cId="4060805478" sldId="620"/>
        </pc:sldMkLst>
        <pc:spChg chg="mod">
          <ac:chgData name="Deepika Vatsa" userId="f7100972-27fe-4ee6-8fb4-ec9b7931b409" providerId="ADAL" clId="{7BBACB10-8586-4BCC-A476-38C462E71A11}" dt="2025-08-18T12:37:05.603" v="344" actId="20577"/>
          <ac:spMkLst>
            <pc:docMk/>
            <pc:sldMk cId="4060805478" sldId="620"/>
            <ac:spMk id="2" creationId="{00000000-0000-0000-0000-000000000000}"/>
          </ac:spMkLst>
        </pc:spChg>
        <pc:picChg chg="add mod">
          <ac:chgData name="Deepika Vatsa" userId="f7100972-27fe-4ee6-8fb4-ec9b7931b409" providerId="ADAL" clId="{7BBACB10-8586-4BCC-A476-38C462E71A11}" dt="2025-08-18T12:37:12.312" v="348" actId="1076"/>
          <ac:picMkLst>
            <pc:docMk/>
            <pc:sldMk cId="4060805478" sldId="620"/>
            <ac:picMk id="5" creationId="{F8E1D368-D16A-C482-965F-806B8E4DF710}"/>
          </ac:picMkLst>
        </pc:picChg>
        <pc:picChg chg="del">
          <ac:chgData name="Deepika Vatsa" userId="f7100972-27fe-4ee6-8fb4-ec9b7931b409" providerId="ADAL" clId="{7BBACB10-8586-4BCC-A476-38C462E71A11}" dt="2025-08-18T12:37:07.625" v="345" actId="478"/>
          <ac:picMkLst>
            <pc:docMk/>
            <pc:sldMk cId="4060805478" sldId="620"/>
            <ac:picMk id="7" creationId="{31B87EC0-4ADE-A96C-B968-87A230E18EEA}"/>
          </ac:picMkLst>
        </pc:picChg>
        <pc:inkChg chg="add">
          <ac:chgData name="Deepika Vatsa" userId="f7100972-27fe-4ee6-8fb4-ec9b7931b409" providerId="ADAL" clId="{7BBACB10-8586-4BCC-A476-38C462E71A11}" dt="2025-08-20T11:37:16.703" v="2620"/>
          <ac:inkMkLst>
            <pc:docMk/>
            <pc:sldMk cId="4060805478" sldId="620"/>
            <ac:inkMk id="4" creationId="{ACC227A6-CFC9-FDCA-DD5F-F63A7A00289C}"/>
          </ac:inkMkLst>
        </pc:inkChg>
      </pc:sldChg>
      <pc:sldChg chg="del">
        <pc:chgData name="Deepika Vatsa" userId="f7100972-27fe-4ee6-8fb4-ec9b7931b409" providerId="ADAL" clId="{7BBACB10-8586-4BCC-A476-38C462E71A11}" dt="2025-08-20T05:31:23.337" v="444" actId="2696"/>
        <pc:sldMkLst>
          <pc:docMk/>
          <pc:sldMk cId="3334835650" sldId="621"/>
        </pc:sldMkLst>
      </pc:sldChg>
      <pc:sldChg chg="del">
        <pc:chgData name="Deepika Vatsa" userId="f7100972-27fe-4ee6-8fb4-ec9b7931b409" providerId="ADAL" clId="{7BBACB10-8586-4BCC-A476-38C462E71A11}" dt="2025-08-20T05:31:23.337" v="444" actId="2696"/>
        <pc:sldMkLst>
          <pc:docMk/>
          <pc:sldMk cId="3976936197" sldId="622"/>
        </pc:sldMkLst>
      </pc:sldChg>
      <pc:sldChg chg="del">
        <pc:chgData name="Deepika Vatsa" userId="f7100972-27fe-4ee6-8fb4-ec9b7931b409" providerId="ADAL" clId="{7BBACB10-8586-4BCC-A476-38C462E71A11}" dt="2025-08-20T05:31:23.337" v="444" actId="2696"/>
        <pc:sldMkLst>
          <pc:docMk/>
          <pc:sldMk cId="1533333801" sldId="623"/>
        </pc:sldMkLst>
      </pc:sldChg>
      <pc:sldChg chg="del">
        <pc:chgData name="Deepika Vatsa" userId="f7100972-27fe-4ee6-8fb4-ec9b7931b409" providerId="ADAL" clId="{7BBACB10-8586-4BCC-A476-38C462E71A11}" dt="2025-08-20T05:31:23.337" v="444" actId="2696"/>
        <pc:sldMkLst>
          <pc:docMk/>
          <pc:sldMk cId="3549948443" sldId="626"/>
        </pc:sldMkLst>
      </pc:sldChg>
      <pc:sldChg chg="del">
        <pc:chgData name="Deepika Vatsa" userId="f7100972-27fe-4ee6-8fb4-ec9b7931b409" providerId="ADAL" clId="{7BBACB10-8586-4BCC-A476-38C462E71A11}" dt="2025-08-20T05:31:23.337" v="444" actId="2696"/>
        <pc:sldMkLst>
          <pc:docMk/>
          <pc:sldMk cId="1492384228" sldId="627"/>
        </pc:sldMkLst>
      </pc:sldChg>
      <pc:sldChg chg="del">
        <pc:chgData name="Deepika Vatsa" userId="f7100972-27fe-4ee6-8fb4-ec9b7931b409" providerId="ADAL" clId="{7BBACB10-8586-4BCC-A476-38C462E71A11}" dt="2025-08-20T05:31:23.337" v="444" actId="2696"/>
        <pc:sldMkLst>
          <pc:docMk/>
          <pc:sldMk cId="3339153089" sldId="628"/>
        </pc:sldMkLst>
      </pc:sldChg>
      <pc:sldChg chg="addSp modSp add mod ord">
        <pc:chgData name="Deepika Vatsa" userId="f7100972-27fe-4ee6-8fb4-ec9b7931b409" providerId="ADAL" clId="{7BBACB10-8586-4BCC-A476-38C462E71A11}" dt="2025-08-20T11:37:16.703" v="2620"/>
        <pc:sldMkLst>
          <pc:docMk/>
          <pc:sldMk cId="1948371539" sldId="629"/>
        </pc:sldMkLst>
        <pc:spChg chg="mod">
          <ac:chgData name="Deepika Vatsa" userId="f7100972-27fe-4ee6-8fb4-ec9b7931b409" providerId="ADAL" clId="{7BBACB10-8586-4BCC-A476-38C462E71A11}" dt="2025-08-18T12:38:15.420" v="373" actId="20577"/>
          <ac:spMkLst>
            <pc:docMk/>
            <pc:sldMk cId="1948371539" sldId="629"/>
            <ac:spMk id="2" creationId="{00000000-0000-0000-0000-000000000000}"/>
          </ac:spMkLst>
        </pc:spChg>
        <pc:spChg chg="mod">
          <ac:chgData name="Deepika Vatsa" userId="f7100972-27fe-4ee6-8fb4-ec9b7931b409" providerId="ADAL" clId="{7BBACB10-8586-4BCC-A476-38C462E71A11}" dt="2025-08-20T05:33:38.153" v="485" actId="13926"/>
          <ac:spMkLst>
            <pc:docMk/>
            <pc:sldMk cId="1948371539" sldId="629"/>
            <ac:spMk id="5" creationId="{2461C6AC-CE12-CE55-1E34-C97C06A15181}"/>
          </ac:spMkLst>
        </pc:spChg>
        <pc:inkChg chg="add">
          <ac:chgData name="Deepika Vatsa" userId="f7100972-27fe-4ee6-8fb4-ec9b7931b409" providerId="ADAL" clId="{7BBACB10-8586-4BCC-A476-38C462E71A11}" dt="2025-08-20T11:37:16.703" v="2620"/>
          <ac:inkMkLst>
            <pc:docMk/>
            <pc:sldMk cId="1948371539" sldId="629"/>
            <ac:inkMk id="4" creationId="{3DCBD848-C1DF-5289-60F8-FC7DAE9FFA5A}"/>
          </ac:inkMkLst>
        </pc:inkChg>
      </pc:sldChg>
      <pc:sldChg chg="addSp modSp add mod">
        <pc:chgData name="Deepika Vatsa" userId="f7100972-27fe-4ee6-8fb4-ec9b7931b409" providerId="ADAL" clId="{7BBACB10-8586-4BCC-A476-38C462E71A11}" dt="2025-08-20T11:37:16.703" v="2620"/>
        <pc:sldMkLst>
          <pc:docMk/>
          <pc:sldMk cId="2752782814" sldId="630"/>
        </pc:sldMkLst>
        <pc:spChg chg="mod">
          <ac:chgData name="Deepika Vatsa" userId="f7100972-27fe-4ee6-8fb4-ec9b7931b409" providerId="ADAL" clId="{7BBACB10-8586-4BCC-A476-38C462E71A11}" dt="2025-08-20T05:34:15.312" v="502" actId="20577"/>
          <ac:spMkLst>
            <pc:docMk/>
            <pc:sldMk cId="2752782814" sldId="630"/>
            <ac:spMk id="2" creationId="{00000000-0000-0000-0000-000000000000}"/>
          </ac:spMkLst>
        </pc:spChg>
        <pc:spChg chg="mod">
          <ac:chgData name="Deepika Vatsa" userId="f7100972-27fe-4ee6-8fb4-ec9b7931b409" providerId="ADAL" clId="{7BBACB10-8586-4BCC-A476-38C462E71A11}" dt="2025-08-20T05:35:04.737" v="549" actId="113"/>
          <ac:spMkLst>
            <pc:docMk/>
            <pc:sldMk cId="2752782814" sldId="630"/>
            <ac:spMk id="5" creationId="{2461C6AC-CE12-CE55-1E34-C97C06A15181}"/>
          </ac:spMkLst>
        </pc:spChg>
        <pc:inkChg chg="add">
          <ac:chgData name="Deepika Vatsa" userId="f7100972-27fe-4ee6-8fb4-ec9b7931b409" providerId="ADAL" clId="{7BBACB10-8586-4BCC-A476-38C462E71A11}" dt="2025-08-20T11:37:16.703" v="2620"/>
          <ac:inkMkLst>
            <pc:docMk/>
            <pc:sldMk cId="2752782814" sldId="630"/>
            <ac:inkMk id="4" creationId="{3BFC01C0-E43D-4B22-D87F-9C76CE5CBFB7}"/>
          </ac:inkMkLst>
        </pc:inkChg>
      </pc:sldChg>
      <pc:sldChg chg="addSp modSp add mod">
        <pc:chgData name="Deepika Vatsa" userId="f7100972-27fe-4ee6-8fb4-ec9b7931b409" providerId="ADAL" clId="{7BBACB10-8586-4BCC-A476-38C462E71A11}" dt="2025-08-20T11:37:16.703" v="2620"/>
        <pc:sldMkLst>
          <pc:docMk/>
          <pc:sldMk cId="4075029183" sldId="631"/>
        </pc:sldMkLst>
        <pc:spChg chg="mod">
          <ac:chgData name="Deepika Vatsa" userId="f7100972-27fe-4ee6-8fb4-ec9b7931b409" providerId="ADAL" clId="{7BBACB10-8586-4BCC-A476-38C462E71A11}" dt="2025-08-20T05:35:15.112" v="559" actId="20577"/>
          <ac:spMkLst>
            <pc:docMk/>
            <pc:sldMk cId="4075029183" sldId="631"/>
            <ac:spMk id="2" creationId="{00000000-0000-0000-0000-000000000000}"/>
          </ac:spMkLst>
        </pc:spChg>
        <pc:spChg chg="mod">
          <ac:chgData name="Deepika Vatsa" userId="f7100972-27fe-4ee6-8fb4-ec9b7931b409" providerId="ADAL" clId="{7BBACB10-8586-4BCC-A476-38C462E71A11}" dt="2025-08-20T06:28:50.083" v="1366"/>
          <ac:spMkLst>
            <pc:docMk/>
            <pc:sldMk cId="4075029183" sldId="631"/>
            <ac:spMk id="5" creationId="{2461C6AC-CE12-CE55-1E34-C97C06A15181}"/>
          </ac:spMkLst>
        </pc:spChg>
        <pc:inkChg chg="add">
          <ac:chgData name="Deepika Vatsa" userId="f7100972-27fe-4ee6-8fb4-ec9b7931b409" providerId="ADAL" clId="{7BBACB10-8586-4BCC-A476-38C462E71A11}" dt="2025-08-20T11:37:16.703" v="2620"/>
          <ac:inkMkLst>
            <pc:docMk/>
            <pc:sldMk cId="4075029183" sldId="631"/>
            <ac:inkMk id="4" creationId="{A5F1C993-15C5-7158-C15A-937A12C77E2B}"/>
          </ac:inkMkLst>
        </pc:inkChg>
      </pc:sldChg>
      <pc:sldChg chg="addSp modSp add mod">
        <pc:chgData name="Deepika Vatsa" userId="f7100972-27fe-4ee6-8fb4-ec9b7931b409" providerId="ADAL" clId="{7BBACB10-8586-4BCC-A476-38C462E71A11}" dt="2025-08-20T11:37:16.703" v="2620"/>
        <pc:sldMkLst>
          <pc:docMk/>
          <pc:sldMk cId="1034070740" sldId="632"/>
        </pc:sldMkLst>
        <pc:spChg chg="mod">
          <ac:chgData name="Deepika Vatsa" userId="f7100972-27fe-4ee6-8fb4-ec9b7931b409" providerId="ADAL" clId="{7BBACB10-8586-4BCC-A476-38C462E71A11}" dt="2025-08-20T05:42:21.751" v="733" actId="20577"/>
          <ac:spMkLst>
            <pc:docMk/>
            <pc:sldMk cId="1034070740" sldId="632"/>
            <ac:spMk id="5" creationId="{2461C6AC-CE12-CE55-1E34-C97C06A15181}"/>
          </ac:spMkLst>
        </pc:spChg>
        <pc:inkChg chg="add">
          <ac:chgData name="Deepika Vatsa" userId="f7100972-27fe-4ee6-8fb4-ec9b7931b409" providerId="ADAL" clId="{7BBACB10-8586-4BCC-A476-38C462E71A11}" dt="2025-08-20T11:37:16.703" v="2620"/>
          <ac:inkMkLst>
            <pc:docMk/>
            <pc:sldMk cId="1034070740" sldId="632"/>
            <ac:inkMk id="4" creationId="{54B5AB7D-BE60-5CBD-D026-7C7EA9133A1C}"/>
          </ac:inkMkLst>
        </pc:inkChg>
      </pc:sldChg>
      <pc:sldChg chg="addSp modSp add mod">
        <pc:chgData name="Deepika Vatsa" userId="f7100972-27fe-4ee6-8fb4-ec9b7931b409" providerId="ADAL" clId="{7BBACB10-8586-4BCC-A476-38C462E71A11}" dt="2025-08-20T11:37:16.703" v="2620"/>
        <pc:sldMkLst>
          <pc:docMk/>
          <pc:sldMk cId="482903048" sldId="633"/>
        </pc:sldMkLst>
        <pc:spChg chg="mod">
          <ac:chgData name="Deepika Vatsa" userId="f7100972-27fe-4ee6-8fb4-ec9b7931b409" providerId="ADAL" clId="{7BBACB10-8586-4BCC-A476-38C462E71A11}" dt="2025-08-20T05:42:58.411" v="741" actId="20577"/>
          <ac:spMkLst>
            <pc:docMk/>
            <pc:sldMk cId="482903048" sldId="633"/>
            <ac:spMk id="2" creationId="{00000000-0000-0000-0000-000000000000}"/>
          </ac:spMkLst>
        </pc:spChg>
        <pc:spChg chg="mod">
          <ac:chgData name="Deepika Vatsa" userId="f7100972-27fe-4ee6-8fb4-ec9b7931b409" providerId="ADAL" clId="{7BBACB10-8586-4BCC-A476-38C462E71A11}" dt="2025-08-20T06:49:27.421" v="1642" actId="114"/>
          <ac:spMkLst>
            <pc:docMk/>
            <pc:sldMk cId="482903048" sldId="633"/>
            <ac:spMk id="5" creationId="{2461C6AC-CE12-CE55-1E34-C97C06A15181}"/>
          </ac:spMkLst>
        </pc:spChg>
        <pc:inkChg chg="add">
          <ac:chgData name="Deepika Vatsa" userId="f7100972-27fe-4ee6-8fb4-ec9b7931b409" providerId="ADAL" clId="{7BBACB10-8586-4BCC-A476-38C462E71A11}" dt="2025-08-20T11:37:16.703" v="2620"/>
          <ac:inkMkLst>
            <pc:docMk/>
            <pc:sldMk cId="482903048" sldId="633"/>
            <ac:inkMk id="4" creationId="{AC239867-B705-D1F0-4231-DBCA68741015}"/>
          </ac:inkMkLst>
        </pc:inkChg>
      </pc:sldChg>
      <pc:sldChg chg="addSp delSp modSp add mod">
        <pc:chgData name="Deepika Vatsa" userId="f7100972-27fe-4ee6-8fb4-ec9b7931b409" providerId="ADAL" clId="{7BBACB10-8586-4BCC-A476-38C462E71A11}" dt="2025-08-20T11:37:16.703" v="2620"/>
        <pc:sldMkLst>
          <pc:docMk/>
          <pc:sldMk cId="2046699416" sldId="634"/>
        </pc:sldMkLst>
        <pc:spChg chg="del">
          <ac:chgData name="Deepika Vatsa" userId="f7100972-27fe-4ee6-8fb4-ec9b7931b409" providerId="ADAL" clId="{7BBACB10-8586-4BCC-A476-38C462E71A11}" dt="2025-08-20T05:57:49.904" v="762" actId="478"/>
          <ac:spMkLst>
            <pc:docMk/>
            <pc:sldMk cId="2046699416" sldId="634"/>
            <ac:spMk id="5" creationId="{2461C6AC-CE12-CE55-1E34-C97C06A15181}"/>
          </ac:spMkLst>
        </pc:spChg>
        <pc:picChg chg="add del mod">
          <ac:chgData name="Deepika Vatsa" userId="f7100972-27fe-4ee6-8fb4-ec9b7931b409" providerId="ADAL" clId="{7BBACB10-8586-4BCC-A476-38C462E71A11}" dt="2025-08-20T06:48:20.647" v="1628" actId="478"/>
          <ac:picMkLst>
            <pc:docMk/>
            <pc:sldMk cId="2046699416" sldId="634"/>
            <ac:picMk id="6" creationId="{AD084D03-C36A-C512-DD48-5B3303E88AA0}"/>
          </ac:picMkLst>
        </pc:picChg>
        <pc:picChg chg="add mod modCrop">
          <ac:chgData name="Deepika Vatsa" userId="f7100972-27fe-4ee6-8fb4-ec9b7931b409" providerId="ADAL" clId="{7BBACB10-8586-4BCC-A476-38C462E71A11}" dt="2025-08-20T06:48:32.274" v="1634" actId="732"/>
          <ac:picMkLst>
            <pc:docMk/>
            <pc:sldMk cId="2046699416" sldId="634"/>
            <ac:picMk id="7" creationId="{4261722E-4B0F-C2A8-2B2E-D7283F121F24}"/>
          </ac:picMkLst>
        </pc:picChg>
        <pc:inkChg chg="add">
          <ac:chgData name="Deepika Vatsa" userId="f7100972-27fe-4ee6-8fb4-ec9b7931b409" providerId="ADAL" clId="{7BBACB10-8586-4BCC-A476-38C462E71A11}" dt="2025-08-20T11:37:16.703" v="2620"/>
          <ac:inkMkLst>
            <pc:docMk/>
            <pc:sldMk cId="2046699416" sldId="634"/>
            <ac:inkMk id="4" creationId="{D70D7400-B8DC-8405-E6B7-D5BD5C5C312A}"/>
          </ac:inkMkLst>
        </pc:inkChg>
      </pc:sldChg>
      <pc:sldChg chg="addSp delSp modSp add mod">
        <pc:chgData name="Deepika Vatsa" userId="f7100972-27fe-4ee6-8fb4-ec9b7931b409" providerId="ADAL" clId="{7BBACB10-8586-4BCC-A476-38C462E71A11}" dt="2025-08-20T11:37:16.703" v="2620"/>
        <pc:sldMkLst>
          <pc:docMk/>
          <pc:sldMk cId="746225030" sldId="635"/>
        </pc:sldMkLst>
        <pc:spChg chg="mod">
          <ac:chgData name="Deepika Vatsa" userId="f7100972-27fe-4ee6-8fb4-ec9b7931b409" providerId="ADAL" clId="{7BBACB10-8586-4BCC-A476-38C462E71A11}" dt="2025-08-20T06:14:36.806" v="792" actId="20577"/>
          <ac:spMkLst>
            <pc:docMk/>
            <pc:sldMk cId="746225030" sldId="635"/>
            <ac:spMk id="2" creationId="{00000000-0000-0000-0000-000000000000}"/>
          </ac:spMkLst>
        </pc:spChg>
        <pc:spChg chg="add mod">
          <ac:chgData name="Deepika Vatsa" userId="f7100972-27fe-4ee6-8fb4-ec9b7931b409" providerId="ADAL" clId="{7BBACB10-8586-4BCC-A476-38C462E71A11}" dt="2025-08-20T06:50:11.173" v="1676" actId="20577"/>
          <ac:spMkLst>
            <pc:docMk/>
            <pc:sldMk cId="746225030" sldId="635"/>
            <ac:spMk id="5" creationId="{511D877E-D953-9EA2-2658-9866E6DD2D78}"/>
          </ac:spMkLst>
        </pc:spChg>
        <pc:picChg chg="del">
          <ac:chgData name="Deepika Vatsa" userId="f7100972-27fe-4ee6-8fb4-ec9b7931b409" providerId="ADAL" clId="{7BBACB10-8586-4BCC-A476-38C462E71A11}" dt="2025-08-20T06:14:38.527" v="793" actId="478"/>
          <ac:picMkLst>
            <pc:docMk/>
            <pc:sldMk cId="746225030" sldId="635"/>
            <ac:picMk id="6" creationId="{AD084D03-C36A-C512-DD48-5B3303E88AA0}"/>
          </ac:picMkLst>
        </pc:picChg>
        <pc:inkChg chg="add">
          <ac:chgData name="Deepika Vatsa" userId="f7100972-27fe-4ee6-8fb4-ec9b7931b409" providerId="ADAL" clId="{7BBACB10-8586-4BCC-A476-38C462E71A11}" dt="2025-08-20T11:37:16.703" v="2620"/>
          <ac:inkMkLst>
            <pc:docMk/>
            <pc:sldMk cId="746225030" sldId="635"/>
            <ac:inkMk id="4" creationId="{CCEDA677-310B-0312-E640-FD6E04D1E035}"/>
          </ac:inkMkLst>
        </pc:inkChg>
      </pc:sldChg>
      <pc:sldChg chg="addSp modSp add mod">
        <pc:chgData name="Deepika Vatsa" userId="f7100972-27fe-4ee6-8fb4-ec9b7931b409" providerId="ADAL" clId="{7BBACB10-8586-4BCC-A476-38C462E71A11}" dt="2025-08-20T11:37:16.703" v="2620"/>
        <pc:sldMkLst>
          <pc:docMk/>
          <pc:sldMk cId="4132203484" sldId="636"/>
        </pc:sldMkLst>
        <pc:spChg chg="mod">
          <ac:chgData name="Deepika Vatsa" userId="f7100972-27fe-4ee6-8fb4-ec9b7931b409" providerId="ADAL" clId="{7BBACB10-8586-4BCC-A476-38C462E71A11}" dt="2025-08-20T06:18:26.202" v="827" actId="20577"/>
          <ac:spMkLst>
            <pc:docMk/>
            <pc:sldMk cId="4132203484" sldId="636"/>
            <ac:spMk id="2" creationId="{00000000-0000-0000-0000-000000000000}"/>
          </ac:spMkLst>
        </pc:spChg>
        <pc:spChg chg="mod">
          <ac:chgData name="Deepika Vatsa" userId="f7100972-27fe-4ee6-8fb4-ec9b7931b409" providerId="ADAL" clId="{7BBACB10-8586-4BCC-A476-38C462E71A11}" dt="2025-08-20T06:28:03.436" v="1357" actId="20577"/>
          <ac:spMkLst>
            <pc:docMk/>
            <pc:sldMk cId="4132203484" sldId="636"/>
            <ac:spMk id="5" creationId="{511D877E-D953-9EA2-2658-9866E6DD2D78}"/>
          </ac:spMkLst>
        </pc:spChg>
        <pc:inkChg chg="add">
          <ac:chgData name="Deepika Vatsa" userId="f7100972-27fe-4ee6-8fb4-ec9b7931b409" providerId="ADAL" clId="{7BBACB10-8586-4BCC-A476-38C462E71A11}" dt="2025-08-20T11:37:16.703" v="2620"/>
          <ac:inkMkLst>
            <pc:docMk/>
            <pc:sldMk cId="4132203484" sldId="636"/>
            <ac:inkMk id="4" creationId="{CDF80E7D-A0DD-A4B7-A5BA-90DC25623BB9}"/>
          </ac:inkMkLst>
        </pc:inkChg>
      </pc:sldChg>
      <pc:sldChg chg="addSp modSp add mod">
        <pc:chgData name="Deepika Vatsa" userId="f7100972-27fe-4ee6-8fb4-ec9b7931b409" providerId="ADAL" clId="{7BBACB10-8586-4BCC-A476-38C462E71A11}" dt="2025-08-20T11:37:16.703" v="2620"/>
        <pc:sldMkLst>
          <pc:docMk/>
          <pc:sldMk cId="397641393" sldId="637"/>
        </pc:sldMkLst>
        <pc:spChg chg="mod">
          <ac:chgData name="Deepika Vatsa" userId="f7100972-27fe-4ee6-8fb4-ec9b7931b409" providerId="ADAL" clId="{7BBACB10-8586-4BCC-A476-38C462E71A11}" dt="2025-08-20T06:29:29.207" v="1372" actId="6549"/>
          <ac:spMkLst>
            <pc:docMk/>
            <pc:sldMk cId="397641393" sldId="637"/>
            <ac:spMk id="5" creationId="{511D877E-D953-9EA2-2658-9866E6DD2D78}"/>
          </ac:spMkLst>
        </pc:spChg>
        <pc:inkChg chg="add">
          <ac:chgData name="Deepika Vatsa" userId="f7100972-27fe-4ee6-8fb4-ec9b7931b409" providerId="ADAL" clId="{7BBACB10-8586-4BCC-A476-38C462E71A11}" dt="2025-08-20T11:37:16.703" v="2620"/>
          <ac:inkMkLst>
            <pc:docMk/>
            <pc:sldMk cId="397641393" sldId="637"/>
            <ac:inkMk id="4" creationId="{2C098E41-7132-B29B-C848-2D8B179D22D8}"/>
          </ac:inkMkLst>
        </pc:inkChg>
      </pc:sldChg>
      <pc:sldChg chg="addSp modSp add mod">
        <pc:chgData name="Deepika Vatsa" userId="f7100972-27fe-4ee6-8fb4-ec9b7931b409" providerId="ADAL" clId="{7BBACB10-8586-4BCC-A476-38C462E71A11}" dt="2025-08-20T11:37:16.703" v="2620"/>
        <pc:sldMkLst>
          <pc:docMk/>
          <pc:sldMk cId="2040000702" sldId="638"/>
        </pc:sldMkLst>
        <pc:spChg chg="mod">
          <ac:chgData name="Deepika Vatsa" userId="f7100972-27fe-4ee6-8fb4-ec9b7931b409" providerId="ADAL" clId="{7BBACB10-8586-4BCC-A476-38C462E71A11}" dt="2025-08-20T06:29:40.570" v="1375" actId="15"/>
          <ac:spMkLst>
            <pc:docMk/>
            <pc:sldMk cId="2040000702" sldId="638"/>
            <ac:spMk id="5" creationId="{511D877E-D953-9EA2-2658-9866E6DD2D78}"/>
          </ac:spMkLst>
        </pc:spChg>
        <pc:inkChg chg="add">
          <ac:chgData name="Deepika Vatsa" userId="f7100972-27fe-4ee6-8fb4-ec9b7931b409" providerId="ADAL" clId="{7BBACB10-8586-4BCC-A476-38C462E71A11}" dt="2025-08-20T11:37:16.703" v="2620"/>
          <ac:inkMkLst>
            <pc:docMk/>
            <pc:sldMk cId="2040000702" sldId="638"/>
            <ac:inkMk id="4" creationId="{D186D7C2-3724-A0AC-3ADF-C23564D33B17}"/>
          </ac:inkMkLst>
        </pc:inkChg>
      </pc:sldChg>
      <pc:sldChg chg="addSp delSp modSp add mod">
        <pc:chgData name="Deepika Vatsa" userId="f7100972-27fe-4ee6-8fb4-ec9b7931b409" providerId="ADAL" clId="{7BBACB10-8586-4BCC-A476-38C462E71A11}" dt="2025-08-20T11:37:16.703" v="2620"/>
        <pc:sldMkLst>
          <pc:docMk/>
          <pc:sldMk cId="97423181" sldId="639"/>
        </pc:sldMkLst>
        <pc:spChg chg="mod">
          <ac:chgData name="Deepika Vatsa" userId="f7100972-27fe-4ee6-8fb4-ec9b7931b409" providerId="ADAL" clId="{7BBACB10-8586-4BCC-A476-38C462E71A11}" dt="2025-08-20T06:33:55.765" v="1393" actId="20577"/>
          <ac:spMkLst>
            <pc:docMk/>
            <pc:sldMk cId="97423181" sldId="639"/>
            <ac:spMk id="2" creationId="{00000000-0000-0000-0000-000000000000}"/>
          </ac:spMkLst>
        </pc:spChg>
        <pc:spChg chg="del">
          <ac:chgData name="Deepika Vatsa" userId="f7100972-27fe-4ee6-8fb4-ec9b7931b409" providerId="ADAL" clId="{7BBACB10-8586-4BCC-A476-38C462E71A11}" dt="2025-08-20T06:33:50.792" v="1377" actId="478"/>
          <ac:spMkLst>
            <pc:docMk/>
            <pc:sldMk cId="97423181" sldId="639"/>
            <ac:spMk id="5" creationId="{511D877E-D953-9EA2-2658-9866E6DD2D78}"/>
          </ac:spMkLst>
        </pc:spChg>
        <pc:picChg chg="add mod">
          <ac:chgData name="Deepika Vatsa" userId="f7100972-27fe-4ee6-8fb4-ec9b7931b409" providerId="ADAL" clId="{7BBACB10-8586-4BCC-A476-38C462E71A11}" dt="2025-08-20T06:34:05.246" v="1395" actId="1076"/>
          <ac:picMkLst>
            <pc:docMk/>
            <pc:sldMk cId="97423181" sldId="639"/>
            <ac:picMk id="6" creationId="{47AF47F2-040F-11E0-0C79-A615D4B3B072}"/>
          </ac:picMkLst>
        </pc:picChg>
        <pc:inkChg chg="add">
          <ac:chgData name="Deepika Vatsa" userId="f7100972-27fe-4ee6-8fb4-ec9b7931b409" providerId="ADAL" clId="{7BBACB10-8586-4BCC-A476-38C462E71A11}" dt="2025-08-20T11:37:16.703" v="2620"/>
          <ac:inkMkLst>
            <pc:docMk/>
            <pc:sldMk cId="97423181" sldId="639"/>
            <ac:inkMk id="4" creationId="{C9E54979-83BE-2529-925B-8DF2C9EAAA51}"/>
          </ac:inkMkLst>
        </pc:inkChg>
      </pc:sldChg>
      <pc:sldChg chg="addSp delSp modSp add mod">
        <pc:chgData name="Deepika Vatsa" userId="f7100972-27fe-4ee6-8fb4-ec9b7931b409" providerId="ADAL" clId="{7BBACB10-8586-4BCC-A476-38C462E71A11}" dt="2025-08-20T11:37:16.703" v="2620"/>
        <pc:sldMkLst>
          <pc:docMk/>
          <pc:sldMk cId="2583778159" sldId="640"/>
        </pc:sldMkLst>
        <pc:spChg chg="mod">
          <ac:chgData name="Deepika Vatsa" userId="f7100972-27fe-4ee6-8fb4-ec9b7931b409" providerId="ADAL" clId="{7BBACB10-8586-4BCC-A476-38C462E71A11}" dt="2025-08-20T06:34:31.767" v="1416" actId="20577"/>
          <ac:spMkLst>
            <pc:docMk/>
            <pc:sldMk cId="2583778159" sldId="640"/>
            <ac:spMk id="2" creationId="{00000000-0000-0000-0000-000000000000}"/>
          </ac:spMkLst>
        </pc:spChg>
        <pc:picChg chg="add mod">
          <ac:chgData name="Deepika Vatsa" userId="f7100972-27fe-4ee6-8fb4-ec9b7931b409" providerId="ADAL" clId="{7BBACB10-8586-4BCC-A476-38C462E71A11}" dt="2025-08-20T06:34:26.918" v="1400" actId="1076"/>
          <ac:picMkLst>
            <pc:docMk/>
            <pc:sldMk cId="2583778159" sldId="640"/>
            <ac:picMk id="5" creationId="{E3888E7E-B726-F87B-EE88-D7D101352222}"/>
          </ac:picMkLst>
        </pc:picChg>
        <pc:picChg chg="del">
          <ac:chgData name="Deepika Vatsa" userId="f7100972-27fe-4ee6-8fb4-ec9b7931b409" providerId="ADAL" clId="{7BBACB10-8586-4BCC-A476-38C462E71A11}" dt="2025-08-20T06:34:10.883" v="1397" actId="478"/>
          <ac:picMkLst>
            <pc:docMk/>
            <pc:sldMk cId="2583778159" sldId="640"/>
            <ac:picMk id="6" creationId="{47AF47F2-040F-11E0-0C79-A615D4B3B072}"/>
          </ac:picMkLst>
        </pc:picChg>
        <pc:inkChg chg="add">
          <ac:chgData name="Deepika Vatsa" userId="f7100972-27fe-4ee6-8fb4-ec9b7931b409" providerId="ADAL" clId="{7BBACB10-8586-4BCC-A476-38C462E71A11}" dt="2025-08-20T11:37:16.703" v="2620"/>
          <ac:inkMkLst>
            <pc:docMk/>
            <pc:sldMk cId="2583778159" sldId="640"/>
            <ac:inkMk id="4" creationId="{F9ADC63B-521A-A0E3-DF87-FF1EDDDDE33D}"/>
          </ac:inkMkLst>
        </pc:inkChg>
      </pc:sldChg>
      <pc:sldChg chg="delSp modSp add mod">
        <pc:chgData name="Deepika Vatsa" userId="f7100972-27fe-4ee6-8fb4-ec9b7931b409" providerId="ADAL" clId="{7BBACB10-8586-4BCC-A476-38C462E71A11}" dt="2025-08-20T06:35:22.387" v="1430" actId="403"/>
        <pc:sldMkLst>
          <pc:docMk/>
          <pc:sldMk cId="1325567634" sldId="641"/>
        </pc:sldMkLst>
        <pc:spChg chg="mod">
          <ac:chgData name="Deepika Vatsa" userId="f7100972-27fe-4ee6-8fb4-ec9b7931b409" providerId="ADAL" clId="{7BBACB10-8586-4BCC-A476-38C462E71A11}" dt="2025-08-20T06:35:22.387" v="1430" actId="403"/>
          <ac:spMkLst>
            <pc:docMk/>
            <pc:sldMk cId="1325567634" sldId="641"/>
            <ac:spMk id="2" creationId="{00000000-0000-0000-0000-000000000000}"/>
          </ac:spMkLst>
        </pc:spChg>
        <pc:spChg chg="del">
          <ac:chgData name="Deepika Vatsa" userId="f7100972-27fe-4ee6-8fb4-ec9b7931b409" providerId="ADAL" clId="{7BBACB10-8586-4BCC-A476-38C462E71A11}" dt="2025-08-20T06:34:59.107" v="1418" actId="478"/>
          <ac:spMkLst>
            <pc:docMk/>
            <pc:sldMk cId="1325567634" sldId="641"/>
            <ac:spMk id="5" creationId="{2461C6AC-CE12-CE55-1E34-C97C06A15181}"/>
          </ac:spMkLst>
        </pc:spChg>
      </pc:sldChg>
      <pc:sldChg chg="modSp add mod">
        <pc:chgData name="Deepika Vatsa" userId="f7100972-27fe-4ee6-8fb4-ec9b7931b409" providerId="ADAL" clId="{7BBACB10-8586-4BCC-A476-38C462E71A11}" dt="2025-08-20T06:35:35.150" v="1439" actId="20577"/>
        <pc:sldMkLst>
          <pc:docMk/>
          <pc:sldMk cId="3281371514" sldId="642"/>
        </pc:sldMkLst>
        <pc:spChg chg="mod">
          <ac:chgData name="Deepika Vatsa" userId="f7100972-27fe-4ee6-8fb4-ec9b7931b409" providerId="ADAL" clId="{7BBACB10-8586-4BCC-A476-38C462E71A11}" dt="2025-08-20T06:35:35.150" v="1439" actId="20577"/>
          <ac:spMkLst>
            <pc:docMk/>
            <pc:sldMk cId="3281371514" sldId="642"/>
            <ac:spMk id="2" creationId="{00000000-0000-0000-0000-000000000000}"/>
          </ac:spMkLst>
        </pc:spChg>
      </pc:sldChg>
      <pc:sldChg chg="addSp modSp add mod ord">
        <pc:chgData name="Deepika Vatsa" userId="f7100972-27fe-4ee6-8fb4-ec9b7931b409" providerId="ADAL" clId="{7BBACB10-8586-4BCC-A476-38C462E71A11}" dt="2025-08-20T11:37:16.703" v="2620"/>
        <pc:sldMkLst>
          <pc:docMk/>
          <pc:sldMk cId="1316392785" sldId="643"/>
        </pc:sldMkLst>
        <pc:spChg chg="mod">
          <ac:chgData name="Deepika Vatsa" userId="f7100972-27fe-4ee6-8fb4-ec9b7931b409" providerId="ADAL" clId="{7BBACB10-8586-4BCC-A476-38C462E71A11}" dt="2025-08-20T06:40:17.339" v="1516" actId="20577"/>
          <ac:spMkLst>
            <pc:docMk/>
            <pc:sldMk cId="1316392785" sldId="643"/>
            <ac:spMk id="2" creationId="{00000000-0000-0000-0000-000000000000}"/>
          </ac:spMkLst>
        </pc:spChg>
        <pc:spChg chg="mod">
          <ac:chgData name="Deepika Vatsa" userId="f7100972-27fe-4ee6-8fb4-ec9b7931b409" providerId="ADAL" clId="{7BBACB10-8586-4BCC-A476-38C462E71A11}" dt="2025-08-20T06:41:03.560" v="1542"/>
          <ac:spMkLst>
            <pc:docMk/>
            <pc:sldMk cId="1316392785" sldId="643"/>
            <ac:spMk id="5" creationId="{511D877E-D953-9EA2-2658-9866E6DD2D78}"/>
          </ac:spMkLst>
        </pc:spChg>
        <pc:inkChg chg="add">
          <ac:chgData name="Deepika Vatsa" userId="f7100972-27fe-4ee6-8fb4-ec9b7931b409" providerId="ADAL" clId="{7BBACB10-8586-4BCC-A476-38C462E71A11}" dt="2025-08-20T11:37:16.703" v="2620"/>
          <ac:inkMkLst>
            <pc:docMk/>
            <pc:sldMk cId="1316392785" sldId="643"/>
            <ac:inkMk id="4" creationId="{17BD0407-EA25-1277-BE98-C748946EB9BA}"/>
          </ac:inkMkLst>
        </pc:inkChg>
      </pc:sldChg>
      <pc:sldChg chg="addSp modSp add mod">
        <pc:chgData name="Deepika Vatsa" userId="f7100972-27fe-4ee6-8fb4-ec9b7931b409" providerId="ADAL" clId="{7BBACB10-8586-4BCC-A476-38C462E71A11}" dt="2025-08-20T11:37:16.703" v="2620"/>
        <pc:sldMkLst>
          <pc:docMk/>
          <pc:sldMk cId="4154143070" sldId="644"/>
        </pc:sldMkLst>
        <pc:spChg chg="mod">
          <ac:chgData name="Deepika Vatsa" userId="f7100972-27fe-4ee6-8fb4-ec9b7931b409" providerId="ADAL" clId="{7BBACB10-8586-4BCC-A476-38C462E71A11}" dt="2025-08-20T06:42:52.692" v="1621" actId="20577"/>
          <ac:spMkLst>
            <pc:docMk/>
            <pc:sldMk cId="4154143070" sldId="644"/>
            <ac:spMk id="5" creationId="{511D877E-D953-9EA2-2658-9866E6DD2D78}"/>
          </ac:spMkLst>
        </pc:spChg>
        <pc:inkChg chg="add">
          <ac:chgData name="Deepika Vatsa" userId="f7100972-27fe-4ee6-8fb4-ec9b7931b409" providerId="ADAL" clId="{7BBACB10-8586-4BCC-A476-38C462E71A11}" dt="2025-08-20T11:37:16.703" v="2620"/>
          <ac:inkMkLst>
            <pc:docMk/>
            <pc:sldMk cId="4154143070" sldId="644"/>
            <ac:inkMk id="4" creationId="{9EF5BFCC-BBF3-4570-20A0-B67AED60275B}"/>
          </ac:inkMkLst>
        </pc:inkChg>
      </pc:sldChg>
      <pc:sldChg chg="addSp modSp add mod">
        <pc:chgData name="Deepika Vatsa" userId="f7100972-27fe-4ee6-8fb4-ec9b7931b409" providerId="ADAL" clId="{7BBACB10-8586-4BCC-A476-38C462E71A11}" dt="2025-08-20T11:37:16.703" v="2620"/>
        <pc:sldMkLst>
          <pc:docMk/>
          <pc:sldMk cId="3731779941" sldId="645"/>
        </pc:sldMkLst>
        <pc:spChg chg="mod">
          <ac:chgData name="Deepika Vatsa" userId="f7100972-27fe-4ee6-8fb4-ec9b7931b409" providerId="ADAL" clId="{7BBACB10-8586-4BCC-A476-38C462E71A11}" dt="2025-08-20T06:41:22.338" v="1551" actId="113"/>
          <ac:spMkLst>
            <pc:docMk/>
            <pc:sldMk cId="3731779941" sldId="645"/>
            <ac:spMk id="5" creationId="{511D877E-D953-9EA2-2658-9866E6DD2D78}"/>
          </ac:spMkLst>
        </pc:spChg>
        <pc:inkChg chg="add">
          <ac:chgData name="Deepika Vatsa" userId="f7100972-27fe-4ee6-8fb4-ec9b7931b409" providerId="ADAL" clId="{7BBACB10-8586-4BCC-A476-38C462E71A11}" dt="2025-08-20T11:37:16.703" v="2620"/>
          <ac:inkMkLst>
            <pc:docMk/>
            <pc:sldMk cId="3731779941" sldId="645"/>
            <ac:inkMk id="4" creationId="{5AC419C3-8D99-A037-EC2C-A8289BDB7403}"/>
          </ac:inkMkLst>
        </pc:inkChg>
      </pc:sldChg>
      <pc:sldChg chg="addSp add">
        <pc:chgData name="Deepika Vatsa" userId="f7100972-27fe-4ee6-8fb4-ec9b7931b409" providerId="ADAL" clId="{7BBACB10-8586-4BCC-A476-38C462E71A11}" dt="2025-08-20T11:37:16.703" v="2620"/>
        <pc:sldMkLst>
          <pc:docMk/>
          <pc:sldMk cId="1825479687" sldId="646"/>
        </pc:sldMkLst>
        <pc:inkChg chg="add">
          <ac:chgData name="Deepika Vatsa" userId="f7100972-27fe-4ee6-8fb4-ec9b7931b409" providerId="ADAL" clId="{7BBACB10-8586-4BCC-A476-38C462E71A11}" dt="2025-08-20T11:37:16.703" v="2620"/>
          <ac:inkMkLst>
            <pc:docMk/>
            <pc:sldMk cId="1825479687" sldId="646"/>
            <ac:inkMk id="4" creationId="{9ED57F5B-8592-4B94-68EF-6BE6EFC79E86}"/>
          </ac:inkMkLst>
        </pc:inkChg>
      </pc:sldChg>
      <pc:sldChg chg="addSp delSp modSp add del mod">
        <pc:chgData name="Deepika Vatsa" userId="f7100972-27fe-4ee6-8fb4-ec9b7931b409" providerId="ADAL" clId="{7BBACB10-8586-4BCC-A476-38C462E71A11}" dt="2025-08-20T06:48:10.187" v="1626" actId="47"/>
        <pc:sldMkLst>
          <pc:docMk/>
          <pc:sldMk cId="2823366148" sldId="646"/>
        </pc:sldMkLst>
        <pc:spChg chg="del">
          <ac:chgData name="Deepika Vatsa" userId="f7100972-27fe-4ee6-8fb4-ec9b7931b409" providerId="ADAL" clId="{7BBACB10-8586-4BCC-A476-38C462E71A11}" dt="2025-08-20T06:48:02.916" v="1623" actId="478"/>
          <ac:spMkLst>
            <pc:docMk/>
            <pc:sldMk cId="2823366148" sldId="646"/>
            <ac:spMk id="5" creationId="{2461C6AC-CE12-CE55-1E34-C97C06A15181}"/>
          </ac:spMkLst>
        </pc:spChg>
        <pc:picChg chg="add del mod">
          <ac:chgData name="Deepika Vatsa" userId="f7100972-27fe-4ee6-8fb4-ec9b7931b409" providerId="ADAL" clId="{7BBACB10-8586-4BCC-A476-38C462E71A11}" dt="2025-08-20T06:48:07.940" v="1625"/>
          <ac:picMkLst>
            <pc:docMk/>
            <pc:sldMk cId="2823366148" sldId="646"/>
            <ac:picMk id="4" creationId="{052E0D85-B66D-F88F-C54D-A8C608B9CB87}"/>
          </ac:picMkLst>
        </pc:picChg>
      </pc:sldChg>
      <pc:sldChg chg="addSp delSp modSp add mod">
        <pc:chgData name="Deepika Vatsa" userId="f7100972-27fe-4ee6-8fb4-ec9b7931b409" providerId="ADAL" clId="{7BBACB10-8586-4BCC-A476-38C462E71A11}" dt="2025-08-20T11:37:16.703" v="2620"/>
        <pc:sldMkLst>
          <pc:docMk/>
          <pc:sldMk cId="3536546870" sldId="647"/>
        </pc:sldMkLst>
        <pc:spChg chg="del">
          <ac:chgData name="Deepika Vatsa" userId="f7100972-27fe-4ee6-8fb4-ec9b7931b409" providerId="ADAL" clId="{7BBACB10-8586-4BCC-A476-38C462E71A11}" dt="2025-08-20T06:52:33.256" v="1678" actId="478"/>
          <ac:spMkLst>
            <pc:docMk/>
            <pc:sldMk cId="3536546870" sldId="647"/>
            <ac:spMk id="5" creationId="{511D877E-D953-9EA2-2658-9866E6DD2D78}"/>
          </ac:spMkLst>
        </pc:spChg>
        <pc:picChg chg="add mod modCrop">
          <ac:chgData name="Deepika Vatsa" userId="f7100972-27fe-4ee6-8fb4-ec9b7931b409" providerId="ADAL" clId="{7BBACB10-8586-4BCC-A476-38C462E71A11}" dt="2025-08-20T06:52:47.358" v="1682" actId="1076"/>
          <ac:picMkLst>
            <pc:docMk/>
            <pc:sldMk cId="3536546870" sldId="647"/>
            <ac:picMk id="4" creationId="{52826AD3-6F07-615F-2B72-E90F9DAE671E}"/>
          </ac:picMkLst>
        </pc:picChg>
        <pc:inkChg chg="add">
          <ac:chgData name="Deepika Vatsa" userId="f7100972-27fe-4ee6-8fb4-ec9b7931b409" providerId="ADAL" clId="{7BBACB10-8586-4BCC-A476-38C462E71A11}" dt="2025-08-20T11:37:16.703" v="2620"/>
          <ac:inkMkLst>
            <pc:docMk/>
            <pc:sldMk cId="3536546870" sldId="647"/>
            <ac:inkMk id="5" creationId="{48F69E82-123F-45EE-AF2E-934D2983316B}"/>
          </ac:inkMkLst>
        </pc:inkChg>
      </pc:sldChg>
      <pc:sldChg chg="addSp delSp modSp add mod">
        <pc:chgData name="Deepika Vatsa" userId="f7100972-27fe-4ee6-8fb4-ec9b7931b409" providerId="ADAL" clId="{7BBACB10-8586-4BCC-A476-38C462E71A11}" dt="2025-08-20T11:37:16.703" v="2620"/>
        <pc:sldMkLst>
          <pc:docMk/>
          <pc:sldMk cId="3930264224" sldId="648"/>
        </pc:sldMkLst>
        <pc:spChg chg="mod">
          <ac:chgData name="Deepika Vatsa" userId="f7100972-27fe-4ee6-8fb4-ec9b7931b409" providerId="ADAL" clId="{7BBACB10-8586-4BCC-A476-38C462E71A11}" dt="2025-08-20T06:53:34.954" v="1695" actId="20577"/>
          <ac:spMkLst>
            <pc:docMk/>
            <pc:sldMk cId="3930264224" sldId="648"/>
            <ac:spMk id="2" creationId="{00000000-0000-0000-0000-000000000000}"/>
          </ac:spMkLst>
        </pc:spChg>
        <pc:spChg chg="add mod">
          <ac:chgData name="Deepika Vatsa" userId="f7100972-27fe-4ee6-8fb4-ec9b7931b409" providerId="ADAL" clId="{7BBACB10-8586-4BCC-A476-38C462E71A11}" dt="2025-08-20T07:07:56.937" v="2619" actId="1076"/>
          <ac:spMkLst>
            <pc:docMk/>
            <pc:sldMk cId="3930264224" sldId="648"/>
            <ac:spMk id="6" creationId="{FFD9A4DD-B5AB-E8DB-C496-231CC09E2328}"/>
          </ac:spMkLst>
        </pc:spChg>
        <pc:picChg chg="del">
          <ac:chgData name="Deepika Vatsa" userId="f7100972-27fe-4ee6-8fb4-ec9b7931b409" providerId="ADAL" clId="{7BBACB10-8586-4BCC-A476-38C462E71A11}" dt="2025-08-20T06:53:36.586" v="1696" actId="478"/>
          <ac:picMkLst>
            <pc:docMk/>
            <pc:sldMk cId="3930264224" sldId="648"/>
            <ac:picMk id="4" creationId="{52826AD3-6F07-615F-2B72-E90F9DAE671E}"/>
          </ac:picMkLst>
        </pc:picChg>
        <pc:picChg chg="add del mod">
          <ac:chgData name="Deepika Vatsa" userId="f7100972-27fe-4ee6-8fb4-ec9b7931b409" providerId="ADAL" clId="{7BBACB10-8586-4BCC-A476-38C462E71A11}" dt="2025-08-20T06:56:17.473" v="2015" actId="478"/>
          <ac:picMkLst>
            <pc:docMk/>
            <pc:sldMk cId="3930264224" sldId="648"/>
            <ac:picMk id="5" creationId="{90B69D6D-4D75-A08B-F30E-E6BF26ECD871}"/>
          </ac:picMkLst>
        </pc:picChg>
        <pc:inkChg chg="add">
          <ac:chgData name="Deepika Vatsa" userId="f7100972-27fe-4ee6-8fb4-ec9b7931b409" providerId="ADAL" clId="{7BBACB10-8586-4BCC-A476-38C462E71A11}" dt="2025-08-20T11:37:16.703" v="2620"/>
          <ac:inkMkLst>
            <pc:docMk/>
            <pc:sldMk cId="3930264224" sldId="648"/>
            <ac:inkMk id="4" creationId="{5B05BB2A-4A4F-9946-3A29-504DBDCFD2EB}"/>
          </ac:inkMkLst>
        </pc:inkChg>
      </pc:sldChg>
      <pc:sldChg chg="addSp delSp modSp add del mod">
        <pc:chgData name="Deepika Vatsa" userId="f7100972-27fe-4ee6-8fb4-ec9b7931b409" providerId="ADAL" clId="{7BBACB10-8586-4BCC-A476-38C462E71A11}" dt="2025-08-20T07:04:05.864" v="2494" actId="47"/>
        <pc:sldMkLst>
          <pc:docMk/>
          <pc:sldMk cId="1939606234" sldId="649"/>
        </pc:sldMkLst>
        <pc:picChg chg="add mod modCrop">
          <ac:chgData name="Deepika Vatsa" userId="f7100972-27fe-4ee6-8fb4-ec9b7931b409" providerId="ADAL" clId="{7BBACB10-8586-4BCC-A476-38C462E71A11}" dt="2025-08-20T06:54:29.380" v="1707" actId="1076"/>
          <ac:picMkLst>
            <pc:docMk/>
            <pc:sldMk cId="1939606234" sldId="649"/>
            <ac:picMk id="4" creationId="{8073A3DF-2A3E-5F66-4875-63C1D5E6A527}"/>
          </ac:picMkLst>
        </pc:picChg>
        <pc:picChg chg="del">
          <ac:chgData name="Deepika Vatsa" userId="f7100972-27fe-4ee6-8fb4-ec9b7931b409" providerId="ADAL" clId="{7BBACB10-8586-4BCC-A476-38C462E71A11}" dt="2025-08-20T06:53:48.007" v="1700" actId="478"/>
          <ac:picMkLst>
            <pc:docMk/>
            <pc:sldMk cId="1939606234" sldId="649"/>
            <ac:picMk id="5" creationId="{90B69D6D-4D75-A08B-F30E-E6BF26ECD871}"/>
          </ac:picMkLst>
        </pc:picChg>
      </pc:sldChg>
      <pc:sldChg chg="addSp modSp add mod">
        <pc:chgData name="Deepika Vatsa" userId="f7100972-27fe-4ee6-8fb4-ec9b7931b409" providerId="ADAL" clId="{7BBACB10-8586-4BCC-A476-38C462E71A11}" dt="2025-08-20T11:37:16.703" v="2620"/>
        <pc:sldMkLst>
          <pc:docMk/>
          <pc:sldMk cId="2272648693" sldId="650"/>
        </pc:sldMkLst>
        <pc:spChg chg="mod">
          <ac:chgData name="Deepika Vatsa" userId="f7100972-27fe-4ee6-8fb4-ec9b7931b409" providerId="ADAL" clId="{7BBACB10-8586-4BCC-A476-38C462E71A11}" dt="2025-08-20T07:03:43.999" v="2452" actId="1076"/>
          <ac:spMkLst>
            <pc:docMk/>
            <pc:sldMk cId="2272648693" sldId="650"/>
            <ac:spMk id="6" creationId="{FFD9A4DD-B5AB-E8DB-C496-231CC09E2328}"/>
          </ac:spMkLst>
        </pc:spChg>
        <pc:spChg chg="add mod">
          <ac:chgData name="Deepika Vatsa" userId="f7100972-27fe-4ee6-8fb4-ec9b7931b409" providerId="ADAL" clId="{7BBACB10-8586-4BCC-A476-38C462E71A11}" dt="2025-08-20T07:03:54.092" v="2492" actId="1036"/>
          <ac:spMkLst>
            <pc:docMk/>
            <pc:sldMk cId="2272648693" sldId="650"/>
            <ac:spMk id="7" creationId="{E66E3315-B034-A861-26B7-161D840A9B8B}"/>
          </ac:spMkLst>
        </pc:spChg>
        <pc:spChg chg="add mod">
          <ac:chgData name="Deepika Vatsa" userId="f7100972-27fe-4ee6-8fb4-ec9b7931b409" providerId="ADAL" clId="{7BBACB10-8586-4BCC-A476-38C462E71A11}" dt="2025-08-20T07:03:54.092" v="2492" actId="1036"/>
          <ac:spMkLst>
            <pc:docMk/>
            <pc:sldMk cId="2272648693" sldId="650"/>
            <ac:spMk id="8" creationId="{128771D7-1DE7-3AC6-2294-0C18F21CB146}"/>
          </ac:spMkLst>
        </pc:spChg>
        <pc:inkChg chg="add">
          <ac:chgData name="Deepika Vatsa" userId="f7100972-27fe-4ee6-8fb4-ec9b7931b409" providerId="ADAL" clId="{7BBACB10-8586-4BCC-A476-38C462E71A11}" dt="2025-08-20T11:37:16.703" v="2620"/>
          <ac:inkMkLst>
            <pc:docMk/>
            <pc:sldMk cId="2272648693" sldId="650"/>
            <ac:inkMk id="4" creationId="{201305CA-103F-AE7E-F77A-F7E37CE5BB0E}"/>
          </ac:inkMkLst>
        </pc:inkChg>
        <pc:cxnChg chg="add mod">
          <ac:chgData name="Deepika Vatsa" userId="f7100972-27fe-4ee6-8fb4-ec9b7931b409" providerId="ADAL" clId="{7BBACB10-8586-4BCC-A476-38C462E71A11}" dt="2025-08-20T07:04:00.836" v="2493" actId="14100"/>
          <ac:cxnSpMkLst>
            <pc:docMk/>
            <pc:sldMk cId="2272648693" sldId="650"/>
            <ac:cxnSpMk id="5" creationId="{24B3BA2A-7D87-5D78-8A80-D0AF4570A12E}"/>
          </ac:cxnSpMkLst>
        </pc:cxnChg>
      </pc:sldChg>
    </pc:docChg>
  </pc:docChgLst>
  <pc:docChgLst>
    <pc:chgData name="Deepika Vatsa" userId="f7100972-27fe-4ee6-8fb4-ec9b7931b409" providerId="ADAL" clId="{43FC3250-EE2F-489E-970D-AD8C57589867}"/>
    <pc:docChg chg="undo redo custSel addSld delSld modSld sldOrd">
      <pc:chgData name="Deepika Vatsa" userId="f7100972-27fe-4ee6-8fb4-ec9b7931b409" providerId="ADAL" clId="{43FC3250-EE2F-489E-970D-AD8C57589867}" dt="2025-07-31T04:12:47.743" v="5160" actId="478"/>
      <pc:docMkLst>
        <pc:docMk/>
      </pc:docMkLst>
      <pc:sldChg chg="modSp add del mod">
        <pc:chgData name="Deepika Vatsa" userId="f7100972-27fe-4ee6-8fb4-ec9b7931b409" providerId="ADAL" clId="{43FC3250-EE2F-489E-970D-AD8C57589867}" dt="2025-07-23T11:06:41.949" v="98" actId="47"/>
        <pc:sldMkLst>
          <pc:docMk/>
          <pc:sldMk cId="0" sldId="263"/>
        </pc:sldMkLst>
        <pc:spChg chg="mod">
          <ac:chgData name="Deepika Vatsa" userId="f7100972-27fe-4ee6-8fb4-ec9b7931b409" providerId="ADAL" clId="{43FC3250-EE2F-489E-970D-AD8C57589867}" dt="2025-07-23T11:06:13.620" v="88" actId="2711"/>
          <ac:spMkLst>
            <pc:docMk/>
            <pc:sldMk cId="0" sldId="263"/>
            <ac:spMk id="3" creationId="{00000000-0000-0000-0000-000000000000}"/>
          </ac:spMkLst>
        </pc:spChg>
      </pc:sldChg>
      <pc:sldChg chg="modSp mod">
        <pc:chgData name="Deepika Vatsa" userId="f7100972-27fe-4ee6-8fb4-ec9b7931b409" providerId="ADAL" clId="{43FC3250-EE2F-489E-970D-AD8C57589867}" dt="2025-07-23T11:01:16.225" v="18" actId="20577"/>
        <pc:sldMkLst>
          <pc:docMk/>
          <pc:sldMk cId="0" sldId="395"/>
        </pc:sldMkLst>
        <pc:spChg chg="mod">
          <ac:chgData name="Deepika Vatsa" userId="f7100972-27fe-4ee6-8fb4-ec9b7931b409" providerId="ADAL" clId="{43FC3250-EE2F-489E-970D-AD8C57589867}" dt="2025-07-23T11:01:16.225" v="18" actId="20577"/>
          <ac:spMkLst>
            <pc:docMk/>
            <pc:sldMk cId="0" sldId="395"/>
            <ac:spMk id="2" creationId="{00000000-0000-0000-0000-000000000000}"/>
          </ac:spMkLst>
        </pc:spChg>
      </pc:sldChg>
      <pc:sldChg chg="addSp delSp modSp mod">
        <pc:chgData name="Deepika Vatsa" userId="f7100972-27fe-4ee6-8fb4-ec9b7931b409" providerId="ADAL" clId="{43FC3250-EE2F-489E-970D-AD8C57589867}" dt="2025-07-31T03:19:24.681" v="5124" actId="478"/>
        <pc:sldMkLst>
          <pc:docMk/>
          <pc:sldMk cId="3439049211" sldId="591"/>
        </pc:sldMkLst>
        <pc:spChg chg="mod">
          <ac:chgData name="Deepika Vatsa" userId="f7100972-27fe-4ee6-8fb4-ec9b7931b409" providerId="ADAL" clId="{43FC3250-EE2F-489E-970D-AD8C57589867}" dt="2025-07-23T11:02:03.827" v="49" actId="20577"/>
          <ac:spMkLst>
            <pc:docMk/>
            <pc:sldMk cId="3439049211" sldId="591"/>
            <ac:spMk id="2" creationId="{00000000-0000-0000-0000-000000000000}"/>
          </ac:spMkLst>
        </pc:spChg>
        <pc:spChg chg="mod">
          <ac:chgData name="Deepika Vatsa" userId="f7100972-27fe-4ee6-8fb4-ec9b7931b409" providerId="ADAL" clId="{43FC3250-EE2F-489E-970D-AD8C57589867}" dt="2025-07-30T10:52:31" v="4788" actId="20577"/>
          <ac:spMkLst>
            <pc:docMk/>
            <pc:sldMk cId="3439049211" sldId="591"/>
            <ac:spMk id="11" creationId="{06381CCD-359B-D8A2-1997-A5B56A02FD41}"/>
          </ac:spMkLst>
        </pc:spChg>
        <pc:grpChg chg="del mod">
          <ac:chgData name="Deepika Vatsa" userId="f7100972-27fe-4ee6-8fb4-ec9b7931b409" providerId="ADAL" clId="{43FC3250-EE2F-489E-970D-AD8C57589867}" dt="2025-07-30T11:10:20.461" v="4872"/>
          <ac:grpSpMkLst>
            <pc:docMk/>
            <pc:sldMk cId="3439049211" sldId="591"/>
            <ac:grpSpMk id="20" creationId="{DC352B7A-AB12-6C8C-B40D-C7BFBFCE2B59}"/>
          </ac:grpSpMkLst>
        </pc:grpChg>
        <pc:grpChg chg="del mod">
          <ac:chgData name="Deepika Vatsa" userId="f7100972-27fe-4ee6-8fb4-ec9b7931b409" providerId="ADAL" clId="{43FC3250-EE2F-489E-970D-AD8C57589867}" dt="2025-07-30T11:10:21.647" v="4874"/>
          <ac:grpSpMkLst>
            <pc:docMk/>
            <pc:sldMk cId="3439049211" sldId="591"/>
            <ac:grpSpMk id="24" creationId="{219CEEA5-0BF5-D4C3-8297-46607827DC4A}"/>
          </ac:grpSpMkLst>
        </pc:grpChg>
        <pc:grpChg chg="del mod">
          <ac:chgData name="Deepika Vatsa" userId="f7100972-27fe-4ee6-8fb4-ec9b7931b409" providerId="ADAL" clId="{43FC3250-EE2F-489E-970D-AD8C57589867}" dt="2025-07-31T03:19:24.681" v="5124" actId="478"/>
          <ac:grpSpMkLst>
            <pc:docMk/>
            <pc:sldMk cId="3439049211" sldId="591"/>
            <ac:grpSpMk id="26" creationId="{CAF1A6F6-9C72-7932-F250-182C708B9874}"/>
          </ac:grpSpMkLst>
        </pc:grpChg>
        <pc:inkChg chg="add del">
          <ac:chgData name="Deepika Vatsa" userId="f7100972-27fe-4ee6-8fb4-ec9b7931b409" providerId="ADAL" clId="{43FC3250-EE2F-489E-970D-AD8C57589867}" dt="2025-07-31T03:19:24.681" v="5124" actId="478"/>
          <ac:inkMkLst>
            <pc:docMk/>
            <pc:sldMk cId="3439049211" sldId="591"/>
            <ac:inkMk id="4" creationId="{3103EF01-424F-C304-D55F-BDF3B11BF7A7}"/>
          </ac:inkMkLst>
        </pc:inkChg>
        <pc:inkChg chg="add del">
          <ac:chgData name="Deepika Vatsa" userId="f7100972-27fe-4ee6-8fb4-ec9b7931b409" providerId="ADAL" clId="{43FC3250-EE2F-489E-970D-AD8C57589867}" dt="2025-07-31T03:19:24.681" v="5124" actId="478"/>
          <ac:inkMkLst>
            <pc:docMk/>
            <pc:sldMk cId="3439049211" sldId="591"/>
            <ac:inkMk id="5" creationId="{74B83C97-E185-AF86-0B13-73C5834EE652}"/>
          </ac:inkMkLst>
        </pc:inkChg>
        <pc:inkChg chg="add del">
          <ac:chgData name="Deepika Vatsa" userId="f7100972-27fe-4ee6-8fb4-ec9b7931b409" providerId="ADAL" clId="{43FC3250-EE2F-489E-970D-AD8C57589867}" dt="2025-07-31T03:19:24.681" v="5124" actId="478"/>
          <ac:inkMkLst>
            <pc:docMk/>
            <pc:sldMk cId="3439049211" sldId="591"/>
            <ac:inkMk id="6" creationId="{328FEBB9-E79F-0F6B-0E2D-C19663BB7662}"/>
          </ac:inkMkLst>
        </pc:inkChg>
        <pc:inkChg chg="add del">
          <ac:chgData name="Deepika Vatsa" userId="f7100972-27fe-4ee6-8fb4-ec9b7931b409" providerId="ADAL" clId="{43FC3250-EE2F-489E-970D-AD8C57589867}" dt="2025-07-31T03:19:24.681" v="5124" actId="478"/>
          <ac:inkMkLst>
            <pc:docMk/>
            <pc:sldMk cId="3439049211" sldId="591"/>
            <ac:inkMk id="7" creationId="{854F0EFD-4DD1-8150-FC71-7851EEFDCE93}"/>
          </ac:inkMkLst>
        </pc:inkChg>
        <pc:inkChg chg="add del">
          <ac:chgData name="Deepika Vatsa" userId="f7100972-27fe-4ee6-8fb4-ec9b7931b409" providerId="ADAL" clId="{43FC3250-EE2F-489E-970D-AD8C57589867}" dt="2025-07-31T03:19:24.681" v="5124" actId="478"/>
          <ac:inkMkLst>
            <pc:docMk/>
            <pc:sldMk cId="3439049211" sldId="591"/>
            <ac:inkMk id="8" creationId="{8B42F887-7A3C-9D5C-8DDA-FA4CA83409A1}"/>
          </ac:inkMkLst>
        </pc:inkChg>
        <pc:inkChg chg="add del">
          <ac:chgData name="Deepika Vatsa" userId="f7100972-27fe-4ee6-8fb4-ec9b7931b409" providerId="ADAL" clId="{43FC3250-EE2F-489E-970D-AD8C57589867}" dt="2025-07-31T03:19:24.681" v="5124" actId="478"/>
          <ac:inkMkLst>
            <pc:docMk/>
            <pc:sldMk cId="3439049211" sldId="591"/>
            <ac:inkMk id="9" creationId="{A6943454-225C-1AF3-8DB9-AFF7A45E73B2}"/>
          </ac:inkMkLst>
        </pc:inkChg>
        <pc:inkChg chg="add del">
          <ac:chgData name="Deepika Vatsa" userId="f7100972-27fe-4ee6-8fb4-ec9b7931b409" providerId="ADAL" clId="{43FC3250-EE2F-489E-970D-AD8C57589867}" dt="2025-07-31T03:19:24.681" v="5124" actId="478"/>
          <ac:inkMkLst>
            <pc:docMk/>
            <pc:sldMk cId="3439049211" sldId="591"/>
            <ac:inkMk id="10" creationId="{8996F264-38A7-CDB3-4869-47F5A899F28A}"/>
          </ac:inkMkLst>
        </pc:inkChg>
        <pc:inkChg chg="add del">
          <ac:chgData name="Deepika Vatsa" userId="f7100972-27fe-4ee6-8fb4-ec9b7931b409" providerId="ADAL" clId="{43FC3250-EE2F-489E-970D-AD8C57589867}" dt="2025-07-31T03:19:24.681" v="5124" actId="478"/>
          <ac:inkMkLst>
            <pc:docMk/>
            <pc:sldMk cId="3439049211" sldId="591"/>
            <ac:inkMk id="12" creationId="{04AE4E2F-8C9F-B7C2-9278-48AA8188A50D}"/>
          </ac:inkMkLst>
        </pc:inkChg>
        <pc:inkChg chg="add mod">
          <ac:chgData name="Deepika Vatsa" userId="f7100972-27fe-4ee6-8fb4-ec9b7931b409" providerId="ADAL" clId="{43FC3250-EE2F-489E-970D-AD8C57589867}" dt="2025-07-30T11:10:21.647" v="4874"/>
          <ac:inkMkLst>
            <pc:docMk/>
            <pc:sldMk cId="3439049211" sldId="591"/>
            <ac:inkMk id="13" creationId="{8755AB8D-3ED9-3C73-CDBA-025161D8B22A}"/>
          </ac:inkMkLst>
        </pc:inkChg>
        <pc:inkChg chg="add mod">
          <ac:chgData name="Deepika Vatsa" userId="f7100972-27fe-4ee6-8fb4-ec9b7931b409" providerId="ADAL" clId="{43FC3250-EE2F-489E-970D-AD8C57589867}" dt="2025-07-30T11:10:21.647" v="4874"/>
          <ac:inkMkLst>
            <pc:docMk/>
            <pc:sldMk cId="3439049211" sldId="591"/>
            <ac:inkMk id="14" creationId="{744EB10D-18B0-E11A-38DA-DDD55B06151C}"/>
          </ac:inkMkLst>
        </pc:inkChg>
        <pc:inkChg chg="add mod">
          <ac:chgData name="Deepika Vatsa" userId="f7100972-27fe-4ee6-8fb4-ec9b7931b409" providerId="ADAL" clId="{43FC3250-EE2F-489E-970D-AD8C57589867}" dt="2025-07-30T11:10:21.647" v="4874"/>
          <ac:inkMkLst>
            <pc:docMk/>
            <pc:sldMk cId="3439049211" sldId="591"/>
            <ac:inkMk id="15" creationId="{A918B39F-BAEB-1C9D-2B99-1738390BD99C}"/>
          </ac:inkMkLst>
        </pc:inkChg>
        <pc:inkChg chg="add mod">
          <ac:chgData name="Deepika Vatsa" userId="f7100972-27fe-4ee6-8fb4-ec9b7931b409" providerId="ADAL" clId="{43FC3250-EE2F-489E-970D-AD8C57589867}" dt="2025-07-30T11:10:21.647" v="4874"/>
          <ac:inkMkLst>
            <pc:docMk/>
            <pc:sldMk cId="3439049211" sldId="591"/>
            <ac:inkMk id="16" creationId="{3DABC3DD-1CED-B08C-CF0D-B611F020BD31}"/>
          </ac:inkMkLst>
        </pc:inkChg>
        <pc:inkChg chg="add mod">
          <ac:chgData name="Deepika Vatsa" userId="f7100972-27fe-4ee6-8fb4-ec9b7931b409" providerId="ADAL" clId="{43FC3250-EE2F-489E-970D-AD8C57589867}" dt="2025-07-30T11:10:21.647" v="4874"/>
          <ac:inkMkLst>
            <pc:docMk/>
            <pc:sldMk cId="3439049211" sldId="591"/>
            <ac:inkMk id="17" creationId="{CF1A4D57-586A-8CA6-97CA-6E29973C05CD}"/>
          </ac:inkMkLst>
        </pc:inkChg>
        <pc:inkChg chg="add mod">
          <ac:chgData name="Deepika Vatsa" userId="f7100972-27fe-4ee6-8fb4-ec9b7931b409" providerId="ADAL" clId="{43FC3250-EE2F-489E-970D-AD8C57589867}" dt="2025-07-30T11:10:21.647" v="4874"/>
          <ac:inkMkLst>
            <pc:docMk/>
            <pc:sldMk cId="3439049211" sldId="591"/>
            <ac:inkMk id="18" creationId="{5EE911C1-43D8-0D3F-1520-F0E2D8E90586}"/>
          </ac:inkMkLst>
        </pc:inkChg>
        <pc:inkChg chg="add mod">
          <ac:chgData name="Deepika Vatsa" userId="f7100972-27fe-4ee6-8fb4-ec9b7931b409" providerId="ADAL" clId="{43FC3250-EE2F-489E-970D-AD8C57589867}" dt="2025-07-30T11:10:21.647" v="4874"/>
          <ac:inkMkLst>
            <pc:docMk/>
            <pc:sldMk cId="3439049211" sldId="591"/>
            <ac:inkMk id="19" creationId="{6496225F-E2F3-5CBC-C0BB-B4434955C7F9}"/>
          </ac:inkMkLst>
        </pc:inkChg>
        <pc:inkChg chg="add mod">
          <ac:chgData name="Deepika Vatsa" userId="f7100972-27fe-4ee6-8fb4-ec9b7931b409" providerId="ADAL" clId="{43FC3250-EE2F-489E-970D-AD8C57589867}" dt="2025-07-30T11:10:21.647" v="4874"/>
          <ac:inkMkLst>
            <pc:docMk/>
            <pc:sldMk cId="3439049211" sldId="591"/>
            <ac:inkMk id="21" creationId="{883064B7-9A95-C7B8-4B00-475D3567FDCA}"/>
          </ac:inkMkLst>
        </pc:inkChg>
        <pc:inkChg chg="add mod">
          <ac:chgData name="Deepika Vatsa" userId="f7100972-27fe-4ee6-8fb4-ec9b7931b409" providerId="ADAL" clId="{43FC3250-EE2F-489E-970D-AD8C57589867}" dt="2025-07-30T11:10:21.647" v="4874"/>
          <ac:inkMkLst>
            <pc:docMk/>
            <pc:sldMk cId="3439049211" sldId="591"/>
            <ac:inkMk id="22" creationId="{9461E0D5-74C5-6752-1E58-BDC563173CE2}"/>
          </ac:inkMkLst>
        </pc:inkChg>
        <pc:inkChg chg="add mod">
          <ac:chgData name="Deepika Vatsa" userId="f7100972-27fe-4ee6-8fb4-ec9b7931b409" providerId="ADAL" clId="{43FC3250-EE2F-489E-970D-AD8C57589867}" dt="2025-07-30T11:10:21.647" v="4874"/>
          <ac:inkMkLst>
            <pc:docMk/>
            <pc:sldMk cId="3439049211" sldId="591"/>
            <ac:inkMk id="23" creationId="{BEB516DC-41B4-9003-26DB-CED7ABD1BD15}"/>
          </ac:inkMkLst>
        </pc:inkChg>
        <pc:inkChg chg="add mod">
          <ac:chgData name="Deepika Vatsa" userId="f7100972-27fe-4ee6-8fb4-ec9b7931b409" providerId="ADAL" clId="{43FC3250-EE2F-489E-970D-AD8C57589867}" dt="2025-07-30T11:10:21.647" v="4874"/>
          <ac:inkMkLst>
            <pc:docMk/>
            <pc:sldMk cId="3439049211" sldId="591"/>
            <ac:inkMk id="25" creationId="{95948E87-3F7C-4C2A-1D72-999FDCCE5A6B}"/>
          </ac:inkMkLst>
        </pc:inkChg>
        <pc:inkChg chg="add del">
          <ac:chgData name="Deepika Vatsa" userId="f7100972-27fe-4ee6-8fb4-ec9b7931b409" providerId="ADAL" clId="{43FC3250-EE2F-489E-970D-AD8C57589867}" dt="2025-07-31T03:19:24.681" v="5124" actId="478"/>
          <ac:inkMkLst>
            <pc:docMk/>
            <pc:sldMk cId="3439049211" sldId="591"/>
            <ac:inkMk id="27" creationId="{68154FC1-F8AD-9AAE-9DEC-DB372BB472F9}"/>
          </ac:inkMkLst>
        </pc:inkChg>
        <pc:inkChg chg="add del">
          <ac:chgData name="Deepika Vatsa" userId="f7100972-27fe-4ee6-8fb4-ec9b7931b409" providerId="ADAL" clId="{43FC3250-EE2F-489E-970D-AD8C57589867}" dt="2025-07-31T03:19:24.681" v="5124" actId="478"/>
          <ac:inkMkLst>
            <pc:docMk/>
            <pc:sldMk cId="3439049211" sldId="591"/>
            <ac:inkMk id="28" creationId="{75999692-1466-B909-05FB-F6CA12D7F313}"/>
          </ac:inkMkLst>
        </pc:inkChg>
        <pc:inkChg chg="add del">
          <ac:chgData name="Deepika Vatsa" userId="f7100972-27fe-4ee6-8fb4-ec9b7931b409" providerId="ADAL" clId="{43FC3250-EE2F-489E-970D-AD8C57589867}" dt="2025-07-31T03:19:24.681" v="5124" actId="478"/>
          <ac:inkMkLst>
            <pc:docMk/>
            <pc:sldMk cId="3439049211" sldId="591"/>
            <ac:inkMk id="29" creationId="{29F97E77-03ED-C129-B9D7-928CA7B60C7D}"/>
          </ac:inkMkLst>
        </pc:inkChg>
        <pc:inkChg chg="add del">
          <ac:chgData name="Deepika Vatsa" userId="f7100972-27fe-4ee6-8fb4-ec9b7931b409" providerId="ADAL" clId="{43FC3250-EE2F-489E-970D-AD8C57589867}" dt="2025-07-31T03:19:24.681" v="5124" actId="478"/>
          <ac:inkMkLst>
            <pc:docMk/>
            <pc:sldMk cId="3439049211" sldId="591"/>
            <ac:inkMk id="30" creationId="{CD80CB74-21BA-AA3D-B777-AA8CD0D161BB}"/>
          </ac:inkMkLst>
        </pc:inkChg>
        <pc:inkChg chg="add del">
          <ac:chgData name="Deepika Vatsa" userId="f7100972-27fe-4ee6-8fb4-ec9b7931b409" providerId="ADAL" clId="{43FC3250-EE2F-489E-970D-AD8C57589867}" dt="2025-07-31T03:19:24.681" v="5124" actId="478"/>
          <ac:inkMkLst>
            <pc:docMk/>
            <pc:sldMk cId="3439049211" sldId="591"/>
            <ac:inkMk id="31" creationId="{F01B7832-C789-7243-9649-E6B691B9630D}"/>
          </ac:inkMkLst>
        </pc:inkChg>
        <pc:inkChg chg="add del">
          <ac:chgData name="Deepika Vatsa" userId="f7100972-27fe-4ee6-8fb4-ec9b7931b409" providerId="ADAL" clId="{43FC3250-EE2F-489E-970D-AD8C57589867}" dt="2025-07-31T03:19:24.681" v="5124" actId="478"/>
          <ac:inkMkLst>
            <pc:docMk/>
            <pc:sldMk cId="3439049211" sldId="591"/>
            <ac:inkMk id="32" creationId="{22C8E466-96B9-296C-F3C3-326AE82D99F3}"/>
          </ac:inkMkLst>
        </pc:inkChg>
        <pc:inkChg chg="add del">
          <ac:chgData name="Deepika Vatsa" userId="f7100972-27fe-4ee6-8fb4-ec9b7931b409" providerId="ADAL" clId="{43FC3250-EE2F-489E-970D-AD8C57589867}" dt="2025-07-31T03:19:24.681" v="5124" actId="478"/>
          <ac:inkMkLst>
            <pc:docMk/>
            <pc:sldMk cId="3439049211" sldId="591"/>
            <ac:inkMk id="33" creationId="{8C6FB7F6-78A9-ED6F-4BAF-841452B5FB93}"/>
          </ac:inkMkLst>
        </pc:inkChg>
        <pc:inkChg chg="add del">
          <ac:chgData name="Deepika Vatsa" userId="f7100972-27fe-4ee6-8fb4-ec9b7931b409" providerId="ADAL" clId="{43FC3250-EE2F-489E-970D-AD8C57589867}" dt="2025-07-31T03:19:24.681" v="5124" actId="478"/>
          <ac:inkMkLst>
            <pc:docMk/>
            <pc:sldMk cId="3439049211" sldId="591"/>
            <ac:inkMk id="34" creationId="{ED69AD48-2341-B5C4-5AE5-B79F5B3170B2}"/>
          </ac:inkMkLst>
        </pc:inkChg>
      </pc:sldChg>
      <pc:sldChg chg="del">
        <pc:chgData name="Deepika Vatsa" userId="f7100972-27fe-4ee6-8fb4-ec9b7931b409" providerId="ADAL" clId="{43FC3250-EE2F-489E-970D-AD8C57589867}" dt="2025-07-23T11:05:11.946" v="73" actId="47"/>
        <pc:sldMkLst>
          <pc:docMk/>
          <pc:sldMk cId="494535748" sldId="592"/>
        </pc:sldMkLst>
      </pc:sldChg>
      <pc:sldChg chg="addSp delSp modSp add mod">
        <pc:chgData name="Deepika Vatsa" userId="f7100972-27fe-4ee6-8fb4-ec9b7931b409" providerId="ADAL" clId="{43FC3250-EE2F-489E-970D-AD8C57589867}" dt="2025-07-31T04:12:34.873" v="5155" actId="478"/>
        <pc:sldMkLst>
          <pc:docMk/>
          <pc:sldMk cId="2432536662" sldId="592"/>
        </pc:sldMkLst>
        <pc:spChg chg="mod">
          <ac:chgData name="Deepika Vatsa" userId="f7100972-27fe-4ee6-8fb4-ec9b7931b409" providerId="ADAL" clId="{43FC3250-EE2F-489E-970D-AD8C57589867}" dt="2025-07-23T11:05:59.483" v="86" actId="20577"/>
          <ac:spMkLst>
            <pc:docMk/>
            <pc:sldMk cId="2432536662" sldId="592"/>
            <ac:spMk id="2" creationId="{00000000-0000-0000-0000-000000000000}"/>
          </ac:spMkLst>
        </pc:spChg>
        <pc:spChg chg="mod">
          <ac:chgData name="Deepika Vatsa" userId="f7100972-27fe-4ee6-8fb4-ec9b7931b409" providerId="ADAL" clId="{43FC3250-EE2F-489E-970D-AD8C57589867}" dt="2025-07-23T11:06:35.616" v="97"/>
          <ac:spMkLst>
            <pc:docMk/>
            <pc:sldMk cId="2432536662" sldId="592"/>
            <ac:spMk id="11" creationId="{06381CCD-359B-D8A2-1997-A5B56A02FD41}"/>
          </ac:spMkLst>
        </pc:spChg>
        <pc:inkChg chg="add del">
          <ac:chgData name="Deepika Vatsa" userId="f7100972-27fe-4ee6-8fb4-ec9b7931b409" providerId="ADAL" clId="{43FC3250-EE2F-489E-970D-AD8C57589867}" dt="2025-07-31T04:12:34.873" v="5155" actId="478"/>
          <ac:inkMkLst>
            <pc:docMk/>
            <pc:sldMk cId="2432536662" sldId="592"/>
            <ac:inkMk id="4" creationId="{A364DE06-1238-648C-3CB4-BD520B86393F}"/>
          </ac:inkMkLst>
        </pc:inkChg>
      </pc:sldChg>
      <pc:sldChg chg="addSp delSp modSp add mod">
        <pc:chgData name="Deepika Vatsa" userId="f7100972-27fe-4ee6-8fb4-ec9b7931b409" providerId="ADAL" clId="{43FC3250-EE2F-489E-970D-AD8C57589867}" dt="2025-07-31T03:19:29.401" v="5125" actId="478"/>
        <pc:sldMkLst>
          <pc:docMk/>
          <pc:sldMk cId="3198423911" sldId="593"/>
        </pc:sldMkLst>
        <pc:spChg chg="mod">
          <ac:chgData name="Deepika Vatsa" userId="f7100972-27fe-4ee6-8fb4-ec9b7931b409" providerId="ADAL" clId="{43FC3250-EE2F-489E-970D-AD8C57589867}" dt="2025-07-30T10:53:23.472" v="4795" actId="20577"/>
          <ac:spMkLst>
            <pc:docMk/>
            <pc:sldMk cId="3198423911" sldId="593"/>
            <ac:spMk id="11" creationId="{06381CCD-359B-D8A2-1997-A5B56A02FD41}"/>
          </ac:spMkLst>
        </pc:spChg>
        <pc:inkChg chg="add del">
          <ac:chgData name="Deepika Vatsa" userId="f7100972-27fe-4ee6-8fb4-ec9b7931b409" providerId="ADAL" clId="{43FC3250-EE2F-489E-970D-AD8C57589867}" dt="2025-07-31T03:19:29.401" v="5125" actId="478"/>
          <ac:inkMkLst>
            <pc:docMk/>
            <pc:sldMk cId="3198423911" sldId="593"/>
            <ac:inkMk id="4" creationId="{B799786D-6A20-6E7A-5142-4B7207D36D6F}"/>
          </ac:inkMkLst>
        </pc:inkChg>
        <pc:inkChg chg="add del">
          <ac:chgData name="Deepika Vatsa" userId="f7100972-27fe-4ee6-8fb4-ec9b7931b409" providerId="ADAL" clId="{43FC3250-EE2F-489E-970D-AD8C57589867}" dt="2025-07-31T03:19:29.401" v="5125" actId="478"/>
          <ac:inkMkLst>
            <pc:docMk/>
            <pc:sldMk cId="3198423911" sldId="593"/>
            <ac:inkMk id="5" creationId="{2148F28B-36BD-62CA-5BEB-869A041F88C3}"/>
          </ac:inkMkLst>
        </pc:inkChg>
        <pc:inkChg chg="add del">
          <ac:chgData name="Deepika Vatsa" userId="f7100972-27fe-4ee6-8fb4-ec9b7931b409" providerId="ADAL" clId="{43FC3250-EE2F-489E-970D-AD8C57589867}" dt="2025-07-31T03:19:29.401" v="5125" actId="478"/>
          <ac:inkMkLst>
            <pc:docMk/>
            <pc:sldMk cId="3198423911" sldId="593"/>
            <ac:inkMk id="6" creationId="{BE41BFAD-0CCD-E755-EB2A-3964B7EA02BE}"/>
          </ac:inkMkLst>
        </pc:inkChg>
        <pc:inkChg chg="add del">
          <ac:chgData name="Deepika Vatsa" userId="f7100972-27fe-4ee6-8fb4-ec9b7931b409" providerId="ADAL" clId="{43FC3250-EE2F-489E-970D-AD8C57589867}" dt="2025-07-31T03:19:29.401" v="5125" actId="478"/>
          <ac:inkMkLst>
            <pc:docMk/>
            <pc:sldMk cId="3198423911" sldId="593"/>
            <ac:inkMk id="7" creationId="{EBD33831-D62D-3D1A-A8D1-14BA50E7BBF2}"/>
          </ac:inkMkLst>
        </pc:inkChg>
        <pc:inkChg chg="add del">
          <ac:chgData name="Deepika Vatsa" userId="f7100972-27fe-4ee6-8fb4-ec9b7931b409" providerId="ADAL" clId="{43FC3250-EE2F-489E-970D-AD8C57589867}" dt="2025-07-31T03:19:29.401" v="5125" actId="478"/>
          <ac:inkMkLst>
            <pc:docMk/>
            <pc:sldMk cId="3198423911" sldId="593"/>
            <ac:inkMk id="8" creationId="{0CAB3322-00CB-2908-B9AC-36E821B60B02}"/>
          </ac:inkMkLst>
        </pc:inkChg>
        <pc:inkChg chg="add del">
          <ac:chgData name="Deepika Vatsa" userId="f7100972-27fe-4ee6-8fb4-ec9b7931b409" providerId="ADAL" clId="{43FC3250-EE2F-489E-970D-AD8C57589867}" dt="2025-07-31T03:19:29.401" v="5125" actId="478"/>
          <ac:inkMkLst>
            <pc:docMk/>
            <pc:sldMk cId="3198423911" sldId="593"/>
            <ac:inkMk id="9" creationId="{4246602E-3469-E998-6154-A1BBABCC8B77}"/>
          </ac:inkMkLst>
        </pc:inkChg>
        <pc:inkChg chg="add del">
          <ac:chgData name="Deepika Vatsa" userId="f7100972-27fe-4ee6-8fb4-ec9b7931b409" providerId="ADAL" clId="{43FC3250-EE2F-489E-970D-AD8C57589867}" dt="2025-07-31T03:19:29.401" v="5125" actId="478"/>
          <ac:inkMkLst>
            <pc:docMk/>
            <pc:sldMk cId="3198423911" sldId="593"/>
            <ac:inkMk id="10" creationId="{EBD11572-9FE6-7547-06B8-E669B1E2FF41}"/>
          </ac:inkMkLst>
        </pc:inkChg>
        <pc:inkChg chg="add del">
          <ac:chgData name="Deepika Vatsa" userId="f7100972-27fe-4ee6-8fb4-ec9b7931b409" providerId="ADAL" clId="{43FC3250-EE2F-489E-970D-AD8C57589867}" dt="2025-07-31T03:19:29.401" v="5125" actId="478"/>
          <ac:inkMkLst>
            <pc:docMk/>
            <pc:sldMk cId="3198423911" sldId="593"/>
            <ac:inkMk id="12" creationId="{708D7DD2-80E0-723C-3B27-D041F102AD6E}"/>
          </ac:inkMkLst>
        </pc:inkChg>
      </pc:sldChg>
      <pc:sldChg chg="del">
        <pc:chgData name="Deepika Vatsa" userId="f7100972-27fe-4ee6-8fb4-ec9b7931b409" providerId="ADAL" clId="{43FC3250-EE2F-489E-970D-AD8C57589867}" dt="2025-07-23T11:05:11.946" v="73" actId="47"/>
        <pc:sldMkLst>
          <pc:docMk/>
          <pc:sldMk cId="3539443453" sldId="593"/>
        </pc:sldMkLst>
      </pc:sldChg>
      <pc:sldChg chg="addSp modSp add del mod">
        <pc:chgData name="Deepika Vatsa" userId="f7100972-27fe-4ee6-8fb4-ec9b7931b409" providerId="ADAL" clId="{43FC3250-EE2F-489E-970D-AD8C57589867}" dt="2025-07-24T08:34:45.342" v="1025" actId="2696"/>
        <pc:sldMkLst>
          <pc:docMk/>
          <pc:sldMk cId="48978311" sldId="594"/>
        </pc:sldMkLst>
        <pc:spChg chg="add mod">
          <ac:chgData name="Deepika Vatsa" userId="f7100972-27fe-4ee6-8fb4-ec9b7931b409" providerId="ADAL" clId="{43FC3250-EE2F-489E-970D-AD8C57589867}" dt="2025-07-24T08:22:49.480" v="841" actId="1076"/>
          <ac:spMkLst>
            <pc:docMk/>
            <pc:sldMk cId="48978311" sldId="594"/>
            <ac:spMk id="4" creationId="{9D01F8F6-E974-C5E7-0FB9-FA776F6EAD03}"/>
          </ac:spMkLst>
        </pc:spChg>
        <pc:spChg chg="mod">
          <ac:chgData name="Deepika Vatsa" userId="f7100972-27fe-4ee6-8fb4-ec9b7931b409" providerId="ADAL" clId="{43FC3250-EE2F-489E-970D-AD8C57589867}" dt="2025-07-24T08:18:11.348" v="809" actId="20577"/>
          <ac:spMkLst>
            <pc:docMk/>
            <pc:sldMk cId="48978311" sldId="594"/>
            <ac:spMk id="11" creationId="{06381CCD-359B-D8A2-1997-A5B56A02FD41}"/>
          </ac:spMkLst>
        </pc:spChg>
        <pc:picChg chg="add mod">
          <ac:chgData name="Deepika Vatsa" userId="f7100972-27fe-4ee6-8fb4-ec9b7931b409" providerId="ADAL" clId="{43FC3250-EE2F-489E-970D-AD8C57589867}" dt="2025-07-24T08:22:20.930" v="818" actId="1076"/>
          <ac:picMkLst>
            <pc:docMk/>
            <pc:sldMk cId="48978311" sldId="594"/>
            <ac:picMk id="1026" creationId="{A07EB3EA-E52A-11AF-3888-F41C75FA848D}"/>
          </ac:picMkLst>
        </pc:picChg>
      </pc:sldChg>
      <pc:sldChg chg="del">
        <pc:chgData name="Deepika Vatsa" userId="f7100972-27fe-4ee6-8fb4-ec9b7931b409" providerId="ADAL" clId="{43FC3250-EE2F-489E-970D-AD8C57589867}" dt="2025-07-23T11:05:11.946" v="73" actId="47"/>
        <pc:sldMkLst>
          <pc:docMk/>
          <pc:sldMk cId="2249137657" sldId="594"/>
        </pc:sldMkLst>
      </pc:sldChg>
      <pc:sldChg chg="addSp delSp modSp add mod">
        <pc:chgData name="Deepika Vatsa" userId="f7100972-27fe-4ee6-8fb4-ec9b7931b409" providerId="ADAL" clId="{43FC3250-EE2F-489E-970D-AD8C57589867}" dt="2025-07-31T03:19:48.639" v="5127" actId="478"/>
        <pc:sldMkLst>
          <pc:docMk/>
          <pc:sldMk cId="815781673" sldId="595"/>
        </pc:sldMkLst>
        <pc:spChg chg="mod">
          <ac:chgData name="Deepika Vatsa" userId="f7100972-27fe-4ee6-8fb4-ec9b7931b409" providerId="ADAL" clId="{43FC3250-EE2F-489E-970D-AD8C57589867}" dt="2025-07-24T08:37:05.303" v="1251" actId="20577"/>
          <ac:spMkLst>
            <pc:docMk/>
            <pc:sldMk cId="815781673" sldId="595"/>
            <ac:spMk id="2" creationId="{00000000-0000-0000-0000-000000000000}"/>
          </ac:spMkLst>
        </pc:spChg>
        <pc:spChg chg="del">
          <ac:chgData name="Deepika Vatsa" userId="f7100972-27fe-4ee6-8fb4-ec9b7931b409" providerId="ADAL" clId="{43FC3250-EE2F-489E-970D-AD8C57589867}" dt="2025-07-24T08:32:14.278" v="865" actId="478"/>
          <ac:spMkLst>
            <pc:docMk/>
            <pc:sldMk cId="815781673" sldId="595"/>
            <ac:spMk id="4" creationId="{9D01F8F6-E974-C5E7-0FB9-FA776F6EAD03}"/>
          </ac:spMkLst>
        </pc:spChg>
        <pc:spChg chg="add mod">
          <ac:chgData name="Deepika Vatsa" userId="f7100972-27fe-4ee6-8fb4-ec9b7931b409" providerId="ADAL" clId="{43FC3250-EE2F-489E-970D-AD8C57589867}" dt="2025-07-24T08:40:38.696" v="1330" actId="403"/>
          <ac:spMkLst>
            <pc:docMk/>
            <pc:sldMk cId="815781673" sldId="595"/>
            <ac:spMk id="7" creationId="{BCBAFA03-3862-AA92-2365-76BF8A47DE8D}"/>
          </ac:spMkLst>
        </pc:spChg>
        <pc:spChg chg="mod">
          <ac:chgData name="Deepika Vatsa" userId="f7100972-27fe-4ee6-8fb4-ec9b7931b409" providerId="ADAL" clId="{43FC3250-EE2F-489E-970D-AD8C57589867}" dt="2025-07-24T08:39:06.013" v="1293" actId="6549"/>
          <ac:spMkLst>
            <pc:docMk/>
            <pc:sldMk cId="815781673" sldId="595"/>
            <ac:spMk id="11" creationId="{06381CCD-359B-D8A2-1997-A5B56A02FD41}"/>
          </ac:spMkLst>
        </pc:spChg>
        <pc:grpChg chg="del mod">
          <ac:chgData name="Deepika Vatsa" userId="f7100972-27fe-4ee6-8fb4-ec9b7931b409" providerId="ADAL" clId="{43FC3250-EE2F-489E-970D-AD8C57589867}" dt="2025-07-30T11:13:15.432" v="4906"/>
          <ac:grpSpMkLst>
            <pc:docMk/>
            <pc:sldMk cId="815781673" sldId="595"/>
            <ac:grpSpMk id="19" creationId="{3C1DA0E4-D11A-2BE9-C192-D6F0BC0FF255}"/>
          </ac:grpSpMkLst>
        </pc:grpChg>
        <pc:grpChg chg="del mod">
          <ac:chgData name="Deepika Vatsa" userId="f7100972-27fe-4ee6-8fb4-ec9b7931b409" providerId="ADAL" clId="{43FC3250-EE2F-489E-970D-AD8C57589867}" dt="2025-07-30T11:13:19.546" v="4908"/>
          <ac:grpSpMkLst>
            <pc:docMk/>
            <pc:sldMk cId="815781673" sldId="595"/>
            <ac:grpSpMk id="21" creationId="{8C9F124E-DB40-DAD2-C83A-121001926ED4}"/>
          </ac:grpSpMkLst>
        </pc:grpChg>
        <pc:grpChg chg="del mod">
          <ac:chgData name="Deepika Vatsa" userId="f7100972-27fe-4ee6-8fb4-ec9b7931b409" providerId="ADAL" clId="{43FC3250-EE2F-489E-970D-AD8C57589867}" dt="2025-07-30T11:13:22.839" v="4911"/>
          <ac:grpSpMkLst>
            <pc:docMk/>
            <pc:sldMk cId="815781673" sldId="595"/>
            <ac:grpSpMk id="23" creationId="{DE86DEFD-69AB-7AE6-BD3E-1BA7D61DF24D}"/>
          </ac:grpSpMkLst>
        </pc:grpChg>
        <pc:grpChg chg="del mod">
          <ac:chgData name="Deepika Vatsa" userId="f7100972-27fe-4ee6-8fb4-ec9b7931b409" providerId="ADAL" clId="{43FC3250-EE2F-489E-970D-AD8C57589867}" dt="2025-07-30T11:13:33.341" v="4915"/>
          <ac:grpSpMkLst>
            <pc:docMk/>
            <pc:sldMk cId="815781673" sldId="595"/>
            <ac:grpSpMk id="26" creationId="{FDF50693-1D53-4326-0417-3C5FFD7FA4EC}"/>
          </ac:grpSpMkLst>
        </pc:grpChg>
        <pc:grpChg chg="del mod">
          <ac:chgData name="Deepika Vatsa" userId="f7100972-27fe-4ee6-8fb4-ec9b7931b409" providerId="ADAL" clId="{43FC3250-EE2F-489E-970D-AD8C57589867}" dt="2025-07-30T11:13:40.875" v="4917"/>
          <ac:grpSpMkLst>
            <pc:docMk/>
            <pc:sldMk cId="815781673" sldId="595"/>
            <ac:grpSpMk id="30" creationId="{095FD8D9-6142-7FB0-AA65-2C7315886F71}"/>
          </ac:grpSpMkLst>
        </pc:grpChg>
        <pc:grpChg chg="del mod">
          <ac:chgData name="Deepika Vatsa" userId="f7100972-27fe-4ee6-8fb4-ec9b7931b409" providerId="ADAL" clId="{43FC3250-EE2F-489E-970D-AD8C57589867}" dt="2025-07-30T11:13:45.075" v="4920"/>
          <ac:grpSpMkLst>
            <pc:docMk/>
            <pc:sldMk cId="815781673" sldId="595"/>
            <ac:grpSpMk id="32" creationId="{A1527D73-3B78-69B9-8898-C5CA5786FE74}"/>
          </ac:grpSpMkLst>
        </pc:grpChg>
        <pc:grpChg chg="del mod">
          <ac:chgData name="Deepika Vatsa" userId="f7100972-27fe-4ee6-8fb4-ec9b7931b409" providerId="ADAL" clId="{43FC3250-EE2F-489E-970D-AD8C57589867}" dt="2025-07-31T03:19:48.639" v="5127" actId="478"/>
          <ac:grpSpMkLst>
            <pc:docMk/>
            <pc:sldMk cId="815781673" sldId="595"/>
            <ac:grpSpMk id="35" creationId="{FB3340CE-15F7-EBE9-BF2E-3E8AAFC42BBB}"/>
          </ac:grpSpMkLst>
        </pc:grpChg>
        <pc:picChg chg="add del mod">
          <ac:chgData name="Deepika Vatsa" userId="f7100972-27fe-4ee6-8fb4-ec9b7931b409" providerId="ADAL" clId="{43FC3250-EE2F-489E-970D-AD8C57589867}" dt="2025-07-24T08:39:13.843" v="1295" actId="478"/>
          <ac:picMkLst>
            <pc:docMk/>
            <pc:sldMk cId="815781673" sldId="595"/>
            <ac:picMk id="6" creationId="{06CDD532-FD42-2A67-1E0A-4C898A463CCC}"/>
          </ac:picMkLst>
        </pc:picChg>
        <pc:picChg chg="del">
          <ac:chgData name="Deepika Vatsa" userId="f7100972-27fe-4ee6-8fb4-ec9b7931b409" providerId="ADAL" clId="{43FC3250-EE2F-489E-970D-AD8C57589867}" dt="2025-07-24T08:32:11.817" v="864" actId="478"/>
          <ac:picMkLst>
            <pc:docMk/>
            <pc:sldMk cId="815781673" sldId="595"/>
            <ac:picMk id="1026" creationId="{A07EB3EA-E52A-11AF-3888-F41C75FA848D}"/>
          </ac:picMkLst>
        </pc:picChg>
        <pc:picChg chg="add mod">
          <ac:chgData name="Deepika Vatsa" userId="f7100972-27fe-4ee6-8fb4-ec9b7931b409" providerId="ADAL" clId="{43FC3250-EE2F-489E-970D-AD8C57589867}" dt="2025-07-24T08:39:36.667" v="1301" actId="1076"/>
          <ac:picMkLst>
            <pc:docMk/>
            <pc:sldMk cId="815781673" sldId="595"/>
            <ac:picMk id="2050" creationId="{0B7501EB-9B8B-1F43-B280-F1F29C89922A}"/>
          </ac:picMkLst>
        </pc:picChg>
        <pc:inkChg chg="add del">
          <ac:chgData name="Deepika Vatsa" userId="f7100972-27fe-4ee6-8fb4-ec9b7931b409" providerId="ADAL" clId="{43FC3250-EE2F-489E-970D-AD8C57589867}" dt="2025-07-31T03:19:45.741" v="5126" actId="478"/>
          <ac:inkMkLst>
            <pc:docMk/>
            <pc:sldMk cId="815781673" sldId="595"/>
            <ac:inkMk id="4" creationId="{62800112-A9D4-C752-A45C-955B82029571}"/>
          </ac:inkMkLst>
        </pc:inkChg>
        <pc:inkChg chg="add del">
          <ac:chgData name="Deepika Vatsa" userId="f7100972-27fe-4ee6-8fb4-ec9b7931b409" providerId="ADAL" clId="{43FC3250-EE2F-489E-970D-AD8C57589867}" dt="2025-07-31T03:19:45.741" v="5126" actId="478"/>
          <ac:inkMkLst>
            <pc:docMk/>
            <pc:sldMk cId="815781673" sldId="595"/>
            <ac:inkMk id="5" creationId="{FF5D786E-AD0A-98B2-5F3F-141BC9C6FF5E}"/>
          </ac:inkMkLst>
        </pc:inkChg>
        <pc:inkChg chg="add del">
          <ac:chgData name="Deepika Vatsa" userId="f7100972-27fe-4ee6-8fb4-ec9b7931b409" providerId="ADAL" clId="{43FC3250-EE2F-489E-970D-AD8C57589867}" dt="2025-07-31T03:19:45.741" v="5126" actId="478"/>
          <ac:inkMkLst>
            <pc:docMk/>
            <pc:sldMk cId="815781673" sldId="595"/>
            <ac:inkMk id="6" creationId="{B9741922-A1E1-A8CF-CEB0-8CACF16AB1B0}"/>
          </ac:inkMkLst>
        </pc:inkChg>
        <pc:inkChg chg="add">
          <ac:chgData name="Deepika Vatsa" userId="f7100972-27fe-4ee6-8fb4-ec9b7931b409" providerId="ADAL" clId="{43FC3250-EE2F-489E-970D-AD8C57589867}" dt="2025-07-30T11:12:50.664" v="4894" actId="9405"/>
          <ac:inkMkLst>
            <pc:docMk/>
            <pc:sldMk cId="815781673" sldId="595"/>
            <ac:inkMk id="8" creationId="{EEACF910-633C-AE8B-0642-C71E5B84C041}"/>
          </ac:inkMkLst>
        </pc:inkChg>
        <pc:inkChg chg="add">
          <ac:chgData name="Deepika Vatsa" userId="f7100972-27fe-4ee6-8fb4-ec9b7931b409" providerId="ADAL" clId="{43FC3250-EE2F-489E-970D-AD8C57589867}" dt="2025-07-30T11:12:54.368" v="4895" actId="9405"/>
          <ac:inkMkLst>
            <pc:docMk/>
            <pc:sldMk cId="815781673" sldId="595"/>
            <ac:inkMk id="9" creationId="{C39F76D6-5DCC-CD24-131E-897F8204AFE4}"/>
          </ac:inkMkLst>
        </pc:inkChg>
        <pc:inkChg chg="add">
          <ac:chgData name="Deepika Vatsa" userId="f7100972-27fe-4ee6-8fb4-ec9b7931b409" providerId="ADAL" clId="{43FC3250-EE2F-489E-970D-AD8C57589867}" dt="2025-07-30T11:12:55.413" v="4896" actId="9405"/>
          <ac:inkMkLst>
            <pc:docMk/>
            <pc:sldMk cId="815781673" sldId="595"/>
            <ac:inkMk id="10" creationId="{2BFED832-E34E-9A8D-7B76-1D5566960974}"/>
          </ac:inkMkLst>
        </pc:inkChg>
        <pc:inkChg chg="add">
          <ac:chgData name="Deepika Vatsa" userId="f7100972-27fe-4ee6-8fb4-ec9b7931b409" providerId="ADAL" clId="{43FC3250-EE2F-489E-970D-AD8C57589867}" dt="2025-07-30T11:12:57.306" v="4897" actId="9405"/>
          <ac:inkMkLst>
            <pc:docMk/>
            <pc:sldMk cId="815781673" sldId="595"/>
            <ac:inkMk id="12" creationId="{CD91F783-8135-9CCE-7DBA-385AF0289E46}"/>
          </ac:inkMkLst>
        </pc:inkChg>
        <pc:inkChg chg="add">
          <ac:chgData name="Deepika Vatsa" userId="f7100972-27fe-4ee6-8fb4-ec9b7931b409" providerId="ADAL" clId="{43FC3250-EE2F-489E-970D-AD8C57589867}" dt="2025-07-30T11:13:04.529" v="4898" actId="9405"/>
          <ac:inkMkLst>
            <pc:docMk/>
            <pc:sldMk cId="815781673" sldId="595"/>
            <ac:inkMk id="13" creationId="{20D17564-0F72-D4C2-BF4A-7D9EDF592976}"/>
          </ac:inkMkLst>
        </pc:inkChg>
        <pc:inkChg chg="add mod">
          <ac:chgData name="Deepika Vatsa" userId="f7100972-27fe-4ee6-8fb4-ec9b7931b409" providerId="ADAL" clId="{43FC3250-EE2F-489E-970D-AD8C57589867}" dt="2025-07-30T11:13:45.075" v="4920"/>
          <ac:inkMkLst>
            <pc:docMk/>
            <pc:sldMk cId="815781673" sldId="595"/>
            <ac:inkMk id="14" creationId="{BF0FB1BF-6672-A09D-C8BF-ED96E5A813FA}"/>
          </ac:inkMkLst>
        </pc:inkChg>
        <pc:inkChg chg="add mod">
          <ac:chgData name="Deepika Vatsa" userId="f7100972-27fe-4ee6-8fb4-ec9b7931b409" providerId="ADAL" clId="{43FC3250-EE2F-489E-970D-AD8C57589867}" dt="2025-07-30T11:13:45.075" v="4920"/>
          <ac:inkMkLst>
            <pc:docMk/>
            <pc:sldMk cId="815781673" sldId="595"/>
            <ac:inkMk id="15" creationId="{0278F548-5B7B-E4B3-08EB-475D19578604}"/>
          </ac:inkMkLst>
        </pc:inkChg>
        <pc:inkChg chg="add mod">
          <ac:chgData name="Deepika Vatsa" userId="f7100972-27fe-4ee6-8fb4-ec9b7931b409" providerId="ADAL" clId="{43FC3250-EE2F-489E-970D-AD8C57589867}" dt="2025-07-30T11:13:45.075" v="4920"/>
          <ac:inkMkLst>
            <pc:docMk/>
            <pc:sldMk cId="815781673" sldId="595"/>
            <ac:inkMk id="16" creationId="{4FEAB99A-C6B3-51B7-DF61-34E315783C82}"/>
          </ac:inkMkLst>
        </pc:inkChg>
        <pc:inkChg chg="add mod">
          <ac:chgData name="Deepika Vatsa" userId="f7100972-27fe-4ee6-8fb4-ec9b7931b409" providerId="ADAL" clId="{43FC3250-EE2F-489E-970D-AD8C57589867}" dt="2025-07-30T11:13:45.075" v="4920"/>
          <ac:inkMkLst>
            <pc:docMk/>
            <pc:sldMk cId="815781673" sldId="595"/>
            <ac:inkMk id="17" creationId="{6DAB6236-C481-B03A-0733-4BCE02EA7857}"/>
          </ac:inkMkLst>
        </pc:inkChg>
        <pc:inkChg chg="add mod">
          <ac:chgData name="Deepika Vatsa" userId="f7100972-27fe-4ee6-8fb4-ec9b7931b409" providerId="ADAL" clId="{43FC3250-EE2F-489E-970D-AD8C57589867}" dt="2025-07-30T11:13:45.075" v="4920"/>
          <ac:inkMkLst>
            <pc:docMk/>
            <pc:sldMk cId="815781673" sldId="595"/>
            <ac:inkMk id="18" creationId="{E575BA2F-0107-B035-CE32-6573CBBBEDB9}"/>
          </ac:inkMkLst>
        </pc:inkChg>
        <pc:inkChg chg="add mod">
          <ac:chgData name="Deepika Vatsa" userId="f7100972-27fe-4ee6-8fb4-ec9b7931b409" providerId="ADAL" clId="{43FC3250-EE2F-489E-970D-AD8C57589867}" dt="2025-07-30T11:13:45.075" v="4920"/>
          <ac:inkMkLst>
            <pc:docMk/>
            <pc:sldMk cId="815781673" sldId="595"/>
            <ac:inkMk id="20" creationId="{4F26A695-6666-9B76-E329-3E22823C64C2}"/>
          </ac:inkMkLst>
        </pc:inkChg>
        <pc:inkChg chg="add mod">
          <ac:chgData name="Deepika Vatsa" userId="f7100972-27fe-4ee6-8fb4-ec9b7931b409" providerId="ADAL" clId="{43FC3250-EE2F-489E-970D-AD8C57589867}" dt="2025-07-30T11:13:45.075" v="4920"/>
          <ac:inkMkLst>
            <pc:docMk/>
            <pc:sldMk cId="815781673" sldId="595"/>
            <ac:inkMk id="22" creationId="{0411668C-F121-9B95-6EE9-A5A60806149A}"/>
          </ac:inkMkLst>
        </pc:inkChg>
        <pc:inkChg chg="add mod">
          <ac:chgData name="Deepika Vatsa" userId="f7100972-27fe-4ee6-8fb4-ec9b7931b409" providerId="ADAL" clId="{43FC3250-EE2F-489E-970D-AD8C57589867}" dt="2025-07-30T11:13:45.075" v="4920"/>
          <ac:inkMkLst>
            <pc:docMk/>
            <pc:sldMk cId="815781673" sldId="595"/>
            <ac:inkMk id="24" creationId="{7B9548A8-2E09-F900-F574-51BDCDC93A5B}"/>
          </ac:inkMkLst>
        </pc:inkChg>
        <pc:inkChg chg="add mod">
          <ac:chgData name="Deepika Vatsa" userId="f7100972-27fe-4ee6-8fb4-ec9b7931b409" providerId="ADAL" clId="{43FC3250-EE2F-489E-970D-AD8C57589867}" dt="2025-07-30T11:13:45.075" v="4920"/>
          <ac:inkMkLst>
            <pc:docMk/>
            <pc:sldMk cId="815781673" sldId="595"/>
            <ac:inkMk id="25" creationId="{8427FA7C-FFC2-A54D-1800-41C485422DA4}"/>
          </ac:inkMkLst>
        </pc:inkChg>
        <pc:inkChg chg="add mod">
          <ac:chgData name="Deepika Vatsa" userId="f7100972-27fe-4ee6-8fb4-ec9b7931b409" providerId="ADAL" clId="{43FC3250-EE2F-489E-970D-AD8C57589867}" dt="2025-07-30T11:13:45.075" v="4920"/>
          <ac:inkMkLst>
            <pc:docMk/>
            <pc:sldMk cId="815781673" sldId="595"/>
            <ac:inkMk id="27" creationId="{08313E9B-A8C1-E1F4-626F-D66F69DDC567}"/>
          </ac:inkMkLst>
        </pc:inkChg>
        <pc:inkChg chg="add mod">
          <ac:chgData name="Deepika Vatsa" userId="f7100972-27fe-4ee6-8fb4-ec9b7931b409" providerId="ADAL" clId="{43FC3250-EE2F-489E-970D-AD8C57589867}" dt="2025-07-30T11:13:45.075" v="4920"/>
          <ac:inkMkLst>
            <pc:docMk/>
            <pc:sldMk cId="815781673" sldId="595"/>
            <ac:inkMk id="28" creationId="{EA9F5BEC-A998-3854-B749-3A0510FBFCE4}"/>
          </ac:inkMkLst>
        </pc:inkChg>
        <pc:inkChg chg="add mod">
          <ac:chgData name="Deepika Vatsa" userId="f7100972-27fe-4ee6-8fb4-ec9b7931b409" providerId="ADAL" clId="{43FC3250-EE2F-489E-970D-AD8C57589867}" dt="2025-07-30T11:13:45.075" v="4920"/>
          <ac:inkMkLst>
            <pc:docMk/>
            <pc:sldMk cId="815781673" sldId="595"/>
            <ac:inkMk id="29" creationId="{36800E10-7045-C26E-65FF-B8E8FB824212}"/>
          </ac:inkMkLst>
        </pc:inkChg>
        <pc:inkChg chg="add del mod">
          <ac:chgData name="Deepika Vatsa" userId="f7100972-27fe-4ee6-8fb4-ec9b7931b409" providerId="ADAL" clId="{43FC3250-EE2F-489E-970D-AD8C57589867}" dt="2025-07-31T03:19:48.639" v="5127" actId="478"/>
          <ac:inkMkLst>
            <pc:docMk/>
            <pc:sldMk cId="815781673" sldId="595"/>
            <ac:inkMk id="31" creationId="{41F0F6EA-74DF-D407-8184-6363BC58D3B8}"/>
          </ac:inkMkLst>
        </pc:inkChg>
        <pc:inkChg chg="add mod">
          <ac:chgData name="Deepika Vatsa" userId="f7100972-27fe-4ee6-8fb4-ec9b7931b409" providerId="ADAL" clId="{43FC3250-EE2F-489E-970D-AD8C57589867}" dt="2025-07-30T11:13:45.075" v="4920"/>
          <ac:inkMkLst>
            <pc:docMk/>
            <pc:sldMk cId="815781673" sldId="595"/>
            <ac:inkMk id="33" creationId="{36BDD940-2F76-5EF4-D3B2-4C692FF43FB3}"/>
          </ac:inkMkLst>
        </pc:inkChg>
        <pc:inkChg chg="add mod">
          <ac:chgData name="Deepika Vatsa" userId="f7100972-27fe-4ee6-8fb4-ec9b7931b409" providerId="ADAL" clId="{43FC3250-EE2F-489E-970D-AD8C57589867}" dt="2025-07-30T11:13:45.075" v="4920"/>
          <ac:inkMkLst>
            <pc:docMk/>
            <pc:sldMk cId="815781673" sldId="595"/>
            <ac:inkMk id="34" creationId="{EEBFAEFE-31B8-C959-6F75-0F3E25C0956B}"/>
          </ac:inkMkLst>
        </pc:inkChg>
      </pc:sldChg>
      <pc:sldChg chg="del">
        <pc:chgData name="Deepika Vatsa" userId="f7100972-27fe-4ee6-8fb4-ec9b7931b409" providerId="ADAL" clId="{43FC3250-EE2F-489E-970D-AD8C57589867}" dt="2025-07-23T11:05:11.946" v="73" actId="47"/>
        <pc:sldMkLst>
          <pc:docMk/>
          <pc:sldMk cId="2043304788" sldId="595"/>
        </pc:sldMkLst>
      </pc:sldChg>
      <pc:sldChg chg="del">
        <pc:chgData name="Deepika Vatsa" userId="f7100972-27fe-4ee6-8fb4-ec9b7931b409" providerId="ADAL" clId="{43FC3250-EE2F-489E-970D-AD8C57589867}" dt="2025-07-23T11:05:11.946" v="73" actId="47"/>
        <pc:sldMkLst>
          <pc:docMk/>
          <pc:sldMk cId="2365471124" sldId="596"/>
        </pc:sldMkLst>
      </pc:sldChg>
      <pc:sldChg chg="addSp delSp modSp add mod">
        <pc:chgData name="Deepika Vatsa" userId="f7100972-27fe-4ee6-8fb4-ec9b7931b409" providerId="ADAL" clId="{43FC3250-EE2F-489E-970D-AD8C57589867}" dt="2025-07-31T03:20:03.516" v="5129" actId="478"/>
        <pc:sldMkLst>
          <pc:docMk/>
          <pc:sldMk cId="2532030908" sldId="596"/>
        </pc:sldMkLst>
        <pc:spChg chg="add mod">
          <ac:chgData name="Deepika Vatsa" userId="f7100972-27fe-4ee6-8fb4-ec9b7931b409" providerId="ADAL" clId="{43FC3250-EE2F-489E-970D-AD8C57589867}" dt="2025-07-24T08:41:15.866" v="1336"/>
          <ac:spMkLst>
            <pc:docMk/>
            <pc:sldMk cId="2532030908" sldId="596"/>
            <ac:spMk id="4" creationId="{D5F2722A-AC7A-5522-5F87-F46E0F06E45B}"/>
          </ac:spMkLst>
        </pc:spChg>
        <pc:spChg chg="add mod">
          <ac:chgData name="Deepika Vatsa" userId="f7100972-27fe-4ee6-8fb4-ec9b7931b409" providerId="ADAL" clId="{43FC3250-EE2F-489E-970D-AD8C57589867}" dt="2025-07-24T08:41:20.226" v="1340"/>
          <ac:spMkLst>
            <pc:docMk/>
            <pc:sldMk cId="2532030908" sldId="596"/>
            <ac:spMk id="7" creationId="{D5F2722A-AC7A-5522-5F87-F46E0F06E45B}"/>
          </ac:spMkLst>
        </pc:spChg>
        <pc:spChg chg="add del mod">
          <ac:chgData name="Deepika Vatsa" userId="f7100972-27fe-4ee6-8fb4-ec9b7931b409" providerId="ADAL" clId="{43FC3250-EE2F-489E-970D-AD8C57589867}" dt="2025-07-24T08:41:24.986" v="1342" actId="478"/>
          <ac:spMkLst>
            <pc:docMk/>
            <pc:sldMk cId="2532030908" sldId="596"/>
            <ac:spMk id="8" creationId="{D5F2722A-AC7A-5522-5F87-F46E0F06E45B}"/>
          </ac:spMkLst>
        </pc:spChg>
        <pc:spChg chg="add del mod ord">
          <ac:chgData name="Deepika Vatsa" userId="f7100972-27fe-4ee6-8fb4-ec9b7931b409" providerId="ADAL" clId="{43FC3250-EE2F-489E-970D-AD8C57589867}" dt="2025-07-31T03:19:55.785" v="5128" actId="478"/>
          <ac:spMkLst>
            <pc:docMk/>
            <pc:sldMk cId="2532030908" sldId="596"/>
            <ac:spMk id="9" creationId="{201B0A84-744C-23F6-4528-9945FC0EFECC}"/>
          </ac:spMkLst>
        </pc:spChg>
        <pc:spChg chg="add del mod">
          <ac:chgData name="Deepika Vatsa" userId="f7100972-27fe-4ee6-8fb4-ec9b7931b409" providerId="ADAL" clId="{43FC3250-EE2F-489E-970D-AD8C57589867}" dt="2025-07-24T09:04:57.952" v="2074" actId="478"/>
          <ac:spMkLst>
            <pc:docMk/>
            <pc:sldMk cId="2532030908" sldId="596"/>
            <ac:spMk id="10" creationId="{F18DCF59-2D3F-A81C-CBA3-6B10A9A86DE5}"/>
          </ac:spMkLst>
        </pc:spChg>
        <pc:spChg chg="mod">
          <ac:chgData name="Deepika Vatsa" userId="f7100972-27fe-4ee6-8fb4-ec9b7931b409" providerId="ADAL" clId="{43FC3250-EE2F-489E-970D-AD8C57589867}" dt="2025-07-24T08:44:31.133" v="1423" actId="20577"/>
          <ac:spMkLst>
            <pc:docMk/>
            <pc:sldMk cId="2532030908" sldId="596"/>
            <ac:spMk id="11" creationId="{06381CCD-359B-D8A2-1997-A5B56A02FD41}"/>
          </ac:spMkLst>
        </pc:spChg>
        <pc:spChg chg="add del mod">
          <ac:chgData name="Deepika Vatsa" userId="f7100972-27fe-4ee6-8fb4-ec9b7931b409" providerId="ADAL" clId="{43FC3250-EE2F-489E-970D-AD8C57589867}" dt="2025-07-24T09:05:02.995" v="2075" actId="1076"/>
          <ac:spMkLst>
            <pc:docMk/>
            <pc:sldMk cId="2532030908" sldId="596"/>
            <ac:spMk id="12" creationId="{054E186B-0053-1ADA-9448-E99069A759EF}"/>
          </ac:spMkLst>
        </pc:spChg>
        <pc:grpChg chg="del mod">
          <ac:chgData name="Deepika Vatsa" userId="f7100972-27fe-4ee6-8fb4-ec9b7931b409" providerId="ADAL" clId="{43FC3250-EE2F-489E-970D-AD8C57589867}" dt="2025-07-31T03:20:03.516" v="5129" actId="478"/>
          <ac:grpSpMkLst>
            <pc:docMk/>
            <pc:sldMk cId="2532030908" sldId="596"/>
            <ac:grpSpMk id="15" creationId="{4A103530-BACA-816B-4CBE-A0207BAB39B7}"/>
          </ac:grpSpMkLst>
        </pc:grpChg>
        <pc:grpChg chg="del mod">
          <ac:chgData name="Deepika Vatsa" userId="f7100972-27fe-4ee6-8fb4-ec9b7931b409" providerId="ADAL" clId="{43FC3250-EE2F-489E-970D-AD8C57589867}" dt="2025-07-30T11:15:53.623" v="4942"/>
          <ac:grpSpMkLst>
            <pc:docMk/>
            <pc:sldMk cId="2532030908" sldId="596"/>
            <ac:grpSpMk id="27" creationId="{93C68A5C-E0E9-8654-8062-34A20133655C}"/>
          </ac:grpSpMkLst>
        </pc:grpChg>
        <pc:grpChg chg="del mod">
          <ac:chgData name="Deepika Vatsa" userId="f7100972-27fe-4ee6-8fb4-ec9b7931b409" providerId="ADAL" clId="{43FC3250-EE2F-489E-970D-AD8C57589867}" dt="2025-07-30T11:15:55.544" v="4946"/>
          <ac:grpSpMkLst>
            <pc:docMk/>
            <pc:sldMk cId="2532030908" sldId="596"/>
            <ac:grpSpMk id="29" creationId="{40EEEC29-DEBD-46BD-CEB4-A1F8FFA071AC}"/>
          </ac:grpSpMkLst>
        </pc:grpChg>
        <pc:grpChg chg="del mod">
          <ac:chgData name="Deepika Vatsa" userId="f7100972-27fe-4ee6-8fb4-ec9b7931b409" providerId="ADAL" clId="{43FC3250-EE2F-489E-970D-AD8C57589867}" dt="2025-07-31T03:20:03.516" v="5129" actId="478"/>
          <ac:grpSpMkLst>
            <pc:docMk/>
            <pc:sldMk cId="2532030908" sldId="596"/>
            <ac:grpSpMk id="33" creationId="{94AC4CAD-ABA6-4A1B-8CB5-5EF7BFF292F7}"/>
          </ac:grpSpMkLst>
        </pc:grpChg>
        <pc:grpChg chg="del mod">
          <ac:chgData name="Deepika Vatsa" userId="f7100972-27fe-4ee6-8fb4-ec9b7931b409" providerId="ADAL" clId="{43FC3250-EE2F-489E-970D-AD8C57589867}" dt="2025-07-31T03:20:03.516" v="5129" actId="478"/>
          <ac:grpSpMkLst>
            <pc:docMk/>
            <pc:sldMk cId="2532030908" sldId="596"/>
            <ac:grpSpMk id="38" creationId="{9049384C-553B-F830-2EF4-29690621E7AF}"/>
          </ac:grpSpMkLst>
        </pc:grpChg>
        <pc:grpChg chg="del mod">
          <ac:chgData name="Deepika Vatsa" userId="f7100972-27fe-4ee6-8fb4-ec9b7931b409" providerId="ADAL" clId="{43FC3250-EE2F-489E-970D-AD8C57589867}" dt="2025-07-31T03:20:03.516" v="5129" actId="478"/>
          <ac:grpSpMkLst>
            <pc:docMk/>
            <pc:sldMk cId="2532030908" sldId="596"/>
            <ac:grpSpMk id="46" creationId="{05410D5A-8BC4-DE30-7319-F20BBF28C9D9}"/>
          </ac:grpSpMkLst>
        </pc:grpChg>
        <pc:grpChg chg="del mod">
          <ac:chgData name="Deepika Vatsa" userId="f7100972-27fe-4ee6-8fb4-ec9b7931b409" providerId="ADAL" clId="{43FC3250-EE2F-489E-970D-AD8C57589867}" dt="2025-07-31T03:20:03.516" v="5129" actId="478"/>
          <ac:grpSpMkLst>
            <pc:docMk/>
            <pc:sldMk cId="2532030908" sldId="596"/>
            <ac:grpSpMk id="47" creationId="{9CF44EBE-3E61-0ECE-5406-E1258B3A6CF2}"/>
          </ac:grpSpMkLst>
        </pc:grpChg>
        <pc:grpChg chg="del mod">
          <ac:chgData name="Deepika Vatsa" userId="f7100972-27fe-4ee6-8fb4-ec9b7931b409" providerId="ADAL" clId="{43FC3250-EE2F-489E-970D-AD8C57589867}" dt="2025-07-31T03:19:55.785" v="5128" actId="478"/>
          <ac:grpSpMkLst>
            <pc:docMk/>
            <pc:sldMk cId="2532030908" sldId="596"/>
            <ac:grpSpMk id="53" creationId="{C3CA9B47-E57F-198C-F289-F1340CF10A9A}"/>
          </ac:grpSpMkLst>
        </pc:grpChg>
        <pc:graphicFrameChg chg="add del">
          <ac:chgData name="Deepika Vatsa" userId="f7100972-27fe-4ee6-8fb4-ec9b7931b409" providerId="ADAL" clId="{43FC3250-EE2F-489E-970D-AD8C57589867}" dt="2025-07-24T09:04:52.788" v="2073" actId="26606"/>
          <ac:graphicFrameMkLst>
            <pc:docMk/>
            <pc:sldMk cId="2532030908" sldId="596"/>
            <ac:graphicFrameMk id="15" creationId="{6CFDDA4F-D95F-67BC-99D8-585C9530E5D3}"/>
          </ac:graphicFrameMkLst>
        </pc:graphicFrameChg>
        <pc:picChg chg="add del">
          <ac:chgData name="Deepika Vatsa" userId="f7100972-27fe-4ee6-8fb4-ec9b7931b409" providerId="ADAL" clId="{43FC3250-EE2F-489E-970D-AD8C57589867}" dt="2025-07-24T08:41:18.314" v="1338"/>
          <ac:picMkLst>
            <pc:docMk/>
            <pc:sldMk cId="2532030908" sldId="596"/>
            <ac:picMk id="5" creationId="{CAD75397-8298-4658-F474-42286115F8BF}"/>
          </ac:picMkLst>
        </pc:picChg>
        <pc:picChg chg="del mod">
          <ac:chgData name="Deepika Vatsa" userId="f7100972-27fe-4ee6-8fb4-ec9b7931b409" providerId="ADAL" clId="{43FC3250-EE2F-489E-970D-AD8C57589867}" dt="2025-07-24T08:42:40.373" v="1364" actId="478"/>
          <ac:picMkLst>
            <pc:docMk/>
            <pc:sldMk cId="2532030908" sldId="596"/>
            <ac:picMk id="6" creationId="{06CDD532-FD42-2A67-1E0A-4C898A463CCC}"/>
          </ac:picMkLst>
        </pc:picChg>
        <pc:picChg chg="add mod">
          <ac:chgData name="Deepika Vatsa" userId="f7100972-27fe-4ee6-8fb4-ec9b7931b409" providerId="ADAL" clId="{43FC3250-EE2F-489E-970D-AD8C57589867}" dt="2025-07-24T09:04:49.283" v="2071" actId="1076"/>
          <ac:picMkLst>
            <pc:docMk/>
            <pc:sldMk cId="2532030908" sldId="596"/>
            <ac:picMk id="13" creationId="{5AB04AA3-C013-8EAC-2039-79F8E810ADD7}"/>
          </ac:picMkLst>
        </pc:picChg>
        <pc:picChg chg="del">
          <ac:chgData name="Deepika Vatsa" userId="f7100972-27fe-4ee6-8fb4-ec9b7931b409" providerId="ADAL" clId="{43FC3250-EE2F-489E-970D-AD8C57589867}" dt="2025-07-24T08:38:51.487" v="1289" actId="478"/>
          <ac:picMkLst>
            <pc:docMk/>
            <pc:sldMk cId="2532030908" sldId="596"/>
            <ac:picMk id="2050" creationId="{0B7501EB-9B8B-1F43-B280-F1F29C89922A}"/>
          </ac:picMkLst>
        </pc:picChg>
        <pc:inkChg chg="add del">
          <ac:chgData name="Deepika Vatsa" userId="f7100972-27fe-4ee6-8fb4-ec9b7931b409" providerId="ADAL" clId="{43FC3250-EE2F-489E-970D-AD8C57589867}" dt="2025-07-31T03:19:55.785" v="5128" actId="478"/>
          <ac:inkMkLst>
            <pc:docMk/>
            <pc:sldMk cId="2532030908" sldId="596"/>
            <ac:inkMk id="4" creationId="{88B8B8E3-DA3B-EE8E-8DA8-422C56013049}"/>
          </ac:inkMkLst>
        </pc:inkChg>
        <pc:inkChg chg="add mod">
          <ac:chgData name="Deepika Vatsa" userId="f7100972-27fe-4ee6-8fb4-ec9b7931b409" providerId="ADAL" clId="{43FC3250-EE2F-489E-970D-AD8C57589867}" dt="2025-07-30T11:15:06.162" v="4928"/>
          <ac:inkMkLst>
            <pc:docMk/>
            <pc:sldMk cId="2532030908" sldId="596"/>
            <ac:inkMk id="5" creationId="{9CBA7F43-E72A-7281-4516-69C983FB24F0}"/>
          </ac:inkMkLst>
        </pc:inkChg>
        <pc:inkChg chg="add mod">
          <ac:chgData name="Deepika Vatsa" userId="f7100972-27fe-4ee6-8fb4-ec9b7931b409" providerId="ADAL" clId="{43FC3250-EE2F-489E-970D-AD8C57589867}" dt="2025-07-30T11:15:06.162" v="4928"/>
          <ac:inkMkLst>
            <pc:docMk/>
            <pc:sldMk cId="2532030908" sldId="596"/>
            <ac:inkMk id="6" creationId="{24307FDE-4C9C-86FB-5366-7E118AD4AA03}"/>
          </ac:inkMkLst>
        </pc:inkChg>
        <pc:inkChg chg="add mod">
          <ac:chgData name="Deepika Vatsa" userId="f7100972-27fe-4ee6-8fb4-ec9b7931b409" providerId="ADAL" clId="{43FC3250-EE2F-489E-970D-AD8C57589867}" dt="2025-07-30T11:15:06.162" v="4928"/>
          <ac:inkMkLst>
            <pc:docMk/>
            <pc:sldMk cId="2532030908" sldId="596"/>
            <ac:inkMk id="7" creationId="{7B04A9E6-333B-43E3-4D80-CF154610806F}"/>
          </ac:inkMkLst>
        </pc:inkChg>
        <pc:inkChg chg="add mod">
          <ac:chgData name="Deepika Vatsa" userId="f7100972-27fe-4ee6-8fb4-ec9b7931b409" providerId="ADAL" clId="{43FC3250-EE2F-489E-970D-AD8C57589867}" dt="2025-07-30T11:15:06.162" v="4928"/>
          <ac:inkMkLst>
            <pc:docMk/>
            <pc:sldMk cId="2532030908" sldId="596"/>
            <ac:inkMk id="8" creationId="{3570D878-EE74-BF8E-4A55-416FEBD1583E}"/>
          </ac:inkMkLst>
        </pc:inkChg>
        <pc:inkChg chg="add mod">
          <ac:chgData name="Deepika Vatsa" userId="f7100972-27fe-4ee6-8fb4-ec9b7931b409" providerId="ADAL" clId="{43FC3250-EE2F-489E-970D-AD8C57589867}" dt="2025-07-30T11:15:06.162" v="4928"/>
          <ac:inkMkLst>
            <pc:docMk/>
            <pc:sldMk cId="2532030908" sldId="596"/>
            <ac:inkMk id="10" creationId="{1FD16809-5891-7573-BCDC-CBF2E3DF518D}"/>
          </ac:inkMkLst>
        </pc:inkChg>
        <pc:inkChg chg="add mod">
          <ac:chgData name="Deepika Vatsa" userId="f7100972-27fe-4ee6-8fb4-ec9b7931b409" providerId="ADAL" clId="{43FC3250-EE2F-489E-970D-AD8C57589867}" dt="2025-07-30T11:15:06.162" v="4928"/>
          <ac:inkMkLst>
            <pc:docMk/>
            <pc:sldMk cId="2532030908" sldId="596"/>
            <ac:inkMk id="14" creationId="{638074A3-275B-B13C-AD8F-7937834D2F27}"/>
          </ac:inkMkLst>
        </pc:inkChg>
        <pc:inkChg chg="add del">
          <ac:chgData name="Deepika Vatsa" userId="f7100972-27fe-4ee6-8fb4-ec9b7931b409" providerId="ADAL" clId="{43FC3250-EE2F-489E-970D-AD8C57589867}" dt="2025-07-31T03:19:55.785" v="5128" actId="478"/>
          <ac:inkMkLst>
            <pc:docMk/>
            <pc:sldMk cId="2532030908" sldId="596"/>
            <ac:inkMk id="16" creationId="{FD8B3306-3590-4B9D-B54E-F5FA6ADB8E5F}"/>
          </ac:inkMkLst>
        </pc:inkChg>
        <pc:inkChg chg="add del">
          <ac:chgData name="Deepika Vatsa" userId="f7100972-27fe-4ee6-8fb4-ec9b7931b409" providerId="ADAL" clId="{43FC3250-EE2F-489E-970D-AD8C57589867}" dt="2025-07-31T03:19:55.785" v="5128" actId="478"/>
          <ac:inkMkLst>
            <pc:docMk/>
            <pc:sldMk cId="2532030908" sldId="596"/>
            <ac:inkMk id="17" creationId="{4FA37EAD-7CA9-0812-2AA6-007F6AF3CF35}"/>
          </ac:inkMkLst>
        </pc:inkChg>
        <pc:inkChg chg="add del">
          <ac:chgData name="Deepika Vatsa" userId="f7100972-27fe-4ee6-8fb4-ec9b7931b409" providerId="ADAL" clId="{43FC3250-EE2F-489E-970D-AD8C57589867}" dt="2025-07-31T03:19:55.785" v="5128" actId="478"/>
          <ac:inkMkLst>
            <pc:docMk/>
            <pc:sldMk cId="2532030908" sldId="596"/>
            <ac:inkMk id="18" creationId="{FD724568-A393-C882-F883-DFA674DED7E9}"/>
          </ac:inkMkLst>
        </pc:inkChg>
        <pc:inkChg chg="add del">
          <ac:chgData name="Deepika Vatsa" userId="f7100972-27fe-4ee6-8fb4-ec9b7931b409" providerId="ADAL" clId="{43FC3250-EE2F-489E-970D-AD8C57589867}" dt="2025-07-31T03:19:55.785" v="5128" actId="478"/>
          <ac:inkMkLst>
            <pc:docMk/>
            <pc:sldMk cId="2532030908" sldId="596"/>
            <ac:inkMk id="19" creationId="{DC0E876A-CE60-5AEC-D27B-5A67E6862B82}"/>
          </ac:inkMkLst>
        </pc:inkChg>
        <pc:inkChg chg="add del">
          <ac:chgData name="Deepika Vatsa" userId="f7100972-27fe-4ee6-8fb4-ec9b7931b409" providerId="ADAL" clId="{43FC3250-EE2F-489E-970D-AD8C57589867}" dt="2025-07-31T03:19:55.785" v="5128" actId="478"/>
          <ac:inkMkLst>
            <pc:docMk/>
            <pc:sldMk cId="2532030908" sldId="596"/>
            <ac:inkMk id="20" creationId="{82B82D16-DEE8-66CA-D3D5-6B8ECF344BB1}"/>
          </ac:inkMkLst>
        </pc:inkChg>
        <pc:inkChg chg="add del">
          <ac:chgData name="Deepika Vatsa" userId="f7100972-27fe-4ee6-8fb4-ec9b7931b409" providerId="ADAL" clId="{43FC3250-EE2F-489E-970D-AD8C57589867}" dt="2025-07-31T03:20:03.516" v="5129" actId="478"/>
          <ac:inkMkLst>
            <pc:docMk/>
            <pc:sldMk cId="2532030908" sldId="596"/>
            <ac:inkMk id="21" creationId="{6BEFAB12-5590-7F06-7B25-8B9CCA70BD5D}"/>
          </ac:inkMkLst>
        </pc:inkChg>
        <pc:inkChg chg="add mod">
          <ac:chgData name="Deepika Vatsa" userId="f7100972-27fe-4ee6-8fb4-ec9b7931b409" providerId="ADAL" clId="{43FC3250-EE2F-489E-970D-AD8C57589867}" dt="2025-07-30T11:15:55.544" v="4946"/>
          <ac:inkMkLst>
            <pc:docMk/>
            <pc:sldMk cId="2532030908" sldId="596"/>
            <ac:inkMk id="22" creationId="{3DF19026-066D-02A0-C382-DBDEB1C7E1D0}"/>
          </ac:inkMkLst>
        </pc:inkChg>
        <pc:inkChg chg="add mod">
          <ac:chgData name="Deepika Vatsa" userId="f7100972-27fe-4ee6-8fb4-ec9b7931b409" providerId="ADAL" clId="{43FC3250-EE2F-489E-970D-AD8C57589867}" dt="2025-07-30T11:15:55.544" v="4946"/>
          <ac:inkMkLst>
            <pc:docMk/>
            <pc:sldMk cId="2532030908" sldId="596"/>
            <ac:inkMk id="23" creationId="{D6BE9C7C-E612-8826-80B1-6D9958BC7220}"/>
          </ac:inkMkLst>
        </pc:inkChg>
        <pc:inkChg chg="add mod">
          <ac:chgData name="Deepika Vatsa" userId="f7100972-27fe-4ee6-8fb4-ec9b7931b409" providerId="ADAL" clId="{43FC3250-EE2F-489E-970D-AD8C57589867}" dt="2025-07-30T11:15:55.544" v="4946"/>
          <ac:inkMkLst>
            <pc:docMk/>
            <pc:sldMk cId="2532030908" sldId="596"/>
            <ac:inkMk id="24" creationId="{6A066C8A-5E3C-5B66-25E0-82887BACB9F4}"/>
          </ac:inkMkLst>
        </pc:inkChg>
        <pc:inkChg chg="add mod">
          <ac:chgData name="Deepika Vatsa" userId="f7100972-27fe-4ee6-8fb4-ec9b7931b409" providerId="ADAL" clId="{43FC3250-EE2F-489E-970D-AD8C57589867}" dt="2025-07-30T11:15:55.544" v="4946"/>
          <ac:inkMkLst>
            <pc:docMk/>
            <pc:sldMk cId="2532030908" sldId="596"/>
            <ac:inkMk id="25" creationId="{814606A0-B2E1-BE7C-CAD3-22F1C0E5E1B7}"/>
          </ac:inkMkLst>
        </pc:inkChg>
        <pc:inkChg chg="add mod">
          <ac:chgData name="Deepika Vatsa" userId="f7100972-27fe-4ee6-8fb4-ec9b7931b409" providerId="ADAL" clId="{43FC3250-EE2F-489E-970D-AD8C57589867}" dt="2025-07-30T11:15:55.544" v="4946"/>
          <ac:inkMkLst>
            <pc:docMk/>
            <pc:sldMk cId="2532030908" sldId="596"/>
            <ac:inkMk id="26" creationId="{0ED57A37-39FB-A980-BB74-93D2F94B566E}"/>
          </ac:inkMkLst>
        </pc:inkChg>
        <pc:inkChg chg="add mod">
          <ac:chgData name="Deepika Vatsa" userId="f7100972-27fe-4ee6-8fb4-ec9b7931b409" providerId="ADAL" clId="{43FC3250-EE2F-489E-970D-AD8C57589867}" dt="2025-07-30T11:15:55.544" v="4946"/>
          <ac:inkMkLst>
            <pc:docMk/>
            <pc:sldMk cId="2532030908" sldId="596"/>
            <ac:inkMk id="28" creationId="{2AF07CE3-852F-ACE8-F399-66F9DF879B24}"/>
          </ac:inkMkLst>
        </pc:inkChg>
        <pc:inkChg chg="add mod">
          <ac:chgData name="Deepika Vatsa" userId="f7100972-27fe-4ee6-8fb4-ec9b7931b409" providerId="ADAL" clId="{43FC3250-EE2F-489E-970D-AD8C57589867}" dt="2025-07-30T11:15:55.544" v="4946"/>
          <ac:inkMkLst>
            <pc:docMk/>
            <pc:sldMk cId="2532030908" sldId="596"/>
            <ac:inkMk id="30" creationId="{2F62BCAB-CBAE-0C39-F5E3-9799BD3C169D}"/>
          </ac:inkMkLst>
        </pc:inkChg>
        <pc:inkChg chg="add mod">
          <ac:chgData name="Deepika Vatsa" userId="f7100972-27fe-4ee6-8fb4-ec9b7931b409" providerId="ADAL" clId="{43FC3250-EE2F-489E-970D-AD8C57589867}" dt="2025-07-30T11:15:55.544" v="4946"/>
          <ac:inkMkLst>
            <pc:docMk/>
            <pc:sldMk cId="2532030908" sldId="596"/>
            <ac:inkMk id="31" creationId="{BD6B7FD5-D0A3-DFA4-B7C7-D5B0E8EFB46C}"/>
          </ac:inkMkLst>
        </pc:inkChg>
        <pc:inkChg chg="add mod">
          <ac:chgData name="Deepika Vatsa" userId="f7100972-27fe-4ee6-8fb4-ec9b7931b409" providerId="ADAL" clId="{43FC3250-EE2F-489E-970D-AD8C57589867}" dt="2025-07-30T11:15:55.544" v="4946"/>
          <ac:inkMkLst>
            <pc:docMk/>
            <pc:sldMk cId="2532030908" sldId="596"/>
            <ac:inkMk id="32" creationId="{2E6E19DA-278D-256E-F9E2-BCCAAEB04261}"/>
          </ac:inkMkLst>
        </pc:inkChg>
        <pc:inkChg chg="add mod">
          <ac:chgData name="Deepika Vatsa" userId="f7100972-27fe-4ee6-8fb4-ec9b7931b409" providerId="ADAL" clId="{43FC3250-EE2F-489E-970D-AD8C57589867}" dt="2025-07-30T11:15:59.017" v="4951"/>
          <ac:inkMkLst>
            <pc:docMk/>
            <pc:sldMk cId="2532030908" sldId="596"/>
            <ac:inkMk id="34" creationId="{F17ACEF0-72FA-321A-CD3D-E082D7B59059}"/>
          </ac:inkMkLst>
        </pc:inkChg>
        <pc:inkChg chg="add mod">
          <ac:chgData name="Deepika Vatsa" userId="f7100972-27fe-4ee6-8fb4-ec9b7931b409" providerId="ADAL" clId="{43FC3250-EE2F-489E-970D-AD8C57589867}" dt="2025-07-30T11:15:59.017" v="4951"/>
          <ac:inkMkLst>
            <pc:docMk/>
            <pc:sldMk cId="2532030908" sldId="596"/>
            <ac:inkMk id="35" creationId="{B50E9606-004A-F61A-5BDA-D8D7534E0EC4}"/>
          </ac:inkMkLst>
        </pc:inkChg>
        <pc:inkChg chg="add mod">
          <ac:chgData name="Deepika Vatsa" userId="f7100972-27fe-4ee6-8fb4-ec9b7931b409" providerId="ADAL" clId="{43FC3250-EE2F-489E-970D-AD8C57589867}" dt="2025-07-30T11:15:59.017" v="4951"/>
          <ac:inkMkLst>
            <pc:docMk/>
            <pc:sldMk cId="2532030908" sldId="596"/>
            <ac:inkMk id="36" creationId="{050455ED-C390-BFA9-A9B4-A3B41A5E8AEB}"/>
          </ac:inkMkLst>
        </pc:inkChg>
        <pc:inkChg chg="add mod">
          <ac:chgData name="Deepika Vatsa" userId="f7100972-27fe-4ee6-8fb4-ec9b7931b409" providerId="ADAL" clId="{43FC3250-EE2F-489E-970D-AD8C57589867}" dt="2025-07-30T11:15:59.017" v="4951"/>
          <ac:inkMkLst>
            <pc:docMk/>
            <pc:sldMk cId="2532030908" sldId="596"/>
            <ac:inkMk id="37" creationId="{4DF8C8C8-5D58-1DCE-7491-623572C539F5}"/>
          </ac:inkMkLst>
        </pc:inkChg>
        <pc:inkChg chg="add del">
          <ac:chgData name="Deepika Vatsa" userId="f7100972-27fe-4ee6-8fb4-ec9b7931b409" providerId="ADAL" clId="{43FC3250-EE2F-489E-970D-AD8C57589867}" dt="2025-07-31T03:20:03.516" v="5129" actId="478"/>
          <ac:inkMkLst>
            <pc:docMk/>
            <pc:sldMk cId="2532030908" sldId="596"/>
            <ac:inkMk id="39" creationId="{FE09A62C-DECB-44C1-967F-7B314A16BB46}"/>
          </ac:inkMkLst>
        </pc:inkChg>
        <pc:inkChg chg="add mod">
          <ac:chgData name="Deepika Vatsa" userId="f7100972-27fe-4ee6-8fb4-ec9b7931b409" providerId="ADAL" clId="{43FC3250-EE2F-489E-970D-AD8C57589867}" dt="2025-07-30T11:16:12.987" v="4959"/>
          <ac:inkMkLst>
            <pc:docMk/>
            <pc:sldMk cId="2532030908" sldId="596"/>
            <ac:inkMk id="40" creationId="{7AC53162-5FE8-7761-5332-7D80C8DDC312}"/>
          </ac:inkMkLst>
        </pc:inkChg>
        <pc:inkChg chg="add mod">
          <ac:chgData name="Deepika Vatsa" userId="f7100972-27fe-4ee6-8fb4-ec9b7931b409" providerId="ADAL" clId="{43FC3250-EE2F-489E-970D-AD8C57589867}" dt="2025-07-30T11:16:12.987" v="4959"/>
          <ac:inkMkLst>
            <pc:docMk/>
            <pc:sldMk cId="2532030908" sldId="596"/>
            <ac:inkMk id="41" creationId="{C3E175DA-FA37-4A39-5887-2D43EA06F1A3}"/>
          </ac:inkMkLst>
        </pc:inkChg>
        <pc:inkChg chg="add mod">
          <ac:chgData name="Deepika Vatsa" userId="f7100972-27fe-4ee6-8fb4-ec9b7931b409" providerId="ADAL" clId="{43FC3250-EE2F-489E-970D-AD8C57589867}" dt="2025-07-30T11:16:12.987" v="4959"/>
          <ac:inkMkLst>
            <pc:docMk/>
            <pc:sldMk cId="2532030908" sldId="596"/>
            <ac:inkMk id="42" creationId="{C93CDB0D-902F-4DAC-542E-CD7856545CBA}"/>
          </ac:inkMkLst>
        </pc:inkChg>
        <pc:inkChg chg="add mod">
          <ac:chgData name="Deepika Vatsa" userId="f7100972-27fe-4ee6-8fb4-ec9b7931b409" providerId="ADAL" clId="{43FC3250-EE2F-489E-970D-AD8C57589867}" dt="2025-07-30T11:16:12.987" v="4959"/>
          <ac:inkMkLst>
            <pc:docMk/>
            <pc:sldMk cId="2532030908" sldId="596"/>
            <ac:inkMk id="43" creationId="{34A54093-00DF-2606-7948-24AFA7BDE8E8}"/>
          </ac:inkMkLst>
        </pc:inkChg>
        <pc:inkChg chg="add mod">
          <ac:chgData name="Deepika Vatsa" userId="f7100972-27fe-4ee6-8fb4-ec9b7931b409" providerId="ADAL" clId="{43FC3250-EE2F-489E-970D-AD8C57589867}" dt="2025-07-30T11:16:12.987" v="4959"/>
          <ac:inkMkLst>
            <pc:docMk/>
            <pc:sldMk cId="2532030908" sldId="596"/>
            <ac:inkMk id="44" creationId="{AF6B3135-3D23-B14A-EE3A-0438FA826E5A}"/>
          </ac:inkMkLst>
        </pc:inkChg>
        <pc:inkChg chg="add mod">
          <ac:chgData name="Deepika Vatsa" userId="f7100972-27fe-4ee6-8fb4-ec9b7931b409" providerId="ADAL" clId="{43FC3250-EE2F-489E-970D-AD8C57589867}" dt="2025-07-30T11:16:12.987" v="4959"/>
          <ac:inkMkLst>
            <pc:docMk/>
            <pc:sldMk cId="2532030908" sldId="596"/>
            <ac:inkMk id="45" creationId="{10127614-7D82-759D-C69F-7F81509E63D8}"/>
          </ac:inkMkLst>
        </pc:inkChg>
        <pc:inkChg chg="add del">
          <ac:chgData name="Deepika Vatsa" userId="f7100972-27fe-4ee6-8fb4-ec9b7931b409" providerId="ADAL" clId="{43FC3250-EE2F-489E-970D-AD8C57589867}" dt="2025-07-31T03:19:55.785" v="5128" actId="478"/>
          <ac:inkMkLst>
            <pc:docMk/>
            <pc:sldMk cId="2532030908" sldId="596"/>
            <ac:inkMk id="48" creationId="{6C3D8949-3295-D523-B194-146A672CB68B}"/>
          </ac:inkMkLst>
        </pc:inkChg>
        <pc:inkChg chg="add del">
          <ac:chgData name="Deepika Vatsa" userId="f7100972-27fe-4ee6-8fb4-ec9b7931b409" providerId="ADAL" clId="{43FC3250-EE2F-489E-970D-AD8C57589867}" dt="2025-07-31T03:20:03.516" v="5129" actId="478"/>
          <ac:inkMkLst>
            <pc:docMk/>
            <pc:sldMk cId="2532030908" sldId="596"/>
            <ac:inkMk id="49" creationId="{6CB31BCF-E3B4-98A5-D05E-75969C687A31}"/>
          </ac:inkMkLst>
        </pc:inkChg>
        <pc:inkChg chg="add del">
          <ac:chgData name="Deepika Vatsa" userId="f7100972-27fe-4ee6-8fb4-ec9b7931b409" providerId="ADAL" clId="{43FC3250-EE2F-489E-970D-AD8C57589867}" dt="2025-07-31T03:19:55.785" v="5128" actId="478"/>
          <ac:inkMkLst>
            <pc:docMk/>
            <pc:sldMk cId="2532030908" sldId="596"/>
            <ac:inkMk id="50" creationId="{9F644C68-5272-E707-EB3E-3EE1AF593258}"/>
          </ac:inkMkLst>
        </pc:inkChg>
        <pc:inkChg chg="add mod">
          <ac:chgData name="Deepika Vatsa" userId="f7100972-27fe-4ee6-8fb4-ec9b7931b409" providerId="ADAL" clId="{43FC3250-EE2F-489E-970D-AD8C57589867}" dt="2025-07-30T11:16:26.344" v="4965"/>
          <ac:inkMkLst>
            <pc:docMk/>
            <pc:sldMk cId="2532030908" sldId="596"/>
            <ac:inkMk id="51" creationId="{102E9271-8E6E-9A94-BBE6-9CB6939AD904}"/>
          </ac:inkMkLst>
        </pc:inkChg>
        <pc:inkChg chg="add mod">
          <ac:chgData name="Deepika Vatsa" userId="f7100972-27fe-4ee6-8fb4-ec9b7931b409" providerId="ADAL" clId="{43FC3250-EE2F-489E-970D-AD8C57589867}" dt="2025-07-30T11:16:26.344" v="4965"/>
          <ac:inkMkLst>
            <pc:docMk/>
            <pc:sldMk cId="2532030908" sldId="596"/>
            <ac:inkMk id="52" creationId="{492EE3C8-136B-3F72-415F-B56C36D301D2}"/>
          </ac:inkMkLst>
        </pc:inkChg>
        <pc:inkChg chg="add del">
          <ac:chgData name="Deepika Vatsa" userId="f7100972-27fe-4ee6-8fb4-ec9b7931b409" providerId="ADAL" clId="{43FC3250-EE2F-489E-970D-AD8C57589867}" dt="2025-07-31T03:19:55.785" v="5128" actId="478"/>
          <ac:inkMkLst>
            <pc:docMk/>
            <pc:sldMk cId="2532030908" sldId="596"/>
            <ac:inkMk id="54" creationId="{913B29BD-D233-DD99-1331-5ECCF0662FD5}"/>
          </ac:inkMkLst>
        </pc:inkChg>
      </pc:sldChg>
      <pc:sldChg chg="del">
        <pc:chgData name="Deepika Vatsa" userId="f7100972-27fe-4ee6-8fb4-ec9b7931b409" providerId="ADAL" clId="{43FC3250-EE2F-489E-970D-AD8C57589867}" dt="2025-07-23T11:05:11.946" v="73" actId="47"/>
        <pc:sldMkLst>
          <pc:docMk/>
          <pc:sldMk cId="3613863550" sldId="597"/>
        </pc:sldMkLst>
      </pc:sldChg>
      <pc:sldChg chg="addSp delSp modSp add mod">
        <pc:chgData name="Deepika Vatsa" userId="f7100972-27fe-4ee6-8fb4-ec9b7931b409" providerId="ADAL" clId="{43FC3250-EE2F-489E-970D-AD8C57589867}" dt="2025-07-31T03:20:39.266" v="5137" actId="478"/>
        <pc:sldMkLst>
          <pc:docMk/>
          <pc:sldMk cId="3825282558" sldId="597"/>
        </pc:sldMkLst>
        <pc:spChg chg="add mod">
          <ac:chgData name="Deepika Vatsa" userId="f7100972-27fe-4ee6-8fb4-ec9b7931b409" providerId="ADAL" clId="{43FC3250-EE2F-489E-970D-AD8C57589867}" dt="2025-07-24T09:13:49.188" v="2128" actId="1036"/>
          <ac:spMkLst>
            <pc:docMk/>
            <pc:sldMk cId="3825282558" sldId="597"/>
            <ac:spMk id="4" creationId="{4D157D1B-7F8A-9A8B-D14E-A8A739CD19A9}"/>
          </ac:spMkLst>
        </pc:spChg>
        <pc:spChg chg="add del mod">
          <ac:chgData name="Deepika Vatsa" userId="f7100972-27fe-4ee6-8fb4-ec9b7931b409" providerId="ADAL" clId="{43FC3250-EE2F-489E-970D-AD8C57589867}" dt="2025-07-31T03:20:27.430" v="5133" actId="478"/>
          <ac:spMkLst>
            <pc:docMk/>
            <pc:sldMk cId="3825282558" sldId="597"/>
            <ac:spMk id="5" creationId="{68009DD6-B443-C5DB-F60A-21FC1529A21C}"/>
          </ac:spMkLst>
        </pc:spChg>
        <pc:spChg chg="add del mod">
          <ac:chgData name="Deepika Vatsa" userId="f7100972-27fe-4ee6-8fb4-ec9b7931b409" providerId="ADAL" clId="{43FC3250-EE2F-489E-970D-AD8C57589867}" dt="2025-07-24T09:13:41.392" v="2107" actId="478"/>
          <ac:spMkLst>
            <pc:docMk/>
            <pc:sldMk cId="3825282558" sldId="597"/>
            <ac:spMk id="6" creationId="{E4445506-10DA-6C8E-B875-EB21FB0E8E0C}"/>
          </ac:spMkLst>
        </pc:spChg>
        <pc:spChg chg="add del mod">
          <ac:chgData name="Deepika Vatsa" userId="f7100972-27fe-4ee6-8fb4-ec9b7931b409" providerId="ADAL" clId="{43FC3250-EE2F-489E-970D-AD8C57589867}" dt="2025-07-24T09:13:38.721" v="2106" actId="478"/>
          <ac:spMkLst>
            <pc:docMk/>
            <pc:sldMk cId="3825282558" sldId="597"/>
            <ac:spMk id="7" creationId="{17E1BA5B-066B-4677-2290-A7CE14E52D1D}"/>
          </ac:spMkLst>
        </pc:spChg>
        <pc:spChg chg="mod">
          <ac:chgData name="Deepika Vatsa" userId="f7100972-27fe-4ee6-8fb4-ec9b7931b409" providerId="ADAL" clId="{43FC3250-EE2F-489E-970D-AD8C57589867}" dt="2025-07-24T09:04:02.549" v="2060" actId="1076"/>
          <ac:spMkLst>
            <pc:docMk/>
            <pc:sldMk cId="3825282558" sldId="597"/>
            <ac:spMk id="9" creationId="{201B0A84-744C-23F6-4528-9945FC0EFECC}"/>
          </ac:spMkLst>
        </pc:spChg>
        <pc:spChg chg="mod">
          <ac:chgData name="Deepika Vatsa" userId="f7100972-27fe-4ee6-8fb4-ec9b7931b409" providerId="ADAL" clId="{43FC3250-EE2F-489E-970D-AD8C57589867}" dt="2025-07-24T09:03:59.228" v="2059" actId="14100"/>
          <ac:spMkLst>
            <pc:docMk/>
            <pc:sldMk cId="3825282558" sldId="597"/>
            <ac:spMk id="10" creationId="{F18DCF59-2D3F-A81C-CBA3-6B10A9A86DE5}"/>
          </ac:spMkLst>
        </pc:spChg>
        <pc:spChg chg="del">
          <ac:chgData name="Deepika Vatsa" userId="f7100972-27fe-4ee6-8fb4-ec9b7931b409" providerId="ADAL" clId="{43FC3250-EE2F-489E-970D-AD8C57589867}" dt="2025-07-24T08:49:11.071" v="1579" actId="478"/>
          <ac:spMkLst>
            <pc:docMk/>
            <pc:sldMk cId="3825282558" sldId="597"/>
            <ac:spMk id="11" creationId="{06381CCD-359B-D8A2-1997-A5B56A02FD41}"/>
          </ac:spMkLst>
        </pc:spChg>
        <pc:spChg chg="del">
          <ac:chgData name="Deepika Vatsa" userId="f7100972-27fe-4ee6-8fb4-ec9b7931b409" providerId="ADAL" clId="{43FC3250-EE2F-489E-970D-AD8C57589867}" dt="2025-07-24T08:48:12.464" v="1578" actId="478"/>
          <ac:spMkLst>
            <pc:docMk/>
            <pc:sldMk cId="3825282558" sldId="597"/>
            <ac:spMk id="12" creationId="{054E186B-0053-1ADA-9448-E99069A759EF}"/>
          </ac:spMkLst>
        </pc:spChg>
        <pc:picChg chg="add del mod">
          <ac:chgData name="Deepika Vatsa" userId="f7100972-27fe-4ee6-8fb4-ec9b7931b409" providerId="ADAL" clId="{43FC3250-EE2F-489E-970D-AD8C57589867}" dt="2025-07-24T09:05:12.136" v="2078" actId="478"/>
          <ac:picMkLst>
            <pc:docMk/>
            <pc:sldMk cId="3825282558" sldId="597"/>
            <ac:picMk id="8" creationId="{C104A89E-73F1-AA4B-A2A5-CBD2CE60339C}"/>
          </ac:picMkLst>
        </pc:picChg>
        <pc:picChg chg="add del mod">
          <ac:chgData name="Deepika Vatsa" userId="f7100972-27fe-4ee6-8fb4-ec9b7931b409" providerId="ADAL" clId="{43FC3250-EE2F-489E-970D-AD8C57589867}" dt="2025-07-24T09:04:44.148" v="2069" actId="21"/>
          <ac:picMkLst>
            <pc:docMk/>
            <pc:sldMk cId="3825282558" sldId="597"/>
            <ac:picMk id="3074" creationId="{B5DD1E7F-B07A-CCFA-C5FC-5F4DAD97F7CD}"/>
          </ac:picMkLst>
        </pc:picChg>
        <pc:picChg chg="add mod">
          <ac:chgData name="Deepika Vatsa" userId="f7100972-27fe-4ee6-8fb4-ec9b7931b409" providerId="ADAL" clId="{43FC3250-EE2F-489E-970D-AD8C57589867}" dt="2025-07-24T09:13:54.523" v="2130" actId="1076"/>
          <ac:picMkLst>
            <pc:docMk/>
            <pc:sldMk cId="3825282558" sldId="597"/>
            <ac:picMk id="3076" creationId="{80DDF492-098F-EB7B-7E26-A66FD8A4540E}"/>
          </ac:picMkLst>
        </pc:picChg>
        <pc:picChg chg="add mod">
          <ac:chgData name="Deepika Vatsa" userId="f7100972-27fe-4ee6-8fb4-ec9b7931b409" providerId="ADAL" clId="{43FC3250-EE2F-489E-970D-AD8C57589867}" dt="2025-07-24T09:14:04.564" v="2133" actId="1076"/>
          <ac:picMkLst>
            <pc:docMk/>
            <pc:sldMk cId="3825282558" sldId="597"/>
            <ac:picMk id="3078" creationId="{BCA46BE0-3C05-716C-D675-114ECEF84416}"/>
          </ac:picMkLst>
        </pc:picChg>
        <pc:picChg chg="add del mod">
          <ac:chgData name="Deepika Vatsa" userId="f7100972-27fe-4ee6-8fb4-ec9b7931b409" providerId="ADAL" clId="{43FC3250-EE2F-489E-970D-AD8C57589867}" dt="2025-07-24T09:13:42.976" v="2108" actId="478"/>
          <ac:picMkLst>
            <pc:docMk/>
            <pc:sldMk cId="3825282558" sldId="597"/>
            <ac:picMk id="3080" creationId="{1A6E8503-1601-E61F-B38C-39D893FE2DC7}"/>
          </ac:picMkLst>
        </pc:picChg>
        <pc:inkChg chg="add del">
          <ac:chgData name="Deepika Vatsa" userId="f7100972-27fe-4ee6-8fb4-ec9b7931b409" providerId="ADAL" clId="{43FC3250-EE2F-489E-970D-AD8C57589867}" dt="2025-07-31T03:20:23.271" v="5132" actId="478"/>
          <ac:inkMkLst>
            <pc:docMk/>
            <pc:sldMk cId="3825282558" sldId="597"/>
            <ac:inkMk id="6" creationId="{999200CD-978C-E2F6-1CA1-7EF516E1897D}"/>
          </ac:inkMkLst>
        </pc:inkChg>
        <pc:inkChg chg="add del">
          <ac:chgData name="Deepika Vatsa" userId="f7100972-27fe-4ee6-8fb4-ec9b7931b409" providerId="ADAL" clId="{43FC3250-EE2F-489E-970D-AD8C57589867}" dt="2025-07-31T03:20:23.271" v="5132" actId="478"/>
          <ac:inkMkLst>
            <pc:docMk/>
            <pc:sldMk cId="3825282558" sldId="597"/>
            <ac:inkMk id="7" creationId="{A07BEA58-C8E9-7B1A-D1B3-5893CD9D989C}"/>
          </ac:inkMkLst>
        </pc:inkChg>
        <pc:inkChg chg="add del">
          <ac:chgData name="Deepika Vatsa" userId="f7100972-27fe-4ee6-8fb4-ec9b7931b409" providerId="ADAL" clId="{43FC3250-EE2F-489E-970D-AD8C57589867}" dt="2025-07-31T03:20:35.165" v="5135" actId="478"/>
          <ac:inkMkLst>
            <pc:docMk/>
            <pc:sldMk cId="3825282558" sldId="597"/>
            <ac:inkMk id="8" creationId="{310DD96E-FCDF-F076-16AA-5EA3391BE485}"/>
          </ac:inkMkLst>
        </pc:inkChg>
        <pc:inkChg chg="add del">
          <ac:chgData name="Deepika Vatsa" userId="f7100972-27fe-4ee6-8fb4-ec9b7931b409" providerId="ADAL" clId="{43FC3250-EE2F-489E-970D-AD8C57589867}" dt="2025-07-31T03:20:39.266" v="5137" actId="478"/>
          <ac:inkMkLst>
            <pc:docMk/>
            <pc:sldMk cId="3825282558" sldId="597"/>
            <ac:inkMk id="11" creationId="{6D38D8B6-F907-29F6-E38A-5763CF45E596}"/>
          </ac:inkMkLst>
        </pc:inkChg>
        <pc:inkChg chg="add del">
          <ac:chgData name="Deepika Vatsa" userId="f7100972-27fe-4ee6-8fb4-ec9b7931b409" providerId="ADAL" clId="{43FC3250-EE2F-489E-970D-AD8C57589867}" dt="2025-07-31T03:20:32.283" v="5134" actId="478"/>
          <ac:inkMkLst>
            <pc:docMk/>
            <pc:sldMk cId="3825282558" sldId="597"/>
            <ac:inkMk id="12" creationId="{EFD82AA0-1443-9158-C0FE-E9728BBE9C06}"/>
          </ac:inkMkLst>
        </pc:inkChg>
        <pc:inkChg chg="add del">
          <ac:chgData name="Deepika Vatsa" userId="f7100972-27fe-4ee6-8fb4-ec9b7931b409" providerId="ADAL" clId="{43FC3250-EE2F-489E-970D-AD8C57589867}" dt="2025-07-31T03:20:32.283" v="5134" actId="478"/>
          <ac:inkMkLst>
            <pc:docMk/>
            <pc:sldMk cId="3825282558" sldId="597"/>
            <ac:inkMk id="13" creationId="{3AF1140C-C15E-5B04-196C-B51336B95A0C}"/>
          </ac:inkMkLst>
        </pc:inkChg>
        <pc:inkChg chg="add del">
          <ac:chgData name="Deepika Vatsa" userId="f7100972-27fe-4ee6-8fb4-ec9b7931b409" providerId="ADAL" clId="{43FC3250-EE2F-489E-970D-AD8C57589867}" dt="2025-07-31T03:20:32.283" v="5134" actId="478"/>
          <ac:inkMkLst>
            <pc:docMk/>
            <pc:sldMk cId="3825282558" sldId="597"/>
            <ac:inkMk id="14" creationId="{8C12726E-40EA-2B3D-1368-0091B1CD799C}"/>
          </ac:inkMkLst>
        </pc:inkChg>
        <pc:inkChg chg="add del">
          <ac:chgData name="Deepika Vatsa" userId="f7100972-27fe-4ee6-8fb4-ec9b7931b409" providerId="ADAL" clId="{43FC3250-EE2F-489E-970D-AD8C57589867}" dt="2025-07-31T03:20:32.283" v="5134" actId="478"/>
          <ac:inkMkLst>
            <pc:docMk/>
            <pc:sldMk cId="3825282558" sldId="597"/>
            <ac:inkMk id="15" creationId="{46A73556-14AB-10C2-AE39-3687A2DF415D}"/>
          </ac:inkMkLst>
        </pc:inkChg>
        <pc:inkChg chg="add del">
          <ac:chgData name="Deepika Vatsa" userId="f7100972-27fe-4ee6-8fb4-ec9b7931b409" providerId="ADAL" clId="{43FC3250-EE2F-489E-970D-AD8C57589867}" dt="2025-07-31T03:20:32.283" v="5134" actId="478"/>
          <ac:inkMkLst>
            <pc:docMk/>
            <pc:sldMk cId="3825282558" sldId="597"/>
            <ac:inkMk id="16" creationId="{2C6B9FC8-5BEC-0A20-E5AF-C5F10C9C8A49}"/>
          </ac:inkMkLst>
        </pc:inkChg>
        <pc:inkChg chg="add del">
          <ac:chgData name="Deepika Vatsa" userId="f7100972-27fe-4ee6-8fb4-ec9b7931b409" providerId="ADAL" clId="{43FC3250-EE2F-489E-970D-AD8C57589867}" dt="2025-07-31T03:20:32.283" v="5134" actId="478"/>
          <ac:inkMkLst>
            <pc:docMk/>
            <pc:sldMk cId="3825282558" sldId="597"/>
            <ac:inkMk id="17" creationId="{A34E1CC3-3041-3C44-0A63-43E80C7574C9}"/>
          </ac:inkMkLst>
        </pc:inkChg>
        <pc:inkChg chg="add del">
          <ac:chgData name="Deepika Vatsa" userId="f7100972-27fe-4ee6-8fb4-ec9b7931b409" providerId="ADAL" clId="{43FC3250-EE2F-489E-970D-AD8C57589867}" dt="2025-07-31T03:20:37.434" v="5136" actId="478"/>
          <ac:inkMkLst>
            <pc:docMk/>
            <pc:sldMk cId="3825282558" sldId="597"/>
            <ac:inkMk id="18" creationId="{D1E10D15-1BBB-4BAA-E930-8DB7FC7E22BF}"/>
          </ac:inkMkLst>
        </pc:inkChg>
        <pc:inkChg chg="add del">
          <ac:chgData name="Deepika Vatsa" userId="f7100972-27fe-4ee6-8fb4-ec9b7931b409" providerId="ADAL" clId="{43FC3250-EE2F-489E-970D-AD8C57589867}" dt="2025-07-31T03:20:32.283" v="5134" actId="478"/>
          <ac:inkMkLst>
            <pc:docMk/>
            <pc:sldMk cId="3825282558" sldId="597"/>
            <ac:inkMk id="19" creationId="{CDF3216D-E2AE-7B18-D8ED-4ED6B4930E77}"/>
          </ac:inkMkLst>
        </pc:inkChg>
        <pc:inkChg chg="add del">
          <ac:chgData name="Deepika Vatsa" userId="f7100972-27fe-4ee6-8fb4-ec9b7931b409" providerId="ADAL" clId="{43FC3250-EE2F-489E-970D-AD8C57589867}" dt="2025-07-31T03:20:32.283" v="5134" actId="478"/>
          <ac:inkMkLst>
            <pc:docMk/>
            <pc:sldMk cId="3825282558" sldId="597"/>
            <ac:inkMk id="20" creationId="{876ED603-470D-6FC2-6EC9-5EE979905F6C}"/>
          </ac:inkMkLst>
        </pc:inkChg>
        <pc:inkChg chg="add del">
          <ac:chgData name="Deepika Vatsa" userId="f7100972-27fe-4ee6-8fb4-ec9b7931b409" providerId="ADAL" clId="{43FC3250-EE2F-489E-970D-AD8C57589867}" dt="2025-07-31T03:20:35.165" v="5135" actId="478"/>
          <ac:inkMkLst>
            <pc:docMk/>
            <pc:sldMk cId="3825282558" sldId="597"/>
            <ac:inkMk id="21" creationId="{10432B06-8F85-5BAC-7F1A-0274E186B66D}"/>
          </ac:inkMkLst>
        </pc:inkChg>
        <pc:inkChg chg="add del">
          <ac:chgData name="Deepika Vatsa" userId="f7100972-27fe-4ee6-8fb4-ec9b7931b409" providerId="ADAL" clId="{43FC3250-EE2F-489E-970D-AD8C57589867}" dt="2025-07-31T03:20:35.165" v="5135" actId="478"/>
          <ac:inkMkLst>
            <pc:docMk/>
            <pc:sldMk cId="3825282558" sldId="597"/>
            <ac:inkMk id="22" creationId="{FC8308A0-D516-EAA1-45F5-639D95C99A3C}"/>
          </ac:inkMkLst>
        </pc:inkChg>
        <pc:inkChg chg="add del">
          <ac:chgData name="Deepika Vatsa" userId="f7100972-27fe-4ee6-8fb4-ec9b7931b409" providerId="ADAL" clId="{43FC3250-EE2F-489E-970D-AD8C57589867}" dt="2025-07-31T03:20:32.283" v="5134" actId="478"/>
          <ac:inkMkLst>
            <pc:docMk/>
            <pc:sldMk cId="3825282558" sldId="597"/>
            <ac:inkMk id="23" creationId="{EE4C7723-97EE-2288-770E-E828AEBAC14E}"/>
          </ac:inkMkLst>
        </pc:inkChg>
      </pc:sldChg>
      <pc:sldChg chg="addSp delSp modSp add mod">
        <pc:chgData name="Deepika Vatsa" userId="f7100972-27fe-4ee6-8fb4-ec9b7931b409" providerId="ADAL" clId="{43FC3250-EE2F-489E-970D-AD8C57589867}" dt="2025-07-30T11:18:53.748" v="4983" actId="9405"/>
        <pc:sldMkLst>
          <pc:docMk/>
          <pc:sldMk cId="1827776172" sldId="598"/>
        </pc:sldMkLst>
        <pc:spChg chg="del">
          <ac:chgData name="Deepika Vatsa" userId="f7100972-27fe-4ee6-8fb4-ec9b7931b409" providerId="ADAL" clId="{43FC3250-EE2F-489E-970D-AD8C57589867}" dt="2025-07-24T09:14:13.047" v="2135" actId="478"/>
          <ac:spMkLst>
            <pc:docMk/>
            <pc:sldMk cId="1827776172" sldId="598"/>
            <ac:spMk id="4" creationId="{4D157D1B-7F8A-9A8B-D14E-A8A739CD19A9}"/>
          </ac:spMkLst>
        </pc:spChg>
        <pc:spChg chg="del">
          <ac:chgData name="Deepika Vatsa" userId="f7100972-27fe-4ee6-8fb4-ec9b7931b409" providerId="ADAL" clId="{43FC3250-EE2F-489E-970D-AD8C57589867}" dt="2025-07-24T09:14:10.996" v="2134" actId="478"/>
          <ac:spMkLst>
            <pc:docMk/>
            <pc:sldMk cId="1827776172" sldId="598"/>
            <ac:spMk id="5" creationId="{68009DD6-B443-C5DB-F60A-21FC1529A21C}"/>
          </ac:spMkLst>
        </pc:spChg>
        <pc:spChg chg="mod">
          <ac:chgData name="Deepika Vatsa" userId="f7100972-27fe-4ee6-8fb4-ec9b7931b409" providerId="ADAL" clId="{43FC3250-EE2F-489E-970D-AD8C57589867}" dt="2025-07-30T10:57:17.523" v="4841" actId="113"/>
          <ac:spMkLst>
            <pc:docMk/>
            <pc:sldMk cId="1827776172" sldId="598"/>
            <ac:spMk id="6" creationId="{E4445506-10DA-6C8E-B875-EB21FB0E8E0C}"/>
          </ac:spMkLst>
        </pc:spChg>
        <pc:spChg chg="mod">
          <ac:chgData name="Deepika Vatsa" userId="f7100972-27fe-4ee6-8fb4-ec9b7931b409" providerId="ADAL" clId="{43FC3250-EE2F-489E-970D-AD8C57589867}" dt="2025-07-24T09:14:58.360" v="2206" actId="1076"/>
          <ac:spMkLst>
            <pc:docMk/>
            <pc:sldMk cId="1827776172" sldId="598"/>
            <ac:spMk id="7" creationId="{17E1BA5B-066B-4677-2290-A7CE14E52D1D}"/>
          </ac:spMkLst>
        </pc:spChg>
        <pc:spChg chg="del">
          <ac:chgData name="Deepika Vatsa" userId="f7100972-27fe-4ee6-8fb4-ec9b7931b409" providerId="ADAL" clId="{43FC3250-EE2F-489E-970D-AD8C57589867}" dt="2025-07-24T09:14:14.640" v="2136" actId="478"/>
          <ac:spMkLst>
            <pc:docMk/>
            <pc:sldMk cId="1827776172" sldId="598"/>
            <ac:spMk id="9" creationId="{201B0A84-744C-23F6-4528-9945FC0EFECC}"/>
          </ac:spMkLst>
        </pc:spChg>
        <pc:spChg chg="del">
          <ac:chgData name="Deepika Vatsa" userId="f7100972-27fe-4ee6-8fb4-ec9b7931b409" providerId="ADAL" clId="{43FC3250-EE2F-489E-970D-AD8C57589867}" dt="2025-07-24T09:14:16.720" v="2137" actId="478"/>
          <ac:spMkLst>
            <pc:docMk/>
            <pc:sldMk cId="1827776172" sldId="598"/>
            <ac:spMk id="10" creationId="{F18DCF59-2D3F-A81C-CBA3-6B10A9A86DE5}"/>
          </ac:spMkLst>
        </pc:spChg>
        <pc:graphicFrameChg chg="add del mod">
          <ac:chgData name="Deepika Vatsa" userId="f7100972-27fe-4ee6-8fb4-ec9b7931b409" providerId="ADAL" clId="{43FC3250-EE2F-489E-970D-AD8C57589867}" dt="2025-07-24T10:08:22.316" v="2237"/>
          <ac:graphicFrameMkLst>
            <pc:docMk/>
            <pc:sldMk cId="1827776172" sldId="598"/>
            <ac:graphicFrameMk id="8" creationId="{E356FF6A-B294-E281-97B6-2D36BACF6538}"/>
          </ac:graphicFrameMkLst>
        </pc:graphicFrameChg>
        <pc:picChg chg="del">
          <ac:chgData name="Deepika Vatsa" userId="f7100972-27fe-4ee6-8fb4-ec9b7931b409" providerId="ADAL" clId="{43FC3250-EE2F-489E-970D-AD8C57589867}" dt="2025-07-24T09:14:20.172" v="2139" actId="478"/>
          <ac:picMkLst>
            <pc:docMk/>
            <pc:sldMk cId="1827776172" sldId="598"/>
            <ac:picMk id="3076" creationId="{80DDF492-098F-EB7B-7E26-A66FD8A4540E}"/>
          </ac:picMkLst>
        </pc:picChg>
        <pc:picChg chg="del">
          <ac:chgData name="Deepika Vatsa" userId="f7100972-27fe-4ee6-8fb4-ec9b7931b409" providerId="ADAL" clId="{43FC3250-EE2F-489E-970D-AD8C57589867}" dt="2025-07-24T09:14:18.273" v="2138" actId="478"/>
          <ac:picMkLst>
            <pc:docMk/>
            <pc:sldMk cId="1827776172" sldId="598"/>
            <ac:picMk id="3078" creationId="{BCA46BE0-3C05-716C-D675-114ECEF84416}"/>
          </ac:picMkLst>
        </pc:picChg>
        <pc:picChg chg="mod">
          <ac:chgData name="Deepika Vatsa" userId="f7100972-27fe-4ee6-8fb4-ec9b7931b409" providerId="ADAL" clId="{43FC3250-EE2F-489E-970D-AD8C57589867}" dt="2025-07-24T09:15:01.091" v="2207" actId="1076"/>
          <ac:picMkLst>
            <pc:docMk/>
            <pc:sldMk cId="1827776172" sldId="598"/>
            <ac:picMk id="3080" creationId="{1A6E8503-1601-E61F-B38C-39D893FE2DC7}"/>
          </ac:picMkLst>
        </pc:picChg>
        <pc:inkChg chg="add">
          <ac:chgData name="Deepika Vatsa" userId="f7100972-27fe-4ee6-8fb4-ec9b7931b409" providerId="ADAL" clId="{43FC3250-EE2F-489E-970D-AD8C57589867}" dt="2025-07-30T11:18:53.748" v="4983" actId="9405"/>
          <ac:inkMkLst>
            <pc:docMk/>
            <pc:sldMk cId="1827776172" sldId="598"/>
            <ac:inkMk id="4" creationId="{EC4B8F28-29C4-817B-4659-5F543CC7866D}"/>
          </ac:inkMkLst>
        </pc:inkChg>
      </pc:sldChg>
      <pc:sldChg chg="del">
        <pc:chgData name="Deepika Vatsa" userId="f7100972-27fe-4ee6-8fb4-ec9b7931b409" providerId="ADAL" clId="{43FC3250-EE2F-489E-970D-AD8C57589867}" dt="2025-07-23T11:05:11.946" v="73" actId="47"/>
        <pc:sldMkLst>
          <pc:docMk/>
          <pc:sldMk cId="4006034928" sldId="598"/>
        </pc:sldMkLst>
      </pc:sldChg>
      <pc:sldChg chg="del">
        <pc:chgData name="Deepika Vatsa" userId="f7100972-27fe-4ee6-8fb4-ec9b7931b409" providerId="ADAL" clId="{43FC3250-EE2F-489E-970D-AD8C57589867}" dt="2025-07-23T11:05:11.946" v="73" actId="47"/>
        <pc:sldMkLst>
          <pc:docMk/>
          <pc:sldMk cId="2158759759" sldId="599"/>
        </pc:sldMkLst>
      </pc:sldChg>
      <pc:sldChg chg="addSp delSp modSp add mod">
        <pc:chgData name="Deepika Vatsa" userId="f7100972-27fe-4ee6-8fb4-ec9b7931b409" providerId="ADAL" clId="{43FC3250-EE2F-489E-970D-AD8C57589867}" dt="2025-07-31T03:20:49.462" v="5138" actId="478"/>
        <pc:sldMkLst>
          <pc:docMk/>
          <pc:sldMk cId="3105522451" sldId="599"/>
        </pc:sldMkLst>
        <pc:spChg chg="add del mod">
          <ac:chgData name="Deepika Vatsa" userId="f7100972-27fe-4ee6-8fb4-ec9b7931b409" providerId="ADAL" clId="{43FC3250-EE2F-489E-970D-AD8C57589867}" dt="2025-07-24T10:16:50.783" v="2596" actId="478"/>
          <ac:spMkLst>
            <pc:docMk/>
            <pc:sldMk cId="3105522451" sldId="599"/>
            <ac:spMk id="4" creationId="{5C722B7B-45D8-F737-2062-6EFF58819A4B}"/>
          </ac:spMkLst>
        </pc:spChg>
        <pc:spChg chg="mod">
          <ac:chgData name="Deepika Vatsa" userId="f7100972-27fe-4ee6-8fb4-ec9b7931b409" providerId="ADAL" clId="{43FC3250-EE2F-489E-970D-AD8C57589867}" dt="2025-07-24T10:16:48.325" v="2595" actId="6549"/>
          <ac:spMkLst>
            <pc:docMk/>
            <pc:sldMk cId="3105522451" sldId="599"/>
            <ac:spMk id="11" creationId="{06381CCD-359B-D8A2-1997-A5B56A02FD41}"/>
          </ac:spMkLst>
        </pc:spChg>
        <pc:grpChg chg="del mod">
          <ac:chgData name="Deepika Vatsa" userId="f7100972-27fe-4ee6-8fb4-ec9b7931b409" providerId="ADAL" clId="{43FC3250-EE2F-489E-970D-AD8C57589867}" dt="2025-07-30T11:20:37.040" v="5029"/>
          <ac:grpSpMkLst>
            <pc:docMk/>
            <pc:sldMk cId="3105522451" sldId="599"/>
            <ac:grpSpMk id="20" creationId="{284B770F-47B1-681C-B0D9-FB4909D358B4}"/>
          </ac:grpSpMkLst>
        </pc:grpChg>
        <pc:grpChg chg="del mod">
          <ac:chgData name="Deepika Vatsa" userId="f7100972-27fe-4ee6-8fb4-ec9b7931b409" providerId="ADAL" clId="{43FC3250-EE2F-489E-970D-AD8C57589867}" dt="2025-07-30T11:19:50.513" v="5015"/>
          <ac:grpSpMkLst>
            <pc:docMk/>
            <pc:sldMk cId="3105522451" sldId="599"/>
            <ac:grpSpMk id="36" creationId="{3B465D9F-F600-5251-1BB9-14A183D2ABF7}"/>
          </ac:grpSpMkLst>
        </pc:grpChg>
        <pc:grpChg chg="del mod">
          <ac:chgData name="Deepika Vatsa" userId="f7100972-27fe-4ee6-8fb4-ec9b7931b409" providerId="ADAL" clId="{43FC3250-EE2F-489E-970D-AD8C57589867}" dt="2025-07-30T11:19:50.513" v="5015"/>
          <ac:grpSpMkLst>
            <pc:docMk/>
            <pc:sldMk cId="3105522451" sldId="599"/>
            <ac:grpSpMk id="37" creationId="{020F0B03-19BF-1152-0769-067D8C327187}"/>
          </ac:grpSpMkLst>
        </pc:grpChg>
        <pc:grpChg chg="del mod">
          <ac:chgData name="Deepika Vatsa" userId="f7100972-27fe-4ee6-8fb4-ec9b7931b409" providerId="ADAL" clId="{43FC3250-EE2F-489E-970D-AD8C57589867}" dt="2025-07-30T11:19:58.527" v="5017"/>
          <ac:grpSpMkLst>
            <pc:docMk/>
            <pc:sldMk cId="3105522451" sldId="599"/>
            <ac:grpSpMk id="38" creationId="{AFAEB07E-D2DB-17EB-F288-7A6B2A18D45E}"/>
          </ac:grpSpMkLst>
        </pc:grpChg>
        <pc:grpChg chg="del mod">
          <ac:chgData name="Deepika Vatsa" userId="f7100972-27fe-4ee6-8fb4-ec9b7931b409" providerId="ADAL" clId="{43FC3250-EE2F-489E-970D-AD8C57589867}" dt="2025-07-30T11:20:04.241" v="5019"/>
          <ac:grpSpMkLst>
            <pc:docMk/>
            <pc:sldMk cId="3105522451" sldId="599"/>
            <ac:grpSpMk id="40" creationId="{C19E343C-CD15-101D-248D-16C868B15F2A}"/>
          </ac:grpSpMkLst>
        </pc:grpChg>
        <pc:grpChg chg="del mod">
          <ac:chgData name="Deepika Vatsa" userId="f7100972-27fe-4ee6-8fb4-ec9b7931b409" providerId="ADAL" clId="{43FC3250-EE2F-489E-970D-AD8C57589867}" dt="2025-07-30T11:20:11.834" v="5023"/>
          <ac:grpSpMkLst>
            <pc:docMk/>
            <pc:sldMk cId="3105522451" sldId="599"/>
            <ac:grpSpMk id="42" creationId="{CDE169BE-E1AA-50BF-EB38-ABFE78BFBABD}"/>
          </ac:grpSpMkLst>
        </pc:grpChg>
        <pc:grpChg chg="del mod">
          <ac:chgData name="Deepika Vatsa" userId="f7100972-27fe-4ee6-8fb4-ec9b7931b409" providerId="ADAL" clId="{43FC3250-EE2F-489E-970D-AD8C57589867}" dt="2025-07-31T03:20:49.462" v="5138" actId="478"/>
          <ac:grpSpMkLst>
            <pc:docMk/>
            <pc:sldMk cId="3105522451" sldId="599"/>
            <ac:grpSpMk id="46" creationId="{CB7E83CE-FBF9-F914-92F8-2E67EC587951}"/>
          </ac:grpSpMkLst>
        </pc:grpChg>
        <pc:grpChg chg="del mod">
          <ac:chgData name="Deepika Vatsa" userId="f7100972-27fe-4ee6-8fb4-ec9b7931b409" providerId="ADAL" clId="{43FC3250-EE2F-489E-970D-AD8C57589867}" dt="2025-07-31T03:20:49.462" v="5138" actId="478"/>
          <ac:grpSpMkLst>
            <pc:docMk/>
            <pc:sldMk cId="3105522451" sldId="599"/>
            <ac:grpSpMk id="52" creationId="{AC6AE8C3-F487-23B0-C556-A90964344A1B}"/>
          </ac:grpSpMkLst>
        </pc:grpChg>
        <pc:inkChg chg="add del">
          <ac:chgData name="Deepika Vatsa" userId="f7100972-27fe-4ee6-8fb4-ec9b7931b409" providerId="ADAL" clId="{43FC3250-EE2F-489E-970D-AD8C57589867}" dt="2025-07-31T03:20:49.462" v="5138" actId="478"/>
          <ac:inkMkLst>
            <pc:docMk/>
            <pc:sldMk cId="3105522451" sldId="599"/>
            <ac:inkMk id="4" creationId="{F1C285B7-D4F3-C355-86F8-02CB1C66E234}"/>
          </ac:inkMkLst>
        </pc:inkChg>
        <pc:inkChg chg="add del">
          <ac:chgData name="Deepika Vatsa" userId="f7100972-27fe-4ee6-8fb4-ec9b7931b409" providerId="ADAL" clId="{43FC3250-EE2F-489E-970D-AD8C57589867}" dt="2025-07-31T03:20:49.462" v="5138" actId="478"/>
          <ac:inkMkLst>
            <pc:docMk/>
            <pc:sldMk cId="3105522451" sldId="599"/>
            <ac:inkMk id="5" creationId="{5C9E8FFE-B9FC-03B2-C440-9BC4DDC79A94}"/>
          </ac:inkMkLst>
        </pc:inkChg>
        <pc:inkChg chg="add del">
          <ac:chgData name="Deepika Vatsa" userId="f7100972-27fe-4ee6-8fb4-ec9b7931b409" providerId="ADAL" clId="{43FC3250-EE2F-489E-970D-AD8C57589867}" dt="2025-07-31T03:20:49.462" v="5138" actId="478"/>
          <ac:inkMkLst>
            <pc:docMk/>
            <pc:sldMk cId="3105522451" sldId="599"/>
            <ac:inkMk id="6" creationId="{234F7554-F1AC-CF21-C72C-1239393ABA68}"/>
          </ac:inkMkLst>
        </pc:inkChg>
        <pc:inkChg chg="add del">
          <ac:chgData name="Deepika Vatsa" userId="f7100972-27fe-4ee6-8fb4-ec9b7931b409" providerId="ADAL" clId="{43FC3250-EE2F-489E-970D-AD8C57589867}" dt="2025-07-31T03:20:49.462" v="5138" actId="478"/>
          <ac:inkMkLst>
            <pc:docMk/>
            <pc:sldMk cId="3105522451" sldId="599"/>
            <ac:inkMk id="7" creationId="{A0A6DD59-251E-420A-D8DF-6826AF831365}"/>
          </ac:inkMkLst>
        </pc:inkChg>
        <pc:inkChg chg="add del">
          <ac:chgData name="Deepika Vatsa" userId="f7100972-27fe-4ee6-8fb4-ec9b7931b409" providerId="ADAL" clId="{43FC3250-EE2F-489E-970D-AD8C57589867}" dt="2025-07-31T03:20:49.462" v="5138" actId="478"/>
          <ac:inkMkLst>
            <pc:docMk/>
            <pc:sldMk cId="3105522451" sldId="599"/>
            <ac:inkMk id="8" creationId="{95770007-C3BF-1FCC-88D1-D41429B12E82}"/>
          </ac:inkMkLst>
        </pc:inkChg>
        <pc:inkChg chg="add mod">
          <ac:chgData name="Deepika Vatsa" userId="f7100972-27fe-4ee6-8fb4-ec9b7931b409" providerId="ADAL" clId="{43FC3250-EE2F-489E-970D-AD8C57589867}" dt="2025-07-30T11:20:37.040" v="5029"/>
          <ac:inkMkLst>
            <pc:docMk/>
            <pc:sldMk cId="3105522451" sldId="599"/>
            <ac:inkMk id="9" creationId="{CA17CDE4-33EA-5CD8-33EA-A3C5549FA482}"/>
          </ac:inkMkLst>
        </pc:inkChg>
        <pc:inkChg chg="add mod">
          <ac:chgData name="Deepika Vatsa" userId="f7100972-27fe-4ee6-8fb4-ec9b7931b409" providerId="ADAL" clId="{43FC3250-EE2F-489E-970D-AD8C57589867}" dt="2025-07-30T11:20:37.040" v="5029"/>
          <ac:inkMkLst>
            <pc:docMk/>
            <pc:sldMk cId="3105522451" sldId="599"/>
            <ac:inkMk id="10" creationId="{DB90DB2E-B25C-FC49-078C-E1102F9257F0}"/>
          </ac:inkMkLst>
        </pc:inkChg>
        <pc:inkChg chg="add mod">
          <ac:chgData name="Deepika Vatsa" userId="f7100972-27fe-4ee6-8fb4-ec9b7931b409" providerId="ADAL" clId="{43FC3250-EE2F-489E-970D-AD8C57589867}" dt="2025-07-30T11:20:37.040" v="5029"/>
          <ac:inkMkLst>
            <pc:docMk/>
            <pc:sldMk cId="3105522451" sldId="599"/>
            <ac:inkMk id="12" creationId="{2C5F0FB0-46EF-F23C-645F-59E5EFE486C7}"/>
          </ac:inkMkLst>
        </pc:inkChg>
        <pc:inkChg chg="add mod">
          <ac:chgData name="Deepika Vatsa" userId="f7100972-27fe-4ee6-8fb4-ec9b7931b409" providerId="ADAL" clId="{43FC3250-EE2F-489E-970D-AD8C57589867}" dt="2025-07-30T11:20:37.040" v="5029"/>
          <ac:inkMkLst>
            <pc:docMk/>
            <pc:sldMk cId="3105522451" sldId="599"/>
            <ac:inkMk id="13" creationId="{E11157EC-A25E-9304-11CD-B19FC92B8D79}"/>
          </ac:inkMkLst>
        </pc:inkChg>
        <pc:inkChg chg="add mod">
          <ac:chgData name="Deepika Vatsa" userId="f7100972-27fe-4ee6-8fb4-ec9b7931b409" providerId="ADAL" clId="{43FC3250-EE2F-489E-970D-AD8C57589867}" dt="2025-07-30T11:20:37.040" v="5029"/>
          <ac:inkMkLst>
            <pc:docMk/>
            <pc:sldMk cId="3105522451" sldId="599"/>
            <ac:inkMk id="14" creationId="{A928B8AC-042A-3EAE-8B06-4FE4709DE0E2}"/>
          </ac:inkMkLst>
        </pc:inkChg>
        <pc:inkChg chg="add mod">
          <ac:chgData name="Deepika Vatsa" userId="f7100972-27fe-4ee6-8fb4-ec9b7931b409" providerId="ADAL" clId="{43FC3250-EE2F-489E-970D-AD8C57589867}" dt="2025-07-30T11:20:37.040" v="5029"/>
          <ac:inkMkLst>
            <pc:docMk/>
            <pc:sldMk cId="3105522451" sldId="599"/>
            <ac:inkMk id="15" creationId="{9B648765-8054-5FBB-682E-FB5F85CFF2C6}"/>
          </ac:inkMkLst>
        </pc:inkChg>
        <pc:inkChg chg="add mod">
          <ac:chgData name="Deepika Vatsa" userId="f7100972-27fe-4ee6-8fb4-ec9b7931b409" providerId="ADAL" clId="{43FC3250-EE2F-489E-970D-AD8C57589867}" dt="2025-07-30T11:20:37.040" v="5029"/>
          <ac:inkMkLst>
            <pc:docMk/>
            <pc:sldMk cId="3105522451" sldId="599"/>
            <ac:inkMk id="16" creationId="{7EC0A28D-ECAA-27C8-5B88-B0FD4E4E3C3E}"/>
          </ac:inkMkLst>
        </pc:inkChg>
        <pc:inkChg chg="add mod">
          <ac:chgData name="Deepika Vatsa" userId="f7100972-27fe-4ee6-8fb4-ec9b7931b409" providerId="ADAL" clId="{43FC3250-EE2F-489E-970D-AD8C57589867}" dt="2025-07-30T11:20:37.040" v="5029"/>
          <ac:inkMkLst>
            <pc:docMk/>
            <pc:sldMk cId="3105522451" sldId="599"/>
            <ac:inkMk id="17" creationId="{15C226DE-4B7C-4E2F-AF2F-EE1EFA67C6FB}"/>
          </ac:inkMkLst>
        </pc:inkChg>
        <pc:inkChg chg="add mod">
          <ac:chgData name="Deepika Vatsa" userId="f7100972-27fe-4ee6-8fb4-ec9b7931b409" providerId="ADAL" clId="{43FC3250-EE2F-489E-970D-AD8C57589867}" dt="2025-07-30T11:20:37.040" v="5029"/>
          <ac:inkMkLst>
            <pc:docMk/>
            <pc:sldMk cId="3105522451" sldId="599"/>
            <ac:inkMk id="18" creationId="{5D170D60-FD50-71C5-0931-670FE5E46BD1}"/>
          </ac:inkMkLst>
        </pc:inkChg>
        <pc:inkChg chg="add mod">
          <ac:chgData name="Deepika Vatsa" userId="f7100972-27fe-4ee6-8fb4-ec9b7931b409" providerId="ADAL" clId="{43FC3250-EE2F-489E-970D-AD8C57589867}" dt="2025-07-30T11:20:37.040" v="5029"/>
          <ac:inkMkLst>
            <pc:docMk/>
            <pc:sldMk cId="3105522451" sldId="599"/>
            <ac:inkMk id="19" creationId="{73D1F84F-12AA-986C-D649-40C7E692FFE0}"/>
          </ac:inkMkLst>
        </pc:inkChg>
        <pc:inkChg chg="add mod">
          <ac:chgData name="Deepika Vatsa" userId="f7100972-27fe-4ee6-8fb4-ec9b7931b409" providerId="ADAL" clId="{43FC3250-EE2F-489E-970D-AD8C57589867}" dt="2025-07-30T11:20:11.834" v="5023"/>
          <ac:inkMkLst>
            <pc:docMk/>
            <pc:sldMk cId="3105522451" sldId="599"/>
            <ac:inkMk id="21" creationId="{AB3E0678-4EA1-C410-A008-6C6F68C58A4A}"/>
          </ac:inkMkLst>
        </pc:inkChg>
        <pc:inkChg chg="add mod">
          <ac:chgData name="Deepika Vatsa" userId="f7100972-27fe-4ee6-8fb4-ec9b7931b409" providerId="ADAL" clId="{43FC3250-EE2F-489E-970D-AD8C57589867}" dt="2025-07-30T11:20:11.834" v="5023"/>
          <ac:inkMkLst>
            <pc:docMk/>
            <pc:sldMk cId="3105522451" sldId="599"/>
            <ac:inkMk id="22" creationId="{E7E0B240-C491-5F6E-F631-00E7C9B109C3}"/>
          </ac:inkMkLst>
        </pc:inkChg>
        <pc:inkChg chg="add mod">
          <ac:chgData name="Deepika Vatsa" userId="f7100972-27fe-4ee6-8fb4-ec9b7931b409" providerId="ADAL" clId="{43FC3250-EE2F-489E-970D-AD8C57589867}" dt="2025-07-30T11:20:11.834" v="5023"/>
          <ac:inkMkLst>
            <pc:docMk/>
            <pc:sldMk cId="3105522451" sldId="599"/>
            <ac:inkMk id="23" creationId="{74C158E0-D26C-9CB9-311D-CA96FA37EAF0}"/>
          </ac:inkMkLst>
        </pc:inkChg>
        <pc:inkChg chg="add mod">
          <ac:chgData name="Deepika Vatsa" userId="f7100972-27fe-4ee6-8fb4-ec9b7931b409" providerId="ADAL" clId="{43FC3250-EE2F-489E-970D-AD8C57589867}" dt="2025-07-30T11:20:11.834" v="5023"/>
          <ac:inkMkLst>
            <pc:docMk/>
            <pc:sldMk cId="3105522451" sldId="599"/>
            <ac:inkMk id="24" creationId="{AE5CB2AD-6663-E407-184A-6DB8637E01D9}"/>
          </ac:inkMkLst>
        </pc:inkChg>
        <pc:inkChg chg="add mod">
          <ac:chgData name="Deepika Vatsa" userId="f7100972-27fe-4ee6-8fb4-ec9b7931b409" providerId="ADAL" clId="{43FC3250-EE2F-489E-970D-AD8C57589867}" dt="2025-07-30T11:20:11.834" v="5023"/>
          <ac:inkMkLst>
            <pc:docMk/>
            <pc:sldMk cId="3105522451" sldId="599"/>
            <ac:inkMk id="25" creationId="{C459A8BF-C796-0E7B-96EE-16D1CB530C39}"/>
          </ac:inkMkLst>
        </pc:inkChg>
        <pc:inkChg chg="add mod">
          <ac:chgData name="Deepika Vatsa" userId="f7100972-27fe-4ee6-8fb4-ec9b7931b409" providerId="ADAL" clId="{43FC3250-EE2F-489E-970D-AD8C57589867}" dt="2025-07-30T11:20:11.834" v="5023"/>
          <ac:inkMkLst>
            <pc:docMk/>
            <pc:sldMk cId="3105522451" sldId="599"/>
            <ac:inkMk id="26" creationId="{37FC827F-8731-D503-9FD4-B5CB1C34B06F}"/>
          </ac:inkMkLst>
        </pc:inkChg>
        <pc:inkChg chg="add mod">
          <ac:chgData name="Deepika Vatsa" userId="f7100972-27fe-4ee6-8fb4-ec9b7931b409" providerId="ADAL" clId="{43FC3250-EE2F-489E-970D-AD8C57589867}" dt="2025-07-30T11:20:11.834" v="5023"/>
          <ac:inkMkLst>
            <pc:docMk/>
            <pc:sldMk cId="3105522451" sldId="599"/>
            <ac:inkMk id="27" creationId="{2E95D460-A152-9DC2-67FA-999EE1F83D4A}"/>
          </ac:inkMkLst>
        </pc:inkChg>
        <pc:inkChg chg="add mod">
          <ac:chgData name="Deepika Vatsa" userId="f7100972-27fe-4ee6-8fb4-ec9b7931b409" providerId="ADAL" clId="{43FC3250-EE2F-489E-970D-AD8C57589867}" dt="2025-07-30T11:20:11.834" v="5023"/>
          <ac:inkMkLst>
            <pc:docMk/>
            <pc:sldMk cId="3105522451" sldId="599"/>
            <ac:inkMk id="28" creationId="{A7FAC3C3-B558-6638-D49D-673CE940F121}"/>
          </ac:inkMkLst>
        </pc:inkChg>
        <pc:inkChg chg="add mod">
          <ac:chgData name="Deepika Vatsa" userId="f7100972-27fe-4ee6-8fb4-ec9b7931b409" providerId="ADAL" clId="{43FC3250-EE2F-489E-970D-AD8C57589867}" dt="2025-07-30T11:20:11.834" v="5023"/>
          <ac:inkMkLst>
            <pc:docMk/>
            <pc:sldMk cId="3105522451" sldId="599"/>
            <ac:inkMk id="29" creationId="{0EE25888-87D1-5107-0044-83F868C801D8}"/>
          </ac:inkMkLst>
        </pc:inkChg>
        <pc:inkChg chg="add mod">
          <ac:chgData name="Deepika Vatsa" userId="f7100972-27fe-4ee6-8fb4-ec9b7931b409" providerId="ADAL" clId="{43FC3250-EE2F-489E-970D-AD8C57589867}" dt="2025-07-30T11:20:11.834" v="5023"/>
          <ac:inkMkLst>
            <pc:docMk/>
            <pc:sldMk cId="3105522451" sldId="599"/>
            <ac:inkMk id="30" creationId="{F8C48800-6796-7EBB-4483-9EA440826E67}"/>
          </ac:inkMkLst>
        </pc:inkChg>
        <pc:inkChg chg="add mod">
          <ac:chgData name="Deepika Vatsa" userId="f7100972-27fe-4ee6-8fb4-ec9b7931b409" providerId="ADAL" clId="{43FC3250-EE2F-489E-970D-AD8C57589867}" dt="2025-07-30T11:20:11.834" v="5023"/>
          <ac:inkMkLst>
            <pc:docMk/>
            <pc:sldMk cId="3105522451" sldId="599"/>
            <ac:inkMk id="31" creationId="{738ED591-29ED-9ED1-1713-1C407B374A6E}"/>
          </ac:inkMkLst>
        </pc:inkChg>
        <pc:inkChg chg="add mod">
          <ac:chgData name="Deepika Vatsa" userId="f7100972-27fe-4ee6-8fb4-ec9b7931b409" providerId="ADAL" clId="{43FC3250-EE2F-489E-970D-AD8C57589867}" dt="2025-07-30T11:20:11.834" v="5023"/>
          <ac:inkMkLst>
            <pc:docMk/>
            <pc:sldMk cId="3105522451" sldId="599"/>
            <ac:inkMk id="32" creationId="{D68C2328-5CC9-7C2A-4412-41200D3FC309}"/>
          </ac:inkMkLst>
        </pc:inkChg>
        <pc:inkChg chg="add mod">
          <ac:chgData name="Deepika Vatsa" userId="f7100972-27fe-4ee6-8fb4-ec9b7931b409" providerId="ADAL" clId="{43FC3250-EE2F-489E-970D-AD8C57589867}" dt="2025-07-30T11:20:11.834" v="5023"/>
          <ac:inkMkLst>
            <pc:docMk/>
            <pc:sldMk cId="3105522451" sldId="599"/>
            <ac:inkMk id="33" creationId="{BFA758BA-2E06-6B7E-5F96-F91150F4ACE0}"/>
          </ac:inkMkLst>
        </pc:inkChg>
        <pc:inkChg chg="add mod">
          <ac:chgData name="Deepika Vatsa" userId="f7100972-27fe-4ee6-8fb4-ec9b7931b409" providerId="ADAL" clId="{43FC3250-EE2F-489E-970D-AD8C57589867}" dt="2025-07-30T11:20:11.834" v="5023"/>
          <ac:inkMkLst>
            <pc:docMk/>
            <pc:sldMk cId="3105522451" sldId="599"/>
            <ac:inkMk id="34" creationId="{40995FC2-5F51-92F8-E8A2-2B638BAFF788}"/>
          </ac:inkMkLst>
        </pc:inkChg>
        <pc:inkChg chg="add mod">
          <ac:chgData name="Deepika Vatsa" userId="f7100972-27fe-4ee6-8fb4-ec9b7931b409" providerId="ADAL" clId="{43FC3250-EE2F-489E-970D-AD8C57589867}" dt="2025-07-30T11:20:11.834" v="5023"/>
          <ac:inkMkLst>
            <pc:docMk/>
            <pc:sldMk cId="3105522451" sldId="599"/>
            <ac:inkMk id="35" creationId="{C5A7F857-F0D9-239B-C587-9EE2E3820F75}"/>
          </ac:inkMkLst>
        </pc:inkChg>
        <pc:inkChg chg="add del mod">
          <ac:chgData name="Deepika Vatsa" userId="f7100972-27fe-4ee6-8fb4-ec9b7931b409" providerId="ADAL" clId="{43FC3250-EE2F-489E-970D-AD8C57589867}" dt="2025-07-31T03:20:49.462" v="5138" actId="478"/>
          <ac:inkMkLst>
            <pc:docMk/>
            <pc:sldMk cId="3105522451" sldId="599"/>
            <ac:inkMk id="39" creationId="{287A6455-BADF-D527-1ADF-F0F6C57B4000}"/>
          </ac:inkMkLst>
        </pc:inkChg>
        <pc:inkChg chg="add del mod">
          <ac:chgData name="Deepika Vatsa" userId="f7100972-27fe-4ee6-8fb4-ec9b7931b409" providerId="ADAL" clId="{43FC3250-EE2F-489E-970D-AD8C57589867}" dt="2025-07-31T03:20:49.462" v="5138" actId="478"/>
          <ac:inkMkLst>
            <pc:docMk/>
            <pc:sldMk cId="3105522451" sldId="599"/>
            <ac:inkMk id="41" creationId="{88EFCC5B-B72D-A027-0C48-F0486B1B73D6}"/>
          </ac:inkMkLst>
        </pc:inkChg>
        <pc:inkChg chg="add mod">
          <ac:chgData name="Deepika Vatsa" userId="f7100972-27fe-4ee6-8fb4-ec9b7931b409" providerId="ADAL" clId="{43FC3250-EE2F-489E-970D-AD8C57589867}" dt="2025-07-30T11:20:11.834" v="5023"/>
          <ac:inkMkLst>
            <pc:docMk/>
            <pc:sldMk cId="3105522451" sldId="599"/>
            <ac:inkMk id="43" creationId="{AAC772A9-2165-0C4E-88BB-C2E77D07D402}"/>
          </ac:inkMkLst>
        </pc:inkChg>
        <pc:inkChg chg="add mod">
          <ac:chgData name="Deepika Vatsa" userId="f7100972-27fe-4ee6-8fb4-ec9b7931b409" providerId="ADAL" clId="{43FC3250-EE2F-489E-970D-AD8C57589867}" dt="2025-07-30T11:20:11.834" v="5023"/>
          <ac:inkMkLst>
            <pc:docMk/>
            <pc:sldMk cId="3105522451" sldId="599"/>
            <ac:inkMk id="44" creationId="{54CABE5B-361A-2B4A-AD1A-9D15E8FF1C89}"/>
          </ac:inkMkLst>
        </pc:inkChg>
        <pc:inkChg chg="add mod">
          <ac:chgData name="Deepika Vatsa" userId="f7100972-27fe-4ee6-8fb4-ec9b7931b409" providerId="ADAL" clId="{43FC3250-EE2F-489E-970D-AD8C57589867}" dt="2025-07-30T11:20:11.834" v="5023"/>
          <ac:inkMkLst>
            <pc:docMk/>
            <pc:sldMk cId="3105522451" sldId="599"/>
            <ac:inkMk id="45" creationId="{A8E29502-0F9F-DBC9-F6C0-E1126867D8DD}"/>
          </ac:inkMkLst>
        </pc:inkChg>
        <pc:inkChg chg="add del">
          <ac:chgData name="Deepika Vatsa" userId="f7100972-27fe-4ee6-8fb4-ec9b7931b409" providerId="ADAL" clId="{43FC3250-EE2F-489E-970D-AD8C57589867}" dt="2025-07-31T03:20:49.462" v="5138" actId="478"/>
          <ac:inkMkLst>
            <pc:docMk/>
            <pc:sldMk cId="3105522451" sldId="599"/>
            <ac:inkMk id="47" creationId="{B8A50735-1B9B-889F-FDA6-186515852983}"/>
          </ac:inkMkLst>
        </pc:inkChg>
        <pc:inkChg chg="add del">
          <ac:chgData name="Deepika Vatsa" userId="f7100972-27fe-4ee6-8fb4-ec9b7931b409" providerId="ADAL" clId="{43FC3250-EE2F-489E-970D-AD8C57589867}" dt="2025-07-31T03:20:49.462" v="5138" actId="478"/>
          <ac:inkMkLst>
            <pc:docMk/>
            <pc:sldMk cId="3105522451" sldId="599"/>
            <ac:inkMk id="48" creationId="{6127F1CF-B0F6-B361-3ACE-2CD42D71D06F}"/>
          </ac:inkMkLst>
        </pc:inkChg>
        <pc:inkChg chg="add del">
          <ac:chgData name="Deepika Vatsa" userId="f7100972-27fe-4ee6-8fb4-ec9b7931b409" providerId="ADAL" clId="{43FC3250-EE2F-489E-970D-AD8C57589867}" dt="2025-07-31T03:20:49.462" v="5138" actId="478"/>
          <ac:inkMkLst>
            <pc:docMk/>
            <pc:sldMk cId="3105522451" sldId="599"/>
            <ac:inkMk id="49" creationId="{EE4A0F2D-BD99-1B14-4765-53247406ED99}"/>
          </ac:inkMkLst>
        </pc:inkChg>
        <pc:inkChg chg="add del">
          <ac:chgData name="Deepika Vatsa" userId="f7100972-27fe-4ee6-8fb4-ec9b7931b409" providerId="ADAL" clId="{43FC3250-EE2F-489E-970D-AD8C57589867}" dt="2025-07-31T03:20:49.462" v="5138" actId="478"/>
          <ac:inkMkLst>
            <pc:docMk/>
            <pc:sldMk cId="3105522451" sldId="599"/>
            <ac:inkMk id="50" creationId="{79093C57-6275-9169-0B34-E320614144A5}"/>
          </ac:inkMkLst>
        </pc:inkChg>
        <pc:inkChg chg="add mod">
          <ac:chgData name="Deepika Vatsa" userId="f7100972-27fe-4ee6-8fb4-ec9b7931b409" providerId="ADAL" clId="{43FC3250-EE2F-489E-970D-AD8C57589867}" dt="2025-07-30T11:20:37.040" v="5029"/>
          <ac:inkMkLst>
            <pc:docMk/>
            <pc:sldMk cId="3105522451" sldId="599"/>
            <ac:inkMk id="51" creationId="{FA3C1E58-125C-7E20-8111-5C347C6F6409}"/>
          </ac:inkMkLst>
        </pc:inkChg>
        <pc:inkChg chg="add del">
          <ac:chgData name="Deepika Vatsa" userId="f7100972-27fe-4ee6-8fb4-ec9b7931b409" providerId="ADAL" clId="{43FC3250-EE2F-489E-970D-AD8C57589867}" dt="2025-07-31T03:20:49.462" v="5138" actId="478"/>
          <ac:inkMkLst>
            <pc:docMk/>
            <pc:sldMk cId="3105522451" sldId="599"/>
            <ac:inkMk id="53" creationId="{9906CB26-66E7-149B-AEE5-C5D56D23BF23}"/>
          </ac:inkMkLst>
        </pc:inkChg>
      </pc:sldChg>
      <pc:sldChg chg="addSp delSp modSp add mod">
        <pc:chgData name="Deepika Vatsa" userId="f7100972-27fe-4ee6-8fb4-ec9b7931b409" providerId="ADAL" clId="{43FC3250-EE2F-489E-970D-AD8C57589867}" dt="2025-07-31T03:20:59.956" v="5142" actId="478"/>
        <pc:sldMkLst>
          <pc:docMk/>
          <pc:sldMk cId="1298333677" sldId="600"/>
        </pc:sldMkLst>
        <pc:spChg chg="mod">
          <ac:chgData name="Deepika Vatsa" userId="f7100972-27fe-4ee6-8fb4-ec9b7931b409" providerId="ADAL" clId="{43FC3250-EE2F-489E-970D-AD8C57589867}" dt="2025-07-24T10:38:34.676" v="2879"/>
          <ac:spMkLst>
            <pc:docMk/>
            <pc:sldMk cId="1298333677" sldId="600"/>
            <ac:spMk id="4" creationId="{5C722B7B-45D8-F737-2062-6EFF58819A4B}"/>
          </ac:spMkLst>
        </pc:spChg>
        <pc:spChg chg="add mod">
          <ac:chgData name="Deepika Vatsa" userId="f7100972-27fe-4ee6-8fb4-ec9b7931b409" providerId="ADAL" clId="{43FC3250-EE2F-489E-970D-AD8C57589867}" dt="2025-07-24T10:16:31.563" v="2592" actId="1076"/>
          <ac:spMkLst>
            <pc:docMk/>
            <pc:sldMk cId="1298333677" sldId="600"/>
            <ac:spMk id="5" creationId="{076FCB26-F3DF-4A0C-4391-0D8C0697F42E}"/>
          </ac:spMkLst>
        </pc:spChg>
        <pc:spChg chg="add del mod">
          <ac:chgData name="Deepika Vatsa" userId="f7100972-27fe-4ee6-8fb4-ec9b7931b409" providerId="ADAL" clId="{43FC3250-EE2F-489E-970D-AD8C57589867}" dt="2025-07-24T10:18:04.909" v="2630" actId="21"/>
          <ac:spMkLst>
            <pc:docMk/>
            <pc:sldMk cId="1298333677" sldId="600"/>
            <ac:spMk id="7" creationId="{C829D528-F908-BA66-0E41-6FD3B9A67A16}"/>
          </ac:spMkLst>
        </pc:spChg>
        <pc:spChg chg="mod">
          <ac:chgData name="Deepika Vatsa" userId="f7100972-27fe-4ee6-8fb4-ec9b7931b409" providerId="ADAL" clId="{43FC3250-EE2F-489E-970D-AD8C57589867}" dt="2025-07-24T10:13:49.702" v="2436" actId="6549"/>
          <ac:spMkLst>
            <pc:docMk/>
            <pc:sldMk cId="1298333677" sldId="600"/>
            <ac:spMk id="11" creationId="{06381CCD-359B-D8A2-1997-A5B56A02FD41}"/>
          </ac:spMkLst>
        </pc:spChg>
        <pc:grpChg chg="del mod">
          <ac:chgData name="Deepika Vatsa" userId="f7100972-27fe-4ee6-8fb4-ec9b7931b409" providerId="ADAL" clId="{43FC3250-EE2F-489E-970D-AD8C57589867}" dt="2025-07-31T03:20:53.510" v="5139" actId="478"/>
          <ac:grpSpMkLst>
            <pc:docMk/>
            <pc:sldMk cId="1298333677" sldId="600"/>
            <ac:grpSpMk id="12" creationId="{B7159BD2-EEAB-D706-7082-87CF8B4F6777}"/>
          </ac:grpSpMkLst>
        </pc:grpChg>
        <pc:grpChg chg="del mod">
          <ac:chgData name="Deepika Vatsa" userId="f7100972-27fe-4ee6-8fb4-ec9b7931b409" providerId="ADAL" clId="{43FC3250-EE2F-489E-970D-AD8C57589867}" dt="2025-07-31T03:20:53.510" v="5139" actId="478"/>
          <ac:grpSpMkLst>
            <pc:docMk/>
            <pc:sldMk cId="1298333677" sldId="600"/>
            <ac:grpSpMk id="21" creationId="{BC2900EE-11DA-43BF-042E-1CC056121D20}"/>
          </ac:grpSpMkLst>
        </pc:grpChg>
        <pc:inkChg chg="add del">
          <ac:chgData name="Deepika Vatsa" userId="f7100972-27fe-4ee6-8fb4-ec9b7931b409" providerId="ADAL" clId="{43FC3250-EE2F-489E-970D-AD8C57589867}" dt="2025-07-31T03:20:58.077" v="5141" actId="478"/>
          <ac:inkMkLst>
            <pc:docMk/>
            <pc:sldMk cId="1298333677" sldId="600"/>
            <ac:inkMk id="6" creationId="{C11BE904-865B-F6CC-CDDA-496CBE97A1D7}"/>
          </ac:inkMkLst>
        </pc:inkChg>
        <pc:inkChg chg="add mod">
          <ac:chgData name="Deepika Vatsa" userId="f7100972-27fe-4ee6-8fb4-ec9b7931b409" providerId="ADAL" clId="{43FC3250-EE2F-489E-970D-AD8C57589867}" dt="2025-07-30T11:21:26.448" v="5036"/>
          <ac:inkMkLst>
            <pc:docMk/>
            <pc:sldMk cId="1298333677" sldId="600"/>
            <ac:inkMk id="7" creationId="{8D85C4E3-7A1A-8069-C03A-85191545A3A0}"/>
          </ac:inkMkLst>
        </pc:inkChg>
        <pc:inkChg chg="add mod">
          <ac:chgData name="Deepika Vatsa" userId="f7100972-27fe-4ee6-8fb4-ec9b7931b409" providerId="ADAL" clId="{43FC3250-EE2F-489E-970D-AD8C57589867}" dt="2025-07-30T11:21:26.448" v="5036"/>
          <ac:inkMkLst>
            <pc:docMk/>
            <pc:sldMk cId="1298333677" sldId="600"/>
            <ac:inkMk id="8" creationId="{C0C06274-B730-4BD9-D0AC-E3568D8D1350}"/>
          </ac:inkMkLst>
        </pc:inkChg>
        <pc:inkChg chg="add mod">
          <ac:chgData name="Deepika Vatsa" userId="f7100972-27fe-4ee6-8fb4-ec9b7931b409" providerId="ADAL" clId="{43FC3250-EE2F-489E-970D-AD8C57589867}" dt="2025-07-30T11:21:26.448" v="5036"/>
          <ac:inkMkLst>
            <pc:docMk/>
            <pc:sldMk cId="1298333677" sldId="600"/>
            <ac:inkMk id="9" creationId="{0C21C965-798A-7368-4E80-5103B44E9F6C}"/>
          </ac:inkMkLst>
        </pc:inkChg>
        <pc:inkChg chg="add del">
          <ac:chgData name="Deepika Vatsa" userId="f7100972-27fe-4ee6-8fb4-ec9b7931b409" providerId="ADAL" clId="{43FC3250-EE2F-489E-970D-AD8C57589867}" dt="2025-07-31T03:20:53.510" v="5139" actId="478"/>
          <ac:inkMkLst>
            <pc:docMk/>
            <pc:sldMk cId="1298333677" sldId="600"/>
            <ac:inkMk id="10" creationId="{44E40ECE-1677-98AA-F5A3-0B9ED4EC0BDE}"/>
          </ac:inkMkLst>
        </pc:inkChg>
        <pc:inkChg chg="add del">
          <ac:chgData name="Deepika Vatsa" userId="f7100972-27fe-4ee6-8fb4-ec9b7931b409" providerId="ADAL" clId="{43FC3250-EE2F-489E-970D-AD8C57589867}" dt="2025-07-31T03:20:53.510" v="5139" actId="478"/>
          <ac:inkMkLst>
            <pc:docMk/>
            <pc:sldMk cId="1298333677" sldId="600"/>
            <ac:inkMk id="13" creationId="{C2BA873B-7D3F-64A4-D78B-7F25D1645616}"/>
          </ac:inkMkLst>
        </pc:inkChg>
        <pc:inkChg chg="add del">
          <ac:chgData name="Deepika Vatsa" userId="f7100972-27fe-4ee6-8fb4-ec9b7931b409" providerId="ADAL" clId="{43FC3250-EE2F-489E-970D-AD8C57589867}" dt="2025-07-31T03:20:53.510" v="5139" actId="478"/>
          <ac:inkMkLst>
            <pc:docMk/>
            <pc:sldMk cId="1298333677" sldId="600"/>
            <ac:inkMk id="14" creationId="{E4AA5845-3244-7746-EAE6-2A26846550EC}"/>
          </ac:inkMkLst>
        </pc:inkChg>
        <pc:inkChg chg="add del">
          <ac:chgData name="Deepika Vatsa" userId="f7100972-27fe-4ee6-8fb4-ec9b7931b409" providerId="ADAL" clId="{43FC3250-EE2F-489E-970D-AD8C57589867}" dt="2025-07-31T03:20:53.510" v="5139" actId="478"/>
          <ac:inkMkLst>
            <pc:docMk/>
            <pc:sldMk cId="1298333677" sldId="600"/>
            <ac:inkMk id="15" creationId="{A079FDBD-769B-1DF9-A5A6-C86173E28638}"/>
          </ac:inkMkLst>
        </pc:inkChg>
        <pc:inkChg chg="add del">
          <ac:chgData name="Deepika Vatsa" userId="f7100972-27fe-4ee6-8fb4-ec9b7931b409" providerId="ADAL" clId="{43FC3250-EE2F-489E-970D-AD8C57589867}" dt="2025-07-31T03:20:53.510" v="5139" actId="478"/>
          <ac:inkMkLst>
            <pc:docMk/>
            <pc:sldMk cId="1298333677" sldId="600"/>
            <ac:inkMk id="16" creationId="{C2E41533-8E23-6D8C-4917-9F587902B45B}"/>
          </ac:inkMkLst>
        </pc:inkChg>
        <pc:inkChg chg="add del">
          <ac:chgData name="Deepika Vatsa" userId="f7100972-27fe-4ee6-8fb4-ec9b7931b409" providerId="ADAL" clId="{43FC3250-EE2F-489E-970D-AD8C57589867}" dt="2025-07-31T03:20:53.510" v="5139" actId="478"/>
          <ac:inkMkLst>
            <pc:docMk/>
            <pc:sldMk cId="1298333677" sldId="600"/>
            <ac:inkMk id="17" creationId="{A52CD522-41AE-318D-91E8-17C7B47407FF}"/>
          </ac:inkMkLst>
        </pc:inkChg>
        <pc:inkChg chg="add del">
          <ac:chgData name="Deepika Vatsa" userId="f7100972-27fe-4ee6-8fb4-ec9b7931b409" providerId="ADAL" clId="{43FC3250-EE2F-489E-970D-AD8C57589867}" dt="2025-07-31T03:20:53.510" v="5139" actId="478"/>
          <ac:inkMkLst>
            <pc:docMk/>
            <pc:sldMk cId="1298333677" sldId="600"/>
            <ac:inkMk id="18" creationId="{242A4BFB-AF5B-EF22-9DB2-314E873A8EF7}"/>
          </ac:inkMkLst>
        </pc:inkChg>
        <pc:inkChg chg="add mod">
          <ac:chgData name="Deepika Vatsa" userId="f7100972-27fe-4ee6-8fb4-ec9b7931b409" providerId="ADAL" clId="{43FC3250-EE2F-489E-970D-AD8C57589867}" dt="2025-07-30T11:21:41.909" v="5045"/>
          <ac:inkMkLst>
            <pc:docMk/>
            <pc:sldMk cId="1298333677" sldId="600"/>
            <ac:inkMk id="19" creationId="{AACDE439-A57A-DFD2-7942-9E5162C57831}"/>
          </ac:inkMkLst>
        </pc:inkChg>
        <pc:inkChg chg="add mod">
          <ac:chgData name="Deepika Vatsa" userId="f7100972-27fe-4ee6-8fb4-ec9b7931b409" providerId="ADAL" clId="{43FC3250-EE2F-489E-970D-AD8C57589867}" dt="2025-07-30T11:21:41.909" v="5045"/>
          <ac:inkMkLst>
            <pc:docMk/>
            <pc:sldMk cId="1298333677" sldId="600"/>
            <ac:inkMk id="20" creationId="{B0851B7A-D5E9-417C-807F-E9D8D3B21C05}"/>
          </ac:inkMkLst>
        </pc:inkChg>
        <pc:inkChg chg="add">
          <ac:chgData name="Deepika Vatsa" userId="f7100972-27fe-4ee6-8fb4-ec9b7931b409" providerId="ADAL" clId="{43FC3250-EE2F-489E-970D-AD8C57589867}" dt="2025-07-30T11:22:00.812" v="5046" actId="9405"/>
          <ac:inkMkLst>
            <pc:docMk/>
            <pc:sldMk cId="1298333677" sldId="600"/>
            <ac:inkMk id="22" creationId="{F830007A-45E3-94D1-1107-EF9ADCB6EFE7}"/>
          </ac:inkMkLst>
        </pc:inkChg>
        <pc:inkChg chg="add">
          <ac:chgData name="Deepika Vatsa" userId="f7100972-27fe-4ee6-8fb4-ec9b7931b409" providerId="ADAL" clId="{43FC3250-EE2F-489E-970D-AD8C57589867}" dt="2025-07-30T11:22:01.216" v="5047" actId="9405"/>
          <ac:inkMkLst>
            <pc:docMk/>
            <pc:sldMk cId="1298333677" sldId="600"/>
            <ac:inkMk id="23" creationId="{051FD77A-1470-B5F5-BBEE-8BA362EF6342}"/>
          </ac:inkMkLst>
        </pc:inkChg>
        <pc:inkChg chg="add del">
          <ac:chgData name="Deepika Vatsa" userId="f7100972-27fe-4ee6-8fb4-ec9b7931b409" providerId="ADAL" clId="{43FC3250-EE2F-489E-970D-AD8C57589867}" dt="2025-07-31T03:20:59.956" v="5142" actId="478"/>
          <ac:inkMkLst>
            <pc:docMk/>
            <pc:sldMk cId="1298333677" sldId="600"/>
            <ac:inkMk id="24" creationId="{E9BDE784-9631-D040-27D7-085C4989FEE1}"/>
          </ac:inkMkLst>
        </pc:inkChg>
        <pc:inkChg chg="add del">
          <ac:chgData name="Deepika Vatsa" userId="f7100972-27fe-4ee6-8fb4-ec9b7931b409" providerId="ADAL" clId="{43FC3250-EE2F-489E-970D-AD8C57589867}" dt="2025-07-31T03:20:56.417" v="5140" actId="478"/>
          <ac:inkMkLst>
            <pc:docMk/>
            <pc:sldMk cId="1298333677" sldId="600"/>
            <ac:inkMk id="25" creationId="{61655763-B18B-429E-A152-62D1108A61E1}"/>
          </ac:inkMkLst>
        </pc:inkChg>
      </pc:sldChg>
      <pc:sldChg chg="del">
        <pc:chgData name="Deepika Vatsa" userId="f7100972-27fe-4ee6-8fb4-ec9b7931b409" providerId="ADAL" clId="{43FC3250-EE2F-489E-970D-AD8C57589867}" dt="2025-07-23T11:05:11.946" v="73" actId="47"/>
        <pc:sldMkLst>
          <pc:docMk/>
          <pc:sldMk cId="1407172059" sldId="600"/>
        </pc:sldMkLst>
      </pc:sldChg>
      <pc:sldChg chg="addSp delSp modSp add mod delAnim modAnim">
        <pc:chgData name="Deepika Vatsa" userId="f7100972-27fe-4ee6-8fb4-ec9b7931b409" providerId="ADAL" clId="{43FC3250-EE2F-489E-970D-AD8C57589867}" dt="2025-07-31T03:21:47.687" v="5144" actId="478"/>
        <pc:sldMkLst>
          <pc:docMk/>
          <pc:sldMk cId="2345028146" sldId="601"/>
        </pc:sldMkLst>
        <pc:spChg chg="del">
          <ac:chgData name="Deepika Vatsa" userId="f7100972-27fe-4ee6-8fb4-ec9b7931b409" providerId="ADAL" clId="{43FC3250-EE2F-489E-970D-AD8C57589867}" dt="2025-07-24T10:18:10.560" v="2632" actId="478"/>
          <ac:spMkLst>
            <pc:docMk/>
            <pc:sldMk cId="2345028146" sldId="601"/>
            <ac:spMk id="4" creationId="{5C722B7B-45D8-F737-2062-6EFF58819A4B}"/>
          </ac:spMkLst>
        </pc:spChg>
        <pc:spChg chg="del">
          <ac:chgData name="Deepika Vatsa" userId="f7100972-27fe-4ee6-8fb4-ec9b7931b409" providerId="ADAL" clId="{43FC3250-EE2F-489E-970D-AD8C57589867}" dt="2025-07-24T10:18:15.750" v="2634" actId="478"/>
          <ac:spMkLst>
            <pc:docMk/>
            <pc:sldMk cId="2345028146" sldId="601"/>
            <ac:spMk id="5" creationId="{076FCB26-F3DF-4A0C-4391-0D8C0697F42E}"/>
          </ac:spMkLst>
        </pc:spChg>
        <pc:spChg chg="add mod">
          <ac:chgData name="Deepika Vatsa" userId="f7100972-27fe-4ee6-8fb4-ec9b7931b409" providerId="ADAL" clId="{43FC3250-EE2F-489E-970D-AD8C57589867}" dt="2025-07-24T10:27:35.459" v="2829" actId="404"/>
          <ac:spMkLst>
            <pc:docMk/>
            <pc:sldMk cId="2345028146" sldId="601"/>
            <ac:spMk id="6" creationId="{1CEA8935-B2D0-3E5F-8357-3E29E96704C1}"/>
          </ac:spMkLst>
        </pc:spChg>
        <pc:spChg chg="add mod">
          <ac:chgData name="Deepika Vatsa" userId="f7100972-27fe-4ee6-8fb4-ec9b7931b409" providerId="ADAL" clId="{43FC3250-EE2F-489E-970D-AD8C57589867}" dt="2025-07-24T11:21:54.065" v="3292" actId="1076"/>
          <ac:spMkLst>
            <pc:docMk/>
            <pc:sldMk cId="2345028146" sldId="601"/>
            <ac:spMk id="7" creationId="{39BE2E7A-CD69-318B-C09C-711CA44B4A0B}"/>
          </ac:spMkLst>
        </pc:spChg>
        <pc:spChg chg="add mod">
          <ac:chgData name="Deepika Vatsa" userId="f7100972-27fe-4ee6-8fb4-ec9b7931b409" providerId="ADAL" clId="{43FC3250-EE2F-489E-970D-AD8C57589867}" dt="2025-07-24T11:21:35.313" v="3289" actId="20577"/>
          <ac:spMkLst>
            <pc:docMk/>
            <pc:sldMk cId="2345028146" sldId="601"/>
            <ac:spMk id="9" creationId="{0845D9B1-899B-55E5-A6D1-4AEEC958CFBC}"/>
          </ac:spMkLst>
        </pc:spChg>
        <pc:spChg chg="del">
          <ac:chgData name="Deepika Vatsa" userId="f7100972-27fe-4ee6-8fb4-ec9b7931b409" providerId="ADAL" clId="{43FC3250-EE2F-489E-970D-AD8C57589867}" dt="2025-07-24T10:18:19.726" v="2635" actId="478"/>
          <ac:spMkLst>
            <pc:docMk/>
            <pc:sldMk cId="2345028146" sldId="601"/>
            <ac:spMk id="11" creationId="{06381CCD-359B-D8A2-1997-A5B56A02FD41}"/>
          </ac:spMkLst>
        </pc:spChg>
        <pc:spChg chg="add mod">
          <ac:chgData name="Deepika Vatsa" userId="f7100972-27fe-4ee6-8fb4-ec9b7931b409" providerId="ADAL" clId="{43FC3250-EE2F-489E-970D-AD8C57589867}" dt="2025-07-24T11:21:44.591" v="3290" actId="1076"/>
          <ac:spMkLst>
            <pc:docMk/>
            <pc:sldMk cId="2345028146" sldId="601"/>
            <ac:spMk id="12" creationId="{306ACACD-7D5F-A652-89BC-479AE734681A}"/>
          </ac:spMkLst>
        </pc:spChg>
        <pc:spChg chg="add del mod">
          <ac:chgData name="Deepika Vatsa" userId="f7100972-27fe-4ee6-8fb4-ec9b7931b409" providerId="ADAL" clId="{43FC3250-EE2F-489E-970D-AD8C57589867}" dt="2025-07-24T10:45:28.493" v="2993" actId="478"/>
          <ac:spMkLst>
            <pc:docMk/>
            <pc:sldMk cId="2345028146" sldId="601"/>
            <ac:spMk id="14" creationId="{079250D1-8AC1-6400-4452-23FDE7B1E140}"/>
          </ac:spMkLst>
        </pc:spChg>
        <pc:grpChg chg="del mod">
          <ac:chgData name="Deepika Vatsa" userId="f7100972-27fe-4ee6-8fb4-ec9b7931b409" providerId="ADAL" clId="{43FC3250-EE2F-489E-970D-AD8C57589867}" dt="2025-07-31T03:21:36.567" v="5143" actId="478"/>
          <ac:grpSpMkLst>
            <pc:docMk/>
            <pc:sldMk cId="2345028146" sldId="601"/>
            <ac:grpSpMk id="19" creationId="{2868F3B0-82BB-5ABF-F02D-7AD10B060A26}"/>
          </ac:grpSpMkLst>
        </pc:grpChg>
        <pc:grpChg chg="del mod">
          <ac:chgData name="Deepika Vatsa" userId="f7100972-27fe-4ee6-8fb4-ec9b7931b409" providerId="ADAL" clId="{43FC3250-EE2F-489E-970D-AD8C57589867}" dt="2025-07-30T11:23:37.026" v="5067"/>
          <ac:grpSpMkLst>
            <pc:docMk/>
            <pc:sldMk cId="2345028146" sldId="601"/>
            <ac:grpSpMk id="23" creationId="{9F930B31-BE19-CE06-683C-E4BD0F149D73}"/>
          </ac:grpSpMkLst>
        </pc:grpChg>
        <pc:grpChg chg="del mod">
          <ac:chgData name="Deepika Vatsa" userId="f7100972-27fe-4ee6-8fb4-ec9b7931b409" providerId="ADAL" clId="{43FC3250-EE2F-489E-970D-AD8C57589867}" dt="2025-07-31T03:21:36.567" v="5143" actId="478"/>
          <ac:grpSpMkLst>
            <pc:docMk/>
            <pc:sldMk cId="2345028146" sldId="601"/>
            <ac:grpSpMk id="25" creationId="{92DBC0BC-3859-FB0C-EF3F-9D0F91C25FD3}"/>
          </ac:grpSpMkLst>
        </pc:grpChg>
        <pc:graphicFrameChg chg="add del mod">
          <ac:chgData name="Deepika Vatsa" userId="f7100972-27fe-4ee6-8fb4-ec9b7931b409" providerId="ADAL" clId="{43FC3250-EE2F-489E-970D-AD8C57589867}" dt="2025-07-24T10:45:31.107" v="2994" actId="478"/>
          <ac:graphicFrameMkLst>
            <pc:docMk/>
            <pc:sldMk cId="2345028146" sldId="601"/>
            <ac:graphicFrameMk id="10" creationId="{B37B5B77-07F8-EE65-399A-DBD323BE9ACE}"/>
          </ac:graphicFrameMkLst>
        </pc:graphicFrameChg>
        <pc:inkChg chg="add del">
          <ac:chgData name="Deepika Vatsa" userId="f7100972-27fe-4ee6-8fb4-ec9b7931b409" providerId="ADAL" clId="{43FC3250-EE2F-489E-970D-AD8C57589867}" dt="2025-07-31T03:21:36.567" v="5143" actId="478"/>
          <ac:inkMkLst>
            <pc:docMk/>
            <pc:sldMk cId="2345028146" sldId="601"/>
            <ac:inkMk id="4" creationId="{17E0AA1B-A00E-9939-FE0C-B4F97381E5B6}"/>
          </ac:inkMkLst>
        </pc:inkChg>
        <pc:inkChg chg="add del">
          <ac:chgData name="Deepika Vatsa" userId="f7100972-27fe-4ee6-8fb4-ec9b7931b409" providerId="ADAL" clId="{43FC3250-EE2F-489E-970D-AD8C57589867}" dt="2025-07-31T03:21:36.567" v="5143" actId="478"/>
          <ac:inkMkLst>
            <pc:docMk/>
            <pc:sldMk cId="2345028146" sldId="601"/>
            <ac:inkMk id="5" creationId="{050DC591-9626-1CBE-6BFD-3B2D6762F39A}"/>
          </ac:inkMkLst>
        </pc:inkChg>
        <pc:inkChg chg="add del">
          <ac:chgData name="Deepika Vatsa" userId="f7100972-27fe-4ee6-8fb4-ec9b7931b409" providerId="ADAL" clId="{43FC3250-EE2F-489E-970D-AD8C57589867}" dt="2025-07-31T03:21:36.567" v="5143" actId="478"/>
          <ac:inkMkLst>
            <pc:docMk/>
            <pc:sldMk cId="2345028146" sldId="601"/>
            <ac:inkMk id="8" creationId="{6777923C-A292-6DE5-9A9B-EAEFE10590F1}"/>
          </ac:inkMkLst>
        </pc:inkChg>
        <pc:inkChg chg="add mod">
          <ac:chgData name="Deepika Vatsa" userId="f7100972-27fe-4ee6-8fb4-ec9b7931b409" providerId="ADAL" clId="{43FC3250-EE2F-489E-970D-AD8C57589867}" dt="2025-07-30T11:23:28.122" v="5061"/>
          <ac:inkMkLst>
            <pc:docMk/>
            <pc:sldMk cId="2345028146" sldId="601"/>
            <ac:inkMk id="10" creationId="{EF195895-F360-0DA9-5255-151E46B2A359}"/>
          </ac:inkMkLst>
        </pc:inkChg>
        <pc:inkChg chg="add mod">
          <ac:chgData name="Deepika Vatsa" userId="f7100972-27fe-4ee6-8fb4-ec9b7931b409" providerId="ADAL" clId="{43FC3250-EE2F-489E-970D-AD8C57589867}" dt="2025-07-30T11:23:28.122" v="5061"/>
          <ac:inkMkLst>
            <pc:docMk/>
            <pc:sldMk cId="2345028146" sldId="601"/>
            <ac:inkMk id="11" creationId="{50288B3F-EEAE-2FA1-BB2B-C7C7D73A858B}"/>
          </ac:inkMkLst>
        </pc:inkChg>
        <pc:inkChg chg="add mod">
          <ac:chgData name="Deepika Vatsa" userId="f7100972-27fe-4ee6-8fb4-ec9b7931b409" providerId="ADAL" clId="{43FC3250-EE2F-489E-970D-AD8C57589867}" dt="2025-07-30T11:23:28.122" v="5061"/>
          <ac:inkMkLst>
            <pc:docMk/>
            <pc:sldMk cId="2345028146" sldId="601"/>
            <ac:inkMk id="13" creationId="{AF155DAD-AFEF-4DDF-C5AA-9176B5EE58FE}"/>
          </ac:inkMkLst>
        </pc:inkChg>
        <pc:inkChg chg="add mod">
          <ac:chgData name="Deepika Vatsa" userId="f7100972-27fe-4ee6-8fb4-ec9b7931b409" providerId="ADAL" clId="{43FC3250-EE2F-489E-970D-AD8C57589867}" dt="2025-07-30T11:23:28.122" v="5061"/>
          <ac:inkMkLst>
            <pc:docMk/>
            <pc:sldMk cId="2345028146" sldId="601"/>
            <ac:inkMk id="14" creationId="{FED45222-BDCB-53A1-7929-4EA5D0F61817}"/>
          </ac:inkMkLst>
        </pc:inkChg>
        <pc:inkChg chg="add mod">
          <ac:chgData name="Deepika Vatsa" userId="f7100972-27fe-4ee6-8fb4-ec9b7931b409" providerId="ADAL" clId="{43FC3250-EE2F-489E-970D-AD8C57589867}" dt="2025-07-30T11:23:28.122" v="5061"/>
          <ac:inkMkLst>
            <pc:docMk/>
            <pc:sldMk cId="2345028146" sldId="601"/>
            <ac:inkMk id="15" creationId="{A604115D-AC37-071B-3591-CB1024F26CBD}"/>
          </ac:inkMkLst>
        </pc:inkChg>
        <pc:inkChg chg="add mod">
          <ac:chgData name="Deepika Vatsa" userId="f7100972-27fe-4ee6-8fb4-ec9b7931b409" providerId="ADAL" clId="{43FC3250-EE2F-489E-970D-AD8C57589867}" dt="2025-07-30T11:23:28.122" v="5061"/>
          <ac:inkMkLst>
            <pc:docMk/>
            <pc:sldMk cId="2345028146" sldId="601"/>
            <ac:inkMk id="16" creationId="{D4061A2B-B78E-81C4-6E9B-DDC0AFC31A64}"/>
          </ac:inkMkLst>
        </pc:inkChg>
        <pc:inkChg chg="add mod">
          <ac:chgData name="Deepika Vatsa" userId="f7100972-27fe-4ee6-8fb4-ec9b7931b409" providerId="ADAL" clId="{43FC3250-EE2F-489E-970D-AD8C57589867}" dt="2025-07-30T11:23:28.122" v="5061"/>
          <ac:inkMkLst>
            <pc:docMk/>
            <pc:sldMk cId="2345028146" sldId="601"/>
            <ac:inkMk id="17" creationId="{5640C931-07BC-26E5-D427-959985B3393C}"/>
          </ac:inkMkLst>
        </pc:inkChg>
        <pc:inkChg chg="add mod">
          <ac:chgData name="Deepika Vatsa" userId="f7100972-27fe-4ee6-8fb4-ec9b7931b409" providerId="ADAL" clId="{43FC3250-EE2F-489E-970D-AD8C57589867}" dt="2025-07-30T11:23:28.122" v="5061"/>
          <ac:inkMkLst>
            <pc:docMk/>
            <pc:sldMk cId="2345028146" sldId="601"/>
            <ac:inkMk id="18" creationId="{BD47D964-5B9E-D281-9860-341536BD1BB1}"/>
          </ac:inkMkLst>
        </pc:inkChg>
        <pc:inkChg chg="add mod">
          <ac:chgData name="Deepika Vatsa" userId="f7100972-27fe-4ee6-8fb4-ec9b7931b409" providerId="ADAL" clId="{43FC3250-EE2F-489E-970D-AD8C57589867}" dt="2025-07-30T11:23:37.026" v="5067"/>
          <ac:inkMkLst>
            <pc:docMk/>
            <pc:sldMk cId="2345028146" sldId="601"/>
            <ac:inkMk id="20" creationId="{D1F4202E-EA34-0E02-952E-525D2454E5C9}"/>
          </ac:inkMkLst>
        </pc:inkChg>
        <pc:inkChg chg="add mod">
          <ac:chgData name="Deepika Vatsa" userId="f7100972-27fe-4ee6-8fb4-ec9b7931b409" providerId="ADAL" clId="{43FC3250-EE2F-489E-970D-AD8C57589867}" dt="2025-07-30T11:23:37.026" v="5067"/>
          <ac:inkMkLst>
            <pc:docMk/>
            <pc:sldMk cId="2345028146" sldId="601"/>
            <ac:inkMk id="21" creationId="{58453868-6D91-9F6F-F14E-3226E62987EE}"/>
          </ac:inkMkLst>
        </pc:inkChg>
        <pc:inkChg chg="add mod">
          <ac:chgData name="Deepika Vatsa" userId="f7100972-27fe-4ee6-8fb4-ec9b7931b409" providerId="ADAL" clId="{43FC3250-EE2F-489E-970D-AD8C57589867}" dt="2025-07-30T11:23:37.026" v="5067"/>
          <ac:inkMkLst>
            <pc:docMk/>
            <pc:sldMk cId="2345028146" sldId="601"/>
            <ac:inkMk id="22" creationId="{FCD14E34-F08C-93B7-CC28-817AB4EE9AC1}"/>
          </ac:inkMkLst>
        </pc:inkChg>
        <pc:inkChg chg="add mod">
          <ac:chgData name="Deepika Vatsa" userId="f7100972-27fe-4ee6-8fb4-ec9b7931b409" providerId="ADAL" clId="{43FC3250-EE2F-489E-970D-AD8C57589867}" dt="2025-07-30T11:23:37.026" v="5067"/>
          <ac:inkMkLst>
            <pc:docMk/>
            <pc:sldMk cId="2345028146" sldId="601"/>
            <ac:inkMk id="24" creationId="{ECAE878F-E40C-3A24-7BCE-2801FF76363F}"/>
          </ac:inkMkLst>
        </pc:inkChg>
        <pc:inkChg chg="add del">
          <ac:chgData name="Deepika Vatsa" userId="f7100972-27fe-4ee6-8fb4-ec9b7931b409" providerId="ADAL" clId="{43FC3250-EE2F-489E-970D-AD8C57589867}" dt="2025-07-31T03:21:36.567" v="5143" actId="478"/>
          <ac:inkMkLst>
            <pc:docMk/>
            <pc:sldMk cId="2345028146" sldId="601"/>
            <ac:inkMk id="26" creationId="{4D35CE20-BB6B-B42F-1755-67FB31D6461B}"/>
          </ac:inkMkLst>
        </pc:inkChg>
        <pc:inkChg chg="add del">
          <ac:chgData name="Deepika Vatsa" userId="f7100972-27fe-4ee6-8fb4-ec9b7931b409" providerId="ADAL" clId="{43FC3250-EE2F-489E-970D-AD8C57589867}" dt="2025-07-31T03:21:47.687" v="5144" actId="478"/>
          <ac:inkMkLst>
            <pc:docMk/>
            <pc:sldMk cId="2345028146" sldId="601"/>
            <ac:inkMk id="27" creationId="{314EF62E-D385-111A-5B5B-07EE0CCA285F}"/>
          </ac:inkMkLst>
        </pc:inkChg>
      </pc:sldChg>
      <pc:sldChg chg="del">
        <pc:chgData name="Deepika Vatsa" userId="f7100972-27fe-4ee6-8fb4-ec9b7931b409" providerId="ADAL" clId="{43FC3250-EE2F-489E-970D-AD8C57589867}" dt="2025-07-23T11:05:11.946" v="73" actId="47"/>
        <pc:sldMkLst>
          <pc:docMk/>
          <pc:sldMk cId="3854070128" sldId="601"/>
        </pc:sldMkLst>
      </pc:sldChg>
      <pc:sldChg chg="addSp delSp modSp add mod">
        <pc:chgData name="Deepika Vatsa" userId="f7100972-27fe-4ee6-8fb4-ec9b7931b409" providerId="ADAL" clId="{43FC3250-EE2F-489E-970D-AD8C57589867}" dt="2025-07-31T03:22:01.683" v="5147" actId="478"/>
        <pc:sldMkLst>
          <pc:docMk/>
          <pc:sldMk cId="886010047" sldId="602"/>
        </pc:sldMkLst>
        <pc:spChg chg="mod">
          <ac:chgData name="Deepika Vatsa" userId="f7100972-27fe-4ee6-8fb4-ec9b7931b409" providerId="ADAL" clId="{43FC3250-EE2F-489E-970D-AD8C57589867}" dt="2025-07-24T10:51:10.545" v="3021" actId="20577"/>
          <ac:spMkLst>
            <pc:docMk/>
            <pc:sldMk cId="886010047" sldId="602"/>
            <ac:spMk id="2" creationId="{00000000-0000-0000-0000-000000000000}"/>
          </ac:spMkLst>
        </pc:spChg>
        <pc:spChg chg="add mod">
          <ac:chgData name="Deepika Vatsa" userId="f7100972-27fe-4ee6-8fb4-ec9b7931b409" providerId="ADAL" clId="{43FC3250-EE2F-489E-970D-AD8C57589867}" dt="2025-07-25T06:46:25.396" v="4283" actId="20577"/>
          <ac:spMkLst>
            <pc:docMk/>
            <pc:sldMk cId="886010047" sldId="602"/>
            <ac:spMk id="5" creationId="{CC1083D5-B7AF-045F-7EAB-FD1411E3B290}"/>
          </ac:spMkLst>
        </pc:spChg>
        <pc:spChg chg="del">
          <ac:chgData name="Deepika Vatsa" userId="f7100972-27fe-4ee6-8fb4-ec9b7931b409" providerId="ADAL" clId="{43FC3250-EE2F-489E-970D-AD8C57589867}" dt="2025-07-24T10:50:47.777" v="3001" actId="478"/>
          <ac:spMkLst>
            <pc:docMk/>
            <pc:sldMk cId="886010047" sldId="602"/>
            <ac:spMk id="6" creationId="{1CEA8935-B2D0-3E5F-8357-3E29E96704C1}"/>
          </ac:spMkLst>
        </pc:spChg>
        <pc:spChg chg="add mod">
          <ac:chgData name="Deepika Vatsa" userId="f7100972-27fe-4ee6-8fb4-ec9b7931b409" providerId="ADAL" clId="{43FC3250-EE2F-489E-970D-AD8C57589867}" dt="2025-07-30T11:02:20.632" v="4852" actId="14100"/>
          <ac:spMkLst>
            <pc:docMk/>
            <pc:sldMk cId="886010047" sldId="602"/>
            <ac:spMk id="6" creationId="{6DB03E6E-EA1C-451F-4077-B842B37F02F6}"/>
          </ac:spMkLst>
        </pc:spChg>
        <pc:spChg chg="del">
          <ac:chgData name="Deepika Vatsa" userId="f7100972-27fe-4ee6-8fb4-ec9b7931b409" providerId="ADAL" clId="{43FC3250-EE2F-489E-970D-AD8C57589867}" dt="2025-07-24T10:50:45.305" v="3000" actId="478"/>
          <ac:spMkLst>
            <pc:docMk/>
            <pc:sldMk cId="886010047" sldId="602"/>
            <ac:spMk id="7" creationId="{39BE2E7A-CD69-318B-C09C-711CA44B4A0B}"/>
          </ac:spMkLst>
        </pc:spChg>
        <pc:spChg chg="del">
          <ac:chgData name="Deepika Vatsa" userId="f7100972-27fe-4ee6-8fb4-ec9b7931b409" providerId="ADAL" clId="{43FC3250-EE2F-489E-970D-AD8C57589867}" dt="2025-07-24T10:50:43.730" v="2999" actId="478"/>
          <ac:spMkLst>
            <pc:docMk/>
            <pc:sldMk cId="886010047" sldId="602"/>
            <ac:spMk id="9" creationId="{0845D9B1-899B-55E5-A6D1-4AEEC958CFBC}"/>
          </ac:spMkLst>
        </pc:spChg>
        <pc:spChg chg="del">
          <ac:chgData name="Deepika Vatsa" userId="f7100972-27fe-4ee6-8fb4-ec9b7931b409" providerId="ADAL" clId="{43FC3250-EE2F-489E-970D-AD8C57589867}" dt="2025-07-24T10:50:41.212" v="2998" actId="478"/>
          <ac:spMkLst>
            <pc:docMk/>
            <pc:sldMk cId="886010047" sldId="602"/>
            <ac:spMk id="12" creationId="{306ACACD-7D5F-A652-89BC-479AE734681A}"/>
          </ac:spMkLst>
        </pc:spChg>
        <pc:grpChg chg="del mod">
          <ac:chgData name="Deepika Vatsa" userId="f7100972-27fe-4ee6-8fb4-ec9b7931b409" providerId="ADAL" clId="{43FC3250-EE2F-489E-970D-AD8C57589867}" dt="2025-07-30T11:24:28.365" v="5080"/>
          <ac:grpSpMkLst>
            <pc:docMk/>
            <pc:sldMk cId="886010047" sldId="602"/>
            <ac:grpSpMk id="11" creationId="{737102C5-EF64-DDFE-3ACA-FB9F8874D89F}"/>
          </ac:grpSpMkLst>
        </pc:grpChg>
        <pc:grpChg chg="del mod">
          <ac:chgData name="Deepika Vatsa" userId="f7100972-27fe-4ee6-8fb4-ec9b7931b409" providerId="ADAL" clId="{43FC3250-EE2F-489E-970D-AD8C57589867}" dt="2025-07-31T03:21:58.456" v="5146" actId="478"/>
          <ac:grpSpMkLst>
            <pc:docMk/>
            <pc:sldMk cId="886010047" sldId="602"/>
            <ac:grpSpMk id="19" creationId="{57AD2E92-1B0B-C4C8-AF8E-2E9783CE6731}"/>
          </ac:grpSpMkLst>
        </pc:grpChg>
        <pc:grpChg chg="del mod">
          <ac:chgData name="Deepika Vatsa" userId="f7100972-27fe-4ee6-8fb4-ec9b7931b409" providerId="ADAL" clId="{43FC3250-EE2F-489E-970D-AD8C57589867}" dt="2025-07-31T03:21:58.456" v="5146" actId="478"/>
          <ac:grpSpMkLst>
            <pc:docMk/>
            <pc:sldMk cId="886010047" sldId="602"/>
            <ac:grpSpMk id="23" creationId="{C7135A48-2D13-6EDE-C944-C3CCD8EBF6A4}"/>
          </ac:grpSpMkLst>
        </pc:grpChg>
        <pc:grpChg chg="del mod">
          <ac:chgData name="Deepika Vatsa" userId="f7100972-27fe-4ee6-8fb4-ec9b7931b409" providerId="ADAL" clId="{43FC3250-EE2F-489E-970D-AD8C57589867}" dt="2025-07-30T11:24:43.654" v="5109"/>
          <ac:grpSpMkLst>
            <pc:docMk/>
            <pc:sldMk cId="886010047" sldId="602"/>
            <ac:grpSpMk id="48" creationId="{2AABFA85-755A-345B-520C-8883410498BF}"/>
          </ac:grpSpMkLst>
        </pc:grpChg>
        <pc:grpChg chg="del mod">
          <ac:chgData name="Deepika Vatsa" userId="f7100972-27fe-4ee6-8fb4-ec9b7931b409" providerId="ADAL" clId="{43FC3250-EE2F-489E-970D-AD8C57589867}" dt="2025-07-31T03:21:58.456" v="5146" actId="478"/>
          <ac:grpSpMkLst>
            <pc:docMk/>
            <pc:sldMk cId="886010047" sldId="602"/>
            <ac:grpSpMk id="49" creationId="{40F91D93-8F93-9FE6-A525-7C8DB7505EB6}"/>
          </ac:grpSpMkLst>
        </pc:grpChg>
        <pc:grpChg chg="del mod">
          <ac:chgData name="Deepika Vatsa" userId="f7100972-27fe-4ee6-8fb4-ec9b7931b409" providerId="ADAL" clId="{43FC3250-EE2F-489E-970D-AD8C57589867}" dt="2025-07-31T03:21:58.456" v="5146" actId="478"/>
          <ac:grpSpMkLst>
            <pc:docMk/>
            <pc:sldMk cId="886010047" sldId="602"/>
            <ac:grpSpMk id="50" creationId="{D2B7336C-F815-6E74-9FBD-CAAF5312B7A5}"/>
          </ac:grpSpMkLst>
        </pc:grpChg>
        <pc:grpChg chg="del mod">
          <ac:chgData name="Deepika Vatsa" userId="f7100972-27fe-4ee6-8fb4-ec9b7931b409" providerId="ADAL" clId="{43FC3250-EE2F-489E-970D-AD8C57589867}" dt="2025-07-31T03:21:58.456" v="5146" actId="478"/>
          <ac:grpSpMkLst>
            <pc:docMk/>
            <pc:sldMk cId="886010047" sldId="602"/>
            <ac:grpSpMk id="51" creationId="{08FCAA17-28B6-7E71-2ACC-54C4F42A50EC}"/>
          </ac:grpSpMkLst>
        </pc:grpChg>
        <pc:grpChg chg="del mod">
          <ac:chgData name="Deepika Vatsa" userId="f7100972-27fe-4ee6-8fb4-ec9b7931b409" providerId="ADAL" clId="{43FC3250-EE2F-489E-970D-AD8C57589867}" dt="2025-07-31T03:21:58.456" v="5146" actId="478"/>
          <ac:grpSpMkLst>
            <pc:docMk/>
            <pc:sldMk cId="886010047" sldId="602"/>
            <ac:grpSpMk id="52" creationId="{A54B38DB-BFDC-8083-126A-8F4B528C7286}"/>
          </ac:grpSpMkLst>
        </pc:grpChg>
        <pc:grpChg chg="del mod">
          <ac:chgData name="Deepika Vatsa" userId="f7100972-27fe-4ee6-8fb4-ec9b7931b409" providerId="ADAL" clId="{43FC3250-EE2F-489E-970D-AD8C57589867}" dt="2025-07-31T03:21:58.456" v="5146" actId="478"/>
          <ac:grpSpMkLst>
            <pc:docMk/>
            <pc:sldMk cId="886010047" sldId="602"/>
            <ac:grpSpMk id="53" creationId="{ED4BCEFD-121D-6D01-D014-9B1C08EF0B69}"/>
          </ac:grpSpMkLst>
        </pc:grpChg>
        <pc:grpChg chg="del mod">
          <ac:chgData name="Deepika Vatsa" userId="f7100972-27fe-4ee6-8fb4-ec9b7931b409" providerId="ADAL" clId="{43FC3250-EE2F-489E-970D-AD8C57589867}" dt="2025-07-31T03:21:58.456" v="5146" actId="478"/>
          <ac:grpSpMkLst>
            <pc:docMk/>
            <pc:sldMk cId="886010047" sldId="602"/>
            <ac:grpSpMk id="58" creationId="{98A069EE-A0D7-A5F3-0AF7-6CCBBCCD9F1B}"/>
          </ac:grpSpMkLst>
        </pc:grpChg>
        <pc:grpChg chg="del mod">
          <ac:chgData name="Deepika Vatsa" userId="f7100972-27fe-4ee6-8fb4-ec9b7931b409" providerId="ADAL" clId="{43FC3250-EE2F-489E-970D-AD8C57589867}" dt="2025-07-31T03:21:58.456" v="5146" actId="478"/>
          <ac:grpSpMkLst>
            <pc:docMk/>
            <pc:sldMk cId="886010047" sldId="602"/>
            <ac:grpSpMk id="65" creationId="{14A6B570-75DE-29DC-2893-3E7318ECD850}"/>
          </ac:grpSpMkLst>
        </pc:grpChg>
        <pc:picChg chg="add mod">
          <ac:chgData name="Deepika Vatsa" userId="f7100972-27fe-4ee6-8fb4-ec9b7931b409" providerId="ADAL" clId="{43FC3250-EE2F-489E-970D-AD8C57589867}" dt="2025-07-24T10:53:22.664" v="3084" actId="14100"/>
          <ac:picMkLst>
            <pc:docMk/>
            <pc:sldMk cId="886010047" sldId="602"/>
            <ac:picMk id="10" creationId="{2C8F8A8C-4CBE-F873-6787-5EB3002F5B68}"/>
          </ac:picMkLst>
        </pc:picChg>
        <pc:inkChg chg="add mod">
          <ac:chgData name="Deepika Vatsa" userId="f7100972-27fe-4ee6-8fb4-ec9b7931b409" providerId="ADAL" clId="{43FC3250-EE2F-489E-970D-AD8C57589867}" dt="2025-07-30T11:24:28.365" v="5080"/>
          <ac:inkMkLst>
            <pc:docMk/>
            <pc:sldMk cId="886010047" sldId="602"/>
            <ac:inkMk id="7" creationId="{77D1D47C-CE25-0C95-1A4A-F0090A00AC2F}"/>
          </ac:inkMkLst>
        </pc:inkChg>
        <pc:inkChg chg="add mod">
          <ac:chgData name="Deepika Vatsa" userId="f7100972-27fe-4ee6-8fb4-ec9b7931b409" providerId="ADAL" clId="{43FC3250-EE2F-489E-970D-AD8C57589867}" dt="2025-07-30T11:24:28.365" v="5080"/>
          <ac:inkMkLst>
            <pc:docMk/>
            <pc:sldMk cId="886010047" sldId="602"/>
            <ac:inkMk id="8" creationId="{FE679162-5C59-6FC5-C595-C65BAD04A524}"/>
          </ac:inkMkLst>
        </pc:inkChg>
        <pc:inkChg chg="add mod">
          <ac:chgData name="Deepika Vatsa" userId="f7100972-27fe-4ee6-8fb4-ec9b7931b409" providerId="ADAL" clId="{43FC3250-EE2F-489E-970D-AD8C57589867}" dt="2025-07-30T11:24:28.365" v="5080"/>
          <ac:inkMkLst>
            <pc:docMk/>
            <pc:sldMk cId="886010047" sldId="602"/>
            <ac:inkMk id="9" creationId="{A070C18D-DF9A-184E-C6AC-3C7FFCA14C65}"/>
          </ac:inkMkLst>
        </pc:inkChg>
        <pc:inkChg chg="add mod">
          <ac:chgData name="Deepika Vatsa" userId="f7100972-27fe-4ee6-8fb4-ec9b7931b409" providerId="ADAL" clId="{43FC3250-EE2F-489E-970D-AD8C57589867}" dt="2025-07-30T11:24:28.365" v="5080"/>
          <ac:inkMkLst>
            <pc:docMk/>
            <pc:sldMk cId="886010047" sldId="602"/>
            <ac:inkMk id="12" creationId="{80AF8BC1-F5A1-7375-9F2A-52845D4F1593}"/>
          </ac:inkMkLst>
        </pc:inkChg>
        <pc:inkChg chg="add mod">
          <ac:chgData name="Deepika Vatsa" userId="f7100972-27fe-4ee6-8fb4-ec9b7931b409" providerId="ADAL" clId="{43FC3250-EE2F-489E-970D-AD8C57589867}" dt="2025-07-30T11:24:43.654" v="5109"/>
          <ac:inkMkLst>
            <pc:docMk/>
            <pc:sldMk cId="886010047" sldId="602"/>
            <ac:inkMk id="13" creationId="{8BAFE205-9EC6-EFAC-4EAD-DA68895B64F0}"/>
          </ac:inkMkLst>
        </pc:inkChg>
        <pc:inkChg chg="add mod">
          <ac:chgData name="Deepika Vatsa" userId="f7100972-27fe-4ee6-8fb4-ec9b7931b409" providerId="ADAL" clId="{43FC3250-EE2F-489E-970D-AD8C57589867}" dt="2025-07-30T11:24:43.654" v="5109"/>
          <ac:inkMkLst>
            <pc:docMk/>
            <pc:sldMk cId="886010047" sldId="602"/>
            <ac:inkMk id="14" creationId="{53BE260A-26B5-5C57-AC1D-2E88D7B5008E}"/>
          </ac:inkMkLst>
        </pc:inkChg>
        <pc:inkChg chg="add mod">
          <ac:chgData name="Deepika Vatsa" userId="f7100972-27fe-4ee6-8fb4-ec9b7931b409" providerId="ADAL" clId="{43FC3250-EE2F-489E-970D-AD8C57589867}" dt="2025-07-30T11:24:43.654" v="5109"/>
          <ac:inkMkLst>
            <pc:docMk/>
            <pc:sldMk cId="886010047" sldId="602"/>
            <ac:inkMk id="15" creationId="{7F9D9B28-DB20-AE45-A6B0-8A79D27E96B2}"/>
          </ac:inkMkLst>
        </pc:inkChg>
        <pc:inkChg chg="add mod">
          <ac:chgData name="Deepika Vatsa" userId="f7100972-27fe-4ee6-8fb4-ec9b7931b409" providerId="ADAL" clId="{43FC3250-EE2F-489E-970D-AD8C57589867}" dt="2025-07-30T11:24:28.365" v="5080"/>
          <ac:inkMkLst>
            <pc:docMk/>
            <pc:sldMk cId="886010047" sldId="602"/>
            <ac:inkMk id="16" creationId="{CD3359BC-70E7-82A9-13AA-F66B7C0E93B7}"/>
          </ac:inkMkLst>
        </pc:inkChg>
        <pc:inkChg chg="add mod">
          <ac:chgData name="Deepika Vatsa" userId="f7100972-27fe-4ee6-8fb4-ec9b7931b409" providerId="ADAL" clId="{43FC3250-EE2F-489E-970D-AD8C57589867}" dt="2025-07-30T11:24:28.365" v="5080"/>
          <ac:inkMkLst>
            <pc:docMk/>
            <pc:sldMk cId="886010047" sldId="602"/>
            <ac:inkMk id="17" creationId="{D57FC0D9-24AA-F250-99F0-29CF581CAAED}"/>
          </ac:inkMkLst>
        </pc:inkChg>
        <pc:inkChg chg="add del">
          <ac:chgData name="Deepika Vatsa" userId="f7100972-27fe-4ee6-8fb4-ec9b7931b409" providerId="ADAL" clId="{43FC3250-EE2F-489E-970D-AD8C57589867}" dt="2025-07-31T03:21:58.456" v="5146" actId="478"/>
          <ac:inkMkLst>
            <pc:docMk/>
            <pc:sldMk cId="886010047" sldId="602"/>
            <ac:inkMk id="18" creationId="{C40CF86F-E017-AD7A-3C4A-E8FA1FD694A6}"/>
          </ac:inkMkLst>
        </pc:inkChg>
        <pc:inkChg chg="add mod">
          <ac:chgData name="Deepika Vatsa" userId="f7100972-27fe-4ee6-8fb4-ec9b7931b409" providerId="ADAL" clId="{43FC3250-EE2F-489E-970D-AD8C57589867}" dt="2025-07-30T11:24:30.348" v="5084"/>
          <ac:inkMkLst>
            <pc:docMk/>
            <pc:sldMk cId="886010047" sldId="602"/>
            <ac:inkMk id="20" creationId="{8DC9ACA1-897A-97C6-34C5-C756D90D8BEC}"/>
          </ac:inkMkLst>
        </pc:inkChg>
        <pc:inkChg chg="add del">
          <ac:chgData name="Deepika Vatsa" userId="f7100972-27fe-4ee6-8fb4-ec9b7931b409" providerId="ADAL" clId="{43FC3250-EE2F-489E-970D-AD8C57589867}" dt="2025-07-31T03:21:58.456" v="5146" actId="478"/>
          <ac:inkMkLst>
            <pc:docMk/>
            <pc:sldMk cId="886010047" sldId="602"/>
            <ac:inkMk id="21" creationId="{A209531D-BB15-BE98-81ED-903ADCAB5918}"/>
          </ac:inkMkLst>
        </pc:inkChg>
        <pc:inkChg chg="add mod">
          <ac:chgData name="Deepika Vatsa" userId="f7100972-27fe-4ee6-8fb4-ec9b7931b409" providerId="ADAL" clId="{43FC3250-EE2F-489E-970D-AD8C57589867}" dt="2025-07-30T11:24:30.348" v="5084"/>
          <ac:inkMkLst>
            <pc:docMk/>
            <pc:sldMk cId="886010047" sldId="602"/>
            <ac:inkMk id="22" creationId="{E22ED568-A691-7EB8-9165-7CFAAB46786B}"/>
          </ac:inkMkLst>
        </pc:inkChg>
        <pc:inkChg chg="add mod">
          <ac:chgData name="Deepika Vatsa" userId="f7100972-27fe-4ee6-8fb4-ec9b7931b409" providerId="ADAL" clId="{43FC3250-EE2F-489E-970D-AD8C57589867}" dt="2025-07-30T11:24:43.654" v="5109"/>
          <ac:inkMkLst>
            <pc:docMk/>
            <pc:sldMk cId="886010047" sldId="602"/>
            <ac:inkMk id="24" creationId="{DD5BCBFF-B6E2-0AB1-0A8F-342E8E2A2A99}"/>
          </ac:inkMkLst>
        </pc:inkChg>
        <pc:inkChg chg="add mod">
          <ac:chgData name="Deepika Vatsa" userId="f7100972-27fe-4ee6-8fb4-ec9b7931b409" providerId="ADAL" clId="{43FC3250-EE2F-489E-970D-AD8C57589867}" dt="2025-07-30T11:24:43.654" v="5109"/>
          <ac:inkMkLst>
            <pc:docMk/>
            <pc:sldMk cId="886010047" sldId="602"/>
            <ac:inkMk id="25" creationId="{ED65A6BC-72BE-DADB-4D48-A0D10FEC65A0}"/>
          </ac:inkMkLst>
        </pc:inkChg>
        <pc:inkChg chg="add mod">
          <ac:chgData name="Deepika Vatsa" userId="f7100972-27fe-4ee6-8fb4-ec9b7931b409" providerId="ADAL" clId="{43FC3250-EE2F-489E-970D-AD8C57589867}" dt="2025-07-30T11:24:43.654" v="5109"/>
          <ac:inkMkLst>
            <pc:docMk/>
            <pc:sldMk cId="886010047" sldId="602"/>
            <ac:inkMk id="26" creationId="{ADAE34F3-22F1-8A1B-312B-505E61953B27}"/>
          </ac:inkMkLst>
        </pc:inkChg>
        <pc:inkChg chg="add mod">
          <ac:chgData name="Deepika Vatsa" userId="f7100972-27fe-4ee6-8fb4-ec9b7931b409" providerId="ADAL" clId="{43FC3250-EE2F-489E-970D-AD8C57589867}" dt="2025-07-30T11:24:43.654" v="5109"/>
          <ac:inkMkLst>
            <pc:docMk/>
            <pc:sldMk cId="886010047" sldId="602"/>
            <ac:inkMk id="27" creationId="{B9BA2E96-0F59-D4AA-739F-5229C4B751F8}"/>
          </ac:inkMkLst>
        </pc:inkChg>
        <pc:inkChg chg="add mod">
          <ac:chgData name="Deepika Vatsa" userId="f7100972-27fe-4ee6-8fb4-ec9b7931b409" providerId="ADAL" clId="{43FC3250-EE2F-489E-970D-AD8C57589867}" dt="2025-07-30T11:24:43.654" v="5109"/>
          <ac:inkMkLst>
            <pc:docMk/>
            <pc:sldMk cId="886010047" sldId="602"/>
            <ac:inkMk id="28" creationId="{6365523F-C913-A39C-729D-38766D50FA07}"/>
          </ac:inkMkLst>
        </pc:inkChg>
        <pc:inkChg chg="add mod">
          <ac:chgData name="Deepika Vatsa" userId="f7100972-27fe-4ee6-8fb4-ec9b7931b409" providerId="ADAL" clId="{43FC3250-EE2F-489E-970D-AD8C57589867}" dt="2025-07-30T11:24:43.654" v="5109"/>
          <ac:inkMkLst>
            <pc:docMk/>
            <pc:sldMk cId="886010047" sldId="602"/>
            <ac:inkMk id="29" creationId="{B9AFED4D-6D8A-E1D3-C7A8-0C0957D40200}"/>
          </ac:inkMkLst>
        </pc:inkChg>
        <pc:inkChg chg="add mod">
          <ac:chgData name="Deepika Vatsa" userId="f7100972-27fe-4ee6-8fb4-ec9b7931b409" providerId="ADAL" clId="{43FC3250-EE2F-489E-970D-AD8C57589867}" dt="2025-07-30T11:24:43.654" v="5109"/>
          <ac:inkMkLst>
            <pc:docMk/>
            <pc:sldMk cId="886010047" sldId="602"/>
            <ac:inkMk id="30" creationId="{38DA219B-49AA-FB1A-FC60-F23D29D85DA5}"/>
          </ac:inkMkLst>
        </pc:inkChg>
        <pc:inkChg chg="add mod">
          <ac:chgData name="Deepika Vatsa" userId="f7100972-27fe-4ee6-8fb4-ec9b7931b409" providerId="ADAL" clId="{43FC3250-EE2F-489E-970D-AD8C57589867}" dt="2025-07-30T11:24:43.654" v="5109"/>
          <ac:inkMkLst>
            <pc:docMk/>
            <pc:sldMk cId="886010047" sldId="602"/>
            <ac:inkMk id="31" creationId="{F4B46658-4F39-55F3-22EC-B58047D316BF}"/>
          </ac:inkMkLst>
        </pc:inkChg>
        <pc:inkChg chg="add mod">
          <ac:chgData name="Deepika Vatsa" userId="f7100972-27fe-4ee6-8fb4-ec9b7931b409" providerId="ADAL" clId="{43FC3250-EE2F-489E-970D-AD8C57589867}" dt="2025-07-30T11:24:43.654" v="5109"/>
          <ac:inkMkLst>
            <pc:docMk/>
            <pc:sldMk cId="886010047" sldId="602"/>
            <ac:inkMk id="32" creationId="{29ADBD88-7BF5-3963-EB39-80D3596BCCBE}"/>
          </ac:inkMkLst>
        </pc:inkChg>
        <pc:inkChg chg="add mod">
          <ac:chgData name="Deepika Vatsa" userId="f7100972-27fe-4ee6-8fb4-ec9b7931b409" providerId="ADAL" clId="{43FC3250-EE2F-489E-970D-AD8C57589867}" dt="2025-07-30T11:24:43.654" v="5109"/>
          <ac:inkMkLst>
            <pc:docMk/>
            <pc:sldMk cId="886010047" sldId="602"/>
            <ac:inkMk id="33" creationId="{4E4252B8-1F19-6D56-621B-4C4AC04C63DB}"/>
          </ac:inkMkLst>
        </pc:inkChg>
        <pc:inkChg chg="add mod">
          <ac:chgData name="Deepika Vatsa" userId="f7100972-27fe-4ee6-8fb4-ec9b7931b409" providerId="ADAL" clId="{43FC3250-EE2F-489E-970D-AD8C57589867}" dt="2025-07-30T11:24:43.654" v="5109"/>
          <ac:inkMkLst>
            <pc:docMk/>
            <pc:sldMk cId="886010047" sldId="602"/>
            <ac:inkMk id="34" creationId="{5CA1F1A7-3610-7C4B-50D6-70D8D1841E61}"/>
          </ac:inkMkLst>
        </pc:inkChg>
        <pc:inkChg chg="add mod">
          <ac:chgData name="Deepika Vatsa" userId="f7100972-27fe-4ee6-8fb4-ec9b7931b409" providerId="ADAL" clId="{43FC3250-EE2F-489E-970D-AD8C57589867}" dt="2025-07-30T11:24:43.654" v="5109"/>
          <ac:inkMkLst>
            <pc:docMk/>
            <pc:sldMk cId="886010047" sldId="602"/>
            <ac:inkMk id="35" creationId="{B60F7734-7A1F-733E-B7EB-11092EC27D64}"/>
          </ac:inkMkLst>
        </pc:inkChg>
        <pc:inkChg chg="add mod">
          <ac:chgData name="Deepika Vatsa" userId="f7100972-27fe-4ee6-8fb4-ec9b7931b409" providerId="ADAL" clId="{43FC3250-EE2F-489E-970D-AD8C57589867}" dt="2025-07-30T11:24:43.654" v="5109"/>
          <ac:inkMkLst>
            <pc:docMk/>
            <pc:sldMk cId="886010047" sldId="602"/>
            <ac:inkMk id="36" creationId="{53AB7C3E-B660-5610-C7AC-0538CBEEEE6B}"/>
          </ac:inkMkLst>
        </pc:inkChg>
        <pc:inkChg chg="add mod">
          <ac:chgData name="Deepika Vatsa" userId="f7100972-27fe-4ee6-8fb4-ec9b7931b409" providerId="ADAL" clId="{43FC3250-EE2F-489E-970D-AD8C57589867}" dt="2025-07-30T11:24:43.654" v="5109"/>
          <ac:inkMkLst>
            <pc:docMk/>
            <pc:sldMk cId="886010047" sldId="602"/>
            <ac:inkMk id="37" creationId="{8173337F-8EB2-3F94-0D23-8AF9F43A374B}"/>
          </ac:inkMkLst>
        </pc:inkChg>
        <pc:inkChg chg="add mod">
          <ac:chgData name="Deepika Vatsa" userId="f7100972-27fe-4ee6-8fb4-ec9b7931b409" providerId="ADAL" clId="{43FC3250-EE2F-489E-970D-AD8C57589867}" dt="2025-07-30T11:24:43.654" v="5109"/>
          <ac:inkMkLst>
            <pc:docMk/>
            <pc:sldMk cId="886010047" sldId="602"/>
            <ac:inkMk id="38" creationId="{8ACE3C35-3E82-FEC5-4B2F-2878A7944C9C}"/>
          </ac:inkMkLst>
        </pc:inkChg>
        <pc:inkChg chg="add mod">
          <ac:chgData name="Deepika Vatsa" userId="f7100972-27fe-4ee6-8fb4-ec9b7931b409" providerId="ADAL" clId="{43FC3250-EE2F-489E-970D-AD8C57589867}" dt="2025-07-30T11:24:43.654" v="5109"/>
          <ac:inkMkLst>
            <pc:docMk/>
            <pc:sldMk cId="886010047" sldId="602"/>
            <ac:inkMk id="39" creationId="{08EB2709-F3E8-996D-580E-21BA0545FDAA}"/>
          </ac:inkMkLst>
        </pc:inkChg>
        <pc:inkChg chg="add mod">
          <ac:chgData name="Deepika Vatsa" userId="f7100972-27fe-4ee6-8fb4-ec9b7931b409" providerId="ADAL" clId="{43FC3250-EE2F-489E-970D-AD8C57589867}" dt="2025-07-30T11:24:43.654" v="5109"/>
          <ac:inkMkLst>
            <pc:docMk/>
            <pc:sldMk cId="886010047" sldId="602"/>
            <ac:inkMk id="40" creationId="{2CA79349-A185-63E0-CE35-7975D0330F95}"/>
          </ac:inkMkLst>
        </pc:inkChg>
        <pc:inkChg chg="add mod">
          <ac:chgData name="Deepika Vatsa" userId="f7100972-27fe-4ee6-8fb4-ec9b7931b409" providerId="ADAL" clId="{43FC3250-EE2F-489E-970D-AD8C57589867}" dt="2025-07-30T11:24:43.654" v="5109"/>
          <ac:inkMkLst>
            <pc:docMk/>
            <pc:sldMk cId="886010047" sldId="602"/>
            <ac:inkMk id="41" creationId="{733809BB-8EC1-C2DF-197A-E23243DFA498}"/>
          </ac:inkMkLst>
        </pc:inkChg>
        <pc:inkChg chg="add mod">
          <ac:chgData name="Deepika Vatsa" userId="f7100972-27fe-4ee6-8fb4-ec9b7931b409" providerId="ADAL" clId="{43FC3250-EE2F-489E-970D-AD8C57589867}" dt="2025-07-30T11:24:43.654" v="5109"/>
          <ac:inkMkLst>
            <pc:docMk/>
            <pc:sldMk cId="886010047" sldId="602"/>
            <ac:inkMk id="42" creationId="{60699C46-1D91-0053-A00E-BF8BDCD90B03}"/>
          </ac:inkMkLst>
        </pc:inkChg>
        <pc:inkChg chg="add mod">
          <ac:chgData name="Deepika Vatsa" userId="f7100972-27fe-4ee6-8fb4-ec9b7931b409" providerId="ADAL" clId="{43FC3250-EE2F-489E-970D-AD8C57589867}" dt="2025-07-30T11:24:43.654" v="5109"/>
          <ac:inkMkLst>
            <pc:docMk/>
            <pc:sldMk cId="886010047" sldId="602"/>
            <ac:inkMk id="43" creationId="{6782598E-FD65-876A-3824-404BF77DE9C5}"/>
          </ac:inkMkLst>
        </pc:inkChg>
        <pc:inkChg chg="add mod">
          <ac:chgData name="Deepika Vatsa" userId="f7100972-27fe-4ee6-8fb4-ec9b7931b409" providerId="ADAL" clId="{43FC3250-EE2F-489E-970D-AD8C57589867}" dt="2025-07-30T11:24:43.654" v="5109"/>
          <ac:inkMkLst>
            <pc:docMk/>
            <pc:sldMk cId="886010047" sldId="602"/>
            <ac:inkMk id="44" creationId="{BF7257EE-EE49-ED62-4634-F0AD201CA77A}"/>
          </ac:inkMkLst>
        </pc:inkChg>
        <pc:inkChg chg="add mod">
          <ac:chgData name="Deepika Vatsa" userId="f7100972-27fe-4ee6-8fb4-ec9b7931b409" providerId="ADAL" clId="{43FC3250-EE2F-489E-970D-AD8C57589867}" dt="2025-07-30T11:24:43.654" v="5109"/>
          <ac:inkMkLst>
            <pc:docMk/>
            <pc:sldMk cId="886010047" sldId="602"/>
            <ac:inkMk id="45" creationId="{93946685-08B6-CB78-B9B2-740B5BB02A86}"/>
          </ac:inkMkLst>
        </pc:inkChg>
        <pc:inkChg chg="add mod">
          <ac:chgData name="Deepika Vatsa" userId="f7100972-27fe-4ee6-8fb4-ec9b7931b409" providerId="ADAL" clId="{43FC3250-EE2F-489E-970D-AD8C57589867}" dt="2025-07-30T11:24:43.654" v="5109"/>
          <ac:inkMkLst>
            <pc:docMk/>
            <pc:sldMk cId="886010047" sldId="602"/>
            <ac:inkMk id="46" creationId="{A145CD41-4BAC-C341-F925-B3251ECE9D79}"/>
          </ac:inkMkLst>
        </pc:inkChg>
        <pc:inkChg chg="add mod">
          <ac:chgData name="Deepika Vatsa" userId="f7100972-27fe-4ee6-8fb4-ec9b7931b409" providerId="ADAL" clId="{43FC3250-EE2F-489E-970D-AD8C57589867}" dt="2025-07-30T11:24:43.654" v="5109"/>
          <ac:inkMkLst>
            <pc:docMk/>
            <pc:sldMk cId="886010047" sldId="602"/>
            <ac:inkMk id="47" creationId="{13EBBA59-AC09-37C9-F0AB-51DAA1037325}"/>
          </ac:inkMkLst>
        </pc:inkChg>
        <pc:inkChg chg="add mod">
          <ac:chgData name="Deepika Vatsa" userId="f7100972-27fe-4ee6-8fb4-ec9b7931b409" providerId="ADAL" clId="{43FC3250-EE2F-489E-970D-AD8C57589867}" dt="2025-07-30T11:24:45.793" v="5114"/>
          <ac:inkMkLst>
            <pc:docMk/>
            <pc:sldMk cId="886010047" sldId="602"/>
            <ac:inkMk id="54" creationId="{A594385C-1DC0-FE5D-7A25-548AA5D88FFB}"/>
          </ac:inkMkLst>
        </pc:inkChg>
        <pc:inkChg chg="add mod">
          <ac:chgData name="Deepika Vatsa" userId="f7100972-27fe-4ee6-8fb4-ec9b7931b409" providerId="ADAL" clId="{43FC3250-EE2F-489E-970D-AD8C57589867}" dt="2025-07-30T11:24:45.793" v="5114"/>
          <ac:inkMkLst>
            <pc:docMk/>
            <pc:sldMk cId="886010047" sldId="602"/>
            <ac:inkMk id="55" creationId="{E0639422-4B7E-6A64-6F67-92733F77D231}"/>
          </ac:inkMkLst>
        </pc:inkChg>
        <pc:inkChg chg="add mod">
          <ac:chgData name="Deepika Vatsa" userId="f7100972-27fe-4ee6-8fb4-ec9b7931b409" providerId="ADAL" clId="{43FC3250-EE2F-489E-970D-AD8C57589867}" dt="2025-07-30T11:24:45.793" v="5114"/>
          <ac:inkMkLst>
            <pc:docMk/>
            <pc:sldMk cId="886010047" sldId="602"/>
            <ac:inkMk id="56" creationId="{D3FAD631-5FCF-7F4D-9CEA-D0A3DB2F9AC5}"/>
          </ac:inkMkLst>
        </pc:inkChg>
        <pc:inkChg chg="add mod">
          <ac:chgData name="Deepika Vatsa" userId="f7100972-27fe-4ee6-8fb4-ec9b7931b409" providerId="ADAL" clId="{43FC3250-EE2F-489E-970D-AD8C57589867}" dt="2025-07-30T11:24:45.793" v="5114"/>
          <ac:inkMkLst>
            <pc:docMk/>
            <pc:sldMk cId="886010047" sldId="602"/>
            <ac:inkMk id="57" creationId="{EE3A3A6A-2B8F-4ABE-778F-82E977D0C616}"/>
          </ac:inkMkLst>
        </pc:inkChg>
        <pc:inkChg chg="add mod">
          <ac:chgData name="Deepika Vatsa" userId="f7100972-27fe-4ee6-8fb4-ec9b7931b409" providerId="ADAL" clId="{43FC3250-EE2F-489E-970D-AD8C57589867}" dt="2025-07-30T11:25:07.675" v="5121"/>
          <ac:inkMkLst>
            <pc:docMk/>
            <pc:sldMk cId="886010047" sldId="602"/>
            <ac:inkMk id="59" creationId="{073A5B15-6E25-301E-9F5C-DC6461BF6FC6}"/>
          </ac:inkMkLst>
        </pc:inkChg>
        <pc:inkChg chg="add mod">
          <ac:chgData name="Deepika Vatsa" userId="f7100972-27fe-4ee6-8fb4-ec9b7931b409" providerId="ADAL" clId="{43FC3250-EE2F-489E-970D-AD8C57589867}" dt="2025-07-30T11:25:07.675" v="5121"/>
          <ac:inkMkLst>
            <pc:docMk/>
            <pc:sldMk cId="886010047" sldId="602"/>
            <ac:inkMk id="60" creationId="{2AA6E4AD-39FE-9896-BFA1-391A730AB93E}"/>
          </ac:inkMkLst>
        </pc:inkChg>
        <pc:inkChg chg="add mod">
          <ac:chgData name="Deepika Vatsa" userId="f7100972-27fe-4ee6-8fb4-ec9b7931b409" providerId="ADAL" clId="{43FC3250-EE2F-489E-970D-AD8C57589867}" dt="2025-07-30T11:25:07.675" v="5121"/>
          <ac:inkMkLst>
            <pc:docMk/>
            <pc:sldMk cId="886010047" sldId="602"/>
            <ac:inkMk id="61" creationId="{EA7B69A7-F83E-5981-BFCB-C39A3413198B}"/>
          </ac:inkMkLst>
        </pc:inkChg>
        <pc:inkChg chg="add mod">
          <ac:chgData name="Deepika Vatsa" userId="f7100972-27fe-4ee6-8fb4-ec9b7931b409" providerId="ADAL" clId="{43FC3250-EE2F-489E-970D-AD8C57589867}" dt="2025-07-30T11:25:07.675" v="5121"/>
          <ac:inkMkLst>
            <pc:docMk/>
            <pc:sldMk cId="886010047" sldId="602"/>
            <ac:inkMk id="62" creationId="{19A1C645-2016-482C-303C-E640143464D0}"/>
          </ac:inkMkLst>
        </pc:inkChg>
        <pc:inkChg chg="add mod">
          <ac:chgData name="Deepika Vatsa" userId="f7100972-27fe-4ee6-8fb4-ec9b7931b409" providerId="ADAL" clId="{43FC3250-EE2F-489E-970D-AD8C57589867}" dt="2025-07-30T11:25:07.675" v="5121"/>
          <ac:inkMkLst>
            <pc:docMk/>
            <pc:sldMk cId="886010047" sldId="602"/>
            <ac:inkMk id="63" creationId="{538E2AE8-3A25-B752-D408-5E529DDA7B76}"/>
          </ac:inkMkLst>
        </pc:inkChg>
        <pc:inkChg chg="add mod">
          <ac:chgData name="Deepika Vatsa" userId="f7100972-27fe-4ee6-8fb4-ec9b7931b409" providerId="ADAL" clId="{43FC3250-EE2F-489E-970D-AD8C57589867}" dt="2025-07-30T11:25:07.675" v="5121"/>
          <ac:inkMkLst>
            <pc:docMk/>
            <pc:sldMk cId="886010047" sldId="602"/>
            <ac:inkMk id="64" creationId="{756F2833-E6E1-287C-80D6-B02A90F45EE1}"/>
          </ac:inkMkLst>
        </pc:inkChg>
        <pc:inkChg chg="add del">
          <ac:chgData name="Deepika Vatsa" userId="f7100972-27fe-4ee6-8fb4-ec9b7931b409" providerId="ADAL" clId="{43FC3250-EE2F-489E-970D-AD8C57589867}" dt="2025-07-31T03:21:54.415" v="5145" actId="478"/>
          <ac:inkMkLst>
            <pc:docMk/>
            <pc:sldMk cId="886010047" sldId="602"/>
            <ac:inkMk id="66" creationId="{6E958762-7A95-9562-3E5C-CC1F2380AA41}"/>
          </ac:inkMkLst>
        </pc:inkChg>
        <pc:inkChg chg="add del">
          <ac:chgData name="Deepika Vatsa" userId="f7100972-27fe-4ee6-8fb4-ec9b7931b409" providerId="ADAL" clId="{43FC3250-EE2F-489E-970D-AD8C57589867}" dt="2025-07-31T03:22:01.683" v="5147" actId="478"/>
          <ac:inkMkLst>
            <pc:docMk/>
            <pc:sldMk cId="886010047" sldId="602"/>
            <ac:inkMk id="67" creationId="{DD7A5BBF-E577-3B0F-0EB2-45B5BED67247}"/>
          </ac:inkMkLst>
        </pc:inkChg>
      </pc:sldChg>
      <pc:sldChg chg="del">
        <pc:chgData name="Deepika Vatsa" userId="f7100972-27fe-4ee6-8fb4-ec9b7931b409" providerId="ADAL" clId="{43FC3250-EE2F-489E-970D-AD8C57589867}" dt="2025-07-23T11:05:11.946" v="73" actId="47"/>
        <pc:sldMkLst>
          <pc:docMk/>
          <pc:sldMk cId="3816700751" sldId="602"/>
        </pc:sldMkLst>
      </pc:sldChg>
      <pc:sldChg chg="addSp delSp modSp add mod">
        <pc:chgData name="Deepika Vatsa" userId="f7100972-27fe-4ee6-8fb4-ec9b7931b409" providerId="ADAL" clId="{43FC3250-EE2F-489E-970D-AD8C57589867}" dt="2025-07-31T03:22:07.067" v="5148" actId="478"/>
        <pc:sldMkLst>
          <pc:docMk/>
          <pc:sldMk cId="1900874624" sldId="603"/>
        </pc:sldMkLst>
        <pc:spChg chg="mod">
          <ac:chgData name="Deepika Vatsa" userId="f7100972-27fe-4ee6-8fb4-ec9b7931b409" providerId="ADAL" clId="{43FC3250-EE2F-489E-970D-AD8C57589867}" dt="2025-07-24T10:55:48.527" v="3140" actId="2711"/>
          <ac:spMkLst>
            <pc:docMk/>
            <pc:sldMk cId="1900874624" sldId="603"/>
            <ac:spMk id="5" creationId="{CC1083D5-B7AF-045F-7EAB-FD1411E3B290}"/>
          </ac:spMkLst>
        </pc:spChg>
        <pc:spChg chg="add mod">
          <ac:chgData name="Deepika Vatsa" userId="f7100972-27fe-4ee6-8fb4-ec9b7931b409" providerId="ADAL" clId="{43FC3250-EE2F-489E-970D-AD8C57589867}" dt="2025-07-24T11:52:37.966" v="3628" actId="1076"/>
          <ac:spMkLst>
            <pc:docMk/>
            <pc:sldMk cId="1900874624" sldId="603"/>
            <ac:spMk id="9" creationId="{CCAC1D88-4F5A-C1DF-D1C4-11D9B4B06BA5}"/>
          </ac:spMkLst>
        </pc:spChg>
        <pc:picChg chg="add mod">
          <ac:chgData name="Deepika Vatsa" userId="f7100972-27fe-4ee6-8fb4-ec9b7931b409" providerId="ADAL" clId="{43FC3250-EE2F-489E-970D-AD8C57589867}" dt="2025-07-24T11:51:59.171" v="3599" actId="1076"/>
          <ac:picMkLst>
            <pc:docMk/>
            <pc:sldMk cId="1900874624" sldId="603"/>
            <ac:picMk id="6" creationId="{5E347412-CBFA-DA73-915B-E742041667EB}"/>
          </ac:picMkLst>
        </pc:picChg>
        <pc:picChg chg="add mod">
          <ac:chgData name="Deepika Vatsa" userId="f7100972-27fe-4ee6-8fb4-ec9b7931b409" providerId="ADAL" clId="{43FC3250-EE2F-489E-970D-AD8C57589867}" dt="2025-07-24T11:52:07.262" v="3602" actId="14100"/>
          <ac:picMkLst>
            <pc:docMk/>
            <pc:sldMk cId="1900874624" sldId="603"/>
            <ac:picMk id="8" creationId="{A25986A4-FC58-2B08-DF6B-EC64FFFDFCA5}"/>
          </ac:picMkLst>
        </pc:picChg>
        <pc:picChg chg="del">
          <ac:chgData name="Deepika Vatsa" userId="f7100972-27fe-4ee6-8fb4-ec9b7931b409" providerId="ADAL" clId="{43FC3250-EE2F-489E-970D-AD8C57589867}" dt="2025-07-24T10:55:16.265" v="3133" actId="478"/>
          <ac:picMkLst>
            <pc:docMk/>
            <pc:sldMk cId="1900874624" sldId="603"/>
            <ac:picMk id="10" creationId="{2C8F8A8C-4CBE-F873-6787-5EB3002F5B68}"/>
          </ac:picMkLst>
        </pc:picChg>
        <pc:inkChg chg="add del">
          <ac:chgData name="Deepika Vatsa" userId="f7100972-27fe-4ee6-8fb4-ec9b7931b409" providerId="ADAL" clId="{43FC3250-EE2F-489E-970D-AD8C57589867}" dt="2025-07-31T03:22:07.067" v="5148" actId="478"/>
          <ac:inkMkLst>
            <pc:docMk/>
            <pc:sldMk cId="1900874624" sldId="603"/>
            <ac:inkMk id="4" creationId="{F3BB0138-CCD1-0C0C-A067-F41D030F9149}"/>
          </ac:inkMkLst>
        </pc:inkChg>
        <pc:cxnChg chg="add mod">
          <ac:chgData name="Deepika Vatsa" userId="f7100972-27fe-4ee6-8fb4-ec9b7931b409" providerId="ADAL" clId="{43FC3250-EE2F-489E-970D-AD8C57589867}" dt="2025-07-24T11:53:00.665" v="3631" actId="1582"/>
          <ac:cxnSpMkLst>
            <pc:docMk/>
            <pc:sldMk cId="1900874624" sldId="603"/>
            <ac:cxnSpMk id="12" creationId="{57242450-156C-9942-E006-2331D09B8452}"/>
          </ac:cxnSpMkLst>
        </pc:cxnChg>
      </pc:sldChg>
      <pc:sldChg chg="del">
        <pc:chgData name="Deepika Vatsa" userId="f7100972-27fe-4ee6-8fb4-ec9b7931b409" providerId="ADAL" clId="{43FC3250-EE2F-489E-970D-AD8C57589867}" dt="2025-07-23T11:05:11.946" v="73" actId="47"/>
        <pc:sldMkLst>
          <pc:docMk/>
          <pc:sldMk cId="3109653638" sldId="603"/>
        </pc:sldMkLst>
      </pc:sldChg>
      <pc:sldChg chg="del">
        <pc:chgData name="Deepika Vatsa" userId="f7100972-27fe-4ee6-8fb4-ec9b7931b409" providerId="ADAL" clId="{43FC3250-EE2F-489E-970D-AD8C57589867}" dt="2025-07-23T11:05:11.946" v="73" actId="47"/>
        <pc:sldMkLst>
          <pc:docMk/>
          <pc:sldMk cId="649285932" sldId="604"/>
        </pc:sldMkLst>
      </pc:sldChg>
      <pc:sldChg chg="addSp delSp modSp add mod">
        <pc:chgData name="Deepika Vatsa" userId="f7100972-27fe-4ee6-8fb4-ec9b7931b409" providerId="ADAL" clId="{43FC3250-EE2F-489E-970D-AD8C57589867}" dt="2025-07-31T03:22:13.276" v="5149" actId="478"/>
        <pc:sldMkLst>
          <pc:docMk/>
          <pc:sldMk cId="1874286721" sldId="604"/>
        </pc:sldMkLst>
        <pc:spChg chg="mod">
          <ac:chgData name="Deepika Vatsa" userId="f7100972-27fe-4ee6-8fb4-ec9b7931b409" providerId="ADAL" clId="{43FC3250-EE2F-489E-970D-AD8C57589867}" dt="2025-07-25T06:26:21.166" v="3770" actId="1076"/>
          <ac:spMkLst>
            <pc:docMk/>
            <pc:sldMk cId="1874286721" sldId="604"/>
            <ac:spMk id="5" creationId="{CC1083D5-B7AF-045F-7EAB-FD1411E3B290}"/>
          </ac:spMkLst>
        </pc:spChg>
        <pc:picChg chg="del">
          <ac:chgData name="Deepika Vatsa" userId="f7100972-27fe-4ee6-8fb4-ec9b7931b409" providerId="ADAL" clId="{43FC3250-EE2F-489E-970D-AD8C57589867}" dt="2025-07-24T10:56:32.938" v="3141" actId="478"/>
          <ac:picMkLst>
            <pc:docMk/>
            <pc:sldMk cId="1874286721" sldId="604"/>
            <ac:picMk id="6" creationId="{5E347412-CBFA-DA73-915B-E742041667EB}"/>
          </ac:picMkLst>
        </pc:picChg>
        <pc:picChg chg="add mod">
          <ac:chgData name="Deepika Vatsa" userId="f7100972-27fe-4ee6-8fb4-ec9b7931b409" providerId="ADAL" clId="{43FC3250-EE2F-489E-970D-AD8C57589867}" dt="2025-07-24T10:56:44.883" v="3149" actId="1037"/>
          <ac:picMkLst>
            <pc:docMk/>
            <pc:sldMk cId="1874286721" sldId="604"/>
            <ac:picMk id="7" creationId="{97F75AB9-1D31-DE6E-BC70-6217AEB8A431}"/>
          </ac:picMkLst>
        </pc:picChg>
        <pc:inkChg chg="add del">
          <ac:chgData name="Deepika Vatsa" userId="f7100972-27fe-4ee6-8fb4-ec9b7931b409" providerId="ADAL" clId="{43FC3250-EE2F-489E-970D-AD8C57589867}" dt="2025-07-31T03:22:13.276" v="5149" actId="478"/>
          <ac:inkMkLst>
            <pc:docMk/>
            <pc:sldMk cId="1874286721" sldId="604"/>
            <ac:inkMk id="4" creationId="{5E73F207-02B2-3CFF-A74D-A904062BDB9C}"/>
          </ac:inkMkLst>
        </pc:inkChg>
      </pc:sldChg>
      <pc:sldChg chg="addSp delSp modSp add mod">
        <pc:chgData name="Deepika Vatsa" userId="f7100972-27fe-4ee6-8fb4-ec9b7931b409" providerId="ADAL" clId="{43FC3250-EE2F-489E-970D-AD8C57589867}" dt="2025-07-31T03:22:16.699" v="5150" actId="478"/>
        <pc:sldMkLst>
          <pc:docMk/>
          <pc:sldMk cId="2436058904" sldId="605"/>
        </pc:sldMkLst>
        <pc:spChg chg="mod">
          <ac:chgData name="Deepika Vatsa" userId="f7100972-27fe-4ee6-8fb4-ec9b7931b409" providerId="ADAL" clId="{43FC3250-EE2F-489E-970D-AD8C57589867}" dt="2025-07-24T11:22:06.459" v="3293" actId="58"/>
          <ac:spMkLst>
            <pc:docMk/>
            <pc:sldMk cId="2436058904" sldId="605"/>
            <ac:spMk id="5" creationId="{CC1083D5-B7AF-045F-7EAB-FD1411E3B290}"/>
          </ac:spMkLst>
        </pc:spChg>
        <pc:picChg chg="add mod">
          <ac:chgData name="Deepika Vatsa" userId="f7100972-27fe-4ee6-8fb4-ec9b7931b409" providerId="ADAL" clId="{43FC3250-EE2F-489E-970D-AD8C57589867}" dt="2025-07-24T11:00:25.218" v="3196" actId="1037"/>
          <ac:picMkLst>
            <pc:docMk/>
            <pc:sldMk cId="2436058904" sldId="605"/>
            <ac:picMk id="6" creationId="{9542A4B5-39E6-D2FB-47CE-3134BB4938FC}"/>
          </ac:picMkLst>
        </pc:picChg>
        <pc:picChg chg="del">
          <ac:chgData name="Deepika Vatsa" userId="f7100972-27fe-4ee6-8fb4-ec9b7931b409" providerId="ADAL" clId="{43FC3250-EE2F-489E-970D-AD8C57589867}" dt="2025-07-24T11:00:13.287" v="3188" actId="478"/>
          <ac:picMkLst>
            <pc:docMk/>
            <pc:sldMk cId="2436058904" sldId="605"/>
            <ac:picMk id="7" creationId="{97F75AB9-1D31-DE6E-BC70-6217AEB8A431}"/>
          </ac:picMkLst>
        </pc:picChg>
        <pc:inkChg chg="add del">
          <ac:chgData name="Deepika Vatsa" userId="f7100972-27fe-4ee6-8fb4-ec9b7931b409" providerId="ADAL" clId="{43FC3250-EE2F-489E-970D-AD8C57589867}" dt="2025-07-31T03:22:16.699" v="5150" actId="478"/>
          <ac:inkMkLst>
            <pc:docMk/>
            <pc:sldMk cId="2436058904" sldId="605"/>
            <ac:inkMk id="4" creationId="{40C20B08-60C7-D9BE-41DF-56B84582B374}"/>
          </ac:inkMkLst>
        </pc:inkChg>
      </pc:sldChg>
      <pc:sldChg chg="del">
        <pc:chgData name="Deepika Vatsa" userId="f7100972-27fe-4ee6-8fb4-ec9b7931b409" providerId="ADAL" clId="{43FC3250-EE2F-489E-970D-AD8C57589867}" dt="2025-07-23T11:05:11.946" v="73" actId="47"/>
        <pc:sldMkLst>
          <pc:docMk/>
          <pc:sldMk cId="2666969699" sldId="605"/>
        </pc:sldMkLst>
      </pc:sldChg>
      <pc:sldChg chg="del">
        <pc:chgData name="Deepika Vatsa" userId="f7100972-27fe-4ee6-8fb4-ec9b7931b409" providerId="ADAL" clId="{43FC3250-EE2F-489E-970D-AD8C57589867}" dt="2025-07-23T11:05:11.946" v="73" actId="47"/>
        <pc:sldMkLst>
          <pc:docMk/>
          <pc:sldMk cId="1055965943" sldId="606"/>
        </pc:sldMkLst>
      </pc:sldChg>
      <pc:sldChg chg="addSp delSp modSp add mod ord">
        <pc:chgData name="Deepika Vatsa" userId="f7100972-27fe-4ee6-8fb4-ec9b7931b409" providerId="ADAL" clId="{43FC3250-EE2F-489E-970D-AD8C57589867}" dt="2025-07-31T03:22:28.263" v="5152" actId="478"/>
        <pc:sldMkLst>
          <pc:docMk/>
          <pc:sldMk cId="2038364896" sldId="606"/>
        </pc:sldMkLst>
        <pc:spChg chg="mod">
          <ac:chgData name="Deepika Vatsa" userId="f7100972-27fe-4ee6-8fb4-ec9b7931b409" providerId="ADAL" clId="{43FC3250-EE2F-489E-970D-AD8C57589867}" dt="2025-07-24T11:37:55.586" v="3337" actId="20577"/>
          <ac:spMkLst>
            <pc:docMk/>
            <pc:sldMk cId="2038364896" sldId="606"/>
            <ac:spMk id="2" creationId="{00000000-0000-0000-0000-000000000000}"/>
          </ac:spMkLst>
        </pc:spChg>
        <pc:spChg chg="mod">
          <ac:chgData name="Deepika Vatsa" userId="f7100972-27fe-4ee6-8fb4-ec9b7931b409" providerId="ADAL" clId="{43FC3250-EE2F-489E-970D-AD8C57589867}" dt="2025-07-25T06:42:50.194" v="4069" actId="20577"/>
          <ac:spMkLst>
            <pc:docMk/>
            <pc:sldMk cId="2038364896" sldId="606"/>
            <ac:spMk id="5" creationId="{CC1083D5-B7AF-045F-7EAB-FD1411E3B290}"/>
          </ac:spMkLst>
        </pc:spChg>
        <pc:picChg chg="del">
          <ac:chgData name="Deepika Vatsa" userId="f7100972-27fe-4ee6-8fb4-ec9b7931b409" providerId="ADAL" clId="{43FC3250-EE2F-489E-970D-AD8C57589867}" dt="2025-07-24T11:22:43.873" v="3313" actId="478"/>
          <ac:picMkLst>
            <pc:docMk/>
            <pc:sldMk cId="2038364896" sldId="606"/>
            <ac:picMk id="6" creationId="{9542A4B5-39E6-D2FB-47CE-3134BB4938FC}"/>
          </ac:picMkLst>
        </pc:picChg>
        <pc:picChg chg="add mod">
          <ac:chgData name="Deepika Vatsa" userId="f7100972-27fe-4ee6-8fb4-ec9b7931b409" providerId="ADAL" clId="{43FC3250-EE2F-489E-970D-AD8C57589867}" dt="2025-07-25T06:42:58.032" v="4071" actId="14100"/>
          <ac:picMkLst>
            <pc:docMk/>
            <pc:sldMk cId="2038364896" sldId="606"/>
            <ac:picMk id="7" creationId="{BB5D4909-C339-2D76-23A3-98B71B053D48}"/>
          </ac:picMkLst>
        </pc:picChg>
        <pc:inkChg chg="add del">
          <ac:chgData name="Deepika Vatsa" userId="f7100972-27fe-4ee6-8fb4-ec9b7931b409" providerId="ADAL" clId="{43FC3250-EE2F-489E-970D-AD8C57589867}" dt="2025-07-31T03:22:28.263" v="5152" actId="478"/>
          <ac:inkMkLst>
            <pc:docMk/>
            <pc:sldMk cId="2038364896" sldId="606"/>
            <ac:inkMk id="4" creationId="{D5FEF06F-B2C7-E97B-EF06-31BC0097C5D3}"/>
          </ac:inkMkLst>
        </pc:inkChg>
      </pc:sldChg>
      <pc:sldChg chg="addSp delSp modSp add mod">
        <pc:chgData name="Deepika Vatsa" userId="f7100972-27fe-4ee6-8fb4-ec9b7931b409" providerId="ADAL" clId="{43FC3250-EE2F-489E-970D-AD8C57589867}" dt="2025-07-31T03:22:20.269" v="5151" actId="478"/>
        <pc:sldMkLst>
          <pc:docMk/>
          <pc:sldMk cId="1748403446" sldId="607"/>
        </pc:sldMkLst>
        <pc:spChg chg="mod">
          <ac:chgData name="Deepika Vatsa" userId="f7100972-27fe-4ee6-8fb4-ec9b7931b409" providerId="ADAL" clId="{43FC3250-EE2F-489E-970D-AD8C57589867}" dt="2025-07-25T06:42:05.894" v="4034" actId="20577"/>
          <ac:spMkLst>
            <pc:docMk/>
            <pc:sldMk cId="1748403446" sldId="607"/>
            <ac:spMk id="5" creationId="{CC1083D5-B7AF-045F-7EAB-FD1411E3B290}"/>
          </ac:spMkLst>
        </pc:spChg>
        <pc:spChg chg="add del mod">
          <ac:chgData name="Deepika Vatsa" userId="f7100972-27fe-4ee6-8fb4-ec9b7931b409" providerId="ADAL" clId="{43FC3250-EE2F-489E-970D-AD8C57589867}" dt="2025-07-25T06:34:02.491" v="3909" actId="478"/>
          <ac:spMkLst>
            <pc:docMk/>
            <pc:sldMk cId="1748403446" sldId="607"/>
            <ac:spMk id="10" creationId="{3FAE005D-3CFC-EEAA-ED2D-EF813024F8F8}"/>
          </ac:spMkLst>
        </pc:spChg>
        <pc:spChg chg="add del">
          <ac:chgData name="Deepika Vatsa" userId="f7100972-27fe-4ee6-8fb4-ec9b7931b409" providerId="ADAL" clId="{43FC3250-EE2F-489E-970D-AD8C57589867}" dt="2025-07-25T06:33:30.051" v="3874"/>
          <ac:spMkLst>
            <pc:docMk/>
            <pc:sldMk cId="1748403446" sldId="607"/>
            <ac:spMk id="11" creationId="{654270B0-BB9E-6673-8A23-2D85A649ACB1}"/>
          </ac:spMkLst>
        </pc:spChg>
        <pc:spChg chg="add del mod">
          <ac:chgData name="Deepika Vatsa" userId="f7100972-27fe-4ee6-8fb4-ec9b7931b409" providerId="ADAL" clId="{43FC3250-EE2F-489E-970D-AD8C57589867}" dt="2025-07-25T06:33:27.820" v="3872"/>
          <ac:spMkLst>
            <pc:docMk/>
            <pc:sldMk cId="1748403446" sldId="607"/>
            <ac:spMk id="12" creationId="{CE854B7F-AD17-A879-172B-CDFB83F08EF0}"/>
          </ac:spMkLst>
        </pc:spChg>
        <pc:spChg chg="add mod">
          <ac:chgData name="Deepika Vatsa" userId="f7100972-27fe-4ee6-8fb4-ec9b7931b409" providerId="ADAL" clId="{43FC3250-EE2F-489E-970D-AD8C57589867}" dt="2025-07-25T06:42:18.768" v="4035" actId="1076"/>
          <ac:spMkLst>
            <pc:docMk/>
            <pc:sldMk cId="1748403446" sldId="607"/>
            <ac:spMk id="13" creationId="{70986103-B215-563E-7363-18E61472D0F6}"/>
          </ac:spMkLst>
        </pc:spChg>
        <pc:picChg chg="add del mod">
          <ac:chgData name="Deepika Vatsa" userId="f7100972-27fe-4ee6-8fb4-ec9b7931b409" providerId="ADAL" clId="{43FC3250-EE2F-489E-970D-AD8C57589867}" dt="2025-07-24T11:47:07.172" v="3598" actId="478"/>
          <ac:picMkLst>
            <pc:docMk/>
            <pc:sldMk cId="1748403446" sldId="607"/>
            <ac:picMk id="6" creationId="{A13E8D7B-4A52-0721-BC59-29B338739EB1}"/>
          </ac:picMkLst>
        </pc:picChg>
        <pc:picChg chg="del">
          <ac:chgData name="Deepika Vatsa" userId="f7100972-27fe-4ee6-8fb4-ec9b7931b409" providerId="ADAL" clId="{43FC3250-EE2F-489E-970D-AD8C57589867}" dt="2025-07-24T11:42:49.039" v="3485" actId="478"/>
          <ac:picMkLst>
            <pc:docMk/>
            <pc:sldMk cId="1748403446" sldId="607"/>
            <ac:picMk id="7" creationId="{BB5D4909-C339-2D76-23A3-98B71B053D48}"/>
          </ac:picMkLst>
        </pc:picChg>
        <pc:picChg chg="add mod">
          <ac:chgData name="Deepika Vatsa" userId="f7100972-27fe-4ee6-8fb4-ec9b7931b409" providerId="ADAL" clId="{43FC3250-EE2F-489E-970D-AD8C57589867}" dt="2025-07-25T06:43:04.276" v="4072" actId="14100"/>
          <ac:picMkLst>
            <pc:docMk/>
            <pc:sldMk cId="1748403446" sldId="607"/>
            <ac:picMk id="9" creationId="{32F6E1FF-15F1-A1E0-E331-2C1F8A441D0A}"/>
          </ac:picMkLst>
        </pc:picChg>
        <pc:inkChg chg="add del">
          <ac:chgData name="Deepika Vatsa" userId="f7100972-27fe-4ee6-8fb4-ec9b7931b409" providerId="ADAL" clId="{43FC3250-EE2F-489E-970D-AD8C57589867}" dt="2025-07-31T03:22:20.269" v="5151" actId="478"/>
          <ac:inkMkLst>
            <pc:docMk/>
            <pc:sldMk cId="1748403446" sldId="607"/>
            <ac:inkMk id="4" creationId="{6D2DAF5D-2AD8-9F3A-AD48-2DA240DA9DB6}"/>
          </ac:inkMkLst>
        </pc:inkChg>
      </pc:sldChg>
      <pc:sldChg chg="del">
        <pc:chgData name="Deepika Vatsa" userId="f7100972-27fe-4ee6-8fb4-ec9b7931b409" providerId="ADAL" clId="{43FC3250-EE2F-489E-970D-AD8C57589867}" dt="2025-07-23T11:05:11.946" v="73" actId="47"/>
        <pc:sldMkLst>
          <pc:docMk/>
          <pc:sldMk cId="3928892522" sldId="607"/>
        </pc:sldMkLst>
      </pc:sldChg>
      <pc:sldChg chg="addSp delSp modSp add mod">
        <pc:chgData name="Deepika Vatsa" userId="f7100972-27fe-4ee6-8fb4-ec9b7931b409" providerId="ADAL" clId="{43FC3250-EE2F-489E-970D-AD8C57589867}" dt="2025-07-31T04:12:32.264" v="5154" actId="478"/>
        <pc:sldMkLst>
          <pc:docMk/>
          <pc:sldMk cId="875425397" sldId="608"/>
        </pc:sldMkLst>
        <pc:spChg chg="mod">
          <ac:chgData name="Deepika Vatsa" userId="f7100972-27fe-4ee6-8fb4-ec9b7931b409" providerId="ADAL" clId="{43FC3250-EE2F-489E-970D-AD8C57589867}" dt="2025-07-24T11:46:24.653" v="3538" actId="20577"/>
          <ac:spMkLst>
            <pc:docMk/>
            <pc:sldMk cId="875425397" sldId="608"/>
            <ac:spMk id="2" creationId="{00000000-0000-0000-0000-000000000000}"/>
          </ac:spMkLst>
        </pc:spChg>
        <pc:spChg chg="mod">
          <ac:chgData name="Deepika Vatsa" userId="f7100972-27fe-4ee6-8fb4-ec9b7931b409" providerId="ADAL" clId="{43FC3250-EE2F-489E-970D-AD8C57589867}" dt="2025-07-24T11:46:33.897" v="3541" actId="1076"/>
          <ac:spMkLst>
            <pc:docMk/>
            <pc:sldMk cId="875425397" sldId="608"/>
            <ac:spMk id="5" creationId="{CC1083D5-B7AF-045F-7EAB-FD1411E3B290}"/>
          </ac:spMkLst>
        </pc:spChg>
        <pc:picChg chg="del">
          <ac:chgData name="Deepika Vatsa" userId="f7100972-27fe-4ee6-8fb4-ec9b7931b409" providerId="ADAL" clId="{43FC3250-EE2F-489E-970D-AD8C57589867}" dt="2025-07-24T11:46:28.740" v="3540" actId="478"/>
          <ac:picMkLst>
            <pc:docMk/>
            <pc:sldMk cId="875425397" sldId="608"/>
            <ac:picMk id="6" creationId="{A13E8D7B-4A52-0721-BC59-29B338739EB1}"/>
          </ac:picMkLst>
        </pc:picChg>
        <pc:inkChg chg="add del">
          <ac:chgData name="Deepika Vatsa" userId="f7100972-27fe-4ee6-8fb4-ec9b7931b409" providerId="ADAL" clId="{43FC3250-EE2F-489E-970D-AD8C57589867}" dt="2025-07-31T04:12:32.264" v="5154" actId="478"/>
          <ac:inkMkLst>
            <pc:docMk/>
            <pc:sldMk cId="875425397" sldId="608"/>
            <ac:inkMk id="4" creationId="{A403426F-F021-3620-E64C-72BB553D3F80}"/>
          </ac:inkMkLst>
        </pc:inkChg>
      </pc:sldChg>
      <pc:sldChg chg="del">
        <pc:chgData name="Deepika Vatsa" userId="f7100972-27fe-4ee6-8fb4-ec9b7931b409" providerId="ADAL" clId="{43FC3250-EE2F-489E-970D-AD8C57589867}" dt="2025-07-23T11:05:11.946" v="73" actId="47"/>
        <pc:sldMkLst>
          <pc:docMk/>
          <pc:sldMk cId="2914318388" sldId="608"/>
        </pc:sldMkLst>
      </pc:sldChg>
      <pc:sldChg chg="del">
        <pc:chgData name="Deepika Vatsa" userId="f7100972-27fe-4ee6-8fb4-ec9b7931b409" providerId="ADAL" clId="{43FC3250-EE2F-489E-970D-AD8C57589867}" dt="2025-07-23T11:05:11.946" v="73" actId="47"/>
        <pc:sldMkLst>
          <pc:docMk/>
          <pc:sldMk cId="726719763" sldId="609"/>
        </pc:sldMkLst>
      </pc:sldChg>
      <pc:sldChg chg="addSp delSp modSp add mod">
        <pc:chgData name="Deepika Vatsa" userId="f7100972-27fe-4ee6-8fb4-ec9b7931b409" providerId="ADAL" clId="{43FC3250-EE2F-489E-970D-AD8C57589867}" dt="2025-07-31T03:22:31.345" v="5153" actId="478"/>
        <pc:sldMkLst>
          <pc:docMk/>
          <pc:sldMk cId="2661033047" sldId="609"/>
        </pc:sldMkLst>
        <pc:spChg chg="mod">
          <ac:chgData name="Deepika Vatsa" userId="f7100972-27fe-4ee6-8fb4-ec9b7931b409" providerId="ADAL" clId="{43FC3250-EE2F-489E-970D-AD8C57589867}" dt="2025-07-25T06:43:18.452" v="4073" actId="20577"/>
          <ac:spMkLst>
            <pc:docMk/>
            <pc:sldMk cId="2661033047" sldId="609"/>
            <ac:spMk id="5" creationId="{CC1083D5-B7AF-045F-7EAB-FD1411E3B290}"/>
          </ac:spMkLst>
        </pc:spChg>
        <pc:picChg chg="mod">
          <ac:chgData name="Deepika Vatsa" userId="f7100972-27fe-4ee6-8fb4-ec9b7931b409" providerId="ADAL" clId="{43FC3250-EE2F-489E-970D-AD8C57589867}" dt="2025-07-25T06:43:23.529" v="4075" actId="14100"/>
          <ac:picMkLst>
            <pc:docMk/>
            <pc:sldMk cId="2661033047" sldId="609"/>
            <ac:picMk id="6" creationId="{A13E8D7B-4A52-0721-BC59-29B338739EB1}"/>
          </ac:picMkLst>
        </pc:picChg>
        <pc:inkChg chg="add del">
          <ac:chgData name="Deepika Vatsa" userId="f7100972-27fe-4ee6-8fb4-ec9b7931b409" providerId="ADAL" clId="{43FC3250-EE2F-489E-970D-AD8C57589867}" dt="2025-07-31T03:22:31.345" v="5153" actId="478"/>
          <ac:inkMkLst>
            <pc:docMk/>
            <pc:sldMk cId="2661033047" sldId="609"/>
            <ac:inkMk id="4" creationId="{62AE56D4-FC9A-0AEB-43A7-FAE9356B9CDA}"/>
          </ac:inkMkLst>
        </pc:inkChg>
      </pc:sldChg>
      <pc:sldChg chg="addSp delSp modSp add mod">
        <pc:chgData name="Deepika Vatsa" userId="f7100972-27fe-4ee6-8fb4-ec9b7931b409" providerId="ADAL" clId="{43FC3250-EE2F-489E-970D-AD8C57589867}" dt="2025-07-31T04:12:42.796" v="5158" actId="478"/>
        <pc:sldMkLst>
          <pc:docMk/>
          <pc:sldMk cId="1244221787" sldId="610"/>
        </pc:sldMkLst>
        <pc:spChg chg="mod">
          <ac:chgData name="Deepika Vatsa" userId="f7100972-27fe-4ee6-8fb4-ec9b7931b409" providerId="ADAL" clId="{43FC3250-EE2F-489E-970D-AD8C57589867}" dt="2025-07-29T09:26:29.034" v="4318" actId="20577"/>
          <ac:spMkLst>
            <pc:docMk/>
            <pc:sldMk cId="1244221787" sldId="610"/>
            <ac:spMk id="2" creationId="{00000000-0000-0000-0000-000000000000}"/>
          </ac:spMkLst>
        </pc:spChg>
        <pc:spChg chg="add mod">
          <ac:chgData name="Deepika Vatsa" userId="f7100972-27fe-4ee6-8fb4-ec9b7931b409" providerId="ADAL" clId="{43FC3250-EE2F-489E-970D-AD8C57589867}" dt="2025-07-29T09:36:07.618" v="4601" actId="403"/>
          <ac:spMkLst>
            <pc:docMk/>
            <pc:sldMk cId="1244221787" sldId="610"/>
            <ac:spMk id="5" creationId="{1310D0E2-75BF-6154-37D8-B2D38B76B72D}"/>
          </ac:spMkLst>
        </pc:spChg>
        <pc:spChg chg="add mod">
          <ac:chgData name="Deepika Vatsa" userId="f7100972-27fe-4ee6-8fb4-ec9b7931b409" providerId="ADAL" clId="{43FC3250-EE2F-489E-970D-AD8C57589867}" dt="2025-07-29T09:36:25.546" v="4604" actId="1076"/>
          <ac:spMkLst>
            <pc:docMk/>
            <pc:sldMk cId="1244221787" sldId="610"/>
            <ac:spMk id="10" creationId="{9B627254-09D3-20DB-9C07-F8310D90C8F0}"/>
          </ac:spMkLst>
        </pc:spChg>
        <pc:spChg chg="del mod">
          <ac:chgData name="Deepika Vatsa" userId="f7100972-27fe-4ee6-8fb4-ec9b7931b409" providerId="ADAL" clId="{43FC3250-EE2F-489E-970D-AD8C57589867}" dt="2025-07-29T09:27:42.845" v="4340"/>
          <ac:spMkLst>
            <pc:docMk/>
            <pc:sldMk cId="1244221787" sldId="610"/>
            <ac:spMk id="11" creationId="{06381CCD-359B-D8A2-1997-A5B56A02FD41}"/>
          </ac:spMkLst>
        </pc:spChg>
        <pc:graphicFrameChg chg="add mod modGraphic">
          <ac:chgData name="Deepika Vatsa" userId="f7100972-27fe-4ee6-8fb4-ec9b7931b409" providerId="ADAL" clId="{43FC3250-EE2F-489E-970D-AD8C57589867}" dt="2025-07-29T09:36:02.277" v="4600" actId="403"/>
          <ac:graphicFrameMkLst>
            <pc:docMk/>
            <pc:sldMk cId="1244221787" sldId="610"/>
            <ac:graphicFrameMk id="4" creationId="{9A61CFB2-8DA7-5321-4636-0B27883190EC}"/>
          </ac:graphicFrameMkLst>
        </pc:graphicFrameChg>
        <pc:picChg chg="add mod">
          <ac:chgData name="Deepika Vatsa" userId="f7100972-27fe-4ee6-8fb4-ec9b7931b409" providerId="ADAL" clId="{43FC3250-EE2F-489E-970D-AD8C57589867}" dt="2025-07-29T09:36:17.650" v="4602" actId="1076"/>
          <ac:picMkLst>
            <pc:docMk/>
            <pc:sldMk cId="1244221787" sldId="610"/>
            <ac:picMk id="7" creationId="{EB1BC7D7-2A8B-FDFE-19D5-5060E82A5057}"/>
          </ac:picMkLst>
        </pc:picChg>
        <pc:picChg chg="add mod">
          <ac:chgData name="Deepika Vatsa" userId="f7100972-27fe-4ee6-8fb4-ec9b7931b409" providerId="ADAL" clId="{43FC3250-EE2F-489E-970D-AD8C57589867}" dt="2025-07-29T09:31:32.976" v="4489" actId="1076"/>
          <ac:picMkLst>
            <pc:docMk/>
            <pc:sldMk cId="1244221787" sldId="610"/>
            <ac:picMk id="9" creationId="{2225503A-7575-0D3B-5B98-909C48A2EA7C}"/>
          </ac:picMkLst>
        </pc:picChg>
        <pc:inkChg chg="add del">
          <ac:chgData name="Deepika Vatsa" userId="f7100972-27fe-4ee6-8fb4-ec9b7931b409" providerId="ADAL" clId="{43FC3250-EE2F-489E-970D-AD8C57589867}" dt="2025-07-31T04:12:42.796" v="5158" actId="478"/>
          <ac:inkMkLst>
            <pc:docMk/>
            <pc:sldMk cId="1244221787" sldId="610"/>
            <ac:inkMk id="6" creationId="{17296517-C49C-BE35-E114-9B88F69E82AE}"/>
          </ac:inkMkLst>
        </pc:inkChg>
      </pc:sldChg>
      <pc:sldChg chg="del">
        <pc:chgData name="Deepika Vatsa" userId="f7100972-27fe-4ee6-8fb4-ec9b7931b409" providerId="ADAL" clId="{43FC3250-EE2F-489E-970D-AD8C57589867}" dt="2025-07-23T11:05:11.946" v="73" actId="47"/>
        <pc:sldMkLst>
          <pc:docMk/>
          <pc:sldMk cId="3648386067" sldId="610"/>
        </pc:sldMkLst>
      </pc:sldChg>
      <pc:sldChg chg="del">
        <pc:chgData name="Deepika Vatsa" userId="f7100972-27fe-4ee6-8fb4-ec9b7931b409" providerId="ADAL" clId="{43FC3250-EE2F-489E-970D-AD8C57589867}" dt="2025-07-23T11:05:11.946" v="73" actId="47"/>
        <pc:sldMkLst>
          <pc:docMk/>
          <pc:sldMk cId="1440736019" sldId="611"/>
        </pc:sldMkLst>
      </pc:sldChg>
      <pc:sldChg chg="addSp delSp modSp add mod">
        <pc:chgData name="Deepika Vatsa" userId="f7100972-27fe-4ee6-8fb4-ec9b7931b409" providerId="ADAL" clId="{43FC3250-EE2F-489E-970D-AD8C57589867}" dt="2025-07-31T04:12:45.263" v="5159" actId="478"/>
        <pc:sldMkLst>
          <pc:docMk/>
          <pc:sldMk cId="2742127447" sldId="611"/>
        </pc:sldMkLst>
        <pc:spChg chg="del">
          <ac:chgData name="Deepika Vatsa" userId="f7100972-27fe-4ee6-8fb4-ec9b7931b409" providerId="ADAL" clId="{43FC3250-EE2F-489E-970D-AD8C57589867}" dt="2025-07-29T09:32:25.211" v="4503" actId="478"/>
          <ac:spMkLst>
            <pc:docMk/>
            <pc:sldMk cId="2742127447" sldId="611"/>
            <ac:spMk id="5" creationId="{1310D0E2-75BF-6154-37D8-B2D38B76B72D}"/>
          </ac:spMkLst>
        </pc:spChg>
        <pc:spChg chg="del">
          <ac:chgData name="Deepika Vatsa" userId="f7100972-27fe-4ee6-8fb4-ec9b7931b409" providerId="ADAL" clId="{43FC3250-EE2F-489E-970D-AD8C57589867}" dt="2025-07-29T09:34:11.259" v="4534" actId="478"/>
          <ac:spMkLst>
            <pc:docMk/>
            <pc:sldMk cId="2742127447" sldId="611"/>
            <ac:spMk id="10" creationId="{9B627254-09D3-20DB-9C07-F8310D90C8F0}"/>
          </ac:spMkLst>
        </pc:spChg>
        <pc:spChg chg="add mod">
          <ac:chgData name="Deepika Vatsa" userId="f7100972-27fe-4ee6-8fb4-ec9b7931b409" providerId="ADAL" clId="{43FC3250-EE2F-489E-970D-AD8C57589867}" dt="2025-07-29T09:35:34.289" v="4592" actId="1076"/>
          <ac:spMkLst>
            <pc:docMk/>
            <pc:sldMk cId="2742127447" sldId="611"/>
            <ac:spMk id="13" creationId="{23851624-7BA7-D9E9-9B51-6B881D7FA9DF}"/>
          </ac:spMkLst>
        </pc:spChg>
        <pc:spChg chg="add mod">
          <ac:chgData name="Deepika Vatsa" userId="f7100972-27fe-4ee6-8fb4-ec9b7931b409" providerId="ADAL" clId="{43FC3250-EE2F-489E-970D-AD8C57589867}" dt="2025-07-29T09:37:49.194" v="4654" actId="207"/>
          <ac:spMkLst>
            <pc:docMk/>
            <pc:sldMk cId="2742127447" sldId="611"/>
            <ac:spMk id="14" creationId="{43B25EF5-3577-32AA-6B1A-D68FD42FC287}"/>
          </ac:spMkLst>
        </pc:spChg>
        <pc:spChg chg="add ord">
          <ac:chgData name="Deepika Vatsa" userId="f7100972-27fe-4ee6-8fb4-ec9b7931b409" providerId="ADAL" clId="{43FC3250-EE2F-489E-970D-AD8C57589867}" dt="2025-07-29T09:37:36.859" v="4653" actId="167"/>
          <ac:spMkLst>
            <pc:docMk/>
            <pc:sldMk cId="2742127447" sldId="611"/>
            <ac:spMk id="15" creationId="{2CE8AD81-DD82-EE2A-E8D7-0BB3644121DD}"/>
          </ac:spMkLst>
        </pc:spChg>
        <pc:spChg chg="add mod">
          <ac:chgData name="Deepika Vatsa" userId="f7100972-27fe-4ee6-8fb4-ec9b7931b409" providerId="ADAL" clId="{43FC3250-EE2F-489E-970D-AD8C57589867}" dt="2025-07-29T09:41:36.752" v="4730" actId="1035"/>
          <ac:spMkLst>
            <pc:docMk/>
            <pc:sldMk cId="2742127447" sldId="611"/>
            <ac:spMk id="17" creationId="{6655A525-0B6E-1B3B-7EA3-03ED36A9FA6E}"/>
          </ac:spMkLst>
        </pc:spChg>
        <pc:graphicFrameChg chg="mod modGraphic">
          <ac:chgData name="Deepika Vatsa" userId="f7100972-27fe-4ee6-8fb4-ec9b7931b409" providerId="ADAL" clId="{43FC3250-EE2F-489E-970D-AD8C57589867}" dt="2025-07-29T09:41:45.078" v="4734" actId="20577"/>
          <ac:graphicFrameMkLst>
            <pc:docMk/>
            <pc:sldMk cId="2742127447" sldId="611"/>
            <ac:graphicFrameMk id="4" creationId="{9A61CFB2-8DA7-5321-4636-0B27883190EC}"/>
          </ac:graphicFrameMkLst>
        </pc:graphicFrameChg>
        <pc:picChg chg="del mod">
          <ac:chgData name="Deepika Vatsa" userId="f7100972-27fe-4ee6-8fb4-ec9b7931b409" providerId="ADAL" clId="{43FC3250-EE2F-489E-970D-AD8C57589867}" dt="2025-07-29T09:34:31.428" v="4536" actId="478"/>
          <ac:picMkLst>
            <pc:docMk/>
            <pc:sldMk cId="2742127447" sldId="611"/>
            <ac:picMk id="7" creationId="{EB1BC7D7-2A8B-FDFE-19D5-5060E82A5057}"/>
          </ac:picMkLst>
        </pc:picChg>
        <pc:picChg chg="add mod">
          <ac:chgData name="Deepika Vatsa" userId="f7100972-27fe-4ee6-8fb4-ec9b7931b409" providerId="ADAL" clId="{43FC3250-EE2F-489E-970D-AD8C57589867}" dt="2025-07-29T09:36:40.742" v="4605" actId="1076"/>
          <ac:picMkLst>
            <pc:docMk/>
            <pc:sldMk cId="2742127447" sldId="611"/>
            <ac:picMk id="8" creationId="{FA071716-76D5-8A2B-8EE9-A42CAE268218}"/>
          </ac:picMkLst>
        </pc:picChg>
        <pc:picChg chg="del">
          <ac:chgData name="Deepika Vatsa" userId="f7100972-27fe-4ee6-8fb4-ec9b7931b409" providerId="ADAL" clId="{43FC3250-EE2F-489E-970D-AD8C57589867}" dt="2025-07-29T09:34:50.527" v="4541" actId="478"/>
          <ac:picMkLst>
            <pc:docMk/>
            <pc:sldMk cId="2742127447" sldId="611"/>
            <ac:picMk id="9" creationId="{2225503A-7575-0D3B-5B98-909C48A2EA7C}"/>
          </ac:picMkLst>
        </pc:picChg>
        <pc:picChg chg="add mod">
          <ac:chgData name="Deepika Vatsa" userId="f7100972-27fe-4ee6-8fb4-ec9b7931b409" providerId="ADAL" clId="{43FC3250-EE2F-489E-970D-AD8C57589867}" dt="2025-07-29T09:36:44.087" v="4606" actId="1076"/>
          <ac:picMkLst>
            <pc:docMk/>
            <pc:sldMk cId="2742127447" sldId="611"/>
            <ac:picMk id="12" creationId="{9671BB86-45FA-B811-5C54-C67DFC998E03}"/>
          </ac:picMkLst>
        </pc:picChg>
        <pc:inkChg chg="add del">
          <ac:chgData name="Deepika Vatsa" userId="f7100972-27fe-4ee6-8fb4-ec9b7931b409" providerId="ADAL" clId="{43FC3250-EE2F-489E-970D-AD8C57589867}" dt="2025-07-31T04:12:45.263" v="5159" actId="478"/>
          <ac:inkMkLst>
            <pc:docMk/>
            <pc:sldMk cId="2742127447" sldId="611"/>
            <ac:inkMk id="5" creationId="{E08C7AAA-E092-49E6-4948-4A81A952906A}"/>
          </ac:inkMkLst>
        </pc:inkChg>
      </pc:sldChg>
      <pc:sldChg chg="del">
        <pc:chgData name="Deepika Vatsa" userId="f7100972-27fe-4ee6-8fb4-ec9b7931b409" providerId="ADAL" clId="{43FC3250-EE2F-489E-970D-AD8C57589867}" dt="2025-07-23T11:05:11.946" v="73" actId="47"/>
        <pc:sldMkLst>
          <pc:docMk/>
          <pc:sldMk cId="1106724558" sldId="612"/>
        </pc:sldMkLst>
      </pc:sldChg>
      <pc:sldChg chg="addSp delSp modSp add mod ord">
        <pc:chgData name="Deepika Vatsa" userId="f7100972-27fe-4ee6-8fb4-ec9b7931b409" providerId="ADAL" clId="{43FC3250-EE2F-489E-970D-AD8C57589867}" dt="2025-07-31T04:12:47.743" v="5160" actId="478"/>
        <pc:sldMkLst>
          <pc:docMk/>
          <pc:sldMk cId="4043674681" sldId="612"/>
        </pc:sldMkLst>
        <pc:spChg chg="mod">
          <ac:chgData name="Deepika Vatsa" userId="f7100972-27fe-4ee6-8fb4-ec9b7931b409" providerId="ADAL" clId="{43FC3250-EE2F-489E-970D-AD8C57589867}" dt="2025-07-29T09:38:28.921" v="4685" actId="20577"/>
          <ac:spMkLst>
            <pc:docMk/>
            <pc:sldMk cId="4043674681" sldId="612"/>
            <ac:spMk id="2" creationId="{00000000-0000-0000-0000-000000000000}"/>
          </ac:spMkLst>
        </pc:spChg>
        <pc:spChg chg="mod">
          <ac:chgData name="Deepika Vatsa" userId="f7100972-27fe-4ee6-8fb4-ec9b7931b409" providerId="ADAL" clId="{43FC3250-EE2F-489E-970D-AD8C57589867}" dt="2025-07-29T09:39:44.773" v="4710" actId="33524"/>
          <ac:spMkLst>
            <pc:docMk/>
            <pc:sldMk cId="4043674681" sldId="612"/>
            <ac:spMk id="11" creationId="{06381CCD-359B-D8A2-1997-A5B56A02FD41}"/>
          </ac:spMkLst>
        </pc:spChg>
        <pc:picChg chg="add mod">
          <ac:chgData name="Deepika Vatsa" userId="f7100972-27fe-4ee6-8fb4-ec9b7931b409" providerId="ADAL" clId="{43FC3250-EE2F-489E-970D-AD8C57589867}" dt="2025-07-29T09:39:19.646" v="4703" actId="14100"/>
          <ac:picMkLst>
            <pc:docMk/>
            <pc:sldMk cId="4043674681" sldId="612"/>
            <ac:picMk id="5" creationId="{AD39B31F-221A-4EE5-E9C0-CA98D418592E}"/>
          </ac:picMkLst>
        </pc:picChg>
        <pc:inkChg chg="add del">
          <ac:chgData name="Deepika Vatsa" userId="f7100972-27fe-4ee6-8fb4-ec9b7931b409" providerId="ADAL" clId="{43FC3250-EE2F-489E-970D-AD8C57589867}" dt="2025-07-31T04:12:47.743" v="5160" actId="478"/>
          <ac:inkMkLst>
            <pc:docMk/>
            <pc:sldMk cId="4043674681" sldId="612"/>
            <ac:inkMk id="4" creationId="{A8043A15-5AAE-0CE7-99FB-3682E96C3B02}"/>
          </ac:inkMkLst>
        </pc:inkChg>
      </pc:sldChg>
      <pc:sldChg chg="addSp delSp modSp add mod">
        <pc:chgData name="Deepika Vatsa" userId="f7100972-27fe-4ee6-8fb4-ec9b7931b409" providerId="ADAL" clId="{43FC3250-EE2F-489E-970D-AD8C57589867}" dt="2025-07-31T04:12:37.373" v="5156" actId="478"/>
        <pc:sldMkLst>
          <pc:docMk/>
          <pc:sldMk cId="1338937673" sldId="613"/>
        </pc:sldMkLst>
        <pc:spChg chg="mod">
          <ac:chgData name="Deepika Vatsa" userId="f7100972-27fe-4ee6-8fb4-ec9b7931b409" providerId="ADAL" clId="{43FC3250-EE2F-489E-970D-AD8C57589867}" dt="2025-07-29T10:27:18.134" v="4759" actId="20577"/>
          <ac:spMkLst>
            <pc:docMk/>
            <pc:sldMk cId="1338937673" sldId="613"/>
            <ac:spMk id="2" creationId="{00000000-0000-0000-0000-000000000000}"/>
          </ac:spMkLst>
        </pc:spChg>
        <pc:spChg chg="del">
          <ac:chgData name="Deepika Vatsa" userId="f7100972-27fe-4ee6-8fb4-ec9b7931b409" providerId="ADAL" clId="{43FC3250-EE2F-489E-970D-AD8C57589867}" dt="2025-07-29T10:27:04.458" v="4736" actId="478"/>
          <ac:spMkLst>
            <pc:docMk/>
            <pc:sldMk cId="1338937673" sldId="613"/>
            <ac:spMk id="11" creationId="{06381CCD-359B-D8A2-1997-A5B56A02FD41}"/>
          </ac:spMkLst>
        </pc:spChg>
        <pc:picChg chg="add mod">
          <ac:chgData name="Deepika Vatsa" userId="f7100972-27fe-4ee6-8fb4-ec9b7931b409" providerId="ADAL" clId="{43FC3250-EE2F-489E-970D-AD8C57589867}" dt="2025-07-29T10:27:12.530" v="4740" actId="1076"/>
          <ac:picMkLst>
            <pc:docMk/>
            <pc:sldMk cId="1338937673" sldId="613"/>
            <ac:picMk id="5" creationId="{509DEF52-9B59-357F-07A6-14702C7BE81D}"/>
          </ac:picMkLst>
        </pc:picChg>
        <pc:inkChg chg="add del">
          <ac:chgData name="Deepika Vatsa" userId="f7100972-27fe-4ee6-8fb4-ec9b7931b409" providerId="ADAL" clId="{43FC3250-EE2F-489E-970D-AD8C57589867}" dt="2025-07-31T04:12:37.373" v="5156" actId="478"/>
          <ac:inkMkLst>
            <pc:docMk/>
            <pc:sldMk cId="1338937673" sldId="613"/>
            <ac:inkMk id="4" creationId="{1066EE53-2164-F1CA-3C63-294ED66450CC}"/>
          </ac:inkMkLst>
        </pc:inkChg>
      </pc:sldChg>
      <pc:sldChg chg="addSp delSp modSp add mod">
        <pc:chgData name="Deepika Vatsa" userId="f7100972-27fe-4ee6-8fb4-ec9b7931b409" providerId="ADAL" clId="{43FC3250-EE2F-489E-970D-AD8C57589867}" dt="2025-07-31T04:12:40.251" v="5157" actId="478"/>
        <pc:sldMkLst>
          <pc:docMk/>
          <pc:sldMk cId="1180035275" sldId="614"/>
        </pc:sldMkLst>
        <pc:picChg chg="del">
          <ac:chgData name="Deepika Vatsa" userId="f7100972-27fe-4ee6-8fb4-ec9b7931b409" providerId="ADAL" clId="{43FC3250-EE2F-489E-970D-AD8C57589867}" dt="2025-07-29T10:27:41.297" v="4761" actId="478"/>
          <ac:picMkLst>
            <pc:docMk/>
            <pc:sldMk cId="1180035275" sldId="614"/>
            <ac:picMk id="5" creationId="{509DEF52-9B59-357F-07A6-14702C7BE81D}"/>
          </ac:picMkLst>
        </pc:picChg>
        <pc:picChg chg="add mod">
          <ac:chgData name="Deepika Vatsa" userId="f7100972-27fe-4ee6-8fb4-ec9b7931b409" providerId="ADAL" clId="{43FC3250-EE2F-489E-970D-AD8C57589867}" dt="2025-07-29T10:27:46.511" v="4764" actId="1076"/>
          <ac:picMkLst>
            <pc:docMk/>
            <pc:sldMk cId="1180035275" sldId="614"/>
            <ac:picMk id="6" creationId="{7241F030-7566-2C7C-08F8-43ECA3E40FF6}"/>
          </ac:picMkLst>
        </pc:picChg>
        <pc:inkChg chg="add del">
          <ac:chgData name="Deepika Vatsa" userId="f7100972-27fe-4ee6-8fb4-ec9b7931b409" providerId="ADAL" clId="{43FC3250-EE2F-489E-970D-AD8C57589867}" dt="2025-07-31T04:12:40.251" v="5157" actId="478"/>
          <ac:inkMkLst>
            <pc:docMk/>
            <pc:sldMk cId="1180035275" sldId="614"/>
            <ac:inkMk id="4" creationId="{BD21F7C1-37DA-B6FC-4346-1E7E5ABBB1B3}"/>
          </ac:inkMkLst>
        </pc:inkChg>
      </pc:sldChg>
    </pc:docChg>
  </pc:docChgLst>
  <pc:docChgLst>
    <pc:chgData name="Deepika Vatsa" userId="f7100972-27fe-4ee6-8fb4-ec9b7931b409" providerId="ADAL" clId="{FECAADD6-485A-4B66-AEA2-DF6E35DB16E2}"/>
    <pc:docChg chg="custSel addSld delSld modSld sldOrd">
      <pc:chgData name="Deepika Vatsa" userId="f7100972-27fe-4ee6-8fb4-ec9b7931b409" providerId="ADAL" clId="{FECAADD6-485A-4B66-AEA2-DF6E35DB16E2}" dt="2025-08-18T12:27:52.721" v="556" actId="20577"/>
      <pc:docMkLst>
        <pc:docMk/>
      </pc:docMkLst>
      <pc:sldChg chg="modSp mod">
        <pc:chgData name="Deepika Vatsa" userId="f7100972-27fe-4ee6-8fb4-ec9b7931b409" providerId="ADAL" clId="{FECAADD6-485A-4B66-AEA2-DF6E35DB16E2}" dt="2025-08-18T12:07:10.708" v="25" actId="20577"/>
        <pc:sldMkLst>
          <pc:docMk/>
          <pc:sldMk cId="0" sldId="395"/>
        </pc:sldMkLst>
        <pc:spChg chg="mod">
          <ac:chgData name="Deepika Vatsa" userId="f7100972-27fe-4ee6-8fb4-ec9b7931b409" providerId="ADAL" clId="{FECAADD6-485A-4B66-AEA2-DF6E35DB16E2}" dt="2025-08-18T12:07:10.708" v="25" actId="20577"/>
          <ac:spMkLst>
            <pc:docMk/>
            <pc:sldMk cId="0" sldId="395"/>
            <ac:spMk id="2" creationId="{00000000-0000-0000-0000-000000000000}"/>
          </ac:spMkLst>
        </pc:spChg>
      </pc:sldChg>
      <pc:sldChg chg="modSp mod">
        <pc:chgData name="Deepika Vatsa" userId="f7100972-27fe-4ee6-8fb4-ec9b7931b409" providerId="ADAL" clId="{FECAADD6-485A-4B66-AEA2-DF6E35DB16E2}" dt="2025-08-18T12:27:52.721" v="556" actId="20577"/>
        <pc:sldMkLst>
          <pc:docMk/>
          <pc:sldMk cId="3439049211" sldId="591"/>
        </pc:sldMkLst>
        <pc:spChg chg="mod">
          <ac:chgData name="Deepika Vatsa" userId="f7100972-27fe-4ee6-8fb4-ec9b7931b409" providerId="ADAL" clId="{FECAADD6-485A-4B66-AEA2-DF6E35DB16E2}" dt="2025-08-18T12:07:52.149" v="101" actId="20577"/>
          <ac:spMkLst>
            <pc:docMk/>
            <pc:sldMk cId="3439049211" sldId="591"/>
            <ac:spMk id="2" creationId="{00000000-0000-0000-0000-000000000000}"/>
          </ac:spMkLst>
        </pc:spChg>
        <pc:spChg chg="mod">
          <ac:chgData name="Deepika Vatsa" userId="f7100972-27fe-4ee6-8fb4-ec9b7931b409" providerId="ADAL" clId="{FECAADD6-485A-4B66-AEA2-DF6E35DB16E2}" dt="2025-08-18T12:27:52.721" v="556" actId="20577"/>
          <ac:spMkLst>
            <pc:docMk/>
            <pc:sldMk cId="3439049211" sldId="591"/>
            <ac:spMk id="11" creationId="{06381CCD-359B-D8A2-1997-A5B56A02FD41}"/>
          </ac:spMkLst>
        </pc:spChg>
      </pc:sldChg>
      <pc:sldChg chg="del">
        <pc:chgData name="Deepika Vatsa" userId="f7100972-27fe-4ee6-8fb4-ec9b7931b409" providerId="ADAL" clId="{FECAADD6-485A-4B66-AEA2-DF6E35DB16E2}" dt="2025-08-18T12:25:16.312" v="483" actId="47"/>
        <pc:sldMkLst>
          <pc:docMk/>
          <pc:sldMk cId="2432536662" sldId="592"/>
        </pc:sldMkLst>
      </pc:sldChg>
      <pc:sldChg chg="addSp delSp modSp mod">
        <pc:chgData name="Deepika Vatsa" userId="f7100972-27fe-4ee6-8fb4-ec9b7931b409" providerId="ADAL" clId="{FECAADD6-485A-4B66-AEA2-DF6E35DB16E2}" dt="2025-08-18T12:21:57.865" v="418" actId="14100"/>
        <pc:sldMkLst>
          <pc:docMk/>
          <pc:sldMk cId="3198423911" sldId="593"/>
        </pc:sldMkLst>
        <pc:spChg chg="mod">
          <ac:chgData name="Deepika Vatsa" userId="f7100972-27fe-4ee6-8fb4-ec9b7931b409" providerId="ADAL" clId="{FECAADD6-485A-4B66-AEA2-DF6E35DB16E2}" dt="2025-08-18T12:21:40.079" v="415" actId="20577"/>
          <ac:spMkLst>
            <pc:docMk/>
            <pc:sldMk cId="3198423911" sldId="593"/>
            <ac:spMk id="2" creationId="{00000000-0000-0000-0000-000000000000}"/>
          </ac:spMkLst>
        </pc:spChg>
        <pc:spChg chg="del">
          <ac:chgData name="Deepika Vatsa" userId="f7100972-27fe-4ee6-8fb4-ec9b7931b409" providerId="ADAL" clId="{FECAADD6-485A-4B66-AEA2-DF6E35DB16E2}" dt="2025-08-18T12:08:46.420" v="140" actId="478"/>
          <ac:spMkLst>
            <pc:docMk/>
            <pc:sldMk cId="3198423911" sldId="593"/>
            <ac:spMk id="11" creationId="{06381CCD-359B-D8A2-1997-A5B56A02FD41}"/>
          </ac:spMkLst>
        </pc:spChg>
        <pc:picChg chg="add del mod">
          <ac:chgData name="Deepika Vatsa" userId="f7100972-27fe-4ee6-8fb4-ec9b7931b409" providerId="ADAL" clId="{FECAADD6-485A-4B66-AEA2-DF6E35DB16E2}" dt="2025-08-18T12:09:17.408" v="144" actId="478"/>
          <ac:picMkLst>
            <pc:docMk/>
            <pc:sldMk cId="3198423911" sldId="593"/>
            <ac:picMk id="5" creationId="{0A24C55F-7A92-6287-5865-B01B27F658BA}"/>
          </ac:picMkLst>
        </pc:picChg>
        <pc:picChg chg="add del mod">
          <ac:chgData name="Deepika Vatsa" userId="f7100972-27fe-4ee6-8fb4-ec9b7931b409" providerId="ADAL" clId="{FECAADD6-485A-4B66-AEA2-DF6E35DB16E2}" dt="2025-08-18T12:20:44.843" v="380" actId="478"/>
          <ac:picMkLst>
            <pc:docMk/>
            <pc:sldMk cId="3198423911" sldId="593"/>
            <ac:picMk id="7" creationId="{31B87EC0-4ADE-A96C-B968-87A230E18EEA}"/>
          </ac:picMkLst>
        </pc:picChg>
        <pc:picChg chg="add mod">
          <ac:chgData name="Deepika Vatsa" userId="f7100972-27fe-4ee6-8fb4-ec9b7931b409" providerId="ADAL" clId="{FECAADD6-485A-4B66-AEA2-DF6E35DB16E2}" dt="2025-08-18T12:21:57.865" v="418" actId="14100"/>
          <ac:picMkLst>
            <pc:docMk/>
            <pc:sldMk cId="3198423911" sldId="593"/>
            <ac:picMk id="9" creationId="{D35FFCD6-253F-CEEB-E0FE-880344B9FA65}"/>
          </ac:picMkLst>
        </pc:picChg>
      </pc:sldChg>
      <pc:sldChg chg="addSp delSp modSp mod">
        <pc:chgData name="Deepika Vatsa" userId="f7100972-27fe-4ee6-8fb4-ec9b7931b409" providerId="ADAL" clId="{FECAADD6-485A-4B66-AEA2-DF6E35DB16E2}" dt="2025-08-18T12:18:33.216" v="347" actId="1076"/>
        <pc:sldMkLst>
          <pc:docMk/>
          <pc:sldMk cId="815781673" sldId="595"/>
        </pc:sldMkLst>
        <pc:spChg chg="mod">
          <ac:chgData name="Deepika Vatsa" userId="f7100972-27fe-4ee6-8fb4-ec9b7931b409" providerId="ADAL" clId="{FECAADD6-485A-4B66-AEA2-DF6E35DB16E2}" dt="2025-08-18T12:18:18.990" v="340" actId="20577"/>
          <ac:spMkLst>
            <pc:docMk/>
            <pc:sldMk cId="815781673" sldId="595"/>
            <ac:spMk id="2" creationId="{00000000-0000-0000-0000-000000000000}"/>
          </ac:spMkLst>
        </pc:spChg>
        <pc:spChg chg="del">
          <ac:chgData name="Deepika Vatsa" userId="f7100972-27fe-4ee6-8fb4-ec9b7931b409" providerId="ADAL" clId="{FECAADD6-485A-4B66-AEA2-DF6E35DB16E2}" dt="2025-08-18T12:18:27.905" v="344" actId="478"/>
          <ac:spMkLst>
            <pc:docMk/>
            <pc:sldMk cId="815781673" sldId="595"/>
            <ac:spMk id="7" creationId="{BCBAFA03-3862-AA92-2365-76BF8A47DE8D}"/>
          </ac:spMkLst>
        </pc:spChg>
        <pc:spChg chg="del">
          <ac:chgData name="Deepika Vatsa" userId="f7100972-27fe-4ee6-8fb4-ec9b7931b409" providerId="ADAL" clId="{FECAADD6-485A-4B66-AEA2-DF6E35DB16E2}" dt="2025-08-18T12:18:23.748" v="342" actId="478"/>
          <ac:spMkLst>
            <pc:docMk/>
            <pc:sldMk cId="815781673" sldId="595"/>
            <ac:spMk id="11" creationId="{06381CCD-359B-D8A2-1997-A5B56A02FD41}"/>
          </ac:spMkLst>
        </pc:spChg>
        <pc:picChg chg="add mod">
          <ac:chgData name="Deepika Vatsa" userId="f7100972-27fe-4ee6-8fb4-ec9b7931b409" providerId="ADAL" clId="{FECAADD6-485A-4B66-AEA2-DF6E35DB16E2}" dt="2025-08-18T12:18:33.216" v="347" actId="1076"/>
          <ac:picMkLst>
            <pc:docMk/>
            <pc:sldMk cId="815781673" sldId="595"/>
            <ac:picMk id="5" creationId="{CBB23C75-79E3-DF1C-D40A-D199F6F0FF07}"/>
          </ac:picMkLst>
        </pc:picChg>
        <pc:picChg chg="del">
          <ac:chgData name="Deepika Vatsa" userId="f7100972-27fe-4ee6-8fb4-ec9b7931b409" providerId="ADAL" clId="{FECAADD6-485A-4B66-AEA2-DF6E35DB16E2}" dt="2025-08-18T12:18:21.201" v="341" actId="478"/>
          <ac:picMkLst>
            <pc:docMk/>
            <pc:sldMk cId="815781673" sldId="595"/>
            <ac:picMk id="2050" creationId="{0B7501EB-9B8B-1F43-B280-F1F29C89922A}"/>
          </ac:picMkLst>
        </pc:picChg>
        <pc:inkChg chg="del">
          <ac:chgData name="Deepika Vatsa" userId="f7100972-27fe-4ee6-8fb4-ec9b7931b409" providerId="ADAL" clId="{FECAADD6-485A-4B66-AEA2-DF6E35DB16E2}" dt="2025-08-18T12:18:27.905" v="344" actId="478"/>
          <ac:inkMkLst>
            <pc:docMk/>
            <pc:sldMk cId="815781673" sldId="595"/>
            <ac:inkMk id="8" creationId="{EEACF910-633C-AE8B-0642-C71E5B84C041}"/>
          </ac:inkMkLst>
        </pc:inkChg>
        <pc:inkChg chg="del">
          <ac:chgData name="Deepika Vatsa" userId="f7100972-27fe-4ee6-8fb4-ec9b7931b409" providerId="ADAL" clId="{FECAADD6-485A-4B66-AEA2-DF6E35DB16E2}" dt="2025-08-18T12:18:27.905" v="344" actId="478"/>
          <ac:inkMkLst>
            <pc:docMk/>
            <pc:sldMk cId="815781673" sldId="595"/>
            <ac:inkMk id="9" creationId="{C39F76D6-5DCC-CD24-131E-897F8204AFE4}"/>
          </ac:inkMkLst>
        </pc:inkChg>
        <pc:inkChg chg="del">
          <ac:chgData name="Deepika Vatsa" userId="f7100972-27fe-4ee6-8fb4-ec9b7931b409" providerId="ADAL" clId="{FECAADD6-485A-4B66-AEA2-DF6E35DB16E2}" dt="2025-08-18T12:18:27.905" v="344" actId="478"/>
          <ac:inkMkLst>
            <pc:docMk/>
            <pc:sldMk cId="815781673" sldId="595"/>
            <ac:inkMk id="10" creationId="{2BFED832-E34E-9A8D-7B76-1D5566960974}"/>
          </ac:inkMkLst>
        </pc:inkChg>
        <pc:inkChg chg="del">
          <ac:chgData name="Deepika Vatsa" userId="f7100972-27fe-4ee6-8fb4-ec9b7931b409" providerId="ADAL" clId="{FECAADD6-485A-4B66-AEA2-DF6E35DB16E2}" dt="2025-08-18T12:18:25.586" v="343" actId="478"/>
          <ac:inkMkLst>
            <pc:docMk/>
            <pc:sldMk cId="815781673" sldId="595"/>
            <ac:inkMk id="12" creationId="{CD91F783-8135-9CCE-7DBA-385AF0289E46}"/>
          </ac:inkMkLst>
        </pc:inkChg>
        <pc:inkChg chg="del">
          <ac:chgData name="Deepika Vatsa" userId="f7100972-27fe-4ee6-8fb4-ec9b7931b409" providerId="ADAL" clId="{FECAADD6-485A-4B66-AEA2-DF6E35DB16E2}" dt="2025-08-18T12:18:27.905" v="344" actId="478"/>
          <ac:inkMkLst>
            <pc:docMk/>
            <pc:sldMk cId="815781673" sldId="595"/>
            <ac:inkMk id="13" creationId="{20D17564-0F72-D4C2-BF4A-7D9EDF592976}"/>
          </ac:inkMkLst>
        </pc:inkChg>
      </pc:sldChg>
      <pc:sldChg chg="del">
        <pc:chgData name="Deepika Vatsa" userId="f7100972-27fe-4ee6-8fb4-ec9b7931b409" providerId="ADAL" clId="{FECAADD6-485A-4B66-AEA2-DF6E35DB16E2}" dt="2025-08-18T12:25:16.312" v="483" actId="47"/>
        <pc:sldMkLst>
          <pc:docMk/>
          <pc:sldMk cId="2532030908" sldId="596"/>
        </pc:sldMkLst>
      </pc:sldChg>
      <pc:sldChg chg="del">
        <pc:chgData name="Deepika Vatsa" userId="f7100972-27fe-4ee6-8fb4-ec9b7931b409" providerId="ADAL" clId="{FECAADD6-485A-4B66-AEA2-DF6E35DB16E2}" dt="2025-08-18T12:25:16.312" v="483" actId="47"/>
        <pc:sldMkLst>
          <pc:docMk/>
          <pc:sldMk cId="3825282558" sldId="597"/>
        </pc:sldMkLst>
      </pc:sldChg>
      <pc:sldChg chg="del">
        <pc:chgData name="Deepika Vatsa" userId="f7100972-27fe-4ee6-8fb4-ec9b7931b409" providerId="ADAL" clId="{FECAADD6-485A-4B66-AEA2-DF6E35DB16E2}" dt="2025-08-18T12:25:16.312" v="483" actId="47"/>
        <pc:sldMkLst>
          <pc:docMk/>
          <pc:sldMk cId="1827776172" sldId="598"/>
        </pc:sldMkLst>
      </pc:sldChg>
      <pc:sldChg chg="del">
        <pc:chgData name="Deepika Vatsa" userId="f7100972-27fe-4ee6-8fb4-ec9b7931b409" providerId="ADAL" clId="{FECAADD6-485A-4B66-AEA2-DF6E35DB16E2}" dt="2025-08-18T12:25:16.312" v="483" actId="47"/>
        <pc:sldMkLst>
          <pc:docMk/>
          <pc:sldMk cId="3105522451" sldId="599"/>
        </pc:sldMkLst>
      </pc:sldChg>
      <pc:sldChg chg="del">
        <pc:chgData name="Deepika Vatsa" userId="f7100972-27fe-4ee6-8fb4-ec9b7931b409" providerId="ADAL" clId="{FECAADD6-485A-4B66-AEA2-DF6E35DB16E2}" dt="2025-08-18T12:25:16.312" v="483" actId="47"/>
        <pc:sldMkLst>
          <pc:docMk/>
          <pc:sldMk cId="1298333677" sldId="600"/>
        </pc:sldMkLst>
      </pc:sldChg>
      <pc:sldChg chg="del">
        <pc:chgData name="Deepika Vatsa" userId="f7100972-27fe-4ee6-8fb4-ec9b7931b409" providerId="ADAL" clId="{FECAADD6-485A-4B66-AEA2-DF6E35DB16E2}" dt="2025-08-18T12:25:16.312" v="483" actId="47"/>
        <pc:sldMkLst>
          <pc:docMk/>
          <pc:sldMk cId="2345028146" sldId="601"/>
        </pc:sldMkLst>
      </pc:sldChg>
      <pc:sldChg chg="del">
        <pc:chgData name="Deepika Vatsa" userId="f7100972-27fe-4ee6-8fb4-ec9b7931b409" providerId="ADAL" clId="{FECAADD6-485A-4B66-AEA2-DF6E35DB16E2}" dt="2025-08-18T12:25:16.312" v="483" actId="47"/>
        <pc:sldMkLst>
          <pc:docMk/>
          <pc:sldMk cId="886010047" sldId="602"/>
        </pc:sldMkLst>
      </pc:sldChg>
      <pc:sldChg chg="del">
        <pc:chgData name="Deepika Vatsa" userId="f7100972-27fe-4ee6-8fb4-ec9b7931b409" providerId="ADAL" clId="{FECAADD6-485A-4B66-AEA2-DF6E35DB16E2}" dt="2025-08-18T12:25:16.312" v="483" actId="47"/>
        <pc:sldMkLst>
          <pc:docMk/>
          <pc:sldMk cId="1900874624" sldId="603"/>
        </pc:sldMkLst>
      </pc:sldChg>
      <pc:sldChg chg="del">
        <pc:chgData name="Deepika Vatsa" userId="f7100972-27fe-4ee6-8fb4-ec9b7931b409" providerId="ADAL" clId="{FECAADD6-485A-4B66-AEA2-DF6E35DB16E2}" dt="2025-08-18T12:25:16.312" v="483" actId="47"/>
        <pc:sldMkLst>
          <pc:docMk/>
          <pc:sldMk cId="1874286721" sldId="604"/>
        </pc:sldMkLst>
      </pc:sldChg>
      <pc:sldChg chg="del">
        <pc:chgData name="Deepika Vatsa" userId="f7100972-27fe-4ee6-8fb4-ec9b7931b409" providerId="ADAL" clId="{FECAADD6-485A-4B66-AEA2-DF6E35DB16E2}" dt="2025-08-18T12:25:16.312" v="483" actId="47"/>
        <pc:sldMkLst>
          <pc:docMk/>
          <pc:sldMk cId="2436058904" sldId="605"/>
        </pc:sldMkLst>
      </pc:sldChg>
      <pc:sldChg chg="del">
        <pc:chgData name="Deepika Vatsa" userId="f7100972-27fe-4ee6-8fb4-ec9b7931b409" providerId="ADAL" clId="{FECAADD6-485A-4B66-AEA2-DF6E35DB16E2}" dt="2025-08-18T12:25:16.312" v="483" actId="47"/>
        <pc:sldMkLst>
          <pc:docMk/>
          <pc:sldMk cId="2038364896" sldId="606"/>
        </pc:sldMkLst>
      </pc:sldChg>
      <pc:sldChg chg="del">
        <pc:chgData name="Deepika Vatsa" userId="f7100972-27fe-4ee6-8fb4-ec9b7931b409" providerId="ADAL" clId="{FECAADD6-485A-4B66-AEA2-DF6E35DB16E2}" dt="2025-08-18T12:25:16.312" v="483" actId="47"/>
        <pc:sldMkLst>
          <pc:docMk/>
          <pc:sldMk cId="1748403446" sldId="607"/>
        </pc:sldMkLst>
      </pc:sldChg>
      <pc:sldChg chg="del">
        <pc:chgData name="Deepika Vatsa" userId="f7100972-27fe-4ee6-8fb4-ec9b7931b409" providerId="ADAL" clId="{FECAADD6-485A-4B66-AEA2-DF6E35DB16E2}" dt="2025-08-18T12:25:16.312" v="483" actId="47"/>
        <pc:sldMkLst>
          <pc:docMk/>
          <pc:sldMk cId="875425397" sldId="608"/>
        </pc:sldMkLst>
      </pc:sldChg>
      <pc:sldChg chg="del">
        <pc:chgData name="Deepika Vatsa" userId="f7100972-27fe-4ee6-8fb4-ec9b7931b409" providerId="ADAL" clId="{FECAADD6-485A-4B66-AEA2-DF6E35DB16E2}" dt="2025-08-18T12:25:16.312" v="483" actId="47"/>
        <pc:sldMkLst>
          <pc:docMk/>
          <pc:sldMk cId="2661033047" sldId="609"/>
        </pc:sldMkLst>
      </pc:sldChg>
      <pc:sldChg chg="del">
        <pc:chgData name="Deepika Vatsa" userId="f7100972-27fe-4ee6-8fb4-ec9b7931b409" providerId="ADAL" clId="{FECAADD6-485A-4B66-AEA2-DF6E35DB16E2}" dt="2025-08-18T12:25:16.312" v="483" actId="47"/>
        <pc:sldMkLst>
          <pc:docMk/>
          <pc:sldMk cId="1244221787" sldId="610"/>
        </pc:sldMkLst>
      </pc:sldChg>
      <pc:sldChg chg="del">
        <pc:chgData name="Deepika Vatsa" userId="f7100972-27fe-4ee6-8fb4-ec9b7931b409" providerId="ADAL" clId="{FECAADD6-485A-4B66-AEA2-DF6E35DB16E2}" dt="2025-08-18T12:25:16.312" v="483" actId="47"/>
        <pc:sldMkLst>
          <pc:docMk/>
          <pc:sldMk cId="2742127447" sldId="611"/>
        </pc:sldMkLst>
      </pc:sldChg>
      <pc:sldChg chg="del">
        <pc:chgData name="Deepika Vatsa" userId="f7100972-27fe-4ee6-8fb4-ec9b7931b409" providerId="ADAL" clId="{FECAADD6-485A-4B66-AEA2-DF6E35DB16E2}" dt="2025-08-18T12:25:16.312" v="483" actId="47"/>
        <pc:sldMkLst>
          <pc:docMk/>
          <pc:sldMk cId="4043674681" sldId="612"/>
        </pc:sldMkLst>
      </pc:sldChg>
      <pc:sldChg chg="del">
        <pc:chgData name="Deepika Vatsa" userId="f7100972-27fe-4ee6-8fb4-ec9b7931b409" providerId="ADAL" clId="{FECAADD6-485A-4B66-AEA2-DF6E35DB16E2}" dt="2025-08-18T12:25:16.312" v="483" actId="47"/>
        <pc:sldMkLst>
          <pc:docMk/>
          <pc:sldMk cId="1338937673" sldId="613"/>
        </pc:sldMkLst>
      </pc:sldChg>
      <pc:sldChg chg="del">
        <pc:chgData name="Deepika Vatsa" userId="f7100972-27fe-4ee6-8fb4-ec9b7931b409" providerId="ADAL" clId="{FECAADD6-485A-4B66-AEA2-DF6E35DB16E2}" dt="2025-08-18T12:25:16.312" v="483" actId="47"/>
        <pc:sldMkLst>
          <pc:docMk/>
          <pc:sldMk cId="1180035275" sldId="614"/>
        </pc:sldMkLst>
      </pc:sldChg>
      <pc:sldChg chg="addSp delSp modSp add mod">
        <pc:chgData name="Deepika Vatsa" userId="f7100972-27fe-4ee6-8fb4-ec9b7931b409" providerId="ADAL" clId="{FECAADD6-485A-4B66-AEA2-DF6E35DB16E2}" dt="2025-08-18T12:15:37.578" v="278" actId="1076"/>
        <pc:sldMkLst>
          <pc:docMk/>
          <pc:sldMk cId="3468002330" sldId="615"/>
        </pc:sldMkLst>
        <pc:spChg chg="mod">
          <ac:chgData name="Deepika Vatsa" userId="f7100972-27fe-4ee6-8fb4-ec9b7931b409" providerId="ADAL" clId="{FECAADD6-485A-4B66-AEA2-DF6E35DB16E2}" dt="2025-08-18T12:10:28.116" v="217" actId="20577"/>
          <ac:spMkLst>
            <pc:docMk/>
            <pc:sldMk cId="3468002330" sldId="615"/>
            <ac:spMk id="2" creationId="{00000000-0000-0000-0000-000000000000}"/>
          </ac:spMkLst>
        </pc:spChg>
        <pc:picChg chg="add mod modCrop">
          <ac:chgData name="Deepika Vatsa" userId="f7100972-27fe-4ee6-8fb4-ec9b7931b409" providerId="ADAL" clId="{FECAADD6-485A-4B66-AEA2-DF6E35DB16E2}" dt="2025-08-18T12:12:44.301" v="244" actId="1076"/>
          <ac:picMkLst>
            <pc:docMk/>
            <pc:sldMk cId="3468002330" sldId="615"/>
            <ac:picMk id="5" creationId="{2CC44FAA-E59D-50D6-3358-2471E4514BBB}"/>
          </ac:picMkLst>
        </pc:picChg>
        <pc:picChg chg="del">
          <ac:chgData name="Deepika Vatsa" userId="f7100972-27fe-4ee6-8fb4-ec9b7931b409" providerId="ADAL" clId="{FECAADD6-485A-4B66-AEA2-DF6E35DB16E2}" dt="2025-08-18T12:10:04.152" v="165" actId="478"/>
          <ac:picMkLst>
            <pc:docMk/>
            <pc:sldMk cId="3468002330" sldId="615"/>
            <ac:picMk id="7" creationId="{31B87EC0-4ADE-A96C-B968-87A230E18EEA}"/>
          </ac:picMkLst>
        </pc:picChg>
        <pc:picChg chg="add mod">
          <ac:chgData name="Deepika Vatsa" userId="f7100972-27fe-4ee6-8fb4-ec9b7931b409" providerId="ADAL" clId="{FECAADD6-485A-4B66-AEA2-DF6E35DB16E2}" dt="2025-08-18T12:12:52.958" v="246" actId="1076"/>
          <ac:picMkLst>
            <pc:docMk/>
            <pc:sldMk cId="3468002330" sldId="615"/>
            <ac:picMk id="8" creationId="{AC26D618-238D-B539-BF07-568502E06F15}"/>
          </ac:picMkLst>
        </pc:picChg>
        <pc:picChg chg="add mod">
          <ac:chgData name="Deepika Vatsa" userId="f7100972-27fe-4ee6-8fb4-ec9b7931b409" providerId="ADAL" clId="{FECAADD6-485A-4B66-AEA2-DF6E35DB16E2}" dt="2025-08-18T12:12:56.495" v="247" actId="1076"/>
          <ac:picMkLst>
            <pc:docMk/>
            <pc:sldMk cId="3468002330" sldId="615"/>
            <ac:picMk id="10" creationId="{51273CA3-0887-342D-F8FA-5EDE2B21A557}"/>
          </ac:picMkLst>
        </pc:picChg>
        <pc:picChg chg="add mod">
          <ac:chgData name="Deepika Vatsa" userId="f7100972-27fe-4ee6-8fb4-ec9b7931b409" providerId="ADAL" clId="{FECAADD6-485A-4B66-AEA2-DF6E35DB16E2}" dt="2025-08-18T12:13:13.361" v="251" actId="14100"/>
          <ac:picMkLst>
            <pc:docMk/>
            <pc:sldMk cId="3468002330" sldId="615"/>
            <ac:picMk id="12" creationId="{AEA0B93D-A73B-22B4-5A61-8B5DBA7A0C9E}"/>
          </ac:picMkLst>
        </pc:picChg>
        <pc:picChg chg="add mod">
          <ac:chgData name="Deepika Vatsa" userId="f7100972-27fe-4ee6-8fb4-ec9b7931b409" providerId="ADAL" clId="{FECAADD6-485A-4B66-AEA2-DF6E35DB16E2}" dt="2025-08-18T12:13:20.601" v="252" actId="14100"/>
          <ac:picMkLst>
            <pc:docMk/>
            <pc:sldMk cId="3468002330" sldId="615"/>
            <ac:picMk id="14" creationId="{19067CCF-8C03-819F-576B-A43A43E1791D}"/>
          </ac:picMkLst>
        </pc:picChg>
        <pc:picChg chg="add mod">
          <ac:chgData name="Deepika Vatsa" userId="f7100972-27fe-4ee6-8fb4-ec9b7931b409" providerId="ADAL" clId="{FECAADD6-485A-4B66-AEA2-DF6E35DB16E2}" dt="2025-08-18T12:13:28.539" v="259" actId="1037"/>
          <ac:picMkLst>
            <pc:docMk/>
            <pc:sldMk cId="3468002330" sldId="615"/>
            <ac:picMk id="16" creationId="{CC9484A8-7883-649E-C20B-8A897E7B6116}"/>
          </ac:picMkLst>
        </pc:picChg>
        <pc:cxnChg chg="add mod">
          <ac:chgData name="Deepika Vatsa" userId="f7100972-27fe-4ee6-8fb4-ec9b7931b409" providerId="ADAL" clId="{FECAADD6-485A-4B66-AEA2-DF6E35DB16E2}" dt="2025-08-18T12:14:58.033" v="264" actId="14100"/>
          <ac:cxnSpMkLst>
            <pc:docMk/>
            <pc:sldMk cId="3468002330" sldId="615"/>
            <ac:cxnSpMk id="18" creationId="{C7CA4674-FCF8-F505-2833-DDDACC470EEC}"/>
          </ac:cxnSpMkLst>
        </pc:cxnChg>
        <pc:cxnChg chg="add mod">
          <ac:chgData name="Deepika Vatsa" userId="f7100972-27fe-4ee6-8fb4-ec9b7931b409" providerId="ADAL" clId="{FECAADD6-485A-4B66-AEA2-DF6E35DB16E2}" dt="2025-08-18T12:15:05.495" v="266" actId="1076"/>
          <ac:cxnSpMkLst>
            <pc:docMk/>
            <pc:sldMk cId="3468002330" sldId="615"/>
            <ac:cxnSpMk id="20" creationId="{FBCE1A6C-EA7A-A3BB-E665-CC14CC750C1D}"/>
          </ac:cxnSpMkLst>
        </pc:cxnChg>
        <pc:cxnChg chg="add mod">
          <ac:chgData name="Deepika Vatsa" userId="f7100972-27fe-4ee6-8fb4-ec9b7931b409" providerId="ADAL" clId="{FECAADD6-485A-4B66-AEA2-DF6E35DB16E2}" dt="2025-08-18T12:15:17.877" v="270" actId="1076"/>
          <ac:cxnSpMkLst>
            <pc:docMk/>
            <pc:sldMk cId="3468002330" sldId="615"/>
            <ac:cxnSpMk id="21" creationId="{DF8FE725-8023-6324-8D77-E557C4114EF8}"/>
          </ac:cxnSpMkLst>
        </pc:cxnChg>
        <pc:cxnChg chg="add mod">
          <ac:chgData name="Deepika Vatsa" userId="f7100972-27fe-4ee6-8fb4-ec9b7931b409" providerId="ADAL" clId="{FECAADD6-485A-4B66-AEA2-DF6E35DB16E2}" dt="2025-08-18T12:15:30.511" v="276" actId="1076"/>
          <ac:cxnSpMkLst>
            <pc:docMk/>
            <pc:sldMk cId="3468002330" sldId="615"/>
            <ac:cxnSpMk id="23" creationId="{06F46995-D9EE-AB0E-2F95-9B01A574D060}"/>
          </ac:cxnSpMkLst>
        </pc:cxnChg>
        <pc:cxnChg chg="add mod">
          <ac:chgData name="Deepika Vatsa" userId="f7100972-27fe-4ee6-8fb4-ec9b7931b409" providerId="ADAL" clId="{FECAADD6-485A-4B66-AEA2-DF6E35DB16E2}" dt="2025-08-18T12:15:37.578" v="278" actId="1076"/>
          <ac:cxnSpMkLst>
            <pc:docMk/>
            <pc:sldMk cId="3468002330" sldId="615"/>
            <ac:cxnSpMk id="26" creationId="{5D1B6595-BDA8-94AC-023D-22A548C4E7B3}"/>
          </ac:cxnSpMkLst>
        </pc:cxnChg>
      </pc:sldChg>
      <pc:sldChg chg="addSp delSp modSp add mod ord">
        <pc:chgData name="Deepika Vatsa" userId="f7100972-27fe-4ee6-8fb4-ec9b7931b409" providerId="ADAL" clId="{FECAADD6-485A-4B66-AEA2-DF6E35DB16E2}" dt="2025-08-18T12:16:40.109" v="303" actId="1076"/>
        <pc:sldMkLst>
          <pc:docMk/>
          <pc:sldMk cId="2334307004" sldId="616"/>
        </pc:sldMkLst>
        <pc:spChg chg="mod">
          <ac:chgData name="Deepika Vatsa" userId="f7100972-27fe-4ee6-8fb4-ec9b7931b409" providerId="ADAL" clId="{FECAADD6-485A-4B66-AEA2-DF6E35DB16E2}" dt="2025-08-18T12:16:02.793" v="290" actId="20577"/>
          <ac:spMkLst>
            <pc:docMk/>
            <pc:sldMk cId="2334307004" sldId="616"/>
            <ac:spMk id="2" creationId="{00000000-0000-0000-0000-000000000000}"/>
          </ac:spMkLst>
        </pc:spChg>
        <pc:picChg chg="add del mod">
          <ac:chgData name="Deepika Vatsa" userId="f7100972-27fe-4ee6-8fb4-ec9b7931b409" providerId="ADAL" clId="{FECAADD6-485A-4B66-AEA2-DF6E35DB16E2}" dt="2025-08-18T12:16:34.659" v="300" actId="478"/>
          <ac:picMkLst>
            <pc:docMk/>
            <pc:sldMk cId="2334307004" sldId="616"/>
            <ac:picMk id="5" creationId="{FCF334FB-A364-8AF1-7656-34923DFBE8FE}"/>
          </ac:picMkLst>
        </pc:picChg>
        <pc:picChg chg="del">
          <ac:chgData name="Deepika Vatsa" userId="f7100972-27fe-4ee6-8fb4-ec9b7931b409" providerId="ADAL" clId="{FECAADD6-485A-4B66-AEA2-DF6E35DB16E2}" dt="2025-08-18T12:16:04.377" v="291" actId="478"/>
          <ac:picMkLst>
            <pc:docMk/>
            <pc:sldMk cId="2334307004" sldId="616"/>
            <ac:picMk id="7" creationId="{31B87EC0-4ADE-A96C-B968-87A230E18EEA}"/>
          </ac:picMkLst>
        </pc:picChg>
        <pc:picChg chg="add mod">
          <ac:chgData name="Deepika Vatsa" userId="f7100972-27fe-4ee6-8fb4-ec9b7931b409" providerId="ADAL" clId="{FECAADD6-485A-4B66-AEA2-DF6E35DB16E2}" dt="2025-08-18T12:16:40.109" v="303" actId="1076"/>
          <ac:picMkLst>
            <pc:docMk/>
            <pc:sldMk cId="2334307004" sldId="616"/>
            <ac:picMk id="8" creationId="{6D806ACB-E7DB-68C3-CB5F-56E2EA8890DA}"/>
          </ac:picMkLst>
        </pc:picChg>
      </pc:sldChg>
      <pc:sldChg chg="addSp delSp modSp add mod">
        <pc:chgData name="Deepika Vatsa" userId="f7100972-27fe-4ee6-8fb4-ec9b7931b409" providerId="ADAL" clId="{FECAADD6-485A-4B66-AEA2-DF6E35DB16E2}" dt="2025-08-18T12:22:31.378" v="419" actId="478"/>
        <pc:sldMkLst>
          <pc:docMk/>
          <pc:sldMk cId="3542099841" sldId="617"/>
        </pc:sldMkLst>
        <pc:spChg chg="del">
          <ac:chgData name="Deepika Vatsa" userId="f7100972-27fe-4ee6-8fb4-ec9b7931b409" providerId="ADAL" clId="{FECAADD6-485A-4B66-AEA2-DF6E35DB16E2}" dt="2025-08-18T12:17:24.988" v="309" actId="478"/>
          <ac:spMkLst>
            <pc:docMk/>
            <pc:sldMk cId="3542099841" sldId="617"/>
            <ac:spMk id="2" creationId="{00000000-0000-0000-0000-000000000000}"/>
          </ac:spMkLst>
        </pc:spChg>
        <pc:spChg chg="add del mod">
          <ac:chgData name="Deepika Vatsa" userId="f7100972-27fe-4ee6-8fb4-ec9b7931b409" providerId="ADAL" clId="{FECAADD6-485A-4B66-AEA2-DF6E35DB16E2}" dt="2025-08-18T12:22:31.378" v="419" actId="478"/>
          <ac:spMkLst>
            <pc:docMk/>
            <pc:sldMk cId="3542099841" sldId="617"/>
            <ac:spMk id="7" creationId="{91DEEBB9-3AC3-4A9E-CF86-989F90816E47}"/>
          </ac:spMkLst>
        </pc:spChg>
        <pc:spChg chg="add mod">
          <ac:chgData name="Deepika Vatsa" userId="f7100972-27fe-4ee6-8fb4-ec9b7931b409" providerId="ADAL" clId="{FECAADD6-485A-4B66-AEA2-DF6E35DB16E2}" dt="2025-08-18T12:17:30.462" v="319" actId="20577"/>
          <ac:spMkLst>
            <pc:docMk/>
            <pc:sldMk cId="3542099841" sldId="617"/>
            <ac:spMk id="9" creationId="{C253D9F7-5718-29E9-229A-BBDE1A6BAEC3}"/>
          </ac:spMkLst>
        </pc:spChg>
        <pc:picChg chg="add mod">
          <ac:chgData name="Deepika Vatsa" userId="f7100972-27fe-4ee6-8fb4-ec9b7931b409" providerId="ADAL" clId="{FECAADD6-485A-4B66-AEA2-DF6E35DB16E2}" dt="2025-08-18T12:17:17.761" v="308" actId="1076"/>
          <ac:picMkLst>
            <pc:docMk/>
            <pc:sldMk cId="3542099841" sldId="617"/>
            <ac:picMk id="5" creationId="{2112331D-2B54-394C-1B8B-69BDD8D2D700}"/>
          </ac:picMkLst>
        </pc:picChg>
        <pc:picChg chg="del">
          <ac:chgData name="Deepika Vatsa" userId="f7100972-27fe-4ee6-8fb4-ec9b7931b409" providerId="ADAL" clId="{FECAADD6-485A-4B66-AEA2-DF6E35DB16E2}" dt="2025-08-18T12:17:12.224" v="305" actId="478"/>
          <ac:picMkLst>
            <pc:docMk/>
            <pc:sldMk cId="3542099841" sldId="617"/>
            <ac:picMk id="8" creationId="{6D806ACB-E7DB-68C3-CB5F-56E2EA8890DA}"/>
          </ac:picMkLst>
        </pc:picChg>
      </pc:sldChg>
      <pc:sldChg chg="addSp delSp modSp add mod">
        <pc:chgData name="Deepika Vatsa" userId="f7100972-27fe-4ee6-8fb4-ec9b7931b409" providerId="ADAL" clId="{FECAADD6-485A-4B66-AEA2-DF6E35DB16E2}" dt="2025-08-18T12:19:35.605" v="371" actId="1076"/>
        <pc:sldMkLst>
          <pc:docMk/>
          <pc:sldMk cId="3991955979" sldId="618"/>
        </pc:sldMkLst>
        <pc:spChg chg="mod">
          <ac:chgData name="Deepika Vatsa" userId="f7100972-27fe-4ee6-8fb4-ec9b7931b409" providerId="ADAL" clId="{FECAADD6-485A-4B66-AEA2-DF6E35DB16E2}" dt="2025-08-18T12:19:10.680" v="364" actId="20577"/>
          <ac:spMkLst>
            <pc:docMk/>
            <pc:sldMk cId="3991955979" sldId="618"/>
            <ac:spMk id="2" creationId="{00000000-0000-0000-0000-000000000000}"/>
          </ac:spMkLst>
        </pc:spChg>
        <pc:picChg chg="del">
          <ac:chgData name="Deepika Vatsa" userId="f7100972-27fe-4ee6-8fb4-ec9b7931b409" providerId="ADAL" clId="{FECAADD6-485A-4B66-AEA2-DF6E35DB16E2}" dt="2025-08-18T12:19:12.145" v="365" actId="478"/>
          <ac:picMkLst>
            <pc:docMk/>
            <pc:sldMk cId="3991955979" sldId="618"/>
            <ac:picMk id="5" creationId="{CBB23C75-79E3-DF1C-D40A-D199F6F0FF07}"/>
          </ac:picMkLst>
        </pc:picChg>
        <pc:picChg chg="add mod">
          <ac:chgData name="Deepika Vatsa" userId="f7100972-27fe-4ee6-8fb4-ec9b7931b409" providerId="ADAL" clId="{FECAADD6-485A-4B66-AEA2-DF6E35DB16E2}" dt="2025-08-18T12:19:18.708" v="369" actId="14100"/>
          <ac:picMkLst>
            <pc:docMk/>
            <pc:sldMk cId="3991955979" sldId="618"/>
            <ac:picMk id="6" creationId="{7F5BB2CF-D3D0-72A8-63E3-727EEFD25493}"/>
          </ac:picMkLst>
        </pc:picChg>
        <pc:picChg chg="add mod">
          <ac:chgData name="Deepika Vatsa" userId="f7100972-27fe-4ee6-8fb4-ec9b7931b409" providerId="ADAL" clId="{FECAADD6-485A-4B66-AEA2-DF6E35DB16E2}" dt="2025-08-18T12:19:35.605" v="371" actId="1076"/>
          <ac:picMkLst>
            <pc:docMk/>
            <pc:sldMk cId="3991955979" sldId="618"/>
            <ac:picMk id="8" creationId="{B9A0C6AF-A876-1DCD-2348-A7B28B921520}"/>
          </ac:picMkLst>
        </pc:picChg>
      </pc:sldChg>
      <pc:sldChg chg="addSp delSp modSp add mod">
        <pc:chgData name="Deepika Vatsa" userId="f7100972-27fe-4ee6-8fb4-ec9b7931b409" providerId="ADAL" clId="{FECAADD6-485A-4B66-AEA2-DF6E35DB16E2}" dt="2025-08-18T12:20:13.153" v="378" actId="1076"/>
        <pc:sldMkLst>
          <pc:docMk/>
          <pc:sldMk cId="3912900456" sldId="619"/>
        </pc:sldMkLst>
        <pc:picChg chg="add mod">
          <ac:chgData name="Deepika Vatsa" userId="f7100972-27fe-4ee6-8fb4-ec9b7931b409" providerId="ADAL" clId="{FECAADD6-485A-4B66-AEA2-DF6E35DB16E2}" dt="2025-08-18T12:20:03.557" v="376" actId="14100"/>
          <ac:picMkLst>
            <pc:docMk/>
            <pc:sldMk cId="3912900456" sldId="619"/>
            <ac:picMk id="5" creationId="{B9D85BF9-2634-8C6B-1C54-FA92545D2984}"/>
          </ac:picMkLst>
        </pc:picChg>
        <pc:picChg chg="del">
          <ac:chgData name="Deepika Vatsa" userId="f7100972-27fe-4ee6-8fb4-ec9b7931b409" providerId="ADAL" clId="{FECAADD6-485A-4B66-AEA2-DF6E35DB16E2}" dt="2025-08-18T12:19:57.897" v="373" actId="478"/>
          <ac:picMkLst>
            <pc:docMk/>
            <pc:sldMk cId="3912900456" sldId="619"/>
            <ac:picMk id="6" creationId="{7F5BB2CF-D3D0-72A8-63E3-727EEFD25493}"/>
          </ac:picMkLst>
        </pc:picChg>
        <pc:picChg chg="add mod">
          <ac:chgData name="Deepika Vatsa" userId="f7100972-27fe-4ee6-8fb4-ec9b7931b409" providerId="ADAL" clId="{FECAADD6-485A-4B66-AEA2-DF6E35DB16E2}" dt="2025-08-18T12:20:13.153" v="378" actId="1076"/>
          <ac:picMkLst>
            <pc:docMk/>
            <pc:sldMk cId="3912900456" sldId="619"/>
            <ac:picMk id="9" creationId="{6C68254F-11DA-AC9D-812C-5397EBBEA39E}"/>
          </ac:picMkLst>
        </pc:picChg>
      </pc:sldChg>
      <pc:sldChg chg="add">
        <pc:chgData name="Deepika Vatsa" userId="f7100972-27fe-4ee6-8fb4-ec9b7931b409" providerId="ADAL" clId="{FECAADD6-485A-4B66-AEA2-DF6E35DB16E2}" dt="2025-08-18T12:20:43.270" v="379" actId="2890"/>
        <pc:sldMkLst>
          <pc:docMk/>
          <pc:sldMk cId="4060805478" sldId="620"/>
        </pc:sldMkLst>
      </pc:sldChg>
      <pc:sldChg chg="addSp delSp modSp add mod">
        <pc:chgData name="Deepika Vatsa" userId="f7100972-27fe-4ee6-8fb4-ec9b7931b409" providerId="ADAL" clId="{FECAADD6-485A-4B66-AEA2-DF6E35DB16E2}" dt="2025-08-18T12:23:33.340" v="453" actId="14100"/>
        <pc:sldMkLst>
          <pc:docMk/>
          <pc:sldMk cId="3334835650" sldId="621"/>
        </pc:sldMkLst>
        <pc:spChg chg="mod">
          <ac:chgData name="Deepika Vatsa" userId="f7100972-27fe-4ee6-8fb4-ec9b7931b409" providerId="ADAL" clId="{FECAADD6-485A-4B66-AEA2-DF6E35DB16E2}" dt="2025-08-18T12:23:26.085" v="449" actId="5793"/>
          <ac:spMkLst>
            <pc:docMk/>
            <pc:sldMk cId="3334835650" sldId="621"/>
            <ac:spMk id="2" creationId="{00000000-0000-0000-0000-000000000000}"/>
          </ac:spMkLst>
        </pc:spChg>
        <pc:picChg chg="del">
          <ac:chgData name="Deepika Vatsa" userId="f7100972-27fe-4ee6-8fb4-ec9b7931b409" providerId="ADAL" clId="{FECAADD6-485A-4B66-AEA2-DF6E35DB16E2}" dt="2025-08-18T12:23:27.827" v="450" actId="478"/>
          <ac:picMkLst>
            <pc:docMk/>
            <pc:sldMk cId="3334835650" sldId="621"/>
            <ac:picMk id="5" creationId="{B9D85BF9-2634-8C6B-1C54-FA92545D2984}"/>
          </ac:picMkLst>
        </pc:picChg>
        <pc:picChg chg="add mod">
          <ac:chgData name="Deepika Vatsa" userId="f7100972-27fe-4ee6-8fb4-ec9b7931b409" providerId="ADAL" clId="{FECAADD6-485A-4B66-AEA2-DF6E35DB16E2}" dt="2025-08-18T12:23:33.340" v="453" actId="14100"/>
          <ac:picMkLst>
            <pc:docMk/>
            <pc:sldMk cId="3334835650" sldId="621"/>
            <ac:picMk id="6" creationId="{45AC247E-DBE5-6911-F887-A62BC46F4370}"/>
          </ac:picMkLst>
        </pc:picChg>
      </pc:sldChg>
      <pc:sldChg chg="addSp delSp modSp add mod">
        <pc:chgData name="Deepika Vatsa" userId="f7100972-27fe-4ee6-8fb4-ec9b7931b409" providerId="ADAL" clId="{FECAADD6-485A-4B66-AEA2-DF6E35DB16E2}" dt="2025-08-18T12:23:58.850" v="458" actId="14100"/>
        <pc:sldMkLst>
          <pc:docMk/>
          <pc:sldMk cId="3976936197" sldId="622"/>
        </pc:sldMkLst>
        <pc:picChg chg="add mod">
          <ac:chgData name="Deepika Vatsa" userId="f7100972-27fe-4ee6-8fb4-ec9b7931b409" providerId="ADAL" clId="{FECAADD6-485A-4B66-AEA2-DF6E35DB16E2}" dt="2025-08-18T12:23:58.850" v="458" actId="14100"/>
          <ac:picMkLst>
            <pc:docMk/>
            <pc:sldMk cId="3976936197" sldId="622"/>
            <ac:picMk id="5" creationId="{FC06E42A-5E65-5F01-9A82-45CA807E2DDE}"/>
          </ac:picMkLst>
        </pc:picChg>
        <pc:picChg chg="del">
          <ac:chgData name="Deepika Vatsa" userId="f7100972-27fe-4ee6-8fb4-ec9b7931b409" providerId="ADAL" clId="{FECAADD6-485A-4B66-AEA2-DF6E35DB16E2}" dt="2025-08-18T12:23:51.057" v="455" actId="478"/>
          <ac:picMkLst>
            <pc:docMk/>
            <pc:sldMk cId="3976936197" sldId="622"/>
            <ac:picMk id="6" creationId="{45AC247E-DBE5-6911-F887-A62BC46F4370}"/>
          </ac:picMkLst>
        </pc:picChg>
      </pc:sldChg>
      <pc:sldChg chg="addSp delSp modSp add mod">
        <pc:chgData name="Deepika Vatsa" userId="f7100972-27fe-4ee6-8fb4-ec9b7931b409" providerId="ADAL" clId="{FECAADD6-485A-4B66-AEA2-DF6E35DB16E2}" dt="2025-08-18T12:27:36.423" v="551" actId="14100"/>
        <pc:sldMkLst>
          <pc:docMk/>
          <pc:sldMk cId="1533333801" sldId="623"/>
        </pc:sldMkLst>
        <pc:spChg chg="mod">
          <ac:chgData name="Deepika Vatsa" userId="f7100972-27fe-4ee6-8fb4-ec9b7931b409" providerId="ADAL" clId="{FECAADD6-485A-4B66-AEA2-DF6E35DB16E2}" dt="2025-08-18T12:24:18.547" v="476" actId="20577"/>
          <ac:spMkLst>
            <pc:docMk/>
            <pc:sldMk cId="1533333801" sldId="623"/>
            <ac:spMk id="2" creationId="{00000000-0000-0000-0000-000000000000}"/>
          </ac:spMkLst>
        </pc:spChg>
        <pc:picChg chg="del">
          <ac:chgData name="Deepika Vatsa" userId="f7100972-27fe-4ee6-8fb4-ec9b7931b409" providerId="ADAL" clId="{FECAADD6-485A-4B66-AEA2-DF6E35DB16E2}" dt="2025-08-18T12:24:20.167" v="477" actId="478"/>
          <ac:picMkLst>
            <pc:docMk/>
            <pc:sldMk cId="1533333801" sldId="623"/>
            <ac:picMk id="5" creationId="{FC06E42A-5E65-5F01-9A82-45CA807E2DDE}"/>
          </ac:picMkLst>
        </pc:picChg>
        <pc:picChg chg="add mod">
          <ac:chgData name="Deepika Vatsa" userId="f7100972-27fe-4ee6-8fb4-ec9b7931b409" providerId="ADAL" clId="{FECAADD6-485A-4B66-AEA2-DF6E35DB16E2}" dt="2025-08-18T12:27:36.423" v="551" actId="14100"/>
          <ac:picMkLst>
            <pc:docMk/>
            <pc:sldMk cId="1533333801" sldId="623"/>
            <ac:picMk id="6" creationId="{7F10BE66-5BD9-07F6-1AA0-14F9ADA14CAD}"/>
          </ac:picMkLst>
        </pc:picChg>
      </pc:sldChg>
      <pc:sldChg chg="delSp add del mod">
        <pc:chgData name="Deepika Vatsa" userId="f7100972-27fe-4ee6-8fb4-ec9b7931b409" providerId="ADAL" clId="{FECAADD6-485A-4B66-AEA2-DF6E35DB16E2}" dt="2025-08-18T12:26:38.626" v="522" actId="2696"/>
        <pc:sldMkLst>
          <pc:docMk/>
          <pc:sldMk cId="2367265284" sldId="624"/>
        </pc:sldMkLst>
        <pc:picChg chg="del">
          <ac:chgData name="Deepika Vatsa" userId="f7100972-27fe-4ee6-8fb4-ec9b7931b409" providerId="ADAL" clId="{FECAADD6-485A-4B66-AEA2-DF6E35DB16E2}" dt="2025-08-18T12:25:27.883" v="487" actId="478"/>
          <ac:picMkLst>
            <pc:docMk/>
            <pc:sldMk cId="2367265284" sldId="624"/>
            <ac:picMk id="6" creationId="{7F10BE66-5BD9-07F6-1AA0-14F9ADA14CAD}"/>
          </ac:picMkLst>
        </pc:picChg>
      </pc:sldChg>
      <pc:sldChg chg="delSp add del mod">
        <pc:chgData name="Deepika Vatsa" userId="f7100972-27fe-4ee6-8fb4-ec9b7931b409" providerId="ADAL" clId="{FECAADD6-485A-4B66-AEA2-DF6E35DB16E2}" dt="2025-08-18T12:26:38.626" v="522" actId="2696"/>
        <pc:sldMkLst>
          <pc:docMk/>
          <pc:sldMk cId="1967559052" sldId="625"/>
        </pc:sldMkLst>
        <pc:picChg chg="del">
          <ac:chgData name="Deepika Vatsa" userId="f7100972-27fe-4ee6-8fb4-ec9b7931b409" providerId="ADAL" clId="{FECAADD6-485A-4B66-AEA2-DF6E35DB16E2}" dt="2025-08-18T12:25:30.077" v="488" actId="478"/>
          <ac:picMkLst>
            <pc:docMk/>
            <pc:sldMk cId="1967559052" sldId="625"/>
            <ac:picMk id="6" creationId="{7F10BE66-5BD9-07F6-1AA0-14F9ADA14CAD}"/>
          </ac:picMkLst>
        </pc:picChg>
      </pc:sldChg>
      <pc:sldChg chg="addSp delSp modSp add mod">
        <pc:chgData name="Deepika Vatsa" userId="f7100972-27fe-4ee6-8fb4-ec9b7931b409" providerId="ADAL" clId="{FECAADD6-485A-4B66-AEA2-DF6E35DB16E2}" dt="2025-08-18T12:26:34.745" v="521" actId="20577"/>
        <pc:sldMkLst>
          <pc:docMk/>
          <pc:sldMk cId="3549948443" sldId="626"/>
        </pc:sldMkLst>
        <pc:spChg chg="mod">
          <ac:chgData name="Deepika Vatsa" userId="f7100972-27fe-4ee6-8fb4-ec9b7931b409" providerId="ADAL" clId="{FECAADD6-485A-4B66-AEA2-DF6E35DB16E2}" dt="2025-08-18T12:26:34.745" v="521" actId="20577"/>
          <ac:spMkLst>
            <pc:docMk/>
            <pc:sldMk cId="3549948443" sldId="626"/>
            <ac:spMk id="2" creationId="{00000000-0000-0000-0000-000000000000}"/>
          </ac:spMkLst>
        </pc:spChg>
        <pc:picChg chg="add mod">
          <ac:chgData name="Deepika Vatsa" userId="f7100972-27fe-4ee6-8fb4-ec9b7931b409" providerId="ADAL" clId="{FECAADD6-485A-4B66-AEA2-DF6E35DB16E2}" dt="2025-08-18T12:25:59.255" v="494" actId="1076"/>
          <ac:picMkLst>
            <pc:docMk/>
            <pc:sldMk cId="3549948443" sldId="626"/>
            <ac:picMk id="5" creationId="{9F257CC6-C275-8610-3C49-0F57B9EED705}"/>
          </ac:picMkLst>
        </pc:picChg>
        <pc:picChg chg="del">
          <ac:chgData name="Deepika Vatsa" userId="f7100972-27fe-4ee6-8fb4-ec9b7931b409" providerId="ADAL" clId="{FECAADD6-485A-4B66-AEA2-DF6E35DB16E2}" dt="2025-08-18T12:25:32.117" v="489" actId="478"/>
          <ac:picMkLst>
            <pc:docMk/>
            <pc:sldMk cId="3549948443" sldId="626"/>
            <ac:picMk id="6" creationId="{7F10BE66-5BD9-07F6-1AA0-14F9ADA14CAD}"/>
          </ac:picMkLst>
        </pc:picChg>
      </pc:sldChg>
      <pc:sldChg chg="addSp delSp modSp add mod">
        <pc:chgData name="Deepika Vatsa" userId="f7100972-27fe-4ee6-8fb4-ec9b7931b409" providerId="ADAL" clId="{FECAADD6-485A-4B66-AEA2-DF6E35DB16E2}" dt="2025-08-18T12:26:29.619" v="508" actId="14100"/>
        <pc:sldMkLst>
          <pc:docMk/>
          <pc:sldMk cId="1492384228" sldId="627"/>
        </pc:sldMkLst>
        <pc:spChg chg="mod">
          <ac:chgData name="Deepika Vatsa" userId="f7100972-27fe-4ee6-8fb4-ec9b7931b409" providerId="ADAL" clId="{FECAADD6-485A-4B66-AEA2-DF6E35DB16E2}" dt="2025-08-18T12:26:23.477" v="504" actId="20577"/>
          <ac:spMkLst>
            <pc:docMk/>
            <pc:sldMk cId="1492384228" sldId="627"/>
            <ac:spMk id="2" creationId="{00000000-0000-0000-0000-000000000000}"/>
          </ac:spMkLst>
        </pc:spChg>
        <pc:picChg chg="del">
          <ac:chgData name="Deepika Vatsa" userId="f7100972-27fe-4ee6-8fb4-ec9b7931b409" providerId="ADAL" clId="{FECAADD6-485A-4B66-AEA2-DF6E35DB16E2}" dt="2025-08-18T12:26:24.903" v="505" actId="478"/>
          <ac:picMkLst>
            <pc:docMk/>
            <pc:sldMk cId="1492384228" sldId="627"/>
            <ac:picMk id="5" creationId="{9F257CC6-C275-8610-3C49-0F57B9EED705}"/>
          </ac:picMkLst>
        </pc:picChg>
        <pc:picChg chg="add mod">
          <ac:chgData name="Deepika Vatsa" userId="f7100972-27fe-4ee6-8fb4-ec9b7931b409" providerId="ADAL" clId="{FECAADD6-485A-4B66-AEA2-DF6E35DB16E2}" dt="2025-08-18T12:26:29.619" v="508" actId="14100"/>
          <ac:picMkLst>
            <pc:docMk/>
            <pc:sldMk cId="1492384228" sldId="627"/>
            <ac:picMk id="6" creationId="{83230359-2DED-4BBB-12AD-ED524BA268FF}"/>
          </ac:picMkLst>
        </pc:picChg>
      </pc:sldChg>
      <pc:sldChg chg="addSp delSp modSp add mod">
        <pc:chgData name="Deepika Vatsa" userId="f7100972-27fe-4ee6-8fb4-ec9b7931b409" providerId="ADAL" clId="{FECAADD6-485A-4B66-AEA2-DF6E35DB16E2}" dt="2025-08-18T12:27:28.341" v="550" actId="14100"/>
        <pc:sldMkLst>
          <pc:docMk/>
          <pc:sldMk cId="3339153089" sldId="628"/>
        </pc:sldMkLst>
        <pc:spChg chg="mod">
          <ac:chgData name="Deepika Vatsa" userId="f7100972-27fe-4ee6-8fb4-ec9b7931b409" providerId="ADAL" clId="{FECAADD6-485A-4B66-AEA2-DF6E35DB16E2}" dt="2025-08-18T12:27:21.792" v="546" actId="20577"/>
          <ac:spMkLst>
            <pc:docMk/>
            <pc:sldMk cId="3339153089" sldId="628"/>
            <ac:spMk id="2" creationId="{00000000-0000-0000-0000-000000000000}"/>
          </ac:spMkLst>
        </pc:spChg>
        <pc:picChg chg="add mod">
          <ac:chgData name="Deepika Vatsa" userId="f7100972-27fe-4ee6-8fb4-ec9b7931b409" providerId="ADAL" clId="{FECAADD6-485A-4B66-AEA2-DF6E35DB16E2}" dt="2025-08-18T12:27:28.341" v="550" actId="14100"/>
          <ac:picMkLst>
            <pc:docMk/>
            <pc:sldMk cId="3339153089" sldId="628"/>
            <ac:picMk id="5" creationId="{E774913A-6257-8DCF-186F-01DAC8BBA23F}"/>
          </ac:picMkLst>
        </pc:picChg>
        <pc:picChg chg="del">
          <ac:chgData name="Deepika Vatsa" userId="f7100972-27fe-4ee6-8fb4-ec9b7931b409" providerId="ADAL" clId="{FECAADD6-485A-4B66-AEA2-DF6E35DB16E2}" dt="2025-08-18T12:27:23.518" v="547" actId="478"/>
          <ac:picMkLst>
            <pc:docMk/>
            <pc:sldMk cId="3339153089" sldId="628"/>
            <ac:picMk id="6" creationId="{83230359-2DED-4BBB-12AD-ED524BA268FF}"/>
          </ac:picMkLst>
        </pc:pic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07:43.597"/>
    </inkml:context>
    <inkml:brush xml:id="br0">
      <inkml:brushProperty name="width" value="0.05292" units="cm"/>
      <inkml:brushProperty name="height" value="0.05292" units="cm"/>
      <inkml:brushProperty name="color" value="#FF0000"/>
    </inkml:brush>
  </inkml:definitions>
  <inkml:trace contextRef="#ctx0" brushRef="#br0">13019 7890 860 0,'0'0'196'0,"0"0"-12"0,0 0-73 0,0 0-37 0,0 0-11 0,0 0-4 0,0 0-34 0,-91 0-5 0,91 0-16 15,0 0 19-15,36 0-18 0,47 4 2 16,41 6 13-16,39-6-5 15,16-4-8-15,8 0-7 16,0 0 3-16,-27 0-6 16,-41 4 9-16,-11-4-10 15,-29 2 8-15,-19-2-8 16,-24 3-6-16,-4 3-28 16,-16 4-50-16,3-6-55 15,-19-4-40-15,0 0-190 16</inkml:trace>
  <inkml:trace contextRef="#ctx0" brushRef="#br0" timeOffset="2032.63">23825 8004 732 0,'0'0'159'0,"0"0"-22"0,0 0-53 0,-334 0 24 16,286 6-34-16,12 0-25 15,24-3-10-15,12-3-15 16,0 4-5-16,0-4 4 16,0 6-21-16,12 4 3 0,84 2 3 15,31-7 29 1,36 3 13-16,45-8-21 0,3 0-26 15,15 0 4-15,5 0 5 16,12-9-3-16,-8-4-2 16,-32 0-4-16,-20 7 2 15,-39-1-5-15,-41 4-5 16,-19 0 5-16,-28-2 0 16,-21 5 0-16,-11-1 2 15,-12-2-2-15,-4 3 0 16,-8 0-1-16,0 0 0 15,0 0-60-15,-79 0-84 16,-25 12-72-16,-23-6-387 16</inkml:trace>
  <inkml:trace contextRef="#ctx0" brushRef="#br0" timeOffset="2915.39">5415 9381 933 0,'0'0'145'0,"0"0"12"0,0 0-52 0,0 0-32 0,0 0-13 15,0 0-33-15,-24 0-23 16,71 0-1-16,49 5-3 16,43 3 16-16,13-1-9 15,23-5-7-15,-24-2 0 16,0 3 8-16,-19 1-7 15,-29 0-1-15,1 2-7 16,-32 4-53-16,-1 3-50 16,-11-2-74-16,-16-4-104 15</inkml:trace>
  <inkml:trace contextRef="#ctx0" brushRef="#br0" timeOffset="5167.04">19107 9194 1046 0,'0'0'85'0,"0"0"24"0,0 0-51 0,0 0-22 0,0 0 0 16,0 0-29-16,-24 28-3 15,120-21-4-15,79-4 12 16,56-3 12-16,40 0 6 16,43 0 0-16,1 0-19 0,-21 0-8 15,-27 0-2-15,-20 0 4 16,-28 0-5-16,-28 0 2 16,-32 0 0-16,-27 7 3 15,-37-7-5-15,-15 0 1 16,-24 0-3-16,-16 0 6 15,-17 0-7-15,-3 0 3 16,-16 0-70-16,-4 0-103 16,0 0-123-16,-16 0-413 15</inkml:trace>
  <inkml:trace contextRef="#ctx0" brushRef="#br0" timeOffset="14998.78">9305 11029 912 0,'0'0'105'0,"0"0"-6"0,0 0-10 0,0 0-12 0,0 0-31 16,0 0-24-16,0 0-14 15,35 3 21-15,81-3 9 16,3-3 14-16,21-10-26 15,3 8-19-15,8-5 6 16,1-2-10-16,-1 4 0 16,-24 3-3-16,-11-2 6 0,-45 5-4 15,-15 2-2-15,-28 0 0 16,-8 0-1-16,-8 0 1 16,0 0-4-16,0 0-35 15,0 0-79-15,-12 0-122 16,12 0-207-16</inkml:trace>
  <inkml:trace contextRef="#ctx0" brushRef="#br0" timeOffset="22218.85">16571 11164 872 0,'0'0'145'0,"0"0"16"0,0 0-58 0,0 0-10 0,0 0-27 15,0 0-37-15,0 0 1 16,-68 0-8-16,136 0-4 16,27-4 14-16,49-9 0 15,31 0-7-15,12-3-19 16,-12 2 2-16,-3 6 0 15,-29 4-7-15,-16-1-1 16,-23 5 0-16,-25 0 0 16,-27 0 1-16,-16 0 5 15,-16 0-4-15,-8 0-2 16,-12 0-2-16,0 0-7 16,0 3-51-16,-44 21-92 15,-99 0-173-15</inkml:trace>
  <inkml:trace contextRef="#ctx0" brushRef="#br0" timeOffset="23899.08">20676 11027 851 0,'0'0'180'15,"0"0"-54"-15,0 0-30 0,0 0-30 0,0 0-13 16,0 0-31-16,0 0-10 16,80-11 20-16,63 11 28 15,44 0-5-15,44-18-36 16,36-9-2-16,11 3-5 15,-3 4-9-15,-8 9 2 16,-20 0-1-16,-16 9-3 16,-32-2 7-16,-24 4 1 15,-44 0-9-15,-31 0 1 0,-28 0 0 16,-25 0-1 0,-15 0 0-16,-20 0-1 0,-8 0 3 15,-4 0-2-15,0 4 2 16,0-4-2-16,0 0-18 15,0 2-62-15,0 15-116 16,-48-5-189-16</inkml:trace>
  <inkml:trace contextRef="#ctx0" brushRef="#br0" timeOffset="38282.62">22953 786 740 0,'0'0'227'0,"0"0"-28"0,0 0-87 0,0 0-11 16,0 0-40-16,0 0-33 15,0 0-28-15,-47 48 17 16,47 17 5-16,0 14-11 16,0 5 1-16,0 6-7 15,0-5-1-15,0-10 1 16,-12-13-5-16,-12-11-9 0,0-19-50 15,4-18-96-15,4-14 5 16,-4 0-61-16,-4-9-169 16</inkml:trace>
  <inkml:trace contextRef="#ctx0" brushRef="#br0" timeOffset="38799.31">22543 873 707 0,'0'0'205'0,"0"0"-18"15,0 0-58-15,0 0-31 16,0 0-55-16,0 0-4 16,199-168-14-16,-79 145-2 0,3 1-9 15,-3 5-9 1,-13 8 3-16,-3 4-6 16,-25 5-2-16,-11 0 1 0,-16 0-1 15,-8 0 0-15,-9 0-1 16,1 0 1-16,-12 5 2 15,-12 1-2-15,0 5 0 16,8-2-1-16,-8 4 1 16,4-2 0-16,4 10 0 15,-8-3 0-15,0 8 0 16,0 5 1-16,11 1-1 16,-3 3 9-16,4 3-6 15,-8 4 5-15,4 1-7 16,-4 6-1-16,-4-1 1 0,0 2 5 15,-4-2-1-15,4-3 11 16,-12-1-9-16,0-6-2 16,0-7-5-16,0-6 3 15,0-8-1-15,-12-2 16 16,-44-1 10-16,-39-2-2 16,-13 1-9-16,-19-1-13 15,-13-1-4-15,21 4 0 16,-5-6-4-16,17 7 4 15,15 1-17-15,9-3-25 16,23 3-64-16,16-3-79 16,28-4-37-16,16-10-348 15</inkml:trace>
  <inkml:trace contextRef="#ctx0" brushRef="#br0" timeOffset="39632.48">26226 856 1056 0,'0'0'122'0,"0"0"57"0,0 0-57 0,0 0-33 0,0 0-68 16,0 0-17-16,44 33-4 16,0 19 8-16,-16 7 2 15,-4 8-6-15,-12-7 3 16,-12-6-5-16,7-10 0 15,-7-12-4-15,0-17-16 16,4-9-39-16,4-6-30 16,-8 0 31-16,0-32 48 0,0-11-5 15,-8-16 6 1,-31-6 7-16,-5-3 1 0,-4 6 3 16,4 5-2-1,8 6 28-15,13 6-3 0,11 5 14 16,12 7 2-16,0 8 5 15,0 1-13-15,0 13-10 16,0 2 0-16,12 2-6 16,35 3-18-16,33 1 0 15,23 3-1-15,17 0 1 16,7 0-1-16,-7 0 0 16,3 0 0-16,-15 0 0 15,7 0 1-15,-19 0 0 16,-13 0-1-16,-27 0 0 0,-12 0-2 15,-20 0 2-15,-12 0-5 16,-8 0 7-16,4 3-3 16,-4 14 1-16,4 3-3 15,-4 6 3-15,4 13 0 16,-4 6 3-16,-4 10-3 16,8 5 0-16,-5 3 0 15,5 2 0-15,-4 6 0 16,4-10 1-16,-4-3-2 15,-4-13 2-15,0-8 0 16,0-6-1-16,0-7 1 16,-4-4-1-16,-43-3 7 15,-33-4 1-15,-35-3-6 16,-41 8 1-16,-31-2 2 16,4 0-2-16,28-7-6 0,27-2 2 15,57-7 0-15,15 0-46 16,20 0-53-16,24 0-128 15,12 0-133-15</inkml:trace>
  <inkml:trace contextRef="#ctx0" brushRef="#br0" timeOffset="40382.05">29702 899 1130 0,'0'0'161'0,"0"0"-106"0,0 0-38 0,0 0-15 16,0 0 22-16,36 163 13 15,-24-95-10-15,-8-4-9 16,-4-8-3-16,0-11-7 16,0-17 1-16,0-15-9 0,8-6 0 15,-8-7 2 1,0 0 6-16,0-16 14 0,0-26 49 16,0-18-60-16,0-13-5 15,0 0 5-15,0-4 8 16,0 11-7-16,0 3 9 15,0 7-1-15,16 5-10 16,8 8 4-16,8 12 1 16,3 6 0-16,-11 9-5 15,8 5 2-15,8 9-10 16,4 2-4-16,11 0-1 16,9 0-1-16,-8 2 4 15,12 21-3-15,-5-4-2 16,-7 0 5-16,12 3-1 0,-17-2 6 15,5-1-4-15,-8-4-1 16,-4 4 0-16,-16-7-1 16,-8-3-1-16,-8 5 2 15,-1-4 0-15,1-6 0 16,-12 5 0-16,12 0 0 16,-12 7 0-16,20 3 0 15,-16 6 0-15,4 8-1 16,-4 3 1-16,8 10 0 15,-4 5 0-15,-4-6 0 16,-4-7 0-16,0-7 0 16,0-2 0-16,0 0-1 15,-28-2 2-15,-28 4 0 16,-11-2-1-16,-17-3 4 16,-7-3-3-16,-29-4-1 0,-43-4-12 15,-36-4-41-15,-8 4-111 16,4-10-215-16,39-5-689 15</inkml:trace>
  <inkml:trace contextRef="#ctx0" brushRef="#br0" timeOffset="41316.28">23375 1457 775 0,'0'0'292'0,"0"0"-111"0,0 0-25 0,0 0-40 0,0 0-59 16,0 0-40-16,20-15-17 15,-8 55-1-15,0 15 1 16,0 3 10-16,0 13 4 16,0 1 14-16,0 3-14 15,0-7-1-15,0-7 1 16,-12-10-12-16,8-10 1 15,-8-5 1-15,0-10-4 16,0-6 4-16,0-3-1 16,0-14 3-16,0-3-3 15,-32 0-2-15,-16 0 14 0,12 0-8 16,-7-21 1 0,7 1-1-16,0-1-6 0,12 11 11 15,12-3-5-15,4 10 8 16,8-1-5-16,0 4-7 15,0 0-3-15,0 0-2 16,0 4-12-16,0 21-5 16,20 4 18-16,24 2 2 15,-8-2 3-15,-8-4-3 16,7-6-1-16,-3-7-5 16,-8-4 5-16,-4-8 6 15,-4 0-6-15,4 0 0 16,4-18 11-16,0-19-4 15,-8-4-7-15,3 0 0 0,-19 0-1 16,12 7-13-16,0 8-13 16,0 0-37-16,20 6-53 15,8 0-94-15,20 2-90 16,27-7-302-16</inkml:trace>
  <inkml:trace contextRef="#ctx0" brushRef="#br0" timeOffset="42199.02">27226 1584 747 0,'0'0'247'0,"0"0"-60"0,0 0-50 0,0 0-3 16,0 0-40-16,0 0-48 15,-20-45-22-15,20 45-13 16,0 0-11-16,0 11-4 0,0 27 1 16,0 9 3-16,12 5 2 15,12 16-2-15,-5-3 7 16,-3 1 2-16,-4-6-4 15,0-13-3-15,-12-12 0 16,8-12-2-16,-4-10 0 16,-4-7 2-16,0-6-1 15,0 0 0-15,0 0 15 16,0 0 5-16,0-5 18 16,0-9-12-16,-28-9-25 15,4 4 6-15,5 0-6 16,3 6-1-16,4 4 5 15,0 3-2-15,12 6-4 0,0 0 0 16,0 0 0-16,0 0-10 16,0 0 2-16,0 9-3 15,0 10 9-15,0 4 2 16,16 2 0-16,8-7 0 16,-1 0-4-16,-3-7 3 15,-4-4 0-15,-8-7 0 16,4 0-2-16,0 0 2 15,0 0 1-15,20-19 5 16,-8-6 1-16,-12-1-6 16,0-3-2-16,0 4-18 15,-8-1-37-15,8 6-56 16,7 2-124-16,5 0-107 0</inkml:trace>
  <inkml:trace contextRef="#ctx0" brushRef="#br0" timeOffset="43265.9">30184 1632 565 0,'0'0'197'0,"0"0"47"0,0 0-95 0,0 0-45 15,0 0-27-15,0 0-22 16,-12-73-25-16,12 73-18 16,0 0 5-16,0 0-16 15,0 18 0-15,24 20 9 16,12 8 6-16,-4 7-1 15,-17 14-1-15,-3 9 4 16,-12-1-5-16,0 2-1 16,0-7-3-16,0-13-7 15,0-12-2-15,-12-13 5 16,8-16-4-16,-3-14-1 0,3-2 1 16,-4 0 9-16,4 0-9 15,-8 0 12-15,-12 0-1 16,-8-23-8-16,8-1 0 15,-8 2 3-15,4 0 2 16,4 2 8-16,4 4-13 16,9 4 6-16,7 2 0 15,-4 7-2-15,8 3 7 16,-12 0-2-16,12 0-4 16,0 0-9-16,0 0-3 0,0 0-6 15,0 10 0 1,0 8 8-16,0 8 0 0,35-1 0 15,-3-2 1-15,4 0 2 16,0-9-1-16,-12-3-1 16,12-9 0-16,-4-2 0 15,3 0 2-15,5 0-1 16,4-9 5-16,12-16-5 16,-4-5-2-16,-9-1-2 15,-7 2-25-15,-4 1-24 16,-8 2-43-16,0 4-86 15,-8 4-75-15,-4 2-337 16</inkml:trace>
  <inkml:trace contextRef="#ctx0" brushRef="#br0" timeOffset="51632.88">22973 2794 816 0,'0'0'189'0,"0"0"-121"0,0 0-30 0,0 0-13 16,0 0-22-16,0 0-2 15,0 0-1-15,0 0 31 16,52 38 10-16,-40-18-11 15,8 8-18-15,-8 5 19 16,0-1-13-16,0 4-7 16,8-8-4-16,-8 0 2 15,4-8-4-15,-5-1 6 16,9-7-10-16,8 1 3 16,-4-3-3-16,8 0-1 0,16-8 0 15,0-2 8-15,19 0-4 16,25 0 7-16,15 0 0 15,13-2 3-15,3-11-3 16,-3 2-11-16,-1 6 3 16,4-4-4-16,5 2 1 15,-9-3 0-15,25-2 3 16,-5-1 3-16,0 4-6 16,13 2 0-16,-13 5-1 15,-8 2 2-15,-7 0-2 16,-17 0 1-16,-11 0-4 15,-16 18 4-15,3-2 0 0,-15 1-6 16,-20-6 5 0,7 0 1-16,-27-2-1 0,4 0 0 15,-8 0-1-15,-12 2 2 16,0-2-1-16,-12-4 1 16,12-5 0-16,-12 0 3 15,0 0 2-15,12 0 11 16,-12 0 22-16,0 0 15 15,12 0-19-15,-4-9-13 16,-4-3-10-16,16-7-10 16,3 3-1-16,13-2 0 0,4-2 0 15,24 0 1 1,-4 5-1-16,-1-1 0 0,21 8-2 16,-16 7-4-1,3-3 5-15,17 4-3 0,-4 0 4 16,3 0-1-16,9 0 1 15,-1 0 0-15,5 0 0 16,11 0 0-16,-3 0 0 16,3 0-4-16,9 0 1 15,-1 4 2-15,1-3-2 16,-9 4-6-16,9-2 8 16,-1-3-1-16,1 0-3 15,-9 0 5-15,-3 0 0 16,3 0-1-16,-3 0 1 15,3 0-2-15,9 3 2 16,-1 0-1-16,5 0 1 0,-5-3 0 16,24 0 2-16,-7 0-1 15,7 0 0-15,1 0 3 16,3-3-4-16,-8-3 1 16,-15-3-1-16,-17-4 0 15,-11 1-2-15,-21 5 2 16,-11-6 0-16,0-1-2 15,0 0 3-15,-5-3-2 16,5-3 2-16,-12 3 4 16,-4-9-1-16,-1-3 4 15,-3-5 2-15,-4-1 2 16,-4 6 1-16,-8 7 3 16,-12 6 8-16,-12 3-7 0,0 8-12 15,0-2-5-15,0 3-4 16,0 4-63-16,-32 0-147 15,4-3-226-15</inkml:trace>
  <inkml:trace contextRef="#ctx0" brushRef="#br0" timeOffset="53115.82">23479 2627 505 0,'0'0'233'0,"0"0"3"0,0 0-114 0,0 0-20 15,0 0-55-15,0 0-37 16,-4-14-6-16,32 36-4 16,8 6 15-16,-1-3 6 15,-3 5 2-15,12-1-13 16,-16-6-10-16,-4-3 1 0,-4-1-1 15,-8-7 0-15,0-4 0 16,-8-8-4-16,-4 0-11 16,0 0 1-16,0 0 13 15,0-8 1-15,0-17 1 16,0-6 4-16,0-7-5 16,0 3-1-16,0-3 1 15,0 9 1-15,0 7 9 16,0 12 16-16,0 3 27 15,0 7-4-15,0 0-22 16,0 0-27-16,0 7-1 16,0 25-1-16,0 6 2 15,0 6 2-15,0 7 4 0,0 0-6 16,-16-2 3-16,-8-5-3 16,4-6-3-16,4-4-18 15,-4 1-59-15,4-3-68 16,8-7-153-16</inkml:trace>
  <inkml:trace contextRef="#ctx0" brushRef="#br0" timeOffset="53983.06">27202 2542 656 0,'0'0'200'15,"0"0"0"-15,0 0-80 0,0 0-4 0,0 0-32 16,0 0-52-16,0-37-31 16,16 40 1-16,31 14-2 15,1 11 0-15,-4-5 1 16,0 4-1-16,-8-5 2 15,-9-3-1-15,5-5-1 16,-8-5 0-16,-12-8-3 16,0-1-10-16,-4 0 10 15,-4 0-1-15,8-26 3 0,8-13 1 16,-4 1 3 0,-4 4-1-16,-4 1 0 0,-4 9-2 15,-4 10 1-15,0 6 19 16,0 8 19-16,0 0 6 15,0 0-27-15,0 11-18 16,0 20 0-16,0 8 0 16,-12 8 5-16,8 0-5 15,-8 11 3-15,-8 4-1 16,4-2-2-16,-4 0-27 16,8-9-62-16,12-7-70 15,0-12-57-15,0-17-220 16</inkml:trace>
  <inkml:trace contextRef="#ctx0" brushRef="#br0" timeOffset="54915.97">30148 2627 491 0,'0'0'334'0,"0"0"-94"0,0 0-96 16,0 0-27-16,0 0-33 0,0 0-53 0,-20-31-20 15,20 31-11-15,0 20 0 16,0 6 0-16,0 0 4 16,0 2 2-16,0-5-3 15,0-3-1-15,0-3 2 0,0-8-2 16,0-9 5-16,0 0 0 16,0 0-5-16,0 0 13 15,0 0 13-15,-4-22 10 16,-16-7-31-16,16-6 3 15,4 0-1-15,0 4-6 16,0 9 2-16,0 7 0 16,0 10 2-16,0 3 4 15,0 2 1-15,0 0-12 16,0 0-3-16,12 2-5 16,28 18 6-16,4 5 1 15,16 3 1-15,-5-4 2 0,-7 4-2 16,12-6 0-1,-16-10 0-15,-9 1 0 0,-11-9 0 16,-12-4 0-16,0 0 0 16,0 0 0-16,12 0 2 15,-12 0 2-15,8-28-4 16,-8-3 1-16,-12-6 2 16,0-11-3-16,0 2 0 15,0 9 2-15,0 6 0 16,0 9-2-16,0 2-2 15,-12 7 1-15,4 2-17 16,-4 11-55-16,-4 0-115 16,-16 0-155-16</inkml:trace>
  <inkml:trace contextRef="#ctx0" brushRef="#br0" timeOffset="57498.83">25601 3289 796 0,'0'0'213'15,"0"0"-83"-15,0 0-34 0,0 0-16 0,0 0 3 16,0 0-39-16,0 0-32 15,-20-28-5-15,20 28-3 16,24 11-4-16,20 13 3 16,-8 1-2-16,0 6 1 15,11-2-1-15,-11 0-1 16,8 0 1-16,-16-7 0 0,4-4 0 16,4-7-1-16,-17-4 0 15,-7-7-1-15,-8 0-8 16,4 0-2-16,4 0 4 15,0-2 0-15,0-18-1 16,0-1 0-16,0-5-6 16,-8-1-4-16,-4-2 5 15,0-4 13-15,0 6-3 16,0 0 3-16,0 4 6 16,0 15-4-16,0-1 13 15,0 9 16-15,0 0-8 16,0 0-4-16,0 0-11 0,0 0-6 15,0 3-1-15,0 25-2 16,0 9 4-16,-16 11-1 16,-8 3 1-16,4 3-1 15,-8 4-1-15,-3-5 0 16,7-2-2-16,4-9 0 16,-4-7-22-16,12-3-49 15,-4-1-109-15,-4-2-87 16,16-9-350-16</inkml:trace>
  <inkml:trace contextRef="#ctx0" brushRef="#br0" timeOffset="62915.68">24470 2332 553 0,'0'0'251'0,"0"0"-64"0,0 0-111 0,0 0-16 15,0 0-24-15,0 0-9 16,0 0-3-16,0-5 8 16,0 5 4-16,0 0-11 15,0 0-3-15,0 0-11 16,0 0 5-16,0 0-7 0,0 0-5 15,-8 0-4-15,-4 0-5 16,-3 0 3-16,-5 0-2 16,4 5 4-16,-4 9 0 15,4-2-1-15,-4 5 1 16,8 5 0-16,0 3 0 16,-12 0 1-16,16 8 0 15,-4-2 3-15,8 0 4 16,-4 2-7-16,4 0-1 15,4 6 9-15,0-1-8 16,0 1 10-16,0-5-1 16,0-5-1-16,0 0-3 15,0-10-2-15,0-7-4 0,0 3 1 16,0-5-1-16,0 1 3 16,12-10-3-16,4 7 4 15,-8-8-2-15,16 0-1 16,0 0 0-16,0 0 1 15,0 0-2-15,8-16-29 16,7-9-84-16,5-1-38 16,0-3-87-16,-4 3-73 15</inkml:trace>
  <inkml:trace contextRef="#ctx0" brushRef="#br0" timeOffset="63282.19">24888 2401 527 0,'0'0'184'0,"0"0"-4"0,0 0-76 0,0 0-33 16,0 0-14-16,0 0-26 16,156-55-5-16,-120 55-13 15,-5 0-6-15,-3 0 1 16,4 0-5-16,-8 5 6 15,12 15-9-15,-4 1 1 16,-4 7-1-16,7-5 1 0,-11 8 7 16,-4 3-13-1,4-7 11-15,-12 7-6 0,-12-7 7 16,0-1-7-16,0-1 2 16,0-4-2-16,-36-1 12 15,-8-1-11-15,-3-7 1 16,-1 2-2-16,0-11 0 15,0 4-2-15,4-3-47 16,9-4-138-16,23 0-228 16</inkml:trace>
  <inkml:trace contextRef="#ctx0" brushRef="#br0" timeOffset="64065.45">28165 2401 478 0,'0'0'226'0,"0"0"19"0,0 0-89 16,0 0-19-16,0 0-32 0,0 0-14 16,20-23-44-1,-20 23-32-15,0 0-12 0,0 23-2 16,-12 18 1-16,-12 2 3 16,0 3 5-16,5-1-4 15,7 1-5-15,8-9-1 16,4 0 1-16,0-9 1 15,0-3-2-15,16-13 0 16,19 1-20-16,9-9-30 16,4-4-38-16,20 0-99 15,-5 0-110-15,13-9-510 16</inkml:trace>
  <inkml:trace contextRef="#ctx0" brushRef="#br0" timeOffset="64315.75">28607 2351 833 0,'0'0'206'0,"0"0"-74"16,0 0-45-16,0 0-19 16,0 0-22-16,0 0-23 15,36-15-21-15,20 37 26 16,4 11-4-16,-5-1-4 15,-19 12-12-15,-8-3-8 16,-20 4 4-16,-8 2-2 16,0 0-4-16,-24-2-40 0,-20-4-82 15,-4-13-103 1,25-11-310-16</inkml:trace>
  <inkml:trace contextRef="#ctx0" brushRef="#br0" timeOffset="65049.22">31052 2355 552 0,'0'0'301'0,"0"0"-86"0,0 0-84 0,0 0-13 0,0 0-19 16,0 0-37-16,-4-31-27 16,4 31-10-16,-8 0-24 15,4 25-1-15,-4 9 13 16,-4 6 1-16,0 10 3 16,8-5-12-16,4 2 2 15,0-5-7-15,0-12-1 16,0 0 0-16,0-12 1 15,28-1-5-15,4-5 4 16,24-7-33-16,3 0-29 16,1-5-64-16,12 0-76 0,-1-10-157 15</inkml:trace>
  <inkml:trace contextRef="#ctx0" brushRef="#br0" timeOffset="65332.63">31693 2257 878 0,'0'0'289'0,"0"0"-147"16,0 0-35-16,0 0-57 15,0 0-22-15,0 0-27 16,80 7 18-16,-9 18-7 15,-3 3-11-15,-8 6 4 0,-5 7-5 16,-27 5 0 0,-20 1 3-16,-8 3-3 0,0 1-11 15,-48 5-54-15,-43 0-68 16,-13-4-56-16,-3-1-240 16</inkml:trace>
  <inkml:trace contextRef="#ctx0" brushRef="#br0" timeOffset="67565.71">24427 3029 864 0,'0'0'223'0,"0"0"-101"0,0 0-44 0,0 0-16 16,0 0 13-16,0 0-44 16,35 16 24-16,29-16 27 15,8 0-48-15,-1 0-3 16,21 0-17-16,-20 0-7 15,-5 0-5-15,-7 0-2 0,0 0-4 16,-4-4-17-16,3 4-53 16,-11-4-122-16,20 1-80 15,7-6-240-15</inkml:trace>
  <inkml:trace contextRef="#ctx0" brushRef="#br0" timeOffset="68182.16">28595 3076 828 0,'0'0'219'0,"0"0"-54"0,0 0-13 0,0 0-22 15,0 0-37-15,0 0-36 16,-95 1-24-16,95-1-15 16,0 0-3-16,0 0-7 0,0 0 0 15,0 0 0-15,0 0-8 16,24 0-3-16,35 0 3 16,13 0 2-16,0-1-1 15,-9-9 4-15,-11 1-5 16,-8 3-4-16,-8 0-7 15,0-5-20-15,-5 9-50 16,-7 2-43-16,-8-3-82 16,8 3-104-16,12-10-358 15</inkml:trace>
  <inkml:trace contextRef="#ctx0" brushRef="#br0" timeOffset="68615.48">30932 3105 762 0,'0'0'303'0,"0"0"-123"0,0 0-91 0,0 0 25 0,0 0-38 15,0 0-34-15,-55 6-14 16,55-6-7-16,0 0-12 16,0 0 1-16,32 0-4 15,39 0 6-15,21 0 10 16,11-10-17-16,5-6-1 16,-17 1-8-16,-19 2-4 15,-12 2-79-15,-40 6-136 16,-20 1-249-16</inkml:trace>
  <inkml:trace contextRef="#ctx0" brushRef="#br0" timeOffset="72581.91">8301 14464 744 0,'0'0'119'0,"0"0"12"0,0 0-14 0,0 0-12 16,0 0-20-16,0 0-17 16,0 0-14-16,-36 7-17 15,36-7 8-15,0 4-13 16,0 5-13-16,36-2 1 16,56 0 8-16,15 3-2 15,33-2-12-15,3 1-8 16,4-4-5-16,-15 0-1 15,-17 0 4-15,-11-5 0 16,-33 4-4-16,-23-4-4 0,-4 3 3 16,-20 0 1-16,-8 0-8 15,4 8-54-15,-8 5-123 16,11-7-82-16,13-9-263 16</inkml:trace>
  <inkml:trace contextRef="#ctx0" brushRef="#br0" timeOffset="73149.2">11920 14620 1044 0,'0'0'117'0,"0"0"32"0,0 0-61 0,0 0 1 0,0 0-42 15,0 0-42-15,48 0-2 16,104-12-3-16,51-1 9 15,16-2-7-15,4 4 4 16,7 6-5-16,-15-2 1 16,-7 7 0-16,-21-4-1 15,-32 4-1-15,-28 0 1 16,-23 0 2-16,-32 0-3 16,-17 0 1-16,-27 0-2 15,-20 0 3-15,4 0-5 0,-12 0-12 16,0 0-64-16,0 0-77 15,-44 11-107-15,-4-8-440 16</inkml:trace>
  <inkml:trace contextRef="#ctx0" brushRef="#br0" timeOffset="74265.7">18992 14518 852 0,'0'0'202'0,"0"0"-93"0,0 0-33 0,0 0-41 16,0 0 8-16,0 0-32 15,83 35 8-15,41-35 40 16,19 0-20-16,32 0-12 16,12 0-17-16,1 0-2 15,-13 0-6-15,-12 0-1 0,-36 0 1 16,-47 0-2 0,-40 0-1-16,-20 0 0 0,-20 0-1 15,0 0 1 1,0 0-13-16,4 0-48 0,4 0-66 15,-4 6-39-15,20-1-240 16</inkml:trace>
  <inkml:trace contextRef="#ctx0" brushRef="#br0" timeOffset="74882.66">23503 14478 1010 0,'0'0'115'0,"0"0"19"0,0 0-64 0,0 0-5 0,0 0-29 16,0 0-27-16,-84 9-9 15,108-3-2-15,80-6 2 16,51 0 28-16,32 0-10 16,32-15-4-16,4-8-13 15,12 1 0-15,8 5 2 16,-20 3-2-16,-36 7 0 15,-60 5-1-15,-43 2 0 16,-40 0 5-16,-28 0-5 0,-8 0-3 16,-8 0 3-16,0 0 20 15,0 0-5-15,0 0-2 16,0 0-9-16,0 0-2 16,-12 0-2-16,-8 0-14 15,4 0-63-15,-8 0-75 16,-20 0-114-16,12-8-426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09:17.463"/>
    </inkml:context>
    <inkml:brush xml:id="br0">
      <inkml:brushProperty name="width" value="0.05292" units="cm"/>
      <inkml:brushProperty name="height" value="0.05292" units="cm"/>
      <inkml:brushProperty name="color" value="#FF0000"/>
    </inkml:brush>
  </inkml:definitions>
  <inkml:trace contextRef="#ctx0" brushRef="#br0">11833 9898 948 0,'0'0'180'0,"0"0"-80"0,0 0-66 0,0 0-9 0,0 0-25 16,0 0 1-16,0 0 30 16,0 0 10-16,115 91-1 15,-83-63-24-15,-16-10 17 16,4-2-1-16,4-10-2 15,-24-3-14-15,12-3 15 16,0 0-7-16,20-12 11 0,7-36 11 16,17-17-21-16,24-14-10 15,-16 4-15-15,-9 6 2 16,13 5-4-16,-28 13 0 16,-4 13-5-16,-16 18-25 15,3 15-54-15,-11 5-120 16,-12 0-143-16</inkml:trace>
  <inkml:trace contextRef="#ctx0" brushRef="#br0" timeOffset="883.09">16153 10039 456 0,'0'0'504'0,"0"0"-337"0,0 0-66 0,0 0 3 15,0 0-15-15,0 0-55 16,-12-35-34-16,12 35 2 16,12 5-2-16,24 25 3 15,0-1 7-15,-5-5 5 16,-7-1 1-16,0-10-16 15,-12-8 7-15,20-5-3 16,-16 0-2-16,20-2 18 16,19-43-4-16,5-15 21 15,12-8-23-15,-16 7-10 16,3-3-1-16,-11 10 0 16,0 3-5-16,8 5 2 0,-9 9-22 15,21 6-90-15,4-4-105 16,-5 3-207-16</inkml:trace>
  <inkml:trace contextRef="#ctx0" brushRef="#br0" timeOffset="1533.22">20381 9825 539 0,'0'0'441'0,"0"0"-256"0,0 0-91 16,0 0 37-16,0 0-33 15,0 0-48-15,0 0-48 16,-36-66 5-16,48 81-6 15,36 15 0-15,0 1 23 16,-12-10-17-16,-4-1-2 0,-8-12 9 16,-1-8-13-16,1 0 6 15,36-20 13-15,8-30 7 16,23-23 3-16,-3-9-24 16,11-2-6-16,-15 7 0 15,0 15 0-15,-5 7-11 16,-19 20-28-16,0 13-45 15,-1 7-89-15,-3 5-116 16,0 1-305-16</inkml:trace>
  <inkml:trace contextRef="#ctx0" brushRef="#br0" timeOffset="2119.35">24192 9957 1060 0,'0'0'134'0,"0"0"0"0,0 0-51 0,0 0-2 0,0 0-45 15,0 0-32-15,-12-20-1 0,55 52 8 16,-3-1 0-16,-8-5 2 15,-8-12-5-15,-12-6 4 16,12-8-9 0,0 0 2-16,20-13 10 0,15-36 8 15,37-19-16-15,-17-8-4 16,13 6-3-16,-8 0-13 16,-13 7-23-16,9 9-64 15,-20 3-120-15,-17 4-264 16</inkml:trace>
  <inkml:trace contextRef="#ctx0" brushRef="#br0" timeOffset="11500.49">9958 10026 614 0,'0'0'364'0,"0"0"-273"0,0 0-28 0,0 0 8 0,0 0-5 16,0 0-44-16,0 0-11 15,23 13 15-15,61-13 45 16,8 0-4-16,15 0-29 16,-3 0-23-16,3 0 3 15,-3 0-16-15,-13 0-1 16,-15-4-1-16,-20-1 1 16,-1-2 1-16,-15 1-2 15,-4 6-2-15,-4 0-20 16,-32-4-244-16</inkml:trace>
  <inkml:trace contextRef="#ctx0" brushRef="#br0" timeOffset="12766.92">14329 9931 956 0,'0'0'105'0,"0"0"-31"0,0 0-32 0,0 0 26 16,0 0-31-16,0 0-24 0,0 0 12 16,156 18-11-1,-69-18-2-15,-3 0-12 0,-1 0-2 16,9-12-58-16,-20-4-207 15,11-7-724-15</inkml:trace>
  <inkml:trace contextRef="#ctx0" brushRef="#br0" timeOffset="13466.55">18351 10020 943 0,'0'0'154'0,"0"0"-41"0,0 0-52 0,0 0 25 0,0 0-3 15,0 0-40-15,8 15-27 16,51-11 3-16,33-4 8 16,-8 0-21-16,23 0-5 15,-3 0-1-15,3 0-2 16,5-6-74-16,-17-4-161 0,-3 0-240 16</inkml:trace>
  <inkml:trace contextRef="#ctx0" brushRef="#br0" timeOffset="14117.69">23021 10131 851 0,'0'0'215'0,"0"0"-42"0,0 0-76 16,0 0 12-16,0 0-24 15,0 0-59-15,-20 0-24 0,76 0-2 16,39 0 0-16,9-12-2 16,-1-6-34-16,-7 7-152 15,-24-2-163-15</inkml:trace>
  <inkml:trace contextRef="#ctx0" brushRef="#br0" timeOffset="30968.15">11821 8005 880 0,'0'0'209'0,"0"0"-93"0,0 0-61 0,0 0-30 0,0 0-17 16,0 0-5-16,0 0 30 15,0 0 18-15,-28 192-24 16,28-139-21-16,0-1 3 16,0-14 1-16,0-12-1 15,0-14-6-15,0-8-2 16,0-4-1-16,0 0 12 16,-12-8 8-16,-20-23 55 15,-4-6-60-15,1-5 12 16,11-1-3-16,4 6-17 0,8 6 4 15,8-4-4-15,4 3-3 16,0 2-1-16,0 7-1 16,4 6-2-16,40 2 0 15,3 9-1-15,13 6-11 16,8 0 12-16,15 0-2 16,1 0-1-16,-8 15 1 15,-13 8 2-15,-19 0-1 16,-8 7-1-16,-12 2-5 15,-24 3 1-15,0 0 6 16,0 3 0-16,-60-4-5 16,4-2 4-16,-3-2-9 15,-9-12-12-15,16 4-35 0,-3-2-39 16,7-11-71-16,36-9-173 16</inkml:trace>
  <inkml:trace contextRef="#ctx0" brushRef="#br0" timeOffset="31318.57">12414 8102 674 0,'0'0'176'15,"0"0"-41"-15,0 0-58 0,0 0 8 0,307-55-18 0,-192 37-42 16,1-1-16-16,-21 5-7 15,-27 2-2-15,-8 2 0 16,-36 4 0-16,-13 3 2 16,-11 0-2-16,0 0 9 15,0-1 2-15,0-1 5 16,0 5-12-16,-11 0 15 16,-5 0 7-16,4 0 1 15,-20 0-11-15,8 22-9 16,0 11 1-16,12 17-7 15,-8 7 4-15,4 4-3 16,-4 7 1-16,4 13-3 16,4 2-3-16,-7 8-32 15,15-5-123-15,4-23-207 16</inkml:trace>
  <inkml:trace contextRef="#ctx0" brushRef="#br0" timeOffset="31918.64">15217 8332 711 0,'0'0'263'0,"0"0"-72"0,0 0-59 0,0 0-61 0,0 0-23 15,0 0-31-15,12-17-17 16,24 34-3-16,8 13-2 16,-4 8 10-16,-9 4-4 15,-7 0 1-15,0-4-2 0,-12-13 0 16,8-10-10-1,-16-6-41-15,-4-2-31 0,0-3-38 16,0-4-186 0</inkml:trace>
  <inkml:trace contextRef="#ctx0" brushRef="#br0" timeOffset="32701.96">15508 8153 730 0,'0'0'216'0,"0"0"-44"0,0 0-49 0,0 0-43 0,0 0-34 15,0 0-7-15,-20-55-16 16,20 52 4-16,0 3-4 16,0 0-3-16,0-2-3 15,0 2-14-15,0 0-2 16,0 0 4-16,0 0-4 16,0 0 0-16,0 0 0 15,0 0 0-15,0 0 7 16,0 0 7-16,0 0 17 15,0 0 7-15,0 0 7 16,0-3-11-16,0-1-16 16,0 2-10-16,0-2-6 15,0 4-3-15,0 0 0 0,0 0 0 16,0 0 0 0,0 0-1-16,0 0-4 0,0 0 4 15,0 0-4-15,24 0-3 16,44 0-3-16,23 0 9 15,17 0 0-15,-5 0-4 16,-7 10-5-16,7 2 2 16,-19 4-5-16,-5 1 8 15,-19-6-1-15,-16 5 4 16,-8 1-3-16,-20 1 1 16,-8 5-12-16,-8 5-4 15,0 1 14-15,-12 0 2 0,-44-3 5 16,-4 8 0-16,-19 0 1 15,-17 8-2-15,12-4 1 16,-7-1-21-16,11-1-60 16,21-4-23-16,11-8-39 15,12-4-54-15,12-7-96 16</inkml:trace>
  <inkml:trace contextRef="#ctx0" brushRef="#br0" timeOffset="33184.8">16292 8229 674 0,'0'0'192'0,"0"0"-89"0,0 0-19 0,0 0 1 0,0 0-51 15,0 0-8-15,128-41-5 16,-69 32 1-16,9-4-4 16,4 0-8-16,-1 6-8 15,-3-2-1-15,-16 0-1 16,-20 9 0-16,-8-4 0 0,-24 4 2 15,0 0-2-15,0 0-1 16,0 0 1-16,0-2 0 16,0-2 0-16,-12-2 0 15,-12 6 0-15,12-5 1 16,0 5 19-16,4 0-4 16,4 0-4-16,-20 0-9 15,4 30 4-15,-4 6-4 16,12 4 4-16,8 5-2 15,4 8-5-15,0 2 3 16,0-4-6-16,0 3-2 16,0-10-62-16,0-11-107 0,0-6-210 15</inkml:trace>
  <inkml:trace contextRef="#ctx0" brushRef="#br0" timeOffset="34038.28">19493 8139 669 0,'0'0'274'0,"0"0"-94"0,0 0-56 0,0 0-38 16,0 0-24-16,0 0-40 16,12-2-22-16,12 34 1 15,-4 3 18-15,-4 5-5 16,4-4-12-16,-16-5-2 0,8-10 0 15,-12-3 1-15,8-8-1 16,-8-4-4-16,0-6 3 16,0 0-6-16,0 0 7 15,0-6 0-15,0-26 0 16,0-7 0-16,0-2 2 16,-12 0 0-16,-8 3-1 15,16 4 3-15,4 1 7 16,0 8-2-16,0 4 2 15,0 11-1-15,12-3-2 16,12 9 1-16,4 4-7 16,4 0-2-16,15 0-1 0,9 0 1 15,-16 4-3-15,4 18-2 16,-20 3 3-16,-12 2-1 16,-1 3 1-16,-11 2 2 15,0-1 0-15,-11 4 0 16,-25-6-16-16,4-4-43 15,8-5-51-15,0-14-10 16,24-6-110-16,0 0-123 16</inkml:trace>
  <inkml:trace contextRef="#ctx0" brushRef="#br0" timeOffset="34384.58">20298 8033 32 0,'0'0'600'0,"0"0"-440"0,0 0-69 0,0 0-29 0,0 0-20 16,0 0-37-16,326-37-5 15,-286 36 0-15,-16 1 0 16,-16 0 1-16,-4 0-1 16,-4 0-3-16,0 0-1 15,0-4-10-15,-12-3-4 16,-4 7 12-16,-4-2 6 15,16-1 9-15,-4 3 23 16,4 0 4-16,4 0-17 16,-12 9-16-16,4 22 50 15,-4 5-11-15,12 7-30 0,0-2 4 16,0 4-14-16,0 2-2 16,0 2 0-16,0-1-3 15,0 2-59-15,0-6-114 16,32-11-209-16</inkml:trace>
  <inkml:trace contextRef="#ctx0" brushRef="#br0" timeOffset="35153.62">24016 8169 632 0,'0'0'310'0,"0"0"-107"0,0 0-116 0,0 0-30 0,0 0-31 16,0 0-26-16,0-25-1 15,0 43-1-15,0 10 2 16,8 3 2-16,4-2-1 16,-8-7-1-16,-4-2 0 15,0-10 0-15,0-3 3 0,0-7-3 16,0 0 2-16,0 0 4 15,0-3 12-15,0-31-6 16,0 1-12-16,0-6 2 16,-12-3 0-16,0 2 2 15,1-5 6-15,11 5 17 16,0 3-13-16,0 9 0 16,0 13-6-16,11 2 3 15,-3 10-7-15,4 3 1 16,4 0-5-16,16 0-1 15,4 0 1-15,0 13 0 16,12 2 1-16,-5 4-1 16,-7 2 0-16,-12 7 0 15,0 0 0-15,0 1 0 16,-16-1 0-16,-8 3 0 16,0 0 2-16,-12 9-2 15,-32-5 1-15,0-8 0 0,-3 0-1 16,7-8-5-16,-4-10-27 15,8-3-57-15,16-6-44 16,8 0-280-16</inkml:trace>
  <inkml:trace contextRef="#ctx0" brushRef="#br0" timeOffset="35524.67">24713 7972 599 0,'0'0'375'0,"0"0"-183"0,0 0-97 0,0 0-72 0,307-44-1 15,-240 39-19-15,-3 5-3 16,-8 0-4-16,-8 0-3 16,-12 0-5-16,-13 0-13 15,-11 0 0-15,-12 0-2 16,0 0 7-16,0 0-12 15,-16 0-23-15,-19 0 17 16,3 0 36-16,8 0 1 16,12 0 2-16,0 0 42 15,0 0 1-15,4 14 3 0,-8 17-8 16,4 11-1-16,0 3-10 16,0 6-16-16,0 0 6 15,-8-4-17-15,9 4-1 16,-5 0-13-16,-4-10-32 15,-4-6-124-15,12-17-313 16</inkml:trace>
  <inkml:trace contextRef="#ctx0" brushRef="#br0" timeOffset="36751.83">12366 8909 873 0,'0'0'164'0,"0"0"-47"0,0 0-55 0,0 0-32 0,0 0-26 16,0 0 0-16,0 77-4 16,0-47 1-16,0-10 5 15,0-8-5-15,0-8 6 16,12-4-6-16,0 0 9 16,24-20 9-16,32-27 7 15,3-17-26-15,33-13-31 16,-8-6-96-16,7-1-261 0</inkml:trace>
  <inkml:trace contextRef="#ctx0" brushRef="#br0" timeOffset="37302.1">17144 9244 929 0,'0'0'199'0,"0"0"-61"0,0 0-83 0,0 0-24 0,0 0-11 16,0 0-19-16,28 17-1 16,-20-17 0-16,-8 2 0 15,12-2 3-15,-12 0 10 16,24 0 44-16,24-37 3 15,19-20-46-15,5-9-14 16,0-5-6-16,-5 4-107 0,-7 4-127 16,-16 10-317-16</inkml:trace>
  <inkml:trace contextRef="#ctx0" brushRef="#br0" timeOffset="37767.15">22603 9019 840 0,'0'0'249'0,"0"0"-69"0,0 0-114 0,0 0-20 0,0 0-3 16,0 0-34-16,60-47-9 15,7 9-40-15,13-7-68 16,4-2-87-16,-5 3-115 15</inkml:trace>
  <inkml:trace contextRef="#ctx0" brushRef="#br0" timeOffset="38019.55">26620 8895 851 0,'0'0'268'15,"0"0"-202"-15,0 0-63 16,0 0-3-16,0 0-35 15,223-194-117-15,-223 152-380 16</inkml:trace>
  <inkml:trace contextRef="#ctx0" brushRef="#br0" timeOffset="41601.36">11841 10090 416 0,'0'0'368'0,"0"0"-184"0,0 0-37 0,0 0-52 15,0 0-22-15,0 0-18 16,0 0-22-16,-44 0-11 15,44 11-13-15,0 10-9 16,0 17 4-16,0 19 0 16,0 19 12-16,0 13 7 15,0 13-12-15,0 3 4 16,0 1-10-16,0 3 7 16,0-4-9-16,-4-7 0 15,-4-9 4-15,8-16-2 16,0-16 5-16,0-22 9 0,0-9-13 15,0-15-4 1,0-4 1-16,0-7-2 0,0 0 5 16,0 0 14-16,0 0 22 15,0 0-14-15,-4 0 2 16,-8-7-10-16,-20-17-11 16,-4-5-9-16,1-11-3 15,3-2 0-15,4 1 6 16,4 2-2-16,4 12-1 15,16 0-1-15,-16 9 1 16,8 5 2-16,12 5 1 16,-12 7-1-16,12 1-2 0,0 0 2 15,0 0-3-15,0 0 1 16,0 1-7-16,0 25 0 16,12 10 7-16,32 2 0 15,-8-6-3-15,0-4 8 16,-12-14-11-16,0-3 9 15,-1-7-6-15,13-4-2 16,-4 0 3-16,8-19 0 16,4-27-6-16,23-10-24 15,-3-4-40-15,16-8-50 16,3 12-74-16,9-2-86 16,-1 5-290-16</inkml:trace>
  <inkml:trace contextRef="#ctx0" brushRef="#br0" timeOffset="42466.8">16189 10534 433 0,'0'0'298'0,"0"0"-117"0,0 0-32 0,0 0-12 15,0 0-35-15,0 0 10 16,-144-130-54-16,136 124 0 16,8 3-13-16,-4 3-11 15,4 0-23-15,-8 0-7 16,8 0-4-16,0 22-6 16,0 29 1-16,0 12 5 15,0 6 3-15,12 9-3 16,0-3-3-16,0 9 3 15,-12 4 0-15,0-6 3 16,8-9-3-16,-8-12 0 16,4-17 1-16,-4-15-2 0,0-17 2 15,0-6-1-15,0-6 0 16,0 0 1-16,0 0 1 16,0 0 6-16,0-17 5 15,-4-19-3-15,-44-15-6 16,5-6-3-16,7 2 3 15,12 6 0-15,12 9-1 16,-8 18 2-16,20 10 0 16,-4 12 5-16,4 0-1 15,0 0-9-15,0 0-1 16,0 23-6-16,0 11 4 16,4 10 3-16,40 3-1 15,-8-5 1-15,-4-3 0 0,-5-11-1 16,-3-14 1-16,-12-6-6 15,0-1-2-15,-4-7-1 16,4 0 7-16,0-15 0 16,24-21-9-16,-4-9-37 15,-4-2-62-15,3-4-79 16,5 0-95-16,0 0-337 16</inkml:trace>
  <inkml:trace contextRef="#ctx0" brushRef="#br0" timeOffset="43233.17">19402 10709 363 0,'0'0'421'0,"0"0"-258"0,0 0-36 16,0 0 16-16,0 0-37 15,0 0-19-15,-60-82-49 16,60 82-33-16,0 0-5 15,0 27-4-15,0 24 3 0,0 13 1 16,0 9 4 0,0 7 3-16,0 5-5 0,0 0-1 15,0-8 0-15,0-14-1 16,-12-14 0-16,12-22 0 16,-12-7 0-16,12-16 0 15,0-4 0-15,0 0 6 16,0 0 6-16,-12-24 13 15,4-13-17-15,-8-11-4 16,-4 4-2-16,9 3 2 16,-1 7-1-16,8 17 5 15,4 8-2-15,-8 4 15 16,8 5-19-16,0 0-2 16,0 14-2-16,0 21-6 15,0 6 8-15,24-3 0 16,7-2 1-16,-7-7-2 15,0-8 2-15,-12-10-3 0,0-6 3 16,8-5-2-16,-8 0 2 16,16-15 2-16,4-16 0 15,3-12-3-15,-11-2-2 16,0 4-58-16,-4 3-71 16,-4 15-71-16,-4 8-234 15</inkml:trace>
  <inkml:trace contextRef="#ctx0" brushRef="#br0" timeOffset="44066.77">23969 10578 768 0,'0'0'224'0,"0"0"-58"0,0 0-87 0,0 0-13 0,0 0 5 15,0 0-43-15,-36-47-28 16,36 85-2-16,0 22 2 16,0 16 7-16,12 6 9 15,0 5-4-15,-12 0-6 16,0 4-2-16,0-15 0 15,0-7-4-15,0-18-1 16,0-16 1-16,0-10 0 16,0-17 1-16,0-7-1 15,0-1 0-15,0 0 4 16,0 0 11-16,0-29-5 16,-24-14-10-16,0 3 2 15,0-1-2-15,4 11 2 16,8 14 6-16,8 1 8 15,-4 8-6-15,8 7 2 0,0 0-3 16,0 0-9-16,0 22-2 16,0 15-6-16,12 14 6 15,20 4 4-15,8-8-1 16,-8-1-1-16,16-17 0 16,-17-5-1-16,-3-10 1 15,-4-12 0-15,-4-2 1 16,16 0 1-16,8-25 3 15,-5-17-1-15,5-2-4 16,-20-2-5-16,-24 3-46 16,0 5-61-16,0 3-108 15,0 3-311-15</inkml:trace>
  <inkml:trace contextRef="#ctx0" brushRef="#br0" timeOffset="46717.89">17459 12591 226 0,'0'0'290'0,"0"0"-191"0,0 0-34 0,0 0 5 15,0 0-24-15,0 0-5 16,0-63-10-16,0 49 46 16,0 0-18-16,-8-2 2 15,-16-5 3-15,-12 4-5 16,12 1-23-16,-20-3-9 15,5 3-8-15,-5 0-4 16,-4-1-11-16,0 7 7 16,4-2 21-16,9 0 5 15,-13 5-5-15,12 1-22 16,-8 2 5-16,-4 4-7 16,-11 0-3-16,15 0-5 15,-16 0 0-15,-11 0 0 16,15 8 0-16,-8 11 0 15,-4 3 1-15,13-3 7 0,-5 4-6 16,0 1-2-16,0 3 0 16,1-3 0-16,3 1 4 15,0 4 5-15,8 3-5 16,1 7 1-16,11 1 0 16,-8 11-1-16,8 3-1 15,8 10 3-15,-3 3 2 16,19 6-7-16,0 2 1 15,12 2-2-15,0 5 0 16,0-2 5-16,0-4-5 16,0 4 3-16,24 2-2 15,11 0 0-15,9 1-1 16,-4-10 5-16,4-6-4 16,15-4 8-16,-3-2 1 0,4-7-6 15,12-2 6-15,-1-2-5 16,9-8-2-16,0-1-2 15,3-4 2-15,21-6-1 16,-1-7 0-16,5-4 8 16,-1-6-6-16,-3-2 1 15,3-8 4-15,5-4-4 16,-5 0 1-16,21 0-5 16,-9-22 7-16,-3-7 0 15,-13-1-7-15,-19 0 2 16,7-6-1-16,-19-4-1 0,12-6 1 15,-13-5 0-15,5-1-1 16,-12-10 2-16,-9-1-3 16,-7 3 2-16,-12-13-2 15,-4 4 5-15,-20-9-4 16,-12-4 0-16,0 6 0 16,0-5 1-16,-24 4-1 15,-32 0 3-15,-4 1-4 16,-19-4 5-16,-17-2 2 15,-31 3 0-15,-5-3-5 16,-31 8 8-16,-12 6-8 16,-24 12-1-16,-8 18-1 0,-4 12-3 15,0 17-12-15,36 9-46 16,35 0-50-16,45 26-109 16,35-5-195-16</inkml:trace>
  <inkml:trace contextRef="#ctx0" brushRef="#br0" timeOffset="52268.55">16666 17688 25 0,'0'0'985'0,"0"0"-855"0,0 0-33 15,0 0-64-15,0 0 38 16,0 0-18-16,0 0-38 15,68 15 24-15,-40 8 0 0,4-1 4 16,-8 1-7-16,12-3-4 16,-24-3-20-16,19-8 2 15,-19-5-1-15,0-4 1 16,12 0-2-16,16-10 0 16,16-37 6-16,39-23-4 15,17-23-14-15,7-5 0 16,13-6-14-16,3 4-73 15,4 6-169-15,-19 8-196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10:32.263"/>
    </inkml:context>
    <inkml:brush xml:id="br0">
      <inkml:brushProperty name="width" value="0.05292" units="cm"/>
      <inkml:brushProperty name="height" value="0.05292" units="cm"/>
      <inkml:brushProperty name="color" value="#FF0000"/>
    </inkml:brush>
  </inkml:definitions>
  <inkml:trace contextRef="#ctx0" brushRef="#br0">19462 4658 673 0,'0'0'252'0,"0"0"-123"0,0 0-14 0,0 0-10 15,0 0-43-15,0 0-16 16,0 0-21-16,0 0-6 15,43-11 7-15,-7 24 1 16,-4 10 2-16,4-3-3 16,-8 4-6-16,4-4-12 15,-9-3-1-15,1 0-3 16,-4-4-2-16,-4-4 3 16,4-7-1-16,-4-2 2 0,16 0 1 15,16-2-1-15,35-47 15 16,33-19-6-16,15-14-6 15,16-7-9-15,-7 1-7 16,-9 10-21-16,-3 2-80 16,-9 3-129-16,-7 2-251 15</inkml:trace>
  <inkml:trace contextRef="#ctx0" brushRef="#br0" timeOffset="3283.33">9121 6435 206 0,'0'0'257'0,"0"0"-146"0,0 0-25 0,0 0-7 16,0 0 41 0,0 0-59-16,0 0-15 0,0 0-19 15,0 0-1-15,0 0 2 16,0 0-13-16,0 0 5 16,0 0-13-16,0 0-3 15,0 0-2-15,0 0-2 16,0 0 3-16,0 0-2 15,0 0 0-15,0 0-1 16,0 0 1-16,0 0-1 16,0 0-8-16,0 0-45 15,0 0-31-15,-4 0-107 16,-8 0-317-16</inkml:trace>
  <inkml:trace contextRef="#ctx0" brushRef="#br0" timeOffset="4466.27">9133 6349 585 0,'0'0'105'0,"0"0"9"0,0 0-39 0,0 0-34 16,0 0 2-16,0 0-34 15,-4 0 0-15,4 7 1 16,0-1-3-16,0 2 0 0,0 2 18 16,0 4-1-1,0 3-5-15,0-7-2 0,0 4 4 16,12-1-15-16,0-1 11 16,0-1-6-16,0-2-4 15,0-8 3-15,0 4 1 16,0-5-3-16,20 0 6 15,16 0 21-15,23-22 14 16,21-21-32-16,3-8-3 16,9-8-12-16,-9-5 4 15,-3 1-4-15,-8 7-2 16,-13 8 1-16,-15 10-1 16,-20 8 0-16,-12 20 0 15,-12 3-2-15,-12 7-5 16,0 0-1-16,0 0-88 0,0 0-126 15,0 0-129-15</inkml:trace>
  <inkml:trace contextRef="#ctx0" brushRef="#br0" timeOffset="5583.28">11092 7477 620 0,'0'0'191'0,"0"0"-50"0,0 0-46 0,0 0-22 16,0 0-46-16,0 0-11 15,0 0-8-15,0 0-2 16,0 0 0-16,4 6-6 15,20 6 9-15,-4 5 6 16,4 1-3-16,0 2-7 16,-4 2 4-16,-4-8-3 0,4 6-1 15,-4-8-1 1,-5-2 1-16,9-3-5 0,-8-7 2 16,0 0 3-16,24 0 18 15,32-25 25-15,3-18 2 16,21-6-28-16,4-5-21 15,-5 0-2-15,5 3 1 16,-5 0 0-16,-7 10 0 16,-16 6 3-16,-29 6-3 15,-7 7 0-15,-8 6-6 16,-12 7 3-16,-12 3-10 16,0 6-30-16,0 0-30 15,0 0-28-15,12 0-51 0,-12 0-138 16,12 0-122-1</inkml:trace>
  <inkml:trace contextRef="#ctx0" brushRef="#br0" timeOffset="6799.3">14986 8493 482 0,'0'0'369'0,"0"0"-245"0,0 0-21 0,0 0-3 16,0 0-8-16,0 0-33 15,0-31-22-15,0 31-10 16,0 0-15-16,0 0-3 15,0 0-9-15,0 0-3 16,0 0 0-16,12 2 0 16,0 10 2-16,8-3 1 15,-16 2 2-15,4-5-1 16,4-6 2-16,0 0 6 16,12 0 4-16,20 0 27 15,7-29 9-15,29-15-21 16,23-11-24-16,1-1 0 0,-8 5-4 15,-5 1 6-15,-15 6-9 16,-9 0 3-16,13 8-3 16,-20 4-7-16,-24 6-34 15,-1 10-45-15,-15 7-31 16,-4 0-53-16,-16 4-135 16,0 4-486-16</inkml:trace>
  <inkml:trace contextRef="#ctx0" brushRef="#br0" timeOffset="7799.6">9623 9747 685 0,'0'0'129'0,"0"0"-63"0,0 0-52 16,0 0 43-16,0 0-41 0,0 0 41 15,56 27-26-15,-44-9-4 16,0-6-21-16,0-6 25 16,0-1-16-16,-12-1-1 15,12 0-4-15,-12-4 9 16,23 0 0-16,9 0 7 15,16-22 14-15,12-20-19 16,19-9-15-16,-7 2-3 16,24-10-3-16,-5 6-10 15,13-2-2-15,-9 6-80 16,-23 7-33-16,-4 4-109 16,-33 3-529-16</inkml:trace>
  <inkml:trace contextRef="#ctx0" brushRef="#br0" timeOffset="20799.64">12271 10493 552 0,'0'0'310'0,"0"0"-120"0,0 0-77 0,0 0-53 16,0 0-31-16,0 0-17 16,0 0 27-16,36-16 14 15,-1 23 6-15,1 9-12 16,-12-1-13-16,0 4-11 16,12 3 4-16,-12-9-14 15,0 1 4-15,-4-6-2 16,-8-4-9-16,0-4 10 15,11 0 5-15,25 0-2 0,12-29 8 16,20-19-8 0,23-15-17-16,1-5-2 0,-9 5-1 15,1 7-1 1,-5 8-17-16,1 7-44 0,-5 5-63 16,1 4-109-16,-16 3-284 15</inkml:trace>
  <inkml:trace contextRef="#ctx0" brushRef="#br0" timeOffset="25784.53">4563 12360 489 0,'0'0'269'0,"0"0"-145"0,0 0-39 16,0 0-9-16,0 0-13 16,0 0-27-16,0 0-16 15,91 2 27-15,-31-2-9 16,35-2-8-16,-3-6-2 16,35 7-14-16,17-6 4 15,31-2-3-15,48-2-2 16,20-4-4-16,35 6 11 15,-19-2-19-15,-16 6-1 16,-16 5 0-16,-20 0 3 0,-8 0-1 16,-12 0-1-16,-12 0 1 15,-23 5 5-15,3-1-4 16,-20-4 2-16,-27 0 29 16,-12 0-27-16,-41 0 4 15,-7 4-1-15,-24-4 18 16,-12 3-15-16,-4-3-2 15,-8 1-2-15,0-1-3 16,0 0-3-16,0 0-1 16,0 0-2-16,0 0-6 15,0 5-100-15,0-2-147 16,12-3-256-16</inkml:trace>
  <inkml:trace contextRef="#ctx0" brushRef="#br0" timeOffset="26517.17">15695 12389 894 0,'0'0'138'0,"0"0"-24"0,0 0-63 0,0 0 36 0,0 0 13 16,0 0 12-16,422 0-73 16,-223-20-12-16,12 3-23 15,8 3 8-15,-4 0-12 16,-4 1 1-16,-16 2-1 15,-8 4 2-15,-35 0-1 16,-33 7-2-16,-27 0-48 16,-13 0-49-16,-7 0-104 15,-4 0-111-15</inkml:trace>
  <inkml:trace contextRef="#ctx0" brushRef="#br0" timeOffset="31266.37">13210 13903 518 0,'0'0'254'0,"0"0"-87"0,0 0-41 0,0 0-49 0,0 0 8 16,0 0-41-16,0 0 3 16,-95 60 46-16,119-46-12 15,55-9 2-15,29-5-26 16,43 0-22-16,24 0-1 16,44-12-26-16,-8-8 11 15,0 2-16-15,-19 8-2 16,-21 3 0-16,-28 4 0 0,-8 3-1 15,-27 0-2 1,-1 0-5-16,-15 0-30 16,4 3-60-16,-17 8-109 0,-7-2-113 15,-24-8-747-15</inkml:trace>
  <inkml:trace contextRef="#ctx0" brushRef="#br0" timeOffset="33885.07">21807 13415 696 0,'0'0'215'0,"0"0"-50"0,0 0-87 0,0 0 30 0,-315 28-67 16,267-16 6-16,5-2-1 16,15 1-1-16,4-1-9 15,4-1-2-15,8 2-9 16,0-7-11-16,12 2 3 15,0-1-8-15,0 1-2 16,0 1-3-16,0 5 12 16,48 3 3-16,12-8-5 15,19 8-6-15,25-6-3 16,3 0-4-16,9-2 2 16,-1-7-3-16,1 0-7 15,-17 0 7-15,1 0 5 0,-17 0-5 16,1 0-4-16,-16 0-11 15,-9 0-3-15,-11-3-41 16,-16-1-44-16,-8 4-74 16,-20-6-104-16,-4 6-553 15</inkml:trace>
  <inkml:trace contextRef="#ctx0" brushRef="#br0" timeOffset="35549.67">3416 15141 845 0,'0'0'132'0,"0"0"2"0,0 0-57 0,0 0-6 0,0 0-19 15,0 0 1-15,-116 15-18 16,116-15-1-16,0 0 11 15,0 0 2-15,72-9-20 16,20-22-9-16,39-15 8 16,4 0-17-16,-3-2-9 15,-5 7 0-15,-11 0 1 16,-33 9 0-16,-11 5-1 16,-24 8 7-16,-28 9-7 15,-16 6 0-15,-4 0 5 0,0 4-2 16,0-4-3-1,0 2 4-15,-40-1-5 0,-4-4 1 16,-4 5-9-16,12-5 9 16,4 3 0-16,17-2 4 15,3 6-4-15,4-3 1 16,8 3-1-16,0-3 1 16,0 0-1-16,0 3-3 15,0-3 3-15,0 3-3 16,0 0 1-16,24 0-5 15,19 0 7-15,-19 0 0 16,12 0 3-16,0 0-3 16,-16 0-10-16,-4 18-7 15,-4 15-29-15,-12 8-22 0,0 16-25 16,0 6-40 0,-16 1-89-16,-28-1-383 15</inkml:trace>
  <inkml:trace contextRef="#ctx0" brushRef="#br0" timeOffset="38116.53">12135 14963 314 0,'0'0'611'0,"0"0"-556"0,0 0 3 15,0 0-14-15,0 0 7 16,0 0-18-16,0 0-17 16,-11 10-3-16,90-1 58 15,37 5-15-15,23-12 9 16,16-2-25-16,8 0-22 15,33 0 1-15,-5 0-11 0,4 0 2 16,-4-9 3-16,-8 2-11 16,-16 1 4-16,-19 3-4 15,-29 3 6-15,-11 0-5 16,-29 0 4-16,-11 0-5 16,-32 0-2-16,-8 0-8 15,-9 0 8-15,-7 0 0 16,0 0 0-16,12 0-4 15,0 0-53-15,20 0-76 16,8 0-40-16,15 0-161 16</inkml:trace>
  <inkml:trace contextRef="#ctx0" brushRef="#br0" timeOffset="38933.51">20170 15116 671 0,'0'0'158'0,"0"0"4"0,0 0-44 0,0 0 10 0,0 0 3 16,0 0-25-16,-36 9-32 15,36-5-33-15,0-4-17 16,0 0-9-16,0 0-1 16,4 0-3-16,64 0-2 15,28 0 3-15,19 0-5 16,5 0-3-16,-5 0-4 15,0-8-5-15,-11-2 5 0,-20 8 4 16,-1-5-4 0,-15 1-2-16,0 2 0 0,-17-1 1 15,5 3-6-15,-8-2-9 16,-4 1-30-16,-8 3-25 16,-13 0-92-16,-11 0-68 15,0 0-180-15</inkml:trace>
  <inkml:trace contextRef="#ctx0" brushRef="#br0" timeOffset="39950.78">26210 15147 920 0,'0'0'57'0,"0"0"13"0,0 0-37 15,0 0 60-15,0 0-13 16,0 0-16-16,315 0-33 0,-208-4-3 15,21-7-2-15,-1-2-3 16,5-4-13-16,-5 5-5 16,4 3-3-16,-15-2-3 15,-13 6 2-15,-11-2-2 16,-20 0-3-16,-13 5-40 16,-15 2-20-16,-20 0-39 15,-12 0-65-15,-12 0-254 16</inkml:trace>
  <inkml:trace contextRef="#ctx0" brushRef="#br0" timeOffset="40966.69">6932 15916 669 0,'0'0'171'0,"0"0"-27"0,0 0-24 0,0 0-27 0,0 0-44 15,0 0-36-15,-56-10-9 16,56 10 1-16,79 14-1 15,17 5 23-15,47-10 15 16,29-9-25-16,19 0-6 16,16 0 4-16,16-8-14 15,-16-13-1-15,-20 5 2 16,-36 2-2-16,-43 2-1 16,-25 10 1-16,-35 2-1 15,-24 0-10-15,-12 0-10 16,-4 0-43-16,4 0-12 15,-12 0-107-15,0 2-173 0</inkml:trace>
  <inkml:trace contextRef="#ctx0" brushRef="#br0" timeOffset="42151.65">6211 17095 643 0,'0'0'186'0,"0"0"-84"0,0 0-18 0,0 0-6 15,0 0-19-15,0 0-23 16,-48 37-11-16,72-24 17 16,44-1 35-16,15-2 6 15,13-3-29-15,19-7-12 16,13 0-17-16,15 0-11 16,8 0-3-16,-3 0-7 15,-17-7 0-15,-11-6-3 0,-17 5-1 16,-23 3 0-1,-21 0 2-15,-15 5-2 0,-16 0-2 16,-4 0-2-16,-12 0 3 16,-4 0-17-16,-4 0-34 15,4 0-58-15,-8 1-84 16,0 22-151-16</inkml:trace>
  <inkml:trace contextRef="#ctx0" brushRef="#br0" timeOffset="44716.49">18486 17570 957 0,'0'0'82'0,"0"0"-12"0,0 0-48 0,0 0 5 0,0 0 0 15,0 0 33-15,331 0-8 16,-156-7-36-16,-12 0-6 16,-12 5-1-16,-7 2 2 15,-29 0 13-15,-19 0-17 16,-29 0-7-16,-23 0 1 16,-28 0-1-16,-4 0 0 0,-4 0-1 15,4 0-17 1,4 0-47-16,16 0-42 0,23 0-76 15,9 0-251-15</inkml:trace>
  <inkml:trace contextRef="#ctx0" brushRef="#br0" timeOffset="45266.51">23232 17192 909 0,'0'0'85'0,"0"0"28"0,0 0-76 0,0 0 10 16,0 0 10-1,0 0-45-15,-84 19-4 0,144-16-7 16,44-3-1-16,27 0 20 16,32 0-11-16,24-3-6 15,1-11 3-15,-13-3 0 16,-12 4-5-16,-12 0-1 16,-31 4 1-16,-17 1-4 15,-35 8 5-15,-28 0-4 16,-20 0 2-16,-16 0-1 15,-4 0 1-15,0 0-2 16,0 0 2-16,0 0-3 0,0 0-13 16,0 0-48-16,8 0-90 15,4 0-151-15</inkml:trace>
  <inkml:trace contextRef="#ctx0" brushRef="#br0" timeOffset="45833">28583 16916 744 0,'0'0'155'0,"0"0"-17"0,0 0-101 0,0 0 19 0,0 0-12 16,0 0-23-16,-12 31-3 15,56-27 13-15,4-3 5 16,12-1-27-16,11 0 2 15,13 0 8-15,8 0-18 16,-1 0 2-16,-7-7-3 16,-13-3 0-16,-3 0 0 15,-20 5 6-15,-12-3-6 16,-16 8 0-16,-16-3-9 16,-4 3 0-16,0 0-51 15,0-8-46-15,0 7-140 16,-48-5-284-16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11:44.523"/>
    </inkml:context>
    <inkml:brush xml:id="br0">
      <inkml:brushProperty name="width" value="0.05292" units="cm"/>
      <inkml:brushProperty name="height" value="0.05292" units="cm"/>
      <inkml:brushProperty name="color" value="#FF0000"/>
    </inkml:brush>
  </inkml:definitions>
  <inkml:trace contextRef="#ctx0" brushRef="#br0">14003 837 702 0,'0'0'200'0,"0"0"-123"0,0 0 20 0,0 0 43 0,0 0-40 0,0 0-11 16,0-163-3-16,0 158-9 15,0 3-28-15,0 2-9 16,0 0-16-16,0 0 4 15,0 0-25-15,0 0 7 16,0 0-10-16,0 0-5 0,0 6 3 16,0 26-1-16,-12 19 0 15,-20 5 0-15,-4 8 3 16,-4 1 6-16,-3-4-6 16,7-1 0-16,4-1-7 15</inkml:trace>
  <inkml:trace contextRef="#ctx0" brushRef="#br0" timeOffset="273.95">14118 936 0 0,'60'-63'0'0,"24"7"0"0,19-4 0 0,13 8 0 0,23-10 0 0,-8-9 0 15,9 9 0-15,-33-10 0 16,-63 1 0-16,119 6 0 16,-103-3 0-16,-28 27 0 15,-16 41 0-15,4 0 0 16,-4 0 0-16,-16 0 0 15,43 0 0-15,-19 12 0 16,20 25 0-16,-44 32 0 16,0 58 0-16,48 57 0 15,83 134 0-15,9-26 0 0,-117 20 0 16</inkml:trace>
  <inkml:trace contextRef="#ctx0" brushRef="#br0" timeOffset="1273.91">12661 6448 0 0,'-48'0'0'0,"-43"-32"0"0,55 0 0 0,-84 32 0 0,120-26 0 0,-163 26 0 16,12 0 0-16,23-2 0 16,-11 2 0-16,-12-12 0 0,-5 1 0 15,5 5 0-15,0 6 0 16,-12 0 0-16,-24 0 0 16,-13 0 0-16,-23 0 0 15,-19 0 0-15,7 6 0 16,4 0 0-16,16 1 0 15,-8 5 0-15,-8 5 0 16,0-2 0-16,-4 6 0 16,0-6 0-16,12 7 0 15,24 1 0-15,12 9 0 16,36-8 0-16,151-8 0 16,0-10 0-16,-24-2 0 15,12-4 0-15,-80-13 0 0,92-50 0 16,60-26 0-1,151-26 0-15,100-44 0 0,-41 20 0 16,25-18 0-16,43-20 0 16,45-7 0-16,15-12 0 15,24-7 0-15,-4-4 0 16,-44 8 0-16,-59 5 0 16,-69 13 0-16,-34 4 0 15,-61 17 0-15,-151 10 0 16,0 4 0-16,0 18 0 15,83-15 0-15,-83 8 0 16,-167-7 0-16,-167-33 0 16,7 15 0-16,-59 12 0 15,-72 29 0-15,-20 54 0 0,20 65 0 16,5 0 0-16,35 5 0 16,31-1 0-1,13 1 0-15,24-5 0 0,19 9 0 16,17 47 0-16,19 5 0 15,8 14 0-15,-7 31 0 16,59 33 0-16,48-33 0 16,203 0 0-16,-16-13 0 15,0 2 0-15,-36-16 0 16,80-15 0-16,167-64 0 16,71 9 0-16,-95 13 0 15,-15-10 0-15,-9 3 0 16,-12 19 0-16,-31-2 0 0,11-11 0 15,-27-1 0-15,-104-8 0 16,151 2 0-16,-12-5 0 16,-139-6 0-16,36-3 0 15,8 0 0-15,4 0 0 16,95-29 0-16</inkml:trace>
  <inkml:trace contextRef="#ctx0" brushRef="#br0" timeOffset="4124.17">10694 4482 0 0,'-243'0'0'0,"-59"16"0"0,218 1 0 0,-310-17 0 0,63 3 0 0,-7 3 0 0,-12-1 0 15,-25 5 0-15,-11-6 0 16,-20 14 0-16,8 5 0 16,47-7 0-16,13 0 0 15,43 13 0-15,-7-14 0 16,11 1 0-16,24-6 0 16,17 0 0-16,19-8 0 0,20 2 0 15,15-4 0 1,-3 0 0-16,12 0 0 0,12 0 0 15,12 0 0-15,19 0 0 16,5 0 0-16,12-10 0 16,-1-10 0-16,9 0 0 15,3 3 0-15,1-6 0 16,-16 8 0-16,3 5 0 16,-3-2 0-16,-21 12 0 15,1 0 0-15,12 25 0 16,35 22 0-16,88 15 0 15,4-48 0-15,12 3 0 16,-31-3 0-16,31 23 0 0,0 14 0 16,35-39 0-16,57 17 0 15,47-4 0-15,29-6 0 16,-17-7 0-16,24-4 0 16,36-8 0-16,20 0 0 15,-8 0 0-15,0-16 0 16,-40-1 0-16,-32 0 0 15,-19 7 0-15,7-4 0 16,24 7 0-16,1 1 0 16,-9 0 0-16,-4 3 0 15,-11-3 0-15,-1-2 0 16,4 3 0-16,16 2 0 16,5-1 0-16,-1 4 0 15,-12 0 0-15,-43 0 0 16,-72 0 0-16,-24 0 0 0,-1 0 0 15,25 0 0-15,-28 4 0 16,-8 3 0-16,0-1 0 16,-24-3 0-16,-19 3 0 15,-25-3 0-15,-28-3 0 16,61 0 0-16,-69 0 0 16,80 0 0-16,-36 0 0 15,5 0 0-15,27 0 0 16,4-9 0-16,12 0 0 15,-8-2 0-15,20 1 0 16,0-2 0-16,0 3 0 16,0-4 0-16,0-4 0 0,0 2 0 15,0 0 0 1,0 1 0-16,0-3 0 0,0 6 0 16,0-1 0-16,-36 4 0 15,12 3 0-15,-23 5 0 16,-33 0 0-16,-16 0 0 15,-31 0 0-15,59 2 0 16,-3 9 0-16,47-2 0 16,12-2 0-16,12-5 0 15,-32-2 0-15,28 0 0 0,4 0 0 16,0-9 0 0,12-8 0-16,24-4 0 15,67-21 0-15,64 20 0 16,88-38 0-16,-32-25 0 0,0-17 0 15,-40 44 0 1,-183-80 0-16,215 38 0 0,-183-14 0 16,-8 1 0-16,-24-18 0 15</inkml:trace>
  <inkml:trace contextRef="#ctx0" brushRef="#br0" timeOffset="6540.94">7720 3441 0 0,'-52'9'0'0,"-147"24"0"0,155-21 0 0,-211 0 0 0,9 15 0 0,-1-15 0 0,-8 7 0 0,-4-9 0 15,-67-4 0-15,19 2 0 0,-19 31 0 16,23-18 0-16,36 41 0 15,-27 10 0-15,-9 20 0 16,-24 46 0-16,61 33 0 16,51 14 0-16,28-21 0 15,39-62 0-15,-3 3 0 16,20 6 0-16,131-3 0 16,-176-6 0-16,176-7 0 15,-12-13 0-15,-11-8 0 16,11-19 0-16,-36-55 0 15,16 14 0-15,20-7 0 16,12-6 0-16,0 17 0 0,92-9 0 16,35-9 0-1,40-66 0-15,52-21 0 0,52 2 0 16,-60 32 0-16,12-2 0 16,20 55 0-16,24-20 0 15,-9 0 0-15,-3 3 0 16,-32-22 0-16,-44 8 0 15,-51 5 0-15,-128 11 0 16,0 5 0-16,0 10 0 16,0 0 0-16,-4 0 0 15,-124 16 0-15,-35 12 0 16,48 4 0-16,11 7 0 16,-3-6 0-16,11 1 0 0,52 13 0 15,20-21 0 1,0-10 0-16,17-7 0 0,-21-9 0 15,16 0 0-15,12 0 0 16,47-36 0-16,85 21 0 16,63-21 0-16,-40 1 0 15,16-21 0-15,9 41 0 16,19-16 0-16,20 8 0 16,-32-5 0-16,-12 11 0 15,-48 1 0-15,-103 6 0 16,-8 7 0-16,-8 3 0 15,-8 0 0-15,24 0 0 0,-24 0 0 16,0 15 0-16,0 6 0 16,-12-3 0-1,-56 2 0-15,33-6 0 0,-61 3 0 16,-43-8 0-16,-25 4 0 16,109-6 0-16,-120 2 0 15,19 0 0-15,73 1 0 16,-9-4 0-16,8 5 0 15,-7-1 0-15,-1-10 0 16,9 0 906-16,83 0-777 16,0 0-55-16,0 0 1 15,0 0-33-15,0 0 10 16,0 0-42-16,0 0-2 16,-108 10-1-16,216-6 5 15,43-4 11-15,48 0 11 0,12 0-22 16,24-14 1-16,-12-3-12 15,-36 1-1-15,-40 3 0 16,-63 6-1-16,-36 5 2 16,-36 2-2-16,-12 0-1 15,0 0-8-15,-48 0-27 16,-36 0-19-16,-43 18-34 16,-48 4-62-16,0-9-262 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12:28.748"/>
    </inkml:context>
    <inkml:brush xml:id="br0">
      <inkml:brushProperty name="width" value="0.05292" units="cm"/>
      <inkml:brushProperty name="height" value="0.05292" units="cm"/>
      <inkml:brushProperty name="color" value="#FF0000"/>
    </inkml:brush>
  </inkml:definitions>
  <inkml:trace contextRef="#ctx0" brushRef="#br0">16762 4931 780 0,'0'0'180'0,"0"0"-37"0,0 0-27 0,0 0-13 0,0 0-18 16,0 0-28-16,0 0-18 0,-96-14-10 15,96 14-19 1,68 0-6-16,40-3 6 0,55-3 5 16,60-6-7-16,8-1-6 15,16-4 4-15,-4-3-6 16,-17 10-3-16,-18-4 3 15,-33 5 0-15,-20 1 1 16,-32 3 1-16,-27 3 0 16,-24-2 0-16,-17 1-2 15,-31-2 0-15,-12 5 1 16,-12 0 0-16,0 0 2 16,0 0 7-16,0 0-1 0,0 0-1 15,0 0-7 1,0 0-1-16,0 0-19 0,-24 0-57 15,4 0-78 1,8 0-89-16,12 0-302 0</inkml:trace>
  <inkml:trace contextRef="#ctx0" brushRef="#br0" timeOffset="849.54">25370 5101 1015 0,'0'0'132'0,"0"0"58"0,0 0-81 16,0 0-14-16,0 0-30 16,0 0-23-16,-56 0-40 0,192 0 8 15,55-16-2-15,56-2-6 16,8 1-2-16,-1-3 0 15,-19 6 0-15,-4 5 0 16,-40-2 0-16,-43 2 0 16,-49 1 0-16,-43 3 0 15,-20-1 0-15,-24 3 0 16,-4-3 0-16,-8-1-4 16,0 3-6-16,0-1-22 15,0 5-21-15,-56 0-83 16,-28 0-121-16,-19 0-257 15</inkml:trace>
  <inkml:trace contextRef="#ctx0" brushRef="#br0" timeOffset="1966.23">5227 6137 987 0,'0'0'141'0,"0"0"-16"0,0 0-48 0,0 0 13 16,0 0-40-16,0 0-35 15,104 8-6-15,95-8 18 16,72-5 14-16,47-17-31 16,21-2-4-16,7 7-6 15,-15 1 6-15,3 8-6 0,-27 8 0 16,-25 0 0-1,-63 0 5-15,-44 0-5 0,-55 0-1 16,-40 10 0 0,-25-3 2-16,-31-7 2 0,-20 3-3 15,-4-3 2-15,0 0 3 16,0 0-1-16,0 0-2 16,0 0-2-16,0 4-5 15,-4-4-83-15,-52 0-157 16,1 0-440-16</inkml:trace>
  <inkml:trace contextRef="#ctx0" brushRef="#br0" timeOffset="10499.32">15010 9083 573 0,'0'0'129'0,"0"0"69"16,0 0-42-16,-330-4-56 0,258 4-6 15,4 0-51-15,25 0 15 16,15 0 5-16,8 0-15 15,16 0-4-15,-4 0-8 0,8 0-8 16,0 0-7-16,0 0-12 16,0 0-6-16,60 0 0 15,55 0-2-15,60 0 15 16,56 0 6-16,36 0-18 16,28 0 10-16,11 0-7 15,-7-5-7-15,-25-4-1 16,-19-4 1-16,-24 3 0 15,-28 0-1-15,-40 1 0 16,-39 2 1-16,-40-1-7 16,-37 4 7-16,-3 1 1 15,-16-4 1-15,-8-1-2 16,-4 4 3-16,-8-1-1 0,-4 0 1 16,-4 5 2-1,0-4-2-15,0 1 1 0,0 1-4 16,0 2-16-16,0 0-71 15,0 0-180-15,-12 0-307 16</inkml:trace>
  <inkml:trace contextRef="#ctx0" brushRef="#br0" timeOffset="12153.68">26656 9178 522 0,'0'0'322'0,"0"0"-125"0,0 0-70 15,0 0-14-15,0 0-54 0,0 0-3 16,-151 14-14-16,151-14 2 15,32 0-5-15,99 0 2 16,76 0 8-16,44 0-24 16,36-7-18-16,7-7-5 15,25 3-2-15,15 1 4 16,5 7-3-16,-37 3-2 16,-55 0 4-16,-68 0 2 15,-63 0-5-15,-56 0 0 16,-40 0-1-16,-17 0 1 15,-3 0-1-15,0 0 1 16,0 0 0-16,0 0-7 0,-47 0-29 16,-37 0-95-16,-23 0-153 15,3 0-366-15</inkml:trace>
  <inkml:trace contextRef="#ctx0" brushRef="#br0" timeOffset="12984.53">6525 10169 883 0,'0'0'177'0,"0"0"-69"0,0 0-25 0,0 0-36 16,0 0-7-16,0 0 34 0,243 42 5 16,-56-42-31-16,36 0-31 15,12 0-14-15,8 0 0 16,-32-4-2-16,-44-6-1 16,-51 4 0-16,-25 3 0 15,-43 3-37-15,-12 0-50 16,-12 0-73-16,-12 0-188 15</inkml:trace>
  <inkml:trace contextRef="#ctx0" brushRef="#br0" timeOffset="14803.75">10746 10685 727 0,'0'0'279'0,"0"0"-75"0,0 0-87 0,0 0 0 0,0 0-51 15,0 0-9-15,-60 0-31 16,164-5-13-16,59-12 4 15,48-2 2-15,0-2-10 16,0 5-7-16,-12 0-2 16,-24 1-6-16,-15 8 6 15,-53-2 0-15,-27 1 0 16,-45 7 0-16,-31-3 1 16,-4 4-1-16,0-3-2 0,0-1-1 15,-11-5 0 1,-41-4 3-16,-28-4-11 0,8 3 10 15,-19-3 1-15,19 2 0 16,5-2-3-16,19 5 3 16,24 3 0-16,12 1 6 15,12 8-5-15,0 0 9 16,0 0-10-16,0 0 0 16,0 0-2-16,24 0-6 15,36 0 6-15,19 0 2 0,-7 10 0 16,7 7-2-1,-27-3 0-15,-20 6 2 0,-8 6-4 16,-24 9-3 0,0 3 5-16,0 16-15 0,-68 8-33 15,-15 9-101-15,-1 0-157 16,4-5-655-16</inkml:trace>
  <inkml:trace contextRef="#ctx0" brushRef="#br0" timeOffset="20935.59">22707 10709 699 0,'0'0'144'0,"0"0"82"0,0 0-115 0,0 0 3 16,0 0-38-16,0 0-23 16,0 0-35-16,-12-29 0 15,12 29-14-15,0 0 6 16,0 0-1-16,0 0 5 15,0 0-2-15,0 0 11 16,23-9-3-16,49-11 20 16,20-11-17-16,11-11-10 15,5 2-11-15,-1-5-2 16,-7 2-28-16,-13 10-66 16,-11-9-119-16,-28-2-365 0</inkml:trace>
  <inkml:trace contextRef="#ctx0" brushRef="#br0" timeOffset="23334.22">8723 12096 732 0,'0'0'98'0,"0"0"40"0,0 0-24 0,0 0-49 15,0 0-24-15,0 0 7 16,0 0-10-16,-24 0-15 16,24 0-1-16,44 0 10 15,28 0 23-15,23 0 3 16,9 0-40-16,15 0 8 15,21 7 6-15,11-5-13 0,12 6-1 16,0-6-7-16,13-2 2 16,-1 4-2-16,0-4 1 15,32 0 0-15,-4 0-6 16,4 0 6-16,4 3-9 16,-12 1-2-16,-12-3-1 15,-11 8 2-15,-1-1-2 16,0 1 0-16,-8 4 0 15,8-1 7-15,9 1-6 16,-17-3 5-16,4 0 4 16,-16-4-7-16,-3-5 3 15,-5-1 9-15,-16 6-11 16,1-6-1-16,-9 0 2 0,-15 0-3 16,-1 0 0-1,-15 5 1-15,3-1-3 0,-15 1 1 16,11 3-1-16,-19-5 0 15,-4 0 0-15,-20 0 2 16,-13 0-1-16,-11 1-1 16,-12-2 1-16,0-2-1 15,-4 0 0-15,-8 0 0 16,0 0 0-16,0 4-5 16,-32 5-34-16,-59 3-90 15,-49 0-177-15,9-7-689 16</inkml:trace>
  <inkml:trace contextRef="#ctx0" brushRef="#br0" timeOffset="26467.35">19609 12052 552 0,'0'0'92'0,"0"0"48"0,0 0-6 16,0 0 14-16,0 0-50 15,0 0-4-15,0 0-25 0,-32 10 0 16,32-8-30 0,8 2-12-16,64 3-7 0,47-6 42 15,52 4-23-15,32-2-20 16,40-2-9-16,24 4 3 16,4-5-5-16,7 0-2 15,-7 0-2-15,-4 0-1 16,-20 0-3-16,-12 0-3 15,-40 0 1-15,-44-5 2 16,-43 5 0-16,-25 0-1 16,-35 0 2-16,-16 0-1 15,-20 0 4-15,-8-4-2 16,-4-1-2-16,8 4 4 0,-8-6 6 16,0 3-10-16,0 4-10 15,0 0-80-15,0 0-140 16,0 0-320-16</inkml:trace>
  <inkml:trace contextRef="#ctx0" brushRef="#br0" timeOffset="34066.64">10372 12994 132 0,'0'0'595'0,"0"0"-458"0,0 0 37 0,0 0-63 15,0 0 7-15,0 0-60 16,0 0 15-16,0 0-7 15,-52-2-10-15,68 2-12 0,63-7-9 16,49-3 3-16,35 0-16 16,36 5-14-16,12-4-6 15,12 5 6-15,0 4-5 16,0 0 2-16,-4 0-3 16,-20 0-2-16,-24 0 4 15,-35 7-2-15,-25 2-2 16,-27 1 0-16,-21-8 2 15,-31 1 0-15,-16 1-2 16,-20-4 0-16,0 0 0 16,0 0-4-16,0 0 3 0,0 0-8 15,0 3-33-15,0 6-80 16,0-2-55 0,12-7-103-16,36 0-503 0</inkml:trace>
  <inkml:trace contextRef="#ctx0" brushRef="#br0" timeOffset="35229.11">19565 12960 638 0,'0'0'110'0,"0"0"64"0,0 0-10 16,0 0-24-16,0 0-50 15,0 0-2-15,-107-6-20 16,107 6-16-16,0 0-17 16,0 0-12-16,0 0-4 15,0 0-10-15,0 0 10 16,0 0-12-16,0 0 0 16,12 0-1-16,67 0-3 15,21 0 18-15,39 0-7 16,12 0-9-16,21 0 4 0,27 0-2 15,16 0-2-15,4 0 2 16,16 0-5-16,-24 0-2 16,12 0 2-16,7 0-2 15,29 0 1-15,8 0-1 16,-8-7 0-16,-12-7 0 16,-16 5 0-16,4 3 1 15,-1 0 0-15,9 6 0 16,-8 0 1-16,-16 0 0 15,-40 0 3-15,-27 0-5 16,-29 2-1-16,-35 8 1 16,-21-1 1-16,-19-1-1 15,-24-6 0-15,-12-2-1 16,-12 0 1-16,0 0 0 0,0 0 1 16,0 0 1-1,0 0-2-15,0 0-16 0,-60 0-91 16,-43 4-231-16,-5-4-830 15</inkml:trace>
  <inkml:trace contextRef="#ctx0" brushRef="#br0" timeOffset="42367.25">13959 9109 736 0,'0'0'161'0,"0"0"14"0,0 0-71 0,0 0-13 16,0 0-48-16,0 0-11 0,0 0 4 15,8 16-21-15,76-16 25 16,31 0 19-16,28 0-35 16,5 0 1-16,15 0-9 15,12 0 3-15,24-5 6 16,24 1-22-16,12-2 10 15,12 1 6-15,-16-4-15 16,-20 1-4-16,0 3-1 16,-24 1 1-16,0 4 2 15,-12 0-2-15,1 0 2 16,-1 0-1-16,-12 0 1 16,-12 0-2-16,1 0 2 15,-1 0-2-15,-20-5 1 16,5-4 7-16,-17-2-6 15,9-1 2-15,-9 6 3 0,-4-3-7 16,-7-2 3-16,3 2-2 16,-11-1-1-16,-8 7 3 15,3-6-2-15,-3 6-1 16,-13-7-2-16,1 3 2 16,-16 2 1-16,-9-2 1 15,5-3-2-15,-12 1 1 16,-4 0-2-16,-8 0 3 15,-1 2-2-15,-11 0 0 16,0-2 2-16,0 1-1 0,-4 3-1 16,4-8 3-16,12 4-2 15,-12-5-1-15,19-1 0 16,-15-2 1-16,-8 5 0 16,4 1 0-16,-12-6 1 15,0 1-1-15,0-2 3 16,0-5-2-16,-12-3 3 15,0-5-4-15,0 2-1 16,0-2 0-16,0-1 0 16,-12-3 0-16,-20 4 0 15,-4-3-4-15,-12 1 0 16,1-6 4-16,-1-2 0 16,0-3 0-16,0 2 0 15,-7-4-1-15,19 9 2 16,-20-1-1-16,-4-1 0 0,1 2 0 15,-13 0 0 1,-8 0 0-16,1 3 0 0,-5 5-2 16,4 0 1-16,9 7 1 15,-1 3 0-15,0 2 2 16,-15-3-1-16,-1 4-2 16,-15 0 1-16,-25 2-3 15,13 5 3-15,-17 1-2 16,-7-2-3-16,12 0 5 15,-5-4 0-15,-3 5 6 16,15 1-8-16,5-2 3 16,-5 4-1-16,5 2 0 0,-12 4-1 15,7 0 0-15,-7 0 0 16,7 0-1-16,-7 0 2 16,-1 0 4-16,21 0-4 15,-9 0-1-15,13 10 1 16,7-6 0-16,-7 5 2 15,-1 0-4-15,-11 1 2 16,7 5-3-16,1-1 3 16,3 2-3-16,21-4 1 15,-9 5 0-15,9-6 2 16,-9 5 0-16,12 2-3 16,-3-1 2-16,-1 6 0 15,-7-4 1-15,11 0 0 0,-4 0 0 16,-11-1 0-1,-9 5-2-15,1 2 2 0,-5 5 0 16,5-6 0-16,19 8-3 16,4-6 3-16,9 3 0 15,11 2 0-15,12 2-1 16,-7 6 5-16,11 3-6 16,4-4 2-16,4 5-3 15,-8-1-2-15,20 6 8 16,-7 3-4-16,15 7 1 15,8-2-5-15,8 2 5 16,0 6 1-16,0-4-1 16,12 3-1-16,31 7 1 15,5-4 0-15,24-2-4 16,-4-6 4-16,15-7 5 16,-3-14-4-16,23-5 5 0,5-6-6 15,7-10 0-15,17-7-11 16,19-9-26-16,-12 0-98 15,13-3-201-15</inkml:trace>
  <inkml:trace contextRef="#ctx0" brushRef="#br0" timeOffset="44467.19">13828 14055 499 0,'0'0'150'0,"0"0"-19"0,0 0 9 0,0 0 18 0,0 0-44 16,0 0-25-16,0 0-37 16,-108 7 14-16,108-3-21 15,0-4-13-15,0 0-13 16,16 0 9-16,76 0-9 16,59 0-4-16,36 0 9 15,-12 0-10-15,12 0-9 0,-35 0-4 16,-1 0 2-1,-32 0-1-15,-27 0 2 0,-32 0-2 16,-16 0-1-16,-29 0-1 16,-7 0 1-16,-8 0-1 15,0 0 0-15,0 0-1 16,0 0 0-16,0 0-26 16,4 0-59-16,28 3-103 15,28-3-81-15,36 0-215 16</inkml:trace>
  <inkml:trace contextRef="#ctx0" brushRef="#br0" timeOffset="44867.67">17542 14164 753 0,'0'0'143'0,"0"0"56"0,0 0-47 0,0 0-52 0,0 0 1 16,0 0-36-16,-151 0-13 16,151 0-21-16,0 0-19 15,0 0 0-15,60 0-12 16,43 0 18-16,41 0-11 16,19 0 0-16,8 0-5 15,-4 0-1-15,-3 0-2 16,-17 0-6-16,-40 0-36 15,-15 11-158-15,-64 5-183 16</inkml:trace>
  <inkml:trace contextRef="#ctx0" brushRef="#br0" timeOffset="46683.6">11502 13946 476 0,'0'0'147'0,"0"0"42"0,0 0-47 16,0 0 3-16,0 0-17 15,0 0-51-15,0 0-6 16,-79 0-5-16,79 4-14 16,0-4-26-16,0 4-1 15,44-2-6-15,59-2 12 16,28 0-5-16,33 0-10 15,11 0-12-15,0 0-2 0,-12 0-2 16,-23 0-1-16,-37 0-1 16,-39 0-1-16,-28 0-15 15,-16 7-58-15,-8 3-120 16,-12 3-142-16,0-7-617 16</inkml:trace>
  <inkml:trace contextRef="#ctx0" brushRef="#br0" timeOffset="49050.47">22085 13995 771 0,'0'0'98'0,"0"0"77"0,0 0-73 16,0 0 30-16,0 0-62 15,0 0-26-15,-91 0-16 0,170 0 0 16,77 0-3-1,51-13 13-15,40-3-11 0,7 0-23 16,-15 7-1-16,-16 0-2 16,-28 4 0-16,-31 0-1 15,-45 5 0-15,-27 0 1 16,-37 0-1-16,-27 0 3 16,-16 0 2-16,-4 0-1 15,-8 0 6-15,0 0 5 16,0 0 1-16,0 0-15 15,0-3 1-15,0 3 1 16,0 0-3-16,0-4-6 0,0 4-12 16,0 0-34-1,0 0-37-15,0 0-25 0,0 0-85 16,0 0-157-16</inkml:trace>
  <inkml:trace contextRef="#ctx0" brushRef="#br0" timeOffset="50233.7">7226 14954 610 0,'0'0'278'0,"0"0"-142"0,0 0-5 0,0 0-3 15,0 0-38-15,0 0-21 16,-151 19-27-16,151-16-24 15,0-3-7-15,0 6 8 16,0 1-12-16,44 0 32 16,39 2 6-16,37-7-12 0,19-2-22 15,12 3-4-15,1-3-3 16,11 0-3-16,-24 0-1 16,-19 0 0-16,-17 0-8 15,-19 0-10-15,-12 0-51 16,-29 14-124-16,-19-2-156 15</inkml:trace>
  <inkml:trace contextRef="#ctx0" brushRef="#br0" timeOffset="64718.11">14847 16042 684 0,'0'0'149'15,"0"0"35"-15,0 0-31 0,0 0-31 0,0 0-24 16,0 0-27-16,0 0-17 15,-64-3 1-15,64 3-27 16,0 0-8-16,0 0-2 16,24 0-12-16,72 0 7 15,67 0 10-15,60 0-2 0,32-9-14 16,27-6 2 0,9-1-9-16,0-1-5 0,-21 6 5 15,-27 6 0-15,-28 5 0 16,-20 0 0-16,-27 0 0 15,-29-2 0-15,-35-2-3 16,-25 1 3-16,-31-5 3 16,-12 3 0-16,-12 0 3 15,-12-3 2-15,-4 5-2 16,-4-5 0-16,-4 4-3 16,0 1-3-16,0-1-9 15,0 4-75-15,-24-6-155 16,-24-9-553-16</inkml:trace>
  <inkml:trace contextRef="#ctx0" brushRef="#br0" timeOffset="66601.09">19784 269 718 0,'0'0'272'0,"0"0"-53"0,0 0-89 0,0 0 2 16,0 0-39-16,0 0-31 16,0 0-26-16,-56-35-10 15,56 35-21-15,0 4-5 16,0 23 0-16,0 12 3 15,0 3 9-15,0-1 2 16,0-6-11-16,0 0-3 16,0-3 0-16,0-3 3 15,0-7-3-15,0-4 0 16,0-4-1-16,0-3 1 16,0-3-19-16,0-7-35 15,24 3-84-15,12 0-87 0,20-4-157 16</inkml:trace>
  <inkml:trace contextRef="#ctx0" brushRef="#br0" timeOffset="66985.42">20708 733 796 0,'0'0'181'0,"0"0"15"0,0 0-75 0,0 0-45 0,0 0-35 16,0 0 1-16,-36 0-13 16,76 0-12-16,27 0-17 15,29-10-7-15,27 1-63 16,21-4-73-16,7 1-97 0,12-3-57 15,1 8-191-15</inkml:trace>
  <inkml:trace contextRef="#ctx0" brushRef="#br0" timeOffset="67118.62">22193 657 539 0,'0'0'148'0,"0"0"42"16,0 0-101-16,0 0-23 15,0 0-41-15,0 0-18 16,306 0-7-16,-194 0-19 15,7-14-106-15,9 0-174 16</inkml:trace>
  <inkml:trace contextRef="#ctx0" brushRef="#br0" timeOffset="67252.21">23662 638 461 0,'0'0'154'15,"0"0"19"-15,0 0-42 16,0 0-70-16,0 0-23 15,0 0-38-15,295 0-4 16,-200 0-130-16,21 0-119 16</inkml:trace>
  <inkml:trace contextRef="#ctx0" brushRef="#br0" timeOffset="67435.28">25263 663 555 0,'0'0'156'0,"0"0"43"15,0 0-69-15,0 0 35 16,0 0-48-16,0 0-59 16,4 0-35-16,-4 0-23 15,8 0 0-15,4 6-62 16,27-2-274-16</inkml:trace>
  <inkml:trace contextRef="#ctx0" brushRef="#br0" timeOffset="67868.89">27194 396 678 0,'0'0'315'0,"0"0"-37"0,0 0-86 15,0 0-41-15,0 0-62 16,0 0-19-16,-12-69-40 16,12 69-19-16,0 3-11 15,0 24 2-15,0 12-2 16,0 4 0-16,0 3 2 16,0 1-2-16,0 4 0 15,0-5-7-15,0-2-28 16,0-11-58-16,0-10-61 15,44-7-70-15,-5-16-129 0,-3 0-191 16</inkml:trace>
  <inkml:trace contextRef="#ctx0" brushRef="#br0" timeOffset="68418.75">27695 463 706 0,'0'0'315'0,"0"0"-89"15,0 0-130-15,0 0-52 16,0 0-32-16,0 0-6 16,0 38 7-16,0-10 5 15,0 4-5-15,0-2-8 16,0-5-4-16,0-3 0 16,0-6-1-16,24-7 2 15,0-3 1-15,-4-2-3 0,-4-4 4 16,-4 0 0-16,0 0 1 15,0 0 3-15,-4-10-5 16,4-13-1-16,-8 5-2 16,4-4 1-16,-4-6 0 15,-4 8-1-15,8-5-1 16,16 5-5-16,-5 2 7 16,9 2-1-16,-4 6 10 15,8 0-8-15,-8 7-4 16,0 3 1-16,0 0-3 15,12 0 4-15,-1 17-1 16,9 11-8-16,-8 6 8 0,12-5 1 16,0 4 1-1,-5-6 4-15,-7 2-5 0,0-9 0 16,8-5-1-16,-16-8 2 16,4-7-2-16,-9 0 2 15,1 0 1-15,0-20 3 16,8-11-3-16,-28-1 2 15,-4-5 5-15,0 0-5 16,0 6-1-16,-60 6-3 16,-19 2-2-16,-17 9-8 15,-7 5-105-15,-5 4-154 16,5-2-450-16</inkml:trace>
  <inkml:trace contextRef="#ctx0" brushRef="#br0" timeOffset="69519.03">15791 622 761 0,'0'0'257'0,"0"0"-27"0,0 0-95 0,0 0-9 16,0 0-51-16,0 0-35 16,-24-39-17-16,24 39-23 15,0 33-2-15,0 5-5 16,0 9 7-16,0 4 0 16,0-7 2-16,0-3-2 15,0-15-2-15,0-10 0 16,0-6-40-16,0-10 6 0,0 0 14 15,0 0 20-15,0-7 2 16,0-30 6-16,0-8-2 16,-20-10 7-16,-4 2-7 15,8-1 20-15,-4 7-2 16,8 5-10-16,12 7 17 16,0 10-12-16,0 5 8 15,0 8-15-15,0 5 4 16,20 7-3-16,16 0-11 15,12 0-8-15,11 0 7 16,21 7-1-16,4 17 1 16,-17 9 0-16,-7-1 0 0,-16 5 0 15,-28-2-3-15,-8 1-1 16,-8-1 5-16,0-1-7 16,-24-1 6-16,-32-3 1 15,-4-4-12-15,13-4-11 16,3-2-28-16,8-7-8 15,24-1-58-15,4-6-14 16,8-6-119-16,0 0-2 16,0 0-235-16</inkml:trace>
  <inkml:trace contextRef="#ctx0" brushRef="#br0" timeOffset="70151.98">16447 536 243 0,'0'0'496'0,"0"0"-290"0,0 0-37 0,0 0-42 0,0 0-46 16,0 0-24-16,-11-12-9 15,11 12-23-15,0 0-9 16,0 0-11-16,0 0-5 15,0 0-2-15,0 0 2 16,0 0 5-16,0-4-3 16,0 2 1-16,0-2 2 15,0 4-2-15,0-4-1 0,0 4 28 16,0 0 3-16,0 0-19 16,0 0-14-16,-4 8-2 15,-8 20-6-15,0 9 8 16,0 11 1-16,0 5-1 15,0 6 1-15,-8-6 1 16,8-2-2-16,0-9 0 16,0-13-5-16,12-11 5 15,-12-9-2-15,12-9 11 16,0 0-8-16,0 0 6 0,0-11 5 16,0-24 41-1,0-5-37-15,0-7-10 16,0 0 5-16,0 2-8 0,0 9-2 15,0 9 5-15,0 1-2 16,0 8-4-16,0-3 0 16,0 7 0-16,0-6 2 15,0 3-2-15,0 5 0 16,0 3 1-16,0 7-1 16,0-2 0-16,0 4-1 15,0 0-1-15,0 0-2 16,0 0-17-16,0 0-25 15,0 0-59-15,0 0-52 0,12 0-40 16,0 0 7 0,-12 0-18-16,0 0-8 0,0 0-314 15</inkml:trace>
  <inkml:trace contextRef="#ctx0" brushRef="#br0" timeOffset="70668.66">16292 518 545 0,'0'0'264'0,"0"0"-99"0,0 0 8 0,0 0-46 15,0 0-58-15,0 0-11 16,-12-51 11-16,12 41-37 15,12 0 0-15,0 2-7 16,0 7-6-16,12-2-3 0,-4 3-12 16,4 0-4-1,12 0 0-15,-1 4 0 0,1 24 3 16,0 3 0-16,-4 7-3 16,-4 4 0-16,-4 2 0 15,0 3 2-15,-4-2 3 16,-9-3-5-16,1-2 0 15,-12-5 0-15,0-7 0 16,0-2 0-16,0-12-15 16,0-3-23-16,0-7-63 15,0-4-57-15,0 0-88 16,0 0-92-16</inkml:trace>
  <inkml:trace contextRef="#ctx0" brushRef="#br0" timeOffset="70856.46">16360 657 522 0,'0'0'297'0,"0"0"-91"15,0 0-53-15,0 0-64 16,0 0-42-16,0 0-25 16,48-41-20-16,11 28-2 15,13 2-4-15,0 2-56 16,7-5-113-16,1 0-103 15,-8 0-306-15</inkml:trace>
  <inkml:trace contextRef="#ctx0" brushRef="#br0" timeOffset="71202.45">16973 457 642 0,'0'0'287'15,"0"0"-123"-15,0 0-55 16,0 0-67-16,0 0-13 15,0 0-20-15,127-22-6 16,-79 17 3-16,-4 4-2 16,-20-3-4-16,-12 4 0 15,0-3 6-15,-12 3-6 16,0-4 2-16,0 1-3 0,0 3 1 16,-24-2 0-1,0 2 4-15,4 0 4 0,4 0 11 16,-8 0 9-16,0 2-8 15,5 22-6-15,7 13 4 16,8 7-1-16,-4 5-3 16,8 4-10-16,0-1-4 15,0 3-7-15,0-7 6 16,0-8-41-16,0-3-61 16,0-18-110-16,43-10-96 15,9-9-290-15</inkml:trace>
  <inkml:trace contextRef="#ctx0" brushRef="#br0" timeOffset="71585.25">17495 729 357 0,'0'0'422'0,"0"0"-209"0,0 0-116 16,0 0-52-16,0 0-15 16,0 0 21-16,0 48-19 15,0-31 5-15,0-4-18 16,0-12-6-16,0 3 4 15,0-4 1-15,0 0 8 16,0 0 28-16,0-12 31 16,0-26-25-16,0-13-39 15,0-9 7-15,0 0-4 16,0-2-11-16,12 13-2 0,11 8-3 16,1 17-6-1,0 11 0-15,-12 9 13 0,-12 4-4 16,0 0-6-16,20 0-5 15,4 17-8-15,16 21 6 16,4 10-2-16,-9 6 3 16,1 4-3-16,-16-8 1 15,-16-8-14-15,-4-12-20 16,0-3-32-16,0-9-50 16,0-4-38-16,0-8-141 15,0-6-104-15</inkml:trace>
  <inkml:trace contextRef="#ctx0" brushRef="#br0" timeOffset="71637.67">17495 729 456 0</inkml:trace>
  <inkml:trace contextRef="#ctx0" brushRef="#br0" timeOffset="71735.55">17495 729 456 0,'-92'0'273'0,"92"-6"-34"0,0-1-79 0,0-3-36 0,0-2-87 16,48 0-34-16,0 3 4 15,7-7-7-15,17 6-19 16,0-3-104-16,15 1-157 15,1-1-365-15</inkml:trace>
  <inkml:trace contextRef="#ctx0" brushRef="#br0" timeOffset="71935.98">18653 408 600 0,'0'0'269'0,"0"0"-163"16,0 0-66-16,0 0-40 15,0 0-6-15,0 0-24 16,-24 30-2-16,12-5-90 16,12 7-201-16</inkml:trace>
  <inkml:trace contextRef="#ctx0" brushRef="#br0" timeOffset="72085.47">18617 780 491 0,'0'0'248'0,"0"0"-42"15,0 0-48-15,0 0-22 0,0 0-62 16,0 0-47 0,0 14-16-16,0-14-11 0,0 0-67 15,0 0-305-15</inkml:trace>
  <inkml:trace contextRef="#ctx0" brushRef="#br0" timeOffset="72951.96">16854 1765 678 0,'0'0'283'0,"0"0"-56"0,0 0-74 0,0 0-32 16,0 0-38-16,0 0-21 15,-68-99-27-15,40 99-23 16,-20 0-8-16,4 0-3 15,-3 13 0-15,3 9-1 16,8 7 0-16,12-1-1 0,24 2 1 16,0 1-8-16,0-1 7 15,0 7 2-15,36-1-1 16,20 4 1 0,-8-5-1-16,11-8-6 0,-23-3 6 15,-16-7 2-15,-8-8-2 16,-12-1-1-16,0-1 1 15,0 0 5-15,-24 4-5 16,-20-2 0-16,-4-5 0 16,5-4 4-16,7 0-8 15,8 0 4-15,16 0-10 16,4-5-41-16,8-8-26 0,0-4-110 16,48 2-143-1,20-4-143-15</inkml:trace>
  <inkml:trace contextRef="#ctx0" brushRef="#br0" timeOffset="73234.92">17331 1848 680 0,'0'0'335'16,"0"0"-110"-16,0 0-73 15,0 0-10-15,0 0-54 16,0 0-50-16,0-17-26 15,0 17-10-15,0 0-2 16,0 23 4-16,4 11-4 0,-4 4 0 16,8 2 0-16,-8 0 1 15,0-5-3-15,0-3 4 16,0-3-5-16,0-7 3 16,0-6 0-16,0-3-42 15,4-8-52-15,28-5-73 16,4 0-75-16,20 0-207 15</inkml:trace>
  <inkml:trace contextRef="#ctx0" brushRef="#br0" timeOffset="73569.46">18172 1826 182 0,'0'0'695'0,"0"0"-497"0,0 0-79 0,0 0-84 0,0 0-32 15,0 0-3-15,-12-6-6 16,12 6-50-16,0 11-76 0,0 12-68 16,0 4-240-16</inkml:trace>
  <inkml:trace contextRef="#ctx0" brushRef="#br0" timeOffset="73717.62">18140 2175 593 0,'0'0'241'0,"0"0"-94"16,0 0-2-16,0 0-60 0,0 0-52 16,0 0-30-1,0 0-3-15,0 0-110 0,0 0-149 16</inkml:trace>
  <inkml:trace contextRef="#ctx0" brushRef="#br0" timeOffset="78054.67">19318 1701 553 0,'0'0'231'0,"0"0"-47"0,0 0-50 0,0 0-17 15,0 0-54 1,0 0-16-16,0-9-5 0,0 9-6 15,-12 0-13-15,12 0 3 16,0 0-26-16,0 0-11 16,0 22 4-16,0 7 7 15,0 5 3-15,0 2 4 16,0 0 13-16,0 1-17 16,0-6-2-16,0 1-1 15,0-8 10-15,0 0-10 16,0-8 0-16,0-5 1 15,0-4-6-15,0-4 12 16,-8-3-5-16,8 0-2 16,0 0-2-16,0 0-27 15,0 0-33-15,0 0-23 0,0 0-80 16,0 0-88-16,0 0-229 16</inkml:trace>
  <inkml:trace contextRef="#ctx0" brushRef="#br0" timeOffset="78366.64">19692 1955 817 0,'0'0'230'0,"0"0"-37"0,0 0-119 0,0 0-37 0,0 0-35 0,0 0 3 15,0 11 0-15,0 11 3 16,0-1 3-16,0 4-9 16,0 1 3-16,0-1-5 15,-23 5-5-15,15-12 4 16,-8-4-54-16,16-3-108 15,0-11-109-15,0 0-223 16</inkml:trace>
  <inkml:trace contextRef="#ctx0" brushRef="#br0" timeOffset="78736.28">19692 1955 645 0,'399'-106'262'0,"-368"97"-135"16,-3 6-7-16,16 3-62 16,-8 0-30-16,20 0-6 15,-20 0-4-15,-9 7-6 16,-7 15-1-16,-20 3-11 16,0 5 0-16,0 0 0 0,-24 7 4 15,-31-3 1-15,7-3-5 16,4-2 0-16,8-4 0 15,8-12 0-15,9 0 0 16,15-6 2-16,-4-5 0 16,8 2 3-16,0-4-4 15,0 0 9-15,0 0-4 16,0 0 5-16,31 0-5 16,21 0 2-16,4-4-3 15,12-5-5-15,-5 1-10 16,13-1-42-16,-4 0-137 15,-1 4-53-15,-3-2-265 16</inkml:trace>
  <inkml:trace contextRef="#ctx0" brushRef="#br0" timeOffset="78952.3">20919 2038 616 0,'0'0'309'0,"0"0"-101"15,0 0-84-15,0 0-74 16,0 0-27-16,0 0-21 16,0 15 9-16,0 11 11 15,-12-1-18-15,-8 4-3 16,4 0 5-16,-20-4-12 16,0 3-1-16,4-1-70 15,21-12-166-15,11-6-127 0</inkml:trace>
  <inkml:trace contextRef="#ctx0" brushRef="#br0" timeOffset="79417.75">20919 2038 664 0,'442'-232'311'16,"-442"224"-124"-16,0 8-87 16,16-1-63-16,16-7-29 0,3 7-8 15,1 1 7-15,-4 0-9 16,-8 0 4-16,-12 0 13 16,-8 0-13-16,-4 18 0 15,0 4 4-15,0 4-5 16,0-1-1-16,-4 0 0 15,-16-7-1-15,8 2 0 16,12-7 0-16,0 0-8 16,0-4 0-16,0-3 8 15,0 4-1-15,20-3-5 16,16-1-2-16,-8 1 7 16,3-6 1-16,-19 7 1 0,0-6 0 15,-12 2-6-15,0 2-1 16,0-2 7-16,0 2-6 15,-35 1 6-15,-13-2-5 16,0 4-21-16,-8 0-68 16,12-1-68-16,17-1-91 15,27-7-310-15</inkml:trace>
  <inkml:trace contextRef="#ctx0" brushRef="#br0" timeOffset="79617.59">21974 2019 645 0,'0'0'344'0,"0"0"-190"0,0 0-101 0,0 0-40 0,0 0 7 16,0 0-10-16,20 45-7 15,-20-20-1-15,0 1-2 16,0-5-76-16,-12-4-150 15,12-8-211-15</inkml:trace>
  <inkml:trace contextRef="#ctx0" brushRef="#br0" timeOffset="79900.81">22519 1860 848 0,'0'0'217'0,"0"0"-77"16,0 0-114-16,0 0-7 16,0 0 14-16,0 0 3 15,72 44 5-15,-36-18-5 16,8-5 13-16,-20 9-31 16,11-7 2-16,-11-8-12 15,-12-3 0-15,-12 1-8 16,0-4-1-16,0 3 1 15,-4-4-22-15,-40-7-72 16,-3-1-33-16,-9 0-102 16,-4 0 3-16,24-26-107 0</inkml:trace>
  <inkml:trace contextRef="#ctx0" brushRef="#br0" timeOffset="80034.03">22519 1860 548 0,'24'-63'182'0,"12"47"-9"15,12 3-67-15,0 0-46 16,7 4-38-16,-7 6-17 16,0 3-10-16,-4 0-8 15,-8 0-127-15,7 4-276 16</inkml:trace>
  <inkml:trace contextRef="#ctx0" brushRef="#br0" timeOffset="80217.97">23152 2041 657 0,'0'0'242'0,"0"0"-112"15,0 0 3-15,0 0-67 16,0 0-41-16,0 0-19 16,20 117-6-16,-44-84-7 15,-19-6-72-15,-5-1-121 16,24-11-166-16</inkml:trace>
  <inkml:trace contextRef="#ctx0" brushRef="#br0" timeOffset="80633.78">23877 1870 886 0,'0'0'185'0,"0"0"-20"15,0 0-69-15,0 0-50 16,0 0-23-16,0 0-14 0,-84-72-9 16,49 72-2-1,-1 21 0-15,-8 0 2 0,16 3-3 16,-4 0-8-16,20-1-20 15,12-8-3-15,0 1 2 16,0-9 3-16,0-1 10 16,0 1 3-16,0-3 7 15,12-2 7-15,32 7 1 16,-16 2-1-16,-4 1 2 16,8 7 0-16,-20-4 0 15,12 4 0-15,-13 1 2 16,-11-1 3-16,0 4-4 15,0-5-1-15,0 2 0 16,0-6-146-16,0-5-201 16</inkml:trace>
  <inkml:trace contextRef="#ctx0" brushRef="#br0" timeOffset="80833.75">24060 2146 697 0,'0'0'297'0,"0"0"-153"16,0 0-83-16,0 0-3 16,0 0-31-16,0 0-12 15,16 76-14-15,-16-49 12 16,-16 0-13-16,-20-5-4 16,-7 0-74-16,19-6-173 0,12-6-208 15</inkml:trace>
  <inkml:trace contextRef="#ctx0" brushRef="#br0" timeOffset="81150.47">24427 1854 821 0,'0'0'252'0,"0"0"-36"15,0 0-47-15,0 0-67 0,0 0-47 16,0 0-37-16,0-19-18 16,0 48-2-16,0 7 2 15,0 6 0-15,8 6 1 16,-8 3-1-16,0-7-14 15,0 1-57-15,0-11-92 16,0-5-25-16,0-16-79 16,11-6-109-16</inkml:trace>
  <inkml:trace contextRef="#ctx0" brushRef="#br0" timeOffset="81421.97">24729 2013 251 0,'0'0'534'0,"0"0"-311"0,0 0-118 16,0 0-91-16,0 0-11 16,0 0 2-16,0 52 0 15,0-28 9-15,0-9-13 16,0-3-1-16,20-4-4 16,4-7 4-16,4-1 3 15,4 0 9-15,4 0 10 16,-13-18 4-16,-3-7 3 15,-16 3 9-15,-4 0-4 16,0 6 4-16,-12 3-18 16,-23 4-20-16,-13 9-8 15,0 0-14-15,4 0-24 16,8 0-126-16,12 13-216 0</inkml:trace>
  <inkml:trace contextRef="#ctx0" brushRef="#br0" timeOffset="81633.85">25338 2198 848 0,'0'0'250'16,"0"0"-100"-16,0 0-103 0,0 0-31 15,0 0-7 1,0 0-4-16,-24 102-5 0,-11-70 0 15,-5 1-34-15,8-11-162 16,20-9-177-16</inkml:trace>
  <inkml:trace contextRef="#ctx0" brushRef="#br0" timeOffset="81816.73">26011 2269 632 0,'0'0'298'0,"0"0"-219"0,0 0-54 15,0 0-25-15,0 0-1 16,0 0-35-16,175-21-71 16,-135 15-204-16</inkml:trace>
  <inkml:trace contextRef="#ctx0" brushRef="#br0" timeOffset="82001.03">26704 2215 650 0,'0'0'268'0,"0"0"-121"0,0 0 2 16,0 0-30-1,0 0 11-15,0 0-77 0,72-2-42 16,-52-5-8-16,-8 5-6 15,-1 2-17-15,-11 0-154 16,0-7-218-16</inkml:trace>
  <inkml:trace contextRef="#ctx0" brushRef="#br0" timeOffset="82967.09">16583 2714 643 0,'0'0'230'0,"0"0"-154"0,0 0-39 0,0 0 22 16,0 0-36-16,0 0 5 15,-116 80 9-15,116-62-17 16,0 2 1-16,0-1-1 16,0-1-1-16,0 2-4 15,0-5-5-15,36 8-1 16,8-7-9-16,-16-1 0 15,-4 1 3-15,-16-5 4 16,-8-1 7-16,0 1-10 16,0-2 1-16,-8 5 6 0,-32-6-10 15,-4 1 3 1,-4-4-3-16,13-2-1 0,11-3-24 16,12 0-79-16,12 0-80 15,0-3-100-15,24-11-4 16</inkml:trace>
  <inkml:trace contextRef="#ctx0" brushRef="#br0" timeOffset="83234.17">16913 2955 163 0,'0'0'313'16,"0"0"-179"-16,0 0-32 16,0 0-23-16,0 0-58 15,0 0-12-15,207 70-4 0,-207-25 25 16,-24 6-11-16,-19-2 15 15,7 0-2-15,4-11 7 16,20-13 10-16,12-11-13 16,0-2 1-16,0-12 3 15,0 4-15-15,0-4-4 16,32 0 10-16,16 0-12 16,7 0-11-16,5-16-4 15,0-1-4-15,0-1-17 16,-1 5-115-16,9-4-96 15,0 5-347-15</inkml:trace>
  <inkml:trace contextRef="#ctx0" brushRef="#br0" timeOffset="83668.41">18056 3170 569 0,'0'0'343'0,"0"0"-113"16,0 0-83-16,0 0-74 0,0 0-40 0,0 0-33 0,12-18 0 15,-12 40 0-15,0 7 0 0,0 8-1 16,0 12-21 0,-56-5-46-16,-27 7-7 0,3-3-163 15,-4-7-214-15</inkml:trace>
  <inkml:trace contextRef="#ctx0" brushRef="#br0" timeOffset="84267.09">19063 2898 359 0,'0'0'527'0,"0"0"-286"0,0 0-57 0,0 0-74 16,0 0-12-16,0 0-64 16,0-15-24-16,0 30-9 0,0 17-1 15,0 7 15-15,0-2-10 16,0 3-4-16,0 6-1 15,0-2-14-15,0-2-58 16,8-4-89-16,16-14-127 16,12-7-172-16</inkml:trace>
  <inkml:trace contextRef="#ctx0" brushRef="#br0" timeOffset="84450">19517 3180 714 0,'0'0'316'0,"0"0"-135"16,0 0-142-16,0 0-7 0,0 0-8 15,0 0 2-15,0 77-19 16,0-45-7-16,0 6-8 16,0-1-27-16,-32 0-147 15,20-10-194-15</inkml:trace>
  <inkml:trace contextRef="#ctx0" brushRef="#br0" timeOffset="85550.59">19911 3060 572 0,'0'0'321'0,"0"0"-129"0,0 0-44 0,0 0-96 15,0 0-48-15,0 0-4 16,120-45 0-16,-84 45-2 16,8 0-3-16,-29 17-2 15,-15 14 7-15,0 11 0 16,-27 5-4-16,-41-2 8 16,20-2-7-16,4-11 5 15,20-8-2-15,12-15 0 16,12-9 0-16,0 0 3 15,0 0 10-15,0 0 15 16,32 0-2-16,20 0-3 16,16 0-20-16,11-6-3 0,-7-11-9 15,12-3-88-15,-5 6-196 16,1-3-276-16</inkml:trace>
  <inkml:trace contextRef="#ctx0" brushRef="#br0" timeOffset="85701.24">20696 3210 461 0,'0'0'349'16,"0"0"-170"-16,0 0-75 16,0 0 11-16,0 0-42 15,0 0-45-15,0 98-12 16,0-63-12-16,-24 6-4 16,-8-2 0-16,-4-8-39 15,24-6-117-15,0-12-214 0</inkml:trace>
  <inkml:trace contextRef="#ctx0" brushRef="#br0" timeOffset="86033.92">21261 3029 717 0,'0'0'243'16,"0"0"-118"-16,0 0-23 15,0 0-45-15,0 0-35 0,0 0-14 16,183 37 6 0,-183 2-14-16,0 1 2 0,-59 9 1 15,-1-3-2-15,-4 3-1 16,24-16 0-16,17-5-1 16,11-10 1-16,12-8 0 15,0-4 4-15,0-6-3 16,0 0 0-16,35 0-1 15,25 0-1-15,20-25 0 16,3-4-2-16,1 4-48 16,-4-4-128-16,-1 7-63 15,-15 6-182-15</inkml:trace>
  <inkml:trace contextRef="#ctx0" brushRef="#br0" timeOffset="86217.02">21974 3194 723 0,'0'0'251'0,"0"0"-116"0,0 0-69 16,0 0-8-16,0 0 1 15,0 0-30-15,0 88-23 16,0-43-2-16,-16 1 1 16,-8 9-5-16,-8-10-17 15,8 3-83-15,20-13-138 16,4-16-590-16</inkml:trace>
  <inkml:trace contextRef="#ctx0" brushRef="#br0" timeOffset="86583.89">22531 3032 909 0,'0'0'110'15,"0"0"-20"-15,0 0-24 16,0 0-25-16,0 0-29 16,0 0 0-16,132 13-12 15,-132 16 0-15,0 2 0 16,-16 7 0-16,-20-1 1 0,4 2 0 16,8-4-1-1,24-7-2-15,0-9-9 0,0 1 1 16,0-8-1-16,0-2 10 15,32-3-1-15,-8-1 1 16,0-3 1-16,-12 2-4 16,-8 3 4-16,-4-8 7 15,0 1 13-15,0 7-8 16,-28 1-4-16,-52 4 0 16,-3 8-8-16,-9 0-60 15,8-5-144-15,17-4-129 16</inkml:trace>
  <inkml:trace contextRef="#ctx0" brushRef="#br0" timeOffset="86801.02">23057 3322 237 0,'0'0'787'0,"0"0"-594"15,0 0-128-15,0 0-51 16,0 0 21-16,0 0-18 16,-48 113-14-16,0-73-2 15,-7 1-1-15,11-5-42 16,-4-7-128-16,24-13-221 16</inkml:trace>
  <inkml:trace contextRef="#ctx0" brushRef="#br0" timeOffset="87150.6">23399 3134 241 0,'0'0'662'0,"0"0"-512"16,0 0-40-16,0 0-80 0,0 0-8 16,0 0 58-1,0 77-25-15,8-38-24 0,28 0 37 16,0 2-23 0,-4-10-3-16,-8 2-11 0,-8-8-11 15,-8-3-15-15,-8 0-5 16,0-6 0-16,0 0-9 15,-32-6-18-15,-20-1-67 16,-4-9-47-16,8 0-118 16,5-2-102-16</inkml:trace>
  <inkml:trace contextRef="#ctx0" brushRef="#br0" timeOffset="87300.16">23467 3057 429 0,'0'0'372'16,"0"0"-170"-16,0 0-100 16,0 0-25-16,0 0-51 15,0 0-25-15,291-25-1 16,-256 25-109-16,-15 14-157 16</inkml:trace>
  <inkml:trace contextRef="#ctx0" brushRef="#br0" timeOffset="87567.01">24132 3492 930 0,'0'0'289'0,"0"0"-151"16,0 0-69-16,0 0-26 15,0 0-26-15,0 0-13 16,0 83 3-16,0-52 5 16,-12-2-12-16,-12 0-3 15,-12-5 1-15,12-7-68 16,4-5-52-16,-3-7-149 16,-1-5-289-16</inkml:trace>
  <inkml:trace contextRef="#ctx0" brushRef="#br0" timeOffset="87851">24590 3127 889 0,'0'0'143'15,"0"0"-81"-15,0 0-27 16,0 0 48-16,0 0-31 15,0 0 3-15,12 155-10 16,24-116-7-16,-5 1 0 0,5 0 12 16,-4-13-32-1,-8 1 10-15,-8-5-15 0,-4-10-11 16,-12 2-2-16,0-6 0 16,0 9-11-16,-48-6-49 15,-12-6-98-15,13-6-74 16,-9 0-162-16</inkml:trace>
  <inkml:trace contextRef="#ctx0" brushRef="#br0" timeOffset="88017.08">24538 3152 181 0,'0'0'534'0,"0"0"-330"0,0 0-65 15,0 0-59-15,0 0-31 16,0 0-30-16,350-82-19 15,-302 82-26-15,-20 0-120 16,4 0-150-16,-8 18-282 16</inkml:trace>
  <inkml:trace contextRef="#ctx0" brushRef="#br0" timeOffset="88184.4">25243 3412 685 0,'0'0'252'15,"0"0"-57"-15,0 0-62 16,0 0-83-16,0 0-14 16,32 163-23-16,-64-122-13 15,-16 0 0-15,-20-3 0 16,9-3-31-16,-1-10-38 0,12-8-165 16,16-16-210-16</inkml:trace>
  <inkml:trace contextRef="#ctx0" brushRef="#br0" timeOffset="88684.04">25987 3108 737 0,'0'0'336'0,"0"0"-106"0,0 0-119 15,0 0-20-15,0 0-65 16,0 0-21-16,12-144-1 16,-44 144-4-16,-15 0-2 15,-1 0 1-15,-12 5-5 16,-8 16 5-16,25 12 1 16,7-5-4-16,12 4-4 15,12-1 0-15,12-2-3 16,0 2 9-16,0-2-2 15,24-1-3-15,20 3 1 16,3-2 4-16,-11 2 0 0,0-1 1 16,-4-9 1-1,-20 7-5-15,-12-10-3 0,0 4-2 16,0-2-37-16,-36-8-3 16,-12-2 7-16,5-10 14 15,11 0 14-15,16-8 15 16,4-21 1-16,12-5 33 15,0-5-8-15,16-1-12 16,39-4-14-16,5 3 1 16,0 3-2-16,8 6-1 15,-9 2-5-15,9 5-45 16,-8 10-213-16,-5 3-206 0</inkml:trace>
  <inkml:trace contextRef="#ctx0" brushRef="#br0" timeOffset="88900.78">26831 3308 855 0,'0'0'186'0,"0"0"-56"0,0 0-59 0,0 0-38 0,0 0 4 16,0 0 2-16,-55 97-28 15,27-63-11-15,-20-3 0 16,12-4-2-16,4 0-23 16,-3-8-54-16,23-14-168 0,12-5-204 15</inkml:trace>
  <inkml:trace contextRef="#ctx0" brushRef="#br0" timeOffset="89067.24">27592 3432 581 0,'0'0'463'0,"0"0"-225"15,0 0-138-15,0 0-87 16,0 0-13-16,0 0-60 16,195-31-206-16,-111 27-244 0</inkml:trace>
  <inkml:trace contextRef="#ctx0" brushRef="#br0" timeOffset="89251.55">29145 3390 779 0,'0'0'231'0,"0"0"-25"16,0 0-99-16,0 0 39 15,0 0-67-15,0 0-54 16,44 0-24-16,-41 0-1 15,5 0-67-15,8 0-111 16,4 0-135-16,8 0-329 0</inkml:trace>
  <inkml:trace contextRef="#ctx0" brushRef="#br0" timeOffset="91134.33">16842 5181 793 0,'0'0'113'0,"0"0"-50"0,0 0-11 15,0 0 42-15,0 0-31 0,0 0-26 16,-291 115-17-16,291-94 4 15,0 2 0-15,24 0-8 16,36 3 11-16,7 1-12 16,5 2 4-16,-16 3-14 15,3-4-1-15,-23 8 10 16,-28-2-4-16,-8-3-1 16,0-3 7-16,-12-5-11 15,-32-10 2-15,-3-8 1 16,3-5-8-16,-4 0-1 15,0 0-34-15,13-5-58 16,15-24-79-16,20-2-231 16</inkml:trace>
  <inkml:trace contextRef="#ctx0" brushRef="#br0" timeOffset="91333.72">17252 5397 878 0,'0'0'175'0,"0"0"-34"16,0 0-46-16,0 0-2 16,0 0-9-16,0 0-53 15,36 133-20-15,-36-95-9 16,0 4-2-16,0-4 0 16,0-1-8-16,0-6-40 15,0-8-80-15,0-9-124 0,8-12-206 16</inkml:trace>
  <inkml:trace contextRef="#ctx0" brushRef="#br0" timeOffset="91884.64">17777 5528 674 0,'0'0'317'0,"0"0"-127"15,0 0-116-15,0 0-36 16,0 0-25-16,0 0 11 15,20 47-20-15,-4-32-2 16,4 1 3-16,4-6 0 0,0-7-5 16,-12 1 1-1,0-4 1-15,-12 0-1 0,0 0 1 16,0 0 1-16,12 0 5 16,0 0-6-16,8-13 1 15,3-9-1-15,1-1-2 16,0 0 1-16,0 5 0 15,0 2 19-15,0 4-7 16,12 6-5-16,0-1-6 16,-5 7-2-16,-3 0 0 15,4 0 0-15,-8 0 0 16,0 8-2-16,0 15 0 0,0 0 1 16,0-1 2-1,7 0-1-15,-7-1 0 0,0-4 0 16,0-2 0-16,8-5 0 15,-4-1 1-15,-4-5-1 16,8-4 0-16,-20 0 1 16,11 0 1-16,-11 0 0 15,12-9 1-15,-4-11 0 16,-4-2 1-16,4-3 2 16,-16-6-4-16,-4 1-2 15,0 6 11-15,0 2-8 16,-4 5 3-16,-32 5-4 15,-8 6 8-15,9 2-10 16,3 4-23-16,4 0-88 16,4 0-238-16</inkml:trace>
  <inkml:trace contextRef="#ctx0" brushRef="#br0" timeOffset="93068.11">19059 5524 685 0,'0'0'250'0,"0"0"-110"15,0 0-86-15,0 0-7 0,0 0-10 0,0 0-5 0,0 0-26 16,-111 146 16-16,111-117-13 16,0-12 1-16,20-3-6 15,16-10-3-15,19-4 9 16,-7 0 11-16,-12 0 20 15,0-22-7-15,-24-7 9 16,-12 7 0-16,0 0-11 16,0 2-15-16,0 3-15 15,-36 3-4-15,4 11-12 16,-4 3-81-16,0 0-84 0,1 0-188 16</inkml:trace>
  <inkml:trace contextRef="#ctx0" brushRef="#br0" timeOffset="93952.82">14891 2213 845 0,'0'0'129'0,"0"0"34"0,0 0-90 0,0 0-18 0,0 0-16 15,0 0-5-15,211 0 1 16,-60-15 5-16,0-2-39 15,-31 3 2-15,-41 0-1 16,-19 1 4-16,-28 3-4 16,-16-4 4-16,-16 2-6 15,0-3-8-15,0-1-1 16,-12-1 6-16,-24 5 2 0,-12-4 1 16,24 10 0-1,1-2 15-15,23 7 28 0,0 1-4 16,0 0-4-16,0 0-20 15,0 0-14-15,0 0-1 16,35 0-3-16,33 25 2 16,-8-3-5-16,-12 7 6 15,-13-2-1-15,-11 10-1 16,-24 3-21-16,0 9-51 16,-4 4-79-16,-51 3-163 15,-1-1-287-15</inkml:trace>
  <inkml:trace contextRef="#ctx0" brushRef="#br0" timeOffset="94434.81">14751 3134 877 0,'0'0'193'0,"0"0"-17"0,0 0-82 0,0 0-29 0,0 0-13 0,0 0-20 16,243 0 6-16,-103-13-11 0,-21 3-25 15,-4 0 2-15,-23 5-3 16,-40-3-1-16,-16 5 4 15,-24 1-4-15,-12 2-5 16,0-7 4-16,0-3-3 16,-12-2-6-16,-36-10-6 15,8 5 15-15,-4-3-1 16,20 10 2-16,12 3 8 16,4 3 6-16,8 4-1 15,0 0-3-15,0 0 2 16,0 0-10-16,0 0-3 0,0 0 1 15,12 0-7 1,20 11 7-16,4 10-2 0,-12 2 1 16,-16 8-4-16,-8 6-21 15,0 14-95-15,-8 11-60 16,-52 4-183-16</inkml:trace>
  <inkml:trace contextRef="#ctx0" brushRef="#br0" timeOffset="95167.26">14680 5483 803 0,'0'0'217'0,"0"0"-42"0,0 0-85 15,0 0-40-15,0 0-14 16,0 0-5-16,59 0-3 16,57 0 12-16,27-4-2 15,5-8-28-15,-17-1-5 0,-28-1-2 16,-23 6-3 0,-32 2 0-16,-20 3-5 0,-20-2 5 15,-8 3-3-15,0-2 8 16,0-5-12-16,-20-6 4 15,-20-8 0-15,-4-2-1 16,-4-1 4-16,17-2 0 16,3 5 0-16,8 1 5 15,20 13 0-15,0 1 18 16,0 7-6-16,0 1 3 16,0 0-14-16,0 0-6 15,44 0 1-15,15 1-1 0,13 23 0 16,-16 2 0-1,-20 6-7-15,-13 12 2 0,-23 0-9 16,0 7-25-16,0-5-58 16,-43 5-29-16,-29 0-140 15,-24-5-304-15</inkml:trace>
  <inkml:trace contextRef="#ctx0" brushRef="#br0" timeOffset="96202.65">27926 2089 551 0,'0'0'333'0,"0"0"-192"0,0 0-35 0,0 0-45 0,0 0 19 16,0 0-30-16,239 3-22 15,-44-3 13-15,8 0-40 16,-7-10-1-16,-21 1 9 16,-44 0-8-16,-39 1-1 15,-45 3 0-15,-35 2 1 16,-12-1 0-16,0-2-1 15,0-8-19-15,-27 3 16 16,-41-5-4-16,8-4 1 16,-20 2 6-16,9-2 0 15,15 2-2-15,28 8 2 16,16 3 16-16,12 7 33 0,0 0-10 16,0 0-11-16,0 0-13 15,0 0-10-15,0 0-5 16,40 7 7-16,20 14-6 15,3 9 6-15,-3 1-2 16,-24-2 5-16,-20 0-10 16,-8 2 0-16,-8-2-4 15,0 6 4-15,-12-5-35 16,-32 0-28-16,16-5-59 16,4-8-168-16,24-16-220 15</inkml:trace>
  <inkml:trace contextRef="#ctx0" brushRef="#br0" timeOffset="96617.72">30196 2286 793 0,'0'0'167'0,"0"0"20"0,0 0-94 0,0 0-7 0,0 0-11 0,0 0 20 15,259 7-34-15,-88-7-43 16,20 0-7-16,16-11-2 15,-8-2-4-15,-12 1-5 16,-31-1 1-16,-33 0 3 16,-39 0-1-16,-29 3 4 15,-27 0 0-15,-8 3 0 16,-20 0 4-16,0 4-8 16,4-2 0-16,-4 5-6 15,0 0 2-15,0 0-18 0,0 0-75 16,-12 5-151-1,-36 20-101-15</inkml:trace>
  <inkml:trace contextRef="#ctx0" brushRef="#br0" timeOffset="97135.02">29810 3512 900 0,'0'0'175'0,"0"0"1"0,0 0-108 0,0 0 18 0,0 0-21 15,0 0-5-15,458 0-18 0,-239 0-25 16,-16-7-13-16,-8-3-2 16,-20 5 9-16,-32-2-3 15,-31 3 6-15,-37 0-14 16,-31-1 0-16,-20 1 0 16,-12 1 1-16,-4-4 1 15,-4 5-2-15,4-6 3 16,-4 3 3-16,-4 3-6 15,8-2-11-15,-8 4-17 16,4 0-82-16,4 0-137 0,8 0-282 16</inkml:trace>
  <inkml:trace contextRef="#ctx0" brushRef="#br0" timeOffset="97683.82">29495 5136 911 0,'0'0'145'0,"0"0"67"0,0 0-113 0,0 0 16 0,0 0-44 16,0 0-40-16,36 0 0 16,103 0-5-16,36-11 3 15,48-2-19-15,-12 2-8 16,-3 6 1-16,-29 0-1 15,-28 3-1-15,-36-2-1 16,-35-1-5-16,-32-1 5 16,-12-1 0-16,-16 1 0 15,-4-5-15-15,-9-1-25 16,-3-1-80-16,-4-5-108 16,0-4-351-16</inkml:trace>
  <inkml:trace contextRef="#ctx0" brushRef="#br0" timeOffset="100667.9">12976 16030 186 0,'0'0'381'0,"0"0"-256"0,0 0 61 0,0 0-75 0,0 0 36 16,0 0-36-1,0 0-33-15,0 0-23 0,-128 2 9 16,128-2-31-16,56 0-11 15,39 5 7-15,33 0 13 16,35 3-25-16,24-3-15 16,12 6 2-16,-4 4-1 15,-7-6-1-15,-25-2 0 16,-32 6 0-16,-23-13-2 16,-29 0 1-16,-19 3-1 15,-28-3 2-15,-20 0-1 16,-8 0 0-16,-4 0 3 15,0 0-2-15,0 0 0 0,0 0-2 16,-12 1-10 0,-12 7-40-16,12 2-68 0,12 2-41 15,0 0-124-15,0-8-138 16</inkml:trace>
  <inkml:trace contextRef="#ctx0" brushRef="#br0" timeOffset="101234.03">17017 16077 834 0,'0'0'168'0,"0"0"25"16,0 0-83-16,0 0-35 0,0 0-32 16,0 0 8-16,-24-6-8 15,60 1-13-15,59-8-15 16,45-1-2-16,23-3-5 15,0 3-7-15,-11 1-1 16,11 0 4-16,-12 2 0 16,-12 6-4-16,-23 5-7 15,-33 0 7-15,-23 0 1 16,-36 0-1-16,-16 0-1 16,-4 0 1-16,-4 0 5 15,0-6-5-15,-4 6-27 0,-72 0-94 16,-19 0-70-16,-9 6-296 15</inkml:trace>
  <inkml:trace contextRef="#ctx0" brushRef="#br0" timeOffset="107317.34">9468 17456 650 0,'0'0'145'0,"0"0"-16"0,0 0-19 0,0 0 10 15,0 0-27-15,0 0-27 0,0 0-9 16,-116 0-15-16,116 0 19 16,0 0-27-16,0 0-3 15,0 0 1-15,0 0-19 16,12 0-11-16,68 0 3 16,15 0 5-16,37-6-7 15,19-1 1-15,8 4-4 16,17-1 6-16,3-2-4 15,28 3-2-15,16-6 1 16,24 3-2-16,11-7 7 16,-3 3-12-16,-12-3 7 15,-28 7-2-15,-32 3 0 16,-31 3 0-16,-45 0-1 16,-27 0 2-16,-32 0 1 15,-13 3-1-15,-23-1 1 0,0 2-2 16,-12-4 3-16,0 0 9 15,0 0-9-15,0 0 10 16,0 0-9-16,0 0-2 16,0 3-1-16,0-3-11 15,0 3 5-15,0 4-58 16,0 0-66-16,0 2-38 16,0-2-146-16,12-7-329 15</inkml:trace>
  <inkml:trace contextRef="#ctx0" brushRef="#br0" timeOffset="108217.7">17355 17408 768 0,'0'0'156'0,"0"0"-32"16,0 0 48-16,0 0-70 0,0 0 35 0,0 0-52 16,-127 0-28-16,127 0-34 15,83-3-8-15,69-6-3 16,79-8 14-16,59-4-12 16,37 1 1-16,3 7-12 15,9 4-1-15,-1 9 0 16,-43 0-2-16,-40 0 3 15,-44 0 5-15,-60 0-8 16,-32 9 1-16,-51-3 0 0,-24 1-1 16,-32-5-1-16,-12 3-3 15,0-5 4-15,0 0-1 16,0 0-14-16,-8 3-15 16,-52-1-29-16,-11 9-63 15,-9 0-67-15,8-1-101 16,28-7-171-16</inkml:trace>
  <inkml:trace contextRef="#ctx0" brushRef="#br0" timeOffset="110217.94">6924 18333 901 0,'0'0'111'0,"0"0"-75"0,0 0-8 0,0 0 0 15,0 0 104-15,326 15-80 16,-103-15-10-16,44 0-25 15,23 0-9-15,5 0 13 16,-12 0-8-16,-28 3-12 16,-44 3 3-16,-48 4-3 15,-60 0-1-15,-55-7 0 16,-24 6 2-16,-24-9-2 0,0 4-3 16,0 5-8-16,0 7-52 15,-24 10-114-15,-36 1-308 16</inkml:trace>
  <inkml:trace contextRef="#ctx0" brushRef="#br0" timeOffset="115800.73">19286 12992 656 0,'0'0'201'0,"0"0"-15"0,0 0-17 0,0 0-72 0,0 0-14 16,0 0-9-16,0 0-36 15,-167-7-19-15,167 7-14 16,0 0-1-16,80 0-2 15,27 0 23-15,72 0 23 16,17 0-29-16,34 0-13 16,9 0-2-16,4 0-4 15,4 0 1-15,-28 0 0 16,-28 4-1-16,-40-1 0 0,-27-1-4 16,-40 2 4-1,-37-1 0-15,-23-3 4 0,-24 0-3 16,12 0 2-16,-12 0 3 15,0 0-5-15,0 0 1 16,0 0 0-16,0 0-2 16,0 0-6-16,0 0-36 15,-24 0-50-15,0 5-124 16,0 3-226-16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14:29.316"/>
    </inkml:context>
    <inkml:brush xml:id="br0">
      <inkml:brushProperty name="width" value="0.05292" units="cm"/>
      <inkml:brushProperty name="height" value="0.05292" units="cm"/>
      <inkml:brushProperty name="color" value="#FF0000"/>
    </inkml:brush>
  </inkml:definitions>
  <inkml:trace contextRef="#ctx0" brushRef="#br0">10415 4996 588 0,'0'0'114'0,"0"0"74"0,0 0-30 0,0 0-46 16,0 0-24-16,0 0-4 15,-314-49 18-15,290 49-29 16,0 0-19-16,24 0-7 16,-8 0-11-16,8 0-29 15,0 0 12-15,0 0-19 16,0 0 7-16,68 0 7 0,59 0-1 15,48 0 1 1,48-8 2-16,32 0-11 0,16-2-5 16,12 0 3-16,-5 1-8 15,-7-1 10-15,-28 5-6 16,-12-2 1-16,-32 0 0 16,-24 4-7-16,-24-1 7 15,-31 4 10-15,-29 0-10 16,-19 0-1-16,-24 0-6 15,-16 0 7-15,-16 0 6 16,-8 0-5-16,-8 0-1 16,4 0 0-16,-4 0-10 15,0 0 3-15,0 0-37 16,0 0-91-16,8 0-112 0,-4 10-75 16,8-3-413-16</inkml:trace>
  <inkml:trace contextRef="#ctx0" brushRef="#br0" timeOffset="1732.72">22882 4798 597 0,'0'0'192'0,"0"0"-10"0,0 0-34 0,0 0-41 0,0 0 13 16,0 0-26-16,-92 2-28 15,92-2-12-15,0 0-18 16,0 0-13-16,0 0-13 16,0 0 0-16,60 3-10 15,31-3 7-15,37 0 4 16,35 0-11-16,-8 2 13 16,-7 6-11-16,-21-1-1 15,-19-5-1-15,-37 1 1 16,-15 1-1-16,-28-4 0 15,-20 0-1-15,-8 0 1 0,0 3 0 16,0-3-3 0,0 0-11-16,0 0-31 0,0 0-50 15,0 0-74-15,0 0-113 16,0 0-329-16</inkml:trace>
  <inkml:trace contextRef="#ctx0" brushRef="#br0" timeOffset="2467.32">24614 5003 212 0,'0'0'459'0,"0"0"-202"0,0 0-84 0,0 0-76 0,0 0-16 15,0 0 4-15,-12 0-22 16,12 0-26-16,32 0-10 15,27 0 31-15,21 0-8 16,4 0-25-16,23-4-12 16,5 1-4-16,-5 1 1 15,-3-2-5-15,-21-1-5 16,-23-1 4-16,-24 5-4 16,-16-3 6-16,-16 4-4 15,-4 0-2-15,0 0 2 16,0 0 1-16,0 0-3 15,0 0-9-15,0 0 7 0,-4 0-34 16,-20 0-77 0,0 4-102-16,16 8-96 0,8-6-373 15</inkml:trace>
  <inkml:trace contextRef="#ctx0" brushRef="#br0" timeOffset="3699.35">27090 4968 844 0,'0'0'283'0,"0"0"-101"16,0 0-44-16,0 0-37 0,0 0-38 15,0 0-31-15,32-16-13 16,28 11-2-16,43-6-9 15,5 6-3-15,-5 1-3 16,17 2-2-16,-5 2 0 0,-7-4 0 16,-9 4 1-16,-23 0-5 15,-8 0 10-15,-21 0-10 16,-3 0 5-16,-16-4-1 16,-8 1 2-16,-8 0 0 15,-12 0-1-15,0 3 0 16,0 0 0-16,0 0-1 15,0 0-13-15,0 0-82 16,-12 0-150-16,-24 0-177 16</inkml:trace>
  <inkml:trace contextRef="#ctx0" brushRef="#br0" timeOffset="7569.05">22284 4082 580 0,'0'0'113'0,"0"0"20"0,0 0-98 0,0 0 66 16,0 0 5-16,0 0-34 15,24 51-14-15,-20-44 7 16,-4-3 6-16,0-4 2 0,0 0-4 16,0 0-11-16,0 0-8 15,0 0-10-15,0 0-11 16,0 0 0-16,0 0 0 15,0-24-6-15,0-10-20 16,0-8 3-16,8-5-5 16,-8-4 0-16,0 4 1 15,0-4-2-15,0 3 4 16,12 3 2-16,-12 7-1 16,12 0-3-16,0 7 5 15,0 6-6-15,12-1-1 16,-12 6 2-16,0 4 2 15,0 3-2-15,0 8 2 0,0 0-4 16,0 4-2 0,-4 1 2-16,-4-3 0 0,15 3-2 15,5 0-6-15,12 0 8 16,20 0 2-16,8 0-2 16,3 0-2-16,13 4 2 15,16 6-1-15,11-6 0 16,9 0 1-16,11-2 2 15,4 1 0-15,9-3-4 16,7 0 4-16,16 0-5 16,4 0 6-16,17 0-6 15,7-13-2-15,-4-1 5 0,8-4 1 16,-8 3-1-16,16 4 2 16,4-4-3-16,-20 3 2 15,12-5-2-15,-11 6 1 16,-25-1-2-16,0 1-3 15,0 4 3-15,4-1 2 16,-3 1-3-16,-1 4 0 16,-12-3 5-16,-15 3-4 15,-17-2 2-15,-15 0-4 16,-9 1 4-16,9-1 3 16,-9 5-3-16,-3 0-6 15,-9 0 6-15,1 0 7 16,8 0-7-16,-1 0 0 15,5 0-1-15,-5 0 1 0,-11 0 0 16,-20 0 0-16,-13 0-2 16,-11 0-1-16,8 0 3 15,-16 0 5-15,4 0-5 16,-8 0 0-16,0 0 0 16,-12 0 0-16,11-3-2 15,9-1 3-15,-8-2-2 16,-12 6 2-16,-8 0-1 15,4-3 0-15,-8 3 0 16,0 0-1-16,0 0 1 16,0 0-8-16,0 7 7 15,12 11 1-15,0 15-1 16,0-2 1-16,-12 10 0 0,0 0 1 16,0 3-1-16,0 1-4 15,0-8 4-15,0 0 3 16,0-9-3-16,0-3-1 15,0-4-6-15,0 1-22 16,-8 2-52-16,-32-2-170 16,-28-7-345-16</inkml:trace>
  <inkml:trace contextRef="#ctx0" brushRef="#br0" timeOffset="9516.6">21349 5806 767 0,'0'0'210'0,"0"0"-22"0,0 0-79 0,0 0 13 15,0 0-50-15,0 0-27 16,0 0-17-16,-68 7-16 16,211-3 22-16,64-4 22 15,76 0-21-15,32 0-27 16,11 0-7-16,1 0 0 15,-21 0 0-15,-31 0-1 16,-64-7 1-16,-56 1 0 16,-39 3-1-16,-45-4 0 15,-35 0-2-15,-24 7 2 0,-12-6-1 16,0 6-3-16,0 0-25 16,0 0-36-16,-16 0-84 15,-63 3-100-15,-13 17-160 16</inkml:trace>
  <inkml:trace contextRef="#ctx0" brushRef="#br0" timeOffset="12333.39">5032 7254 820 0,'0'0'296'0,"0"0"-222"0,0 0-32 0,0 0-30 16,0 0-2-16,0 0 17 15,0 0 56-15,32 108-37 16,-8-78-3-16,-12-9-24 16,12-4 5-16,-12-11-9 0,8-3 17 15,-8-3-15-15,-8 0 1 16,32 0 7-16,19-13 12 15,41-32-17-15,31-18-18 16,25-10-2-16,47-9-24 16,20-15-155-16,16-17-367 15</inkml:trace>
  <inkml:trace contextRef="#ctx0" brushRef="#br0" timeOffset="18334.09">25709 9154 225 0,'0'0'235'0,"0"0"-135"0,0 0 10 0,0 0 94 0,0 0-50 0,0 0-53 15,0 0-5-15,0 0-47 16,-68-58 0-16,32 50 24 16,12 7-9-16,12 1-38 15,12 0 8-15,0 0-17 16,0 0-10-16,24 0 1 15,84 0-4-15,63-4-2 16,52-9 1-16,32-3-3 16,3-2-2-16,13-4 1 0,-12-1 1 15,-20 4 1 1,-28 3-1-16,-32 0 1 0,-28 2 2 16,-35 6-3-1,-37-5 2-15,-27 3-7 0,-16 4 7 16,-16 0-2-16,-8 3 0 15,-12-2 7-15,0 4-11 16,0 1 4-16,0 0-36 16,-56 0-108-16,-51 1-156 15,-13 19-183-15</inkml:trace>
  <inkml:trace contextRef="#ctx0" brushRef="#br0" timeOffset="19183.24">25080 10313 6 0,'0'0'925'0,"0"0"-814"0,0 0-42 0,0 0-37 0,0 0 22 16,0 0 33-1,83-14-33-15,100 8-24 0,76-11-3 16,32 5-10-16,15-4-17 15,-7-3 0-15,-4 3 8 16,-1 0-8-16,-27 1 1 16,-8 2 1-16,-52 1-2 15,-44 1 0-15,-43 6 4 16,-25-3-6-16,-19 6 4 16,-13-1-4-16,-27-2 4 15,-16 4-5-15,-8-2 3 16,-12 3-10-16,0 0-41 15,-48 0-103-15,-67 0-80 16,-13 0-411-16</inkml:trace>
  <inkml:trace contextRef="#ctx0" brushRef="#br0" timeOffset="20017">13887 10424 908 0,'0'0'85'0,"0"0"18"0,0 0-72 0,0 0 7 0,0 0 29 15,387 12 7-15,-133-12-45 0,61 0-29 16,-1 0 4 0,13 2-4-16,11 2 1 0,-19 0-1 15,-24 0 6-15,-53 4-9 16,-54 7 3-16,-61-1-14 16,-55 8-54-16,-41 7-58 15,-31-7-302-15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14:56.416"/>
    </inkml:context>
    <inkml:brush xml:id="br0">
      <inkml:brushProperty name="width" value="0.05292" units="cm"/>
      <inkml:brushProperty name="height" value="0.05292" units="cm"/>
      <inkml:brushProperty name="color" value="#FF0000"/>
    </inkml:brush>
  </inkml:definitions>
  <inkml:trace contextRef="#ctx0" brushRef="#br0">2823 4905 559 0,'0'0'245'0,"0"0"-104"0,0 0-3 0,0 0-45 16,0 0-12-16,0 0-2 15,0 0 1-15,-120 12-3 16,180-12-28-16,43 0 11 16,29 0-14-16,43 0-23 15,24 0-5-15,24 0-11 16,20-3-1-16,16 3 3 15,-5 0-7-15,-7 0 4 16,-16 0-1-16,-16 0-4 16,-16 0 2-16,-15 0 2 0,-17 0-4 15,-20 0 9-15,-20 0-9 16,-31 0-1-16,-4 0 0 16,-41 0 0-16,-19 0 9 15,-8 0-2-15,-24 0 13 16,0 0-11-16,0 0-4 15,0 0-4-15,0 0-1 16,0 0 0-16,0 0-1 16,-12 0-13-16,-20 0-48 15,-4 7-93-15,1 3-181 16,35-10-363-16</inkml:trace>
  <inkml:trace contextRef="#ctx0" brushRef="#br0" timeOffset="1100.4">9703 4873 458 0,'0'0'237'0,"0"0"-68"0,0 0-25 15,0 0-20-15,0 0-28 16,0 0-30-16,-140 7 11 16,140-4-33-16,0-3-14 15,0 4-17-15,0-3 12 16,68 3 19-16,63 1 21 16,76-5-25-16,40 0-18 15,44 0-13-15,4 0-1 16,7 5-5-16,-19-2-3 15,-16 0-4-15,-13 0 4 16,-27-3 5-16,-51 0 0 0,-37 3-5 16,-35-3 1-16,-45 3 22 15,-11 1-4-15,-28-4-8 16,-20 0 5-16,0 0 0 16,0 0 0-16,0 0-10 15,0 0 4-15,0 0-10 16,0 0 0-16,0 0-4 15,0 0-26-15,4 0-37 16,32 0-68-16,31 4-188 16,29-4-15-16,43 0-524 15</inkml:trace>
  <inkml:trace contextRef="#ctx0" brushRef="#br0" timeOffset="1700.04">14680 4846 395 0,'0'0'178'0,"0"0"-42"0,0 0-29 0,-375 8 36 15,292-2 1-15,7 0-53 16,28-2-20-16,20 2-27 16,17-2 21-16,3-1-31 15,8-3-17-15,0 5 4 16,35 3-1-16,81-7 41 0,59 7-1 16,48-8-27-1,20 0-19-15,4 0-8 0,0 0 5 16,-4 0 4-16,-9-8-7 15,-11-2-5-15,-24-1 14 16,-23 1-8-16,-49 0-7 16,-31 5-1-16,-41-1 6 15,-11-2 1-15,-20 3 6 16,-12 2-6-16,-12-1 0 16,0 1-8-16,0 1 5 15,0-3-5-15,0 5-2 16,0-2-11-16,-32 2-45 15,-28 0-81-15,5 0-138 16,7 2-197-16</inkml:trace>
  <inkml:trace contextRef="#ctx0" brushRef="#br0" timeOffset="4134.97">8954 5906 592 0,'0'0'168'0,"0"0"-67"0,0 0 13 0,0 0-34 15,0 0-24-15,0 0-33 16,0 0 4-16,-68 9-10 16,92-4 12-16,80-5 49 15,71 4 11-15,36-4-37 16,36 0-16-16,8 0-17 16,-12 0-13-16,-8 0 5 15,-12 9 6-15,11 2-8 16,-27-4-8-16,-19 3 1 15,-21 0 5-15,-40-1-2 16,-19-1 20-16,-29-1-23 0,-23-5 5 16,-16 1 13-16,-16-1-4 15,-4 2 0-15,-8-4 6 16,-12 4-10-16,0-4 7 16,0 0-7-16,0 0-7 15,0 0 0-15,0 2-2 16,0 3-1-16,0-5 1 15,0 0-6-15,0 0 3 16,0 0 0-16,0 2-23 16,0-2-14-16,0 2-41 15,0 8-62-15,0 1-66 16,0 0-64-16,0 2-174 16</inkml:trace>
  <inkml:trace contextRef="#ctx0" brushRef="#br0" timeOffset="4916.68">16348 5946 761 0,'0'0'118'0,"0"0"62"0,0 0-99 0,0 0 24 0,0 0-40 16,0 0-9-16,76-29-11 16,59 24 11-16,32-1-32 15,20-5-13-15,8 2-5 16,-7 1-4-16,-25-1 0 15,-44 4 1-15,-23-2 2 16,-52 5-4-16,-20-2-1 16,-13 1 2-16,-11 3-4 15,0 0 2-15,0 0-2 16,0 0-21-16,0 0-42 16,12 0-87-16,20 0-60 0,16 9-199 15</inkml:trace>
  <inkml:trace contextRef="#ctx0" brushRef="#br0" timeOffset="5868.78">23642 5940 448 0,'0'0'133'0,"0"0"-18"0,0 0 2 0,0 0 0 0,0 0-9 15,0 0-29-15,-211-12-4 16,179 12-37-16,16 0 0 16,-8 0-8-16,13 0 34 15,3 0-42-15,8 0 2 0,0-4-11 16,0 0 8 0,0 4-16-16,43 0 9 0,65 0 40 15,55 0 8-15,36 0-37 16,24 0-22-16,8 0 4 15,16 0-3-15,0 0 3 16,8 0-6-16,-1 0 2 16,-19 0 3-16,0 0-6 15,-36 4 0-15,-15-4-5 16,-33 0 1-16,-32 0 4 16,-23 0 3-16,-36 0 1 15,-17 0-6-15,-7 0 4 16,-16 0 7-16,-16-4 6 15,-4 1-11-15,0 3-4 0,0-2 2 16,0-1-2 0,0 3-4-16,0 0-24 0,0 0-62 15,-4-4-161-15,-20-9-338 16</inkml:trace>
  <inkml:trace contextRef="#ctx0" brushRef="#br0" timeOffset="24167.83">1584 4471 919 0,'0'0'183'0,"0"0"-21"0,0 0-68 0,0 0-5 16,0 0-52-16,0 0 0 16,0 0-6-16,140 11-9 15,-21-11-4-15,9 0-13 16,-1-6 1-16,-24 1-4 16,-31-6-2-16,-16 5 0 15,-32-1 3-15,-20 4 0 16,-4 3 0-16,0-2-2 15,0-3 9-15,0-5-1 16,0-8 5-16,-4-5-11 16,-32 2-1-16,4 1 3 15,-4 6 11-15,36 3 6 16,-12 5 1-16,12 3 0 0,0 3-1 16,0 0-2-1,0 0-11-15,0 0-5 0,0 0-4 16,0 0-3-16,0 0-4 15,48 14 7-15,0 6 4 16,0 4-4-16,-17-2-2 16,5 0 1-16,-24 2 0 15,-12 6-8-15,0 1 5 16,0 10-25-16,0 4-28 16,-36 1-60-16,-7 7-98 15,-5-5-100-15,12-8-228 16</inkml:trace>
  <inkml:trace contextRef="#ctx0" brushRef="#br0" timeOffset="29316.23">8640 5838 534 0,'0'0'100'0,"0"0"3"15,0 0 49-15,0 0-88 0,0 0 13 16,0 0 26-16,0 0-31 16,-231-20-12-16,207 20-26 15,8 0-1-15,4 0-3 16,-8 0-2-16,20 0 8 16,-12 0-10-16,12 0-3 15,0 0-4-15,0 0-12 16,0 0-3-16,24 5-4 15,48 4 52-15,39 0-4 0,21-2-25 16,43-4-10-16,24-3-7 16,12 0-4-16,-4 0-1 15,-8 0-1-15,-20 0 1 16,4 0 1-16,-27 0 6 16,-9 4-7-16,-16 2-1 15,-11-3-4-15,3 1 3 16,-15 1 2-16,-5-1 2 15,-19-4-2-15,-36 0 3 16,-5 0-3-16,-19 0 4 16,-8 0 11-16,4 0-7 15,-20 0 2-15,0 0-6 0,0 0-2 16,0 0-2-16,12 0-1 16,-12 0-7-16,0 0-2 15,0 0-48-15,0 0-82 16,0 9-110-16,12 0-126 15,24 4-465-15</inkml:trace>
  <inkml:trace contextRef="#ctx0" brushRef="#br0" timeOffset="33383.44">9320 5937 568 0,'0'0'143'0,"0"0"-34"0,0 0-7 0,0 0-3 16,0 0 5-16,0 0 5 15,0 0-63-15,0 0-12 16,-71-13-6-16,71 13-7 16,0 0 10-16,0 0 7 15,8 0-11-15,63 0 6 16,37 0-5-16,19 0 9 16,37 4-19-16,-13-3-8 15,16 10-4-15,4-1 8 16,-7-1-13-16,-1 0 4 15,-12-6 10-15,-19 1-10 16,7 1-5-16,-20-1 9 16,-27 0-2-16,-12-1 4 0,-33-3-3 15,-11 0 2 1,-24 0-9-16,0 0 13 0,-12 4 4 16,0-4-16-16,0 2 7 15,0-2-2-15,0 0-3 16,0 0 2-16,0 0-4 15,0 0-1-15,0 0-1 16,0 0 0-16,0 0-12 16,0 0-28-16,12 0-57 15,20 5-105-15,16 5-14 16,23-3-35-16,13-5-262 16</inkml:trace>
  <inkml:trace contextRef="#ctx0" brushRef="#br0" timeOffset="34166.49">15954 5968 235 0,'0'0'462'0,"0"0"-308"0,0 0-35 0,0 0-1 0,0 0 7 16,0 0-55-16,-116-7-30 0,116 7-10 15,0 0-13-15,12 0-7 16,60 0 24-16,27 0 9 16,21-2-20-16,11-2-14 15,-3 0-9-15,-1 3 3 16,-11-5-1-16,-9-1-2 15,-27-1 2-15,-13 7-4 16,-19 1-1-16,-24-4 3 16,-8 0 6-16,-8 1-3 15,-8 1-3-15,0-1 3 16,0 3 5-16,0 0-8 16,0 0-1-16,0 0-45 0,0 0-127 15,0 3-157-15,0 11-145 16</inkml:trace>
  <inkml:trace contextRef="#ctx0" brushRef="#br0" timeOffset="35000.26">23324 5739 440 0,'0'0'169'0,"0"0"-82"0,0 0 71 0,0 0-27 0,0 0-2 15,0 0-9-15,-112-13-47 16,108 13 6-16,4 0-3 16,0 0-27-16,0 0-11 15,0 0-11-15,0 0-8 16,0 0-2-16,0 0-5 15,60 0 0-15,59 0 19 16,57 0-15-16,19 0-6 16,16 0-8-16,0 0 4 15,-16 0-6-15,-20 0 0 0,-20 0 2 16,-15 0-1 0,-21 0 0-16,-19 0-1 15,-25 0 7-15,-19 0-7 0,4-2 0 16,-28-1 3-16,-9 3-2 15,-11-5-1-15,-12 5-5 16,0 0 5-16,0 0 0 16,0 0-1-16,0 0-37 15,0 0-102-15,0 0-104 16,0 0-143-16</inkml:trace>
  <inkml:trace contextRef="#ctx0" brushRef="#br0" timeOffset="44200.03">13139 7066 649 0,'0'0'230'0,"0"0"-65"0,0 0-61 0,0 0-18 15,0 0-27-15,0 0-13 16,0 0-23-16,95 4 4 16,45-4 16-16,23 0-11 15,20 0-12-15,8 0 4 16,8 0-12-16,8 0-5 0,-20 0 2 16,-19 0-6-1,-29 0 3-15,-23 0 0 0,-21 0-5 16,-15 0 2-16,-13 0 0 15,-27 0 3-15,-20 0-4 16,-8 0 3-16,0 0 0 16,-12 0 0-16,0 0 6 15,0 0-1-15,0 0 1 16,0 0-4-16,0 0-3 16,0 0-4-16,0 0 0 15,0 0-27-15,0 0-47 16,24 0-102-16,20 0-48 0,15 4-111 15,33-4-369 1</inkml:trace>
  <inkml:trace contextRef="#ctx0" brushRef="#br0" timeOffset="46267.19">24530 7219 862 0,'0'0'140'16,"0"0"7"-16,0 0-63 0,0 0 22 0,0 0-23 0,0 0-47 15,80-5-9-15,71-1-7 16,40 1-6-16,28 3-6 16,4-5-5-16,-12 4-2 15,0 3-1-15,-28 0 0 16,-19-3-1-16,-45 3 1 15,-23-3 4-15,-29-1-2 16,-19-1-2-16,-24 1 1 16,-4 0 0-16,-16-1 1 15,-4 5-2-15,0-6-1 16,0 5-50-16,0 1-112 0,-52-6-159 16</inkml:trace>
  <inkml:trace contextRef="#ctx0" brushRef="#br0" timeOffset="47666.65">10053 8696 919 0,'0'0'195'0,"0"0"-123"0,0 0 56 0,0 0-32 0,0 0-17 16,0 0-50-16,-103 0-15 15,206-3-7-15,52-1-4 16,76 4 21-16,60-2-21 16,4-5 4-16,7 7-7 15,-11 0-5-15,-20 0 5 16,-17 0-4-16,-43 0 4 15,-55 0-1-15,-65 0 8 0,-35 0-13 16,-40 0 12-16,-16 0-6 16,0 0 1-16,0 0 0 15,0 0 8-15,0 0-6 16,0 0-3-16,0 0-15 16,-40 0-116-16,-28 0-175 15,9 0-628-15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15:57.250"/>
    </inkml:context>
    <inkml:brush xml:id="br0">
      <inkml:brushProperty name="width" value="0.05292" units="cm"/>
      <inkml:brushProperty name="height" value="0.05292" units="cm"/>
      <inkml:brushProperty name="color" value="#FF0000"/>
    </inkml:brush>
  </inkml:definitions>
  <inkml:trace contextRef="#ctx0" brushRef="#br0">25788 10611 802 0,'0'0'187'0,"0"0"-27"0,0 0-41 0,-310 0 6 16,286 0-32-16,8 0-19 0,16 0-36 16,0 0-9-16,0 0-10 15,76 0 4-15,83-11 9 16,64-7 6-16,71-8-25 16,45-6-12-16,23 4-1 15,20 0 11-15,-7-2-10 16,-33 9 5-16,-19 2-3 15,-41 8 0-15,-23-1-2 16,-28 3-1-16,-44 1 1 16,-36 7 4-16,-35 1-5 15,-40 0 2-15,-21 0-3 16,-19 0 2-16,-16 0 1 16,-8 0-2-16,-12 0-3 15,0 0 3-15,0 0-4 0,0 0-12 16,-8 0-73-16,-32 11-50 15,-16 8-147-15,21-4-240 16</inkml:trace>
  <inkml:trace contextRef="#ctx0" brushRef="#br0" timeOffset="6800.41">5673 10071 401 0,'0'0'390'0,"0"0"-253"0,0 0-11 15,0 0-31-15,0 0-16 0,0 0-16 16,0 0-6-16,-79 19-9 16,79-17 3-16,0-2-15 15,0 0-1-15,0 0-14 16,0 0-10-16,0 0 8 16,0 0-9-16,55 0-6 15,17 0 8-15,20-12-1 16,3-4-6-16,-15 0-5 15,4-2 3-15,-29-3-4 16,-7 7 2-16,-24-3-1 16,8 5 4-16,-20 4-3 15,4 3 2-15,-16-2-2 16,8 5-1-16,-8-5 3 0,0 1 1 16,0-1 4-16,0-2-8 15,0 0 3-15,-20 0-3 16,4 2 0-16,4 3 0 15,-8 2 1-15,8-2 1 16,0 4-2-16,12-4-1 16,0 4 1-16,0 0 0 15,0 0 0-15,0 0 0 16,0 0 4-16,0 0-4 16,0 0-4-16,12 0 0 15,24 0 4-15,0 0-1 16,-4 0 1-16,-9 0-1 0,1 4-3 15,0 14 8-15,-12 2-7 16,0-1 3-16,-12 7-3 16,0-1 0-16,0 7 2 15,-24-1-51-15,-12 4-79 16,4-6-146-16,9-7-237 16</inkml:trace>
  <inkml:trace contextRef="#ctx0" brushRef="#br0" timeOffset="8016.84">9472 8972 527 0,'0'0'259'0,"0"0"-79"0,0 0-26 0,0 0-55 15,0 0-20-15,0 0-19 16,-16-89 20-16,16 89-28 16,0 0-10-16,-8 0-25 15,8 0-17-15,0 0-1 16,0 0-7-16,0 22 8 15,0 7-5-15,0 2 7 16,0 8-3-16,0-1 2 16,0 3 2-16,0 1-3 15,0-7-2-15,0-3 0 0,-4-8 2 16,-4-4 0 0,4-8 1-16,4-7-2 0,0 0 2 15,-8-5 1-15,8 0-1 16,0 0 0-16,0 0 7 15,-4 0-2-15,-4 0 5 16,-4 0 6-16,0-5-1 16,0-5-6-16,-12-1 3 15,12-1 1-15,0 2-8 16,0 1 2-16,5 2 5 16,7 5 0-16,0 2-4 15,0 0-2-15,0 0-5 16,0 0-2-16,0 0-3 15,0 0-1-15,0 0-2 0,0 0-1 16,0 6-2-16,0 8 9 16,19 6 0-16,5-4 0 15,0-6-4-15,0-1 3 16,-4-6 1-16,-8-3-3 16,4 0-3-16,4 0 4 15,-4 0-2-15,8 0 2 16,-4-3-2-16,15-20-13 15,-11-1-19-15,0-4-56 16,-4 1-68-16,4 3-59 16,0 3-206-16</inkml:trace>
  <inkml:trace contextRef="#ctx0" brushRef="#br0" timeOffset="14299.75">9655 8347 614 0,'0'0'412'0,"0"0"-226"0,0 0-40 0,0 0-15 16,0 0-50-16,0 0-26 0,0 0-34 15,-8-80-15 1,8 80-5-16,0 13 0 0,0 13 10 15,0 8-9-15,20 8 5 16,-8 5-7-16,4 8-2 16,4 1-32-16,4-2-115 15,23-3-179-15,9-7-337 16</inkml:trace>
  <inkml:trace contextRef="#ctx0" brushRef="#br0" timeOffset="14901.39">14867 8455 664 0,'0'0'236'0,"0"0"-55"0,0 0-150 0,0 0 4 0,0 0-14 0,0 0-2 15,187-95-17-15,-163 88-2 16,0 7-2-16,-12 0-18 16,-4 0-116-16,-8 30-131 15,0 9-415-15</inkml:trace>
  <inkml:trace contextRef="#ctx0" brushRef="#br0" timeOffset="16983.99">4387 10509 1006 0,'0'0'101'0,"0"0"63"0,0 0-43 0,0 0-52 0,0 0-30 15,0 0-5-15,104-8-9 16,63-9 1-16,28-12-4 15,16 2-11-15,-12 1-10 16,-35-1 4-16,-9 5-4 16,-52 5-1-16,-47 8-2 15,-32 6-2-15,-24 3-9 16,0-8 0-16,-44 5 11 16,-28-14-13-16,-7 5 3 15,-17 1 11-15,29 0 2 16,7 0-3-16,24 5 1 0,24 3 1 15,12 0 12-15,0 3-10 16,0 0-2-16,0 0-2 16,32 0 0-16,32 0 0 15,3 6 1-15,25 13 2 16,-32 2 0-16,-25 7 4 16,-11 6-5-16,-12 4-2 15,-12 10 2-15,0 3-38 16,-24 3-139-16,-23-1-171 15</inkml:trace>
  <inkml:trace contextRef="#ctx0" brushRef="#br0" timeOffset="17767.21">11220 10413 502 0,'0'0'367'0,"0"0"-192"0,0 0-20 0,-323 6-48 0,295-6 11 15,8 0-55-15,20 0-12 16,0 0-32-16,0 0 6 15,56 0 9-15,40 0-8 16,31-2 7-16,28-24-24 16,9 1-1-16,-25-1-8 15,-12-1 4-15,-35-1-4 16,-44 5 0-16,-12 3-6 16,-36 2 4-16,0 1-7 15,0-2-3-15,-12 0 0 16,-36 7 3-16,0-4-3 0,0 6 10 15,-7 1 2-15,31-2 1 16,16 9 3-16,4-1-2 16,4 3-1-16,0 0 3 15,0 0-4-15,0 0-1 16,36 0 0-16,23 0-1 16,9 9 2-16,4 13 0 15,-13 3 1-15,-3 10-2 16,-20 7 0-16,-12 9-5 15,-24 6-12-15,0-2-52 16,-12 1-88-16,-32-4-103 16,4-10-244-16</inkml:trace>
  <inkml:trace contextRef="#ctx0" brushRef="#br0" timeOffset="18769.66">18454 10090 512 0,'0'0'177'16,"0"0"85"-16,0 0-112 0,0 0-27 0,0 0 2 16,0 0-28-16,-143 7-60 15,143-7-7-15,0 0 3 16,0 0-15-16,36 0 11 15,59-7 4-15,37-19-19 16,19-5-6-16,0 2-7 16,-35-3 0-16,-1 4-1 15,-31-1-1-15,-28 7 1 0,-9 3-2 16,-35 6-3-16,0-1 2 16,-12 0-5-16,0-4 2 15,-20 4-4-15,-31-3 0 16,-5-3 2-16,8 9 8 15,4 2-1-15,16 2 5 16,16 3-4-16,4 4 1 16,8-3 5-16,0 3 0 15,0 0 5-15,0 0-6 16,20 0 0-16,32 0 0 16,24 0-2-16,-1 14-1 0,5 1-1 15,-12 7 2 1,-9 1-2-16,-23 3-1 0,-12 5 1 15,-24 5-1 1,0 4-16-16,-24 11-21 0,-55 1-101 16,-41 7-169-16,13 2-265 15</inkml:trace>
  <inkml:trace contextRef="#ctx0" brushRef="#br0" timeOffset="24017.83">8616 11063 835 0,'0'0'311'0,"0"0"-136"0,0 0-44 0,0 0-41 0,0 0-65 16,0 0-18-16,0 0-7 15,-8 75 0-15,40 1 6 16,-8 6 3-16,-1 12-1 16,-11 6 1-16,-12-2-7 15,0 0 0-15,0-6-2 16,0-10 6-16,0-14-6 15,0-17 0-15,0-20-3 16,0-11 3-16,0-8 0 16,0-10 3-16,0-2 4 0,0 0 16 15,0-2 8 1,-12-30-10-16,-23-5-11 0,11-1-7 16,0 5 8-1,12 11-6-15,0 16 2 0,12 3 5 16,0 3-11-16,0 0-2 15,0 0-1-15,0 15-13 16,0 18 6-16,0 5 9 16,0 2 1-16,12-4-1 15,16-7-1-15,-8-15 0 16,-8-6-1-16,11-8-2 16,1 0-2-16,0 0 6 15,12-30 5-15,0-7 2 16,-4-6-7-16,-8 0-1 0,8-2-9 15,-21-1-22-15,5 14-21 16,-4 6-59-16,0 7-103 16,12 5-247-16</inkml:trace>
  <inkml:trace contextRef="#ctx0" brushRef="#br0" timeOffset="24851.18">14238 11287 845 0,'0'0'234'0,"0"0"-49"0,0 0-5 0,0 0-60 0,0 0-45 16,0 0-31-16,-36-127-24 15,36 130-20-15,0 44-8 16,20 17 8-16,20 21 0 16,3 5 4-16,-19-2 0 0,0-2-2 15,-24-3-2 1,12-7 0-16,-12-10-2 0,0-17 2 16,0-24 1-1,0-12-1-15,0-11 0 0,0-2 1 16,0 0 3-16,0 0 9 15,0-15-3-15,-12-17-5 16,-20-7-5-16,-4 5 0 16,9-1 0-16,7 7 2 15,8 11-2-15,12 7 5 16,0 10-3-16,0 0-2 16,0 0-3-16,0 17-10 15,0 17 11-15,8 5-2 16,20-1 4-16,7-3 0 0,-3-6-1 15,4-11 1-15,-4-5 0 16,-4-11 0-16,8-2-3 16,0 0 3-16,7-17 2 15,1-21 0-15,-4-8-2 16,-8-5-4-16,-16 0 4 16,4 8-21-16,-20 3-16 15,0 13-41-15,0 11-124 16,0 7-108-16,0 3-475 15</inkml:trace>
  <inkml:trace contextRef="#ctx0" brushRef="#br0" timeOffset="26117.02">21074 11182 518 0,'0'0'245'0,"0"0"-40"0,0 0-43 0,0 0-37 16,0 0-40-16,44-170 11 16,-44 148-21-16,0 13-22 15,0 4-24-15,0 5 10 16,0 0-11-16,0 0-27 0,0 0-1 16,0 35-7-16,0 21 7 15,0 22-1-15,0 3 1 16,0 10-1-16,0-1 1 15,0-1 2-15,0-4 1 16,12-5-3-16,0-7-2 16,0-7 2-16,-4-15-1 15,-4-11 3-15,4-9-5 16,-4-12 3-16,4-12 0 16,-8-5 1-16,0-2 0 15,0 0 0-15,0 0 6 16,0 0 9-16,0-19-8 15,-32-15-5-15,-16-8-3 0,4-4 1 16,-4 3-1-16,13 2 4 16,-1 2 0-16,12 12 4 15,12 7 3-15,0 11-3 16,4 2 8-16,8 7-4 16,0 0-11-16,0 0-1 15,0 0-4-15,0 7-1 16,0 28 0-16,0 6 0 15,32 7 5-15,-8-7 0 16,12-3 0-16,-5-7 0 16,-3-9 0-16,4-9 0 15,-8-6 0-15,0-7-5 16,12 0 4-16,19-9 1 0,5-29 1 16,8-12-1-1,-4-2-19-15,-9-2-31 0,13-1-38 16,-8 8-61-16,-13 3-118 15,9 11-213-15</inkml:trace>
  <inkml:trace contextRef="#ctx0" brushRef="#br0" timeOffset="27183.66">9683 13245 786 0,'0'0'297'0,"0"0"-132"0,0 0-77 0,0 0-12 0,0 0-46 15,0 0-22-15,20 33 0 16,4-5 21-16,-1 4-12 16,1-7-1-16,-4-5 3 15,-8-11 0-15,4-8-2 16,16-1 9-16,4 0 2 15,24-36 10-15,11-21-20 16,9-13-14-16,11-1 0 0,-7 6-4 16,-12 11-5-1,-17 8-23-15,-19 17-54 0,-12 15-136 16,-4 6-149-16,-8 6-371 16</inkml:trace>
  <inkml:trace contextRef="#ctx0" brushRef="#br0" timeOffset="27950.36">15066 13270 558 0,'0'0'253'0,"0"0"-39"0,0 0-55 0,0 0-38 0,0 0-12 15,0 0-49-15,24-12-41 16,-12 24-4-16,8 18 7 16,4 2 7-16,-9-1-5 15,5-10 3-15,-8-4-21 16,0-10 7-16,0-4-9 15,-12-3 6-15,24 0 0 16,20-7 25-16,20-37 1 16,27-24-18-16,25-5-12 15,-9 1-4-15,-3 2-2 0,-9 13-10 16,-15 10-10-16,-24 15-32 16,-21 9-43-16,-7 8-162 15,8 8-212-15</inkml:trace>
  <inkml:trace contextRef="#ctx0" brushRef="#br0" timeOffset="28903.85">22300 13156 607 0,'0'0'346'0,"0"0"-162"0,0 0-54 0,0 0-26 16,0 0-50-16,0 0-20 16,8-34-31-16,16 40 10 15,0 13 1-15,0-3-1 16,0-3-13-16,-4-6 6 16,-8-5-5-16,0-2 20 15,12 0 6-15,15-17 37 0,29-34-12 16,16-17-48-1,19-12 2-15,-7-6-5 0,15 4-1 16,-15 10-4-16,11 14-35 16,-27 11-62-16,-8 10-184 15,-17 3-443-15</inkml:trace>
  <inkml:trace contextRef="#ctx0" brushRef="#br0" timeOffset="32966.57">8476 13333 621 0,'0'0'189'0,"0"0"-29"0,0 0-92 0,0 0-10 15,0 0-42-15,0 0-10 16,0 0 21-16,36 81 34 16,-16-21-24-16,-16 12-19 0,-4 9 16 15,0 8-7 1,0-2-3-16,0 3 1 0,0-5 1 16,0-11-3-16,0-7-3 15,12-7 10-15,24-13-22 16,8-5 0-16,15-6 2 15,21-12 3-15,4-4-3 16,19-4 1-16,-7-10-2 16,-1-3-6-16,5-3 0 15,-13 0-2-15,5 0-1 16,-8-3 0-16,3-7-36 16,-11-2-41-16,3 6-86 0,5-2-46 15,8-1-213 1</inkml:trace>
  <inkml:trace contextRef="#ctx0" brushRef="#br0" timeOffset="33533.6">13943 13738 599 0,'0'0'212'0,"0"0"-43"0,0 0-15 0,-115-166-20 0,103 148-27 16,12 8-5 0,-12 10-22-16,12 0-48 0,0 0-31 15,0 44 3-15,0 19-3 16,0 17 1-16,0 6 12 16,12 9-7-16,12-10 3 15,-1 2 0-15,-3-11-10 16,-8-14 0-16,-8-7-1 15,4-13 1-15,-4-13 1 16,-4-12-1-16,8-6-5 16,4-2-28-16,4-5-109 15,16-4-143-15,28 0-263 16</inkml:trace>
  <inkml:trace contextRef="#ctx0" brushRef="#br0" timeOffset="34300.33">20720 13353 452 0,'0'0'311'0,"0"0"-120"0,0 0-43 0,0 0-75 16,0 0-29-16,0 0-44 15,0 19 0-15,0 30 21 16,0 2 6-16,0 4 7 16,12 10-10-16,12 2 7 15,-13 2-6-15,-11 4-14 16,0-6 8-16,0 0-13 15,0-5-6-15,-35-7 1 0,-9-4 0 16,-8-3 2-16,-16-8-1 16,9-5 5-16,-21-2 6 15,-12-11 6-15,-3-6-5 16,-1-8 0-16,-7-8 13 16,19 4-21-16,-19-4 13 15,11 0-17-15,-3 4-1 16,3-4 2-16,8 1-3 15,5 4 0-15,-5-5-2 16,28 0 2-16,9 0 0 0,19 0-4 16,8 0-10-1,20 0-27-15,0 0-100 0,0 0-94 16,0-15-407-16</inkml:trace>
  <inkml:trace contextRef="#ctx0" brushRef="#br0" timeOffset="35934.19">26493 13219 672 0,'0'0'218'0,"0"0"-32"0,0 0-62 0,0 0-11 15,0 0 26-15,0 0-45 16,0 0-53-16,-187-9-6 16,187 9-17-16,0 0-5 0,44-3 9 15,87-10 17-15,80-5-23 16,56-11-7-16,35-2-9 16,1-1 0-16,-16 4 2 15,-25 5-1-15,-27 4-1 16,-47 3 0-16,-69 7 0 15,-51 5 0-15,-44 4 0 16,-24 0 2-16,0 0-3 16,0 0 1-16,0 0-14 15,-24 0-19-15,-68 0-43 16,-51 0-109-16,-52 0-141 16,-8 7-297-16</inkml:trace>
  <inkml:trace contextRef="#ctx0" brushRef="#br0" timeOffset="37866.54">18498 16503 747 0,'0'0'207'0,"0"0"-8"0,0 0-73 16,0 0-1-16,0 0-28 16,0 0-20-16,52-54-43 15,-52 54-14-15,0 0-10 0,0 0-9 16,20 0 2-16,-4 12-3 16,4 10 1-16,15 1 2 15,-11 0-2-15,0-1-1 16,-4-6 2-16,-4-3-2 15,4-4 8-15,-4-9-8 16,16 0 10-16,27 0 12 16,45-46 16-16,35-19-29 15,28-24 3-15,9-13-1 16,11-6-8-16,0-3-2 16,-12 9 0-16,-16 20-1 15,-19 22-2-15,-53 22-8 16,-19 15-21-16,-36 14-37 15,-32 5-127-15,0 4-271 0</inkml:trace>
  <inkml:trace contextRef="#ctx0" brushRef="#br0" timeOffset="42467.31">25951 10667 642 0,'0'0'229'0,"0"0"-76"0,0 0-50 0,0 0 21 0,0 0-36 16,0 0-29-16,0 0-15 15,-115-18-21-15,115 18-13 16,60 0 7-16,67 9 69 16,72-5-32-16,68-4-28 15,63 0-7-15,77-18-8 16,39 1 3-16,11-7-7 16,-15 12 1-16,-20-1-7 15,-51 7-1-15,-65 0 9 16,-47 6-8-16,-60 0 1 15,-71 0-2-15,-69 0 1 0,-35 0-1 16,-16 0 0-16,-8 0-5 16,0 0 5-16,0 0 0 15,0 0 3-15,0 0-1 16,0 0-4-16,-12 0-2 16,-36 12-3-16,1 10-41 15,-9 5-124-15,8-3-227 16</inkml:trace>
  <inkml:trace contextRef="#ctx0" brushRef="#br0" timeOffset="47883.5">26294 16611 225 0,'0'0'804'0,"0"0"-642"0,-315 0-2 16,256 3-33-16,23 1-19 0,12-2-46 15,24 2-21-15,0 3-17 16,0-7-3-16,4 0-4 15,107 0 5-15,69 0-3 16,62-11-5-16,41-7-14 16,-4-4 0-16,-8 5 2 15,-37 8-2-15,-38 3-1 16,-45 6 1-16,-48 0-3 16,-43 0-1-16,-32 0 3 15,-16 0-1-15,-12 0-7 16,0-5-3-16,0 5-10 15,0 0-75-15,-36 0-85 16,-40 0-122-16,-11 0-405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16:59.037"/>
    </inkml:context>
    <inkml:brush xml:id="br0">
      <inkml:brushProperty name="width" value="0.05292" units="cm"/>
      <inkml:brushProperty name="height" value="0.05292" units="cm"/>
      <inkml:brushProperty name="color" value="#FF0000"/>
    </inkml:brush>
  </inkml:definitions>
  <inkml:trace contextRef="#ctx0" brushRef="#br0">21444 5418 567 0,'0'0'382'0,"0"0"-160"0,0 0-84 0,0 0-28 16,0 0-23-16,0 0-13 16,0 0-32-16,0 0 5 15,-31 8-16-15,31-8-9 16,0 0-2-16,0 0-5 16,19 0-7-16,41 0 2 15,32 0-3-15,-9 0-2 16,1 0-5-16,-16 0 0 15,-9 0 1-15,-15 0-1 16,-4 0-3-16,-8 0-3 16,12-3-23-16,-9-2-35 0,13 5-75 15,0-6-124 1,32 3-125-16</inkml:trace>
  <inkml:trace contextRef="#ctx0" brushRef="#br0" timeOffset="1012.86">26481 5530 777 0,'0'0'265'0,"0"0"-81"0,0 0-59 0,0 0 8 0,0 0-30 15,0 0-35-15,-24 0-26 16,24 0-11-16,0 0-10 15,-12 0-14-15,12 0 6 16,0 0-11-16,0 0 2 16,0 0-1-16,0 0-3 15,0 7 0-15,0 6-3 16,0-1 3-16,36 5 4 16,0-6-3-16,8-4 4 15,-8-7-3-15,11 0-1 16,21-4 11-16,16-30 19 0,19-11-7 15,5-9-20-15,-5 1-2 16,-7-2-4-16,-13 4 0 16,-15 13-24-16,-20 13-50 15,-12 10-87-15,-1 6-187 16,-3-2-371-16</inkml:trace>
  <inkml:trace contextRef="#ctx0" brushRef="#br0" timeOffset="3812.36">11514 9019 582 0,'0'0'229'0,"0"0"-39"0,0 0-34 0,0 0-28 16,0 0-23-1,0 0-29-15,0 0-27 0,-71 0-7 16,71 0-23-16,0 0 5 16,0 0-18-16,12-3 0 15,71-5 1-15,57 1-5 16,23-8 14-16,24 5-15 16,0-3 4-16,12-4-3 15,0 7-2-15,-16 0-3 16,-39 9 0-16,-17-3 3 15,-31 4 7-15,-29 0-7 16,-19-3 0-16,-24 3 1 16,-12 0-2-16,-12 0-4 15,0 0 5-15,0 0 5 16,0 0 2-16,0 0-2 0,0 0-5 16,-12 0-24-16,-24 3-51 15,0 10-101-15,1 3-146 16,11 2-497-16</inkml:trace>
  <inkml:trace contextRef="#ctx0" brushRef="#br0" timeOffset="4379.49">11224 10040 925 0,'0'0'169'0,"0"0"33"0,0 0-59 0,0 0-21 15,0 0-47-15,0 0-36 16,-104 0-3-16,104 0-30 15,68 0 0-15,59-14 3 16,36-8-8-16,13 4-1 16,11 1 6-16,0 5-4 15,-12 1-2-15,-12 6 0 16,-19 5 0-16,-33 0 1 16,-27 0-1-16,-48 0 0 15,-12 0 0-15,-13 0 0 16,-11 0 0-16,0 0 0 15,0 0 2-15,0 0-1 0,0 0-1 16,0 0-11-16,-11-4-32 16,-25 4-45-16,16-2-88 15,16-2-150-15,4-9-620 16</inkml:trace>
  <inkml:trace contextRef="#ctx0" brushRef="#br0" timeOffset="6562.61">28070 9401 478 0,'0'0'338'0,"0"0"-141"0,0 0-75 0,0 0-38 15,0 0-19-15,0 0-45 16,0 0-17-16,0 0 28 16,0 0 17-16,0 0 7 15,0-15 12-15,43-7 6 16,9-10-28-16,4-13-32 16,16-3-13-16,-5-3 0 15,5 6-67-15,-4 1-145 16,-9 3-311-16</inkml:trace>
  <inkml:trace contextRef="#ctx0" brushRef="#br0" timeOffset="8197">10670 12818 616 0,'0'0'255'0,"0"0"-56"0,0 0-74 0,0 0-15 0,0 0 4 16,0 0-56-16,-91-6 8 15,91 6-36-15,91 0-21 16,41-1 3-16,43-9 4 15,24-6-8-15,0 0-4 0,0 0-4 16,-4 1 5 0,-16-1-5-16,-27 3 0 0,-37 3-6 15,-31 4 4-15,-37 2 2 16,-15 2 0-16,-32 2 0 16,12 0-5-16,-12 0-29 15,0 0-59-15,0 0-67 16,0 9 21-16,0 20-92 15,0 3-202-15</inkml:trace>
  <inkml:trace contextRef="#ctx0" brushRef="#br0" timeOffset="8564.19">11490 13534 893 0,'0'0'228'16,"0"0"-45"-16,0 0-43 15,0 0-49-15,0 0-28 16,0 0-19-16,36-9-19 0,80-21-25 15,35 1 0-15,12 6-1 16,5 1 2-16,-5 2 0 16,-24 2-1-16,-23 7-3 15,-45 9-2-15,-27-1-8 16,-28 3-4-16,-4 0-2 16,-12 0-27-16,0 0-38 15,0 0-46-15,0 0-69 16,-16 0-324-16</inkml:trace>
  <inkml:trace contextRef="#ctx0" brushRef="#br0" timeOffset="9696.41">15930 9445 588 0,'0'0'212'0,"0"0"4"0,0 0-76 0,0 0-53 0,0 0-62 16,0 0-22-16,-32 9 5 15,44 18 13-15,20-5 9 16,4-5 5-16,7-8-13 16,-19-1-4-16,4-2-2 15,4-6 23-15,-8 0-6 16,24 0-3-16,0-6-1 16,7-23-27-16,17-10 5 15,8 0-14-15,3-6 3 16,37 1-104-16,7-2-92 15,12-6-204-15</inkml:trace>
  <inkml:trace contextRef="#ctx0" brushRef="#br0" timeOffset="10184.66">19764 9563 250 0,'0'0'627'0,"0"0"-297"0,0 0-180 0,0 0-83 15,0 0-58-15,0 0-5 16,0 28 21-16,24-19-2 16,8-5-1-16,4-4 13 15,19 0 6-15,5-19 0 0,12-19-16 16,7-11-16-16,5-4-5 16,0-7-4-16,-1-1-26 15,17 0-61-15,-5 5-127 16,9 3-160-16,3 4-503 15</inkml:trace>
  <inkml:trace contextRef="#ctx0" brushRef="#br0" timeOffset="10762.88">25056 9508 794 0,'0'0'179'0,"0"0"63"0,0 0-95 0,0 0-37 0,0 0-75 15,0 0-32-15,-48-12-3 16,48 28 0-16,0-3 2 16,0-9 4-16,0 4 2 0,0-8 21 15,12 0-7 1,12 0 9-16,31-3 15 0,21-33-12 15,24-10-24-15,7-9-10 16,9-1 0-16,-9-2-4 16,-3 4-18-16,-13 13-49 15,5 3-93-15,-5 4-80 16,5 5-257-16</inkml:trace>
  <inkml:trace contextRef="#ctx0" brushRef="#br0" timeOffset="11197.29">28396 9519 544 0,'0'0'203'0,"0"0"-91"0,0 0-7 0,0 0 5 16,0 0-15-16,0 0-22 16,295-125-53-16,-259 100-15 15,-4 2-5-15,-21 5-2 16,9 3-42-16,-20 1-136 15,4 2-234-15</inkml:trace>
  <inkml:trace contextRef="#ctx0" brushRef="#br0" timeOffset="15467.45">16292 12729 442 0,'0'0'218'0,"0"0"-42"0,0 0-2 0,0 0-34 0,0 0-49 16,0 0-4-16,0 0 7 15,-12-45-21-15,12 45-25 16,0 0-17-16,0 0-16 15,0 0-11-15,0 3-4 16,0 9 27-16,12 2-10 16,0-9 2-16,12-1-13 15,-12-4 5-15,20 0-1 16,8-9 12-16,15-37 19 16,29-10-14-16,8-15-19 0,3 2-8 15,-15 9 0-15,-1 11-13 16,-19 11-8-16,-12 11-38 15,-12 7-41-15,0 7-131 16,-1 7-131-16,-3-3-591 16</inkml:trace>
  <inkml:trace contextRef="#ctx0" brushRef="#br0" timeOffset="20713.74">23770 15368 629 0,'0'0'132'0,"0"0"60"15,0 0-38-15,0 0 5 0,0 0-34 16,0 0-15-16,0 0-37 16,0 0-22-16,23-58-20 15,-23 58-16-15,-11 24-11 0,-45 18-1 16,-20 11 3 0,-11 12 4-16,-13 2-7 0,-11 9 0 15,-9 2-3-15,13-6 1 16,7-7-1-16,24-20 1 15,21-16-1-15,31-16 0 16,16-13 1-16,8 0 5 16,0 0-6-16,0-8 9 15,0-25-6-15,0-7-3 16,0-11 0-16,0 0-1 16,8 0 6-16,16 14-11 15,-12 6 7-15,0 11-1 16,-4 11 5-16,-8 6 13 0,0 3-4 15,0 0-12-15,0 16-2 16,0 22-2-16,0 13 2 16,3 5 0-16,9-5 9 15,12-6-9-15,0-10-8 16,20-16 8-16,4-7 0 16,12-5 4-16,19-7-4 15,25 0 0-15,3-22-3 16,9-16-21-16,-9 0-67 15,-11-4-117-15,-21-3-158 16,-15 5-529-16</inkml:trace>
  <inkml:trace contextRef="#ctx0" brushRef="#br0" timeOffset="22897.68">21070 5766 981 0,'0'0'147'0,"0"0"12"0,0 0-111 0,0 0-10 0,0 0-30 15,0 0 41-15,-8 129 41 16,32-78-42-16,-4-13-21 16,-8-16-4-16,0-11 1 15,0-11-11-15,0 0 10 16,24-5 14-16,31-46 28 0,29-17-35 15,31-24-6-15,24-7-20 16,-11 7 1-16,-1 12-6 16,-11 13 1-16,-21 16-37 15,-3 13-39-15,-9 10-75 16,-11 5-231-16,-1 6-408 16</inkml:trace>
  <inkml:trace contextRef="#ctx0" brushRef="#br0" timeOffset="29915.27">13724 12505 417 0,'0'0'458'0,"0"0"-266"0,0 0-102 0,0 0-53 16,0 0-28-16,0 0-9 15,0 0 4-15,8 23 3 16,16-11 4-16,-8-6 9 15,-8-1 5-15,-4-5 7 16,4 0 28-16,4 0 26 16,24-7-5-16,7-23-52 15,9-4-23-15,4 0-4 16,4-1-2-16,11 3-16 16,9 5-74-16,0 3-116 15,-9 5-242-15</inkml:trace>
  <inkml:trace contextRef="#ctx0" brushRef="#br0" timeOffset="30464.01">16503 13230 919 0,'0'0'190'0,"0"0"-29"0,0 0-75 0,0 0 25 0,0 0-57 0,0 0-28 15,120-98-24-15,-53 60-2 16,29-11-1-16,3-2-18 15,21-5-93-15,-5-2-167 16,-19-2-508-16</inkml:trace>
  <inkml:trace contextRef="#ctx0" brushRef="#br0" timeOffset="31445.82">28352 13300 871 0,'0'0'166'0,"0"0"8"0,0 0-113 0,0 0 14 0,0 0-2 15,0 0-42-15,0-18-22 16,0 23 14-16,8 10 15 16,16 2-4-16,-12-11-8 15,12 1-3-15,0-7 3 16,20 0-3-16,4-20 0 16,11-22-2-16,37-14-16 15,-5-4-5-15,13-10 0 16,-1 2-27-16,-3 6-56 15,-12 4-126-15,-17 7-195 16</inkml:trace>
  <inkml:trace contextRef="#ctx0" brushRef="#br0" timeOffset="33896.04">22659 16642 872 0,'0'0'192'0,"0"0"13"0,0 0-109 0,0 0 10 0,0 0-76 16,0 0-19-16,-8 74 47 15,44-31-5-15,-5-10-25 16,1-16-13-16,4-7 2 15,16-10 6-15,28-5 1 16,27-50 13-16,40-28-8 16,21-20-24-16,19-11-5 15,20-3-14-15,-8-4-66 0,0 0-228 16,-12 3-559 0</inkml:trace>
  <inkml:trace contextRef="#ctx0" brushRef="#br0" timeOffset="36829.05">22181 18310 565 0,'0'0'442'0,"0"0"-276"0,0 0-71 0,0 0-68 16,0 0 10-16,0 0 22 16,0 0-2-16,44 29-16 15,-28-20-6-15,4-6 8 16,-4-3-11-16,7 0 6 16,21-8 15-16,36-29-25 15,15-18-12-15,37-7-16 16,19-10-6-16,20-9-72 15,8 2-165-15,-3-5-381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17:52.834"/>
    </inkml:context>
    <inkml:brush xml:id="br0">
      <inkml:brushProperty name="width" value="0.05292" units="cm"/>
      <inkml:brushProperty name="height" value="0.05292" units="cm"/>
      <inkml:brushProperty name="color" value="#FF0000"/>
    </inkml:brush>
  </inkml:definitions>
  <inkml:trace contextRef="#ctx0" brushRef="#br0">15349 5423 687 0,'0'0'193'0,"0"0"-49"0,0 0-35 0,0 0-28 0,0 0-4 16,0 0-2-16,0 0-9 15,-60 0-18-15,56 0-13 16,4 0 14-16,0 0-22 15,0 0-14-15,0 0-2 16,0 0-9-16,64 0 0 16,51 0 6-16,36 0 11 15,36 0-11-15,13 0-7 16,11 0-2-16,12 0-7 0,7-11 8 16,1 6 4-1,-20-3-4-15,-23 3-2 0,-25 0 2 16,-24 4 4-16,-39-2-4 15,-21-1 0-15,-23 4 0 16,-32-4-3-16,-12 4 3 16,-8-3 0-16,4 1 5 15,-8-5 0-15,0 7-4 16,0-2 0-16,0 2-1 16,0 0-29-16,0 0-71 15,0 0-157-15,12 0-141 16</inkml:trace>
  <inkml:trace contextRef="#ctx0" brushRef="#br0" timeOffset="816.8">22476 5279 637 0,'0'0'222'0,"0"0"-84"0,0 0 5 0,0 0-52 0,0 0-5 16,0 0-1-16,-96-13-29 15,96 13-5-15,0 0-16 16,0-3-8-16,0 3 0 0,68-2-19 16,59-1 2-16,60-7 14 15,40 0-18-15,16-4 6 16,0 4-11-16,-16 3 1 15,4 1-2-15,-20 6 1 16,-24-4-2-16,-12 4 0 16,-43 0 1-16,-29 0 6 15,-11 0-5-15,-33-4-1 16,-11 4 2-16,-16 0-2 16,-8 0 2-16,-20 0 0 15,4 0 2-15,-8 0 1 16,0 0 1-16,0 0-5 15,0 0-1-15,0-2-7 0,0 2-21 16,0 0-80-16,0 0-131 16,12 0-138-16,24 0-497 15</inkml:trace>
  <inkml:trace contextRef="#ctx0" brushRef="#br0" timeOffset="2383.02">6864 6598 967 0,'0'0'130'0,"0"0"-14"0,0 0-32 0,0 0-27 0,0 0 15 16,0 0-59-16,0 0 9 16,537 15 25-16,-254-15-35 15,8-9 10-15,-9-1-3 16,-7-1-8-16,-24 6-4 15,-44 1-6-15,-32 1-1 16,-55 3 0-16,-41 0 7 0,-19 0-6 16,-28 0-1-16,-16 0 0 15,-8 0-3-15,-8 0 2 16,0 0-4-16,0 0-29 16,0 0-30-16,0 0-73 15,-36 0-90-15,-8 0-296 16</inkml:trace>
  <inkml:trace contextRef="#ctx0" brushRef="#br0" timeOffset="5637.47">18279 8258 646 0,'0'0'191'0,"0"0"-49"0,0 0-30 0,0 0-6 0,0 0-29 15,0 0-30-15,0 0-18 16,-151-27 13-16,151 25-18 15,0 2 7-15,79 0-11 16,61 0 11-16,63-3 28 16,52-2-37-16,39 4-3 15,9-2-14-15,-13-1 1 16,1 4 0-16,-32 0-1 16,-4 0-2-16,-40 0-3 0,-20 0-2 15,-44 0 1 1,-35 0 0-16,-33 0-3 0,-35 0 8 15,-12 0 4-15,-12 0 8 16,-12 0 7-16,-4 0-11 16,-4 0 10-16,-4 0-15 15,0 0 3-15,0 0-9 16,0 0-1-16,0 0 0 16,12 0-5-16,11 0-30 15,21 0-108-15,40 0-74 16,31 7-79-16,37-1-351 15</inkml:trace>
  <inkml:trace contextRef="#ctx0" brushRef="#br0" timeOffset="6449.38">26350 8315 374 0,'0'0'340'0,"0"0"-145"0,0 0-31 0,0 0-33 16,0 0-20-16,0 0-4 15,-187-29-18-15,167 29-24 16,16 0-24-16,-4 0 0 16,4 0-17-16,4 0-9 0,0 0-3 15,0 0 3-15,28 0-2 16,75 0-2-16,64 6 11 15,40 1-16-15,48-7-5 16,-4 0 0-16,4 0 0 16,0 0 0-16,-32 0 3 15,-24 0-4-15,-36 0 2 16,-44 0-2-16,-31 0 1 16,-36 0-1-16,-8 0 4 15,-21 0-3-15,-19 0 2 16,4 0-1-16,-8-4-1 15,0 4 7-15,0 0-7 0,0 0-1 16,0 0-3-16,0 0-7 16,0 0-58-16,-12 0-130 15,-7 0-271-15</inkml:trace>
  <inkml:trace contextRef="#ctx0" brushRef="#br0" timeOffset="21349.54">18195 8235 505 0,'0'0'368'0,"0"0"-234"0,0 0-6 0,0 0-13 16,0 0-35-16,0 0 0 16,0 0-31-16,-55-6-18 15,110 6-7-15,53 0 19 16,55 0-5-16,44 0-11 15,28 0-17-15,24 0 0 0,8 0-7 16,3 0 5 0,-11 0-3-16,-4 0-5 0,0 6 2 15,-32 3 1-15,-24-5-3 16,-48-2-7-16,-31 3 7 16,-41-5 0-16,-31 0 0 15,-12 0 0-15,-28 0 1 16,-8 0-1-16,0 0 0 15,0 0 3-15,0 0-3 16,0 0 1-16,0 0-2 16,0 3-1-16,0 3-48 15,-20 1-42-15,-4 4-86 0,24 2-93 16,0 1-241-16</inkml:trace>
  <inkml:trace contextRef="#ctx0" brushRef="#br0" timeOffset="22133.45">10989 9600 869 0,'0'0'211'0,"0"0"-38"15,0 0-78-15,0 0-25 0,0 0-26 16,0 0-5-16,36 61 29 15,-13-32-30-15,1 0-15 16,-4-4-3-16,-8-10-11 16,4-4 6-16,-8-9 2 15,16-2-8-15,24 0 7 0,43-28 3 16,37-26-5-16,35-17-10 16,28-11-4-16,20-8-37 15,20-2-132-15,4-2-364 16</inkml:trace>
  <inkml:trace contextRef="#ctx0" brushRef="#br0" timeOffset="26083.28">10909 9488 622 0,'0'0'204'0,"0"0"-39"0,0 0-21 0,0 0-17 0,0 0-52 16,0 0-8-16,-60 20-17 15,60-16-34-15,0 3 3 16,60-1-3-16,56-2 18 16,35 4-3-16,12-8-16 15,-12 0-8-15,5 0-5 16,-9 2 0-16,-20-2 1 16,-19 0-3-16,-16 0 1 15,-29 0-1-15,-31 0 0 16,-20 0 0-16,0 0 2 15,-12 0-2-15,0 0 3 16,0 0 2-16,0 0-5 0,0 0-9 16,0 0-67-16,0 0-89 15,0 0-99-15,0 0-252 16</inkml:trace>
  <inkml:trace contextRef="#ctx0" brushRef="#br0" timeOffset="27652.52">18140 9547 527 0,'0'0'195'0,"0"0"-19"0,0 0-17 0,0 0-48 0,0 0 2 15,0 0-38-15,-152-28-7 16,148 28-33-16,4 0 3 15,0-4 0-15,0 1-14 16,0-1-7-16,40 4-4 16,96 0 10-16,79 0 1 15,75 0 1-15,37-5-6 16,-13-2-17-16,-31-1 2 16,-16 3-4-16,-20 3 1 15,-5 2-2-15,-31 0 5 16,-35 0-5-16,-25 0 1 15,-44 2-3-15,-27 3 3 16,-20 3 0-16,-12-6 2 0,-25 3-1 16,-3-5 0-16,-8 0 6 15,-12 0 0-15,0 0 8 16,0 0 1-16,0 0-14 16,0 0 3-16,0 0-1 15,0 0-4-15,0 0-7 16,0 0-33-16,-35 0-102 15,-13 0-251-15,4 0-536 16</inkml:trace>
  <inkml:trace contextRef="#ctx0" brushRef="#br0" timeOffset="30183.14">7684 2787 641 0,'0'0'178'0,"0"0"-15"0,0 0 2 0,0 0-38 0,0 0-19 16,0 0-11-16,0 0-25 15,-247 20-25-15,235-18-16 16,12 1-8-16,0 1-9 16,0-4-2-16,12 5 0 15,92 6-9-15,71-2 18 16,72 1 6-16,43-9-12 15,25-1-11-15,3 8 0 16,-15-6 0-16,-24 8-4 16,-44-2 3-16,-36-4-5 15,-68 4 7-15,-51-2-5 0,-36-6 5 16,-28 0-3-16,-9 0-1 16,-7 0 12-16,0 0 7 15,0 0-15-15,0 0 4 16,0 0-4-16,0 0-5 15,0 0-2-15,0 0-32 16,0 0-41-16,-11 0-73 16,-1 0-211-16,-8 0-382 15</inkml:trace>
  <inkml:trace contextRef="#ctx0" brushRef="#br0" timeOffset="31082.66">17730 1406 723 0,'0'0'307'0,"0"0"-72"0,0 0-84 15,0 0-18-15,0 0-62 16,0 0-45-16,-12-54-26 16,12 89 2-16,0 9-2 15,24 7 10-15,-1 0 4 0,-3 0-7 16,-16 4-4-16,4-8-1 15,-8-3-2-15,0-12-11 16,0-10-42-16,12-17-109 16,0-5-87-16,4 0-32 15,4-31-55-15,-20-16-230 16</inkml:trace>
  <inkml:trace contextRef="#ctx0" brushRef="#br0" timeOffset="31349.88">17730 1406 499 0,'23'22'247'0,"-46"-63"-25"16,11 9-59-16,0 4-8 15,12 6-49-15,0 5-14 16,0 7-7-16,0 4-38 16,0 6-16-16,36 0-28 15,31 0-2-15,5 11-1 16,19 14 4-16,-7 10-1 16,-4 2-1-16,-17 2 3 0,-19-4-5 15,-20-1 0-15,-24 0 1 16,0-2-2-16,0 2 2 15,-44-7 3-15,-7-7-1 16,7-1-3-16,8-10-1 16,12-6-30-16,4 1-53 15,16-4-65-15,4 0-81 16,0 0-71-16,0 0-347 16</inkml:trace>
  <inkml:trace contextRef="#ctx0" brushRef="#br0" timeOffset="31716.87">18454 1387 881 0,'0'0'283'16,"0"0"-145"-16,0 0-69 16,0 0-42-16,0 0-9 15,0 0 0-15,327-27-4 16,-248 27-5-16,-27-1-6 15,-28 1-3-15,-16-4 0 16,-8 4-1-16,0 0 1 16,0-7 7-16,0 5 1 0,-20-6-6 15,4 4-2-15,-4 4 0 16,4 0 12-16,-4 0 12 16,4 0-10-1,-3 4-1-15,-5 23 5 0,12 5-10 16,0 6 4-16,4 3-4 15,8 5-3-15,0 4 7 16,0-10-11-16,0 4 1 16,0-8-2-16,0-4-31 15,0-1-129-15,0-9-160 16,0-10-456-16</inkml:trace>
  <inkml:trace contextRef="#ctx0" brushRef="#br0" timeOffset="35786.51">21910 958 646 0,'0'0'210'0,"0"0"-20"0,0 0-70 0,0 0-42 0,0 0-33 16,0 0-36-16,0 0-2 16,0 0 38-16,-127 85 31 15,119-56-32-15,8-8-14 16,0 3-11-16,12-2 2 15,44-9-14-15,-1 0 10 16,-3-13-4-16,4 0 4 16,0 0-3-16,-17-30-1 15,-3-4-2-15,-16-5-1 0,-20-4 0 16,0 2-2-16,0-3-8 16,-32 8 0-16,-16 6 0 15,-11 16-7-15,-13 5-19 16,-8 9-56-16,1 0-109 15,15 44-51-15,-4 16-212 16</inkml:trace>
  <inkml:trace contextRef="#ctx0" brushRef="#br0" timeOffset="36049.46">21548 1431 869 0,'0'0'262'16,"0"0"-137"-16,0 0-83 16,0 0-40-16,0 0 13 15,0 0 37-15,-159 174-10 16,75-106-30-16,12-3 3 16,-11 3-5-16,3-8-10 15,8-9 0-15,5-6-13 16,31-10-38-16,4-13-56 15,16-13-37-15,16-9-70 16,0 0-24-16,0 0 53 16,0-9-38-16</inkml:trace>
  <inkml:trace contextRef="#ctx0" brushRef="#br0" timeOffset="36322.73">20895 1955 109 0,'0'0'283'0,"0"0"-101"16,0 0-49-16,0 0 43 15,0 0-116-15,0 0-40 16,-56 49 36-16,28-12 13 15,8 1-40-15,-4 3-8 16,24-3 4-16,0-3-15 16,0-6-9-16,12-9 6 15,36-9 12-15,-4-7 10 16,4-4-6-16,0 0 12 16,-13-26 18-16,1-8 7 0,-24-1 2 15,-12-3 10-15,0-1-19 16,0 7-34-16,-52 1-19 15,-3 9 6-15,-5 5-10 16,4 7 4-16,8 5-26 16,13 5-89-16,35 0-101 15,0 0-198-15</inkml:trace>
  <inkml:trace contextRef="#ctx0" brushRef="#br0" timeOffset="36583.29">22356 1355 717 0,'0'0'427'0,"0"0"-159"16,0 0-130-16,0 0-95 16,0 0-43-16,0 0 0 15,199 86 0-15,-119-17 6 16,-20 9 1-16,-1 0-5 15,-11-1-2-15,-12-7 3 16,8-12-3-16,-20-8-30 16,19-12-68-16,-15-7-89 15,4-7-80-15,-16-7-91 16,4-7-131-16</inkml:trace>
  <inkml:trace contextRef="#ctx0" brushRef="#br0" timeOffset="36850.39">23045 2006 413 0,'0'0'252'0,"0"0"24"15,0 0-136-15,0 0-64 16,0 0-13-16,0 0-12 16,-127 86-39-16,115-53 0 15,12 4-5-15,0-8 0 16,0-5-2-16,23-4 2 16,21-7 7-16,-4-8 0 15,4-5 0-15,-8 0 15 16,8-5 36-16,-17-21-43 15,-7-3-6-15,-20-6 9 16,0 1 11-16,0 2-27 16,-47 4-7-16,-33 12-2 0,-4 6-12 15,-19 10-16 1,-13 0-59-16,9 22-140 0,-9 22-172 16</inkml:trace>
  <inkml:trace contextRef="#ctx0" brushRef="#br0" timeOffset="37599.28">22989 2341 707 0,'0'0'340'0,"0"0"-107"0,0 0-107 0,0 0-48 0,0 0-43 0,0 0-13 16,-259 82 4-1,180-23-7-15,-17 4-9 0,1 8-4 16,-9-5-6 0,9 1 0-16,3-7 0 0,12-11-3 15,9-15 1-15,23-13-22 16,24-13-12-16,16-6-14 15,8-2-66-15,0 0-24 16,32-5 3-16,28-17 49 16,7-7-15-16,-7 0-21 15,-12 3 41-15,-12 4 28 16,-12 10 14-16,-12 3-47 16,-1 5-9-16,-11 0-35 15,0 4 132-15,0 0 9 0,0 0 161 16,0 0-10-16,0 0 28 15,-4 0-51-15,-27 4-28 16,-17 27-3-16,12 5-12 16,4 4-35-16,8 6-39 15,20-6-1-15,4 5-2 16,0-2-16-16,0-4 6 16,40-10 14-16,4-15-19 15,4-8 0-15,-5-6 1 16,5 0 21-16,0-29 42 15,-16-6-21-15,-20-6-3 0,-12-3-8 16,0 2-22 0,-8-3 1-16,-40 9-10 15,-20 9-6-15,-3 4-7 16,11 11-65-16,12 6-124 0,28-7-153 16</inkml:trace>
  <inkml:trace contextRef="#ctx0" brushRef="#br0" timeOffset="38050.05">27090 1002 972 0,'0'0'274'0,"0"0"-179"0,0 0-73 0,0 0-22 0,0 0-2 16,0 0 2-16,-52 142 6 15,88-118 10-15,16-11 5 16,-8-11-6-16,24-2 0 16,-17 0-7-16,-7-2 23 15,4-27 15-15,-24-2 21 0,-12-7-19 16,-12-4 5-16,0 3-33 16,-12 11-8-16,-36 5-12 15,-8 12 0-15,-3 7-3 16,-13 4-7-16,0 0-21 15,1 29-47-15,-5 17-130 16,4 13-111-16,12 6-318 16</inkml:trace>
  <inkml:trace contextRef="#ctx0" brushRef="#br0" timeOffset="38633.19">27031 1431 1017 0,'0'0'294'0,"0"0"-78"15,0 0-109-15,0 0-79 16,0 0-28-16,0 0-2 16,-192 55 2-16,105 9 8 15,3 5-8-15,-19 9 0 16,-5 6 2-16,-11-1-1 15,-9-5-1-15,1-7-3 16,31-14-15-16,29-20-24 16,43-19-48-16,24-7-25 0,0-11-33 15,0 0 5-15,36-11 100 16,7-7 13-16,-7 0-45 16,-12 3-28-16,-12 6-37 15,0 4 107-15,-12 1 33 16,0-1 8-16,0 2 124 15,0-4 23-15,0 4-33 16,0-1 3-16,0 4-23 16,-12 0-75-16,-24 0 19 15,0 10-37-15,-19 19-9 16,19 9 1-16,0-2-1 16,12 10 0-16,12-8 0 15,12-10-1-15,0-5 1 16,0-7-2-16,40-10-2 0,4-6 1 15,11 0 3-15,-15 0 9 16,-4-11-9-16,-4-16 11 16,-20-1 13-16,-12-4 13 15,0 1 2-15,0-4-15 16,-24 2-24-16,-20 8-3 16,-4 7-3-16,13 7-11 15,11 6-102-15,24 1-149 16,0-6-389-16</inkml:trace>
  <inkml:trace contextRef="#ctx0" brushRef="#br0" timeOffset="39232.68">27564 1276 662 0,'0'0'474'0,"0"0"-219"0,0 0-101 0,0 0-49 0,0 0-55 15,0 0-45-15,64-8-3 16,27 88 6-16,13 13 10 0,-1 9-1 16,-7-6-4-1,-16-5-11-15,-21-12-2 0,-11-9 0 16,-12-12-1-1,-12-7-6-15,-4-15-10 0,-16-9-31 16,8-8-19-16,0-15-11 16,-4-4 0-16,-5 0-24 15,-3 0 63-15,0-1 30 16,0-19 9-16,0 5 12 16,0-1 15-16,0 3 51 15,0 8 1-15,0 5 6 16,0 0-57-16,0 0-20 15,0 5-8-15,0 24-17 16,-11 12 17-16,7 5-5 16,-4 4 5-16,8-10 0 15,0-2 1-15,23-5 4 0,21-11-5 16,4-6 0-16,0-13-5 16,-4-3 5-16,3 0-4 15,1-7 4-15,-12-20 1 16,-12-9 5-16,-16-3-3 15,-8-3 3-15,0 6-4 16,-24 3 2-16,-32 15-4 16,12 8-5-16,-7 10-7 15,-5 0 7-15,-4 0-10 16,-7 17-80-16,15 17-79 16,-4 3-137-16,32 0-289 0</inkml:trace>
  <inkml:trace contextRef="#ctx0" brushRef="#br0" timeOffset="39919.14">28643 2198 910 0,'0'0'259'0,"0"0"-89"0,0 0-41 0,0 0-37 16,0 0-55-16,0 0-18 0,-4-14-19 16,4 14-1-1,0 22 1-15,0 16 0 0,0 0 10 16,36 7-4-16,0-4 11 16,0 3-16-16,19 7-1 15,-7 4 0-15,24 3 1 16,7 1-1-16,-3-2-4 15,-8-2 4-15,-9-6 5 16,-15-7-4-16,-16-13 9 16,4-4-7-16,-20-10-3 15,-4-4 0-15,-4-8 1 16,-4-3-1-16,0 0-1 0,8 0 1 16,-8 0-4-16,0 0-11 15,0 0-6-15,0-3-32 16,0-11-50-16,0-1-17 15,0-5 29-15,0-4 4 16,0-9 55-16,0 5 23 16,0 2 9-16,0 15 22 15,0 7 81-15,0 4-8 16,0 0-34-16,0 0-34 16,0 18-25-16,0 15-2 15,-8 5 21-15,-16 2 0 16,24 6-21-16,0-6 5 15,0 2-5-15,24-1 38 16,24-8-27-16,-5-11-11 16,5-7-1-16,8-15 1 0,-8 0 5 15,0-10 10-15,-1-28 5 16,-11-6-7-16,-16-3 10 16,-20-2 4-16,0 2 0 15,-32 3-15-15,-59-1-12 16,-9 8-2-16,-15 17-8 15,23 8-21-15,20 8-62 16,37 4-125-16,23 0-305 16</inkml:trace>
  <inkml:trace contextRef="#ctx0" brushRef="#br0" timeOffset="40382.91">32215 919 693 0,'0'0'316'0,"0"0"-186"0,0 0-114 0,0 0 11 16,0 0-2-16,0 0-24 16,-44 143 10-16,88-122 1 15,-5-15-4-15,-7-6 11 16,4 0 8-16,0 0 24 15,-4-19 9-15,-4-18-11 16,-5-4 13-16,-15 0 3 16,-8-3-16-16,0 13-26 15,0 2-1-15,-23 13-21 16,-9 7-2-16,4 9-4 0,-16 0-23 16,-4 9-100-1,-8 36-126-15,-15 19-181 0</inkml:trace>
  <inkml:trace contextRef="#ctx0" brushRef="#br0" timeOffset="40965.76">32015 1312 909 0,'0'0'369'0,"0"0"-154"16,0 0-103-16,0 0-64 16,0 0-34-16,0 0-14 0,-23-7-25 15,-29 54 25-15,-24 17 0 16,-23 12 1-16,-1 5 1 16,-15 9-1-16,-1 2-1 15,21-7 1-15,-9-4-2 16,24-14-2-16,21-17-10 15,15-23-2-15,20-10-4 16,20-14-8-16,4-3 12 16,0 0 15-16,0 0 4 15,0-12-4-15,0-5-3 16,4-1 3-16,4 4 15 16,-8 9-3-16,0 0-6 0,0 5 4 15,0 0-10-15,0 0-11 16,0 17-9-16,-8 16 15 15,-20-1 4-15,-4 12 2 16,4 0-1-16,16-2 0 16,4-11-7-16,8-6 7 15,0-7-4-15,20-10-4 16,20-8-5-16,8 0 8 16,-4 0 1-16,12-15 4 15,-21-19 16-15,-19 1 3 16,-8-6 6-16,-8-2 7 15,0 6-18-15,-32 3-13 16,-39 6 2-16,11 14-3 16,-12 9-2-16,5 3-3 15,11 0-26-15,8 3-83 0,24 21-177 16,24 6-258 0</inkml:trace>
  <inkml:trace contextRef="#ctx0" brushRef="#br0" timeOffset="41666.06">32641 1139 616 0,'0'0'336'0,"0"0"-38"0,0 0-124 0,0 0-18 15,0 0-66-15,0 0-57 16,-36-28-33-16,24 82 3 15,12 31-3-15,0 20 19 16,0 11 9-16,0 12-11 0,-12-3-9 16,-4-5-6-16,-4-13-1 15,-4-10-2-15,0-21 2 16,12-24 2-16,4-13-3 16,8-19-2-16,0-11-5 15,0-9-1-15,0 0 6 16,0 0 1-16,0 0-4 15,0-15 5-15,0-6 2 16,0 6 5-16,0-2-12 16,0 8 8-16,0 4-3 15,0 5 5-15,0 0-5 16,0 0-13-16,0 0 7 16,0 19-9-16,0 13 5 0,0 3 10 15,0-1 0 1,0-1 2-16,0-7-2 0,0-2-14 15,0-9 13-15,0-8-11 16,32-7 2-16,0 0 8 16,8 0 2-16,-4-7 6 15,-5-22 5-15,-19-2-9 16,0-3 24-16,-12-3-16 16,0 10-2-16,-31 9-8 15,-29 7-10-15,-12 11 7 16,4 0-7-16,-7 13-29 15,-5 19-91-15,9 10-108 16,3-2-158-16</inkml:trace>
  <inkml:trace contextRef="#ctx0" brushRef="#br0" timeOffset="43015.97">32366 2603 330 0,'0'0'264'0,"0"0"-21"0,0 0-51 0,0 0-33 16,0 0-16-16,0 0-55 15,119-95 14-15,-119 95-27 16,0 0-46-16,0 0-27 16,-8 27-2-16,-32 24 0 15,-19 17 5-15,-29 11 6 0,-19 13 6 16,-21 6-5-16,-11 4 0 15,-12 1-10-15,7 0-2 16,37-17 8-16,15-16-8 16,32-29-1-16,29-23 1 15,15-8 2-15,16-10-2 16,0 0 0-16,0 0 3 16,0 0 0-16,0 0-3 15,0-6 2-15,0-9 1 16,0-5-6-16,0 6 6 15,0-3-5-15,0 11 2 16,0 1 0-16,0 5-2 16,-8 0 2-16,-40 0-7 0,0 21-6 15,-20 17 12-15,-3 13-2 16,35 0 3-16,16-4-1 16,20-2 0-16,0-7-1 15,0-11 2-15,44-3-4 16,16-11 0-16,11-13-1 15,-3 0-1-15,4 0 12 16,-13-17-6-16,-15-11 4 16,-12-7 2-16,-16-1-2 15,-16-1-1-15,0-1-2 16,0 2 2-16,-48 8 0 16,12 9-3-16,0 10 0 0,13 5-8 15,11 4-25-15,12 0-110 16,0 0-116-16,0 0-260 15</inkml:trace>
  <inkml:trace contextRef="#ctx0" brushRef="#br0" timeOffset="43616.62">32776 2406 1058 0,'0'0'281'0,"0"0"-148"0,0 0-44 0,0 0-78 0,0 0-2 0,0 0 17 16,179 229 0-16,-111-146-25 16,-9 0 3-16,-3-4-3 15,-16-4-1-15,-8-1 0 16,-20-6 0-16,12 3-16 15,-12-1-29-15,0-7-30 16,0-18 34-16,-4-13-55 16,-8-26 21-16,4-3 14 15,-4-3-12-15,7 0 32 16,-7 0 24-16,0-14 16 16,0 2 1-16,0 10 40 15,0 2 33-15,0 0 5 0,-23 0-32 16,-13 9-21-1,-20 26-6-15,0 16-9 0,8 11-7 16,1 11 6-16,23 4 0 16,16-6-5-16,8-11-3 15,0-9-2-15,0-16 1 16,0-10-2-16,0-17 0 16,20-8-4-16,16 0 6 15,11 0 9-15,9-31 0 16,4-3 0-16,-16-7 8 15,-9-3 9-15,-23-1 11 16,-12 7-3-16,0-1-7 16,-19 11-9-16,-41 9 14 0,0 3-28 15,-8 16-4-15,9 0-6 16,15 0-12-16,8 25-66 16,12 4-98-16,20 0-157 15,4-7-508-15</inkml:trace>
  <inkml:trace contextRef="#ctx0" brushRef="#br0" timeOffset="45399.26">24857 1216 827 0,'0'0'191'0,"0"0"-1"0,0 0-84 16,0 0-62-16,0 0-34 0,0 0 7 15,-68 132 38-15,68-64 18 16,0-5-30-16,0-3-34 16,0-11 8-16,0-9-14 15,0-12 1-15,0-9-2 16,0-8-1-16,0-11-1 15,0 0 14-15,0 0-2 16,0-7 8-16,0-28 3 16,0-10-9-16,0-15-8 15,0-8-2-15,-4-4 3 0,4 0 0 16,0 12-1 0,0 10-6-16,0 23 3 0,0 15-2 15,4 12 5 1,28 0-6-16,4 0 0 0,43 34 2 15,-7 11-2-15,0 10-5 16,-17 1 5-16,-27 1-4 16,-20-11 2-16,-8 4 2 15,0-12 4-15,0-7 0 16,-44-2-4-16,4-9 0 16,-3-5-3-16,7-6-22 15,4-2-29-15,4-7-55 16,4 0-99-16,12 0-94 15,12-16-274-15</inkml:trace>
  <inkml:trace contextRef="#ctx0" brushRef="#br0" timeOffset="45749.72">25557 1285 279 0,'0'0'642'0,"0"0"-424"0,0 0-115 0,0 0-24 0,0 0-35 15,0 0-28-15,279-62 3 16,-243 51-18-16,-24 9 0 16,0-5 7-16,-12 7-6 15,0-3 7-15,0 3 0 16,0 0 11-16,0 0 7 0,0 0-4 16,0 0-21-16,-8 0 2 15,-4 0-5-15,-12 0 1 16,0 16 0-16,8 13 1 15,-8 9 3-15,12 8-3 16,12 2 22-16,-8 3-10 16,8-3-13-16,0-11 0 15,0 0 0-15,0-10-3 16,0-9 0-16,0-1-51 16,8-7-103-16,32-10-95 15,4 0-76-15,4-3-172 16</inkml:trace>
  <inkml:trace contextRef="#ctx0" brushRef="#br0" timeOffset="45982.87">26095 1450 332 0,'0'0'297'0,"0"0"-13"0,0 0-160 15,0 0-15-15,0 0-49 16,0 0-20-16,131-12 3 16,-123 36-22-16,-8 2-14 15,0 8-6-15,0-2 8 16,-36 2-8-16,-7-10 0 15,19-4 0-15,0-11-1 16,24-6-1-16,0-3 1 16,0 0 19-16,0 0 1 15,71-5-1-15,21-22-19 0,35-4-10 16,25 2-72 0,27-2-163-16,32 2-191 15</inkml:trace>
  <inkml:trace contextRef="#ctx0" brushRef="#br0" timeOffset="46669.11">30172 990 818 0,'0'0'270'0,"0"0"-58"0,0 0-159 0,0 0-42 0,0 0 92 0,-24 175-53 0,24-106-12 0,0-2 0 15,0-8-35-15,0-8 3 16,0-12-12-16,0-19 4 16,0-14-29-16,0-6-17 15,0 0 8-15,0-10 30 16,-20-25-4-16,4-6 10 16,-16-13 4-16,8-14 6 15,9 0 10-15,15-2-8 16,0 16 13-16,0 16 7 15,0 16-4-15,15 13-4 16,9 4-19-16,8 5 0 16,8 0 0-16,4 26-1 0,4 13-2 15,-13 5 2-15,-11 6 1 16,-12 5-1-16,-12-3-2 16,0-3 2-16,-36-6 2 15,-35-4 8-15,-1-13-10 16,12-3-5-16,17-14-13 15,19-5-50-15,24-4-81 16,0 0-121-16,0-13-393 16</inkml:trace>
  <inkml:trace contextRef="#ctx0" brushRef="#br0" timeOffset="46984.25">30666 1104 527 0,'0'0'172'15,"0"0"18"-15,0 0-122 16,0 0-17-16,0 0-21 16,322-44 0-16,-306 37-30 15,-8 4-1-15,-8 3 1 16,0-3 4-16,0 3 9 16,-12 0 5-16,-20 0-15 15,-4 0 10-15,1 0 16 16,15 0-5-16,4 0-15 15,-4 20 15-15,8 6-18 16,0 11 10-16,12 1 4 16,-4 4 2-16,4-6-5 0,-8 3-5 15,-4-1-12-15,0-6-3 16,8-4-5-16,4-5-48 16,0-9-236-16,0-6-248 15</inkml:trace>
  <inkml:trace contextRef="#ctx0" brushRef="#br0" timeOffset="47283.4">31116 1227 271 0,'0'0'399'16,"0"0"-160"-16,0 0-116 0,0 0-55 16,0 0-8-1,0 0-13-15,95-2-11 0,-95 27-19 16,0 3 4-16,0 2-20 15,0-9 2-15,0 2-2 16,0-7 4-16,0-1-2 16,0 1-3-16,0 1 2 15,4-5-6-15,4 1 12 16,-4-4-6-16,-4-2 26 16,0-3-4-16,0 5-17 15,-4-8 11-15,-44 4 0 16,-11 1-18-16,-17-6-13 15,0 0-134-15,-15 0-209 16</inkml:trace>
  <inkml:trace contextRef="#ctx0" brushRef="#br0" timeOffset="51483.06">2448 2718 1042 0,'0'0'200'0,"0"0"-27"0,0 0-49 0,0 0-33 0,0 0-37 16,0 0-46-16,-12 18-6 15,12 24 2-15,12 5 2 16,24-5 7-16,-12-11-6 15,8-11-4-15,-8-15 3 16,12-5 8-16,43 0-2 0,29-40 6 16,67-34 5-16,36-25-16 15,20-18-7-15,-16-3-6 16,-16 5-53 0,-28 10-171-16,-43 14-428 0</inkml:trace>
  <inkml:trace contextRef="#ctx0" brushRef="#br0" timeOffset="54082.73">3511 2702 785 0,'0'0'115'0,"0"0"-10"0,0 0 40 15,0 0-29-15,0 0-20 16,0 0-34-16,0 0-27 15,-103 3-15-15,171 11-2 0,71 6 67 16,60-3-23-16,48-4-24 16,36-8-22-16,19 2-3 15,1-1-3-15,-21 3 5 16,-27 2-9-16,-8 0-6 16,-16 3 1-16,-20-5-1 15,-36 2 0-15,-23-1 0 16,-49-3-2-16,-43 0 2 15,-24-3 1-15,-13-1-1 16,-23-3-5-16,0 0 5 16,0 0 10-16,0 0-10 15,-11 0 2-15,-49 0 0 16,-44 0 0-16,-23 0-2 0,-28 0 7 16,-29 0-7-1,-15 0 0-15,-24 9-6 0,-11 1-1 16,11 1-10-16,-20 3 4 15,32-1 3-15,-8-8 10 16,28-1-2-16,15-4 2 16,1 0 0-16,12 0 0 15,12 0 0-15,11 0 4 16,49 0-4-16,31 0 0 16,24 0 6-16,36 0-1 15,0 0-4-15,0 0-1 16,0 0 0-16,116 0 0 0,71 0 3 15,48-9 16 1,55-1-19-16,1-2 5 0,4-2-1 16,-1 2-3-16,-19 3 8 15,-16 2-6-15,-36 7-1 16,-24 0 3-16,-24 0-8 16,-60 0 5-16,-43 0-4 15,-48 0 2-15,-16 0-2 16,-8 0 1-16,0 0 1 15,0 0 0-15,0 0-2 16,-20 0-6-16,-40 0 5 16,-23 0-27-16,-9 13-38 15,9 0-100-15,3-8-229 0</inkml:trace>
  <inkml:trace contextRef="#ctx0" brushRef="#br0" timeOffset="56219.89">22121 3715 1052 0,'0'0'142'0,"0"0"-8"0,0 0-39 0,0 0-11 16,0 0-52-16,0 0-31 16,0 0 32-16,84 73-8 15,-36-48-14-15,-13-6-4 16,-3-10 5-16,-8-6 7 15,0-3 9-15,32 0 0 16,19-51 5-16,37-27-11 16,19-25-14-16,9-8-7 15,-1 7-1-15,-12 12-15 16,-7 21-43-16,-13 17-132 16,-3 8-270-16</inkml:trace>
  <inkml:trace contextRef="#ctx0" brushRef="#br0" timeOffset="56900.13">26831 3981 1152 0,'0'0'177'0,"0"0"-76"0,0 0-57 0,0 0 7 15,0 0-31-15,0 0-18 16,8 57 8-16,28-29-2 0,4-8 8 15,-8-7-7 1,-20-12 14-16,12-1-10 0,8 0 12 16,19-27 15-16,41-28-10 15,23-20-10-15,13-15-17 16,-9-1 2-16,9 0-5 16,-13 8 3-16,-19 2-7 15,-5 13 0-15,-7 10-49 16,19 16-84-16,5 8-162 15,23 11-306-15</inkml:trace>
  <inkml:trace contextRef="#ctx0" brushRef="#br0" timeOffset="57382.98">32860 4303 692 0,'0'0'462'0,"0"0"-305"0,0 0-140 0,0 0 13 15,0 0 70-15,0 0-46 16,31 141-22-16,-3-121-26 16,4-17 15-16,8-3-2 15,28-13 11-15,27-41 2 16,41-26-13-16,7-14-13 0,16-15-6 16,-16-2 0-16,-3 9-6 15,-25 11-60 1,-31 10-132-16,-36 15-257 0</inkml:trace>
  <inkml:trace contextRef="#ctx0" brushRef="#br0" timeOffset="72782.78">27182 8340 773 0,'0'0'211'16,"0"0"-61"-16,0 0-64 0,0 0-10 0,0 0-10 0,0 0-19 15,0 0 10-15,0 0-31 16,175-31 0-16,-48 28 2 16,17-1-6-16,15 1-7 15,4-4-7-15,0 4-6 0,-11 0 2 16,-21-1-4-1,-15 4 0-15,-21 0 3 0,-23 0 3 16,-16 0-5 0,-32 0-1-16,-1 0-2 0,-23 0 2 15,0 0 2-15,0 0-1 16,0 0-1-16,0 0 0 16,0 0 9-16,0 0-9 15,0 0-5-15,-23-2-6 16,-25 2-92-16,-12 0-91 15,-20 0-107-15,21 0-524 16</inkml:trace>
  <inkml:trace contextRef="#ctx0" brushRef="#br0" timeOffset="74067.34">7425 9537 882 0,'0'0'160'0,"0"0"-30"0,0 0-40 0,0 0-24 16,0 0-4-16,0 0-29 15,-24 0 0-15,72 2-14 16,68-2 10-16,59 0 25 16,24 0-34-16,36 0-8 15,20 0-9-15,3-2 5 16,1-1-3-16,-16 3-8 15,-8 0 10-15,-24 0-11 16,-24 3 11-16,-24 9-7 16,-35-2 0-16,-21 2 0 15,-27-3 0-15,-20-1 0 16,-17-2 0-16,-31-3 3 0,0-3-1 16,-12 0 4-16,0 0-5 15,0 0 4-15,0 0 4 16,0 0-3-16,0 0-2 15,0 0-4-15,-12 3-1 16,-11 5-7-16,-21 3-41 16,4 6-85-16,8-2-83 15,-4-4-193-15</inkml:trace>
  <inkml:trace contextRef="#ctx0" brushRef="#br0" timeOffset="75699.77">18836 9626 347 0,'0'0'291'0,"0"0"-151"0,0 0 10 0,0 0-26 15,0 0-27-15,0 0-20 16,-274 13-23-16,262-13 13 16,12 0-10-16,0 0-29 0,0 0 6 15,0 0-15-15,36 0 9 16,79 0 1-16,60 0 14 16,56 0-14-1,28 0-25-15,-4 0 2 0,4 0-2 16,-5 0-3-16,5 0 2 15,-16 0 4-15,-28 0-7 16,-40 0 1-16,-39 0-1 16,-49 0 0-16,-31 0-6 15,-20 0 6-15,-24 0 10 16,-12 0-7-16,0 0 1 16,0 0 7-16,0 0-7 15,0 0 9-15,0 0-11 16,0 0 0-16,0 0 2 15,0 0-4-15,0 0-1 0,0 0-4 16,0 0-21-16,0 0-75 16,0 0-107-16,0 3-84 15,0 6-159-15</inkml:trace>
  <inkml:trace contextRef="#ctx0" brushRef="#br0" timeOffset="77182.78">6279 10617 556 0,'0'0'445'0,"0"0"-344"0,0 0-19 0,0 0 0 16,0 0-22-16,0 0 7 0,-60 0-45 15,60 0-4-15,12 3-1 16,71-3 9-16,69 0 52 16,39 0-28-1,28 0-39-15,28 0-7 0,11 0-2 16,9 0-1-16,0 0 0 15,-32 0 1-15,-24 0 2 16,-28 0-3-16,-52 0-1 16,-35 3-3-16,-40 3 3 15,-32-1 1-15,-12-5-1 16,-12 0 0-16,0 0 11 16,0 0-9-16,0 0 3 15,0 0 4-15,0 0-5 16,0 0-3-16,0 0-1 15,0 0-5-15,-12 0-11 0,-12 6-68 16,-8-2-93 0,-4 3-94-16,20-4-331 0</inkml:trace>
  <inkml:trace contextRef="#ctx0" brushRef="#br0" timeOffset="79999.47">23431 12646 95 0,'0'0'912'0,"0"0"-781"0,0 0-3 0,0 0-72 15,0 0 41-15,0 0-25 16,0 0-22-16,0 0-31 15,0 0-3-15,0 0-13 16,0 0-1-16,0 19 6 16,24 3 18-16,0 7-8 15,-4-7 1-15,-8 0-6 16,0-6-6-16,-8-2-2 16,-4-6 1-16,8-5-5 15,-4 1 4-15,-4-4-4 16,8 0 9-16,4 0 7 15,11-4 20-15,45-24-15 0,8-15-18 16,27-8 2-16,13 0-6 16,-1 3-3-16,5-4 3 15,-5 4-8-15,17 0-16 16,-9 5-22-16,-16 5-30 16,-3 2-51-16,-20 0-112 15,-1-1-262-15</inkml:trace>
  <inkml:trace contextRef="#ctx0" brushRef="#br0" timeOffset="81083.09">7366 13583 970 0,'0'0'202'0,"0"0"-131"0,0 0-21 0,0 0 6 16,0 0 6-16,0 0-22 16,-32-15-28-16,32 15-5 15,0 0-6-15,0 0 10 16,0 8 24-16,0 4-10 16,20 1-10-16,-8-5-6 15,3 2 9-15,-7-6-14 16,4 0 2-16,12-4 2 15,0 0 5-15,32 0 8 16,16-19-2-16,47-35-11 0,40-17-8 16,32-11-2-16,32 2-67 15,-4 0-121-15,4 7-155 16,-40 8-504-16</inkml:trace>
  <inkml:trace contextRef="#ctx0" brushRef="#br0" timeOffset="84449.45">13828 15843 126 0,'0'0'710'0,"0"0"-562"16,0 0 6-16,0 0-66 0,0 0-22 0,0 0 5 0,0 0-25 15,12-15-29-15,7 25 1 16,-3 17 27-16,8 2 2 16,8-3-26-16,-8 3 8 15,0-8-12-15,-12-9-14 16,12-6 18-16,-12-6-8 15,31 0 25-15,29-9-11 16,48-42 4-16,39-22-24 16,28-21-7-16,12-17-14 0,24-14-68 15,36-15-260 1</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19:27.816"/>
    </inkml:context>
    <inkml:brush xml:id="br0">
      <inkml:brushProperty name="width" value="0.05292" units="cm"/>
      <inkml:brushProperty name="height" value="0.05292" units="cm"/>
      <inkml:brushProperty name="color" value="#FF0000"/>
    </inkml:brush>
  </inkml:definitions>
  <inkml:trace contextRef="#ctx0" brushRef="#br0">3770 5235 727 0,'0'0'220'0,"0"0"-44"0,0 0-62 0,0 0-40 15,0 0-18-15,0 0-3 16,0 0 9-16,0 0-19 15,68 0 1-15,59 6 40 16,37 5-39-16,35-9-23 16,24 2-8-16,35-4-14 15,9 0 11-15,0 0 1 16,-8 0-9-16,19 0-1 0,-31 0-2 16,-24 0 0-16,-36 0-1 15,-55 0-5-15,-45 0 6 16,-35 0 0-16,-16 0 2 15,-4 0-2-15,-20 0 1 16,0 0-1-16,-12 3-1 16,12-3 1-16,-12 0 1 15,0 0-1-15,0 0-5 16,0 2-24-16,0 1-84 16,20 5-158-16,-5-8-110 15</inkml:trace>
  <inkml:trace contextRef="#ctx0" brushRef="#br0" timeOffset="3133.82">7413 6251 551 0,'0'0'122'0,"0"0"74"0,0 0-83 0,0 0 23 16,0 0-35-16,0 0-13 16,-211-24-36-16,203 23 10 15,4-3 1-15,4 4-12 16,0 0-13-16,0 0-19 16,0 0-1-16,0 0-11 15,0 0-3-15,0 0-3 16,0 0-1-16,36 0 1 0,48 0 16 15,31 0 2-15,25 0-3 16,11 0-11-16,0 0-4 16,1 0 4-16,3 0-4 15,-4 4 1-15,0-3 0 16,-11 5 0-16,-21-6-2 16,-3 0 0-16,3 0 1 15,-3 0 0-15,-1 0 3 16,-7 2-3-16,3-2-1 15,8 0 0-15,-3 4 0 16,-9-4 4-16,-3 5-4 16,-8 2 0-16,-5-3 2 15,13 5-2-15,-9-2 1 16,-3-5 0-16,-9 3-1 0,13-5 1 16,7 0 0-16,17 0 0 15,-5 0 2-15,1 0 2 16,-13 0-5-16,-19 0-6 15,12 0 6-15,-17 0 1 16,13 0 2-16,-21 0-3 16,-3 0 0-16,-16 0 2 15,-8 0-2-15,3 0 0 16,1 0-1-16,-4 0 2 16,-8 0-1-16,-12 0 1 15,0 0-2-15,11 0 2 0,-15 4-1 16,-4-4 0-1,-4 4 0-15,-4-4 1 0,-8 0 1 16,0 0-2-16,0 0 1 16,0 2 1-16,0-2 0 15,0 0-2-15,0 0-2 16,0 0-30-16,0 5-99 16,0-3-103-16,0-2-160 15,84 0-478-15</inkml:trace>
  <inkml:trace contextRef="#ctx0" brushRef="#br0" timeOffset="3917.28">15042 6242 188 0,'0'0'255'0,"0"0"-170"0,0 0-20 0,0 0 28 15,0 0-12-15,0 0 25 16,-68-9-21-16,40 9 8 16,-3 0 2-16,-5 0-13 15,4 0-16-15,4 0-5 0,8 0 22 16,8 0-28-16,12 0-22 16,0 0-10-16,0 0-3 15,0 0-14-15,0 0 5 16,0 0-10-16,0 0 5 15,32 0 4-15,52 6 14 16,55-3-1-16,36-3-12 16,24 0 2-16,12 0-11 15,20 0 2-15,-4 0-3 16,-8-3-1-16,-8-9-3 16,8 7 3-16,-4-1 0 15,8-5 0-15,-4 2 0 16,-20 1 0-16,-47 2 1 15,-37-1-1-15,-43 1 0 0,-25-1 0 16,-15-1 16-16,-8 4 3 16,-12-1-4-16,0 0 7 15,-12 2 7-15,4-3-15 16,-4-1-5-16,0 4-8 16,0-4 1-16,0 7-2 15,0-3-16-15,0 3-76 16,0-3-219-16,0-6-324 15</inkml:trace>
  <inkml:trace contextRef="#ctx0" brushRef="#br0" timeOffset="5219.39">24669 572 780 0,'0'0'264'0,"0"0"-64"0,0 0-81 0,0 0 8 0,0 0-41 16,0 0-34-16,0 0 4 16,-35-103-23-16,35 103-16 15,0 0-17-15,0 7 0 16,0 27-9-16,0 14 9 16,0 12 1-16,0 6 0 15,0 6 4-15,0-3-3 16,0-2-1-16,0-3-1 0,4-9 0 15,4-6 0-15,-8-17-5 16,11-13-46-16,-11-9-38 16,0-10-82-16,0 0-4 15,0 0-50-15,0-37-235 16</inkml:trace>
  <inkml:trace contextRef="#ctx0" brushRef="#br0" timeOffset="5601.79">24634 600 522 0,'0'0'339'16,"0"0"-81"-16,0 0-83 16,0 0-38-16,0 0-28 15,0 0-42-15,-36-64-34 0,36 64-21 16,0 0-4 0,0 0-3-16,16 0-5 0,39 22 5 15,5 7 1-15,8 2-2 16,4 8-3-16,11 5 2 15,-3 7-1-15,3 4-2 16,-15-3-2-16,0-1 2 16,-32-3 0-16,-13-14 0 15,-11 2 1-15,-12-4-1 16,0-8 0-16,0 9 0 16,-55-1 0-16,-17 0 4 15,-20-3-3-15,9-12 2 16,11-3 1-16,4-1 4 15,13-6-7-15,15-1 6 16,8-5-6-16,8-1-1 0,8 0 0 16,8 0-5-16,-4 0-68 15,12 0-137-15,0 0-164 16,0 0-541-16</inkml:trace>
  <inkml:trace contextRef="#ctx0" brushRef="#br0" timeOffset="6483.16">24542 1590 699 0,'0'0'310'0,"0"0"-108"0,0 0-29 0,0 0-27 16,0 0-66-16,0 0-25 15,0-47-45-15,0 47-10 0,-4 29-4 16,-40 18 4 0,0 20 5-16,-19 12 8 0,-17 10 2 15,-4 6-3-15,-7 0-9 16,-1-6-3-16,9-9 1 15,15-17 1-15,16-15 7 16,8-17-9-16,21-11-1 16,11-15 1-16,4-5-1 15,4 0 5-15,-4 0 10 16,-4 0-1-16,0-25 8 16,-4-6-15-16,-4-4-5 15,8-5 1-15,8 4 9 16,4 7-8-16,-8 7-1 15,4 13 10-15,-4 3 3 16,-4 6 7-16,0 0-17 0,12 0-5 16,-12 8-14-16,0 21 6 15,0 9 0-15,-7 6 8 16,15 5 8-16,4-6-8 16,0-4-3-16,0-7 3 15,0-10 0-15,0-13 0 16,23-6-4-16,13-3 0 15,20 0-4-15,8-11 8 16,3-12 0-16,1-6-15 16,-8 0-11-16,19-6-47 15,-7 7-61-15,0-4-134 16,-1 5-117-16</inkml:trace>
  <inkml:trace contextRef="#ctx0" brushRef="#br0" timeOffset="7183.25">25514 1577 602 0,'0'0'451'0,"0"0"-172"0,0 0-93 0,0 0-59 16,0 0-48-16,0 0-35 0,-36-76-20 16,36 76-24-16,0 29-2 15,0 22 2-15,0 22 7 16,-4 19 4-16,-4 10 0 15,-8 9-3-15,4-6-3 16,0-7-5-16,0-12 0 16,4-14 0-16,-4-12 1 15,0-17-2-15,12-9 1 0,-12-18 0 16,12-7 1 0,0-9 1-16,-12 0-2 0,12 0 10 15,-8 0 2-15,-20-13 1 16,-7-9-10-16,-9-5-3 15,-4-2 0-15,24-4 0 16,-8 6 1-16,8-4 1 16,8 11-2-16,4-1 11 15,1 15 1-15,-1 2 8 16,4 4-10-16,8 0-1 16,0 0-9-16,0 0-4 15,0 0-11-15,0 24-2 16,12 11 15-16,19 3 2 15,5-4-1-15,0 6 1 0,0-9 0 16,0-9 0-16,8-6 0 16,-21-11-8-16,5-5-1 15,4 0-1-15,-8 0 9 16,20-12 1-16,4-18 7 16,-9-2-5-16,-7-5-2 15,4 0-3-15,-24 1-18 16,0 2-21-16,0 7-39 15,12 4-58-15,8 3-205 16,16-5-256-16</inkml:trace>
  <inkml:trace contextRef="#ctx0" brushRef="#br0" timeOffset="7970.86">26350 1411 621 0,'0'0'335'0,"0"0"-76"0,0 0-96 0,0 0-14 15,0 0-50-15,0 0-47 16,-80-34-19-16,80 34-11 16,0 0-15-16,0 13-6 15,24 16 10-15,48 18 17 16,19 8-2-16,41 8 0 15,15 7-20-15,4 0 1 16,12 4-4-16,1-1-3 16,3 2 1-16,-4-7 0 15,0 0 1-15,1-4-2 0,-1-6 3 16,-24-14-3 0,-19-6 0-16,-29-14 0 0,-31-3 1 15,-28-16 0-15,-16-1-1 16,-8-4 2-16,-8 0 0 15,0 0 4-15,0 0-3 16,0 0 16-16,0-16-13 16,0-8 1-16,0 0-4 15,0-8-1-15,0 1 0 16,-36-7-2-16,-8 3 0 16,8 6 0-16,4 0 1 15,5 7 1-15,3 10-2 16,12-2 1-16,4 8 5 15,8 6 1-15,0 0 3 0,0 0-7 16,0 0 5-16,0 0-8 16,0 0-5-16,0 0-3 15,24 6 4-15,23 16 4 16,21 7-4-16,0 1 8 16,-5 1-4-16,1-2 5 15,-24-6-3-15,-4 5-2 16,-16-10 0-16,-16-3-1 15,4-1 3-15,-8-5-2 16,0 2 0-16,0 0-9 16,-44 5-6-16,-40 5-30 15,-19 9-57-15,-25-1-119 16,-3 2-225-16</inkml:trace>
  <inkml:trace contextRef="#ctx0" brushRef="#br0" timeOffset="8900.51">22416 2918 893 0,'0'0'332'0,"0"0"-109"0,0 0-95 16,0 0-53-16,0 0-48 15,0 0-27-15,-12 37 4 16,12 31 0-16,0 10 19 15,-12 6-4-15,0 1-12 0,0-5-5 16,12-18 4-16,-12-11-2 16,12-19-2-16,0-20-2 15,0-7 0-15,0-5 0 16,0 0 3-16,-24-22 17 16,12-27-6-16,-24-14-9 15,-7-10-2-15,-17-11 2 16,16-3-4-16,4-1 2 15,16 16-1-15,16 16 5 16,8 7 3-16,0 21 8 16,0 5-7-16,0 12 0 0,0 5-4 15,20 6-7 1,32 0-3-16,28 17 3 0,11 17 0 16,13 12-2-1,-9 11 2-15,-11 7-2 0,-16 9 2 16,-32 3 2-16,-24-4-2 15,-12-7 0-15,0-9 3 16,-44-7 0-16,-16-13 1 16,0-9-1-16,5-8-1 15,7-6-2-15,12-6-4 16,0-5-38-16,24 0-36 16,0-2-35-16,12 0-123 15,0 0-99-15,12 0-287 16</inkml:trace>
  <inkml:trace contextRef="#ctx0" brushRef="#br0" timeOffset="9100.21">22989 3245 901 0,'0'0'362'0,"0"0"-162"0,0 0-120 16,0 0-52-16,0 0-26 0,0 0 48 0,0 116-14 15,0-67-12-15,0-5-18 16,0-3-6-16,0-2-5 16,0-5 3-16,0 1-34 15,0-6-148-15,8-7-176 16,52-6-276-16</inkml:trace>
  <inkml:trace contextRef="#ctx0" brushRef="#br0" timeOffset="9749.65">25649 3231 879 0,'0'0'317'15,"0"0"-55"-15,0 0-77 16,0 0-112-16,0 0-39 15,0 0-34-15,-44 45 0 16,40 18 4-16,-4 8 13 16,-4-2-9-16,12-5-2 15,0-18-5-15,0-9 0 16,-12-14 0-16,12-8-1 0,-12-13-2 16,12-2-2-16,-12 0 2 15,0-9 2-15,-23-25 6 16,-1-17-4-16,0-9-4 15,4-7 3-15,20 0-1 16,12 10 2-16,0 6 6 16,0 12 1-16,24 11-8 15,12 12-1-15,0 14 0 16,0 2-4-16,19 0 1 16,5 12 1-16,12 20 2 15,-5 15-4-15,-11 7 1 16,-20 6 2-16,-20 0 0 15,-16-5-1-15,0-4 2 0,-28-10 0 16,-32-6-7-16,5-10 2 16,7-5-15-16,4-9-33 15,16-4-23-15,16-7-55 16,4 0-98-16,8 0-30 16,0 0-200-16</inkml:trace>
  <inkml:trace contextRef="#ctx0" brushRef="#br0" timeOffset="9999.74">25999 3548 478 0,'0'0'258'0,"0"0"-51"0,0 0-89 0,0 0 1 15,0 0-42-15,0 0-39 0,259 24-11 16,-259 3-27 0,0 9-2-16,0-1 2 0,-12 0 0 15,-24-3 5-15,12-7 1 16,4-14 1-16,17-1 1 15,3-10 15-15,0 0 8 16,0 0 9-16,0 0 11 16,47 0-25-16,13-10-16 15,24-8-10-15,7 0-32 16,1-4-103-16,3 2-144 16,1-4-198-16</inkml:trace>
  <inkml:trace contextRef="#ctx0" brushRef="#br0" timeOffset="10183.37">27273 3577 936 0,'0'0'307'16,"0"0"-143"-16,0 0-84 15,0 0-59-15,0 0-15 16,0 0-6-16,36 0-49 15,12-2-129-15,20-8-187 16,3 1-420-16</inkml:trace>
  <inkml:trace contextRef="#ctx0" brushRef="#br0" timeOffset="10350.02">27803 3543 629 0,'0'0'293'15,"0"0"-51"-15,0 0-84 16,0 0-70-16,0 0-58 15,0 0-28-15,80 0-2 16,-45 0-43-16,25 0-127 16,20 0-103-16,15 0-23 15,-3 0-47-15</inkml:trace>
  <inkml:trace contextRef="#ctx0" brushRef="#br0" timeOffset="10483.82">28504 3543 482 0,'0'0'298'16,"0"0"-56"-16,0 0-30 0,0 0-70 15,0 0-12-15,0 0-38 16,8 0-57-16,-8 0-27 16,0 0-8-16,0 0-7 15,12 0-76-15,11 0-150 16,45 0-165-16</inkml:trace>
  <inkml:trace contextRef="#ctx0" brushRef="#br0" timeOffset="11032.99">29404 3197 880 0,'0'0'308'16,"0"0"-42"-16,0 0-87 0,0 0-73 15,0 0-65-15,0 0-14 16,-36-17-27-16,36 62 2 15,-4 19-2-15,-4 6 1 16,-4-1 4-16,8-5-5 16,-4-13 0-16,4-10 0 15,-4-13 0-15,-4-8 0 16,12-13-14-16,0-7-6 16,0 0 6-16,0 0 6 15,0-16 8-15,-12-23 0 0,-8-15 1 16,4-15-1-1,-4-14 1-15,8-4 2 0,8 17-2 16,4 14 6-16,0 25 4 16,0 11 9-16,0 11 14 15,0 9-5-15,0 0-14 16,0 0-15-16,0 0-3 16,24 6-6-16,48 22 7 15,8 11 0-15,3 4 0 16,-3 8 2-16,-9 4-2 15,-3-9 2-15,-28 4 0 16,-16-12-3-16,-24-4 0 16,0-3-2-16,-28-1 5 0,-40-2 2 15,9-6-2 1,-1-2-8-16,-8-7-10 0,32-4-34 16,12-3-18-16,5-3-21 15,15 0-85-15,4-3-84 16,0 4-84-16,0-4-321 15</inkml:trace>
  <inkml:trace contextRef="#ctx0" brushRef="#br0" timeOffset="11616.7">30064 3640 637 0,'0'0'263'0,"0"0"-78"0,0 0-65 0,0 0-50 0,0 0-39 0,0 0-15 15,0 0 35-15,0 0 20 16,-8 0 1-16,5 0 34 16,-5 0-25-16,8-12-13 15,0-4-19-15,0 1-32 16,0-1-7-16,0-4-6 15,8-3-4-15,19 9 4 16,9-3-5-16,0 5 1 16,-4 9-1-16,16 3-2 15,-16 0-1-15,3 0 0 0,-7 20-2 16,-8 6-4 0,4 1 3-16,-24-3 4 0,12 3 1 15,-12-8-3-15,0 0 4 16,0-9-9-16,0-8 9 15,0-2-3-15,0 0 4 16,0 0 2-16,0 0 0 16,8-12 7-16,8-19-9 15,16-4 0-15,4-5-1 16,3 6 0-16,5 6 0 16,-8 5 1-16,-4 10 0 15,-8 8 0-15,-8 5-1 16,4 0-1-16,3 0 1 15,1 1-2-15,0 23 2 0,-4 1 1 16,-4 4-2-16,-4-5-1 16,-4 9 0-1,-8-2-18-15,0-3-83 0,0 9-125 16,0-9-157-16,-20 6-456 16</inkml:trace>
  <inkml:trace contextRef="#ctx0" brushRef="#br0" timeOffset="18333.09">8910 6295 529 0,'0'0'109'0,"0"0"75"0,0 0-74 0,0 0 3 16,0 0 2-16,0 0-13 16,-318 0-18-16,294 0 8 15,4 0-18-15,16 0-7 16,-4 0-20-16,8 0-25 15,0 0-7-15,0 0 1 16,0 0-3-16,20 0 11 16,44 0-9-16,39 3 0 15,37 1 5-15,11-4-12 16,24 0 3-16,0 0-10 16,0 0 0-16,1 0-1 0,-1 0 8 15,0 0-7-15,0 0-1 16,-8 0-2-16,-3 0 2 15,7 0 0-15,-20 0 3 16,-19 0-4-16,-29 0 1 16,-31 0 0-16,-12 0-8 15,-17 3 8-15,-7-3 0 16,8 0 1-16,-20 0 1 16,-12 0 0-16,0 2 0 15,-12-2-1-15,0 0-1 16,0 0 0-16,0 0 5 15,0 0-5-15,0 0-4 0,0 0-19 16,-12 0-58-16,-24 0-101 16,-8 0-172-16,32 0-325 15</inkml:trace>
  <inkml:trace contextRef="#ctx0" brushRef="#br0" timeOffset="19300.52">16678 6124 175 0,'0'0'17'0,"0"0"70"16,0 0-32-16,0 0 14 0,0 0 4 16,0 0-15-16,-326 26 35 15,266-23-19-15,-7-2 65 16,-5 7-28-16,4-1-19 15,8-4 19-15,25 0-31 0,-1-3 5 16,36 0 3-16,0 0-12 16,0 0-39-16,0 0 0 15,24 0-5-15,91 0 3 16,60 0-4-16,48-10-15 16,44-2-1-16,4-1-14 15,19 6-1-15,-19 2 0 16,-28 1 6-16,-44 4-6 15,-48 0-3-15,-55 0 3 16,-24 0 1-16,-29 0 4 16,-27 0-3-16,-16 0 16 15,0 0-14-15,0 0 12 16,0 0-15-16,0 0 4 0,0 0 8 16,0 0-10-1,0 0-1-15,0 0-2 0,0 0-13 16,0 0-55-16,0 0-83 15,20 0-156-15,16 0-296 16</inkml:trace>
  <inkml:trace contextRef="#ctx0" brushRef="#br0" timeOffset="20367.79">25195 6370 531 0,'0'0'112'0,"0"0"107"0,0 0-100 0,0 0-24 16,0 0-8-16,0 0-18 15,-104-1-4-15,100 1-12 16,4 0-11-16,0 0-27 16,0 0 3-16,0 0-10 15,52 6 32-15,64 9 47 16,55 2-25-16,44-8-39 0,28-9-1 15,16 0-15-15,7 0-5 16,1 0-2-16,4-5 1 16,-4-12-1-16,-32 7 3 15,-36 1-3-15,-44 4 1 16,-44 4 5-16,-39-2-10 16,-32-1 10-16,-20 4 8 15,4 0-6-15,-24 0 4 16,0-4-12-16,0 4 4 15,0 0 6-15,0 0-8 16,0 0-2-16,0 0 4 0,0-2-13 16,0 2 9-1,0 0-12-15,0 0-38 0,0 0-107 16,-36 0-166-16,-8 0-249 16</inkml:trace>
  <inkml:trace contextRef="#ctx0" brushRef="#br0" timeOffset="48490.03">9599 7439 763 0,'0'0'232'0,"0"0"-27"0,0 0-83 0,0 0-26 16,0 0-19-16,0 0-32 15,0 0-16-15,0 0-18 16,223-20 29-16,-12 3-10 16,20 3-7-16,36 7-16 15,-20 1-6-15,-24 2 0 16,-12 4-2-16,-48 0 2 15,-48 0-1-15,-19 0 0 16,-36 8 0-16,-28-2-4 16,-9 2 3-16,1 0-6 15,-4-2-17-15,8 6-29 16,8 5-121-16,8-1-57 16,23-4-201-16</inkml:trace>
  <inkml:trace contextRef="#ctx0" brushRef="#br0" timeOffset="49149.66">16424 7413 666 0,'0'0'249'0,"0"0"-65"0,0 0-47 0,0 0-24 16,0 0-29-16,0 0 0 15,-215 0-39-15,215 0-12 16,39 0-12-16,85 0 10 0,63 0-4 15,60-3-14 1,32 0-13-16,15-2-4 0,25 4 4 16,-29 1 2-1,-23 0-2-15,-44 0-12 0,-60 0-5 16,-31 0-3-16,-45 0-40 16,-15 1-17-16,-24 7-45 15,-12-2-45-15,-16-3-178 16</inkml:trace>
  <inkml:trace contextRef="#ctx0" brushRef="#br0" timeOffset="50116.86">23057 7467 520 0,'0'0'331'0,"0"0"-196"0,0 0 65 0,0 0-74 16,0 0-41-16,0 0-4 0,-60-3-41 15,72 3 4-15,92 0-4 16,51 0 1-16,56 0-14 15,32 0-19-15,4-3-4 16,-4 0-4-16,-28-2-2 16,-32 5 2-1,-32 0 0-15,-32 0-28 0,-23 0-77 16,-4 17-114-16,-33 3-138 16,9-2-452-16</inkml:trace>
  <inkml:trace contextRef="#ctx0" brushRef="#br0" timeOffset="50816.8">26935 7448 860 0,'0'0'146'0,"0"0"65"0,0 0-97 0,0 0 26 0,0 0-49 15,0 0-13-15,-159 0-46 16,159-4-9-16,87 1-5 16,65 1 12-16,51-1-16 15,40-3-5-15,3-2-7 16,1 5-2-16,-4 3-3 0,-32 0-14 15,-36 0-74 1,-47 0-75-16,-45 0-78 0,-27 11-147 16</inkml:trace>
  <inkml:trace contextRef="#ctx0" brushRef="#br0" timeOffset="54316.33">6362 8433 660 0,'0'0'234'0,"0"0"-73"0,0 0-38 0,0 0-27 0,0 0-28 16,0 0 3-16,0 0-42 15,-60 12-9-15,120-6-2 16,68 5 22-16,51-7 0 16,40 1-23-16,28-3-10 0,19-2-1 15,25 0-1 1,-8 0-9-16,-17 0 4 0,-31 0 0 15,-12 0 2-15,-39 0-1 16,-29 0-1-16,-40 0 2 16,-43 0-3-16,-16 0 2 15,-32 0 0-15,-13 0 1 16,-7 0-1-16,-4 0 1 16,0 0 3-16,0 0 2 15,0 0-1-15,0 0 7 16,0 0-13-16,0 0-11 15,-11 0-11-15,-1 0-104 16,12 0-93-16,0 0-153 16</inkml:trace>
  <inkml:trace contextRef="#ctx0" brushRef="#br0" timeOffset="55400.75">15404 8462 663 0,'0'0'179'0,"0"0"-20"0,0 0-32 0,0 0-21 16,0 0-39-16,0 0-22 15,-187-20-14-15,187 20-15 0,48 0 1 16,79 9 18-1,72 4 9-15,32-6-15 0,4-5-20 16,-20 1-8-16,-20-3-1 16,-31 0-2-16,-37 0-5 15,-31 0 14-15,-25 0-13 16,-23-5 6-16,-16-4-1 16,4 2-30-16,12-3-97 15,19 10-116-15,25 0-148 16</inkml:trace>
  <inkml:trace contextRef="#ctx0" brushRef="#br0" timeOffset="55883.17">19637 8455 646 0,'0'0'201'0,"0"0"9"15,0 0-78-15,-351-26-4 16,312 19-14-16,19 7-38 0,16 0-14 15,4 0-40-15,0 0-9 16,0 0-1-16,59 0-2 16,61 0-7-16,51 11 22 15,32-11-18-15,32 6-5 16,20 0 1-16,16-2 1 16,15 2-3-16,-23-6-1 15,-44 0 1-15,-44 0-6 16,-35 0 9-16,-49 0-14 15,-31 0 11-15,-24-4-1 16,-12-2 5-16,-24 3-1 16,0 0-4-16,0-2 12 15,0 4-6-15,0 1-4 0,0-4-2 16,-12 0-19-16,-20 4-58 16,-4 0-215-16,12-3-323 15</inkml:trace>
  <inkml:trace contextRef="#ctx0" brushRef="#br0" timeOffset="57483.61">21946 4095 840 0,'0'0'241'0,"0"0"-49"0,0 0-76 15,0 0-13-15,0 0-41 16,0 0-11-16,0 0-18 15,72 13-25-15,59-13-4 16,8-8-1-16,1-6-4 0,-13 1 1 16,-7 4-42-16,-9 4-95 15,-15 5-82-15,-1 0-155 16</inkml:trace>
  <inkml:trace contextRef="#ctx0" brushRef="#br0" timeOffset="58033.76">25649 4233 820 0,'0'0'297'0,"0"0"-110"0,0 0-44 0,0 0-45 0,0 0-43 16,0 0-11-16,-68 24-21 16,68-24-9-16,0 0-6 15,56 0-4-15,20 0 4 16,23 0-8-16,9 0-3 16,-1 0-7-16,17 0-69 0,-5 0-124 15,12-4-155-15,17-7-419 16</inkml:trace>
  <inkml:trace contextRef="#ctx0" brushRef="#br0" timeOffset="58550.34">29296 4089 912 0,'0'0'231'0,"0"0"-68"0,0 0-10 0,0 0-18 0,0 0-56 16,0 0-37-16,139 28-3 15,-19-28-26-15,15 0-7 16,9 0-6-16,7 0-27 15,4 0-189-15,-20 0-351 16</inkml:trace>
  <inkml:trace contextRef="#ctx0" brushRef="#br0" timeOffset="60967.92">22368 4427 714 0,'0'0'259'0,"0"0"-55"0,0 0-53 0,0 0-16 0,0 0-19 15,0 0-44-15,0 0-41 16,-24-78-30-16,24 91-2 16,0 25 5-16,0 20-3 15,0 8 19-15,0 10 1 16,0 0 3-16,0-5-17 15,0-9 3-15,0-7-4 16,0-14-2-16,0-10-4 16,0-11 0-16,-12-11 0 15,12-9 5-15,0 0-3 16,-8 0-1-16,-4 0 20 0,-12-6-7 16,-3-19-8-1,-5-4-6-15,8 4 0 0,0 9 2 16,12 6 16-16,12 10-18 15,-12 0 3-15,12 0-7 16,0 0-7-16,-8 22 6 16,8 7 5-16,0 5 0 15,0-8 0-15,0-6 0 16,0-9-1-16,0-8 1 16,8-3-5-16,4 0 0 15,24 0 7-15,0-3-2 16,19-25 1-16,-7-6 8 15,0-3-9-15,-4 6-2 16,-20 7-28-16,0 4-21 0,-13 11-42 16,5 9-117-16,4 0-91 15,4 0-228-15</inkml:trace>
  <inkml:trace contextRef="#ctx0" brushRef="#br0" timeOffset="61582.68">22205 5279 1030 0,'0'0'280'0,"0"0"-97"0,0 0-97 0,0 0-74 16,0 0-5-16,0 0-2 15,95 110 12-15,-71-64-9 16,-16-4 9-16,4-14-17 0,0-5 1 16,-12-17-8-16,0-3-4 15,0-3 3-15,0-3 5 16,0-31 0-16,-12-6 3 16,-20-11 0-16,-3 5 0 15,11-5 6-15,12 5 3 16,8 15 11-16,4 11 9 15,0 12-4-15,0 8-14 16,0 0 3-16,0 0-14 16,24 0-4-16,27 28 1 15,17 7 3-15,-12 1-1 16,-20 4 1-16,-20-5-1 0,-16-7-11 16,0 3 12-16,0-4 4 15,-36-4 2-15,-4-5-12 16,8-6-7-16,8-4-54 15,12-6-75-15,0-2-63 16,12 0-6-16,0-25-128 16,24-17-4-16</inkml:trace>
  <inkml:trace contextRef="#ctx0" brushRef="#br0" timeOffset="61883.05">22687 5279 312 0,'31'-13'292'0,"13"5"-10"15,-4 2-130-15,20-2 9 16,-4 5-66-16,3-3-37 15,-3 0-32-15,-8 0 1 0,-4-2-16 16,-9 0-7-16,-11 4 10 16,-12-6-8-16,-12 8 7 15,0-5-2-15,0-4 10 16,0 7-2-16,0-2-8 16,0 2-9-16,-20 4-1 15,-4 0-1-15,-3 0-1 16,-5 0 1-16,-4 25 2 15,4 10 3-15,4 0-5 16,4 7 2-16,12-1 8 16,4-4-8-16,8 5-2 15,0-8-6-15,0 2 4 16,0-8-1-16,0-5-14 16,0-9-97-16,8-6-89 0,32-8-142 15</inkml:trace>
  <inkml:trace contextRef="#ctx0" brushRef="#br0" timeOffset="62799.89">26784 4393 699 0,'0'0'253'0,"0"0"11"0,0 0-104 0,0 0-25 0,0 0-54 16,0 0-63-16,-32-11-15 0,32 56-3 16,20 14 25-16,-8 4-6 15,0 4-7-15,-12 0-9 16,0-3 1-16,0-11-1 16,0-11 2-16,-12-14-2 15,4-11-2-15,8-16-1 16,0-1 1-16,-4 0 1 15,-8-5 27-15,-8-32-12 16,-4 0-14-16,0 6-1 16,8 2-2-16,4 16 4 15,-8 11 0-15,20 2-4 16,0 0 2-16,0 0-2 16,0 24-20-16,0 16 18 0,0 4-6 15,12-3 15-15,24-3-7 16,-12-11 0-16,0-3-8 15,-4-17 8-15,-4-1 6 16,4-6-6-16,23 0 0 16,5-33 7-16,16-14-5 15,4-7 2-15,-13-6 0 16,-15 9-4-16,-8 9 0 16,-20 13 0-16,0 12-4 15,-12 12-21-15,0 5-44 16,0 0-110-16,0 4-165 15,0 31-209-15</inkml:trace>
  <inkml:trace contextRef="#ctx0" brushRef="#br0" timeOffset="63316.21">26644 5263 212 0,'0'0'807'0,"0"0"-495"0,0 0-136 0,0 0-59 0,0 0-76 0,0 0-41 16,-12-25-7-16,12 61 7 15,0 4 3-15,0 2 2 0,24-4-2 16,-16-6-2-16,-4-8 0 15,-4-7-2-15,0-7-1 16,8-10-6-16,-8 0 13 16,0 0-5-16,0-29 9 15,0-16-6-15,0-8-2 16,-12-8-1-16,-8-9 0 16,8 3 5-16,0 11 4 15,12 10 3-15,0 19 7 16,0 11 7-16,0 8-10 15,24 8-13-15,20 0-3 16,8 14-8-16,16 18 7 16,15 8-5-16,-15 8 6 0,-12-3-2 15,-29 6 1-15,-15-10 1 16,-12-6-1-16,0-6 1 16,0-7-1-16,-39-6 1 15,-17-3 0-15,8-9-12 16,4-4-20-16,8 0-21 15,1 0-49-15,15 0-86 16,16-15-68-16,4-13-145 16</inkml:trace>
  <inkml:trace contextRef="#ctx0" brushRef="#br0" timeOffset="63616.7">27218 5091 604 0,'0'0'299'0,"0"0"-132"0,0 0-15 0,314-37-58 0,-230 30-42 0,-17 5-36 0,-11 2-11 16,-28-5-5-16,-8 5 1 16,-16 0-1-16,-4 0 4 15,0-2 1-15,0-6 2 16,0 7 16-16,-24-5-8 16,0 2 5-16,8 4-4 15,-4 0 13-15,-4 0 13 16,5 4-35-16,3 23 8 0,-4 8 3 15,16 10-6 1,-4 6 5-16,8 0-12 0,0-8 6 16,0-1-11-16,0-3 0 15,0-7-5-15,0-2-23 16,12-8-83-16,24-2-171 16,39-11-283-16</inkml:trace>
  <inkml:trace contextRef="#ctx0" brushRef="#br0" timeOffset="64300.22">30172 4303 786 0,'0'0'325'0,"0"0"-90"0,0 0-102 15,0 0-74-15,0 0-44 0,0 0 11 0,-20 164 33 0,8-82-15 16,-12 4-16-16,-12 2-15 16,-3-8-10-16,-5-7 0 15,20-13-2-15,-12-17 0 16,12-12 0-16,4-18-1 15,4-7 2-15,8-6 3 16,-16 0 7-16,1-13 5 16,-1-18-15-16,-12-7-2 15,12 5 1-15,0 6 2 0,16 10 0 16,4 11 8-16,4 6 6 16,-8 0-9-16,8 0-8 15,0 6-10-15,0 20-1 16,0 5 9-16,0 1 1 15,0-12 1-15,8 0 0 16,8-9 0-16,8-8-5 16,-12-3 4-16,12 0 1 15,8-3 3-15,3-22 4 16,13-12-7-16,-12 3-6 16,-16 0-14-16,-4 8-32 15,-8 9-22-15,4 12-49 16,-12 5-58-16,0 0-95 0,0 19-190 15</inkml:trace>
  <inkml:trace contextRef="#ctx0" brushRef="#br0" timeOffset="64783.41">29750 5372 902 0,'0'0'303'0,"0"0"-88"0,0 0-58 0,0 0-82 16,0 0-58-16,0 0-17 0,-20 35 3 15,20-2 6 1,0 1-9-16,0-3 6 0,0-6-6 16,0-9-2-16,0-6-27 15,0-10-19-15,0 0-41 16,0 0 33-16,0-28 38 15,0-9-32-15,-28-9 46 16,-16-2 4-16,9-9 4 16,-1 0 31-16,12 6-2 15,16 12 16-15,8 15 15 16,0 11-19-16,0 7 0 16,0 6-16-16,36 0-29 15,31 0 0-15,13 19-5 16,4 9 5-16,7 10 0 15,-19 1 4-15,-4 1-3 0,-21-4-2 16,-19-5 0-16,-28 0 0 16,0-8 2-16,0-4 4 15,-28 1-5-15,-27-11-7 16,7-1 7-16,16-3-40 16,8-5-52-16,12 0-66 15,8 0-60-15,4-17-106 16,0-8-108-16</inkml:trace>
  <inkml:trace contextRef="#ctx0" brushRef="#br0" timeOffset="65083.31">30359 5229 610 0,'0'0'317'0,"0"0"-159"0,0 0-27 16,0 0-47-16,0 0-27 0,0 0-17 15,295-19-22-15,-263 12-8 16,-9 1-5-16,-11 2-4 15,-12 2 14-15,0-5-3 16,0 7-12-16,0 0 5 16,-23 0 0-16,3 0 5 15,4 0-7-15,-4 7 2 16,4 17-1-16,4 9 1 16,-8 8-4-16,8 7 7 15,8-4-4-15,4 7 22 16,0-6-6-16,0-4-18 15,0 0 3-15,0-7 2 16,0 1-7-16,-8-10 0 0,-4-3-40 16,-12-3-233-16,12-5-420 15</inkml:trace>
  <inkml:trace contextRef="#ctx0" brushRef="#br0" timeOffset="67483.5">1361 10595 702 0,'0'0'200'0,"0"0"-30"0,0 0-23 0,0 0-46 16,0 0-7-16,0 0-28 15,0 0-40-15,-127 25 5 16,207-25 10-16,39-9-2 16,32-13 3-16,13-11-30 15,-1 1-10-15,-24-3-2 0,-11 4 2 16,-45-1 0 0,-15 8-2-16,-40 4 0 0,-20 6 0 15,-8-1 3-15,0 6 2 16,-44-8-5-16,-28 3-5 15,5 0 5-15,-5-1-4 16,24 4 4-16,16 6 0 16,16-1 9-16,16 6-9 15,0 0 1-15,0 0-2 16,0 0 1-16,0 0-2 0,48 0-6 16,32 0 15-1,15 0-12-15,9 0 10 0,-9 0-7 16,-15 11 2-16,-20 9-1 15,-24 0 1-15,-25 3 0 16,-11 14 1-16,0 7 2 16,-35 9-3-16,-45 5-102 15,-27 9-59-15,23 0-147 16,-8 0-303-16</inkml:trace>
  <inkml:trace contextRef="#ctx0" brushRef="#br0" timeOffset="69186.36">10662 11332 587 0,'0'0'209'0,"0"0"-42"0,0 0-23 16,0 0 0-16,0 0-34 15,0 0-12-15,-59 0-26 0,59 0-20 16,0 0-21-16,0 0-3 15,23 0-4-15,73 0-13 16,63 0-1-16,44 6 12 16,40-6-4-16,12 0-17 15,16 1 0-15,7-1-1 16,-7 0 0-16,-12 0 3 16,-36 0-3-16,-28 8 1 15,-28-1 2-15,-15 2-3 16,-25 0 3-16,-23 4-1 15,-1-4 2-15,-19-3-3 16,-17 1 0-16,-19-4 6 16,-20-3 3-16,-8 4 1 0,-20-4 4 15,0 0-4-15,0 0-1 16,0 0 0-16,0 0-8 16,0 3 3-16,0-3-5 15,0 0-1-15,0 0 1 16,0 0-3-16,0 0-18 15,0 0-50-15,0 6-100 16,0 1-156-16,-12-7-347 16</inkml:trace>
  <inkml:trace contextRef="#ctx0" brushRef="#br0" timeOffset="70366.59">19191 11194 233 0,'0'0'491'0,"0"0"-372"0,0 0 19 0,0 0-14 16,0 0 1-16,0 0-38 16,-140 0-25-16,140 0-9 15,0 0-15-15,24 0-6 16,80 0-3-16,47 0 31 15,68 0-22-15,44 0-26 16,40 0 6-16,11 0-15 16,-11 0 5-16,-9 3-8 15,-39 5 0-15,-44-3-2 0,-36 0-5 16,-55 0 7-16,-41-5 2 16,-47 0 1-16,-20 0 2 15,-12 0-1-15,0 0 9 16,0 0-11-16,0 0 4 15,0 0 8-15,0 0-11 16,0 0 1-16,0 0-4 16,0 0-5-16,0 0-51 15,12 10-73-15,12 8-61 16,36 5-165-16,31-11-310 16</inkml:trace>
  <inkml:trace contextRef="#ctx0" brushRef="#br0" timeOffset="72250.52">3838 12514 1017 0,'0'0'140'0,"0"0"-10"0,0 0-51 0,0 0 1 0,0 0-56 16,0 0-6-16,490-27-4 15,-255 11 1-15,11 3-11 16,-3 1-4-16,-20-2 0 15,-36 5 2-15,-55 6-1 16,-41 0-1-16,-43-2-5 16,-24 4 0-16,-12 1-9 15,-12 0-15-15,0 0-53 16,0 0-62-16,0 0-131 16,0 0-331-16</inkml:trace>
  <inkml:trace contextRef="#ctx0" brushRef="#br0" timeOffset="75684">26863 154 620 0,'0'0'235'0,"0"0"-52"0,0 0-83 0,0 0-9 15,0 0-28-15,0 0-4 16,0 0 5-16,0 0-19 16,-8 0-5-16,-28 0 1 15,-7 0-13-15,-9 0-13 16,8 0 0-16,20 0 4 15,0 0-11-15,24 0-7 16,0 0-1-16,-12 0-1 0,12 0 1 16,-12 17 0-16,1 9 2 15,11 5 0-15,-8 5 2 16,8 4 0-16,0 9-1 16,0 6 0-16,0 10-3 15,0 3 10-15,0 13-3 16,0-2 6-16,0-6-11 15,-12-6 17-15,12-12-8 16,0-10-5-16,0-5-3 16,0-10 0-16,0-3-2 15,0-9 0-15,12-7-1 16,7-2 3-16,5-9 1 16,12 0-4-16,12 0 1 15,8 0 4-15,15-14-5 16,9-16-32-16,-8-2-59 0,7-3-77 15,-15-3-107-15,-8 9-162 16</inkml:trace>
  <inkml:trace contextRef="#ctx0" brushRef="#br0" timeOffset="75966.2">27285 489 381 0,'0'0'597'0,"0"0"-323"0,0 0-96 0,0 0-25 0,0 0-57 15,0 0-44-15,-12-36-30 16,12 36-15-16,40 23 0 16,28 19 5-16,0 5-6 15,-9-3-5-15,1 7 3 16,-16-6-4-16,-8-15-2 15,-12 1-38-15,-13-3-47 16,1-15-98-16,12-8-105 16,-12-5-74-16,8 0-228 15</inkml:trace>
  <inkml:trace contextRef="#ctx0" brushRef="#br0" timeOffset="76153.97">27743 489 707 0,'0'0'297'15,"0"0"-111"-15,0 0-37 0,0 0-22 16,0 0-67-16,0 0-38 16,-71-13-22-16,39 57 16 15,-8 7 2-15,-4 0-16 16,-4 0-1-16,16-4-2 16,-3-5-24-16,11-10-74 15,8-4-118-15,16-9-10 16,0-6-141-16,0-8-211 15</inkml:trace>
  <inkml:trace contextRef="#ctx0" brushRef="#br0" timeOffset="76433.75">28153 714 791 0,'0'0'374'0,"0"0"-164"16,0 0-77-16,0 0-54 16,0 0-43-16,0 0-8 15,0 9 19-15,0 17-21 16,0 2-10-16,0 3-9 16,0 6 0-16,0-3-7 0,0-3-6 15,0-1-8 1,0-5-43-16,0-9-104 0,0-1-77 15,0-2-91 1,56-6-197-16</inkml:trace>
  <inkml:trace contextRef="#ctx0" brushRef="#br0" timeOffset="76683.62">28862 914 727 0,'0'0'354'0,"0"0"-174"16,0 0-76-16,0 0-39 16,0 0-40-16,0 0-21 15,0-7-4-15,0 7-1 16,12 0-27-16,24 0-67 15,12 0-90-15,23 0-119 16,-3 0-29-16</inkml:trace>
  <inkml:trace contextRef="#ctx0" brushRef="#br0" timeOffset="77033.94">29392 892 398 0,'0'0'255'0,"0"0"19"15,0 0-112-15,0 0-32 16,0 0-23-16,0 0-16 0,23-3-35 15,-11-1-27-15,12 4-22 16,8-3-7-16,16 3 0 16,8 0-23-16,3 0-89 15,9 0-27-15,4 0-128 16,-13 0-1-16,9 0 116 16,-4 0-210-16,-20 0 305 15,3 0 50-15,-23 0 14 16,-12 0 84-16,-12 0 147 15,0 0-94-15,0 0 83 16,0 0-41-16,0 0-63 16,0 0-18-16,0 0-31 0,0 0-4 15,0 0-9-15,8 0-33 16,-4 0-8-16,4 0-6 16,-4 0-11-16,4 0-3 15,-4 0-19-15,16 0-126 16,-8 0-161-16,56 3-342 15</inkml:trace>
  <inkml:trace contextRef="#ctx0" brushRef="#br0" timeOffset="77516.95">30909 578 837 0,'0'0'324'0,"0"0"-129"0,0 0-57 0,0 0-62 16,0 0-43-16,0 0-5 15,0 25-19-15,55 10 34 16,-7 7-28-16,0-6-13 16,-4 5 3-16,-5-2-5 15,-3-4 0-15,-12-10-5 16,0-2-28-16,-16-6-90 16,4-8-99-16,-12-7-58 0,12-2-187 15</inkml:trace>
  <inkml:trace contextRef="#ctx0" brushRef="#br0" timeOffset="77734.21">31235 592 92 0,'0'0'631'0,"0"0"-312"16,0 0-126-16,0 0-15 16,0 0-57-16,0 0-49 15,-72-52-49-15,41 83-14 16,-5 14 3-16,-12 8 13 15,0 4-24-15,0 1 4 16,5-1-2-16,7-6-3 16,12-13-61-16,16-10-76 0,8-8-118 15,0-11-124-15,20-9-232 16</inkml:trace>
  <inkml:trace contextRef="#ctx0" brushRef="#br0" timeOffset="78300.11">31828 780 625 0,'0'0'542'0,"0"0"-337"15,0 0-107-15,0 0-34 0,0 0-38 16,0 0-13-16,144-45-10 15,-85 45-2-15,-23 10-1 16,-16 11-3-16,-20 9-1 16,0-1 4-16,-24 2 0 15,-32 2 2-15,9-12-5 16,11-1 8-16,16-9-9 16,16-3 4-16,4-6-12 15,0-2 0-15,0 0-20 16,16 0 17-16,28 0 11 15,23-11 3-15,-15-11 2 16,-8 3-1-16,-20 5 0 16,8 5 1-16,-20 6-4 0,-12 3 6 15,0 0-2-15,0 0-1 16,0 0-19-16,0 12 16 16,12 10 0-16,0-2-3 15,3-6-2-15,9-4-17 16,8-3 11-16,-8-4-7 15,0-3 19-15,20 0 2 16,-20 0 0-16,4-12 14 16,-17-10 28-16,-11-6-2 15,0 5 37-15,0 1-22 16,-11 2-22-16,-29 8-23 16,-4-3-5-16,8 8-6 15,0 3 1-15,4 4-16 0,8 0-52 16,1 0-140-1,23 0-137-15,0 0-391 0</inkml:trace>
  <inkml:trace contextRef="#ctx0" brushRef="#br0" timeOffset="78700.6">33011 333 756 0,'0'0'379'0,"0"0"-185"0,0 0-113 0,0 0-20 0,0 0-46 15,0 0-4-15,175-9 9 16,-127 9 3-16,-12 3-6 16,-12 17-6-16,-17 11-8 15,-7 6-1-15,0 7-2 16,0 7 2-16,0 4 3 15,-7 3-4-15,-17-1 5 16,0-2-4-16,20 0-4 16,4 6 3-16,0-7-1 15,0-14 0-15,0 5-2 16,0-16 2-16,0-1 4 16,0-5 18-16,4-9-10 0,-4-5-11 15,0-1-1 1,0-2 9-16,-24-2-2 0,-48 2-6 15,-43 7-2-15,-41 1-59 16,-63 7-129-16,-23 8-186 16</inkml:trace>
  <inkml:trace contextRef="#ctx0" brushRef="#br0" timeOffset="95584.02">21010 13741 936 0,'0'0'322'0,"0"0"-121"0,0 0-95 0,0 0-75 16,0 0-31-16,0 0 0 16,0 0 13-16,96 107 2 15,-36-56 8-15,-13 4-14 16,1-8-9-16,-4-1 0 15,-12-9 0-15,-4-8-37 16,4-12-73-16,-16-12-81 16,-5-5-98-16,1-5-90 15</inkml:trace>
  <inkml:trace contextRef="#ctx0" brushRef="#br0" timeOffset="95751.6">21456 13776 292 0,'0'0'521'0,"0"0"-218"16,0 0-88-16,0 0-83 15,0 0-92-15,0 0-4 16,-243 95-13-16,192-39 9 16,-5 9-23-16,12-5-9 15,8 1 0-15,24-10-21 16,12-12-128-16,0-10-107 16,8-12-203-16</inkml:trace>
  <inkml:trace contextRef="#ctx0" brushRef="#br0" timeOffset="95934.77">21771 14037 808 0,'0'0'381'0,"0"0"-211"16,0 0-94-16,0 0 24 16,0 0-39-16,0 0-39 15,12 134-17-15,-12-102-5 16,12 2-5-16,0-9-22 15,12 0-86-15,19-8-103 16,17-12-228-16</inkml:trace>
  <inkml:trace contextRef="#ctx0" brushRef="#br0" timeOffset="96617.64">23220 13861 862 0,'0'0'350'0,"0"0"-80"16,0 0-102-16,0 0-50 16,0 0-64-16,0 0-36 0,-48-44-15 15,52 70-3 1,44 12 1-16,16 3 18 0,-4 0-14 15,-9-3-3-15,5-2-2 16,-8-15-4-16,-16-4-46 16,-16-12-17-16,-4-5-30 15,-12 0 7-15,0 0 0 16,0-25 5-16,0-13 10 16,0-2 62-16,0-5 13 15,-12 6 17-15,-4 7 66 16,-4 14 6-16,4 8 1 15,4 7-22-15,0 3-10 16,-8 0-49-16,-4 31-9 16,-12 13 0-16,-7 7 0 15,7 4 7-15,8-4-7 0,-4-7-32 16,32-6-68-16,0-12-96 16,0-15-63-16,0-11-102 15,56 0 43-15,7 0 11 16,-7-17 304-16,12-7 3 15,-8 4 230-15,-1 6-28 16,-3 5-47-16,-4 1-29 16,-8 8-5-16,3 0-42 15,-11 0-4-15,-4 0-41 16,-16 24-9-16,-8 0-2 16,-8 9 15-16,0 0 1 15,0 1-23-15,-24 0 6 16,0-5 27-16,4-4-11 0,16-6 8 15,4-12-41-15,0-5-5 16,4-2 0-16,64 0 8 16,4 0 2-16,19-28-10 15,5 3-12-15,-1-7-82 16,21 3-92-16,-1 5-295 16</inkml:trace>
  <inkml:trace contextRef="#ctx0" brushRef="#br0" timeOffset="97067.56">25653 14262 462 0,'0'0'564'0,"0"0"-351"0,0 0-30 0,0 0-51 16,0 0-49-16,0 0-50 16,-60 15-26-16,60-15-7 15,24 0-3-15,36 0-8 16,19 0-52-16,29 0-117 15,7 0-40-15,1 0-102 16,3 0-76-16</inkml:trace>
  <inkml:trace contextRef="#ctx0" brushRef="#br0" timeOffset="97184.4">26620 14262 491 0,'0'0'205'16,"0"0"-8"-16,0 0-40 0,0 0-2 15,0 0-86-15,0 0-56 16,188-3-13-16,-129 3 0 15,21 0-93-15,15-6-215 16,9-5-183-16</inkml:trace>
  <inkml:trace contextRef="#ctx0" brushRef="#br0" timeOffset="97334.82">27648 14232 568 0,'0'0'246'0,"0"0"-43"16,0 0-60-16,0 0-41 15,0 0-49-15,0 0-20 0,24 10-33 16,-24-3-15-16,23-7-71 16,9 0-282-16</inkml:trace>
  <inkml:trace contextRef="#ctx0" brushRef="#br0" timeOffset="97584.45">28034 13954 906 0,'0'0'195'15,"0"0"60"-15,0 0-58 16,0 0-99-16,0 0-53 0,0 0-26 16,24-22-15-1,47 53 24-15,-3 10-16 0,4 2-6 16,-13 10-6-16,-3-9 1 15,4 0-1-15,-24-6-16 16,-4-10-45-16,-16-11-70 16,3-14-120-16,-7-3-160 15,0-6-256-15</inkml:trace>
  <inkml:trace contextRef="#ctx0" brushRef="#br0" timeOffset="97768.09">28595 14021 616 0,'0'0'303'0,"0"0"-23"0,0 0-95 15,0 0-39 1,0 0-33-16,0 0-72 0,-107-43-40 16,71 82 10-16,4 10 10 15,-12 0-20-15,4 11-1 16,5 2-6-16,3-6-44 16,8-11-75-16,24-13-93 15,0-13-71-15,0-15-172 16</inkml:trace>
  <inkml:trace contextRef="#ctx0" brushRef="#br0" timeOffset="98235.28">28691 14283 677 0,'0'0'316'0,"0"0"-81"0,0 0-127 16,0 0-8-16,0 0-52 16,0 0-15-16,326-20-30 15,-306 40 3-15,-16 6-1 16,-4-1-5-16,0 1 4 15,0 3-4-15,-36-2 3 16,1-3-2-16,11-9-1 16,0-6 0-16,24-9-1 15,0 0 1-15,0 0 0 16,12 0 0-16,47-11-1 16,9-12 1-16,4 0 0 15,-13 5 1-15,-3-1-1 16,-20 5 0-16,8 9 1 15,-28 5 10-15,-4 0-9 0,0 0 0 16,0 2-2-16,0 21 3 16,0-3-3-16,-1 8 0 15,1-6-1-15,0-6 1 16,0-7 1-16,8-2 1 16,4-7 1-16,8 0 2 15,-8 0 6-15,-8-25 36 16,-8-4 5-16,-8-2-4 15,0-6-13-15,0 9-10 16,-8 5-13-16,-20 5-12 16,-16 8-4-16,0 7 3 15,-3 3-35-15,-1 0-43 16,0 7-87-16,24 17-232 0</inkml:trace>
  <inkml:trace contextRef="#ctx0" brushRef="#br0" timeOffset="99268.75">30944 13830 750 0,'0'0'373'0,"0"0"-110"0,0 0-93 0,0 0-56 0,0 0-76 16,0 0-32-16,-35-13-4 15,90 48-2-15,9 8 10 16,-8 3 1-16,11-5-11 15,-15-6-2-15,-8-9-2 16,0-1-10-16,-16-9-33 16,4-7-15-16,-9-9-19 15,1 0 8-15,0 0 29 16,-12-25 14-16,0-10 26 16,0-3 4-16,-12-7 6 15,8 5 47-15,-8 5 1 16,0 8 20-16,0 16 1 0,0 7-13 15,0 4-10-15,0 0-28 16,0 0-24-16,0 28 0 16,-8 16 5-16,-16 11 0 15,-8 6-5-15,-4 7-1 16,-11 14 1-16,-13 6-31 16,-8 4-49-16,5 3-110 15,-13-6-131-15,12-10-392 16</inkml:trace>
  <inkml:trace contextRef="#ctx0" brushRef="#br0" timeOffset="101622.53">18653 15278 693 0,'0'0'358'0,"0"0"-180"0,0 0-81 0,0 0-24 15,0 0-37-15,0 0-17 16,164 8 51-16,11-8-37 16,12 0-15-16,8 0-11 0,-40-12-7 15,-23 0 1-15,-53 2 1 16,-31 2-2-16,-36 4 0 15,-12-6 12-15,0-2-3 16,-28-2-3-16,-40-6-6 16,9 6 0-16,-1-3 0 15,16 5 10-15,20 3 22 16,12 6 0-16,0 3 17 16,12 0-29-16,0 0-11 15,0 0-9-15,12 0 4 16,36 9-11-16,20 20 7 15,-8-4 0-15,-5 6 8 16,-19 1-8-16,-20-1 0 16,-16 8-2-16,0 3 2 15,-28 8-12-15,-40 7-44 0,1 4-67 16,-5-3-127 0,12-1-185-16,17-12-295 0</inkml:trace>
  <inkml:trace contextRef="#ctx0" brushRef="#br0" timeOffset="102099.68">18948 15903 345 0,'0'0'469'0,"0"0"-248"16,0 0-37-16,0 0-45 0,0 0-25 0,0 0-28 15,-203 0-28-15,203 0-16 16,36 0-27-16,67 0 6 16,37 0 4-16,27 0-9 15,8-5-9-15,-24 1-5 16,-19-2-1-16,-33-2-1 16,-39 5 0-16,-32-2-1 15,-20 5-6-15,-8 0 2 16,0-7-6-16,0-3 10 15,-24-7-8-15,-24 0 1 16,-8-7 8-16,9 6 0 16,15 0 2-16,4 7 1 0,8 5 7 15,16 6 6 1,-4 0-4-16,8 0 2 16,0 0-12-16,0 0 0 15,0 0-4-15,20 0-5 0,28 19 7 16,-1 4 3-16,9-4 0 15,-16 6-3-15,-16-3 0 16,-4 3-2-16,-20 7-15 16,0 3-39-16,-20 12-25 15,-52 8-66-15,-11 5-66 16,-1 4-186-16</inkml:trace>
  <inkml:trace contextRef="#ctx0" brushRef="#br0" timeOffset="102618.88">18574 16704 775 0,'0'0'232'0,"0"0"8"0,0 0-58 0,0 0-57 16,0 0-43-16,0 0-46 16,-40 3-20-16,135-3-3 15,49 0 6-15,27 0-12 0,8-3-4 16,-8-10-2-16,-31 4 1 16,-25-2-1-16,-51 2-1 15,-28 3 0-15,-24-1-3 16,-12 3-5-16,0-8-3 15,0-1 1-15,-16-5-7 16,-40-2 10-16,-4 1 1 16,12-1 5-16,5 6 1 15,19 1 1-15,20 3 7 16,-4 7 2-16,8 3 17 16,0 0-9-16,0 0-16 15,0 0-2-15,0 0 5 16,44 0-5-16,15 9 0 15,1 8 1-15,-4 2-1 0,-8 0 0 16,-25 3 0-16,1-3 0 16,-24 4-7-16,0 8-9 15,0 3-20-15,-47 5-63 16,-21-1-143-16,8-1-253 16</inkml:trace>
  <inkml:trace contextRef="#ctx0" brushRef="#br0" timeOffset="103134.41">18793 17382 469 0,'0'0'384'0,"0"0"-172"0,0 0-36 0,0 0-40 15,0 0-44-15,0 0-16 0,0 3-47 16,103-3 11-16,37-9-14 16,3-5-17-16,8 0-7 15,-23-3-1-15,-25 7-1 16,-31 3 0-16,-24 0 0 0,-25-1 0 15,-11-1-7-15,-12-1 1 16,0-1-11-16,0-10-6 16,-12 0 7-16,-23-1 11 15,15 5 5-15,4 5 0 16,4 3 7-16,4 5 12 16,8 4 3-16,0 0 3 15,0 0-14-15,0 0-1 16,0 0-10-16,36 7 0 15,7 15 1-15,-7 4 1 16,-4-1 4-16,-16 6-5 16,-16-2 2-16,0 4-2 15,0-2-1-15,-24-2-6 0,-24-3-53 16,-7-5-93-16,15-14-129 16,8-7-359-16</inkml:trace>
  <inkml:trace contextRef="#ctx0" brushRef="#br0" timeOffset="103601.5">20242 15133 855 0,'0'0'390'0,"0"0"-171"0,0 0-72 0,0 0-65 0,0 0-42 0,0 0-26 16,-12-12-10-16,12 42 0 15,0 8 6-15,0 3-2 16,0 10-8-16,0 2 0 16,0 10-9-16,0 5-67 15,0-8-61-15,0 4-116 16,12-10-172-16</inkml:trace>
  <inkml:trace contextRef="#ctx0" brushRef="#br0" timeOffset="104218.74">20138 16182 736 0,'0'0'344'0,"0"0"-108"0,0 0-88 0,0 0-47 0,0 0-56 15,0 0-45-15,-16-60-6 16,16 72-15-16,0 19-10 16,4 11-50-16,20 6-98 15,0 1-96-15,8 2-208 16</inkml:trace>
  <inkml:trace contextRef="#ctx0" brushRef="#br0" timeOffset="104372.45">20218 16735 488 0,'0'0'184'16,"0"0"-34"-16,0 0-47 16,0 0-30-16,0 0-27 15,0 0-34-15,-12 114-7 16,12-85-5-16,0 5-49 16,0 14-141-16,0 10-146 0</inkml:trace>
  <inkml:trace contextRef="#ctx0" brushRef="#br0" timeOffset="104552.76">20055 17321 155 0,'0'0'346'16,"0"0"-187"-1,0 0-10-15,0 0-39 0,0 0 2 16,0 0-56-16,-12 49-32 16,12-43-23-16,0 3-1 15,0 14-55-15,24 2-124 16,8 10-14-16,-9 7 132 15,-11 0-350-15</inkml:trace>
  <inkml:trace contextRef="#ctx0" brushRef="#br0" timeOffset="104700.43">20091 17910 509 0,'0'0'311'0,"0"0"-101"15,0 0-42-15,0 0-57 16,0 0-49-16,0 0-52 15,-12-4-10-15,12-1-53 16,0 5-64-16,0 0-189 16,0 0-281-16</inkml:trace>
  <inkml:trace contextRef="#ctx0" brushRef="#br0" timeOffset="105018.75">19704 18072 968 0,'0'0'314'15,"0"0"-80"-15,0 0-81 16,0 0-70-16,0 0-48 15,0 0-26-15,-23-19 1 16,23 53-6-16,11 14 18 16,1 0-6-16,0 2-14 15,-12-1-2-15,12-2-35 16,0 1-47-16,8-11-40 16,4-7-85-16,12-20 19 15,0-10-212-15,0 0-90 0</inkml:trace>
  <inkml:trace contextRef="#ctx0" brushRef="#br0" timeOffset="105518.57">20218 18210 549 0,'0'0'328'0,"0"0"-12"15,0 0-154-15,0 0-36 16,0 0-78-16,0 0-37 16,0 18 0-16,0 20 16 15,-12-4-17-15,12 1-10 16,0 0 4-16,0-3-4 15,0-9-2-15,0-3 2 16,12-11-1-16,24-9 4 0,0 0-3 16,0 0 3-16,-1-1 4 15,-3-21-6-15,-20-6-1 16,-12 5 0-16,0 0 0 16,0 1 0-16,0-3 1 15,0 3-1-15,12 0-1 16,8 0 1-16,-4 6 8 15,-4 5 9-15,0 4 0 16,8 5-9-16,4 2-2 16,4 0-4-16,3 0-2 15,17 0 0-15,-12 9 0 0,0 14 0 16,-4 3-3-16,-8-1-16 16,-1 1-9-16,-3-4 27 15,-4-8-9-15,8-4 3 16,-4-6 6-16,-4-4-1 15,8 0 2-15,-4-14 9 16,4-13 9-16,-12-8 3 16,-12-5 12-16,0-3 7 15,-12-5-2-15,-48 5-20 16,-12 2-16-16,-7 18-2 16,-1 6-8-16,20 11-44 15,5 2-97-15,27-1-213 16</inkml:trace>
  <inkml:trace contextRef="#ctx0" brushRef="#br0" timeOffset="107035.48">20779 14907 596 0,'0'0'231'0,"0"0"-53"0,0 0-51 0,0 0-49 15,0 0-28-15,0 0-19 16,-35 6-20-16,35-6-4 15,0 3-7-15,0-2 5 0,0 4 1 16,0 1 15-16,0 4 5 16,35-1 26-16,37 2-4 15,32-6-16-15,27-1 3 16,20-4-18-16,32 0-12 16,9 0-4-16,3 0 1 15,16 0-1-15,-12 0 3 16,0 0-4-16,-12 0 1 15,-4 0-1-15,-8 0 0 16,5 0 0-16,-5 0 0 16,12 1-2-16,-12 7-9 15,8 5-1-15,-16-4-9 16,-7 3 19-16,3-3 0 16,12-4 2-16,4-2 0 15,28-3 1-15,8 0 0 0,16 0-1 16,4 0 0-16,-12 0-4 15,-4-3 4-15,-16-2 3 16,-8 0-3-16,-20-2 0 16,1 2 0-16,-21-1 0 15,-28-1-8-15,1 0 8 16,-1 1 0-16,1-2 4 16,11 7 2-16,12-3-4 15,5 4 2-15,19-4-3 16,20 4 3-16,-4-1 4 0,-8-3-7 15,-4 1-1 1,-8-1 9-16,-15 2-9 0,-17-2 2 16,0 4 6-16,-23 0-8 15,-9 0 2-15,1 0 1 16,15 0 1-16,-3-3-2 16,11-4 3-16,9 1-5 15,19-3 0-15,8 1 0 16,20 0 0-16,0-6 2 15,-12 5-2-15,-15-3-8 16,-41 4 7-16,-15 3 1 16,-33-4 0-16,-11-1 3 15,-12 3 3-15,12-5 0 16,15 0 7-16,21-1-5 16,19-3-5-16,17 3-2 0,-5 0 2 15,-11 0-3-15,-33 2 1 16,-23 8 0-16,-24-4-1 15,-16 3 4-15,-16 4 14 16,-4-3-7-16,0 3-3 16,0-3-7-16,8 3 9 15,-8-3 0-15,0 3-3 16,0-3-1-16,0 3-3 16,0 0 3-16,0 0-6 15,0 0 0-15,0 0-12 16,-12 0-76-16,-60 0-97 15,-28 0-179-15</inkml:trace>
  <inkml:trace contextRef="#ctx0" brushRef="#br0" timeOffset="110901.2">17475 15429 812 0,'0'0'209'0,"0"0"12"0,0 0-87 0,0 0-24 15,0 0-33-15,0 0-34 0,-84 0-25 16,192 0-9-16,63 0 29 16,40 0-7-16,36-2-24 15,-4-11-7-15,-8 4 0 16,-36 0 0-16,-48-2-4 15,-56 2 4-15,-51 7 0 16,-32-4-5-16,-12 1 4 16,0-4-2-16,-24-8-2 15,-55-3-3-15,-1-3 7 16,-16-6-7-16,1-2 8 16,3 4 0-16,37 4 3 15,27 11 24-15,8 7 11 0,20 5-11 16,0 0 10-1,0 0-26-15,0 0-6 0,0 0-5 16,24 0-6-16,43 5 6 16,5 15 2-16,0 2-1 15,-17 4 0-15,-19-4 1 16,-24 10-2-16,-12 6-1 16,-24 15-2-16,-83 14-19 15,-44 16-58-15,-25 12-71 16,-43 3-276-16</inkml:trace>
  <inkml:trace contextRef="#ctx0" brushRef="#br0" timeOffset="112051.82">7612 15351 1001 0,'0'0'238'0,"0"0"-27"0,0 0-104 0,0 0-33 15,0 0-56-15,0 0-17 16,-35 78 6-16,23-10 23 15,12-8-13-15,0-4-6 16,-8-10-8-16,4-15 9 16,-4-11-6-16,4-7-1 15,-4-12 2-15,8-1 0 16,-12 0 24-16,0-23 34 16,-12-34-23-16,0-17-35 15,0-16 3-15,24-14-10 0,0 6 1 16,32 3-1-16,32 19-1 15,15 20-1-15,-7 19-3 16,-24 19-4-16,-4 11 9 16,-20 7-2-16,7 0-12 15,-15 21 10-15,-16 25-9 16,0 5 5-16,-4 2 2 16,-75-2-1-16,11 0 4 0,-16-10-4 15,29-10 0-15,15-4 0 16,16-5 6-1,12-8 1-15,12 3-5 0,0-2-2 16,0 4 0-16,0 1 3 16,28 2 4-16,8 7-3 15,7 0 3-15,5-1 0 16,-4 1 2-16,-8-4-6 16,-12-3 6-16,0-2-7 15,0-4-28-15,-12-1-40 16,11-3-43-16,9-3-64 15,8-1-50-15,4-8-97 16,12 0-26-16</inkml:trace>
  <inkml:trace contextRef="#ctx0" brushRef="#br0" timeOffset="112701.39">8198 15545 531 0,'0'0'221'0,"0"0"22"0,0 0-21 0,0 0-49 0,0 0-52 16,0 0-61-16,24-48-49 15,-24 62-6-15,0 16-4 16,-4 8 13-16,-8 4-11 16,12-2-1-16,0 0 0 15,0-13-1-15,0-1-1 16,0-14-4-16,4-5 2 16,8-5 2-16,0-2 3 15,-5 0 3-15,9-12 4 16,-4-16-9-16,8 5 8 15,-20 1-8-15,12 4-1 0,-12-2 4 16,12-2-4-16,0-3 2 16,20-4-4-16,-4 1 6 15,16 8-4-15,-9 3 0 16,13 9 0-16,-4 8 0 16,-8 0 0-16,0 0-1 15,0 22-6-15,-1 3 6 16,-3 4 1-16,4 0 0 15,0-4 0-15,0-3 0 16,-12-4 0-16,-1-3 1 16,1-8-1-16,-4 1-2 15,-8-1 1-15,4-7 1 16,-4 0 0-16,8 0 0 0,-8 0 0 16,12 0 1-16,0 0 0 15,8 0-1-15,3 0 1 16,1 0-1-16,0 0 0 15,0 0-3-15,8 0 3 16,-20 0-1-16,-8 0 2 16,3-9 2-16,-7-8 0 15,-12-8 0-15,0-7 5 16,0-13 6-16,-20-9 11 16,-39 0 9-16,-1 7-8 15,0 12-12-15,13 10-10 16,3 9 0-16,20 6-4 0,0 10-1 15,12 0-17 1,12 0-70-16,0 16-103 0,0 10-122 16,36 3-230-16</inkml:trace>
  <inkml:trace contextRef="#ctx0" brushRef="#br0" timeOffset="112900.2">9902 15446 901 0,'0'0'421'0,"0"0"-150"0,0 0-155 0,0 0-60 16,0 0-28-16,0 0-19 15,0 28-9-15,0 14 8 0,0 9-6 16,0 4-2 0,0 4-2-16,0-1-51 0,0-10-63 15,0-2-142-15,0-11-178 16</inkml:trace>
  <inkml:trace contextRef="#ctx0" brushRef="#br0" timeOffset="113649.97">8803 13893 778 0,'0'0'384'0,"0"0"-99"0,0 0-109 0,0 0-77 16,0 0-68-16,0 0-25 15,-44 33-4-15,44 11-2 16,0 12 8-16,0-5-8 16,0 0 5-16,0-8-12 15,12-6-1-15,0-19-48 16,-4-7-44-16,-4-11-47 0,-4 0 40 15,0-15 68-15,0-19 11 16,-4-10 28-16,-32 0 6 16,4-4 35-16,8 7 50 15,12 7-14-15,12 7 1 16,0 9-16-16,0 5-22 16,0 6-20-16,0 5 1 15,44 2-21-15,8 0-3 16,4 22 3-16,15 12 0 15,-3 11 5-15,-20-1-5 16,-4 4 1-16,-28 0 1 16,-16-8-1-16,0-1 1 15,0-6-2-15,-36 4 0 16,-24-9 0-16,12-3-3 0,4-8-29 16,9-8-48-16,11-9-36 15,12 0-83-15,12 0-125 16,0-23-207-16</inkml:trace>
  <inkml:trace contextRef="#ctx0" brushRef="#br0" timeOffset="114849.87">9297 14175 482 0,'0'0'252'0,"0"0"-38"0,0 0-33 0,0 0-11 15,0 0-32-15,0 0-29 0,0-11-26 16,0 11-38-16,0 0-6 16,0 0-5-16,0 0-31 15,0 0 2-15,0 0-1 16,0 0-4-16,0 7-8 15,0 24 7-15,0 9 1 16,0 11-2-16,0 7 1 16,-12 6-14-16,-4 5-41 15,-4-3-54-15,8 2-131 16,0-6-193-16</inkml:trace>
  <inkml:trace contextRef="#ctx0" brushRef="#br0" timeOffset="116866.34">10348 15795 482 0,'0'0'571'0,"0"0"-341"0,0 0-61 0,0 0-50 0,0 0-71 15,0 0-41-15,0 12-5 16,0 29-2-16,0 8 1 16,-4 2-1-16,-32 9-24 15,4-2-91-15,8-10-104 16,12-6-187-16</inkml:trace>
  <inkml:trace contextRef="#ctx0" brushRef="#br0" timeOffset="117450.28">11423 15664 794 0,'0'0'390'0,"0"0"-193"0,0 0-129 16,0 0-54-16,0 0 10 15,0 0 37-15,-12 141-28 16,0-91-20-16,0-8-6 16,8-8 2-16,-8-11-4 15,4-13 0-15,-4-8-4 16,12-2 6-16,-12 0 19 16,-12 0 21-16,-8-27 11 15,-7-23-47-15,3-15 13 16,-8-18 0-16,32-15-12 15,12-10-11-15,0 9 0 0,60 17 0 16,11 18-2-16,-3 26-3 16,-8 16 2-16,-4 19-4 15,-9 3 3-15,9 8-11 16,-20 31 13-16,-20 12 0 16,-16 7-8-16,0-5-9 15,-48 5 17-15,-36-4-8 16,5-13-3-16,7-9-3 15,16-9 3-15,17-12 0 16,19-5 3-16,16-3 4 16,-4-3 4-16,8 0 1 0,0 0-13 15,0 8 7-15,8 1-5 16,32 5 11-16,15 6 0 16,1 6 0-16,-8 3-2 15,-8-2 2-15,3 4 0 16,-7-7 0-16,-4 4-10 15,-8-5-77-15,12 0-82 16,-12-9-63-16,23-6-125 16,-3-8-71-16</inkml:trace>
  <inkml:trace contextRef="#ctx0" brushRef="#br0" timeOffset="118035.38">11984 15746 682 0,'0'0'286'0,"0"0"-55"0,0 0-88 0,0 0-41 16,0 0-64-16,0 0-21 0,0 20-5 16,0 9 9-16,0 4-14 15,0-6-1-15,0 2-6 16,0 0 0-16,0-11-2 16,0-5 2-16,8-8-7 15,-4-5 6-15,4 0 1 16,-4 0 0-16,4 0 10 15,-8-14 7-15,12-8-15 16,0-2 1-16,-12 7 4 16,24 0-6-16,-4 0 8 15,-8 7-4-15,4-1 7 16,3 5-4-16,-7 2-7 0,4 4 1 16,4 0 0-16,4 0-2 15,0 0-2-15,12 0 2 16,0 10-4-16,-4 3-1 15,-9-10 0-15,1 2 1 16,-12-5-4-16,0 0 3 16,0 0 3-16,0 0 0 15,8 0 4-15,-8 0 0 16,4 0-1-16,4 0-1 16,4 0-1-16,0 0 0 0,11 0 0 15,13 0 1 1,-4 0-2-16,-16 0-1 0,-4 0 0 15,-4 0 3 1,-8 0 0-16,-12 0 2 0,12-21 9 16,-12-9 22-16,0 6 3 15,0-7 0-15,0 2 0 16,0 4-12-16,-24 2-22 16,0 12-2-16,4 6 0 15,4 5-5-15,-4 0-56 16,8 0-88-16,8 13-120 15,4 8-169-15</inkml:trace>
  <inkml:trace contextRef="#ctx0" brushRef="#br0" timeOffset="118283.78">13266 15627 718 0,'0'0'496'0,"0"0"-185"0,0 0-148 0,0 0-48 0,0 0-53 16,0 0-28-16,0-35-20 16,0 35-14-16,0 16-4 15,0 20 0-15,0 15 2 16,-12 8-17-16,4 8-34 16,-4-4-39-16,8 1-42 15,-4-4-123-15,8-6-146 16,0-3-301-16</inkml:trace>
  <inkml:trace contextRef="#ctx0" brushRef="#br0" timeOffset="118575.74">13859 16011 1100 0,'0'0'346'0,"0"0"-143"0,0 0-117 16,0 0-54-16,0 0-28 15,0 0-4-15,-7 17-3 16,-5 21-1-16,-24 9 2 15,-8 5-16-15,-20 8-74 16,-15-1-126-16,-1-1-142 16,-16-5-454-16</inkml:trace>
  <inkml:trace contextRef="#ctx0" brushRef="#br0" timeOffset="121067.12">14855 15728 933 0,'0'0'260'0,"0"0"-70"0,0 0-84 0,0 0-46 0,0 0-53 16,0 0 2-16,0 0 37 15,-20 181-11-15,20-120-20 16,0-1 5-16,-12-13-19 16,8-10 9-16,-8-13-4 0,4-14-4 15,4-7-1 1,-8-3 11-16,-8 0 33 0,-4-41 9 16,-11-27-35-16,-1-10 6 15,12-21-9-15,12-3-15 16,12 0 1-16,0 3-1 15,4 20-1-15,52 15 0 16,-9 28-6-16,-3 16 4 16,-8 18 0-16,4 2-6 15,4 2-3-15,-1 32 10 16,-19 17-6-16,-24 4-4 16,0 3 2-16,-20-2-14 15,-63-5 10-15,3 0-4 16,9-9-1-16,3-8-2 15,28-12 8-15,20-9-1 0,8-10 3 16,12 1 1-16,0-3 3 16,0 9 3-16,8 7-4 15,32 6 7-15,16 2 2 16,-9 2-2-16,21 4 0 16,-16 6 0-16,-8-6 1 15,3 3 5-15,-15-1-5 16,-8-5-1-16,0-7 0 15,-12-6-8-15,0-3-84 16,0-9-115-16,0 1-50 16,12-4-158-16</inkml:trace>
  <inkml:trace contextRef="#ctx0" brushRef="#br0" timeOffset="121550.05">15472 15814 780 0,'0'0'313'0,"0"0"-172"0,0 0-59 0,0 0-34 0,0 0-15 0,0 0-21 0,235-64-1 16,-207 64-8-16,-8 13 0 15,-20 19 4-15,0 3-7 16,0 7 3-16,0-5-2 16,-20-6-2-16,8 0 0 15,12 3 1-15,0-9 3 16,0-2-3-16,0-3 1 15,24 0-5-15,8 0 5 16,3-1-3-16,1-7 4 16,-24 4-2-16,-4-11 1 15,-8 3-1-15,0-2 4 16,0-3 5-16,-8 7 13 0,-52-3 7 16,-11 5-26-16,-13 1-3 15,-3 3 0 1,11-3-31-16,20 0-77 0,20-3-79 15,28 1-185-15,8-7-335 16</inkml:trace>
  <inkml:trace contextRef="#ctx0" brushRef="#br0" timeOffset="121766.76">16280 16236 945 0,'0'0'349'16,"0"0"-130"-16,0 0-125 16,0 0-39-16,0 0-15 0,0 0-12 15,48 31-21-15,-48 8-4 16,0 4-3-16,-60 8-24 16,-31 10-63-16,-25-2-57 15,-35 3-129-15,-40-4-207 16</inkml:trace>
  <inkml:trace contextRef="#ctx0" brushRef="#br0" timeOffset="122517.42">11371 17103 576 0,'0'0'558'0,"0"0"-330"0,0 0-73 0,0 0-82 16,0 0-60-16,0 0-11 15,-32 71 27-15,32-24 5 16,0 1-15-16,0-10-9 15,0-14-3-15,0-10-2 16,0-9 0-16,0-5 0 16,0 0 11-16,0 0 28 15,0-34 10-15,0-23-29 16,-12-22-23-16,12-23 4 0,0-9-3 16,0 2-2-16,72 10 0 15,0 26-2-15,-5 20-1 16,-19 22 0-16,-16 18 0 15,-20 13-3-15,0 0-5 16,-8 25-3-16,-4 23 7 16,0 6-4-16,-28 6-4 15,-40-3-9-15,-4-3 7 16,29-12 0-16,3-13 4 16,20-15 4-16,20-3 7 15,0-8-5-15,0 5-4 16,0 9 2-16,12 3 8 15,36 4 3-15,7 7-2 16,-7 8 1-16,12 3 1 0,-4 5 0 16,-9 4 5-16,1-2-6 15,-12-1 0-15,-12-5-2 16,-4-8-13-16,-8-11-58 16,0-7-93-16,0-8-89 15,12-5-224-15</inkml:trace>
  <inkml:trace contextRef="#ctx0" brushRef="#br0" timeOffset="122733.2">12147 17119 465 0,'0'0'580'0,"0"0"-282"0,0 0-81 0,0 0-112 0,0 0-73 15,0 0-27-15,0 32 2 16,0 13 9-16,0 2-12 15,0 4-2-15,0 0-4 16,0 0 1-16,0-11-59 16,0-8-79-16,0-10-64 15,0-11-105-15,32-11-181 16</inkml:trace>
  <inkml:trace contextRef="#ctx0" brushRef="#br0" timeOffset="123251.26">12470 17278 659 0,'0'0'348'0,"0"0"-107"0,0 0-104 16,0 0-46-16,0 0-76 15,0 0-15-15,0 32 5 16,0-4-3-16,12 1 5 16,4-7-7-16,4 1-1 15,-4-8 1-15,4-2 0 16,-9-7 0-16,1-2-3 15,-12-4 3-15,12 0 4 16,0 0 6-16,-12-7-5 16,20-14-5-16,-16 7 4 15,-4-5-4-15,8-3 1 16,4-5 2-16,4 6 7 16,4-4 17-16,8 1-9 15,-8 10 19-15,16-3-19 16,-1 12-15-16,1 5-3 0,0 0 0 15,8 0-2-15,-8 9 2 16,-4 17 0-16,3-1-1 16,-7 2-7-16,4 2 6 15,16 0 1-15,-12-9-7 16,-4-6 8-16,-17-5-4 16,5-4 1-16,-8-5 3 15,-8 0 1-15,4 0 24 16,-8-15 25-16,0-18-24 15,0 2 0-15,0-7-6 16,0 2-4-16,-32 5-9 0,-3 6-7 16,7 9 0-1,8 10-5-15,-4 2-25 0,12 4-44 16,0 0-122-16,12 13-156 16,0 10-389-16</inkml:trace>
  <inkml:trace contextRef="#ctx0" brushRef="#br0" timeOffset="123466.82">13895 17399 952 0,'0'0'210'0,"0"0"-61"0,0 0-51 0,0 0-48 0,0 0-31 0,0 0-14 15,-36 197-10-15,-7-163-17 16,11-1-81-16,8-8-72 16,8-16-126-16,16-9-103 15</inkml:trace>
  <inkml:trace contextRef="#ctx0" brushRef="#br0" timeOffset="123983.28">14445 17109 608 0,'0'0'581'0,"0"0"-385"16,0 0-41-16,0 0-110 15,0 0-42-15,0 0 5 16,4 112 20-16,-4-55-20 16,0-6-8-16,0-4-1 15,0-11 1-15,0-15-3 16,0-11-2-16,0-10 1 15,0 0 4-15,0-3 8 16,0-32 4-16,-12-20-9 16,0-8 6-16,12-16 3 15,0-6 4-15,0-3 8 16,32 11-13-16,15 9 2 0,1 17-12 16,0 17 0-16,-16 17-1 15,-16 15 0-15,-4 2 0 16,-12 6-8-16,8 35 2 15,-8 10 5-15,0 12-1 16,-44 3-8-16,-8 2 0 16,8-12 3-16,20-10-3 15,5-15 3-15,19-6 2 16,0-5-3-16,0-9 3 16,8 6 4-16,27-1-2 0,9 2 3 15,-8 1 0 1,-8 2 2-16,-4-6-3 15,-4-2 1-15,4-1 0 0,-12 0 0 16,-1 5-16-16,1-7-52 16,12 6-62-16,0 0-35 15,12-4-64 1,8 7-30-16,16-3-521 0</inkml:trace>
  <inkml:trace contextRef="#ctx0" brushRef="#br0" timeOffset="124350.39">15404 17290 769 0,'0'0'247'0,"0"0"-21"0,0 0-62 0,0 0-60 0,0 0-43 0,0 0-29 0,-151-98-27 16,103 98-4-16,12 22 2 15,16 3-2-15,5-1-1 16,15-7-1-16,0 0-9 16,0 0-12-16,4-10-6 15,39 10 1-15,-7-5 9 16,0 5-1-16,-4 1 18 16,4 2-1-16,-12 2 0 15,-12 3 0-15,-8 1 2 16,-4-1 1-16,0 4-1 15,0-5 2-15,0-1-2 0,0-6 0 16,-4-6-9-16,-8-6-50 16,12-3-71-16,0-2-100 15,0 0-117-15,47 0-223 16</inkml:trace>
  <inkml:trace contextRef="#ctx0" brushRef="#br0" timeOffset="124639.29">16093 17218 377 0,'0'0'437'0,"0"0"-219"16,0 0-20-16,0 0-74 15,0 0-72-15,0 0-44 16,-139-26-5-16,103 52-1 0,12-5-2 16,4 3 0-16,16-7-2 15,4 0-7-15,0 2 11 16,0-4-2-16,4 4 0 15,16 1-7-15,4 1 7 16,-12 9 4-16,0-5 3 16,-12 2-12-16,0 7 10 15,0 4-7-15,0 3 2 16,0-3 0-16,0-4 0 16,-12-11-46-16,-24-5-154 15,-12-5-102-15,-7-13-183 16</inkml:trace>
  <inkml:trace contextRef="#ctx0" brushRef="#br0" timeOffset="128800.58">21118 15754 593 0,'0'0'65'0,"0"0"90"0,0 0-59 0,0 0 48 0,0 0-29 15,0 0-15-15,-187 0-31 16,187 0 15-16,0 0-45 16,0 0-8-16,0 0-21 15,0 0-10-15,12 7 4 16,59-2 2-16,33-1 25 16,35-1 2-16,28-3-21 15,29 0 0-15,38 0 0 0,21 0 3 16,4 0-14-1,8 0 9-15,-8 0 1 0,7 0-11 16,-19 0 1-16,0 0 9 16,-4 0-10-16,-8 0 4 15,0-7 1-15,0 2-3 16,32-2-1-16,15-3 3 16,21 1 3-16,-1-2-4 15,13-3 1-15,-12-2-2 16,-1 0 3-16,-7-3 0 15,-1-1-2-15,-27 8-3 16,0-3 6-16,-32 4-4 16,-12 2-1-16,-28-1 3 15,-20 4-8-15,-12 1 10 16,-19 4-4-16,-13 1-2 16,-7 0 0-16,-29 0 0 15,21 0-1-15,3-3 1 0,20-3 0 16,13-5 3-16,-13-1-1 15,4-7 0-15,5 3-2 16,3 0 0-16,-8-1-2 16,-3-1 2-16,-33 2 0 15,-11-3 2-15,3 3-2 16,-3-2 0-16,-1 2 0 16,-15-5-9-16,4 4 9 15,-13 0 1-15,5-1-1 16,0-2 0-16,-9-5 0 15,13-1 0-15,-16 4 1 0,-9 0 8 16,1-1-9 0,-16 5 1-16,4-4-8 0,15 2 7 15,-3-2-1-15,4-1 1 16,8 2 1-16,-9-2 3 16,-11 1-4-16,0 0 0 15,0-3-4-15,-17 4 4 16,-7 4 9-16,-12-3-9 15,-12 7-1-15,0 2 1 16,0-5 5-16,-36 0-5 16,-35-2-9-16,-21 6 3 15,-11 0 0-15,-5 3 6 16,-7 1-2-16,-13 8-1 16,-3 0 1-16,-4 0 2 15,-9 0-1-15,13 19-4 16,-9 2 2-16,1-2 2 0,0 2 1 15,-1-1 0-15,1-5-2 16,0 1-2-16,-5-4 1 16,5-3-5-16,0 5 5 15,19-4 2-15,-3 0 1 16,-9 2-9-16,13-2 9 16,-8-1 0-16,3-2-3 15,-7 2 3-15,-13 0-2 16,-27 3 1-16,-20 5 0 15,-8-2 1-15,-20 3-4 0,12-6 3 16,-8-6 1-16,4 3-4 16,0-3 0-16,4-1 4 15,20-1-3-15,12 1 11 16,11-2-7-16,1 3-1 16,8 1-5-16,-8-1 5 15,-13-1 0-15,5-1 4 16,-8 5-4-16,-8-3 0 15,4 2-2-15,-4 1 1 16,11 1-1-16,21-1-7 16,16 0 7-16,11-2 1 15,1 2 1-15,7-2 0 16,-7 6-2-16,-12-4 2 0,19 4 0 16,-3-4-1-1,3 2 1-15,-7-1 0 0,-12 1 0 16,-5-5-1-16,-19-1 10 15,0 1-16-15,23-6 14 16,21 2-6-16,19-2-1 16,29 0 0-16,11 0 2 15,12 0-2-15,16 0 1 16,5 0-1-16,3 0 0 16,-20 0 0-16,8 0 0 15,-20 0-1-15,-15 0 1 16,-13 0 0-16,-12 0-3 0,-15 0 3 15,-9 0 1-15,1 0-1 16,-8 0 1-16,-9 0 4 16,17 0-5-16,15 0-7 15,33 0 7-15,11 4 5 16,16-4-3-16,16 3-2 16,-16 2 0-16,21 3-1 15,-21 1-2-15,-4 4 6 16,-24 3-4-16,1 6 1 15,-13 2-5-15,-4 6 1 16,17-2 4-16,11-4-3 16,16 3 2-16,16-4-1 15,4-2 0-15,5 2 0 0,15-1 2 16,4 1-2-16,0 5 2 16,0-3-1-16,0 4 1 15,27 2 0-15,21-7 0 16,8 10 1-16,40-7 0 15,15 2 7-15,8-3-4 16,25-3-3-16,3-9 1 16,4-5-4-16,13-4 7 15,-1-5-9-15,-8 0 12 16,8-14-5-16,-11-10-3 16,-9 2-9-16,-8 0 9 15,-15 2-11-15,-1 5-18 16,-7-1-58-16,-17 0-66 0,9-2-114 15,-9-3-254-15</inkml:trace>
  <inkml:trace contextRef="#ctx0" brushRef="#br0" timeOffset="134300.48">24458 15557 852 0,'0'0'193'0,"0"0"-39"0,0 0-84 0,0 0-24 15,0 0-42-15,0 0-4 16,0 0-7-16,0 0-43 15,4 44-89-15,-4 14-148 16</inkml:trace>
  <inkml:trace contextRef="#ctx0" brushRef="#br0" timeOffset="134449.74">24271 16768 665 0,'0'0'35'0,"0"0"43"15,0 0-73-15,0 0-5 16,0 0-15-16,0 0-167 16</inkml:trace>
  <inkml:trace contextRef="#ctx0" brushRef="#br0" timeOffset="134600.34">24144 17621 576 0,'0'0'40'16,"0"0"78"-16,0 0-71 16,0 0-10-16,0 0-33 15,0 0-8-15,12 102-59 0,0-85-109 16</inkml:trace>
  <inkml:trace contextRef="#ctx0" brushRef="#br0" timeOffset="134783.07">24096 18462 704 0,'0'0'133'0,"0"0"23"16,0 0-24-16,0 0 6 16,0 0-63-16,0 0-53 15,0 0-22-15,0 0-21 0,4-13-186 16,4-11-529-1</inkml:trace>
  <inkml:trace contextRef="#ctx0" brushRef="#br0" timeOffset="136016.85">19820 16847 784 0,'0'0'64'0,"0"0"115"0,306-83-56 0,-226 54-3 0,-20 2-13 16,-24 10 4-16,-28 1-8 15,-8 0-46-15,0-1-27 16,-36-5-19-16,-56 4-11 16,-35 9-1-16,-48 5-11 15,-24 4 10-15,-32 0 2 16,-40 19-1-16,-24 15 0 15,-15 6-5-15,15 0 1 16,40 11 1-16,32 3 4 16,32-6 6-16,32-7-6 15,39-12-1-15,49-14-1 16,27-12 3-16,32-3-1 16,0 0 0-16,0 0 5 0,-8 0-4 15,-4-21 4-15,8-1-2 16,-4-8-3-16,9 1 0 15,-1-2 0-15,-12-3 0 16,0-4 0-16,-12 0 0 16,0 0 2-16,12 5-2 15,4 9 1-15,8 17-1 16,8 0 0-16,-4 7 0 16,4 0 0-16,-15 0-2 0,-5 29-12 15,12 17 14 1,-12 10 5-16,0 0-4 0,16-1-1 15,8-1 0-15,0-10-1 16,0-9 0-16,0-3 1 16,44-10 2-16,15-10-1 15,1-9-1-15,20-3 0 16,15 0-8-16,9 0-22 16,-1-20-104-16,-19-6-160 15,-4-20-449-15</inkml:trace>
  <inkml:trace contextRef="#ctx0" brushRef="#br0" timeOffset="136683.32">8687 14976 593 0,'0'0'332'0,"0"0"-152"0,0 0 11 0,0 0-37 0,0 0-49 16,0 0-34-16,-127 0-22 16,207 0-32-16,59 0 26 0,24-22-26 15,12-10-9 1,1-4-8-16,11 2-21 0,0-12-87 15,-12-9-228-15,-20-13-480 16</inkml:trace>
  <inkml:trace contextRef="#ctx0" brushRef="#br0" timeOffset="138318.51">10264 10239 843 0,'0'0'166'16,"0"0"-17"-16,0 0-24 0,0 0-5 0,0 0-42 15,0 0-29-15,0 0-8 16,0 9-35-16,0 7-1 16,12 0 44-16,20-3-7 15,-8 0-7-15,12-4-14 16,-8-8-6-16,3 7-5 0,29-8 5 16,12 0 11-1,51-22 7-15,32-29-17 0,21-12-7 16,19-10-9-16,-28-3-6 15,-16 9-22-15,-23 7-46 16,-21 15-85-16,-27 3-199 16,-13 5-304-16</inkml:trace>
  <inkml:trace contextRef="#ctx0" brushRef="#br0" timeOffset="141317.21">21293 14835 838 0,'0'0'249'0,"0"0"-56"0,0 0-73 0,0 0 4 16,0 0-46-16,0 0-24 16,0 0-22-16,-12 0-21 15,12 0-8-15,0 0 1 16,0 0-8-16,0 0-16 0,0 0-86 15,56 0-137 1,39 0-87-16,37 0-555 0</inkml:trace>
  <inkml:trace contextRef="#ctx0" brushRef="#br0" timeOffset="141583.53">23137 14655 642 0,'0'0'161'0,"0"0"-18"16,0 0-27-16,0 0-16 0,0 0 5 15,0 0-49 1,11 0 0-16,-11 0-35 0,4 0-15 15,8 0-12-15,8 0 6 16,16 0-75-16,12 0-136 16,20 0-240-16</inkml:trace>
  <inkml:trace contextRef="#ctx0" brushRef="#br0" timeOffset="142900.23">29328 12992 922 0,'0'0'312'0,"0"0"-133"0,0 0-22 0,0 0-58 0,0 0-45 16,0 0-27-16,0-68-27 16,0 95-4-16,0 16 4 15,0 19 6-15,-20-1 4 16,-4 11-1-16,16 0-8 0,-8-1 0 16,4-5 0-16,4-9 1 15,8-22-2-15,0-9 0 16,0-17 0-16,0-9 1 15,0 0 0-15,0 0 3 16,0-4 6-16,0-14 6 16,0-13-13-16,0 2-3 15,0 1 1-15,0 5 1 16,0 7-1-16,0 7 14 16,0 5-8-16,0 4 2 15,0 0-9-15,0 0-3 16,0 26-2-16,0 8 3 15,0 2-3-15,0-5 4 16,0-9 1-16,12-2 0 0,12-8 5 16,-4-12-5-16,12 0 0 15,4-7 0-15,11-31 1 16,-7 0-2-16,4-9-15 16,-8 5-30-16,-12 2-42 15,8 0-96-15,-16 9-171 16,15-7-439-16</inkml:trace>
  <inkml:trace contextRef="#ctx0" brushRef="#br0" timeOffset="143483.95">30315 12141 539 0,'0'0'350'0,"0"0"-107"0,0 0-91 0,0 0-20 0,0 0-13 15,0 0-34-15,-199-155-14 16,195 155-20-16,-8 0-31 16,0 2-18-16,-20 40 0 15,9 21-2-15,-1 19 11 16,12 7-6-16,12 9 5 16,0 3 4-16,0 1-5 15,12-5-6-15,32-12 5 0,-17-14-8 16,5-18 0-16,-16-17 1 15,-4-21-1-15,-4-6-12 16,-4-9-32-16,-4 0-21 16,0-9-13-16,0-30-123 15,-24-4-61-15,-40-8-128 16,-15-3-51-16</inkml:trace>
  <inkml:trace contextRef="#ctx0" brushRef="#br0" timeOffset="145199.93">29670 12540 563 0,'0'0'242'0,"0"0"-23"15,0 0-39 1,0 0-78-16,0 0-13 0,0 0-32 16,36-15-10-16,48 8 5 15,15 2-36-15,9-6-12 16,19 0-1-16,1 0-1 16,-21 2-4-16,-3-4 3 15,-33-3-3-15,-11 0 3 16,-24-2-1-16,-16-1 0 15,-4-1 2-15,-8 3-1 16,-8 3 0-16,0 0 8 16,0 9 9-16,0-3 9 15,0 6-4-15,0 2-6 16,0 0-7-16,-12 0-4 16,0 0-6-16,0 0-1 0,4 15 1 15,4 12-3 1,4 3 3-16,0 0-1 0,0-5 1 15,0-3-1-15,28-3 0 16,16-5-2-16,23-5-1 16,-3-7 3-16,4-2-2 15,3 0 2-15,1 0-3 16,-8-11 1-16,-13-9 3 16,-3-9-1-16,-4-2 2 15,-12 1-1-15,-20 0 1 16,-8 7 3-16,-4 6-2 15,0 6-1-15,0 8 2 0,-12 3-3 16,-36 0-3 0,4 0-4-16,-4 12 7 0,13 7 0 15,11-3-1-15,12 2-2 16,0-1 0-16,12-1-11 16,0 0-4-16,0-4 1 15,0-3-11-15,24-1 18 16,0-6-1-16,0 2 5 15,-5-4 6-15,9 0-1 16,-4 0 1-16,0 0 0 16,-4 0 0-16,-8 0 0 15,8 3-2-15,-4-3 4 16,4 0-2-16,4 0 0 0,3 0 0 16,17 0 3-1,-8-19 2-15,8-13 2 0,-8-4-1 16,-8-5 6-1,-5-5-10-15,-3-11 24 0,-20-1-13 16,12-6 6-16,-12 5-3 16,0 4-2-16,0 15 5 15,0 17 4-15,0 12 1 16,0 5 6-16,-20 6-10 16,4 0-2-16,-15 23-17 15,3 25-1-15,8 9 0 16,8 9-1-16,8 4 0 15,4-1 1-15,0-7-4 16,0-8 3-16,48-10-8 0,-1-13-3 16,1-4-5-16,8-18-7 15,-20-8 10-15,0-1 6 16,-12 0 8-16,23-27 2 16,-11-6 2-16,0-1-2 15,-12 9-2-15,-4 2 2 16,-8 13-2-16,-12 5 2 15,0 5 0-15,0 0 9 16,0 0-11-16,0 0 0 16,0 22 0-16,0 2 0 15,12-1 0-15,0-7 0 16,8-4 0-16,-9-4-4 16,-7-8 1-16,4 0 1 0,8 0 2 15,4 0 2 1,8-13-2-16,8-10 4 0,-16 8-1 15,16 6-1-15,-12 2-3 16,-1 3 1-16,1 4 0 16,-4 0-4-16,8 0 4 15,-8 0-5-15,4 12 5 16,0 5 0-16,-12-5-2 16,0 2-1-16,0-7-2 15,-4-1-5-15,-4-6 6 16,-4 0 3-16,8 0 1 15,8 0 5-15,3 0 0 0,9-13-5 16,4-1 0 0,-8 8 0-16,0 0-2 0,8 6 1 15,-8 0-5-15,0 0 2 16,-1 10-1-16,-11 6 3 16,0-3-1-16,-12-4-10 15,0 0-8-15,0-5-1 16,0-4 0-16,0 0 9 15,0 0 12-15,0 0 1 16,0-18 2-16,0 4-2 16,0-3 0-16,0 2 8 15,12 1-4-15,32 0-1 16,8-5-2-16,4 6-1 16,15-4 0-16,-15 5 0 15,-20 3 0-15,-12-1 0 0,-12 1 0 16,-12 2 2-16,0 3 4 15,0 1-1-15,0 1 7 16,0 2-8-16,0 0-1 16,-12 0-3-16,-12 0-1 15,16 16-1-15,8 10-2 16,0-1 4-16,0-4 0 16,0-2-2-16,0-2 1 15,20-12 2-15,4-5 0 16,8 0-1-16,-5 0 5 15,-3-11 0-15,12-19-1 16,-4 2-2-16,-8 3 1 16,-4 3 10-16,-4 5 3 0,-4 6 6 15,-4 10 5-15,-8 1-3 16,12 0-12-16,3 0-10 16,9 12-2-16,8 21 2 15,-20-2-1-15,12 0-1 16,-24 2-3-16,0-4 3 15,-12-4-6-15,-60 0-43 16,-43-7-47-16,-12-1-90 16,-41-8-169-16,-27-5-418 15</inkml:trace>
  <inkml:trace contextRef="#ctx0" brushRef="#br0" timeOffset="145366.95">31343 12182 1068 0,'0'0'315'0,"0"0"-134"0,0 0-113 0,0 0-43 0,0 0-25 15,322-79-7-15,-214 79-53 16,-1 0-161-16,-15 0-123 16</inkml:trace>
  <inkml:trace contextRef="#ctx0" brushRef="#br0" timeOffset="146218.01">29025 13414 566 0,'0'0'324'0,"0"0"-52"0,0 0-104 0,0 0-9 16,0 0-41-16,0 0-44 15,-55-51-33-15,55 51-8 16,0 0-26-16,0 0 3 16,0 0-9-16,0 21-1 15,43 9 19-15,-7-5-8 16,0 8-9-16,-12-6 0 15,12-1-2-15,-4-5-14 16,-5-1-29-16,17-8-58 16,16-5-83-16,8-7-153 0,15 0-421 15</inkml:trace>
  <inkml:trace contextRef="#ctx0" brushRef="#br0" timeOffset="149517.59">21703 13290 446 0,'0'0'153'0,"0"0"23"0,0 0-11 0,0 0-17 0,72-162-17 15,-52 128-32-15,-16 6 37 16,-4 14-15-16,0 7-27 15,0 5-31-15,0 2-21 16,0 0-25-16,0 2-13 16,8 40-4-16,4 16 0 0,0 4 5 15,0 12 3-15,-12-5-8 16,0 2 0-16,0-11 2 16,0-7-2-16,0-11-1 15,0-19 1-15,0-8-1 16,0-15-3-16,0 0 3 15,0 0 1-15,0 0 8 16,0-19 2-16,0-10-5 16,-24-5-5-16,0 1 0 15,4 8-1-15,8 10 3 16,0 8-4-16,12 7-1 0,0 0 3 16,0 0-4-16,0 3-7 15,0 18-2-15,0 13 11 16,0-3 2-16,12-4 0 15,12 0 0-15,-4-14-1 16,-8-4-2-16,0-9-3 16,11 0-1-16,-3 0 7 15,8-32-1-15,8-19-1 16,8 0-19-16,-8 2-36 16,0 4-21-16,7 13-74 15,-3 3-79-15,16 7-184 16</inkml:trace>
  <inkml:trace contextRef="#ctx0" brushRef="#br0" timeOffset="150099.9">24156 13200 586 0,'0'0'321'0,"0"0"-51"0,0 0-111 0,0 0-12 0,0 0-35 15,0 0-64-15,-96-78-48 16,96 112 0-16,0 20 0 15,0 4 13-15,0 7-7 16,0 0 4-16,0-4 0 16,0-10-9-16,0-11 1 15,0-12-2-15,0-14 0 16,0-11 0-16,0-3 0 16,0 0 12-16,0-12 0 15,0-25-4-15,-8-6 3 16,-4 6-8-16,8 14 2 15,-8 14 4-15,4 9-4 0,8 0-2 16,-4 0-3-16,4 10-4 16,0 18 0-16,0 6 3 15,0 1 1-15,0-4-2 16,0-2-3-16,4-11 3 16,20-4-3-16,-12-11 1 15,0-3-4-15,8 0 5 16,4-13 3-16,0-22 2 15,0-12 2-15,-12 1-4 16,0 6-3-16,-4 8-21 16,-8 13-17-16,4 13-28 15,4 6-88-15,8 0-108 16,3 13-281-16</inkml:trace>
  <inkml:trace contextRef="#ctx0" brushRef="#br0" timeOffset="155868.93">25008 11252 301 0,'0'0'279'0,"0"0"-120"15,0 0-30-15,0 0 17 0,0 0-24 16,0 0-15-16,0 0-6 16,-8 0 20-16,4 0-20 15,4 0-47-15,0 0-8 16,0 0-22-16,48 0-7 0,91 0 9 15,60 0-2 1,44 0-8-16,20-7-1 0,12-6-7 16,7 1 0-16,33-3-2 15,3 2 0-15,-7 0-5 16,-28 3 8-16,-37-4-6 16,-58 6 1-16,-49 2-1 15,-32-1-3-15,-39 1 15 16,-24 2-4-16,-16 2 0 15,-20-6-5-15,-4 8 12 16,-4-2-12-16,0 2-6 16,0-3 2-16,0-2-6 15,0 4-1-15,0 1-31 0,0 0-58 16,0 0-51 0,-28 1-86-16,-16 17-149 0</inkml:trace>
  <inkml:trace contextRef="#ctx0" brushRef="#br0" timeOffset="156833.46">4479 12636 881 0,'0'0'214'0,"0"0"-25"0,0 0-49 0,0 0-24 0,0 0-32 16,0 0-24-16,-80 0-30 16,92 0-2-16,80 0-24 15,47 0 12-15,36 0 10 16,16 0-12-16,-7 0-12 16,-5 0-2-16,-4 0 0 15,0-8 0-15,-24 8 2 16,-23 0-2-16,-25 0-7 15,-43 0-6-15,-36 0-11 16,-12 0-31-16,-12 0-41 0,0 14-111 16,0 9-74-16,-36-1-433 15</inkml:trace>
  <inkml:trace contextRef="#ctx0" brushRef="#br0" timeOffset="183817.36">20847 14544 548 0,'0'0'175'0,"0"0"13"0,0 0-59 0,0 0-13 16,0 0-48-16,0 0-4 15,0 0-1-15,-80 0-8 16,80 0-21-16,0 0 1 16,0 0-18-16,12 3-9 15,56 3 2-15,16 0 10 16,11 4-6-16,9 1-10 15,15-5-4-15,17 6 0 16,27-6 2-16,24-2-2 16,24-2 0-16,0-2-1 15,12 0-1-15,-4 0 2 16,-16 0 0-16,-16 0-2 0,-12 0 4 16,-3 0-2-16,-9 10 0 15,12 2 11-15,4-3-1 16,16 2 17-16,8-5 3 15,8 5-12-15,-4-2-10 16,-7 0 4-16,18-4-3 16,-18 6-1-16,-13-1 8 15,-8-3-11-15,-8 2-4 16,-4-7 5-16,8-2 5 16,1 0-4-16,11 0-5 0,0 0 2 15,-4 0 3-15,-4 0-2 16,4 0-2-16,5 0 0 15,-1 0 7 1,-8 0-6-16,-4 0 1 0,-12 0 1 16,9 0-6-16,-9 0 4 15,-8-2 0-15,-8 2 0 16,-27 0 1-16,-25 0-5 16,-3 0-4-16,-12 0 4 15,3 0 1-15,-3 0 7 16,-9 2-8-16,-11 5 1 15,0-2 0-15,-12-1 1 16,7 0 4-16,-7-1 0 16,-4 0 3-16,-8 0-5 15,-20 0 4-15,-4-3 0 0,-4 0 1 16,-8 0 0-16,0 0-7 16,0 0 10-16,0 0-3 15,0 0-7-15,0 0-2 16,0 0 0-16,0 0-2 15,0 0-25-15,0 0-52 16,-32 6-107-16,-20 0-166 16,-16-6-554-16</inkml:trace>
  <inkml:trace contextRef="#ctx0" brushRef="#br0" timeOffset="191350.08">28026 11343 711 0,'0'0'178'0,"0"0"17"16,0 0-72-16,0 0-24 0,0 0-31 0,0 0-26 16,0 0-9-16,99-11-4 15,21 11-14-15,19 0-5 16,28 6-7-16,-3-1 5 15,-13 1-8-15,-16 1-3 16,-39-7-22-16,-16 0-42 16,-41 0-75-16,-15 10-97 15,-24 3-183-15</inkml:trace>
  <inkml:trace contextRef="#ctx0" brushRef="#br0" timeOffset="192383.33">4268 12500 798 0,'0'0'223'0,"0"0"-42"0,0 0-45 0,0 0-2 16,0 0-42-16,0 0-41 16,-92 0-13-16,92 0-11 15,0 0-7-15,36 0-6 16,68 0-11-16,35 0 6 16,36 0-4-16,4 0 4 15,5 0-5-15,-9 0-4 16,-20 0-1-16,-16-6 1 15,-35 5 0-15,-44 1 0 16,-37 0-2-16,-11 0-4 16,0 0 4-16,-12 0-8 0,0 0 1 15,0 0-12-15,0 0-20 16,-24 0-68-16,-43 0-85 16,-5 0-116-16,-11 1-357 15</inkml:trace>
  <inkml:trace contextRef="#ctx0" brushRef="#br0" timeOffset="196499.7">7166 10347 653 0,'0'0'208'0,"0"0"-35"0,0 0-8 0,0 0-34 16,0 0-19-16,0 0-20 16,0 0-40-16,-43 6-30 0,43-2-1 15,47-4-13 1,45 1 30-16,59-1-4 0,13 0-11 15,23 0-7-15,12 0-11 16,-12 0 0-16,36 0 7 16,-4 8-7-16,4-6-5 15,-12 5 4-15,-12-4-4 16,-36 4 6-16,-12 3-5 16,-43-1 1-16,-28 0-2 15,-13 2 0-15,-39-7 0 16,-8 1 2-16,-16-5 3 15,-4 0 5-15,0 3-2 16,0-3-6-16,0 0-2 16,0 0 0-16,0 0 0 15,0 0-2-15,0 0-10 0,0 0-59 16,0 2-121-16,0 2-209 16,0 0-391-16</inkml:trace>
  <inkml:trace contextRef="#ctx0" brushRef="#br0" timeOffset="200799.97">22555 15567 450 0,'0'0'234'0,"0"0"3"0,0 0-94 0,0 0-60 0,0 0-24 16,0 0-28-16,0 0-30 16,0-13-1-16,0 13-11 15,0 0 11-15,12 22-8 16,0 14-2-16,0 4-56 15,-4 11-167-15,-4 16-176 0</inkml:trace>
  <inkml:trace contextRef="#ctx0" brushRef="#br0" timeOffset="200983.44">22591 16512 673 0,'0'0'236'0,"0"0"-64"16,0 0-57-16,0 0-72 15,0 0-30-15,0 0-11 16,-12 106-2-16,0-59-24 16,-12 19-67-16,-20 21-63 15,-19 16-68-15,-17 16 6 16,8 1-99-16</inkml:trace>
  <inkml:trace contextRef="#ctx0" brushRef="#br0" timeOffset="201134.47">22018 17579 320 0,'0'0'195'16,"0"0"-68"-16,-44 178-11 0,44-145-8 15,0-8 18-15,0-10-47 16,0-3-33-16,0 2-6 16,8-2-21-16,4 3-7 15,0 4-11-15,12 11-2 16,-12 2-21-16,8 8-37 16,-5 9-200-16,-7 2-144 15</inkml:trace>
  <inkml:trace contextRef="#ctx0" brushRef="#br0" timeOffset="201300.2">22097 18837 406 0,'0'0'381'0,"0"0"-195"0,0 0-13 16,0 0-69-16,0 0-20 15,0 0-51-15,24 25-25 16,-24-25-8-16,0 2-11 15,0 5-142-15,-20 4-514 16</inkml:trace>
  <inkml:trace contextRef="#ctx0" brushRef="#br0" timeOffset="204933.81">28313 12780 635 0,'0'0'224'16,"0"0"-71"-16,0 0-3 0,0 0-49 0,0 0-23 15,35-169 15-15,-31 160-27 16,-4 2-6-16,0 7-17 16,0 0-13-16,0 0-16 15,0 0-14-15,-4 25-4 0,-51 20 2 16,-17 15 2-16,0 10 4 16,-7 6-1-16,-1 0-3 15,8 0 0-15,-7-11 7 16,15-4-7-16,-4-5 0 15,33-16 0-15,-1-7 0 16,16-19 0-16,8-4-7 16,12-10 7-16,0 0 9 15,-4 0-5-15,-8-28 13 16,0-5-6-16,4-1-10 16,4 6-1-16,-4 3 9 15,4 5-9-15,4 8 14 16,-8 7-8-16,-4 4-2 15,12 1 7-15,0 0-11 16,0 0-4-16,0 18-1 0,0 7 4 16,0 5 1-16,20-2-2 15,16-4 2-15,12-4-4 16,-1-11 0-16,21-5 7 16,-4-4-6-16,16 0 6 15,-1-23-8-15,-7-9 1 16,-1-4-20-16,-23 7-57 15,-12 7-97-15,-28-2-113 16,-8 4-342-16</inkml:trace>
  <inkml:trace contextRef="#ctx0" brushRef="#br0" timeOffset="212733.41">10089 12502 586 0,'0'0'163'0,"0"0"-72"0,0 0 19 0,0 0 28 0,0 0-59 16,0 0-3-16,0 0 3 15,0 0 21-15,-151-15-21 16,151 15-15-16,-12 0-26 16,12 0-10-16,0 0-4 15,0 0 1-15,0 0 0 16,0 0-8-16,0 0 0 0,12 0-5 16,71 4 4-16,41-2 11 15,31-1-9-15,40 5-9 16,8-4-1-16,16 1-5 15,-16 1-3-15,-8-4 5 16,-8 0-12-16,1 0 13 16,-25 0-12-16,0 0 6 15,0 0 0-15,-19 0 0 16,-21 0 2-16,-27 0-1 16,-17 0-1-16,-31 0 0 15,-20 0 0-15,-4 4 1 16,-16-4 1-16,4 0 6 0,-12 0 5 15,0 0-8-15,0 0 1 16,0 0-5-16,0 0 0 16,0 0-1-16,0 0-10 15,0 0-52-15,0 0-59 16,0-8-239-16,0-4-200 16</inkml:trace>
  <inkml:trace contextRef="#ctx0" brushRef="#br0" timeOffset="-210529.32">20011 12412 515 0,'0'0'112'0,"0"0"-37"16,0 0 18-16,0 0-18 0,0 0 0 15,0 0-2-15,0 0-2 16,-96-50 29-16,84 50-1 0,1 0-26 16,11 0 8-16,-12 0-8 15,12 0-22-15,-12 0-15 16,12 0 1-16,0 0-26 16,0 0 8-16,0 0-3 15,0 0-10-15,0 0 2 16,0 0-4-16,0 0 2 15,55 0 0-15,53 0-3 16,55 0 25-16,16 0-15 16,4 0-6-16,17 0-6 15,-1 0 5-15,8-10-6 16,-4 2 0-16,8-8 0 16,8 3 3-16,-8-5-1 15,12 0-1-15,-4 1 2 0,-16 4 5 16,-16 6-8-16,-24 3-2 15,-35 4 2-15,-25 0 6 16,-11 0-6-16,-33 0-2 16,-11 0 2-16,-12 0 1 15,-12 0 1-15,-12 0 0 16,-4 0 10-16,4 0-10 16,-12 0 3-16,4 0 1 15,-4 0 1-15,0 0-7 16,0 0 0-16,0 0-2 15,0 0 6-15,0 0-8 0,0 0-23 16,0 0-53 0,0 0-77-16,0 0-203 0,-28 0-348 15</inkml:trace>
  <inkml:trace contextRef="#ctx0" brushRef="#br0" timeOffset="-208179.78">4774 13677 831 0,'0'0'162'0,"0"0"-22"0,0 0-3 0,0 0-58 15,-319-9 22-15,311 9-27 16,8 0-20-16,0 0-38 15,0 0-9-15,48 0-4 0,87 2 13 16,52 5 13-16,36 3-6 16,12-3-14-16,0-7-5 15,8 8-3-15,-20 0 3 16,-12-7-4-16,-36 8-5 16,-55-9 3-16,-41 8 2 15,-19-8 0-15,-24 0 4 16,-16 3-4-16,4-3-8 15,-24 0-20-15,0 4-18 16,12 2-98-16,-12 1-86 16,0 2-357-16</inkml:trace>
  <inkml:trace contextRef="#ctx0" brushRef="#br0" timeOffset="-205479.75">15894 13483 377 0,'0'0'619'0,"0"0"-468"0,0 0-10 0,0 0-34 0,0 0-14 16,0 0-40-16,0 0-15 15,-56 0-19-15,148 0-11 16,39-7 0-16,44-4 18 15,33-2-17-15,-9-4-5 16,12 5-4-16,-12 0 0 16,-36 5 1-16,-12 1 0 15,-43 1-1-15,-29 5-11 16,-7 0-16-16,-16 0-23 16,-20 0-81-16,11 0-53 15,-27 0-160-15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23:28.767"/>
    </inkml:context>
    <inkml:brush xml:id="br0">
      <inkml:brushProperty name="width" value="0.05292" units="cm"/>
      <inkml:brushProperty name="height" value="0.05292" units="cm"/>
      <inkml:brushProperty name="color" value="#FF0000"/>
    </inkml:brush>
  </inkml:definitions>
  <inkml:trace contextRef="#ctx0" brushRef="#br0">7612 6247 706 0,'0'0'191'0,"0"0"9"0,0 0-110 0,0 0-6 15,0 0-7-15,0 0-1 16,0 0-15-16,-91-8-6 16,91 8-20-16,0 0-14 15,8 0-12-15,75 0-6 16,45 0 12-16,47 0-6 16,48 0 6-16,24 0-12 15,8 0-2-15,15 0 3 16,-3 0-3-16,-8 0 0 15,-24 0 7-15,-28 3-6 16,-32-1-3-16,-24 1 3 16,-35 1-2-16,-29 0 0 0,-19-4 1 15,-24 1 3-15,-28-1 8 16,-8 0 10-16,-8 0-6 16,0 0 3-16,0 4-11 15,0 0 0-15,0-4-8 16,0 0 3-16,0 0 0 15,0 0-3-15,0 0-21 16,0 0-79-16,-20 0-143 16,4 0-499-16</inkml:trace>
  <inkml:trace contextRef="#ctx0" brushRef="#br0" timeOffset="4549.87">16348 6416 201 0,'0'0'583'0,"0"0"-447"0,0 0-21 0,0 0-37 0,0 0-29 0,0 0-26 16,318-9 18-16,-71-8-2 15,44 5-4-15,35-4-12 16,13 7-4-16,-25 2-12 16,-31 7 1-16,-52 0 0 0,-56 0-1 15,-67 0 3-15,-29 0 5 16,-43 0-5-16,-24 0 9 15,-8 3 12-15,-4 1-22 16,0-4-7-16,0 3-2 16,0 3-2-16,0 1 0 15,12 4-1-15,-4 9-8 16,4 1-87-16,0-1-58 16,12-6-188-16</inkml:trace>
  <inkml:trace contextRef="#ctx0" brushRef="#br0" timeOffset="7569.76">3989 7369 535 0,'0'0'207'0,"0"0"-144"0,0 0 83 0,0 0-76 16,0 0 0-16,0 0-9 16,-56 0-1-16,56 0-30 15,0 0 5-15,0 0-20 16,0 2 2-16,36 6 14 16,32-8 23-16,24 2-13 15,15 2-10-15,12-1-1 16,21 2 10-16,11 3-25 15,20-2 7-15,-3 3-10 0,7-3-5 16,12 4 1-16,-4-1-4 16,20 3 5-16,16-1-4 15,-8 6 0-15,20 1-5 16,-28-2 0-16,-16 3 0 16,-4-3 5-16,-15-3-5 15,19-1 0-15,12-2 3 16,8-5-2-16,-8-1 13 15,-12-2-12-15,-24 6 1 16,-7-2 2-16,-29 2-3 16,-12 0 13-16,5 1-11 15,-9 1 1-15,-3 0 5 16,7-4-1-16,-19 1-4 16,11-6 4-16,-7 4-2 0,-16-2 4 15,11-2-1-15,-23 4 1 16,-16-5 2-16,-13 0-4 15,-7 0-7-15,-20 0 7 16,4 0 3-16,-8 0 2 16,-8 0-7-16,4 0 2 15,-8 0-5-15,0 0-1 16,0 0 5-16,0 0-6 16,0 0-2-16,-8 0 0 15,-80 0-48-15,-71 0-154 16,-64-14-404-16</inkml:trace>
  <inkml:trace contextRef="#ctx0" brushRef="#br0" timeOffset="48468.3">8066 6222 618 0,'0'0'270'0,"0"0"-108"0,0 0-48 0,0 0-37 0,0 0-25 16,0 0-2-16,0 0-4 15,-247-6-16-15,247 6-12 16,0 0 12-16,0 0-7 16,0 0 0-16,40 0 1 15,88 0-5-15,67 0 7 16,52 0-12-16,35-11-14 16,9 2 1-16,-8 8-1 15,-17-6 8-15,-31 1-8 16,-24 0 1-16,-39 5 2 15,-53 1-3-15,-27 0-6 0,-33 0 6 16,-35 0 9-16,-4 0-9 16,-16 0 1-16,-4 0 2 15,0 0 1-15,0 0-3 16,0 0 6-16,0-3-7 16,0 3-3-16,0 0-21 15,0 0-39-15,0 0-106 16,0 0-87-16,-24 0-417 15</inkml:trace>
  <inkml:trace contextRef="#ctx0" brushRef="#br0" timeOffset="53171.76">16292 6353 632 0,'0'0'234'0,"0"0"-71"0,0 0-73 0,0 0 6 0,0 0-41 16,0 0-19-16,0 0-2 15,0 0-12-15,-139-16 13 16,139 16-20-16,95 0-5 15,57 0 58-15,67 0-12 16,39 0-37-16,33 0-13 16,12 0-6-16,-21 0 0 15,-15-4 1-15,-32-5 3 16,-36 3-2-16,-36-1 2 16,-31 7-1-16,-45 0 18 15,-39 0-21-15,-24 0 5 16,-20 0-4-16,-4 0 1 0,0 0 0 15,0 0 1 1,0 0 4-16,0 0-7 0,0 0-5 16,0 0 4-16,0 0 1 15,0 0-25-15,-12 0-35 16,0 11-65-16,0-6-101 16,12 1-284-16</inkml:trace>
  <inkml:trace contextRef="#ctx0" brushRef="#br0" timeOffset="53968.52">23164 6210 845 0,'0'0'200'0,"0"0"-15"0,0 0-77 16,0 0-19-16,0 0-23 15,0 0-25-15,-95-5-2 16,95 5-2-16,79 0-22 16,65 0 14-16,75 0 1 15,40 0-18-15,23 5-5 16,-15 1-5-16,-8-2-2 15,-28 3 2-15,-20-1-3 16,-24 0 2-16,-24-6 0 0,-35 3 2 16,-45-3-2-16,-27 0-1 15,-28 0 0-15,-20 0 0 16,-4 0-6-16,-4 0 6 16,0 0-1-16,0 0-16 15,0 0-30-15,0 0-52 16,-24 0-86-16,20 2-144 15,4-2-506-15</inkml:trace>
  <inkml:trace contextRef="#ctx0" brushRef="#br0" timeOffset="55501.54">4109 7359 802 0,'0'0'225'0,"0"0"-84"0,0 0-55 0,0 0-26 16,0 0-20-16,0 0-12 16,-48 22-25-16,116-10 15 15,51 5 66-15,68-5-20 16,32-2-37-16,28-1 3 15,20-6-12-15,-16 1-7 16,-9-4-1-16,-7 0-6 0,-36 0 8 16,-35 0-8-16,-49 0-2 15,-47 0-2-15,-28 0 1 16,-32 4-1-16,-8-3 6 16,0-1-6-16,0 5 2 15,0-5-2-15,0 3 0 16,0-3 0-16,0 3 0 15,0 0-7-15,0 7-19 16,0-3-47-16,-8 8-90 16,8-2-97-16,8-10-234 15</inkml:trace>
  <inkml:trace contextRef="#ctx0" brushRef="#br0" timeOffset="56151.18">9412 7381 862 0,'0'0'156'0,"0"0"-9"0,0 0-39 0,0 0-35 0,0 0-29 15,0 0-19-15,-72-2 0 16,120 2-20-16,80 9 86 16,35 4-32-16,36-4-36 15,24 0-13-15,8-6 2 16,-8 1-10-16,-12-4-2 16,-12 0 5-16,-36 0-1 15,-35 0-4-15,-57 0-3 16,-11 0 3-16,-28 0 1 15,-20 0 0-15,-12 0-1 16,0 0-1-16,0 0 1 0,0 0-9 16,0 0-36-16,0 0-98 15,-20 0-169-15,-40 0-534 16</inkml:trace>
  <inkml:trace contextRef="#ctx0" brushRef="#br0" timeOffset="59968.34">25263 7274 775 0,'0'0'158'0,"0"0"30"0,0 0-87 0,0 0-9 0,0 0-19 15,0 0-34-15,0 0-4 16,-24 0-17-16,24 0-12 16,83 0 2-16,73 0 29 15,67 0 26-15,39 0-43 16,33 0-15-16,20 0 2 16,-9 0-5-16,-15-7 2 15,-20 3-4-15,-40 0 0 16,-44 4 1-16,-32 0 1 15,-28 0-3-15,-23 0 2 16,-32-1-1-16,-29 1 3 0,-19-4-2 16,-12 2 5-16,0-2-2 15,0 1 0-15,-12-2-1 16,0 5-1-16,0 0 6 16,0-1-8-16,0 1-21 15,0 0-36-15,0 0-76 16,12-3-77-16,-12-5-179 15</inkml:trace>
  <inkml:trace contextRef="#ctx0" brushRef="#br0" timeOffset="61157.16">5219 8496 625 0,'0'0'252'0,"0"0"-73"0,0 0-46 0,0 0-16 0,0 0-20 16,0 0-35-16,-15 0-11 15,15 0-6-15,4 0-23 16,63 0 1-16,41 0-9 16,7 0 0-16,1-11-10 15,-1 11-3-15,-19-5 4 16,-1 1-5-16,-15 4 0 15,-8 0-1-15,-17 0-2 16,-19 0 1-16,0 0-14 16,-4 0-19-16,-4 0-58 15,4 0-48-15,3 0-46 16,13 0-96-16,-4 9-236 16</inkml:trace>
  <inkml:trace contextRef="#ctx0" brushRef="#br0" timeOffset="62368.24">12621 8411 805 0,'0'0'117'0,"0"0"12"0,0 0-23 0,0 0 3 0,0 0-45 16,0 0 5-16,-111 0-31 16,111 0-10-16,0 0-7 15,0 0-2-15,0 0 5 16,0 0-4-16,0 0-10 15,0 0 1-15,12 0-4 16,67 0 2-16,37 0 17 0,27 0 1 16,20 0-18-16,24 0-2 15,24 0-2-15,20-6-2 16,36 1 1-16,-20 3-3 16,8-8 0-16,-40 0 0 15,4 1-1-15,-20 6-2 16,-36-1 2-16,-12 2 2 15,-55 2 0-15,-36 0-1 16,-24 0 4-16,-5-6-5 16,-31 6 4-16,12 0 3 15,-12 0 5-15,0 0 4 16,0 0-6-16,0-1-7 16,0 1 2-16,0 0-3 0,0 0-2 15,0 0-14 1,0 0-31-16,0 0-42 0,12 0-81 15,20 0-65-15,-8 0-49 16,12 0-358-16</inkml:trace>
  <inkml:trace contextRef="#ctx0" brushRef="#br0" timeOffset="63423.21">20720 8394 556 0,'0'0'76'0,"0"0"56"0,0 0-22 0,0 0 18 0,0 0-18 16,0 0-25-16,-72 0-15 15,72 0-31-15,0 0 8 0,0 0 4 16,0 0-19 0,0 0-19-16,84 0 9 0,55 0 21 15,60 0 11-15,24-6-35 16,32-4-19-16,-4-2 0 16,0 0 0-16,-24 1 0 15,-40-1 8-15,-48 3-8 16,-47 2 0-16,-45 1 0 15,-27-1 0-15,-16 0 0 16,-4 4 0-16,0 3 0 16,0 0 0-16,0-6-5 15,0 6 3-15,0-4-27 0,0 2-38 16,0 2-65-16,8 0-100 16,4 0-155-1</inkml:trace>
  <inkml:trace contextRef="#ctx0" brushRef="#br0" timeOffset="66336.02">9926 9559 724 0,'0'0'142'0,"0"0"-16"0,0 0-20 0,0 0 20 16,-307 35-44-16,263-29-13 16,20 2 2-16,12-6-21 15,12-2-17-15,0 4-1 16,0-4-5-16,0 3-8 0,0 2-10 15,80 3-3-15,28-2 24 16,43 0 3-16,16-6-16 16,28 3 3-16,28-3-20 15,12 0 7-15,8 0-3 16,-8 0-4-16,-28-6 1 16,-52-3 1-16,-27-2-2 15,-45 6 0-15,-35 1 0 16,-24 2 1-16,-16 2 20 15,-8 0-15-15,0 0 11 0,0 0-5 16,0 0-7-16,0 0 1 16,0 0-6-16,0-4 1 15,0 4-1-15,0 0-10 16,0 0-32-16,0 0-28 16,0 0-26-16,12 0-79 15,24 0-69-15,19 0-42 16,29 0-240-16</inkml:trace>
  <inkml:trace contextRef="#ctx0" brushRef="#br0" timeOffset="67285.58">15416 9454 898 0,'0'0'59'0,"0"0"65"0,0 0-50 0,-326-11 34 15,270 11-41-15,16 0 9 16,28 0-16-16,12 0-30 16,0 0-17-16,0 0-3 15,24 0-1-15,108 4-2 16,98 6 43-16,85-6-15 15,47-4-11-15,17 0-13 16,-9 0-3-16,-44-9-8 16,-43 2 4-16,-24-1-3 15,-52 7 9-15,-52-3-3 16,-31 2-2-16,-49-2-5 0,-31 1 17 16,-20 0-15-16,-24 0 8 15,0 0 4-15,0-1-6 16,0 0-4-16,0 4-3 15,0-3-1-15,0 1-1 16,0 2-8-16,0 0-23 16,0 0-30-16,0 0-54 15,0 0-70-15,0 9-17 16,0 1-128-16</inkml:trace>
  <inkml:trace contextRef="#ctx0" brushRef="#br0" timeOffset="70052.03">25076 9702 772 0,'0'0'120'0,"0"0"38"0,0 0-58 0,0 0 34 16,0 0-40-16,0 0-15 15,0 0-16-15,119 4-31 0,56-4-22 16,48 0 7-1,12 0-16-15,0-7 1 0,-16-2-2 16,4 0 0 0,-28-4-3-16,-28 0-5 0,-39 0-2 15,-33 7-53-15,-27 0-57 16,-44 2-87-16,-24-3-175 16</inkml:trace>
  <inkml:trace contextRef="#ctx0" brushRef="#br0" timeOffset="71102.12">5626 10994 1225 0,'0'0'70'0,"0"0"-13"16,0 0-15-16,0 0 25 0,0 0-29 15,0 0-13-15,67 0-17 16,41 0 18-16,35 0-6 16,32-4-8-16,20-25-8 15,52-22 2-15,44-14-6 16,39-15-11-16,41-11-101 15,15-5-131-15,-12-3-473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24:56.687"/>
    </inkml:context>
    <inkml:brush xml:id="br0">
      <inkml:brushProperty name="width" value="0.05292" units="cm"/>
      <inkml:brushProperty name="height" value="0.05292" units="cm"/>
      <inkml:brushProperty name="color" value="#FF0000"/>
    </inkml:brush>
  </inkml:definitions>
  <inkml:trace contextRef="#ctx0" brushRef="#br0">10897 6220 657 0,'0'0'204'0,"0"0"-63"0,0 0-11 0,0 0-29 16,0 0-32-16,0 0-22 16,0 0-2-16,24 2 0 15,56-2 2-15,35 0-14 16,17-6-4-16,15-10-15 15,8 4-11-15,8 6-1 16,-11 0-3-16,-1 6 2 16,0 0 1-16,-11 0 3 15,-9 0-9-15,-27 0 5 16,-1 8-1-16,-39-4 5 16,-8 3-5-16,-25-6 2 15,-15 3-1-15,-8 0 0 16,-8-4 1-16,0 0 1 0,0 1 3 15,0-1-2 1,0 0 2-16,0 0-1 0,0 0-6 16,0 0 1-16,0 0-7 15,0 0-21-15,0 0-48 16,0 5-82-16,4-5-62 16,20 3-207-16</inkml:trace>
  <inkml:trace contextRef="#ctx0" brushRef="#br0" timeOffset="966.51">17742 6370 921 0,'0'0'213'0,"0"0"-36"0,0 0-49 0,0 0-18 0,0 0-68 16,0 0 9-16,23-12-40 16,73 7 10-16,43-2-9 0,33 5-1 15,-5-3-8 1,-16 5-2-16,-24 0 0 0,-11 0-1 16,-32 0 0-16,-17 0 0 15,-31 0-1-15,-12 0-13 16,-12 0 4-16,0 0-21 15,0 5-30-15,0 0-59 16,0 2-41-16,8 3-76 16,-5 2-172-16</inkml:trace>
  <inkml:trace contextRef="#ctx0" brushRef="#br0" timeOffset="1650.45">23148 6435 860 0,'0'0'134'0,"0"0"72"16,0 0-85-16,0 0-3 0,0 0-42 0,0 0-8 0,-290-45-6 0,290 45-35 16,0 0-4-16,68 0-19 15,75-2 0-15,76-2 1 16,44 4 8-16,35 0-9 16,-27 0-3-16,-16 0 2 15,-28 0-2-15,-40 0 1 16,-36 0 0-16,-27 0-1 15,-49 0 0-15,-19 0-1 16,-20 0 0-16,-16 0 0 16,-16 0 0-16,-4 0 3 15,0 0-3-15,0 0 2 16,0 0-2-16,0 0-16 16,-4 0-26-16,-40 0-53 15,-24 0-150-15,-15 6-156 0</inkml:trace>
  <inkml:trace contextRef="#ctx0" brushRef="#br0" timeOffset="2716.81">4634 7734 810 0,'0'0'107'0,"0"0"5"0,0 0 2 0,0 0-26 0,0 0-8 15,0 0-31-15,-115 3 3 16,115-3-16-16,0 0-17 15,67 0-13-15,49 3 18 0,35 0 29 16,16-3-28 0,9 0-21-16,-5 6-1 0,-16-2-6 15,-16 2 6-15,-11 1-2 16,-13-5 2-16,-55 1-3 16,-24-3 0-16,-12 0 0 15,-24 0 0-15,0 0 1 16,0 0 0-16,0 0 3 15,0 4-4-15,0-4-3 16,0 4-28-16,0 2-63 16,0 0-103-16,36 4-16 15,19-1-217-15</inkml:trace>
  <inkml:trace contextRef="#ctx0" brushRef="#br0" timeOffset="3717.46">10885 7503 622 0,'0'0'77'0,"0"0"105"0,0 0-32 0,0 0-35 16,0 0-46-16,-306 0-5 15,306 0-23-15,-8 0-8 16,8 0-17-16,0 0 7 16,0 0-15-16,12 1-2 15,87 3 8-15,64-4 36 0,64 0 19 16,52 0-35-16,36 0-15 16,47 0-15-16,12-16 9 15,32 1-11-15,8 2 6 16,16-3-8-16,28 0 0 15,8 0 4-15,12 1-3 16,0-1 9-16,-44-4-7 16,-24 5-2-16,-48 2 2 15,-59 3 0-15,-60 3 3 16,-68 1-3-16,-80 2 3 16,-39 2 0-16,-44-1 0 15,-12 1 10-15,0-2-11 16,0 1 7-16,0-2-3 15,0 4-4-15,0-3-4 16,0 1-2-16,0 3-6 0,0 0-41 16,0 0-71-16,0 0-131 15,-20 0-73-15</inkml:trace>
  <inkml:trace contextRef="#ctx0" brushRef="#br0" timeOffset="9148.6">29085 9207 531 0,'0'0'128'0,"0"0"53"0,0 0-40 0,-370 0 13 16,294 0-32-16,8 0-31 15,33 0-1-15,3 5-10 16,16-1-20-16,16 0-15 16,0-4-10-16,0 0-5 15,0 0-4-15,24 0-13 16,83 9-5-16,44-2 20 16,37 0-13-16,19-6-10 15,-16 3 0-15,-8 0-2 16,-16-4-3-16,-16 0 1 15,-31 0 0-15,-17 0-1 16,-31 0 0-16,-28 0 0 16,-20 0 0-16,-24 0-1 0,0 0-5 15,0 0-14 1,0 0-4-16,0 0-47 0,-48 1-34 16,-36 4-121-16,-27 0-105 15,-21 2-467-15</inkml:trace>
  <inkml:trace contextRef="#ctx0" brushRef="#br0" timeOffset="10048.29">4320 10487 968 0,'0'0'165'0,"0"0"-89"0,0 0-21 16,0 0-15-16,0 0 14 15,0 0 6-15,406 6-27 16,-243-6-18-16,-8 0-7 0,-7 0-7 16,-29 3-1-16,-3-3 0 15,-9 4-2-15,-15 2-17 16,-1-2-85-16,-27 7-126 15,-20-8-220-15</inkml:trace>
  <inkml:trace contextRef="#ctx0" brushRef="#br0" timeOffset="12614.82">21014 879 945 0,'0'0'237'0,"0"0"-80"0,0 0-20 0,0 0-44 16,0 0-53-1,0 0-19-15,-35 17-21 16,35 32 0-16,0 25 26 16,11-1 14-16,9 0-9 0,-8-4-22 15,-12-6-8-15,4-12 4 16,-4-12-2-16,0-10-3 15,0-14 0-15,0-5 0 16,8-10 0-16,-8 0-3 16,0 0 6-16,0-13-3 15,0-18 8-15,-8-14-7 16,-28-2-1-16,13-1 1 16,-1-6-1-16,0 6 0 15,24 4 0-15,0 3 6 16,0 9-6-16,0 10-6 0,0 2 5 15,12 11 0 1,24 7-1-16,11 2 0 0,9 0 1 16,24 0-1-16,3 24 3 15,-11 0-7-15,8 5 4 16,-21 2 2-16,-23 10-2 16,-12-3 1-16,-16 6 1 15,-8-3 6-15,0-1 1 16,-44-1-2-16,-11-7-2 15,-9-1 2-15,-4-10-1 16,20 0-4-16,5-8 0 16,15-6-6-16,16-6-62 15,-8-1-54-15,20 0-93 16,0-1-93-16,0-25-283 0</inkml:trace>
  <inkml:trace contextRef="#ctx0" brushRef="#br0" timeOffset="12998.36">21596 1098 551 0,'0'0'335'0,"0"0"-178"0,0 0-82 0,0 0 7 0,374-60-32 16,-279 41-33-16,-3 2 4 15,-20 5-20-15,-24 3-1 16,-17 2-5-16,-27 3 5 15,-4 2 12-15,0-1-3 0,0-4 7 16,-24 0 16-16,-15-3-24 16,-5 3 5-16,8 3 17 15,0 4 29-15,4 0-11 16,4 0-11-16,-3 4 4 16,7 20-14-16,12 5 1 15,0 9-9-15,0 4 8 16,12 5-6-16,0 0-16 15,0 2 0-15,0-2-2 16,24 1-1-16,0-7-2 16,-4-7-10-16,3-4-62 15,-7-12-96-15,16-5-114 16,4-13-109-16,24 0-189 16</inkml:trace>
  <inkml:trace contextRef="#ctx0" brushRef="#br0" timeOffset="13182.13">22591 1237 773 0,'0'0'396'0,"0"0"-161"16,0 0-87-16,0 0-76 15,0 0-41-15,0 0-23 16,0 31 13-16,0 6 1 16,0 4-16-16,0 3-3 15,0 7-3-15,8 1-9 16,-4-1-51-16,20-5-138 0,12-12-199 15,31-17-425 1</inkml:trace>
  <inkml:trace contextRef="#ctx0" brushRef="#br0" timeOffset="13765.25">25951 1134 856 0,'0'0'337'15,"0"0"-85"1,0 0-67-16,0 0-86 0,0 0-62 15,0 0-29-15,-55-4-6 16,55 52 5-16,0 11 17 16,0-1-9-16,0 2-7 15,0-4 4-15,0-6-11 16,0-12 2-16,0-10-3 16,0-16-6-16,0-7 6 15,0-5 0-15,0 0 7 16,0-17 10-16,0-18-2 15,0-16-15-15,-8-13 3 0,-4-8 4 16,8-10-4-16,4 3-4 16,0 18 1-16,0 3 0 15,16 25 0 1,4 11 1-16,-8 13-1 0,0 9-3 16,19 0-3-16,9 17-3 15,8 24 7-15,8 10-1 16,-20 9 2-16,-16 0-1 15,-20 0 2-15,0-9 1 16,0-9 1-16,0-8-2 16,-24-8 0-16,4-10-6 15,8-4-20-15,0-8-26 0,12-4-38 16,0 0-18-16,0-7-40 16,0-22-134-1,0-5-79-15,48-2-112 0</inkml:trace>
  <inkml:trace contextRef="#ctx0" brushRef="#br0" timeOffset="14182.03">26541 1134 375 0,'0'0'268'0,"0"0"-58"0,0 0-112 0,0 0-36 0,0 0-40 0,358-45-2 16,-306 45 16-16,-20 0-6 15,4 0-4-15,-28 0-18 16,-4-5 1-16,-4 4-7 15,0 1 1-15,0 0 18 16,0-4-5-16,0 4 21 0,0-3-16 16,0-3 5-16,0-2 1 15,-4 2-17-15,-16 0 3 16,8-1 15-16,0 5 16 16,0-1 5-16,0 3-5 15,12 0-1-15,-8 0-22 16,4 0-11-16,-8 0-6 15,0 0-1-15,-8 12 5 16,8 14-3-16,-4 5 3 16,4 6 0-16,0 2 5 15,0 5 0-15,12-3 5 0,-8 3-12 16,8-8-6-16,0-4-5 16,-12-1 5-1,12 0 0-15,-11-2-14 0,-1-7-10 16,12-5-68-16,0-10-136 15,0-7-97-15,67 0-275 16</inkml:trace>
  <inkml:trace contextRef="#ctx0" brushRef="#br0" timeOffset="14436.91">27249 1419 500 0,'0'0'462'15,"0"0"-258"-15,0 0-96 16,0 0-44-16,0 0-37 15,0 0 12-15,204-16-10 16,-181 29 0-16,-3 6-28 0,-20 7-1 16,0 1 7-16,0 6-2 15,-12-10 5-15,-8-3-10 16,9-11 2-16,11-9-6 16,0 0 8-16,0 0-3 15,43 0 1-15,37-14 1 16,16-12-3-16,7-6-30 15,5-3-87-15,31-6-125 16,12-1-382-16</inkml:trace>
  <inkml:trace contextRef="#ctx0" brushRef="#br0" timeOffset="14998.7">30279 1216 1121 0,'0'0'220'15,"0"0"-17"-15,0 0-113 16,0 0-53-16,0 0-36 15,0 0 0-15,-15 101 27 0,15-44-13 16,0 7 4-16,0-9-11 16,0-5-8-16,0-20 0 15,0-8 3-15,0-14-3 16,0-6 0-16,0-2 5 16,0 0 4-16,-24-28 12 15,-8-22-16-15,-4-6-3 16,12-5 8-16,12-1 5 15,12 9-7-15,0 4 13 16,0 13-11-16,24 9-7 16,0 16 0-16,-12 7-2 15,8 4-2-15,8 0-4 16,19 10-2-16,21 18 6 16,4 7 1-16,-13 2-5 15,-15 4 4-15,-20 0-2 16,-24 5 0-16,0-2 3 0,-24-1 2 15,-31-3-1-15,-21-9 0 16,0-5-1-16,5-6 0 16,11-8-33-16,28-2-17 15,16-10-37-15,16 0-49 16,0 0-105-16,16-27-118 16,60-6-242-16</inkml:trace>
  <inkml:trace contextRef="#ctx0" brushRef="#br0" timeOffset="15332.1">30897 1319 251 0,'0'0'567'0,"0"0"-346"0,0 0-71 0,0 0-62 15,0 0-32-15,338-52-32 16,-278 48 3-16,-16 2-13 16,-17-2-13-16,-15 1 1 15,-12 3-2-15,0 0 2 16,0 0 3-16,0 0-2 15,0 0 1-15,-24 0-4 16,-3 0 0-16,-5 0 0 16,-4 3 5-16,24 8-4 15,-12 9 0-15,12 0 1 16,0 1-1-16,4 9 3 0,8-2 0 16,0 4 4-1,0 3 3-15,0 3-10 0,0 0 1 16,0-4-2-16,0-3 0 15,0-4-24-15,0-10-108 16,0-15-134-16,20-2-168 16</inkml:trace>
  <inkml:trace contextRef="#ctx0" brushRef="#br0" timeOffset="15632.6">31550 1461 353 0,'0'0'469'0,"0"0"-253"0,0 0-76 15,0 0-46-15,0 0-52 16,0 0-8-16,119-19-2 16,-107 38 3-16,-4-4-9 15,4 8-12-15,-8-5 20 16,4 4-21-16,8 0-11 16,4 1 3-16,4-4 0 15,-1-3 1-15,9-3-6 16,-16-1 1-16,-4-2 5 15,0-1 9-15,-4-2 6 16,-8-4-1-16,0-1-7 16,0-2 17-16,0 0-15 15,-44 0-14-15,-47 7-2 16,-41 6-18-16,-19 9-168 0,-36 4-229 16</inkml:trace>
  <inkml:trace contextRef="#ctx0" brushRef="#br0" timeOffset="16799.02">21631 2406 716 0,'0'0'313'0,"0"0"-96"0,0 0-51 0,0 0-25 15,0 0-56-15,0 0-25 16,-19-35-18-16,19 35-11 16,0 0-13-16,0 0-18 15,0 16-1-15,31 17-4 16,29 7 5-16,8-2 1 15,-8-1-1-15,-5-1-3 0,-7-4-4 16,-8-8-14-16,-8-4-22 16,0-8-20-16,-8-8-29 15,-9-4 1-15,-3 0-3 16,-4 0 29-16,-4-21 52 16,-4-13 11-16,0-3-11 15,0-1 5-15,0-6 8 16,0 6 32-16,0 7 17 15,0 3 32-15,0 19-6 16,0 6 15-16,0 3-20 16,0 0-15-16,0 0-35 15,0 0-20-15,0 29 1 0,0 19-9 16,0 9 16-16,0 5-14 16,-12 6 6-1,0 2-1-15,0 3-11 0,12-9-93 16,-3-11-59-16,3-8-112 15,0-13-195-15</inkml:trace>
  <inkml:trace contextRef="#ctx0" brushRef="#br0" timeOffset="17915.59">28125 2375 539 0,'0'0'388'0,"0"0"-160"0,0 0-92 0,0 0-12 15,0 0-34-15,0 0-13 16,-55-17-19-16,55 17 5 15,0 0-31-15,0 0-3 16,0 0-7-16,0-3-2 16,0 3-12-16,0 0-1 15,0 0-1-15,0 0-5 16,0 0 0-16,0 0-2 0,0 0-2 16,0 0-26-1,0 0-52-15,0 0-115 0,0 0-227 16,0 3-362-16</inkml:trace>
  <inkml:trace contextRef="#ctx0" brushRef="#br0" timeOffset="18831.9">26589 2361 915 0,'0'0'232'0,"0"0"-41"0,0 0-49 0,0 0-39 16,0 0-25-16,0 0-49 15,-4-57-29-15,51 70-3 16,37 19 3-16,-4-1 10 16,-1 5-4-16,-15 0 0 15,-8 1-5-15,-1-6-1 16,-15-2 0-16,-4-7-23 15,-16-9-86-15,4-4-55 0,-12-9-24 16,24 0-77-16,-5-7-82 16</inkml:trace>
  <inkml:trace contextRef="#ctx0" brushRef="#br0" timeOffset="19017.99">27333 2340 266 0,'0'0'385'15,"0"0"-104"-15,0 0-68 16,0 0-64-16,0 0-22 15,0 0-51-15,0-45-44 16,0 70-30-16,0 16 2 16,0 14 25-16,-20 3-10 15,-8 10-7-15,-8 6-8 16,-11-2-8-16,-9-2-4 16,24-7-71-16,4-8-107 0,16-10-78 15,12-14-178-15</inkml:trace>
  <inkml:trace contextRef="#ctx0" brushRef="#br0" timeOffset="19816.88">30885 2383 292 0,'0'0'647'0,"0"0"-409"0,0 0-84 0,0 0-20 16,0 0-62-16,0 0-42 16,-48-22-23-16,48 29-7 15,16 22 0-15,28 5 3 0,-1-5 2 16,5 5-1-16,-8-8-7 16,4-1 10-16,-12-1-14 15,-4-9 2-15,-5 1-23 16,-11-9-70-16,0-6-85 15,8-1-42-15,4 0-113 16,-12 0-117-16</inkml:trace>
  <inkml:trace contextRef="#ctx0" brushRef="#br0" timeOffset="20049.41">30885 2383 493 0,'430'29'302'0,"-430"-50"-83"16,0 5-42-16,0 6-40 0,0 6-7 15,0 4-18 1,0 0-45-16,0 0-35 0,0 0-17 16,0 14-6-16,-8 12-6 15,4 15 11-15,-4 2-5 16,-4 5-7-16,-12 5 1 16,-8 12-3-16,-8 2-3 15,-4 2-32-15,-3 2-74 16,3-2-77-16,8-6-145 15,-4 1-289-15</inkml:trace>
  <inkml:trace contextRef="#ctx0" brushRef="#br0" timeOffset="21282.05">30801 2616 827 0,'0'0'272'0,"0"0"-84"0,0 0-50 0,0 0-40 0,0 0-60 15,0 0-38-15,0 52 8 16,24 10 17-16,-8 8-1 15,4-1 1-15,-16-3-12 16,4-6 9-16,-8-9-12 16,0-12-4-16,0-13-6 0,0-14 2 15,4-7 2 1,-4-5-1-16,0 0-1 0,0 0 41 16,0-27 26-16,0-17-42 15,0-13-20-15,0-20 7 16,0-11-14-16,0-8 2 15,0 8-2-15,0 12 3 16,0 21 2-16,0 24 1 16,0 11 14-16,0 14-1 15,8 6-4-15,-8 0-2 16,0 0-13-16,24 0-8 16,23 28 2-16,21 16 6 15,12 1 0-15,-5 10 0 16,5-2 0-16,12-2 0 15,3-3 1-15,-3-6-1 16,-9-11 2-16,-11-11-2 16,-16-8-3-16,-21-6 1 15,-11-6 2-15,-4 0-1 16,-16 0 1-16,4 0 0 0,4 0 3 16,4-26 5-16,-4-14 0 15,0-18 2-15,-12-11-9 16,0-20 5-16,0-9 4 15,0 2 10-15,-16 10-17 16,-8 16 6-16,0 17-2 16,-8 16 6-16,20 14-1 15,-7 10-11-15,7 6-2 16,8 7-2-16,4 0-10 16,0 0-48-16,0 20-92 0,-8 31-32 15,4 11-172-15,4 4-124 16</inkml:trace>
  <inkml:trace contextRef="#ctx0" brushRef="#br0" timeOffset="22765.29">21022 3599 594 0,'0'0'439'0,"0"0"-287"0,0 0-48 15,0 0 14-15,0 0-53 16,0 0-59-16,-47-5-6 16,58 50 0-16,29 15 4 15,4 7 15-15,-8-5-15 0,8-2 2 16,-8-5-2-16,-1-11-2 16,-11-13 6-16,-8-11-15 15,4-10 7-15,-8-3 0 16,12-7-1-16,12 0 1 15,24 0 0-15,31 0 14 16,36-17-6-16,29-8-1 16,19 3-6-16,20-3-2 15,4 2 2-15,12 10-2 16,-12 4 1-16,-4 9-4 16,-15 0 4-16,-9 0 1 15,-8 5 1-15,-8 24-2 16,8 7-6-16,1 0 6 15,-21 6 1-15,-4-1-1 16,-27-2-1-16,-13-8-1 0,-19-1 2 16,-20-7-1-16,-4-5-1 15,-21-9-2-15,1-2 4 16,-4-7 0-16,4 0 1 16,4-4 2-16,23-37 10 15,1-10 0-15,4-5-10 16,3 7 1-16,-15 15-4 15,-20 12 0-15,-12 9 0 16,0 7 8-16,-12-1 1 16,-4 4 3-16,4 3-7 0,12 0-1 15,27 0-4 1,17 0-3-16,16 0 3 0,7 0 0 16,5 6-6-1,3 11 6-15,1 1-2 0,11 2 2 16,-3-7-2-16,23-2 2 15,5-8 2-15,3-3-1 16,-8 0 0-16,21 0-1 16,23 0 0-16,4 0 2 15,16 0-1-15,24 0 0 16,-8 0-1-16,4 8-5 16,4 4 5-16,-8-1 5 15,12 4-5-15,-4-3 0 16,-16 1 3-16,-8-7-3 15,-8-1 0-15,-11-5 4 16,3 0-2-16,8 0 1 0,-4 0 1 16,-8 0-4-16,-20 0-3 15,-19-11 3 1,-17-2 4-16,-3-6-2 0,-9-11 3 16,-15 0 22-16,-9-5 15 15,-23-2-8-15,-4 1-6 16,4-5 6-16,-17-5-10 15,-3-5-6-15,-8 0-3 16,-8 11 9-16,-16 0-7 16,-8 13 2-16,0 6-18 15,0 4 3-15,0 5-1 0,0 2-3 16,0 10-48 0,-32 0-78-16,-24 10-182 0,-15 22-407 15</inkml:trace>
  <inkml:trace contextRef="#ctx0" brushRef="#br0" timeOffset="23516.04">24411 4616 1091 0,'0'0'237'0,"0"0"-46"0,0 0-63 0,0 0-62 0,0 0-48 16,0 0-17-1,115 22 8-15,-39 23-3 0,3-5-2 16,-11 1-4-16,-16-7 0 16,-8-10-17-16,-9-4-29 15,-3-11-42-15,-20-4-10 16,4-5-12-16,4 0-2 16,-4-19 80-16,4-18 14 15,-16-10 18-15,-4 3 33 16,8 7 22-16,-8 16 32 15,0 15 29-15,0 6 5 16,0 0-46-16,0 0-41 0,0 13-23 16,0 25-9-1,0 19 0-15,-12 12 2 0,-12 14-3 16,-20 8-2 0,-15 11-88-16,11-3-184 0,0-4-316 15</inkml:trace>
  <inkml:trace contextRef="#ctx0" brushRef="#br0" timeOffset="27215.31">7624 12417 915 0,'0'0'165'0,"0"0"-6"0,0 0-35 0,0 0-2 15,0 0-56-15,0 0-21 16,0 0-13-16,24 6-4 15,116-6 12-15,59 0 8 16,36 0-22-16,19-20-19 16,13 6 0-16,-20 0-6 15,-12 8-1-15,-28-1 2 16,-40 7-1-16,-39 0 0 0,-33 0 1 16,-39 0-2-16,-32 0-3 15,-24 0 0-15,0 0 2 16,0 0 0-16,0 0-6 15,0 0-6-15,0 0-14 16,0 0-38-16,0 0-69 16,0 10-92-16,0-1-83 15,12-1-406-15</inkml:trace>
  <inkml:trace contextRef="#ctx0" brushRef="#br0" timeOffset="28383.42">17180 12505 935 0,'0'0'198'0,"0"0"-66"0,0 0-11 0,0 0-9 16,0 0-48-16,0 0-30 16,259 0 11-16,-40 0 8 15,28-5-39-15,43-1-8 16,5 6 5-16,-4 0-2 0,-25 0 4 16,-51 0-10-16,-43 0 3 15,-45 0-5-15,-55 0-1 16,-24 0 1-16,-25 0-1 15,-23 0 0-15,0 0 0 16,0 0 2-16,0 0 0 16,0 0-2-16,0 0-2 15,0 0-16-15,0 0-29 16,12 0-89-16,32 11-129 16,40-7 4-16,31-4-276 15</inkml:trace>
  <inkml:trace contextRef="#ctx0" brushRef="#br0" timeOffset="28849.23">24319 12487 364 0,'0'0'684'0,"0"0"-530"0,0 0-12 0,0 0-2 0,0 0-60 16,0 0-39-16,-163 0-10 15,187 0-15-15,59 0-5 16,41 0 4-16,39 0 4 16,24 0-16-16,12 4-2 0,0-2 8 15,0-1-8 1,-31 5-1-16,-21-4-5 0,-52 1 5 15,-39-3-1 1,-28 0 2-16,-28 0-7 0,0 0 6 16,0 0-38-16,-12 0-14 15,-71 0-108-15,-33 0-270 16</inkml:trace>
  <inkml:trace contextRef="#ctx0" brushRef="#br0" timeOffset="29433.01">6199 13910 1065 0,'0'0'157'0,"0"0"-40"16,0 0-66-16,0 0-27 0,0 0-11 0,0 0 19 0,434-5 33 16,-135 5-30-16,43 0-34 15,32 0 0-15,-15 0-2 16,-41 0-12-16,-39 5-87 15,-76 7-150-15,-52 1-105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25:34.903"/>
    </inkml:context>
    <inkml:brush xml:id="br0">
      <inkml:brushProperty name="width" value="0.05292" units="cm"/>
      <inkml:brushProperty name="height" value="0.05292" units="cm"/>
      <inkml:brushProperty name="color" value="#FF0000"/>
    </inkml:brush>
  </inkml:definitions>
  <inkml:trace contextRef="#ctx0" brushRef="#br0">18864 4883 729 0,'0'0'248'0,"0"0"-72"0,0 0-52 0,0 0-4 0,0 0-37 16,0 0-18-16,0 0-25 15,-127 0-2-15,127 0-30 16,44 0 5-16,47 0-6 15,29-3-1-15,19-11-3 16,16 2-2-16,-19 0 4 16,-9 2-4-16,-19 3 1 15,-25 2-1-15,-23 0-1 16,-16 3 0-16,-32 2 0 0,0 0-1 16,-12 0-2-16,0 0-10 15,0 0-6-15,0 0-21 16,0 0-11-16,-24 0-13 15,-12 0-13-15,-24 0-39 16,-7 0-20-16,-1 0-103 16,8 0-43-16,12 0-129 15</inkml:trace>
  <inkml:trace contextRef="#ctx0" brushRef="#br0" timeOffset="384.17">19179 4702 496 0,'0'0'199'0,"0"0"-12"15,0 0-36-15,0 0-33 16,0 0-34-16,0 0-21 16,-24-35-4-16,24 35-13 15,-12 0-7-15,12 0-11 16,0 0-2-16,0 0-8 16,-12 0-15-16,0 13 0 15,-20 9 8-15,-4 3-6 16,1 2 5-16,-13 4-1 15,4-3-8-15,4-4 1 16,16-5 3-16,4-5-5 16,16-4-2-16,4-7-2 15,0 2 3-15,0 4-4 0,0 5 2 16,36 0 3 0,12 0 6-16,0 3-6 0,12-1 3 15,-1 2-5-15,-15-5 2 16,4 0 0-16,-12 0 2 15,0-6-2-15,-13-3-10 16,-3 1-29-16,-8-3-47 16,0-2-77-16,-12 3-102 15,12-3-342-15</inkml:trace>
  <inkml:trace contextRef="#ctx0" brushRef="#br0" timeOffset="1949.84">5554 7810 667 0,'0'0'186'0,"0"0"-24"0,0 0-37 15,0 0-31-15,0 0-28 16,0 0-14-16,-20-13-8 16,20 13-21-16,0 0-5 15,0 0-11-15,68 0 8 0,39 0 11 16,52-3-3 0,9 0-8-16,27-3-15 0,-8 0 1 15,-8-2 0-15,-16 0 0 16,-23 4-1-16,-25-2-2 15,-43 2 2-15,-16 4 1 16,-41 0 0-16,-15 0-1 16,0 0 0-16,0 0 3 15,0 0-1-15,0 0 7 16,0 0-9-16,0 0 0 16,0 0-3-16,0 0-4 15,0 0-60-15,0 0-85 16,0 8-61-16,0-6-298 15</inkml:trace>
  <inkml:trace contextRef="#ctx0" brushRef="#br0" timeOffset="7284.08">8556 10753 924 0,'0'0'188'0,"0"0"-42"0,0 0-28 0,0 0-7 0,0 0-46 15,0 0-41-15,0 0-16 16,0 0-7-16,-24-9-1 16,24 28-2-16,28 5 2 15,4-4 6-15,-4-7-6 16,-20-6 0-16,4-6 4 15,0-1 0-15,0 0 7 16,11-5 11-16,37-36 14 16,20-19-30-16,27-13-6 15,9-15-4-15,-9 4-81 0,-19-2-227 16,-17 1-506 0</inkml:trace>
  <inkml:trace contextRef="#ctx0" brushRef="#br0" timeOffset="9067.27">12534 7638 603 0,'0'0'245'0,"0"0"-171"0,0 0 22 0,0 0 6 16,0 0-44-16,0 0 5 15,-84-6-14-15,84 6-7 16,12-4-39-16,60 4 14 16,31-2 3-16,36-1 8 15,37-2-28-15,11 0 1 16,8-2 3-16,4 5-2 0,-8 2-2 15,-16 0 6-15,-27 0-4 16,-49 0-4-16,-23 0 0 16,-28 0 2-16,-21 0 1 15,-19 0-1-15,-4 0 0 16,4 0-4-16,-4 0-4 16,4 0-48-16,16 13-77 15,0 2-132-15,0 0-336 16</inkml:trace>
  <inkml:trace contextRef="#ctx0" brushRef="#br0" timeOffset="9823.11">15392 10765 973 0,'0'0'183'0,"0"0"-32"0,0 0-25 15,0 0-31-15,0 0-44 16,0 0-31-16,-31-9-6 15,31 16-5-15,11 12 5 16,9-1 15-16,4-7-15 0,-12-2 0 16,0-6-3-16,-12-3 2 15,20 0-10-15,-16 0 7 16,28-3 7-16,28-40-1 16,23-9-2-16,33-11-14 15,11-4-28-15,1 3-55 16,-21-3-241-16,20-10-470 15</inkml:trace>
  <inkml:trace contextRef="#ctx0" brushRef="#br0" timeOffset="10850.91">21620 7873 784 0,'0'0'189'15,"0"0"-65"-15,0 0-64 0,0 0 5 0,0 0-25 0,0 0-5 16,0 0 14-16,-8-21-27 16,16 11 9-16,27-2-4 15,37-8 15-15,-4-2-37 16,11-3-2-16,-3-4-3 15,16 1-18-15,3-1-128 16,-3-1-215-16</inkml:trace>
  <inkml:trace contextRef="#ctx0" brushRef="#br0" timeOffset="11434.12">21926 11370 948 0,'0'0'189'0,"0"0"-56"0,0 0-69 0,0 0 16 0,0 0-30 16,0 0-5-16,0-4-14 15,0 4 5-15,0 0-16 16,0-3 1-16,0-6 20 16,24-2-13-16,20-11-8 15,16-12-3-15,-1-10-16 16,9-13-2-16,0-1 1 16,3-7-28-16,9 3-66 15,8-1-139-15,3-1-251 16</inkml:trace>
  <inkml:trace contextRef="#ctx0" brushRef="#br0" timeOffset="12350.33">28456 7842 942 0,'0'0'153'0,"0"0"-2"0,0 0-85 0,0 0 30 0,0 0-25 16,0 0-35-16,60-25-11 15,31 16-13-15,25-5-11 16,3 8 0-16,-15-2 0 16,-1 7-1-16,-31 1 0 15,-4 0 0-15,-29 0-6 16,-7 0-66-16,-8 0-77 15,0 18-75-15,0-4-235 16</inkml:trace>
  <inkml:trace contextRef="#ctx0" brushRef="#br0" timeOffset="13050.75">29204 10607 1091 0,'0'0'165'0,"0"0"-39"0,0 0-52 0,0 0-1 0,0 0-39 15,0 0-22-15,-12 10-1 0,24 13 17 16,12 0-15-16,0-6 1 15,0-2-2-15,-4-8-4 16,-8-4 2-16,12-3-7 16,8 0 1-16,27-43 9 15,37-24-10-15,43-19-3 16,25-14-12-16,35-7-109 16,12-12-207-16,-12-4-613 15</inkml:trace>
  <inkml:trace contextRef="#ctx0" brushRef="#br0" timeOffset="16667.27">7449 11623 312 0,'0'0'509'0,"0"0"-248"0,0 0-130 0,0 0-26 16,0 0-4 0,0 0-33-16,0 0-23 0,-48-86-28 15,48 99-15-15,0 35 4 16,0 19 6-16,0 12 28 15,0 10-5-15,12 3-17 16,-12 3-14-16,0-2 4 16,0-11-6-16,0-9 0 15,0-13 4-15,0-16-6 16,0-14-6-16,0-20 6 0,0-2 0 16,0-8 8-1,0 0-1-15,0 0-2 0,0-12 34 16,0-21-5-16,-36-12-33 15,1-1 1-15,3 0-1 16,16 6 5-16,-4 15 0 16,20 12 7-16,-12 6-12 15,12 7 11-15,0 0-12 16,0 0 0-16,0 0-11 16,0 22 11-16,0 10-5 15,44-1 5-15,-8-1 0 16,-8-5 0-16,3-7-1 15,-7-5 0-15,-12-2 1 0,0-8-4 16,12-3 2-16,-12 0 2 16,12-3 0-16,8-23-5 15,-8-6-6-15,-1-3-32 16,1 6-24-16,0 2-45 16,12 5-126-16,12 2-194 15</inkml:trace>
  <inkml:trace contextRef="#ctx0" brushRef="#br0" timeOffset="17702.59">14377 11588 518 0,'0'0'454'0,"0"0"-215"0,0 0-83 0,0 0-25 0,0 0-44 16,0 0-40-16,0 0-39 15,-56-46-8-15,56 83-10 0,0 16 10 16,0 18 8-16,8 2-2 16,16 6 9-16,-24-3-11 15,0 1-4-15,0-10 11 16,0-7-10-16,0-17-1 16,0-14 0-16,0-18-5 15,0-3 8-15,0-8-3 16,0 0 5-16,0 0 15 15,-12-13 31-15,-12-22-38 16,0-7-11-16,5 9 2 16,7 5-2-16,8 5 6 15,-4 10 8-15,8 7-6 0,-4 6-7 16,4 0 3-16,0 0-6 16,0 4-12-16,0 21 7 15,0 9-1-15,0-3 7 16,16-5-1-16,7-1 0 15,-3-8-1-15,-4-5-4 16,4-8 0-16,-8-4 3 16,12 0 2-16,8 0 1 15,4-29 2-15,0-3-2 16,-13 1 1-16,1-3-2 16,-24 8-6-16,12 0-5 15,-12 10-33-15,12 7-41 16,12 2-94-16,0 3-168 15,32-1-511-15</inkml:trace>
  <inkml:trace contextRef="#ctx0" brushRef="#br0" timeOffset="18851.38">21002 11643 424 0,'0'0'271'0,"0"0"-82"0,0 0-2 15,0 0-50-15,0 0-42 0,0 0 23 16,-4-137-48-1,4 137-4-15,0 0-38 0,0 0-21 16,0 15-7-16,4 28 0 16,32 28 5-16,0 6 19 15,-16 6-15-15,-8-1 3 16,-12-7-8-16,0-2-3 16,0-13 1-16,0-9-2 15,0-20 0-15,0-11 0 16,0-9 0-16,0-11 0 15,0 0 0-15,0 0 3 16,-12-11 15-16,-8-23-5 16,-4-4-13-16,0-1 10 15,8 7-10-15,-4 12 16 16,16 6-12-16,-7 12 17 0,11 2-15 16,0 0-6-16,0 0-4 15,0 22-7-15,0 10 11 16,0 9-3-16,0-8 3 15,0-2 2-15,11 0-2 16,13-12 0-16,-8-7-2 16,4-3-3-16,4-9 3 15,0 0 0-15,12 0 2 16,0-14 1-16,-1-15 3 16,-3-2-3-16,-16-7-1 15,-4 2-3-15,-4 10-5 16,-8 4-21-16,12 5-2 0,-12 12-55 15,12 2-113-15,24 3-123 16,8 0-478-16</inkml:trace>
  <inkml:trace contextRef="#ctx0" brushRef="#br0" timeOffset="19834.58">27476 11509 588 0,'0'0'234'0,"0"0"-49"0,0 0-10 0,0 0-70 16,0 0-2-16,0 0-37 16,8-99-15-16,-8 99-51 15,4 31 5-15,4 27 4 16,-8 15 17-16,0 10 10 16,0 3-18-16,0-9-14 15,0 2 2-15,0-17-4 16,0-13-1-16,0-15-1 0,0-17 9 15,0-12-9-15,0-5 0 16,0 0 1-16,0 0 25 16,-8-22 7-16,-8-17-17 15,-3-2-11-15,3 1 2 16,4 8-2-16,0 13 3 16,0 7-6-16,4 12 11 15,8 0-12-15,-4 0-2 16,-8 1-7-16,4 29 8 15,-4 5-5-15,12-1 11 16,0-1-8-16,0-12 2 16,0-1-7-16,20-11 7 15,8-3-3-15,8-6 2 0,19 0 2 16,13 0-1-16,-8-9 0 16,-1-17-13-16,-11 5-24 15,-4-5-39-15,-8-3-85 16,-12 0-167-16,-12-2-746 15</inkml:trace>
  <inkml:trace contextRef="#ctx0" brushRef="#br0" timeOffset="20884.11">7449 13449 800 0,'0'0'172'0,"0"0"5"0,0 0-62 0,0 0 3 0,0 0-15 16,0 0-43-16,-12-19-31 15,12 19-3-15,0 5-25 16,0 19 25-16,0 0-1 16,24-1-17-16,-4-8 6 15,-4-2-1-15,4-13-1 16,-4 0 0-16,16 0 3 15,27-9 9-15,37-33 1 16,19-15-22-16,1-2-6 16,15 1-45-16,-7 0-136 15,-17-3-364-15</inkml:trace>
  <inkml:trace contextRef="#ctx0" brushRef="#br0" timeOffset="22934.91">14178 13510 804 0,'0'0'250'0,"0"0"-85"0,0 0-99 0,0 0-8 16,0 0-23-16,0 0-10 16,0 0-20-16,0 2 8 15,12 13 36-15,0 8 33 0,12 3-58 16,-12-7 5 0,8 0-5-16,-8-4 1 0,0-1-5 15,-9-6-7-15,9 0-2 16,-4-7 2-16,-4-1 8 15,-4 0-9-15,8 0 22 16,16 0-6-16,24-10 6 16,12-31-8-16,19-2-22 15,1-6-1-15,-16 4-3 16,3 3-6-16,-7-4-5 16,-4 19-35-16,-20 2-38 15,11 9-91-15,-15 2-223 16</inkml:trace>
  <inkml:trace contextRef="#ctx0" brushRef="#br0" timeOffset="25566.83">20803 13483 677 0,'0'0'270'0,"0"0"-64"0,0 0-104 0,0 0-13 0,0 0-9 16,0 0-38-16,0 0-15 15,0 0-16-15,-12-18-9 16,12 18-2-16,0 9-1 16,0 12 1-16,8 5 0 15,8-1 9-15,-4 5 0 16,0-7 6-16,8-5-6 16,-16-6-1-16,4-8-6 15,-4-1 11-15,-4-3-12 16,0 0 10-16,20 0 22 0,28-22 8 15,19-24-8-15,17-10-27 16,12-7-3-16,-5 3-1 16,5 3-2-16,-5 7 0 15,-11 9-3-15,-16 10-6 16,3 6-4-16,-23 7-13 16,-20 5-26-16,-8 8-53 15,-8 5-71-15,-8 0-97 16,4 0-242-16</inkml:trace>
  <inkml:trace contextRef="#ctx0" brushRef="#br0" timeOffset="28051.61">20334 15312 596 0,'0'0'257'0,"0"0"-108"0,0 0-36 0,0 0-43 15,0 0-26-15,0 0-15 16,0-2-26-16,0 2 9 0,0 0-8 16,11 0 11-16,5 0 14 15,4 15-16-15,-8-3 4 16,0-3 4-16,0 2-1 16,8-5-4-16,-16-2-2 15,8-3 26-15,0-1-13 16,20 0 7-16,16-7 24 15,23-31-21-15,25-11-16 16,3-7-10-16,-3-2-8 16,-13 7-3-16,-3 7 0 15,-20 13 0-15,8 2 0 16,-29 6-7-16,-7 14-47 16,-20 3-87-16,12 6-60 15,-4 0-169-15,4 0-227 0</inkml:trace>
  <inkml:trace contextRef="#ctx0" brushRef="#br0" timeOffset="32035.46">18793 17270 918 0,'0'0'166'0,"0"0"-35"0,0 0-85 0,0 0 0 15,0 0-28-15,0 0-7 16,0 55 42-16,24-26-23 15,7-7 1-15,-7-7-11 16,-8-5 11-16,4-10-2 16,8 0 5-16,28-5 9 0,39-46-14 15,29-24-20-15,51-19-9 16,36-20-20-16,36-13-165 16,35 1-430-16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26:19.039"/>
    </inkml:context>
    <inkml:brush xml:id="br0">
      <inkml:brushProperty name="width" value="0.05292" units="cm"/>
      <inkml:brushProperty name="height" value="0.05292" units="cm"/>
      <inkml:brushProperty name="color" value="#FF0000"/>
    </inkml:brush>
  </inkml:definitions>
  <inkml:trace contextRef="#ctx0" brushRef="#br0">19597 4822 515 0,'0'0'114'0,"0"0"82"16,0 0-49-16,0 0-13 0,0 0 3 16,0 0-48-16,0 0 3 15,-92 0-12-15,92 0-20 16,0 0-17-16,0 0-16 0,0 0-2 16,0 0-10-16,0 0-10 15,60 0-1-15,24 0 2 16,7 0-2-16,5 0-4 15,-5 0-2-15,-7 0 2 16,-8 0-4-16,-13 0-36 16,-7 0-134-16,-32 0-161 15,0-9-444-15</inkml:trace>
  <inkml:trace contextRef="#ctx0" brushRef="#br0" timeOffset="3266.64">9830 6369 1039 0,'0'0'144'0,"0"0"-39"0,0 0-46 0,0 0 7 16,0 0-43-16,0 0-23 16,0 0-2-16,-8 0-67 15,8 0-105-15,44 1-105 16,16 9-187-16</inkml:trace>
  <inkml:trace contextRef="#ctx0" brushRef="#br0" timeOffset="3666.77">15719 6622 693 0,'0'0'269'0,"0"0"-92"16,0 0-58-16,0 0 31 15,0 0-33-15,0 0-38 16,0 3-2-16,0-3-39 16,0 0-12-16,0 0-23 15,0 0-3-15,0 0-5 16,0 0-55-16,0 0-99 16,28 0-139-16,16 0-272 0</inkml:trace>
  <inkml:trace contextRef="#ctx0" brushRef="#br0" timeOffset="4232.68">20254 6854 344 0,'0'0'98'0,"0"0"-77"0,0 0-19 0,0 0-4 0,0 0-9 16,0 0-235-16</inkml:trace>
  <inkml:trace contextRef="#ctx0" brushRef="#br0" timeOffset="6100.08">8210 12973 824 0,'0'0'177'0,"0"0"-1"15,0 0-66-15,0 0 26 0,0 0-40 0,0 0-11 16,0 0-42-16,-132-19-11 15,132 16-18-15,24 3 2 16,72-4-4-16,43-2 4 16,68-4-7-16,16 1-2 15,-8 1-5-15,-20 8-4 16,-32 0 1-16,-31 0 1 16,-41 0 0-16,-19 0 0 15,-36 0-2-15,-12 0-11 16,-24 4-4-16,0-4-20 15,0 0-41-15,8 4-78 16,4 5-83-16,0-2-128 16</inkml:trace>
  <inkml:trace contextRef="#ctx0" brushRef="#br0" timeOffset="6782.74">14891 12943 621 0,'0'0'295'0,"0"0"-111"0,0 0-41 0,0 0 4 0,0 0-11 0,0 0-46 15,-128 0-47-15,176-5-9 16,56-9-26-16,35 2 5 16,24 3-12-16,4 2 2 15,9 3-3-15,-5 2 0 16,-28-5 5-16,-27 4-11 15,-37 1 5-15,-43-3 0 0,-12 3 1 16,-12-2-1-16,-12 0 0 16,0 4 1-16,0-1-21 15,0 1-44-15,0 0-66 16,-12 0-77-16,-32 11-99 16,16 8-466-16</inkml:trace>
  <inkml:trace contextRef="#ctx0" brushRef="#br0" timeOffset="7533.68">24813 12829 969 0,'0'0'187'0,"0"0"-33"0,0 0-30 16,0 0 7-16,0 0-42 16,0 0-35-16,-100 0-31 0,172-2-11 15,31-5-1-15,41-6 0 16,19 4-8-16,12 1-2 15,0 3-1-15,-19 1-5 16,-21 3 5-16,-27-3 0 16,-25 1-6-16,-27 3-32 15,-12-4-36-15,-16 4-96 16,-17 0-102-16,-11-6-177 16</inkml:trace>
  <inkml:trace contextRef="#ctx0" brushRef="#br0" timeOffset="12084.85">21062 15074 132 0,'0'0'850'0,"0"0"-706"0,0 0-44 0,0 0-12 0,0 0-7 15,0 0-42-15,0 0-18 16,32-13 11-16,-8 13-7 16,8 0 17-16,-4 17-13 15,7 7 0-15,1 3-3 16,-4 0-13-16,4 1 8 0,-4 2-12 15,-8-9 0-15,4 2-4 16,-9-7 4-16,5-9-2 16,-12-7-2-16,24 0 3 15,8 0 4-15,40-38 24 16,31-21-8-16,24-6-15 16,17-13-8-16,7 4-3 15,0 1-2-15,0 5-2 16,-7 11 0-16,-29 11-22 15,-23 15-61-15,-25 10-117 16,-19 2-189-16</inkml:trace>
  <inkml:trace contextRef="#ctx0" brushRef="#br0" timeOffset="13154.54">20019 17391 1046 0,'0'0'98'0,"0"0"-30"0,0 0 9 0,0 0 26 0,0 0-19 16,0 0-40-16,0 0-21 0,24 31 23 16,32 15 16-16,-9 1-32 15,-19 1-8-15,-4-4 0 16,-16-8-6-16,4-11-4 15,-12-8-6-15,12-14-5 16,0-3 1-16,36 0 0 16,43-51 6-16,61-34 5 15,59-34-13-15,59-11-5 16,-3 1-17-16,0 13-63 16,-32 16-136-16,-48 7-205 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26:43.222"/>
    </inkml:context>
    <inkml:brush xml:id="br0">
      <inkml:brushProperty name="width" value="0.05292" units="cm"/>
      <inkml:brushProperty name="height" value="0.05292" units="cm"/>
      <inkml:brushProperty name="color" value="#FF0000"/>
    </inkml:brush>
  </inkml:definitions>
  <inkml:trace contextRef="#ctx0" brushRef="#br0">18315 5258 699 0,'0'0'221'0,"0"0"-102"0,0 0 0 0,0 0-4 0,0 0-62 16,0 0 5-16,0 0-5 15,-36 0-22-15,36 0-9 16,0 0-17-16,48 0 0 16,23 0 0-16,33 3 16 15,23-3-12-15,25 0-2 16,23 0-2-16,0 0-3 15,-12 0-2-15,-19-9 2 16,-17 9-7-16,-23-4 7 16,-21 0-4-16,-15 4 4 15,-20 0 4-15,-24 0-6 16,-1 0-9-16,-11 0 9 0,-4 0 1 16,-8 0 0-16,0 0 0 15,0 0 0-15,0 0 6 16,0 0-4-16,0 0-2 15,0 0-1-15,0 0 0 16,0 0 1-16,0 0 2 16,0 4-3-16,0-4-2 15,0 0 1-15,0 0 1 16,0 0 0-16,0 0-1 16,0 4-5-16,0-2-24 0,0 7-11 15,0 2-69 1,24 1-67-16,-8 1-142 0</inkml:trace>
  <inkml:trace contextRef="#ctx0" brushRef="#br0" timeOffset="3150.47">10077 6315 646 0,'0'0'205'0,"0"0"-66"0,0 0-28 16,0 0 22-16,0 0-49 0,0 0-8 16,0 0-7-1,-151 0-11-15,151 0-7 0,0 0-17 16,0 0-9-16,0 0-7 15,0 0-4-15,0 3-10 16,0 1-2-16,83 1 2 16,57 1 0-16,55 5-3 15,52-9 10-15,23 1-8 16,9-3-1-16,-8 0-2 16,-16 4 2-16,-13-1-2 15,-19-1 0-15,-19 2-1 16,-33 3 1-16,-40-1 0 0,-39-1-6 15,-21 3 12-15,-27-6-9 16,-28 2 7-16,-8-1 4 16,-8 0 3-16,0-3 1 15,0 0 1-15,0 0-3 16,0 0-6-16,0 0 1 16,0 0-1-16,0 0-3 15,0 0-1-15,0 0-3 16,0 0-28-16,4 0-44 15,28 0-111-15,28 0-80 16,19 0-179-16</inkml:trace>
  <inkml:trace contextRef="#ctx0" brushRef="#br0" timeOffset="3736.73">15217 6278 646 0,'0'0'183'0,"0"0"-14"0,0 0-28 0,0 0-7 16,-326-45-40-16,294 39-1 16,8 6 0-16,12 0-23 0,12 0-30 15,0 0-16 1,0 0-5-16,0 0-16 0,0 0 1 16,0 0 2-16,32 0-5 15,63 0-1-15,45 12 8 16,35 0-7-16,36-3 11 15,-12 2-12-15,-4-5 2 16,-20-6-2-16,-31 0-1 16,-29 0 1-16,-11 0 0 15,-45 0 0-15,-23 0 0 16,-24 0-1-16,-12 0 0 16,0 0-26-16,0 0-50 0,-12 0-103 15,-79 0-177 1</inkml:trace>
  <inkml:trace contextRef="#ctx0" brushRef="#br0" timeOffset="16500.08">20791 6247 344 0,'0'0'542'0,"0"0"-411"0,0 0 4 0,0 0-57 15,0 0 12-15,0 0-1 16,0 0-6-16,0 0-17 0,-187 8-9 16,187-8-24-1,-12 1-6-15,12-1-2 0,0 0 6 16,0 0-21-16,0 0 5 15,0 0-4-15,0 4 0 16,0-4-4-16,60 4-4 16,44-4 4-16,59 0 1 15,36 0 1-15,24 0-9 16,24 0 0-16,8 0 0 16,3 0 6-16,-27-13-6 15,-32 6 0-15,-55 2 3 16,-45-1 1-16,-39 6-1 15,-32-6 4-15,-20 5 7 16,-8 1-4-16,0-6 10 16,0 6-5-16,0-4 3 0,0-2-7 15,0 1-6-15,0 5-1 16,0-1-1-16,0 1-1 16,0 0-2-16,0 0-13 15,0 0-61-15,0 0-71 16,-24 0-262-16</inkml:trace>
  <inkml:trace contextRef="#ctx0" brushRef="#br0" timeOffset="17983.07">27476 6108 710 0,'0'0'161'0,"0"0"-47"0,0 0-14 0,0 0-2 0,0 0-11 16,0 0-13-16,0 0-18 15,56 6 4-15,64-2 0 16,31-1-20-16,20-3-26 15,4 0-12-15,-19 0-1 16,-9 0 0-16,-28 0-1 16,-15 0-3-16,-32 0 0 0,-37 0-11 15,-23 0-32-15,-12 0-33 16,0 0-68-16,-35 0-109 16,-69 0-364-16</inkml:trace>
  <inkml:trace contextRef="#ctx0" brushRef="#br0" timeOffset="19733.32">10837 7441 515 0,'0'0'207'0,"0"0"-27"0,0 0-20 0,0 0-26 0,0 0-28 16,0 0-10-16,-211-2-11 16,199 2-4-16,12 0-37 15,-11 0-20-15,11 0-7 16,0 0-7-16,0 0 0 15,23 0-1-15,61 0-4 16,55 0 3-16,37 0 2 16,35-7-7-16,0 1 0 15,8-4-3-15,4 4 0 16,0 3 0-16,-12-2-5 16,-36 5 10-16,-16 0-5 15,-28 0 0-15,-35 0 0 16,-28 0-2-16,-13 0 1 15,-31 0 1-15,-12 0 5 0,-8 0-5 16,-4 0-2-16,0 0 2 16,0 0 1-16,0 0 8 15,0 0-9-15,0 0 0 16,0 0-10-16,0 0-59 16,0 0-124-16,0 0-145 15,20 0-211-15</inkml:trace>
  <inkml:trace contextRef="#ctx0" brushRef="#br0" timeOffset="20684.07">19844 7296 575 0,'0'0'89'0,"0"0"7"0,0 0 28 0,0 0 19 15,0 0-43-15,0 0-10 16,-219 38 4-16,219-38-2 15,0 0-32-15,12 0-20 16,55 0 4-16,53 0 6 0,43 0-17 16,32 0-18-16,4 0-12 15,-24 0 1-15,-11 0 1 16,-45 0-2 0,-39 0-3-16,-32 0-1 0,-25 0 1 15,-23 0 4-15,0 0-2 16,0 0-1-16,0 0 2 15,0 0-6-15,0 0 3 16,0 0-48-16,0 0-86 16,-4 0-55-16,-3 0-126 15,7 0-553-15</inkml:trace>
  <inkml:trace contextRef="#ctx0" brushRef="#br0" timeOffset="22067.4">24952 7483 694 0,'0'0'179'0,"0"0"-36"0,0 0-34 16,0 0 0-16,0 0-26 16,0 0 3-16,-119-13-15 0,111 13-8 15,8 0-15 1,0 0-16-16,0 0-10 0,0 0 9 15,55 0-29-15,85-3 10 16,95-11 2-16,67-7-4 16,25-4-7-16,11-1-1 15,-19-5-2-15,-29 1 0 16,-47 1-2-16,-75 12-2 16,-77 2 4-16,-47 10 1 15,-32 3-1-15,-12-5-3 16,0 2 3-16,0 1 4 15,0 0-4-15,0 0-4 16,0 4-11-16,-8 0-39 16,-40 0-81-16,12 17-137 15,4 1-247-15</inkml:trace>
  <inkml:trace contextRef="#ctx0" brushRef="#br0" timeOffset="24801.43">5542 8425 848 0,'0'0'196'0,"0"0"-45"0,0 0-37 16,0 0 34-16,0 0-51 0,0 0-43 15,-44 0-20-15,44 0-11 16,24 0-7-16,68 0-5 16,27 0 8-16,40 0 4 15,5 0-22-15,3 0 3 16,-4 0-4-16,-12 0 0 15,-23 0-3-15,-21 0-6 16,-27 0-56-16,-8 8-111 16,-17-7-125-16,-15 7-418 15</inkml:trace>
  <inkml:trace contextRef="#ctx0" brushRef="#br0" timeOffset="28434.4">14692 9512 664 0,'0'0'189'0,"0"0"-46"0,0 0-16 0,0 0-50 16,0 0-23-16,0 0-15 0,-32 0-3 16,32 0-4-1,0 0-3-15,0 0 1 0,0 0-3 16,0 0-1-16,0 0-4 16,8 0 3-16,51 0-11 15,33 0 28-15,27 0-5 16,9 0-13-16,11 0-8 15,17 0 0-15,7 0 0 16,8 0-10-16,8 0 5 16,8 0-10-16,-4 0-2 15,-15 0 3-15,-17 0-2 16,-12 0 0-16,1 0 0 16,-1 0 1-16,4 0 4 15,-3 0-3-15,-13 0-1 16,1 0 2-16,-1-4 6 15,4 1-6-15,-3 1 11 0,15 2-9 16,-4 0-4-16,1 0 10 16,-1 0-8-16,12 0 3 15,-31 0-2-15,-17 0 14 16,-31 0-13-16,-16 0 15 16,-20 0-11-16,-16 0 2 15,-5 0-1-15,-7 0-4 16,-8 0-4-16,0 0-2 15,0 0 4-15,0 0-4 16,0 0 0-16,0 0-8 16,-43 0-83-16,-49 5-203 15,-39-1-514-15</inkml:trace>
  <inkml:trace contextRef="#ctx0" brushRef="#br0" timeOffset="42104.05">5311 10950 826 0,'0'0'124'0,"0"0"6"0,0 0-26 0,0 0-23 16,0 0-36-16,0 0 6 15,0 0-12-15,-12 31-8 16,120-31 63-16,67 0-16 16,56 0-26-16,39 0-23 15,21-5-9-15,-12-4-12 16,-20 9-5-16,-5 0-3 16,-19 0 0-16,-12 0 1 15,-36 0 2-15,-47 2-2 16,-33 7 0-16,-39-2-1 15,-44-2 0-15,-12-5 1 16,-12 4-1-16,0-4 10 0,0 0 0 16,0 4-2-1,0-1-5-15,0-3-3 0,0 0-1 16,0 11-23-16,-48 13-67 16,-44 7-95-16,-23 11-241 15</inkml:trace>
  <inkml:trace contextRef="#ctx0" brushRef="#br0" timeOffset="43584.46">15185 10763 855 0,'0'0'290'0,"0"0"-224"0,0 0 18 0,0 0-22 16,0 0 6-16,0 0-32 15,0 0-23-15,136-10 34 0,51 10 7 16,48-2-24-1,20-13-25-15,-9 4-2 0,-23 0-3 16,-35-1-1-16,-25 5-1 16,-44 7-22-16,-27 0-48 15,-36 0-75-15,-33 0-107 16,-23 0-360-16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27:37.324"/>
    </inkml:context>
    <inkml:brush xml:id="br0">
      <inkml:brushProperty name="width" value="0.05292" units="cm"/>
      <inkml:brushProperty name="height" value="0.05292" units="cm"/>
      <inkml:brushProperty name="color" value="#FF0000"/>
    </inkml:brush>
  </inkml:definitions>
  <inkml:trace contextRef="#ctx0" brushRef="#br0">2775 6162 938 0,'0'0'152'0,"0"0"-57"0,0 0 25 0,0 0 2 0,0 0-9 16,0 0-49-16,0 0-29 15,0 0-27-15,-24-8 2 16,48 8-5-16,71-10 0 16,33-10 10-16,23-10 10 15,0 2-7-15,-7 4-18 16,-21-1 1-16,-15 3-1 16,-25 5 5-16,-23 5-4 15,-28-3 1-15,-20 10-2 0,-12 3-1 16,0-2 1-16,0-7 2 15,-44 2 8-15,-20-5-10 16,-15 1-5-16,-13 3 1 16,8 0 4-16,25 5 0 15,15-2 0-15,28 7 3 16,8-4-3-16,8 4 17 16,0 0 0-16,0 0-17 15,0 0-4-15,0 0 4 16,36 0-3-16,20 4 2 15,15 12 1-15,-3 6-2 16,-8-1-3-16,-1 10 5 16,-23 9 7-16,-24 8-7 15,-12 12-6-15,0 6-27 0,-28 13-70 16,-39 1-80-16,-17 0-99 16,-20-7-309-16</inkml:trace>
  <inkml:trace contextRef="#ctx0" brushRef="#br0" timeOffset="5499.94">27648 6384 953 0,'0'0'118'0,"0"0"9"0,0 0-41 0,0 0 14 0,0 0-18 15,0 0-4-15,0 0-25 16,-140 13-22-16,140-13-11 15,56 3 2-15,32 4 1 16,47-3 14-16,32-2-20 16,28-2-12-16,-4 0-3 15,-3 0-2-15,-1 0-17 16,-16 0-11-16,-20 0-75 16,-31 0-128-16,-29 0-152 15</inkml:trace>
  <inkml:trace contextRef="#ctx0" brushRef="#br0" timeOffset="7867.37">2612 9543 870 0,'0'0'150'0,"0"0"-27"0,0 0-25 0,0 0 9 0,0 0-5 15,0 0-27-15,0 0-29 16,-36 13-30-16,119-13-4 16,45-17 6-16,47-17-9 0,12 3-4 15,-24 0-3-15,-19 2-2 16,-29 0 0-16,-11-1 0 16,-33 9 3-16,-27 0 1 15,-32 7-2-15,-12-2-2 16,0-4-1-16,-44 5-25 15,-27-1 14-15,11 4 5 16,-12 2 4-16,4 2 1 16,25 7 0-16,7 1 1 15,24 0 2-15,8 0-3 16,4 0 2-16,0 0-1 16,0 0-3-16,0 0-6 15,0 0 2-15,36 0-1 16,12 0 7-16,11 0 1 15,13 0 1-15,-16 19-1 0,-9 0 1 16,1 3 0-16,-16 7 2 16,-28 9-2-16,-4 6 0 15,0 14-10-15,-72 8-49 16,-19 8-102-16,-29 7-77 16,-11 1-255-16</inkml:trace>
  <inkml:trace contextRef="#ctx0" brushRef="#br0" timeOffset="18617.88">2998 11563 467 0,'0'0'406'0,"0"0"-244"0,0 0-34 0,0 0-24 0,0 0-14 16,-319 25-2-16,299-21-22 15,20-1-24-15,0-3-16 16,0 0 1-16,0 0-13 15,0 0 8-15,32-3-12 16,64-19 22-16,35-15-11 16,28-5-18-16,5 2-3 15,-13 3 3-15,-32 6-3 0,-11 2 0 16,-40 7 0-16,-45 7 1 16,1 10-1-16,-24 1 4 15,0 4-2-15,0-5 6 16,-4-4-7-16,-51-11-1 15,-13 0-1-15,-4-2 1 16,13 5 1-16,15 7 0 16,8-9-1-16,24 18 1 15,8-2 7-15,4-4 4 16,0 7-12-16,0 0 0 16,0 0-1-16,0 0-4 15,48 0 3-15,23 7 2 16,9 8 2-16,-16 3-2 15,3 4-1-15,-11 2 0 0,-16 2 0 16,-8 3 2-16,-8 4-2 16,-24 8-3-16,0 10-5 15,0 4-22-15,-36 8-51 16,-24 3-68-16,-31 7-95 16,11 5-240-16</inkml:trace>
  <inkml:trace contextRef="#ctx0" brushRef="#br0" timeOffset="39168.05">2890 13748 4 0,'0'0'921'0,"0"0"-758"0,0 0-42 0,0 0-31 0,0 0-24 15,0 0-13-15,0 0-12 16,-115 22-1-16,115-22-5 16,12 0-4-16,59-13-4 15,9-16 4-15,28-2-11 16,-5-1-9-16,13 0-5 16,-9 0-3-16,-15 3 1 15,-21 1-1-15,-11 9-3 16,-24 4 3-16,-16 0-1 15,-20 6 0-15,0-1 5 0,0 0-7 16,0 3 9-16,-24-13-8 16,-24 4-1-16,-8 1 0 15,-3-1 3-15,15 7 2 16,8 5 11-16,12-3-3 16,12 7 11-16,0 0-3 15,12 0-5-15,0 0-13 16,0 0-3-16,0 0-1 15,0 0-5-15,0 0-3 16,60 0 8-16,8 17 1 16,3-2 0-16,-3 2 0 15,-20 1 1-15,0 4-1 16,-25 3-4-16,-3 6 3 16,-20 9-1-16,0 4-2 15,0 14-13-15,-67-1-32 16,11 3-59-16,-4-3-72 15,0-2-88-15,25-2-256 0</inkml:trace>
  <inkml:trace contextRef="#ctx0" brushRef="#br0" timeOffset="40685.49">18737 13702 704 0,'0'0'157'0,"0"0"-25"0,0 0 18 0,0 0-16 0,0 0-55 15,-307-22 9-15,295 22-14 16,12-3-3-16,0 3-35 16,0 0-13-16,12 0-14 15,96 0-4-15,67 0-4 16,68 0 4-16,52 0 2 15,7-7-3-15,13 5-3 16,-9-1 0-16,-15-7 3 16,-44 1-2-16,-64-1-3 15,-68 7 1-15,-63 3-2 16,-32 0 1-16,-20 0 0 0,0 0 1 16,0 0-1-16,0 0 0 15,0 0-5-15,0 0-15 16,-20 0-14-16,-20 0-57 15,-7 3-74-15,3 11-50 16,8-4-246-16</inkml:trace>
  <inkml:trace contextRef="#ctx0" brushRef="#br0" timeOffset="41385.6">27413 13627 1057 0,'0'0'123'0,"0"0"13"0,0 0-22 0,0 0 15 15,0 0-61-15,0 0-20 16,-231-19-23-16,275 19-7 15,75 0-4-15,80 0 16 16,44 0-15-16,4 0-12 0,0 0-5 16,-48 0 2-1,-48-3-4-15,-47-3-15 0,-45-1-31 16,-27 3-6 0,-20 4-58-16,-12-10-86 0,-8 4-173 15</inkml:trace>
  <inkml:trace contextRef="#ctx0" brushRef="#br0" timeOffset="42151.34">4702 15081 1156 0,'0'0'128'0,"0"0"-6"0,0 0-12 0,0 0-6 0,0 0-58 16,0 0-40-16,0 0 2 16,458-7 23-16,-144 7-13 15,13 0-17-15,-13 0 2 16,-55 0-3-16,-52 0-24 0,-52-4-20 16,-27 3-68-1,-21-10-102-15,-39 0-172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28:49.376"/>
    </inkml:context>
    <inkml:brush xml:id="br0">
      <inkml:brushProperty name="width" value="0.05292" units="cm"/>
      <inkml:brushProperty name="height" value="0.05292" units="cm"/>
      <inkml:brushProperty name="color" value="#FF0000"/>
    </inkml:brush>
  </inkml:definitions>
  <inkml:trace contextRef="#ctx0" brushRef="#br0">17495 5323 623 0,'0'0'372'0,"0"0"-247"0,0 0-38 0,0 0-5 0,0 0-5 16,0 0-2-16,0 0-14 16,-148 0-12-16,148 0-6 15,0 0-12-15,0 0-13 16,0 0-5-16,0 0-9 15,8 0 8-15,52 0-4 16,32 0 3-16,39 0 5 16,32-6-11-16,24 1 0 15,20-1-1-15,16 5-2 0,0-3-2 16,0 4 4-16,-24 0-2 16,-27 0-1-16,-41 0-1 15,-39 0-2-15,-33 0 2 16,-15 4 0-16,-20 3 1 15,-12-5-2-15,-8 1 3 16,4 1-4-16,-8-4 5 16,0 0-1-16,0 0 5 15,0 0-2-15,0 0 0 16,0 0-1-16,0 0-4 16,0 0-5-16,0 0 4 15,0 2-8-15,0 5-35 16,0 6-87-16,0 0-56 0,4-2-136 15,32-4-271 1</inkml:trace>
  <inkml:trace contextRef="#ctx0" brushRef="#br0" timeOffset="766.01">21086 5363 918 0,'0'0'245'0,"0"0"-104"0,0 0 2 0,0 0-43 16,0 0-37-16,0 0-24 15,-72 0-6-15,96 0-31 16,44 0 9-16,51 0 7 16,29-6-1-16,19 5-10 15,8-5-4-15,-12-1-2 16,-35-2 0-16,-25 1-1 16,-43 5 1-16,-24 1-1 15,-16-2 0-15,-8 1-1 16,-8 1-8-16,-4 2 7 15,0 0-27-15,0 0-62 16,0 0-60-16,8 0-76 0,16 0-162 16</inkml:trace>
  <inkml:trace contextRef="#ctx0" brushRef="#br0" timeOffset="1281.88">24144 5374 888 0,'0'0'277'0,"0"0"-98"0,0 0 2 16,0 0-76-16,0 0-24 16,0 0-30-16,-187-17-9 15,187 17-12-15,0 0-10 0,0 0-15 16,12 0-1-1,59 0 1-15,21 0-1 0,35 0 7 16,17 0-10-16,3 0 4 16,-4 0-1-16,-15 0-4 15,-33 0 1 1,-27 0 0-16,-44 0 1 0,0 0-2 16,-12 0 0-16,-12 0 0 15,0 0-1-15,0 0-2 16,0 0-2-16,0 0-22 15,-12 0-26-15,-12 0-23 16,-20 0-46-16,4 0-93 16,8 6-100-16,20-6-418 15</inkml:trace>
  <inkml:trace contextRef="#ctx0" brushRef="#br0" timeOffset="3698.22">10220 6264 603 0,'0'0'141'0,"0"0"9"0,0 0-29 0,0 0-34 15,0 0-9-15,0 0-27 16,-63 3-12-16,63 1-15 16,0-2-8-16,0-2 6 15,0 0 9-15,0 5-13 16,27 3-6-16,53-1-1 15,36-2 51-15,27 2-24 16,28-5-17-16,20-2-4 16,16 4-1-16,-4-4-9 15,4 4-2-15,-19-1 1 0,-1 3-6 16,-24-1-5 0,-12 3 5-16,-23-6 6 0,-33 5-6 15,-3-4 2-15,-33 4 5 16,-23-5-7-16,0-2 13 15,-16 0 6-15,-8 0-6 16,-8 0 6-16,-4 0 0 16,0 0-14-16,0 0 0 15,0 0 0-15,0 0-5 16,-36 4-50-16,-47-4-166 16,-33 0-500-16</inkml:trace>
  <inkml:trace contextRef="#ctx0" brushRef="#br0" timeOffset="7382.56">13597 1093 990 0,'0'0'210'0,"0"0"-41"0,0 0-36 16,0 0-53-16,0 0-40 0,0 0-30 16,0 0 9-1,-24 102 28-15,48-36-16 16,-4-8-13-16,3 6-2 0,-11-9-15 15,0-5 7-15,8-5-8 16,-16-10 2-16,8-9-7 16,-4-15-11-16,-4-6-54 15,-4-5-84-15,0 0-12 16,0-38-7-16,0-17-131 16,0-5 10-16,-12 0 193 15,-24-1 101-15,1 10 171 16,-1 3 82-16,-8 6-80 15,20 12-19-15,8 0-26 16,8 9-18-16,8 0-38 16,0 7-17-16,0 5-13 0,0-1-17 15,44 3-22-15,20 4-2 16,11 3 0-16,13 0-1 16,-1 0 1-16,-11 0-1 15,-8 6 0-15,3 10-4 16,-15 5 4-16,-8 3 3 15,8-2-3-15,-28 0-4 16,3 0-1-16,-15 1 10 16,-4-2-5-16,-4 6 0 15,-8 2 0-15,12 0 0 16,-12-3-6-16,0 4 9 16,12 1-3-16,0-2 4 15,0 5-4-15,8-3-1 16,-4 6 1-16,4-6 2 15,-8-2-2-15,0-4 0 0,-8-1 0 16,-4-9 0-16,0 1-7 16,0 0 7-16,-52-1 11 15,-28-2-11-15,-15-10 15 16,-17-3-4-16,5 0-9 16,3 0 9-16,9 0-11 15,11-10-2-15,16 7 2 16,33 3-36-16,15 0-72 15,20-3-104-15,0-3-102 16,55-7-670-16</inkml:trace>
  <inkml:trace contextRef="#ctx0" brushRef="#br0" timeOffset="8148.88">17228 1186 1003 0,'0'0'239'0,"0"0"-31"0,0 0-67 15,0 0-64-15,0 0-39 0,0 0-30 16,0-3-7-16,36 52 6 15,-4 2 5-15,-9 2 4 16,1-2-11-16,-12-3-3 16,0-12-2-16,-12-2 0 15,12-18-5-15,-12-10-16 16,0-6-23-16,0 0 19 16,0-10 25-16,0-25 3 15,-24-12 0-15,-8-5 2 16,-7-4-4-16,7 5 4 15,8 0 12-15,0 4 11 16,12 8 3-16,12 4-3 16,0 10 4-16,0 2 1 0,0 10-5 15,0 3-14 1,0 9-3-16,0 1-10 0,56 0-1 16,15 0-5-16,25 0 5 15,19 0 0-15,25 0 0 16,3 0 0-16,4-4-1 15,-27 4 1-15,-36-3-1 16,-29 3 1-16,-31 0-2 16,-24 0-1-16,0 0-3 15,0 3-7-15,0 12 11 16,0 9-2-16,0 2 4 16,0 4 1-16,0 2 5 15,0-1-5-15,0 8-1 16,0-3 0-16,0 0 0 15,0 3 2-15,0-1-2 0,12-2 0 16,0-5-2-16,12-2 2 16,-12-7 1-16,-4-6-1 15,-8-3-1-15,0-7-1 16,0 0 0-16,-8 0 1 16,-52-2 0-16,-23-3 2 15,-33-1 7-15,-23 0-6 16,7 6-2-16,-19-6-9 15,24 4-15-15,11 1-33 16,48-3-33-16,21 9-74 0,31-2-173 16,16-6-280-1</inkml:trace>
  <inkml:trace contextRef="#ctx0" brushRef="#br0" timeOffset="9083.62">22464 1278 631 0,'0'0'355'0,"0"0"-107"0,0 0-83 0,0 0-14 0,0 0-46 15,0 0-51-15,-16-51-34 16,16 51-20-16,0 23 0 16,0 15 0-16,4 12 10 0,16 2 0 15,-4-1-5-15,-5-6-3 16,-11-10-2-16,8-17 1 16,-8-7-1-16,0-11 0 15,4 0 0-15,-4 0 6 16,0-7 8-16,0-28-5 15,-23-12-5-15,-29-4-3 16,-16-11 1-16,20 2 1 16,1 6 1-16,11 3 4 15,24 12 2-15,4 9 14 16,8 9-6-16,0 11 3 16,0 10-8-16,0 0-6 15,20 0-7-15,31 0-2 0,29 0-2 16,12 0 4-16,3 0-1 15,-3 1 1-15,-9 8 0 16,-3-1-5-16,-32-5 5 16,-24 0 1-16,-12-3 4 15,-12 0-3-15,12 0-2 16,-12 0 2-16,12 0 2 16,-12 0-3-16,0 0-1 15,0 0 1-15,0 0-1 16,0 0 3-16,0 0-3 15,0 0 2-15,0 0 1 16,0 7-3-16,0 0-4 0,11 7 4 16,21 6 1-16,4 6-1 15,-8-1 0 1,4 3 0-16,4 1 0 0,-4 3 2 16,-9 0-2-16,-7 0-1 15,-8 3-5-15,-8-4 9 16,0 1-4-16,0-7 1 15,0-2 0-15,-35-6 4 16,-9-2-3-16,-12-8 2 16,-16-1 5-16,1-4-8 15,-9-2-8-15,8 0-32 16,5 2-6-16,15-2-35 16,8 5-40-16,8-3-74 0,4 5-102 15,20-3-238 1</inkml:trace>
  <inkml:trace contextRef="#ctx0" brushRef="#br0" timeOffset="9865.37">24888 1127 969 0,'0'0'323'0,"0"0"-95"0,0 0-126 0,0 0-63 15,0 0-21-15,0 0-15 16,0 38-1-16,4 0 17 15,8 4-1-15,0-2-2 16,0-2-16-16,0-1 0 16,-4 2 0-16,-4-10-1 15,4-9-13-15,-8-7-18 16,0-13-19-16,0 0 6 16,0 0 31-16,0-20 14 15,-20-18 11-15,-8-6-10 0,-4-3 5 16,9 2 16-16,-1 3 15 15,16 3 9-15,-4 5 6 16,12 3-12-16,0 3 9 16,0 7-21-16,0 2-6 15,0 9-7-15,0 5 1 16,0 0-12-16,32 5-3 16,3 0-1-16,13 0-1 15,20 0 1-15,0 0 0 16,3 0 6-16,1 5-5 15,23 4-1-15,9-3 0 16,-8 1-1-16,-5 0 0 16,-31-4 1-16,-12 3 0 15,-28-3 0-15,3 1 0 0,-23 2-1 16,0-6 1-16,0 3-1 16,0 3-3-16,0 7 2 15,12 10 2-15,-12 1 0 16,0 8-5-16,0 1 10 15,0 1-4-15,0 1 1 16,0-4-1-16,0-2 0 16,0 2-1-16,-12-4 0 15,12-2 1-15,0 1-3 16,0-8 0-16,-11-5-3 16,-1-4-17-16,-12-2-28 15,-24-2-18-15,-44-1-3 0,-47 1-59 16,-72-5-137-1,-48 0-173-15</inkml:trace>
  <inkml:trace contextRef="#ctx0" brushRef="#br0" timeOffset="11265.57">14425 251 665 0,'0'0'375'0,"0"0"-211"0,0 0-73 0,0 0-24 0,0 0-35 16,0 0-32-16,-48 34 9 15,24 8 14-15,0 5 0 16,12-3-16-16,0-3 2 15,4-5-7-15,4-4-2 16,4-7 3-16,-8-6 0 16,8-12-2-16,-3-2 0 0,3-5-1 15,0 0 1-15,0 0 12 16,0 0-5-16,0 0 57 16,0-3-15-16,0-12-22 15,0-1-20-15,0 3 7 16,0 6-13-16,0 2 6 15,-8-1-4-15,8-2 1 16,0-1-5-16,0 6 6 16,0-5-6-16,0 3 0 15,0 0 1-15,0-2-1 16,0 3 0-16,0-2-1 16,0 6 1-16,0 0-1 15,0 0 1-15,0 0-4 0,0 0-8 16,0 0 3-16,0 0 9 15,0 0-8-15,0 0-1 16,-4 0 0-16,4 0-6 16,0 0-7-16,0 0 17 15,0 0-5-15,0 0 5 16,-8 0-8-16,4 0 13 16,-4-6 7-16,-4-7-2 15,0-2 2-15,0 1-7 16,0 5 19-16,0 1 1 15,12 8 11-15,-12 0-24 16,12 0-1-16,0 0-6 0,0 15-10 16,0 10 6-1,0 6 2-15,0 1 2 0,0-4 0 16,0-5 0-16,24-6-3 16,-4-14-1-16,-4 3 3 15,16-6-4-15,7 0 6 16,17-9-2-16,12-20-7 15,-4-10-45-15,3 5-80 16,-7-3-99-16,8 9-147 16</inkml:trace>
  <inkml:trace contextRef="#ctx0" brushRef="#br0" timeOffset="11882.32">17929 296 752 0,'0'0'333'0,"0"0"-125"0,0 0-37 0,0 0-41 16,0 0-59-16,0 0-50 0,-56-51-21 16,56 82-13-16,-4 13 13 15,4 7 5-15,0 3-1 16,0 1-2-16,0-6 0 15,0 0-1-15,-8-14-1 16,8-1 1-16,-4-18-1 16,4-6 0-16,0-10 0 15,-8 0 1-15,-4 0 16 16,0-33-2-16,-12-1-11 16,0 0-4-16,0 11 2 15,13 10 5-15,-1 9-4 16,12 4 12-16,-12 0-9 0,12 0-6 15,0 0-4-15,0 0-5 16,0 9-5-16,0 11 14 16,0-1-1-16,0 1 0 15,0-7 1-15,0-4-4 16,12-8 1-16,11-1-1 16,9 0 4-16,4 0-1 15,0-20 0-15,0-3-24 16,0-2-36-16,-5 2-81 15,5 5-76-15,12 2-132 16</inkml:trace>
  <inkml:trace contextRef="#ctx0" brushRef="#br0" timeOffset="12565.78">22531 447 791 0,'0'0'290'0,"0"0"-121"0,0 0-18 15,0 0-46-15,0 0-54 0,0 0-39 16,-12-12-9-16,12 44 0 16,0 11 17-16,0 2-11 0,24-4 6 15,-12 3-4-15,8-10-9 16,-16-3-2-16,4-10 0 16,-8-12 0-16,0-4 0 15,0-5 9-15,0 0-1 16,0 0 13-16,0-17 14 15,0-14-1-15,-20-4-28 16,-4 1 6-16,0 11-4 16,16 10 0-16,4 6 2 15,-4 7-3-15,8 0-7 16,0 0-1-16,0 0-13 16,0 16 1-16,0 11 10 15,8 1 2-15,16-5 1 16,0-3-2-16,8-9-2 0,-8-10-2 15,0-1 1-15,0 0 4 16,12-1 1-16,11-20-4 16,-3-3-15-16,-4-2-24 15,4 1-61-15,12 7-108 16,-9-1-75-16,17 16-304 16</inkml:trace>
  <inkml:trace contextRef="#ctx0" brushRef="#br0" timeOffset="13065.42">25195 391 810 0,'0'0'220'0,"0"0"-23"0,0 0-31 0,0 0-29 0,0 0-51 0,0 0-59 15,-12-71-27-15,12 97-10 16,0 19 10-16,0 3 10 15,0 11-10-15,12-8 1 16,0-4-1-16,-12-9 0 16,12-9 3-16,-12-8-2 15,0-11-1-15,0-6 0 16,0-4 6-16,0 0-2 16,0 0 18-16,0-24-13 15,0 4-6-15,0 0 0 16,0 4-1-16,0 14 1 15,0-1 1-15,0-1-3 16,0 4 2-16,0 0-3 16,0 0-10-16,0 0 1 0,0 0-8 15,56 0-39 1,3 0-48-16,13 0-143 0,0 0-295 16</inkml:trace>
  <inkml:trace contextRef="#ctx0" brushRef="#br0" timeOffset="18250.16">14305 2685 709 0,'0'0'332'0,"0"0"-166"0,0 0-53 16,0 0 11-16,0 0-21 16,0 0-61-16,-20-38-9 15,20 38-33-15,0 21 3 0,0 21 0 16,0 17 12-16,0 1 14 15,0 0-18-15,20 0-9 16,-8-3 8-16,0-3-6 16,-12-3-1-16,12-3-2 15,-12-10-1-15,0-10 0 16,0-8 0-16,0-8-1 16,0-8 1-16,0-4-2 15,0 0-2-15,12 0-12 16,-12 0-30-16,0 0-36 15,0-23-73-15,0-5-85 16,0-4-128-16</inkml:trace>
  <inkml:trace contextRef="#ctx0" brushRef="#br0" timeOffset="18903.98">14262 2730 870 0,'0'0'293'16,"0"0"-154"-16,0 0 9 15,0 0-60-15,0 0-37 16,0 0-12-16,-4-23-18 16,16 14-1-16,39-1-17 0,17 4-2 15,12 0 3-15,3 3-5 16,1-2 2-16,-4 4-1 15,3 1 1-15,-23-4-1 16,-4 4 2-16,-21 0-2 16,-11 0 0-16,-12 0-1 15,-4 0 1-15,-4 0-2 16,4 0-2-16,-4 0 1 16,8 16 2-16,-4 7 0 15,-4 2 2-15,4 6-2 16,4-2 2-16,-12 9-1 15,0 4 1-15,0 2 2 16,12 3-3-16,-12 7 1 0,12-3-2 16,0 7 7-1,0-5-6-15,0 4 0 16,8 8 0-16,-16-15 0 16,7 5 0-16,1-15 0 0,-12-8 0 15,8-10 1-15,-4-10-1 16,-4-3-1-16,8-4 1 15,-8-2 2-15,0-1-1 16,0-2 4-16,0 0-1 16,0 0 4-16,-12 0 14 15,-35 0-3-15,-21-2-17 16,-12-10 4-16,-15-3-5 16,-1 8 1-16,-7 0-1 15,-5-1 1-15,5 3-2 0,11-2-1 16,20 5-1-16,13-3 0 15,3 5-4-15,32-2-15 16,24 2-40-16,0 0-65 16,0 0-120-16,0 0-115 15</inkml:trace>
  <inkml:trace contextRef="#ctx0" brushRef="#br0" timeOffset="22782.04">14783 3671 266 0,'0'0'192'0,"0"0"-58"0,0 0-73 0,0 0 48 15,0 0 8-15,0 0 0 16,0-14-38-16,0 14 3 16,0-3-29-16,0 3 9 15,0 0-5-15,0 0-9 16,0 0-7-16,0 0-12 16,0 0-8-16,0 0-2 15,0 0 2-15,0 0-3 16,0 0-3-16,0 0-4 15,0 0 4-15,0 0-12 16,0 0 1-16,-8 0-4 16,8 0 0-16,0 0-2 0,0 0-6 15,0 12 0-15,0 10 8 16,0 5 0-16,0 0 1 16,0 3-1-16,12-5 4 15,0 2-3-15,0 2-1 16,8 1 0-16,-16-5 2 15,8 0-2-15,0-5 1 16,-4-6 1-16,4 3-1 16,0-3-1-16,0 3 2 15,0-5-1-15,7 3 0 16,-7-2-1-16,4-4 1 16,4-4-1-16,8 3 1 15,-4 1 0-15,8-2 3 0,4-1 0 16,0-5 0-16,-1-1-2 15,-3 0 1-15,16 0 3 16,-4 0-2-16,8-1-1 16,3-9-1-16,-7-2-1 15,-4 1 0-15,-4 0 1 16,-8-6-1-16,3 5 2 16,-11-4-3-16,12-1 9 15,-4 0-1-15,-4-4 0 16,4-1 3-16,-8-3-5 15,-1-8-5-15,-3 2 2 16,4-11 3-16,0 6-2 16,-8-8-1-16,16 5 3 15,-20-4-6-15,12-3 2 16,12-2-1-16,-16 3 0 16,7 5 1-16,5-9-2 0,-4 5 2 15,4-7-2-15,12 1 1 16,-16 4 2-16,15 3 2 15,-7 1-5-15,0 3 2 16,12 5 6-16,-4 3-6 16,-8 5 6-16,-1 1-5 15,1 2-3-15,8 8 0 16,-4-1 0-16,-4 7-1 16,-5 2 1-16,13 0 0 0,-4 1-1 15,-4 6-2-15,-4-2 2 16,4 2 1-16,-13 0-3 15,9 0 1-15,-8 0 0 16,-8 0 1-16,8 0-1 16,-4 0-2-16,-8 0 4 15,0 2 0-15,0 2-4 16,-12 5 1-16,12-2 2 16,-12-4-1-16,0 3-3 15,0-3-14-15,0 1-23 16,0 2-31-16,0-1-38 15,0 2-38-15,-12-7 26 16,-12 0-16-16,4 0-56 16,-4 0-10-16,0 0 19 0,0 0-53 15</inkml:trace>
  <inkml:trace contextRef="#ctx0" brushRef="#br0" timeOffset="23148.98">16842 2911 120 0,'0'0'154'0,"0"0"0"0,0 0-54 0,0 0 8 0,0 0 45 16,0 0-6-16,-96-178-57 15,96 169 17-15,-8 4-26 16,8 0 0-16,0 5 1 16,0 0-11-16,-4 0-24 15,4 0-11-15,0 0-16 16,0 0-6-16,0 0-9 16,0 0-5-16,0 0-3 0,0 0 3 15,0 13 2-15,24 9-1 16,12-2 5-16,0-2 0 15,0 2-5-15,7-2-1 16,-7-2 2-16,4 3 0 16,-8-3-2-16,4 0 1 15,-4-4-1-15,-17 2 1 16,5-9-1-16,-16 2 0 16,-4-3 1-16,0-3-1 15,0 4-1-15,0 4 0 16,0 0-5-16,-16 11-3 15,-27 2-40-15,-5 3-20 16,12 4-42-16,-8 0-30 16,20 2-57-16,12 0-156 15</inkml:trace>
  <inkml:trace contextRef="#ctx0" brushRef="#br0" timeOffset="24182.67">17662 3037 216 0,'0'0'343'0,"0"0"-192"0,0 0 36 0,0 0-32 0,0 0-25 16,0 0-33-16,-52 0-2 16,52 0-18-16,0 0-5 15,0 0-31-15,0 0-21 16,0 0-9-16,0 0-7 0,0 0-4 16,0 20-5-16,0-1 5 15,0 1 2-15,0-11 2 16,0-3-3-16,4-6 1 15,8 0 5-15,8 0 21 16,16-10 20-16,24-21-1 16,35-16-30-16,17-14-17 15,7 3 0-15,-12-1-59 16,-3 1-162-16,0 4-221 16</inkml:trace>
  <inkml:trace contextRef="#ctx0" brushRef="#br0" timeOffset="32350.6">17463 5352 534 0,'0'0'101'0,"0"0"57"0,0 0-26 0,0 0-36 0,-327-2 9 16,276 2-16-16,7 0-5 15,20 0-24-15,12 0-1 16,12 0-12-16,-12 0-10 16,12 0 2-16,0 0-13 0,0 0-5 15,0 0-9-15,0 0-5 16,0 0-2-16,48 0 2 16,47 0-5-16,57 0 23 15,43 0-8-15,40-10-1 16,19-4-6-16,5 2-5 15,8-1 3-15,-16 8-5 16,-20-2-1-16,-12 4 0 16,-20 0 2-16,-24-1-4 15,-8 4 2-15,-15 0 0 16,-1 0-2-16,4 0 0 16,8 0 1-16,-3 0-1 0,-17 0 2 15,-16 0 4 1,-35 0-1-16,-20 0 7 0,-25 0-3 15,-15 0-3-15,-8 0 1 16,-12 0 3-16,-8 0 1 16,4 0 0-16,-8 0 3 15,0 0-2-15,0 0-8 16,0 0-1-16,0 0-2 16,0 0-2-16,0 0-5 15,0 0-38-15,-20 0-103 16,-44 0-220-16</inkml:trace>
  <inkml:trace contextRef="#ctx0" brushRef="#br0" timeOffset="34098.42">10686 6333 830 0,'0'0'238'0,"0"0"-66"0,0 0-56 0,0 0 10 16,0 0-38-16,0 0-34 15,0 0-4-15,-127-26-29 16,127 26-17-16,0 0 6 16,8 0-10-16,75 0 0 15,81 0 7-15,23 0 12 16,36 0-9-16,-12 0-10 15,-4 0-1-15,-8 0 1 16,-24 0 0-16,-12-5-4 16,-35-4-1-16,-45-6 5 15,-23 8-2-15,-36 0-6 0,-16-1 7 16,-8 8 1 0,0-1-12-16,0-3-16 0,0-3-63 15,-32 2-84-15,-40 1-122 16,17-4-365-16</inkml:trace>
  <inkml:trace contextRef="#ctx0" brushRef="#br0" timeOffset="40266.08">8034 7968 981 0,'0'0'135'0,"0"0"-62"0,0 0-32 0,0 0 18 0,0 0-14 15,0 0-17-15,0 0-24 16,-4 11-3-16,4 6 10 16,0 6 24-16,12-7 11 15,0 0-25-15,0-6-9 16,0-1-3-16,0-6-8 16,0-3 7-16,12 0-7 15,12 0 5-15,47-6 4 0,29-32 2 16,43-19-9-16,20-13-3 15,36-1-16-15,12-3-159 16,-16-5-237-16</inkml:trace>
  <inkml:trace contextRef="#ctx0" brushRef="#br0" timeOffset="57965.33">19760 9363 414 0,'0'0'248'15,"0"0"-89"-15,0 0-18 0,0 0-32 0,0 0 1 16,0 0-27-16,0 0-29 16,0 0 11-16,-79-8-16 15,79 8-4-15,0 0-12 16,0 0-12-16,0 0-5 16,0 0-3-16,0 0-5 15,23 0-4-15,61 0 0 16,39 0 23-16,33 0-21 15,19 0-4-15,12 0 3 16,-12 0-5-16,0 0 0 16,-35 0 0-16,-13 0 0 15,-23 4 0-15,-17-4 1 16,-19 4 1-16,-12-3-2 0,-28-1 1 16,-16 0-1-16,-4 0 3 15,-8 0 6-15,0 0 18 16,0 0-4-16,0 5 4 15,0-5-9-15,0 0-12 16,0 0-3-16,0 0 0 16,0 0-3-16,0 0-2 15,0 0 2-15,0 0-8 16,0 0-13-16,0 0-44 16,0 0-50-16,0 0-70 15,0 0-53-15,11 0-209 16</inkml:trace>
  <inkml:trace contextRef="#ctx0" brushRef="#br0" timeOffset="59732.36">5813 10351 881 0,'0'0'173'0,"0"0"-8"0,0 0-57 0,0 0-8 0,0 0-25 15,0 0-28 1,-152 6-21-16,152-6-9 0,32 1-11 16,52 3-4-16,35 7 17 15,41-2 2-15,-5 0-18 16,-4-2 4-16,-11-1-6 16,-9-1-1-16,-16 3 3 15,-31-6-3-15,-16 3 1 16,-32-5-2-16,-17 0 2 15,-15 0 1-15,-4 0-1 16,0 0 0-16,0 0 5 16,0 2-1-16,0-2-2 15,0 0 5-15,0 0-6 16,0 0-2-16,0 0-7 16,0 0-11-16,0 0-34 0,0 0-55 15,0 0-71 1,24 0-70-16,12 0-215 0</inkml:trace>
  <inkml:trace contextRef="#ctx0" brushRef="#br0" timeOffset="61632.92">16746 10242 624 0,'0'0'187'0,"0"0"-41"0,0 0-41 15,0 0 5-15,0 0-10 16,0 0-21-16,-159 0-9 15,159 0-13-15,0 0-16 0,0 0-11 16,0 0-9-16,0 0-13 16,0 0 0-16,0 0-5 15,56 0-2-15,47 6 8 16,36 1 16-16,29 2-24 16,7-5 1-16,32-1-2 15,-16-1 3-15,-4-2-1 16,-24 0-1-16,-23 3-1 15,-13-3 1-15,-35 4-1 16,-21 0-2-16,-23-4 0 16,-24 1 2-16,-12-1 0 15,-12 0 8-15,0 0-5 16,0 0 1-16,0 0-4 0,0 0 13 16,0 0-12-1,0 0-1-15,0 5-1 0,0-5-10 16,0 0-24-16,0 0-61 15,0 6-95-15,20 0-63 16,8 1-160-16</inkml:trace>
  <inkml:trace contextRef="#ctx0" brushRef="#br0" timeOffset="62565.63">24275 10255 644 0,'0'0'202'0,"0"0"-64"0,0 0-27 0,0 0 14 0,0 0-32 16,0 0-19-1,-119 0-19-15,119 0-19 0,0 0-4 16,0 0 0-16,0 0-14 15,0 0-6-15,0 0-7 16,12 3-3-16,47 1 0 16,33 2 7-16,35-3 2 15,13-3-6-15,11 0 1 16,0 0-6-16,-7 0 9 16,-5 0-9-16,-19 0-1 15,-29 0 1-15,-11 0 1 16,-32 0-1-16,-13 0-1 15,-23 0 1-15,0 0 0 16,0 0 0-16,-12 0-1 0,0 0 1 16,0 0 0-16,0 0-15 15,0 0-57-15,0 0-91 16,0-3-58-16,0-1-205 16</inkml:trace>
  <inkml:trace contextRef="#ctx0" brushRef="#br0" timeOffset="186918.94">14516 9287 553 0,'0'0'164'0,"0"0"21"0,0 0-35 16,0 0-33-16,0 0-25 0,0 0-22 16,0 0-3-16,-95 0-10 15,95 0-10-15,0 0 1 16,0 0-3-16,0 0-13 15,0 0-9-15,0 0-14 16,4 0 5-16,68 0-13 16,31 5 8-16,24 6-1 15,5-5-2-15,3-2-4 16,-7 1 1-16,-9-2-3 16,-11 0 1-16,-17-3-2 15,-23 0 4-15,-32 4-1 16,-24-4-2-16,-12 0 0 0,0 0 0 15,0 0 1-15,0 0-3 16,0 0 0-16,0 0-5 16,0 0-28-16,0 0-86 15,12 6-115-15,23-5-196 16</inkml:trace>
  <inkml:trace contextRef="#ctx0" brushRef="#br0" timeOffset="187932.8">20162 9445 343 0,'0'0'280'0,"0"0"-172"0,0 0 47 0,0 0-11 16,0 0-49-16,0 0-37 15,-175-28 32-15,163 25-23 16,12 3-5-16,0 0 0 16,0 0-30-16,0 0-4 15,0 0 0-15,0 0-19 0,68 0 1 16,59-8 16 0,48 3 0-16,36-10-13 0,-11 8-5 15,-1-3-7-15,-36 0 10 16,-12 1-2-16,-43-6-5 15,-29 12 1-15,-43-5 4 16,-16 8-8-16,-20-3 3 16,0 3-4-16,0 0 0 15,0 0 0-15,0 0-44 16,-32 11-139-16,-28 11-157 16</inkml:trace>
  <inkml:trace contextRef="#ctx0" brushRef="#br0" timeOffset="189998.61">5438 10353 746 0,'0'0'250'0,"0"0"-102"0,0 0-52 0,0 0-18 16,0 0 8-16,0 0-16 15,0 0-27-15,-211-6-19 16,211 6-13-16,0 0-3 16,12 0-8-16,72 10 0 15,31 1 25-15,61-1 1 16,23-3-11-16,24-1-11 15,12-2-2-15,-28-1 2 16,-28-3-3-16,-44 0-2 16,-63 4 2-16,-24-4-1 15,-24 2 2-15,-17-2 1 0,-7 3 2 16,0-3 4-16,0 0 0 16,0 0-7-16,0 0-1 15,0 0-2-15,0 0-10 16,0 0-30-16,0 6-68 15,16 5-120-15,40-7-122 16</inkml:trace>
  <inkml:trace contextRef="#ctx0" brushRef="#br0" timeOffset="191448.39">17204 10233 562 0,'0'0'145'0,"0"0"22"0,0 0-33 0,-307-9-12 0,252 9-31 15,23 0-27-15,20-4 9 16,8 1-8-16,4-1-10 16,0 4-8-16,0 0-19 15,0 0 4-15,36 0-15 16,91-2-7-16,64-2 14 16,52 0-8-16,28-2-12 15,-16 3-4-15,-36 3 1 16,-52 0 0-16,-40 0 0 15,-43 0 6-15,-36 0-7 16,-24 0 0-16,-16 0-1 16,-8 0 1-16,0 0-3 0,0 0-2 15,0 0-25-15,0 0-61 16,-12 13-68-16,-24 5-131 16,4-1-496-16</inkml:trace>
  <inkml:trace contextRef="#ctx0" brushRef="#br0" timeOffset="192215.88">24001 10280 902 0,'0'0'211'0,"0"0"-54"0,0 0-43 0,0 0 25 0,0 0-45 16,0 0-25-1,-136-25-36-15,196 25-17 0,55-4 4 16,57-2-5-16,19 0-8 16,8-4-6-1,0 6 3-15,0-1-4 0,-16 2-4 16,4-1-32-16,-36-2-60 16,-31 2-98-16,-40 4-112 15,-25 0-481-15</inkml:trace>
  <inkml:trace contextRef="#ctx0" brushRef="#br0" timeOffset="197465.58">9551 11458 1027 0,'0'0'117'0,"0"0"-81"0,0 0 53 0,0 0 2 0,0 0-25 16,0 0-20-16,0 0-12 15,-139 0-19-15,219 0-12 16,47 0 15-16,40 0 5 16,28 0-7-16,-19 7-6 15,-9 0-3-15,-28 2-2 16,-35 1-1-16,-33-5-4 15,-35-2 0-15,-16 0 0 16,-20-3 0-16,0 0 0 16,0 0 3-16,0 0-6 0,4 0 3 15,4 0-2 1,20 0-27-16,4 0-57 0,39 0-56 16,21 4-17-1,16-1-153-15,31 0-326 0</inkml:trace>
  <inkml:trace contextRef="#ctx0" brushRef="#br0" timeOffset="198321.21">15181 11458 702 0,'0'0'207'0,"0"0"-64"0,0 0-24 0,-386-35-21 0,295 29-14 0,19 3 1 16,12 3-19-16,28 0-19 15,8 0-12-15,24 0-10 16,0 0-15-16,0 0-7 15,0 0-3-15,80 0 0 16,40 7 21-16,79 3 11 16,32-5-15-16,27-2-8 0,33-3-3 15,-8 0-6 1,-25 0 0-16,-27 0 1 16,-43 0-1-16,-49 0-3 15,-56 0 3-15,-35 0 0 0,-28 0 1 16,-16 0 2-16,-4 0 1 15,0 0-1-15,0 0 1 16,0 0 1-16,0 0-1 16,0 0-3-16,0 0-1 15,-16 0-16-15,-28 0-32 16,-3 16-48-16,-1 6-80 16,12 0-60-16,28-2-300 15</inkml:trace>
  <inkml:trace contextRef="#ctx0" brushRef="#br0" timeOffset="199366.12">20943 11398 648 0,'0'0'144'0,"0"0"1"0,0 0-13 0,0 0-28 16,0 0-40-16,0 0 2 16,-231-39-10-16,219 39-4 15,-4 0-9-15,-8 0-1 16,0 0-7-16,-20 0-12 16,20 0-2-16,12 0-9 15,1 0 8-15,-1 0-10 16,12 0-3-16,0 0-3 15,0 0-4-15,0 0 2 0,16 4 2 16,51 5-4-16,49 2 12 16,47 0 13-16,28-5-21 15,40 4-2-15,24-10 5 16,4 0-6-16,19 0-1 16,-19 0 0-1,-24 0-1-15,-48 0 1 0,-51 0-1 16,-41 0 2-16,-35 0 1 15,-36 0 1-15,-4 0 1 16,-20-3 4-16,0 3-6 16,0-2 2-16,0-3 1 15,0 3 0-15,0 2 1 16,0 0-5-16,0-4 0 16,0 4-1-16,-8-4-4 0,-28 4-6 15,0 0-38-15,-12 0-48 16,4 0-94-16,-3 0-97 15,11 0-413-15</inkml:trace>
  <inkml:trace contextRef="#ctx0" brushRef="#br0" timeOffset="201515.72">13736 12347 309 0,'0'0'330'0,"0"0"-233"0,0 0 32 0,0 0-19 15,0 0 9-15,0 0-42 16,-52-9-13-16,52 9-16 15,-8 0-15-15,8 0 0 0,0 0-11 16,0 0-13-16,0 0 0 16,0 0-5-16,0 0 1 15,0 0-1-15,0 0 8 16,0 0-4-16,0 0-1 16,0 0 3-16,0 0 4 15,0 0 9-15,12 0 2 16,44-3 1-16,28-23-7 15,43-6-16-15,16-7-3 16,17 2-31-16,-9 0-104 16,-20-18-190-16</inkml:trace>
  <inkml:trace contextRef="#ctx0" brushRef="#br0" timeOffset="204715.39">10344 13376 848 0,'0'0'158'0,"0"0"-11"0,0 0-41 0,0 0-31 0,0 0 5 16,0 0-32-16,0 0-10 16,-243-33-18-16,243 33-11 15,0 0-1-15,24 4-3 16,79 12 6-16,49-3 42 0,47 0-32 16,24-1-6-16,19-5-12 15,-15-1-3-15,-20-5 0 16,-39-1-1-1,-45 0 0-15,-39 0 1 0,-48 6-1 16,-13-6 2-16,-15 0-2 16,-8 2 2-16,0-2-1 15,0 0 3-15,0 0-3 16,0 3-3-16,-12 5-24 16,-43 2-86-16,-13 12-73 15,-4-7-76-15,37-10-302 16</inkml:trace>
  <inkml:trace contextRef="#ctx0" brushRef="#br0" timeOffset="209383.03">24526 13426 840 0,'0'0'122'0,"0"0"-38"0,0 0 12 0,0 0 23 0,0 0-44 16,0 0-4-16,-322-11-7 15,310 11-17-15,8 0-2 16,4 0-6-16,0 0-14 16,0 0-1-16,0 0-6 15,0 0-9-15,51 0-4 16,65 0-1-16,47-1-1 16,56-9 4-16,40-1-5 15,20 1-2-15,15-3-1 16,-3-4-2-16,15 5 2 15,-3-1 1-15,12-3-1 0,-9 4 2 16,-39-1-1-16,-44 7 0 16,-60-1 0-16,-47 3 0 15,-57 2-1-15,-27-1 1 16,-20-1 5-16,0-1 3 16,-8 0 2-16,4 3-6 15,-8-2-1-15,0 0-2 16,4 2-1-16,-4-1-5 15,0 3-36-15,0 0-52 16,-16 0-132-16,-52 0-188 16</inkml:trace>
  <inkml:trace contextRef="#ctx0" brushRef="#br0" timeOffset="-211292.12">25581 14640 634 0,'0'0'164'0,"0"0"-21"0,0 0-45 0,0 0 1 16,0 0 7-16,0 0-41 16,0 0-17-16,-255-26 14 15,243 26-10-15,12 0-4 0,-4 0-21 16,4 0-8-16,0 0-12 16,0 0 0-16,12 0-3 15,96 0 6-15,55 0-2 16,44-4 4-16,8-2-11 15,-4-3 1-15,-12 4-2 16,-27 1 0-16,-29-1 0 16,-52 4 0-16,-43-3 0 15,-28 1 0-15,-20 3-1 16,0 0-2-16,-8 0-13 16,-87 0-39-16,-57 8-123 15,-23-3-312-15</inkml:trace>
  <inkml:trace contextRef="#ctx0" brushRef="#br0" timeOffset="-194680.76">14540 15830 905 0,'0'0'152'16,"0"0"-21"-16,0 0-24 0,0 0-7 0,0 0 4 15,-318 0-46-15,286 0 11 16,32 0-35-16,0 0 1 0,0 0-26 15,0 0-7-15,0 3-2 16,36-3-4-16,59 0 4 16,45 0 0-16,31 0 9 15,-4 0-9-15,-4 0 2 16,-11 0-2-16,-13 0 1 16,-12 0-1-16,-31 0 0 15,-24 0 0-15,-29 0-1 16,-19 0 0-16,0 0 1 15,-24 0 0-15,8 0-2 16,-8 0 2-16,0 0-2 16,0 0-1-16,0 0-17 15,0 0-14-15,0 0-47 16,0 10-35-16,0 2-31 0,0 5-93 16,0-1-171-16</inkml:trace>
  <inkml:trace contextRef="#ctx0" brushRef="#br0" timeOffset="-193707.67">21365 15828 746 0,'0'0'205'0,"0"0"-117"0,0 0 39 0,0 0-2 0,0 0-44 16,0 0-2-16,-84 0-41 15,84 0-15-15,48 0-5 16,55 0-3-16,53-7-12 16,43-9 4-16,8-2-7 15,4 4 0-15,0 2-2 16,-28-3 2-16,-32 8 0 16,-31 0 1-16,-25 3 0 15,-39 0 2-15,-32 3-3 16,-12 1-1-16,-12 0-1 15,0 0-2-15,0-4-2 0,0 0-11 16,0 4-34-16,0 0-64 16,-36 0-11-16,-24 0-170 15,5 4-399-15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30:03.110"/>
    </inkml:context>
    <inkml:brush xml:id="br0">
      <inkml:brushProperty name="width" value="0.05292" units="cm"/>
      <inkml:brushProperty name="height" value="0.05292" units="cm"/>
      <inkml:brushProperty name="color" value="#FF0000"/>
    </inkml:brush>
  </inkml:definitions>
  <inkml:trace contextRef="#ctx0" brushRef="#br0">9607 3857 536 0,'0'0'124'0,"0"0"53"0,0 0-62 0,0 0-16 0,0 0-15 0,0 0-26 16,0 0-24-16,0-40 5 15,0 33-28-15,0-1 10 16,-12 3-13-16,-8-4 11 16,-4 2-7-16,1-2-6 15,-13-1 17-15,0-1-20 16,-8-1 3-16,-4 1-6 15,4-6 0-15,-7 5 0 16,-5-1 0-16,0 4 9 16,-7-4 1-16,-5 3-10 15,12 4 3-15,-4 2 2 16,1 4-4-16,-1 0 1 0,-8 0 0 16,9 0 3-1,-13 0-4-15,4 0 0 0,8 0-1 16,-7 0 0-1,7 0 3-15,0 0-3 0,17 0 4 16,3 0-4-16,-4 0 0 16,-4 0 0-16,16 0 2 15,-16 5-2-15,1 3-1 16,-1 1 1-16,-8 4 3 16,4-1-3-16,-3 2 2 15,19-2 4-15,0 3-6 16,0 4-2-16,-8 2 2 15,9-3 0-15,-13 2 0 16,4 2-6-16,-4-1 6 16,0 5 1-16,5-1-1 0,3 1 1 15,8 3-1-15,-4-1 0 16,0 0 0-16,12 6 0 16,-11 6 0-16,3 0-3 15,-4 6 3-15,0-2 1 16,12 4 0-16,-8-1 0 15,4 1-1-15,5-1 0 16,3-2 3-16,8-4-3 16,0-3-3-16,0 4 2 15,0-1 1-15,0 1 0 16,4-2 4-16,-4 5-4 16,0-2 0-16,8 3 1 0,-4-8-1 15,4 3 1 1,4-4-1-16,0 0 0 0,0-3 0 15,0-3-1-15,0 0 1 16,0 1-4-16,0 2 9 16,0 0-10-16,12 0 3 15,0 3 2-15,0-6 7 16,0 0-7-16,0 1 0 16,0-1 1-16,0 4-1 15,0-2-1-15,0 1-1 16,12-5-3-16,-13 0 10 15,1-1-5-15,12-3 0 16,-4 4 2-16,4 0-2 16,0 2-2-16,0-2 2 0,8-1 2 15,-8-2 1-15,3 2-5 16,-3-1 4-16,8 1 4 16,-8 0-6-16,0-2 3 15,8 3-2-15,-4-2 2 16,4 2-1-16,-5-1 2 15,5 3-4-15,-8 3 2 16,20-3 1-16,-8 1 9 16,0 0-7-16,-1 0 1 15,1-3 1-15,0-2-3 16,8 6 0-16,-8-4-4 16,12-2 0-16,-1 4 8 0,-3-7-4 15,-8 3-1-15,12 2 0 16,-4-8-2-16,-5 12-1 15,5-4 3-15,-8-3-2 16,0 3-1-16,-4-2 5 16,-4-7-4-16,7 6 0 15,-3-4 1-15,-8-4-2 16,12 9 0-16,0-3 0 16,-4 1 0-16,3 7 6 15,1-6-6-15,12 3 2 16,0-2 1-16,-4-1-2 15,3 6 0-15,-3-8-1 16,-4 0 3-16,-4-2-3 16,8-7 2-16,-8 6-2 0,-1-6 2 15,1-3-2-15,8 1 0 16,-8 3 0-16,20-2 0 16,-5 7 1-16,5-5 2 15,-8-3-1-15,12 3 5 16,-5-9-1-16,-7 4-3 15,12-2 9-15,-4 2-4 16,3-5-3-16,9 1 1 16,-16-5 3-16,3-2-6 15,5 4 22-15,8-4-18 0,4 0 0 16,-5 0-2 0,-7 0 13-16,12 0-15 15,-5-4 2-15,-7-5 0 16,12-4 5-16,-5 0-7 0,1-9 1 15,4 2-4-15,11-7 1 16,1-6 3-16,8 1-3 16,-9-5 3-16,-15 3-2 15,4-2-2-15,-17 5 4 16,-7-2-2-16,0 0-2 16,-4-3 2-16,-5-2 4 15,-7-1-6-15,-8-2 0 16,12 1 0-16,-12-5 3 15,-4-6-3-15,-4-3 8 16,4 3-6-16,-16-4 5 0,-4 4-7 16,0 0 2-1,0 0-1-15,0-1 6 0,0-2-7 16,0-4 3-16,-4 5 0 16,-16-6-3-16,8 7 6 15,0 1 0-15,0 0-3 16,-4 7-2-16,-16-1-1 15,8 1 3-15,-8-1-1 16,-3-2 3-16,-1-4-5 16,0-1 0-16,0 6 2 15,4-10-2-15,-4 5-1 16,8 1 1-16,5 3 6 0,-9 0-5 16,8-3-1-1,0 7 0-15,0-2 2 0,4-2-2 16,4 3 1-16,4-2-1 15,-8 6 0-15,-3 5 0 16,11-1 0-16,-12 8 0 16,12 0-2-16,12 1-2 15,-12 7 7-15,12-11-4 16,-8 8 2-16,-4-5-1 16,8 1 0-16,-8 2 0 15,4 0 0-15,4-1 1 16,-4 1-1-16,-4 3 0 15,8-2-1-15,-4 6 1 0,4 0 0 16,-4-2-1 0,-4 2 1-16,0-2 0 0,0 5 1 15,-12-5 1-15,13 2-1 16,-9-2-2-16,8 2-1 16,-4-2 0-16,-16-2 4 15,-4-3-2-15,-12-1 0 16,1 1 0-16,-1-1 0 15,-20 4 0-15,8-5 0 16,-7 5 2-16,-5 1-2 16,4 2 2-16,-3-1 6 15,11 0-8-15,-8 6 1 0,8-3 2 16,13 5-2 0,-13 3-1-16,-20 6-5 15,-11 3-9-15,-29 0-35 16,5 28-119-16,7 7-100 0,17 1-175 15</inkml:trace>
  <inkml:trace contextRef="#ctx0" brushRef="#br0" timeOffset="4048.49">6350 9283 56 0,'0'0'771'0,"0"0"-578"0,0 0-23 0,0 0-47 0,0 0 1 0,0 0-33 15,0 0-5-15,-151-22-51 16,151 14-7-16,0 7-14 15,68-12-8-15,51 0-5 16,44-3 9-16,24-2-4 16,1 4-5-16,-25 1-1 15,-12 4 0-15,-35 3 0 16,-45 6 0-16,-47 0 0 16,-4 0-1-16,-20 0-2 15,0 0 3-15,0-3 5 16,-8-3-2-16,-40-8 0 15,-11-3-2-15,-9 3 1 16,8-3-2-16,16 5 0 16,20 4 6-16,9 3 5 15,7 5 10-15,8-2-1 0,0-2-5 16,0 4-5-16,0 0-10 16,0 0 0-16,0 0-7 15,31 0 0-15,29 0 7 16,0 17 0-16,-4-3 1 15,-9 6-2-15,-11 6-1 16,-12 9-10-16,-12 7-35 16,-12 17-64-16,0 12-94 15,-36 0-148-15</inkml:trace>
  <inkml:trace contextRef="#ctx0" brushRef="#br0" timeOffset="25715.09">8664 12781 723 0,'0'0'364'0,"0"0"-268"0,0 0-16 0,0 0 18 15,0 0-27-15,0 0-40 0,0 0-20 16,0 0-3-16,0 0 4 16,-12 37 22-16,35-3-4 15,-11-6 0-15,12-5-13 16,-12-8-6-16,-4-11-9 15,4-4 14-15,-12 0-9 16,16 0 10-16,20-19 29 16,32-26-23-16,15-18-14 15,21-3-9-15,-1-6-6 16,1 17-56-16,-29-1-177 16,-19 4-508-16</inkml:trace>
  <inkml:trace contextRef="#ctx0" brushRef="#br0" timeOffset="38316.57">16794 7146 596 0,'0'0'336'0,"0"0"-190"0,0 0-27 16,0 0-52-16,0 0 4 0,0 0 0 16,0 0-9-1,0 0-12-15,187 19-19 0,-163 7-4 16,12 2-1-16,-12-2-6 16,7-8-8-16,-15-5-3 15,4-6-7-15,-16-7-1 16,4 0 16-16,16 0 21 15,24-35 6-15,20-16-11 16,3-12-23-16,13-5-10 16,-12 5-1-16,-5 2-36 15,-11 0-124-15,-16 3-344 16</inkml:trace>
  <inkml:trace contextRef="#ctx0" brushRef="#br0" timeOffset="43915.28">14317 7933 365 0,'0'0'527'0,"0"0"-375"0,0 0-32 0,0 0-18 15,0 0-26-15,0 0-12 16,0 0-20-16,0 0-10 15,-71 0-6-15,134 0-17 0,41-10 4 16,23 1 4-16,13-1-13 16,15 0-2-16,16-2 0 15,4 7 2-15,-11-2-2 16,-13 5-5-16,-44 2 2 16,-35 0-2-16,-24-5 2 15,-28 5-3-15,-8 0 3 16,-12 0-1-16,0-2 0 15,0 2-3-15,0 0-31 16,0 0-106-16,0 0-126 16,-12 0-646-16</inkml:trace>
  <inkml:trace contextRef="#ctx0" brushRef="#br0" timeOffset="66198.84">16292 7846 900 0,'0'0'215'16,"0"0"-78"-16,0 0-33 0,0 0 12 0,0 0-40 16,0 0-31-16,0 0-14 15,0 0-10-15,48-66-15 16,-24 87 14-16,8 8 12 16,-4-7-16-16,-5-4-13 15,9-6 7-15,-8-4-6 16,12-8-4-16,20 0 5 0,27-48 7 15,33-26 1 1,3-17-9-16,-15-1-4 0,-1 10 0 16,-31 9-20-16,8 14-54 15,-5 8-92-15,1 7-155 16,-4 0-680-16</inkml:trace>
  <inkml:trace contextRef="#ctx0" brushRef="#br0" timeOffset="69782.6">16666 9423 727 0,'0'0'230'0,"0"0"-173"0,0 0-36 0,0 0-21 16,0 0-5-16,0 0 5 15,116 58 17-15,-100-47 4 16,4-5 12-16,-20-1 19 0,12-5-8 16,-12 0 26-16,12 0 5 15,12 0-27-15,19-5-14 16,9-16-2-16,4-9-16 16,12 0-7-16,-9-6-8 15,1 1-2-15,12 1-1 16,-5 2-6-16,-19 10-36 15,0 3-89-15,-16 16-71 16,-8 3-130-16,-12 0-385 16</inkml:trace>
  <inkml:trace contextRef="#ctx0" brushRef="#br0" timeOffset="77920.64">15022 17027 900 0,'0'0'255'0,"0"0"-124"0,0 0-36 0,0 0-5 0,0 0-18 15,0 0-45-15,0 0-14 16,-4-18 0-16,28 43 11 16,0-1-4-16,0-10-7 15,-12-8-4-15,0-3 7 16,0-3-10-16,19 0 11 15,29-32-9-15,44-28 3 16,27-17-11-16,32-8-1 0,13-5-50 16,-1 2-151-16,-12 6-273 15</inkml:trace>
  <inkml:trace contextRef="#ctx0" brushRef="#br0" timeOffset="88365.58">23399 9492 1010 0,'0'0'147'0,"0"0"-58"0,0 0-22 0,0 0 26 16,0 0-49-16,0 0-17 15,0 0 20-15,0 0-11 16,20 181-10-16,-20-152-14 16,12-10-1-16,0-10-3 15,0-9 0-15,-4 0-6 16,8 0 5-16,28-18 5 16,27-46-1-16,49-25-7 0,15-13-4 15,9 0-40 1,-5 5-121-16,-12 10-178 0</inkml:trace>
  <inkml:trace contextRef="#ctx0" brushRef="#br0" timeOffset="93098.08">26190 11661 1174 0,'0'0'135'0,"0"0"-61"0,0 0-9 0,0 0 2 0,0 0-10 16,0 0-32-16,0 0 25 15,24 127-5-15,8-97-30 16,-8-9 7-16,0-12-8 16,12-9-7-16,31-11-7 15,61-63 12-15,71-43 8 16,60-42-20-16,55-25-73 16,-11-7-219-16,-44 4-580 15</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33:13.175"/>
    </inkml:context>
    <inkml:brush xml:id="br0">
      <inkml:brushProperty name="width" value="0.05292" units="cm"/>
      <inkml:brushProperty name="height" value="0.05292" units="cm"/>
      <inkml:brushProperty name="color" value="#FF0000"/>
    </inkml:brush>
  </inkml:definitions>
  <inkml:trace contextRef="#ctx0" brushRef="#br0">21910 4758 609 0,'0'0'135'0,"0"0"27"0,0 0-11 0,0 0-34 0,0 0-34 15,-334 0-5-15,310 0 9 16,12 0-30-16,8 0-23 16,4 0 1-16,0 0-17 15,0 0 2-15,0 0-19 16,4 0-1-16,76 0 0 16,47 4 5-16,24 3 3 0,16-5-6 15,-3 1 3 1,-1 1-4-16,-24-4 0 0,-19 0 1 15,-21 3-2-15,-27-3-9 16,-24 0 1-16,-12 0-35 16,-24 0-27-16,-12 4-57 15,0-4-101-15,-24 0-407 16</inkml:trace>
  <inkml:trace contextRef="#ctx0" brushRef="#br0" timeOffset="3866.55">3288 2719 563 0,'0'0'270'0,"0"0"-157"0,0 0-5 0,0 0-10 16,0 0-35-16,0 0-5 16,0 0 8-16,0 0 8 15,12-92-16-15,-12 92 9 16,0 0-14-16,-12 0-30 0,-31 4-22 15,-5 23-1-15,-12 3-1 16,4 1 0-16,17 0 1 16,7 6-6-16,20-6 6 15,12 2 0-15,0-1 3 16,0-2-6-16,20 6 2 16,31-4-2-16,-7 2 3 15,16 5 0-15,-24-5 2 16,-4 5-2-16,-20-3 0 15,-12-5 0-15,0 0 1 16,0 5 0-16,-56-12 3 16,-16 3 0-16,4-12 4 15,-3-9-5-15,23-3-2 16,0-3 9-16,16 0-5 0,9 0-4 16,-1-6 0-16,24-7-1 15,0 4-22 1,0-8-43-16,24-2-79 0,47-5-45 15,21-3 20-15,11-5-55 16,-7 8 48-16,-5-5 66 16,-19 4 110-16,-12 6 8 15,-24 4 125-15,-16 14 58 16,-9 1-27-16,1 0-52 16,-12 0-62-16,12 7-23 15,0 11 37-15,12 8 27 16,-12 6-44-16,8-6-16 15,-16 5-20-15,8-2-7 16,-4-7-4-16,-8 2 0 16,4-7-37-16,-4-8-124 0,0-4-53 15,8-5-175-15</inkml:trace>
  <inkml:trace contextRef="#ctx0" brushRef="#br0" timeOffset="4017.87">3722 2974 459 0,'0'0'543'0,"0"0"-363"0,0 0-29 0,0 0-46 16,0 0-51-16,0 0-46 15,-59-53-8-15,59 53-60 16,0 2-128-16,12 24-23 16,12 10-237-16</inkml:trace>
  <inkml:trace contextRef="#ctx0" brushRef="#br0" timeOffset="4866.93">4061 3361 512 0,'0'0'333'16,"0"0"-137"-16,0 0-71 0,0 0-47 16,0 0-6-16,0 0-9 15,-12-22 12-15,12 5-46 16,0 0 0-16,0 1 11 16,0-3-14-16,24 3 2 15,0 2-14-15,0 5-7 16,7 7-3-16,5 2-4 15,-12 0 0-15,12 0-3 16,-12 16 2-16,0 1-1 16,0 10 2-16,-12-3 2 15,0 2-2-15,-5-6-1 16,-7-11-1-16,0-4 4 16,0-5-2-16,0 0 3 0,4 0 1 15,-4 0 8-15,8 0 4 16,4-17-5-16,12-9-6 15,0 9-4-15,8 3-1 16,-8 4-1-16,-8 6 0 16,4 4 1-16,4 0-10 15,0 0 9-15,11 0-5 16,-3 14 5-16,-8-1 0 16,-8 2-5-16,-4-3 4 15,-4-5-1-15,-4-7 2 16,-4 0 1-16,8 0 0 15,4 0 2-15,0 0 1 0,0-16 5 16,12-6 1 0,-1 3-5-16,1 2 1 0,-12 12 1 15,0 0 0-15,-12 5-1 16,8 0-5-16,4 0-1 16,0 0-4-16,4 0 4 15,4 5 0-15,4 4-2 16,-12-3 1-16,12 3 2 15,-12-1-7-15,8-6 1 16,-5-2-4-16,9 0 3 16,8 0 6-16,-8-2 1 15,-12-12 2-15,12 5 2 16,-12 5-4-16,-12-1 3 0,12 5-1 16,-12 0-1-1,0 0 3-15,0 0-4 0,8 0-14 16,4 3 10-16,4 18 4 15,4 1-6-15,-5 1 9 16,-3 2-6-16,-4 1-40 16,-8 2-83-16,0-4-61 15,0 0-59-15,0-17-287 16</inkml:trace>
  <inkml:trace contextRef="#ctx0" brushRef="#br0" timeOffset="5033.37">4805 2935 1121 0,'0'0'228'16,"0"0"-80"-16,0 0-95 0,0 0-53 0,0 0-1 0,0 0-30 16,156-39-120-16,-77 56-88 15,5 19-210-15</inkml:trace>
  <inkml:trace contextRef="#ctx0" brushRef="#br0" timeOffset="6134.42">5952 2883 822 0,'0'0'272'0,"0"0"-100"16,0 0-21-16,0 0-36 15,0 0-31-15,0 0-30 16,-8-83-30-16,4 83-24 16,4 12-8-16,0 23 2 15,0 10 6-15,0 6 2 16,0 1 0-16,0 4-1 15,0-2 0-15,0-3-1 16,0 0-1-16,0-4-3 16,0 0 0-16,24-5-10 0,0-4-16 15,12-9 13-15,8-7-13 16,-17-9-13-16,17-8 6 16,-8-5 20-16,20 0 11 15,-8-18 1-15,-1-17 3 16,1-1-4-16,-12-3 6 15,0 6 0-15,-4 5 0 16,-20-2 7-16,-12 9 9 16,0 0 23-16,0 2-8 15,0 12 6-15,-8 3-13 16,-28 4-11-16,-4 0-3 0,-4 0-10 16,-4 15-4-1,1 10 3-15,11 7-2 0,-8-1 3 16,32-4-5-16,0 1-3 15,12-6-4-15,0-5 4 16,0-5-2-16,0-7-8 16,0 0 6-16,0-5 4 15,12 0 3-15,12 0 3 16,24 0 4-16,-1-5 1 16,-3 0-3-16,-8 5 0 15,0 0-2-15,-4 0 0 16,-4 0-2-16,-8 5 3 15,-8 9-12-15,-12 0 3 16,0-3-2-16,0-4 8 0,0-2-12 16,0-5 8-1,0 0 8-15,0 0 13 0,0 0 3 16,11 0 3-16,1-19-4 16,12-2-15-16,12-4 0 15,20-1-1-15,4 6 1 16,11 6-2-16,1 6-8 15,-16 6 7-15,-1 2 2 16,-15 0-2-16,-8 12-3 16,4 17 3-16,-36 2-3 15,0 2 5-15,0 1-8 16,0-1 8-16,0-8-2 16,-24-10 1-16,12-11 2 0,4-4 6 15,4 0 12 1,4-19 9-16,0-13-9 0,0-3-11 15,24-6-2-15,36 6-5 16,-4-3 7-16,3 9-7 16,13 10 1-16,-12 7-4 15,-17 7 8-15,5 5-10 16,0 0 7-16,-4 0-8 16,-8 10 9-16,-13 10-3 15,1 1 10-15,0 5-9 16,-12 0 0-16,-4 3-1 15,-8-7 0-15,0 3-6 0,0-9 6 16,0-5 0 0,0-1-34-16,-20-10-34 0,-16 0-37 15,13 0-21-15,-13 0-34 16,12-2-89-16,0-20-129 16</inkml:trace>
  <inkml:trace contextRef="#ctx0" brushRef="#br0" timeOffset="6333.33">7354 2904 704 0,'0'0'456'0,"0"0"-269"0,0 0-49 0,0 0-65 0,0 0-65 15,0 0-8-15,-12-42-7 0,36 42-13 16,11 30-65-1,1 1-142-15,24 10-188 0</inkml:trace>
  <inkml:trace contextRef="#ctx0" brushRef="#br0" timeOffset="7169.47">7999 2918 763 0,'0'0'339'15,"0"0"-154"-15,0 0-36 16,0 0-42-16,0 0-60 0,0 0-21 16,0-35-15-16,0 56-9 15,0 18 2-15,0 3 3 16,0 5-3-16,0 4 0 16,0 0-3-16,0 2-2 15,0-2-1-15,0-7-12 16,20-5-3-16,-5-14-32 15,5-7-5-15,4-9 3 16,0-4 11-16,0-5 20 16,0 0-2-16,12-6 22 15,0-20 0-15,-1-8 0 16,-3 1 3-16,4 2 0 16,-12 2 20-16,-4 9 14 15,-16 8-1-15,4 3 6 0,-8 5-12 16,0 4 3-16,0 0-16 15,0 0-13-15,0 0-4 16,0 0-8-16,0 20-6 16,0 7 13-16,0 0-2 15,0 1 6-15,0-3-6 16,0 1-5-16,0-3-17 16,36-1 4-16,-1-7 14 15,1-5-8-15,0-10-6 16,0 0 14-16,0 0 6 15,-4-16 1-15,4-6 1 16,-13-1 5-16,9 4-4 16,-8 3-1-16,-20 6-1 0,4 8 4 15,-8-2-4-15,0 4 7 16,0 0 8-16,0 0-15 16,0 0-4-16,0 0-6 15,0 6 3-15,0 8-1 16,0 2-5-16,0-7-22 15,0 4 3-15,4-4 4 16,16-9 18-16,-4 4-12 16,4-4 11-16,16 0-4 15,11-6 15-15,-3-17 0 16,-16 1 1-16,4 6 1 16,-20 6 18-16,0 3-3 15,0 7 2-15,-12 0-8 0,12 0-3 16,-12 0-2-16,24 0-1 15,0 7 4-15,-1 5-1 16,1 10-5-16,-4-2 3 16,-8-3-5-16,-12 5 1 15,0-4-2-15,0 4-2 16,0 5 1-16,-48-5-11 16,-19-4-33-16,-5-7-50 15,-12-11-37-15,-7 0-138 16,19 0-253-16</inkml:trace>
  <inkml:trace contextRef="#ctx0" brushRef="#br0" timeOffset="7350.04">8241 2770 449 0,'0'0'691'0,"0"0"-495"0,0 0-41 0,0 0-68 0,0 0-60 0,0 0-27 0,-23-46-9 16,23 46-66-16,-12 19-154 16,-12 7-65-16,-8 1-460 15</inkml:trace>
  <inkml:trace contextRef="#ctx0" brushRef="#br0" timeOffset="7517.07">7624 3046 962 0,'0'0'253'0,"0"0"-145"16,0 0-31-16,0 0-32 16,0 0-27-16,0 0-16 15,327-1-2-15,-232-10-94 16,-3 9-208-16,11-5-501 16</inkml:trace>
  <inkml:trace contextRef="#ctx0" brushRef="#br0" timeOffset="18050.3">13525 4888 776 0,'0'0'151'0,"0"0"-12"0,0 0-17 16,0 0-33-16,0 0-38 15,0 0-1-15,0 0-11 16,-24 0-16-16,24 0-1 15,0 0-3-15,0 0 0 0,0 0-15 16,0 0 0 0,72 0 4-16,63 0 11 0,40 0-1 15,24 0-2-15,1-1-12 16,-9-3-3-16,16 1 0 16,-8 3 0-16,-12 0 1 15,-24 0 0-15,-35 0 4 16,-45 0-6-16,-15 0-1 15,-40 0 0-15,-8 0 0 16,-16 0 2-16,-4 0 3 16,0 0 0-16,8 0 5 15,-8 0-2-15,0 0-5 0,0 0-2 16,0 0-1-16,0 0-11 16,0 0-53-16,12 3-55 15,11 10-64-15,-11-4-158 16</inkml:trace>
  <inkml:trace contextRef="#ctx0" brushRef="#br0" timeOffset="21701.23">26389 4718 529 0,'0'0'282'0,"0"0"-131"0,0 0 9 0,0 0-55 16,0 0-18-16,0 0-24 16,0 0-9-16,-75 0-4 15,75 0-28-15,75 0-1 16,61-7 20-16,51-1 2 15,28 1-32-15,16 3-8 0,16 1-3 16,-4 3 7 0,-20 0-6-16,-24 0 8 0,-48 0-9 15,-47 0 0-15,-45 0-6 16,-35 0 6-16,-24 0 0 16,0 0-2-16,0 0-1 15,0 0-6-15,0 0-13 16,0 0-26-16,0 0-54 15,0 0-39-15,-24 0-107 16,-20 0-276-16</inkml:trace>
  <inkml:trace contextRef="#ctx0" brushRef="#br0" timeOffset="23566.78">8807 5755 861 0,'0'0'155'0,"0"0"-19"0,0 0-22 0,0 0-2 0,0 0-19 16,0 0-32-16,0 0-23 16,-64-10-32-16,128 8-1 15,95-5-7-15,76 1 4 16,48 2 0-16,-5 2 5 0,-11 2-7 15,-32 0 0 1,0 0 1-16,-24 0 1 0,-28 10 3 16,-43 1-5-16,-45 3-2 15,-35-7-2-15,-24-1 3 16,-24-3-2-16,-12-1 0 16,0-2-1-16,0 4-21 15,0 2-42-15,0 11-68 16,0 5 5-16,0 3-98 15,-12-7-173-15</inkml:trace>
  <inkml:trace contextRef="#ctx0" brushRef="#br0" timeOffset="28888.6">11467 7362 11 0,'0'0'271'0,"0"0"-200"0,0 0 30 16,0 0-36-16,0 0 1 0,0 0 11 0,0 0 39 15,-172-79-74-15,137 72 24 16,-1-2 17-16,12 1 27 16,-12 7-55-16,0-5 16 15,12 6-4-15,4-4-20 16,16 4 17-16,-4 0-29 16,4 0-5-16,4 0-18 15,0 0 2-15,0 0-9 16,0 0-3-16,12 0-1 15,60 4 7-15,47 7 22 16,41 5 20-16,15-5-37 0,4 2-11 16,28-2 4-1,4-5 0-15,0 8-3 0,-24-7-2 16,-47 2 1-16,-33 0-2 16,-39-3 2-16,-12 4-4 15,-29-4 2-15,-7-2 0 16,-16-4 0-16,-4 0 0 15,0 0 0-15,0 0 0 16,0 0 4-16,0 0-4 16,0 0-3-16,0 0-15 15,0 0-36-15,0 3-36 16,12 6-65-16,20 1-84 0,4-7-107 16</inkml:trace>
  <inkml:trace contextRef="#ctx0" brushRef="#br0" timeOffset="30100.38">18769 7240 546 0,'0'0'70'0,"0"0"58"0,0 0-21 0,0 0 10 0,0 0-4 16,0 0-44-16,-140-15-12 16,128 15 13-16,1 0-24 15,-1 0 17-15,12 0-12 16,0 0-19-16,0 0-11 15,0 0 0-15,0-2 6 16,0 2-17-16,79 0-5 16,29 0 5-16,43 0 9 15,24 0-10-15,-20 0-7 16,-15 0 0-16,-37 0-1 16,-7 0-1-16,-40 0 0 0,-21 0 0 15,-23 0 0-15,-12 0-1 16,0 0 3-16,0 0-4 15,0 0-12-15,0 0-32 16,0 0-70-16,0 9-45 16,-23 7-67-16,-1-5-232 15</inkml:trace>
  <inkml:trace contextRef="#ctx0" brushRef="#br0" timeOffset="31082.96">25207 7350 869 0,'0'0'117'0,"0"0"13"0,0 0-22 0,0 0-11 0,0 0 15 0,0 0-27 16,-92 0-22-16,92 0-30 15,0 0-9-15,0 0-11 16,0 0-2-16,68 0-5 15,71 0 1-15,37 0 9 16,3 0-9-16,-16 0-5 0,-36 0-2 16,-23 0-1-16,-32 0 1 15,-17 0 3-15,-31 0-3 16,-20 0-1-16,-4 0 1 16,0 0 0-16,0 0-4 15,0 0-10-15,0 0-19 16,0 0-26-16,0 0-55 15,-60 0-58-15,-47 0-150 16,-32 0-336-16</inkml:trace>
  <inkml:trace contextRef="#ctx0" brushRef="#br0" timeOffset="31517.19">22488 7504 993 0,'0'0'107'0,"0"0"6"0,0 0-32 0,0 0 34 0,0 0-11 0,0 0-51 16,67 0-44-16,65-5 1 16,31-10-9-16,20 4-1 15,8-4-19-15,4 1-84 0,4-4-127 16,-24-1-337-16</inkml:trace>
  <inkml:trace contextRef="#ctx0" brushRef="#br0" timeOffset="36433.16">27496 7617 662 0,'0'0'111'0,"0"0"-40"0,0 0-36 0,0 0 64 0,0 0-19 0,0 0-19 16,0 0-17-16,0 1-13 15,0-1 1-15,0 0-10 16,0 0 4-16,0 0-8 15,72 0 8-15,12 0-7 16,3 0-12-16,-3 0-7 16,-5 0 5-16,-7-1-5 0,0-3 1 15,-12 1-2-15,-17-1 2 16,-15 4-10-16,-16 0 8 16,-12 0-12-16,0 0-18 15,0 0-53-15,0 0-73 16,-24 0-98-16,-51 0-388 15</inkml:trace>
  <inkml:trace contextRef="#ctx0" brushRef="#br0" timeOffset="38916.24">12016 8507 871 0,'0'0'36'0,"0"0"48"0,0 0 18 0,0 0-9 15,0 0 0-15,0 0-33 16,0 0-22-16,-199-11-3 16,199 11-26-16,24 0-9 15,103 0 6-15,72 0 36 0,72 4-8 16,32-4-26-1,23 0-8-15,-31 0 3 16,-28 0-2-16,-56 0-1 0,-24 0-5 16,-68 0 5-16,-51 0-2 15,-32 0-3-15,-28 0-14 16,-8 0-27-16,0 0-37 16,0 0-26-16,-44 11-73 15,-52 12-137-15</inkml:trace>
  <inkml:trace contextRef="#ctx0" brushRef="#br0" timeOffset="44099.79">4901 9801 888 0,'0'0'158'0,"0"0"-35"0,0 0-23 0,0 0-31 15,0 0-20-15,0 0-31 16,0 0-17-16,60 14 14 15,79-10 29-15,36 0-10 16,36-2-9-16,32-2-10 16,4 5-5-16,-12-2-10 15,-28-1 0-15,-32 5 1 16,-55-2-1-16,-29 0-1 16,-43-1 0-16,-24 1-4 15,0-2 1-15,-24 0-4 16,0 0-14-16,12 3-6 15,-12 2-31-15,20 5-43 16,-16 5-44-16,7 2-131 16,13-2-226-16</inkml:trace>
  <inkml:trace contextRef="#ctx0" brushRef="#br0" timeOffset="47099.16">25510 10075 798 0,'0'0'123'0,"0"0"36"0,0 0-44 0,0 0-13 0,0 0-8 16,0 0-37-16,0 0-11 0,-96-7-8 15,96 7-3 1,0 0-15-16,0 0-7 16,100 0-8-16,63 0 6 0,56 0 17 15,36-11-23 1,27 0-3-16,21-5 1 0,-1-1-2 15,-19 4-1-15,-36 8-2 16,-36-1 2-16,-40 6 1 16,-51 0-1-16,-41 0 0 15,-39 0 0-15,-20 0 4 16,-8 0-8-16,-12 0 5 16,0 0-1-16,0 0 1 15,0 0 3-15,0 0-4 16,0 0 6-16,0 0-6 15,0 0-5-15,0 0 0 0,0 0-35 16,0 0-75-16,0 0-100 16,0 0-163-16</inkml:trace>
  <inkml:trace contextRef="#ctx0" brushRef="#br0" timeOffset="48333.28">10065 10967 778 0,'0'0'186'0,"0"0"-28"0,0 0-40 15,0 0-37-15,0 0 4 16,0 0-28-16,-68 18-17 0,80-18-12 15,80 4-3 1,47-4 21-16,36 0-6 0,36 0-27 16,-11 0-2-16,11-4-10 15,-36 0-1-15,-24 1 0 16,-36 3-1-16,-31 0-2 16,-16 0-7-16,-32 0-13 15,-12 0-4-15,-13 0-20 16,1 0-38-16,0 3-21 15,8 6-23-15,-8-1-65 16,4-1-146-16</inkml:trace>
  <inkml:trace contextRef="#ctx0" brushRef="#br0" timeOffset="49085.55">14903 10903 844 0,'0'0'172'0,"0"0"-59"0,0 0-6 0,0 0-26 0,0 0 7 15,0 0-24 1,-72 7-20-16,72-7-6 0,0 0-21 16,36 6-5-16,55-6 14 15,17 6 9-15,23-6-21 16,-3 0-13-16,-1 0 5 16,-11 0-6-16,-21 0-2 15,-11 0 2-15,-29 0-3 16,-19 0-3-16,-12 0-20 15,-12 0-23-15,12 0-91 16,-12 0-48-16,-12 5-183 16</inkml:trace>
  <inkml:trace contextRef="#ctx0" brushRef="#br0" timeOffset="61517.03">8325 13623 593 0,'0'0'432'0,"0"0"-290"0,0 0-2 0,0 0-62 0,0 0-22 16,0 0-31-16,0 0-10 16,127 0 17-16,49-15 15 15,35-1-29-15,0 7-16 16,20-6 9-16,-40 10-10 15,-8 3 2-15,-28 2 2 16,-39 0-5-16,-1 0 0 16,-43 0-4-16,-24 0-13 15,-17 15-76-15,-15 1-52 0,-16 9-41 16,0 4-71-16,-16-5-405 16</inkml:trace>
  <inkml:trace contextRef="#ctx0" brushRef="#br0" timeOffset="66716.09">13617 15880 214 0,'0'0'80'0,"0"0"-67"0,0 0 67 15,0 0-14-15,0 0-12 16,0 0 1-16,0 0 13 0,-80-34-24 16,64 31 12-1,-16-3 45-15,-4-3-57 0,4 5 5 16,-3-3 12-16,-1 1 4 15,0 0-32-15,0-4 17 16,-8 2-29-16,9 0 12 16,7 4 2-16,-4 2 7 15,-4-1-7-15,12 3-2 16,4 0 3-16,4 0 2 16,8 0 1-16,8 0-15 15,0 0-6-15,0 0-8 16,0 0-3-16,0 0 4 15,0 0-3-15,0 0-3 16,24 0-3-16,44 0 7 0,59 0 12 16,25 0 6-16,27 0-18 15,16 0 6-15,-8-7-9 16,12 0-2-16,12-3 1 16,-4 5 0-16,4-4-4 15,-20 0 0-15,-16 5 3 16,-39 0-1-16,-41 4-6 15,-35 0 3-15,-24 0 0 16,-24 0 4-16,-12 0 1 16,0 0 0-16,0 0 10 15,0 0-3-15,0 0-3 0,0-3-5 16,0 3-1 0,0 0-1-16,0 0-2 0,0 0 0 15,0 0-10 1,0 0-31-16,0 0-35 0,0 0-37 15,0 0-84-15,0 0-31 16,0 0-144-16</inkml:trace>
  <inkml:trace contextRef="#ctx0" brushRef="#br0" timeOffset="68383.91">9798 16636 828 0,'0'0'201'0,"0"0"-65"0,0 0-43 0,0 0 22 15,0 0-4-15,0 0-36 16,0 4-35-16,32-4-15 16,16 0-16-16,47 0 7 15,33-9-12-15,47-4-2 16,24 6 1-16,12 1-1 15,0 3 3-15,-12 3-5 0,-28 0-2 16,-27 0 2 0,-29 0-2-16,-43 3-9 0,-16 3-25 15,-32 3-24-15,-12 4-89 16,-1-1-67-16,-11 2-151 16</inkml:trace>
  <inkml:trace contextRef="#ctx0" brushRef="#br0" timeOffset="69224.87">17686 16786 820 0,'0'0'155'0,"0"0"13"0,0 0-83 0,0 0 18 15,0 0-12-15,0 0-33 16,-36 0-28-16,56 0-20 16,52 0-10-16,47 0 5 15,16 0 2-15,-3-4-7 16,-5-2-1-16,-7-3 0 15,7-4-32-15,0 1-86 16,17 1-72-16,-5 2-144 16,0 0-263-16</inkml:trace>
  <inkml:trace contextRef="#ctx0" brushRef="#br0" timeOffset="69750.1">22615 16788 1005 0,'0'0'146'0,"0"0"-47"0,0 0-88 0,0 0 81 0,0 0-52 0,0 0 7 15,-12 4-27-15,92-4-15 16,23 0-3-16,17 0-2 0,-1-10 1 15,8-4-1-15,-11 0-2 16,3-3-6-16,-15 5-85 16,-24 0-46-16,-33 3-80 15,-11 1-266-15</inkml:trace>
  <inkml:trace contextRef="#ctx0" brushRef="#br0" timeOffset="87533.36">10579 16727 939 0,'0'0'115'0,"0"0"-33"0,0 0 20 0,0 0-17 0,0 0-22 16,0 0-34-16,0 0-5 15,0 0 0-15,247 0 14 16,-52 0-12-16,4 0-10 16,-8 0-16-16,8 0 0 15,-4 0 1-15,-8 0-3 16,-20 0 3-16,-19-2-1 15,-41-3 4-15,-39-2-4 16,-32 2 3-16,-32 5-3 16,-4 0 0-16,0 0 0 0,0 0 0 15,0 0-5-15,0 0-24 16,0 0-31-16,0 0-37 16,0 5-37-16,-16 9-74 15,8 1-264-15</inkml:trace>
  <inkml:trace contextRef="#ctx0" brushRef="#br0" timeOffset="88333.65">16232 16849 1115 0,'0'0'76'0,"0"0"26"0,0 0-30 0,0 0 31 0,0 0-20 15,0 0-61-15,215-67-14 16,-39 52-6-16,43-1 5 16,4 7-7-16,0 2-4 15,-12 7 4-15,-4 0-4 16,-32 0-6-16,0 0-33 15,-20 10-78-15,-7 9-57 16,-21-4-169-16</inkml:trace>
  <inkml:trace contextRef="#ctx0" brushRef="#br0" timeOffset="88866.53">22850 17225 363 0,'0'0'542'0,"0"0"-406"0,0 0-3 16,0 0-41-16,0 0-9 0,0 0 6 16,-259-7-14-16,355 0-45 15,55 4-7-15,56-3-1 16,16 0-15-16,-12 2-5 15,-36 0-2-15,-24 4 0 16,-23 0-11-16,-1 0-41 16,-31 14-173-16,-13-5-171 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8-20T11:34:50.709"/>
    </inkml:context>
    <inkml:brush xml:id="br0">
      <inkml:brushProperty name="width" value="0.05292" units="cm"/>
      <inkml:brushProperty name="height" value="0.05292" units="cm"/>
      <inkml:brushProperty name="color" value="#FF0000"/>
    </inkml:brush>
  </inkml:definitions>
  <inkml:trace contextRef="#ctx0" brushRef="#br0">3778 5975 848 0,'0'0'202'0,"0"0"-18"0,0 0-74 0,0 0-9 16,0 0-29-16,0 0-15 15,0 0-12-15,0 0-23 0,-175-4-10 16,175 17-8 0,96 0 0-16,43 0 35 0,36-6-3 15,24-7-25-15,12 0-9 16,8 0-1-16,-8 0 1 15,-20 0 1-15,-39 0-3 16,-37 0-2-16,-23 0 0 16,-57 0 2-16,1 0-1 15,-36 0-13-15,0 0-3 16,0 0-25-16,0 2-67 16,0 10-145-16,-47 0-232 0</inkml:trace>
  <inkml:trace contextRef="#ctx0" brushRef="#br0" timeOffset="11350.32">20811 6082 531 0,'0'0'474'0,"0"0"-291"0,0 0-38 0,0 0 1 0,0 0-30 15,0 0-38-15,0 0-23 16,-207 4-16-16,207-4-32 15,92 3-7-15,63 1 0 16,68 2 3-16,44-3-3 16,12 3-1-16,-21 7-12 15,-39-1-27-15,-39 8-77 16,-45-4-109-16,-40-1-164 16</inkml:trace>
  <inkml:trace contextRef="#ctx0" brushRef="#br0" timeOffset="30016.81">21401 5929 948 0,'0'0'196'0,"0"0"-66"0,0 0-37 0,0 0 18 16,0 0-43-1,0 0-21-15,0 0-20 0,-28 0-10 16,28 0-3-16,12 0 0 15,47 0-6-15,37 0 25 16,19-12-14-16,5-10-12 16,3 0-5-16,-3-3 0 15,-1 0-2-15,-3 3 0 16,-13-2-2-16,13 2-7 16,3 1-24-16,-3 3-76 15,-1 1-83-15,-19 1-100 16,-25-3-585-16</inkml:trace>
  <inkml:trace contextRef="#ctx0" brushRef="#br0" timeOffset="34116.89">1855 7950 738 0,'0'0'210'0,"0"0"-58"0,0 0-28 0,0 0-37 0,0 0-16 16,0 0 1-16,0 0-36 16,-16 5 9-16,100-23-24 15,23-7 1-15,17-1-14 16,-5 3-6-16,-15 6 0 16,-21 1-2-16,-11 3 0 15,-40 6-1-15,-20 5 1 16,0-2 0-16,-12 1 0 15,0-1 5-15,0-2-1 16,-24 0-4-16,-32-4-5 16,-4 3 3-16,13 2 1 15,-1 1 1-15,12 4 1 0,16 0 5 16,20 0 28-16,0-2-9 16,0 2-11-16,0 0-4 15,0 0-10-15,0 0 0 16,60 0-5-16,19 0 5 15,5 0 0-15,-4 6 0 16,-1 6 0-16,-19 7-1 16,-24-2 0-16,-12 14-1 15,-24 4-15-15,0 9-24 16,0 7-66-16,-56 3-42 16,-20 6-129-16,-3 3-397 15</inkml:trace>
  <inkml:trace contextRef="#ctx0" brushRef="#br0" timeOffset="39182.75">7915 8500 606 0,'0'0'411'0,"0"0"-286"0,0 0-47 0,0 0 14 0,0 0 11 15,0 0-24-15,0 0-30 16,0 0-11-16,-68 17-7 16,68-17-13-16,80 0 2 15,51 0 13-15,56 0-7 16,32 0-20-16,4-10 4 16,20-1-8-16,-16 4 0 15,4 3 2-15,-24 4-3 16,-28 0-1-16,-15 0 3 15,-37 0-3-15,-12 17-1 16,-31-2 1-16,-24-1 0 0,-24-5-1 16,-24-2 0-16,-4-6-1 15,-4-1 2-15,-4 0-1 16,0 0 1-16,0 0-1 16,0 0 1-16,0 0 1 15,0 0 0-15,0 0-1 16,0 0-14-16,8 0-28 15,-4 0-46-15,15 10-78 16,29 0-73-16,8 0-212 16</inkml:trace>
  <inkml:trace contextRef="#ctx0" brushRef="#br0" timeOffset="40482.56">5219 9477 935 0,'0'0'187'0,"0"0"-100"0,0 0-33 0,0 0 25 16,0 0-5-16,0 0-31 16,44 21 3-16,60-21 7 15,3 0-19-15,21 0-5 16,15 0-17-16,4 0-2 16,5 0-9-16,-21 0 1 0,-12 0 0 15,-27 0-2 1,-32 0 1-16,-24 0-1 0,-16 0 0 15,-20 0 0-15,0 0 0 16,11 0-1-16,-11 0-1 16,0 0-11-16,0 0-14 15,0 7-49-15,0 3-68 16,0 4-17-16,0 0-35 16,0-4-275-16</inkml:trace>
  <inkml:trace contextRef="#ctx0" brushRef="#br0" timeOffset="41483.47">12498 9318 789 0,'0'0'136'0,"0"0"0"0,0 0-25 0,0 0 8 0,0 0-13 16,0 0-18-16,-108 0-15 16,108 0-34-16,0 0-22 15,0 0-4-15,68 0-3 16,39 0-3-16,33 0-7 15,3 0 0-15,-3 0 0 16,-13 0 0-16,4 0-1 16,-19 0-10-16,-29 0-15 15,-23 0-64-15,-28 6-94 16,-32 2-77-16,0-8-315 0</inkml:trace>
  <inkml:trace contextRef="#ctx0" brushRef="#br0" timeOffset="42599.73">4750 9941 939 0,'0'0'159'0,"0"0"-87"0,0 0-13 0,0 0 2 0,0 0-9 16,0 0-20-16,-24 8-10 15,24-4-20-15,36-4 2 16,55 0 17-16,-7 0 0 15,19 0-5-15,-19 0-16 16,11 0-3-16,-3 0 2 16,-8 0-38-16,-17 0-58 15,5 0-41-15,-16 0-158 0,-20-4-321 16</inkml:trace>
  <inkml:trace contextRef="#ctx0" brushRef="#br0" timeOffset="44133.2">19915 7628 252 0,'0'0'725'0,"0"0"-584"0,0 0 9 16,0 0-45-16,0 0-5 0,0 0-16 15,-71-15-34-15,71 8-26 16,12-3-6-16,107-1-8 16,56-8-8-16,48-1 3 15,28 4-4-15,-16 7-1 16,-20 0 0-16,-32 1 1 15,-27 7-3-15,-41-3-2 16,-31 4 2-16,-29 0-5 16,-31 0-10-16,-12 0 7 15,-12-4 3-15,0 4-5 16,0 0-15-16,0 0-10 16,0 0-37-16,0 0-14 0,0 0-19 15,0 0-95 1,-4 0-254-16</inkml:trace>
  <inkml:trace contextRef="#ctx0" brushRef="#br0" timeOffset="53966.56">4809 12671 750 0,'0'0'244'0,"0"0"-70"0,0 0-61 15,0 0-39-15,0 0-12 0,0 0-11 16,0 0-11-16,-24 13-10 16,116-13-8-16,51 0 37 15,33 0-26-15,23 0-26 16,8 0 2-16,16 0-1 16,-4 0-6-16,-20 5-2 15,-36-1-3-15,-56-1-1 16,-27 3 4-16,-28-2 0 15,-20-1-2-15,-20 1-5 16,0-1-13-16,-12-1-25 16,0 9-60-16,12-2-33 15,-12 0-69-15,0-3-295 16</inkml:trace>
  <inkml:trace contextRef="#ctx0" brushRef="#br0" timeOffset="60500.36">5367 14632 954 0,'0'0'97'0,"0"0"12"0,0 0-47 0,0 0 22 15,0 0-37-15,0 0 4 16,0 0 12-16,446-12-17 16,-215-7-28-16,-28 4 2 15,-20 5-17-15,-52 7 2 16,-23 3 0-16,-41 0-5 15,-11 0 2-15,-32 0-1 16,-8 3-1-16,-4 2 0 16,-4 4-3-16,4-1 0 15,0 4-6-15,0-2-41 16,-12 10-61-16,0-2-10 0,0 4-152 16,0-2-233-1</inkml:trace>
  <inkml:trace contextRef="#ctx0" brushRef="#br0" timeOffset="62754.09">19426 13411 741 0,'0'0'231'0,"0"0"-102"0,0 0 14 0,0 0-31 16,0 0 5-16,0 0-26 0,-156 4-38 15,156-4-12-15,0 0-18 16,0 0-14-16,60 0-5 16,60 0 9-16,31-7-6 15,24 0-4-15,-4 4-2 16,-15-2 4-16,-29 5-5 15,4 0 0-15,-27 0 0 16,-13 0 2-16,-19 0-2 16,-16 0-8-16,-8 0 7 15,-24 8-25-15,-1-5-23 16,9 1-14-16,-8 2-49 16,0-5-31-16,4 7-24 15,-8 3-100-15,16-6-286 16</inkml:trace>
  <inkml:trace contextRef="#ctx0" brushRef="#br0" timeOffset="64005.73">24916 13583 693 0,'0'0'147'0,"0"0"-40"15,0 0 7-15,0 0-12 0,0 0-6 16,0 0-32-16,-199-20 15 15,199 20-27-15,0 0-11 16,0 0-7-16,0 0-12 16,0 0-9-16,32 0-11 15,44 0 10-15,35 0 23 16,40 0-22-16,13 0 3 16,-1 0-13-16,-20 0-1 15,-11 0 5-15,-21 0-6 16,-27 0-1-16,-36 0-3 0,-13 0 3 15,-23 0 0-15,-12 0 7 16,0 0-6-16,0 0-1 16,0 0 0-16,0 0-5 15,0 0 9-15,0 0-7 16,0 0 3-16,0 3-27 16,0 7-25-16,-12 6-81 15,-4-7-116-15,-3 4-206 16</inkml:trace>
  <inkml:trace contextRef="#ctx0" brushRef="#br0" timeOffset="65567.3">28946 13423 642 0,'0'0'147'0,"0"0"-53"0,0 0-19 15,0 0 15-15,0 0-33 16,0 0-6-16,55 0 5 16,21 0 10-16,28 0 7 0,23 0-27 15,16 0-18 1,9 0 3-16,19 0-1 0,4-2-17 15,0-4 4-15,0 2-9 16,-23 1-4-16,-21 3-4 16,-15 0-7-16,-33 0 7 15,-23 0 5-15,-16-4-3 16,-32 4-1-16,0 0-2 16,-12 0 0-16,0 0-2 15,0 0 3-15,0 0-5 16,0 0 0-16,0 0-10 15,0 0-43-15,-48 0-54 16,-32 11-15-16,-35 4-144 0,-17-6-213 16</inkml:trace>
  <inkml:trace contextRef="#ctx0" brushRef="#br0" timeOffset="66551.17">19800 14518 847 0,'0'0'112'0,"0"0"-33"0,0 0 19 0,0 0-1 0,0 0-40 0,0 0-14 15,-72 17-12-15,116-17-27 16,52 0 2-16,47 0 21 16,32 0-6-16,20 0-7 15,-8 0-3-15,-11 0-9 16,-21 0-1-16,-32 0 5 15,-27 0-6-15,-13 0 0 16,-23 0 0-16,-16 0 1 16,-20 0-1-16,-4 0 0 15,-16 0 0-15,-4 0 0 16,0 3 1-16,0-3 1 16,0 0-2-16,0 0 1 15,0 0 2-15,0 0-3 0,0 0-1 16,0 0-23-1,0 2-50-15,0 8-28 0,0-1-144 16,0 1-259-16</inkml:trace>
  <inkml:trace contextRef="#ctx0" brushRef="#br0" timeOffset="67283.89">24622 14691 192 0,'0'0'659'15,"0"0"-536"-15,0 0 20 0,0 0-14 0,0 0-38 16,0 0-5-16,-291-39-8 0,291 39-20 16,0 0-40-1,24 0-9-15,67-3-9 0,61-5 5 16,47-1 10 0,36 1-11-16,8 2 3 0,-16-2-5 15,-8 6 1-15,-44 2-5 16,-36 0 6-16,-35 0-4 15,-45 0 0-15,-31 0 1 16,-4 0-1-16,-16 0 0 16,-8 0 0-16,0 0 3 15,0 0-3-15,0 0 1 16,0 0 0-16,0 0-1 0,0 0-4 16,0 0-15-1,0 0-9-15,0 0-50 0,0 0-69 16,24 0-80-16,32 0-223 15</inkml:trace>
  <inkml:trace contextRef="#ctx0" brushRef="#br0" timeOffset="68384.11">22368 15571 1030 0,'0'0'135'0,"0"0"-91"0,0 0-33 0,0 0 7 15,0 0 14-15,0 0-13 16,482-46-19-16,-219 24 0 0,23-1-19 16,17 2-186-16,-12-4-398 15</inkml:trace>
  <inkml:trace contextRef="#ctx0" brushRef="#br0" timeOffset="71206.64">8102 17405 930 0,'0'0'91'0,"0"0"-70"0,0 0 64 0,0 0 0 0,0 0-6 15,0 0-32-15,0 0 9 16,-44 0-31-16,56 0-15 16,20 0-5-16,40 0 1 15,23-4 2-15,29-6 5 16,15-2-13-16,-7 3 14 16,7 0-14-16,-12-2 6 15,-7 6-4-15,-25 0-2 16,-15 3 0-16,-20 0 0 15,-5-3 0-15,-7 3 3 16,-4-2-3-16,-8 0-30 16,0 2-70-16,-12-1-57 0,-1 3-104 15,-11-2-228-15</inkml:trace>
  <inkml:trace contextRef="#ctx0" brushRef="#br0" timeOffset="76252.75">22428 17043 185 0,'0'0'545'0,"0"0"-410"0,0 0-30 0,0 0-25 0,0 0 6 15,0 0-19-15,0 0 12 16,0 0 24-16,-247 6-43 16,247-6-21-16,0 0-5 15,24 0-13-15,44 0-2 16,39 0 0-16,24 0-1 15,33-9-12-15,7 0 4 16,8-1-6-16,16 0-4 16,-8 3 2-16,0 1 2 15,-11 2-5-15,-25 4 7 0,-20 0-5 16,-27 0-1 0,-25 0-6-16,-19 0 6 0,-24 0-1 15,-4 8 2-15,-20-8-2 16,-12 2 1-16,0-2 0 15,0 5 0-15,0-5 2 16,0 0 2-16,0 0-3 16,0 2 1-16,0-2-2 15,0 0 0-15,0 0-1 16,0 0-24-16,0 0-44 0,0 7-39 16,0-2-56-16,0 3-91 15,16-4-182-15</inkml:trace>
  <inkml:trace contextRef="#ctx0" brushRef="#br0" timeOffset="77168.47">27182 17141 547 0,'0'0'117'0,"0"0"61"0,0 0-70 0,0 0-2 0,0 0 4 0,0 0-15 0,-68 0-36 15,68 0-4-15,0 0 3 16,0 0-21-16,0 0-7 16,12 0-16-16,56 0-9 15,35 0 14-15,37 0 4 16,15 0-9-16,20 0-14 0,0 0 11 16,0 0-11-1,-3 0-1-15,-17 0 1 0,-16 0 0 16,-19 0 8-16,-29 0-8 15,-23 0-6-15,-28 0 6 16,-20 0 1-16,-8 0-1 16,-12 0 0-16,0 0 0 15,0 0 6-15,0 0-5 16,0 0 3-16,0 0-2 16,0 0-1-16,0 0-2 15,0 0 1-15,0 0-18 16,-12 0-51-16,-12 0-60 15,-12 0-73-15,-8 0-122 16,-4 0-322-16</inkml:trace>
  <inkml:trace contextRef="#ctx0" brushRef="#br0" timeOffset="78471.85">26620 17726 930 0,'0'0'116'0,"0"0"-53"0,0 0 10 0,0 0 36 0,0 0-22 0,0 0-12 16,-67 14-14-16,87-6-31 15,71 1-11-15,29-2 3 16,55-4 11-16,12-3-30 15,12 0 5-15,0 0-6 16,-4 0-2-16,-8-10 7 16,-11-7-14-16,-21 5-7 15,-16 0-49-15,-11 2-111 16,-25-2-54-16,-27-1-278 0</inkml:trace>
  <inkml:trace contextRef="#ctx0" brushRef="#br0" timeOffset="87939.4">25068 15367 688 0,'0'0'184'0,"0"0"-48"0,0 0-21 0,0 0-10 16,0 0-27-16,0 0-25 15,0 0-3-15,59-61-27 16,-59 78-2-16,-36 27 1 15,-35 12 3-15,-1 8-8 16,-31 10-8-16,7-2-9 16,-7-2 0-16,7 0-2 15,8-13 5-15,25-12-5 0,15-14 2 16,16-17 0 0,20-6 3-16,0-8-3 0,12 0 0 15,-12 0 0-15,-8-30 0 16,-4 0-3-16,8-1-1 15,5 5 4-15,3 10 0 16,4 8 2-16,4 8 0 16,0 0 10-16,0 0 0 15,0 0-3-15,0 14-7 16,0 13 1-16,0 0-3 16,0 2 2-16,0-7 0 15,16-8-2-15,27-3-1 16,5-7 1-16,36-4 0 15,7 0-3-15,25-7-11 16,11-23-23-16,-7 0-104 0,19 0-72 16,-24 6-145-16</inkml:trace>
  <inkml:trace contextRef="#ctx0" brushRef="#br0" timeOffset="88635.51">29236 15198 963 0,'0'0'137'0,"0"0"-35"0,0 0-14 0,0 0 19 0,0 0-42 16,0 0-33-16,-24-14-9 15,-19 74 2-15,-5 13-9 16,-12 11-5-16,4-5-5 15,-3-2-4-15,15-7 0 16,-4-13-2-16,0-6 0 16,12-16 0-16,13-18 1 15,15-9 2-15,8-8-3 0,-4 0-3 16,-4-3 2-16,-4-26 1 16,0-6-3-16,8 2 2 15,-4 16 1-15,4 11 2 16,4 6 4-16,0 0-3 15,-8 0 1-15,-4 18 2 16,12 15-5-16,0 5 2 16,0-12-3-16,0 4 0 15,32-14 0-15,28-3 3 16,19-11-7-16,17-2-5 16,31 0-21-16,16-31-96 15,9-7-127-15,-25-2-725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7309F-D4B8-452D-BC77-DEB69A8603D9}" type="datetimeFigureOut">
              <a:rPr lang="en-IN" smtClean="0"/>
              <a:t>20-08-2025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A75701-B17A-4AA0-909E-FBEBBC4DE68B}" type="slidenum">
              <a:rPr lang="en-IN" smtClean="0"/>
              <a:t>‹#›</a:t>
            </a:fld>
            <a:endParaRPr lang="en-IN"/>
          </a:p>
        </p:txBody>
      </p:sp>
    </p:spTree>
    <p:extLst>
      <p:ext uri="{BB962C8B-B14F-4D97-AF65-F5344CB8AC3E}">
        <p14:creationId xmlns:p14="http://schemas.microsoft.com/office/powerpoint/2010/main" val="53602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B06BDB1-8E0A-45C9-A0E9-4C66032D1CFA}" type="slidenum">
              <a:rPr lang="en-US" smtClean="0"/>
              <a:pPr/>
              <a:t>1</a:t>
            </a:fld>
            <a:endParaRPr lang="en-US"/>
          </a:p>
        </p:txBody>
      </p:sp>
    </p:spTree>
    <p:extLst>
      <p:ext uri="{BB962C8B-B14F-4D97-AF65-F5344CB8AC3E}">
        <p14:creationId xmlns:p14="http://schemas.microsoft.com/office/powerpoint/2010/main" val="297882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787256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52341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53D751-62FC-4A0B-831A-83C45D595346}"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0431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53D751-62FC-4A0B-831A-83C45D595346}"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925794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3D751-62FC-4A0B-831A-83C45D595346}" type="datetimeFigureOut">
              <a:rPr lang="en-IN" smtClean="0"/>
              <a:t>20-08-2025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9543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53D751-62FC-4A0B-831A-83C45D595346}" type="datetimeFigureOut">
              <a:rPr lang="en-IN" smtClean="0"/>
              <a:t>20-08-2025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07914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53D751-62FC-4A0B-831A-83C45D595346}" type="datetimeFigureOut">
              <a:rPr lang="en-IN" smtClean="0"/>
              <a:t>20-08-2025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38245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536320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20-08-2025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380982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1499765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20-08-2025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0665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3D751-62FC-4A0B-831A-83C45D595346}" type="datetimeFigureOut">
              <a:rPr lang="en-IN" smtClean="0"/>
              <a:t>20-08-2025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9C32-2956-40E0-818B-39100DB621C2}" type="slidenum">
              <a:rPr lang="en-IN" smtClean="0"/>
              <a:t>‹#›</a:t>
            </a:fld>
            <a:endParaRPr lang="en-IN"/>
          </a:p>
        </p:txBody>
      </p:sp>
    </p:spTree>
    <p:extLst>
      <p:ext uri="{BB962C8B-B14F-4D97-AF65-F5344CB8AC3E}">
        <p14:creationId xmlns:p14="http://schemas.microsoft.com/office/powerpoint/2010/main" val="2935578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524000" y="1371600"/>
            <a:ext cx="91440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946179" y="408087"/>
            <a:ext cx="10000743" cy="3231654"/>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CSET301 – AI-ML</a:t>
            </a:r>
          </a:p>
          <a:p>
            <a:pPr algn="ctr"/>
            <a:endParaRPr lang="en-US" sz="4800" b="1" dirty="0">
              <a:latin typeface="Times New Roman" panose="02020603050405020304" pitchFamily="18" charset="0"/>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Lecture </a:t>
            </a:r>
            <a:r>
              <a:rPr lang="en-US" sz="4000" b="1" dirty="0">
                <a:solidFill>
                  <a:prstClr val="black"/>
                </a:solidFill>
                <a:latin typeface="Times New Roman" panose="02020603050405020304" pitchFamily="18" charset="0"/>
                <a:cs typeface="Times New Roman" panose="02020603050405020304" pitchFamily="18" charset="0"/>
              </a:rPr>
              <a:t>11 : Ensemble Learning </a:t>
            </a:r>
            <a:endPar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algn="ctr"/>
            <a:endParaRPr lang="en-US" sz="4000" b="1" dirty="0">
              <a:latin typeface="Times New Roman" panose="02020603050405020304" pitchFamily="18" charset="0"/>
              <a:cs typeface="Times New Roman" panose="02020603050405020304" pitchFamily="18" charset="0"/>
            </a:endParaRPr>
          </a:p>
          <a:p>
            <a:pPr algn="ct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advTm="2415"/>
    </mc:Choice>
    <mc:Fallback xmlns="">
      <p:transition advTm="241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Outline</a:t>
            </a:r>
          </a:p>
        </p:txBody>
      </p:sp>
      <p:sp>
        <p:nvSpPr>
          <p:cNvPr id="11" name="TextBox 10">
            <a:extLst>
              <a:ext uri="{FF2B5EF4-FFF2-40B4-BE49-F238E27FC236}">
                <a16:creationId xmlns:a16="http://schemas.microsoft.com/office/drawing/2014/main" id="{06381CCD-359B-D8A2-1997-A5B56A02FD41}"/>
              </a:ext>
            </a:extLst>
          </p:cNvPr>
          <p:cNvSpPr txBox="1"/>
          <p:nvPr/>
        </p:nvSpPr>
        <p:spPr>
          <a:xfrm>
            <a:off x="842305" y="1325563"/>
            <a:ext cx="10775072" cy="1569660"/>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Ensemble Learning</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ootstrap </a:t>
            </a:r>
            <a:r>
              <a:rPr lang="en-US" sz="2400" b="1" dirty="0">
                <a:latin typeface="Times New Roman" panose="02020603050405020304" pitchFamily="18" charset="0"/>
                <a:cs typeface="Times New Roman" panose="02020603050405020304" pitchFamily="18" charset="0"/>
              </a:rPr>
              <a:t>Agg</a:t>
            </a:r>
            <a:r>
              <a:rPr lang="en-US" sz="2400" dirty="0">
                <a:latin typeface="Times New Roman" panose="02020603050405020304" pitchFamily="18" charset="0"/>
                <a:cs typeface="Times New Roman" panose="02020603050405020304" pitchFamily="18" charset="0"/>
              </a:rPr>
              <a:t>regat</a:t>
            </a:r>
            <a:r>
              <a:rPr lang="en-US" sz="2400" b="1" dirty="0">
                <a:latin typeface="Times New Roman" panose="02020603050405020304" pitchFamily="18" charset="0"/>
                <a:cs typeface="Times New Roman" panose="02020603050405020304" pitchFamily="18" charset="0"/>
              </a:rPr>
              <a:t>ing (</a:t>
            </a:r>
            <a:r>
              <a:rPr lang="en-US" sz="2400" dirty="0">
                <a:latin typeface="Times New Roman" panose="02020603050405020304" pitchFamily="18" charset="0"/>
                <a:cs typeface="Times New Roman" panose="02020603050405020304" pitchFamily="18" charset="0"/>
              </a:rPr>
              <a:t>Bagging)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Boosting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Random Forest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9049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Ensemble Learning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461C6AC-CE12-CE55-1E34-C97C06A15181}"/>
              </a:ext>
            </a:extLst>
          </p:cNvPr>
          <p:cNvSpPr txBox="1"/>
          <p:nvPr/>
        </p:nvSpPr>
        <p:spPr>
          <a:xfrm>
            <a:off x="1007196" y="1325562"/>
            <a:ext cx="10384703" cy="4524315"/>
          </a:xfrm>
          <a:prstGeom prst="rect">
            <a:avLst/>
          </a:prstGeom>
          <a:noFill/>
        </p:spPr>
        <p:txBody>
          <a:bodyPr wrap="square">
            <a:spAutoFit/>
          </a:bodyPr>
          <a:lstStyle/>
          <a:p>
            <a:pPr algn="l"/>
            <a:r>
              <a:rPr lang="en-US" sz="2400" b="1" i="0" u="none" strike="noStrike" baseline="0" dirty="0">
                <a:highlight>
                  <a:srgbClr val="00FFFF"/>
                </a:highlight>
                <a:latin typeface="Times New Roman" panose="02020603050405020304" pitchFamily="18" charset="0"/>
                <a:cs typeface="Times New Roman" panose="02020603050405020304" pitchFamily="18" charset="0"/>
              </a:rPr>
              <a:t>Ensemble learning </a:t>
            </a:r>
            <a:r>
              <a:rPr lang="en-US" sz="2400" b="0" i="0" u="none" strike="noStrike" baseline="0" dirty="0">
                <a:highlight>
                  <a:srgbClr val="00FFFF"/>
                </a:highlight>
                <a:latin typeface="Times New Roman" panose="02020603050405020304" pitchFamily="18" charset="0"/>
                <a:cs typeface="Times New Roman" panose="02020603050405020304" pitchFamily="18" charset="0"/>
              </a:rPr>
              <a:t>methods are meta-algorithms that combine several machine learning methods into a single predictive model to increase performance.</a:t>
            </a:r>
          </a:p>
          <a:p>
            <a:pPr algn="l"/>
            <a:endParaRPr lang="en-US" sz="240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An ensemble is a composite model, combines a series of low performing classifiers with the aim of creating a single improved classifier.</a:t>
            </a:r>
          </a:p>
          <a:p>
            <a:pPr marL="342900" indent="-342900" algn="l">
              <a:buFont typeface="Arial" panose="020B0604020202020204" pitchFamily="34" charset="0"/>
              <a:buChar char="•"/>
            </a:pPr>
            <a:endParaRPr lang="en-US" sz="2400" b="0" i="0" u="none" strike="noStrike" baseline="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i</a:t>
            </a:r>
            <a:r>
              <a:rPr lang="en-US" sz="2400" b="0" i="0" u="none" strike="noStrike" baseline="0" dirty="0">
                <a:latin typeface="Times New Roman" panose="02020603050405020304" pitchFamily="18" charset="0"/>
                <a:cs typeface="Times New Roman" panose="02020603050405020304" pitchFamily="18" charset="0"/>
              </a:rPr>
              <a:t>ndividual classifier gives a prediction and final prediction is taken by majority voting.</a:t>
            </a:r>
          </a:p>
          <a:p>
            <a:pPr marL="342900" indent="-342900" algn="l">
              <a:buFont typeface="Arial" panose="020B0604020202020204" pitchFamily="34" charset="0"/>
              <a:buChar char="•"/>
            </a:pPr>
            <a:endParaRPr lang="en-US" sz="2400" b="0" i="0" u="none" strike="noStrike" baseline="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Ensembles offer more accuracy than individual or base classifier.</a:t>
            </a:r>
          </a:p>
          <a:p>
            <a:pPr algn="l"/>
            <a:endParaRPr lang="en-US" sz="2400" dirty="0">
              <a:latin typeface="Times New Roman" panose="02020603050405020304" pitchFamily="18" charset="0"/>
              <a:cs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57AC4F4-9915-BC5C-2518-359ABAE0993A}"/>
                  </a:ext>
                </a:extLst>
              </p14:cNvPr>
              <p14:cNvContentPartPr/>
              <p14:nvPr/>
            </p14:nvContentPartPr>
            <p14:xfrm>
              <a:off x="1940760" y="226440"/>
              <a:ext cx="9602280" cy="5037120"/>
            </p14:xfrm>
          </p:contentPart>
        </mc:Choice>
        <mc:Fallback>
          <p:pic>
            <p:nvPicPr>
              <p:cNvPr id="4" name="Ink 3">
                <a:extLst>
                  <a:ext uri="{FF2B5EF4-FFF2-40B4-BE49-F238E27FC236}">
                    <a16:creationId xmlns:a16="http://schemas.microsoft.com/office/drawing/2014/main" id="{F57AC4F4-9915-BC5C-2518-359ABAE0993A}"/>
                  </a:ext>
                </a:extLst>
              </p:cNvPr>
              <p:cNvPicPr/>
              <p:nvPr/>
            </p:nvPicPr>
            <p:blipFill>
              <a:blip r:embed="rId3"/>
              <a:stretch>
                <a:fillRect/>
              </a:stretch>
            </p:blipFill>
            <p:spPr>
              <a:xfrm>
                <a:off x="1931400" y="217080"/>
                <a:ext cx="9621000" cy="5055840"/>
              </a:xfrm>
              <a:prstGeom prst="rect">
                <a:avLst/>
              </a:prstGeom>
            </p:spPr>
          </p:pic>
        </mc:Fallback>
      </mc:AlternateContent>
    </p:spTree>
    <p:extLst>
      <p:ext uri="{BB962C8B-B14F-4D97-AF65-F5344CB8AC3E}">
        <p14:creationId xmlns:p14="http://schemas.microsoft.com/office/powerpoint/2010/main" val="3198423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Basic Ensemble Structure</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F8E1D368-D16A-C482-965F-806B8E4DF710}"/>
              </a:ext>
            </a:extLst>
          </p:cNvPr>
          <p:cNvPicPr>
            <a:picLocks noChangeAspect="1"/>
          </p:cNvPicPr>
          <p:nvPr/>
        </p:nvPicPr>
        <p:blipFill>
          <a:blip r:embed="rId2"/>
          <a:stretch>
            <a:fillRect/>
          </a:stretch>
        </p:blipFill>
        <p:spPr>
          <a:xfrm>
            <a:off x="3116778" y="1474558"/>
            <a:ext cx="5958443" cy="4722251"/>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CC227A6-CFC9-FDCA-DD5F-F63A7A00289C}"/>
                  </a:ext>
                </a:extLst>
              </p14:cNvPr>
              <p14:cNvContentPartPr/>
              <p14:nvPr/>
            </p14:nvContentPartPr>
            <p14:xfrm>
              <a:off x="3584880" y="2852280"/>
              <a:ext cx="6078960" cy="3563640"/>
            </p14:xfrm>
          </p:contentPart>
        </mc:Choice>
        <mc:Fallback>
          <p:pic>
            <p:nvPicPr>
              <p:cNvPr id="4" name="Ink 3">
                <a:extLst>
                  <a:ext uri="{FF2B5EF4-FFF2-40B4-BE49-F238E27FC236}">
                    <a16:creationId xmlns:a16="http://schemas.microsoft.com/office/drawing/2014/main" id="{ACC227A6-CFC9-FDCA-DD5F-F63A7A00289C}"/>
                  </a:ext>
                </a:extLst>
              </p:cNvPr>
              <p:cNvPicPr/>
              <p:nvPr/>
            </p:nvPicPr>
            <p:blipFill>
              <a:blip r:embed="rId4"/>
              <a:stretch>
                <a:fillRect/>
              </a:stretch>
            </p:blipFill>
            <p:spPr>
              <a:xfrm>
                <a:off x="3575520" y="2842920"/>
                <a:ext cx="6097680" cy="3582360"/>
              </a:xfrm>
              <a:prstGeom prst="rect">
                <a:avLst/>
              </a:prstGeom>
            </p:spPr>
          </p:pic>
        </mc:Fallback>
      </mc:AlternateContent>
    </p:spTree>
    <p:extLst>
      <p:ext uri="{BB962C8B-B14F-4D97-AF65-F5344CB8AC3E}">
        <p14:creationId xmlns:p14="http://schemas.microsoft.com/office/powerpoint/2010/main" val="4060805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Ensemble Learning: Summary Points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461C6AC-CE12-CE55-1E34-C97C06A15181}"/>
              </a:ext>
            </a:extLst>
          </p:cNvPr>
          <p:cNvSpPr txBox="1"/>
          <p:nvPr/>
        </p:nvSpPr>
        <p:spPr>
          <a:xfrm>
            <a:off x="1007196" y="1325562"/>
            <a:ext cx="10384703" cy="5262979"/>
          </a:xfrm>
          <a:prstGeom prst="rect">
            <a:avLst/>
          </a:prstGeom>
          <a:noFill/>
        </p:spPr>
        <p:txBody>
          <a:bodyPr wrap="square">
            <a:spAutoFit/>
          </a:bodyPr>
          <a:lstStyle/>
          <a:p>
            <a:pPr marL="342900" indent="-342900" algn="l">
              <a:buFont typeface="Arial" panose="020B0604020202020204" pitchFamily="34" charset="0"/>
              <a:buChar char="•"/>
            </a:pPr>
            <a:r>
              <a:rPr lang="en-US" sz="2400" i="0" u="none" strike="noStrike" baseline="0" dirty="0">
                <a:latin typeface="Times New Roman" panose="02020603050405020304" pitchFamily="18" charset="0"/>
                <a:cs typeface="Times New Roman" panose="02020603050405020304" pitchFamily="18" charset="0"/>
              </a:rPr>
              <a:t>Use multiple learning algorithms (classifiers)</a:t>
            </a:r>
          </a:p>
          <a:p>
            <a:pPr marL="342900" indent="-342900" algn="l">
              <a:buFont typeface="Arial" panose="020B0604020202020204" pitchFamily="34" charset="0"/>
              <a:buChar char="•"/>
            </a:pPr>
            <a:r>
              <a:rPr lang="en-US" sz="2400" i="0" u="none" strike="noStrike" baseline="0" dirty="0">
                <a:latin typeface="Times New Roman" panose="02020603050405020304" pitchFamily="18" charset="0"/>
                <a:cs typeface="Times New Roman" panose="02020603050405020304" pitchFamily="18" charset="0"/>
              </a:rPr>
              <a:t>Different learners use different</a:t>
            </a:r>
          </a:p>
          <a:p>
            <a:pPr lvl="1"/>
            <a:r>
              <a:rPr lang="en-US" sz="2400" i="0" u="none" strike="noStrike" baseline="0" dirty="0">
                <a:latin typeface="Times New Roman" panose="02020603050405020304" pitchFamily="18" charset="0"/>
                <a:cs typeface="Times New Roman" panose="02020603050405020304" pitchFamily="18" charset="0"/>
              </a:rPr>
              <a:t>– Algorithms</a:t>
            </a:r>
          </a:p>
          <a:p>
            <a:pPr lvl="1"/>
            <a:r>
              <a:rPr lang="en-US" sz="2400" i="0" u="none" strike="noStrike" baseline="0" dirty="0">
                <a:latin typeface="Times New Roman" panose="02020603050405020304" pitchFamily="18" charset="0"/>
                <a:cs typeface="Times New Roman" panose="02020603050405020304" pitchFamily="18" charset="0"/>
              </a:rPr>
              <a:t>– Hyperparameters</a:t>
            </a:r>
          </a:p>
          <a:p>
            <a:pPr lvl="1"/>
            <a:r>
              <a:rPr lang="en-US" sz="2400" i="0" u="none" strike="noStrike" baseline="0" dirty="0">
                <a:latin typeface="Times New Roman" panose="02020603050405020304" pitchFamily="18" charset="0"/>
                <a:cs typeface="Times New Roman" panose="02020603050405020304" pitchFamily="18" charset="0"/>
              </a:rPr>
              <a:t>– Representations (Modalities)</a:t>
            </a:r>
          </a:p>
          <a:p>
            <a:pPr lvl="1"/>
            <a:r>
              <a:rPr lang="en-US" sz="2400" i="0" u="none" strike="noStrike" baseline="0" dirty="0">
                <a:latin typeface="Times New Roman" panose="02020603050405020304" pitchFamily="18" charset="0"/>
                <a:cs typeface="Times New Roman" panose="02020603050405020304" pitchFamily="18" charset="0"/>
              </a:rPr>
              <a:t>– Training sets</a:t>
            </a:r>
          </a:p>
          <a:p>
            <a:pPr marL="342900" indent="-342900" algn="l">
              <a:buFont typeface="Arial" panose="020B0604020202020204" pitchFamily="34" charset="0"/>
              <a:buChar char="•"/>
            </a:pPr>
            <a:r>
              <a:rPr lang="en-US" sz="2400" i="0" u="none" strike="noStrike" baseline="0" dirty="0">
                <a:latin typeface="Times New Roman" panose="02020603050405020304" pitchFamily="18" charset="0"/>
                <a:cs typeface="Times New Roman" panose="02020603050405020304" pitchFamily="18" charset="0"/>
              </a:rPr>
              <a:t>Combine the decisions</a:t>
            </a:r>
          </a:p>
          <a:p>
            <a:pPr marL="342900" indent="-342900" algn="l">
              <a:buFont typeface="Arial" panose="020B0604020202020204" pitchFamily="34" charset="0"/>
              <a:buChar char="•"/>
            </a:pPr>
            <a:r>
              <a:rPr lang="en-US" sz="2400" i="0" u="none" strike="noStrike" baseline="0" dirty="0">
                <a:latin typeface="Times New Roman" panose="02020603050405020304" pitchFamily="18" charset="0"/>
                <a:cs typeface="Times New Roman" panose="02020603050405020304" pitchFamily="18" charset="0"/>
              </a:rPr>
              <a:t>Can be more accurate than the individual classifiers</a:t>
            </a:r>
          </a:p>
          <a:p>
            <a:pPr marL="342900" indent="-342900" algn="l">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l"/>
            <a:r>
              <a:rPr lang="en-US" sz="2400" dirty="0">
                <a:highlight>
                  <a:srgbClr val="00FFFF"/>
                </a:highlight>
                <a:latin typeface="Times New Roman" panose="02020603050405020304" pitchFamily="18" charset="0"/>
                <a:cs typeface="Times New Roman" panose="02020603050405020304" pitchFamily="18" charset="0"/>
              </a:rPr>
              <a:t>T</a:t>
            </a:r>
            <a:r>
              <a:rPr lang="en-US" sz="2400" i="0" u="none" strike="noStrike" baseline="0" dirty="0">
                <a:highlight>
                  <a:srgbClr val="00FFFF"/>
                </a:highlight>
                <a:latin typeface="Times New Roman" panose="02020603050405020304" pitchFamily="18" charset="0"/>
                <a:cs typeface="Times New Roman" panose="02020603050405020304" pitchFamily="18" charset="0"/>
              </a:rPr>
              <a:t>wo main reasons to use an ensemble over a single model:</a:t>
            </a:r>
          </a:p>
          <a:p>
            <a:pPr marL="342900" indent="-342900" algn="l">
              <a:buFont typeface="Courier New" panose="02070309020205020404" pitchFamily="49" charset="0"/>
              <a:buChar char="o"/>
            </a:pPr>
            <a:r>
              <a:rPr lang="en-US" sz="2400" b="1" i="0" u="none" strike="noStrike" baseline="0" dirty="0">
                <a:latin typeface="Times New Roman" panose="02020603050405020304" pitchFamily="18" charset="0"/>
                <a:cs typeface="Times New Roman" panose="02020603050405020304" pitchFamily="18" charset="0"/>
              </a:rPr>
              <a:t>Performance</a:t>
            </a:r>
            <a:r>
              <a:rPr lang="en-US" sz="2400" i="0" u="none" strike="noStrike" baseline="0" dirty="0">
                <a:latin typeface="Times New Roman" panose="02020603050405020304" pitchFamily="18" charset="0"/>
                <a:cs typeface="Times New Roman" panose="02020603050405020304" pitchFamily="18" charset="0"/>
              </a:rPr>
              <a:t>: An ensemble can make better predictions and achieve better performance than any single contributing model.</a:t>
            </a:r>
          </a:p>
          <a:p>
            <a:pPr marL="342900" indent="-342900" algn="l">
              <a:buFont typeface="Courier New" panose="02070309020205020404" pitchFamily="49" charset="0"/>
              <a:buChar char="o"/>
            </a:pPr>
            <a:r>
              <a:rPr lang="en-US" sz="2400" b="1" i="0" u="none" strike="noStrike" baseline="0" dirty="0">
                <a:latin typeface="Times New Roman" panose="02020603050405020304" pitchFamily="18" charset="0"/>
                <a:cs typeface="Times New Roman" panose="02020603050405020304" pitchFamily="18" charset="0"/>
              </a:rPr>
              <a:t>Robustness:</a:t>
            </a:r>
            <a:r>
              <a:rPr lang="en-US" sz="2400" i="0" u="none" strike="noStrike" baseline="0" dirty="0">
                <a:latin typeface="Times New Roman" panose="02020603050405020304" pitchFamily="18" charset="0"/>
                <a:cs typeface="Times New Roman" panose="02020603050405020304" pitchFamily="18" charset="0"/>
              </a:rPr>
              <a:t> An ensemble reduces the spread or dispersion of the predictions and model performance.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DCBD848-C1DF-5289-60F8-FC7DAE9FFA5A}"/>
                  </a:ext>
                </a:extLst>
              </p14:cNvPr>
              <p14:cNvContentPartPr/>
              <p14:nvPr/>
            </p14:nvContentPartPr>
            <p14:xfrm>
              <a:off x="1188000" y="1486440"/>
              <a:ext cx="9393480" cy="4839120"/>
            </p14:xfrm>
          </p:contentPart>
        </mc:Choice>
        <mc:Fallback>
          <p:pic>
            <p:nvPicPr>
              <p:cNvPr id="4" name="Ink 3">
                <a:extLst>
                  <a:ext uri="{FF2B5EF4-FFF2-40B4-BE49-F238E27FC236}">
                    <a16:creationId xmlns:a16="http://schemas.microsoft.com/office/drawing/2014/main" id="{3DCBD848-C1DF-5289-60F8-FC7DAE9FFA5A}"/>
                  </a:ext>
                </a:extLst>
              </p:cNvPr>
              <p:cNvPicPr/>
              <p:nvPr/>
            </p:nvPicPr>
            <p:blipFill>
              <a:blip r:embed="rId3"/>
              <a:stretch>
                <a:fillRect/>
              </a:stretch>
            </p:blipFill>
            <p:spPr>
              <a:xfrm>
                <a:off x="1178640" y="1477080"/>
                <a:ext cx="9412200" cy="4857840"/>
              </a:xfrm>
              <a:prstGeom prst="rect">
                <a:avLst/>
              </a:prstGeom>
            </p:spPr>
          </p:pic>
        </mc:Fallback>
      </mc:AlternateContent>
    </p:spTree>
    <p:extLst>
      <p:ext uri="{BB962C8B-B14F-4D97-AF65-F5344CB8AC3E}">
        <p14:creationId xmlns:p14="http://schemas.microsoft.com/office/powerpoint/2010/main" val="1948371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Ensemble Learning methods in DT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461C6AC-CE12-CE55-1E34-C97C06A15181}"/>
              </a:ext>
            </a:extLst>
          </p:cNvPr>
          <p:cNvSpPr txBox="1"/>
          <p:nvPr/>
        </p:nvSpPr>
        <p:spPr>
          <a:xfrm>
            <a:off x="1007196" y="1325562"/>
            <a:ext cx="10384703" cy="830997"/>
          </a:xfrm>
          <a:prstGeom prst="rect">
            <a:avLst/>
          </a:prstGeom>
          <a:noFill/>
        </p:spPr>
        <p:txBody>
          <a:bodyPr wrap="square">
            <a:spAutoFit/>
          </a:bodyPr>
          <a:lstStyle/>
          <a:p>
            <a:pPr marL="342900" indent="-342900" algn="l">
              <a:buFont typeface="Arial" panose="020B0604020202020204" pitchFamily="34" charset="0"/>
              <a:buChar char="•"/>
            </a:pPr>
            <a:r>
              <a:rPr lang="en-US" sz="2400" i="0" u="none" strike="noStrike" baseline="0" dirty="0">
                <a:latin typeface="Times New Roman" panose="02020603050405020304" pitchFamily="18" charset="0"/>
                <a:cs typeface="Times New Roman" panose="02020603050405020304" pitchFamily="18" charset="0"/>
              </a:rPr>
              <a:t>Bagging (</a:t>
            </a:r>
            <a:r>
              <a:rPr lang="en-US" sz="2400" b="1" i="0" u="none" strike="noStrike" baseline="0" dirty="0">
                <a:latin typeface="Times New Roman" panose="02020603050405020304" pitchFamily="18" charset="0"/>
                <a:cs typeface="Times New Roman" panose="02020603050405020304" pitchFamily="18" charset="0"/>
              </a:rPr>
              <a:t>B</a:t>
            </a:r>
            <a:r>
              <a:rPr lang="en-US" sz="2400" i="0" u="none" strike="noStrike" baseline="0" dirty="0">
                <a:latin typeface="Times New Roman" panose="02020603050405020304" pitchFamily="18" charset="0"/>
                <a:cs typeface="Times New Roman" panose="02020603050405020304" pitchFamily="18" charset="0"/>
              </a:rPr>
              <a:t>ootstrap </a:t>
            </a:r>
            <a:r>
              <a:rPr lang="en-US" sz="2400" b="1" i="0" u="none" strike="noStrike" baseline="0" dirty="0">
                <a:latin typeface="Times New Roman" panose="02020603050405020304" pitchFamily="18" charset="0"/>
                <a:cs typeface="Times New Roman" panose="02020603050405020304" pitchFamily="18" charset="0"/>
              </a:rPr>
              <a:t>Agg</a:t>
            </a:r>
            <a:r>
              <a:rPr lang="en-US" sz="2400" i="0" u="none" strike="noStrike" baseline="0" dirty="0">
                <a:latin typeface="Times New Roman" panose="02020603050405020304" pitchFamily="18" charset="0"/>
                <a:cs typeface="Times New Roman" panose="02020603050405020304" pitchFamily="18" charset="0"/>
              </a:rPr>
              <a:t>regat</a:t>
            </a:r>
            <a:r>
              <a:rPr lang="en-US" sz="2400" b="1" i="0" u="none" strike="noStrike" baseline="0" dirty="0">
                <a:latin typeface="Times New Roman" panose="02020603050405020304" pitchFamily="18" charset="0"/>
                <a:cs typeface="Times New Roman" panose="02020603050405020304" pitchFamily="18" charset="0"/>
              </a:rPr>
              <a:t>ing</a:t>
            </a:r>
            <a:r>
              <a:rPr lang="en-US" sz="2400" i="0" u="none" strike="noStrike" baseline="0" dirty="0">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r>
              <a:rPr lang="en-US" sz="2400" i="0" u="none" strike="noStrike" baseline="0" dirty="0">
                <a:latin typeface="Times New Roman" panose="02020603050405020304" pitchFamily="18" charset="0"/>
                <a:cs typeface="Times New Roman" panose="02020603050405020304" pitchFamily="18" charset="0"/>
              </a:rPr>
              <a:t>Boosting</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3BFC01C0-E43D-4B22-D87F-9C76CE5CBFB7}"/>
                  </a:ext>
                </a:extLst>
              </p14:cNvPr>
              <p14:cNvContentPartPr/>
              <p14:nvPr/>
            </p14:nvContentPartPr>
            <p14:xfrm>
              <a:off x="629280" y="69480"/>
              <a:ext cx="5059800" cy="2289960"/>
            </p14:xfrm>
          </p:contentPart>
        </mc:Choice>
        <mc:Fallback>
          <p:pic>
            <p:nvPicPr>
              <p:cNvPr id="4" name="Ink 3">
                <a:extLst>
                  <a:ext uri="{FF2B5EF4-FFF2-40B4-BE49-F238E27FC236}">
                    <a16:creationId xmlns:a16="http://schemas.microsoft.com/office/drawing/2014/main" id="{3BFC01C0-E43D-4B22-D87F-9C76CE5CBFB7}"/>
                  </a:ext>
                </a:extLst>
              </p:cNvPr>
              <p:cNvPicPr/>
              <p:nvPr/>
            </p:nvPicPr>
            <p:blipFill>
              <a:blip r:embed="rId3"/>
              <a:stretch>
                <a:fillRect/>
              </a:stretch>
            </p:blipFill>
            <p:spPr>
              <a:xfrm>
                <a:off x="619920" y="60120"/>
                <a:ext cx="5078520" cy="2308680"/>
              </a:xfrm>
              <a:prstGeom prst="rect">
                <a:avLst/>
              </a:prstGeom>
            </p:spPr>
          </p:pic>
        </mc:Fallback>
      </mc:AlternateContent>
    </p:spTree>
    <p:extLst>
      <p:ext uri="{BB962C8B-B14F-4D97-AF65-F5344CB8AC3E}">
        <p14:creationId xmlns:p14="http://schemas.microsoft.com/office/powerpoint/2010/main" val="2752782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0043" y="2323476"/>
            <a:ext cx="3055137" cy="1325563"/>
          </a:xfrm>
        </p:spPr>
        <p:txBody>
          <a:bodyPr>
            <a:normAutofit/>
          </a:bodyPr>
          <a:lstStyle/>
          <a:p>
            <a:r>
              <a:rPr lang="en-IN" sz="4000" b="1" dirty="0">
                <a:solidFill>
                  <a:srgbClr val="C00000"/>
                </a:solidFill>
                <a:latin typeface="Times New Roman" pitchFamily="18" charset="0"/>
                <a:cs typeface="Times New Roman" pitchFamily="18" charset="0"/>
              </a:rPr>
              <a:t>Bagging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5567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Bootstrap</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461C6AC-CE12-CE55-1E34-C97C06A15181}"/>
              </a:ext>
            </a:extLst>
          </p:cNvPr>
          <p:cNvSpPr txBox="1"/>
          <p:nvPr/>
        </p:nvSpPr>
        <p:spPr>
          <a:xfrm>
            <a:off x="1007196" y="1325562"/>
            <a:ext cx="10384703" cy="5262979"/>
          </a:xfrm>
          <a:prstGeom prst="rect">
            <a:avLst/>
          </a:prstGeom>
          <a:noFill/>
        </p:spPr>
        <p:txBody>
          <a:bodyPr wrap="square">
            <a:spAutoFit/>
          </a:bodyPr>
          <a:lstStyle/>
          <a:p>
            <a:pPr marL="342900" indent="-342900" algn="l">
              <a:buFont typeface="Arial" panose="020B0604020202020204" pitchFamily="34" charset="0"/>
              <a:buChar char="•"/>
            </a:pPr>
            <a:r>
              <a:rPr lang="en-US" sz="2400" b="1" i="0" u="none" strike="noStrike" baseline="0" dirty="0">
                <a:latin typeface="Times New Roman" panose="02020603050405020304" pitchFamily="18" charset="0"/>
                <a:cs typeface="Times New Roman" panose="02020603050405020304" pitchFamily="18" charset="0"/>
              </a:rPr>
              <a:t>The bootstrap is a powerful statistical method for estimating a quantity from a data sample.</a:t>
            </a:r>
          </a:p>
          <a:p>
            <a:pPr algn="l"/>
            <a:endParaRPr lang="en-US" sz="2400" b="1" i="0" u="none" strike="noStrike" baseline="0" dirty="0">
              <a:latin typeface="Times New Roman" panose="02020603050405020304" pitchFamily="18" charset="0"/>
              <a:cs typeface="Times New Roman" panose="02020603050405020304" pitchFamily="18" charset="0"/>
            </a:endParaRPr>
          </a:p>
          <a:p>
            <a:pPr algn="l"/>
            <a:r>
              <a:rPr lang="en-US" sz="2400" b="1" i="0" u="none" strike="noStrike" baseline="0" dirty="0">
                <a:latin typeface="Times New Roman" panose="02020603050405020304" pitchFamily="18" charset="0"/>
                <a:cs typeface="Times New Roman" panose="02020603050405020304" pitchFamily="18" charset="0"/>
              </a:rPr>
              <a:t>Example: </a:t>
            </a:r>
          </a:p>
          <a:p>
            <a:pPr marL="342900" indent="-342900" algn="l">
              <a:buFont typeface="Arial" panose="020B0604020202020204" pitchFamily="34" charset="0"/>
              <a:buChar char="•"/>
            </a:pPr>
            <a:r>
              <a:rPr lang="en-US" sz="2400" i="0" u="none" strike="noStrike" baseline="0" dirty="0">
                <a:latin typeface="Times New Roman" panose="02020603050405020304" pitchFamily="18" charset="0"/>
                <a:cs typeface="Times New Roman" panose="02020603050405020304" pitchFamily="18" charset="0"/>
              </a:rPr>
              <a:t>Let’s say we have a sample of 100 values (x) and we want to estimate the mean of the sample.</a:t>
            </a:r>
          </a:p>
          <a:p>
            <a:pPr algn="ctr"/>
            <a:r>
              <a:rPr lang="en-US" sz="2400" b="1" i="1" dirty="0">
                <a:latin typeface="Times New Roman" panose="02020603050405020304" pitchFamily="18" charset="0"/>
                <a:cs typeface="Times New Roman" panose="02020603050405020304" pitchFamily="18" charset="0"/>
              </a:rPr>
              <a:t>mean(x) = sum(x) * 1/100</a:t>
            </a:r>
          </a:p>
          <a:p>
            <a:pPr marL="342900" indent="-342900">
              <a:buFont typeface="Arial" panose="020B0604020202020204" pitchFamily="34" charset="0"/>
              <a:buChar char="•"/>
            </a:pPr>
            <a:r>
              <a:rPr lang="en-US" sz="2400" u="none" strike="noStrike" baseline="0" dirty="0">
                <a:latin typeface="Times New Roman" panose="02020603050405020304" pitchFamily="18" charset="0"/>
                <a:cs typeface="Times New Roman" panose="02020603050405020304" pitchFamily="18" charset="0"/>
              </a:rPr>
              <a:t>We know that our sample is small and that our mean has error in it. We can improve the estimate of our mean using the bootstrap procedure:</a:t>
            </a:r>
          </a:p>
          <a:p>
            <a:pPr lvl="1"/>
            <a:r>
              <a:rPr lang="en-US" sz="2400" i="0" u="none" strike="noStrike" baseline="0" dirty="0">
                <a:latin typeface="Times New Roman" panose="02020603050405020304" pitchFamily="18" charset="0"/>
                <a:cs typeface="Times New Roman" panose="02020603050405020304" pitchFamily="18" charset="0"/>
              </a:rPr>
              <a:t>– </a:t>
            </a:r>
            <a:r>
              <a:rPr lang="en-US" sz="2400" u="none" strike="noStrike" baseline="0" dirty="0">
                <a:latin typeface="Times New Roman" panose="02020603050405020304" pitchFamily="18" charset="0"/>
                <a:cs typeface="Times New Roman" panose="02020603050405020304" pitchFamily="18" charset="0"/>
              </a:rPr>
              <a:t>Create many (e.g. 1000) random sub-samples of our dataset with replacement.</a:t>
            </a:r>
          </a:p>
          <a:p>
            <a:pPr lvl="1"/>
            <a:r>
              <a:rPr lang="en-US" sz="2400" i="0" u="none" strike="noStrike" baseline="0" dirty="0">
                <a:latin typeface="Times New Roman" panose="02020603050405020304" pitchFamily="18" charset="0"/>
                <a:cs typeface="Times New Roman" panose="02020603050405020304" pitchFamily="18" charset="0"/>
              </a:rPr>
              <a:t>– </a:t>
            </a:r>
            <a:r>
              <a:rPr lang="en-US" sz="2400" u="none" strike="noStrike" baseline="0" dirty="0">
                <a:latin typeface="Times New Roman" panose="02020603050405020304" pitchFamily="18" charset="0"/>
                <a:cs typeface="Times New Roman" panose="02020603050405020304" pitchFamily="18" charset="0"/>
              </a:rPr>
              <a:t>Calculate the mean of each sub-sample.</a:t>
            </a:r>
          </a:p>
          <a:p>
            <a:pPr lvl="1"/>
            <a:r>
              <a:rPr lang="en-US" sz="2400" i="0" u="none" strike="noStrike" baseline="0" dirty="0">
                <a:latin typeface="Times New Roman" panose="02020603050405020304" pitchFamily="18" charset="0"/>
                <a:cs typeface="Times New Roman" panose="02020603050405020304" pitchFamily="18" charset="0"/>
              </a:rPr>
              <a:t>– </a:t>
            </a:r>
            <a:r>
              <a:rPr lang="en-US" sz="2400" u="none" strike="noStrike" baseline="0" dirty="0">
                <a:latin typeface="Times New Roman" panose="02020603050405020304" pitchFamily="18" charset="0"/>
                <a:cs typeface="Times New Roman" panose="02020603050405020304" pitchFamily="18" charset="0"/>
              </a:rPr>
              <a:t>Calculate the average of all of our collected means and use that as our estimated mean for the data.</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5F1C993-15C5-7158-C15A-937A12C77E2B}"/>
                  </a:ext>
                </a:extLst>
              </p14:cNvPr>
              <p14:cNvContentPartPr/>
              <p14:nvPr/>
            </p14:nvContentPartPr>
            <p14:xfrm>
              <a:off x="1881720" y="84240"/>
              <a:ext cx="9595440" cy="6565680"/>
            </p14:xfrm>
          </p:contentPart>
        </mc:Choice>
        <mc:Fallback>
          <p:pic>
            <p:nvPicPr>
              <p:cNvPr id="4" name="Ink 3">
                <a:extLst>
                  <a:ext uri="{FF2B5EF4-FFF2-40B4-BE49-F238E27FC236}">
                    <a16:creationId xmlns:a16="http://schemas.microsoft.com/office/drawing/2014/main" id="{A5F1C993-15C5-7158-C15A-937A12C77E2B}"/>
                  </a:ext>
                </a:extLst>
              </p:cNvPr>
              <p:cNvPicPr/>
              <p:nvPr/>
            </p:nvPicPr>
            <p:blipFill>
              <a:blip r:embed="rId3"/>
              <a:stretch>
                <a:fillRect/>
              </a:stretch>
            </p:blipFill>
            <p:spPr>
              <a:xfrm>
                <a:off x="1872360" y="74880"/>
                <a:ext cx="9614160" cy="6584400"/>
              </a:xfrm>
              <a:prstGeom prst="rect">
                <a:avLst/>
              </a:prstGeom>
            </p:spPr>
          </p:pic>
        </mc:Fallback>
      </mc:AlternateContent>
    </p:spTree>
    <p:extLst>
      <p:ext uri="{BB962C8B-B14F-4D97-AF65-F5344CB8AC3E}">
        <p14:creationId xmlns:p14="http://schemas.microsoft.com/office/powerpoint/2010/main" val="4075029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Bootstrap</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461C6AC-CE12-CE55-1E34-C97C06A15181}"/>
              </a:ext>
            </a:extLst>
          </p:cNvPr>
          <p:cNvSpPr txBox="1"/>
          <p:nvPr/>
        </p:nvSpPr>
        <p:spPr>
          <a:xfrm>
            <a:off x="1007196" y="1325562"/>
            <a:ext cx="10384703" cy="2308324"/>
          </a:xfrm>
          <a:prstGeom prst="rect">
            <a:avLst/>
          </a:prstGeom>
          <a:noFill/>
        </p:spPr>
        <p:txBody>
          <a:bodyPr wrap="square">
            <a:spAutoFit/>
          </a:bodyPr>
          <a:lstStyle/>
          <a:p>
            <a:pPr marL="3429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t>
            </a:r>
            <a:r>
              <a:rPr lang="en-US" sz="2400" i="0" u="none" strike="noStrike" baseline="0" dirty="0">
                <a:latin typeface="Times New Roman" panose="02020603050405020304" pitchFamily="18" charset="0"/>
                <a:cs typeface="Times New Roman" panose="02020603050405020304" pitchFamily="18" charset="0"/>
              </a:rPr>
              <a:t>et’s say we used 3 resamples and got the mean values 2.3, 4.5 and 3.3.</a:t>
            </a:r>
          </a:p>
          <a:p>
            <a:pPr marL="342900" indent="-342900" algn="l">
              <a:buFont typeface="Arial" panose="020B0604020202020204" pitchFamily="34" charset="0"/>
              <a:buChar char="•"/>
            </a:pPr>
            <a:r>
              <a:rPr lang="en-US" sz="2400" i="0" u="none" strike="noStrike" baseline="0" dirty="0">
                <a:latin typeface="Times New Roman" panose="02020603050405020304" pitchFamily="18" charset="0"/>
                <a:cs typeface="Times New Roman" panose="02020603050405020304" pitchFamily="18" charset="0"/>
              </a:rPr>
              <a:t>Taking the average of these, we could take the estimated mean of the data to be 3.367.</a:t>
            </a:r>
          </a:p>
          <a:p>
            <a:pPr marL="342900" indent="-342900" algn="l">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l"/>
            <a:r>
              <a:rPr lang="en-US" sz="2400" u="none" strike="noStrike" baseline="0" dirty="0">
                <a:latin typeface="Times New Roman" panose="02020603050405020304" pitchFamily="18" charset="0"/>
                <a:cs typeface="Times New Roman" panose="02020603050405020304" pitchFamily="18" charset="0"/>
              </a:rPr>
              <a:t>This process can be used to estimate other quantities like the standard deviation and even quantities used in machine learning algorithms, like learned coefficients.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4B5AB7D-BE60-5CBD-D026-7C7EA9133A1C}"/>
                  </a:ext>
                </a:extLst>
              </p14:cNvPr>
              <p14:cNvContentPartPr/>
              <p14:nvPr/>
            </p14:nvContentPartPr>
            <p14:xfrm>
              <a:off x="1811520" y="1203480"/>
              <a:ext cx="8587800" cy="2598480"/>
            </p14:xfrm>
          </p:contentPart>
        </mc:Choice>
        <mc:Fallback>
          <p:pic>
            <p:nvPicPr>
              <p:cNvPr id="4" name="Ink 3">
                <a:extLst>
                  <a:ext uri="{FF2B5EF4-FFF2-40B4-BE49-F238E27FC236}">
                    <a16:creationId xmlns:a16="http://schemas.microsoft.com/office/drawing/2014/main" id="{54B5AB7D-BE60-5CBD-D026-7C7EA9133A1C}"/>
                  </a:ext>
                </a:extLst>
              </p:cNvPr>
              <p:cNvPicPr/>
              <p:nvPr/>
            </p:nvPicPr>
            <p:blipFill>
              <a:blip r:embed="rId3"/>
              <a:stretch>
                <a:fillRect/>
              </a:stretch>
            </p:blipFill>
            <p:spPr>
              <a:xfrm>
                <a:off x="1802160" y="1194120"/>
                <a:ext cx="8606520" cy="2617200"/>
              </a:xfrm>
              <a:prstGeom prst="rect">
                <a:avLst/>
              </a:prstGeom>
            </p:spPr>
          </p:pic>
        </mc:Fallback>
      </mc:AlternateContent>
    </p:spTree>
    <p:extLst>
      <p:ext uri="{BB962C8B-B14F-4D97-AF65-F5344CB8AC3E}">
        <p14:creationId xmlns:p14="http://schemas.microsoft.com/office/powerpoint/2010/main" val="1034070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Bagging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461C6AC-CE12-CE55-1E34-C97C06A15181}"/>
              </a:ext>
            </a:extLst>
          </p:cNvPr>
          <p:cNvSpPr txBox="1"/>
          <p:nvPr/>
        </p:nvSpPr>
        <p:spPr>
          <a:xfrm>
            <a:off x="1007196" y="1325562"/>
            <a:ext cx="10384703" cy="1569660"/>
          </a:xfrm>
          <a:prstGeom prst="rect">
            <a:avLst/>
          </a:prstGeom>
          <a:noFill/>
        </p:spPr>
        <p:txBody>
          <a:bodyPr wrap="square">
            <a:spAutoFit/>
          </a:bodyPr>
          <a:lstStyle/>
          <a:p>
            <a:pPr algn="l"/>
            <a:r>
              <a:rPr lang="en-US" sz="2400" dirty="0">
                <a:latin typeface="Times New Roman" panose="02020603050405020304" pitchFamily="18" charset="0"/>
                <a:cs typeface="Times New Roman" panose="02020603050405020304" pitchFamily="18" charset="0"/>
              </a:rPr>
              <a:t>Bagging stands for bootstrap aggregation.</a:t>
            </a:r>
          </a:p>
          <a:p>
            <a:pPr marL="3429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combines multiple learners in a way to reduce the variance of estimates.</a:t>
            </a:r>
          </a:p>
          <a:p>
            <a:pPr marL="3429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 example, you can train </a:t>
            </a:r>
            <a:r>
              <a:rPr lang="en-US" sz="2400" b="1" i="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different trees on different random subsets of the data and perform voting for final prediction.</a:t>
            </a:r>
            <a:endParaRPr lang="en-US" sz="2400" u="none" strike="noStrike" baseline="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C239867-B705-D1F0-4231-DBCA68741015}"/>
                  </a:ext>
                </a:extLst>
              </p14:cNvPr>
              <p14:cNvContentPartPr/>
              <p14:nvPr/>
            </p14:nvContentPartPr>
            <p14:xfrm>
              <a:off x="570240" y="1551960"/>
              <a:ext cx="9039240" cy="1578960"/>
            </p14:xfrm>
          </p:contentPart>
        </mc:Choice>
        <mc:Fallback>
          <p:pic>
            <p:nvPicPr>
              <p:cNvPr id="4" name="Ink 3">
                <a:extLst>
                  <a:ext uri="{FF2B5EF4-FFF2-40B4-BE49-F238E27FC236}">
                    <a16:creationId xmlns:a16="http://schemas.microsoft.com/office/drawing/2014/main" id="{AC239867-B705-D1F0-4231-DBCA68741015}"/>
                  </a:ext>
                </a:extLst>
              </p:cNvPr>
              <p:cNvPicPr/>
              <p:nvPr/>
            </p:nvPicPr>
            <p:blipFill>
              <a:blip r:embed="rId3"/>
              <a:stretch>
                <a:fillRect/>
              </a:stretch>
            </p:blipFill>
            <p:spPr>
              <a:xfrm>
                <a:off x="560880" y="1542600"/>
                <a:ext cx="9057960" cy="1597680"/>
              </a:xfrm>
              <a:prstGeom prst="rect">
                <a:avLst/>
              </a:prstGeom>
            </p:spPr>
          </p:pic>
        </mc:Fallback>
      </mc:AlternateContent>
    </p:spTree>
    <p:extLst>
      <p:ext uri="{BB962C8B-B14F-4D97-AF65-F5344CB8AC3E}">
        <p14:creationId xmlns:p14="http://schemas.microsoft.com/office/powerpoint/2010/main" val="482903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Bagging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4261722E-4B0F-C2A8-2B2E-D7283F121F24}"/>
              </a:ext>
            </a:extLst>
          </p:cNvPr>
          <p:cNvPicPr>
            <a:picLocks noChangeAspect="1"/>
          </p:cNvPicPr>
          <p:nvPr/>
        </p:nvPicPr>
        <p:blipFill rotWithShape="1">
          <a:blip r:embed="rId2"/>
          <a:srcRect t="9801"/>
          <a:stretch/>
        </p:blipFill>
        <p:spPr>
          <a:xfrm>
            <a:off x="1717040" y="1325563"/>
            <a:ext cx="9525000" cy="4854209"/>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70D7400-B8DC-8405-E6B7-D5BD5C5C312A}"/>
                  </a:ext>
                </a:extLst>
              </p14:cNvPr>
              <p14:cNvContentPartPr/>
              <p14:nvPr/>
            </p14:nvContentPartPr>
            <p14:xfrm>
              <a:off x="1579320" y="2976120"/>
              <a:ext cx="9345960" cy="3011400"/>
            </p14:xfrm>
          </p:contentPart>
        </mc:Choice>
        <mc:Fallback>
          <p:pic>
            <p:nvPicPr>
              <p:cNvPr id="4" name="Ink 3">
                <a:extLst>
                  <a:ext uri="{FF2B5EF4-FFF2-40B4-BE49-F238E27FC236}">
                    <a16:creationId xmlns:a16="http://schemas.microsoft.com/office/drawing/2014/main" id="{D70D7400-B8DC-8405-E6B7-D5BD5C5C312A}"/>
                  </a:ext>
                </a:extLst>
              </p:cNvPr>
              <p:cNvPicPr/>
              <p:nvPr/>
            </p:nvPicPr>
            <p:blipFill>
              <a:blip r:embed="rId4"/>
              <a:stretch>
                <a:fillRect/>
              </a:stretch>
            </p:blipFill>
            <p:spPr>
              <a:xfrm>
                <a:off x="1569960" y="2966760"/>
                <a:ext cx="9364680" cy="3030120"/>
              </a:xfrm>
              <a:prstGeom prst="rect">
                <a:avLst/>
              </a:prstGeom>
            </p:spPr>
          </p:pic>
        </mc:Fallback>
      </mc:AlternateContent>
    </p:spTree>
    <p:extLst>
      <p:ext uri="{BB962C8B-B14F-4D97-AF65-F5344CB8AC3E}">
        <p14:creationId xmlns:p14="http://schemas.microsoft.com/office/powerpoint/2010/main" val="2046699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Bagging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AD084D03-C36A-C512-DD48-5B3303E88AA0}"/>
              </a:ext>
            </a:extLst>
          </p:cNvPr>
          <p:cNvPicPr>
            <a:picLocks noChangeAspect="1"/>
          </p:cNvPicPr>
          <p:nvPr/>
        </p:nvPicPr>
        <p:blipFill>
          <a:blip r:embed="rId2"/>
          <a:stretch>
            <a:fillRect/>
          </a:stretch>
        </p:blipFill>
        <p:spPr>
          <a:xfrm>
            <a:off x="3423864" y="1200258"/>
            <a:ext cx="7219152" cy="5494791"/>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ED57F5B-8592-4B94-68EF-6BE6EFC79E86}"/>
                  </a:ext>
                </a:extLst>
              </p14:cNvPr>
              <p14:cNvContentPartPr/>
              <p14:nvPr/>
            </p14:nvContentPartPr>
            <p14:xfrm>
              <a:off x="3808440" y="1873080"/>
              <a:ext cx="6721200" cy="4733640"/>
            </p14:xfrm>
          </p:contentPart>
        </mc:Choice>
        <mc:Fallback>
          <p:pic>
            <p:nvPicPr>
              <p:cNvPr id="4" name="Ink 3">
                <a:extLst>
                  <a:ext uri="{FF2B5EF4-FFF2-40B4-BE49-F238E27FC236}">
                    <a16:creationId xmlns:a16="http://schemas.microsoft.com/office/drawing/2014/main" id="{9ED57F5B-8592-4B94-68EF-6BE6EFC79E86}"/>
                  </a:ext>
                </a:extLst>
              </p:cNvPr>
              <p:cNvPicPr/>
              <p:nvPr/>
            </p:nvPicPr>
            <p:blipFill>
              <a:blip r:embed="rId4"/>
              <a:stretch>
                <a:fillRect/>
              </a:stretch>
            </p:blipFill>
            <p:spPr>
              <a:xfrm>
                <a:off x="3799080" y="1863720"/>
                <a:ext cx="6739920" cy="4752360"/>
              </a:xfrm>
              <a:prstGeom prst="rect">
                <a:avLst/>
              </a:prstGeom>
            </p:spPr>
          </p:pic>
        </mc:Fallback>
      </mc:AlternateContent>
    </p:spTree>
    <p:extLst>
      <p:ext uri="{BB962C8B-B14F-4D97-AF65-F5344CB8AC3E}">
        <p14:creationId xmlns:p14="http://schemas.microsoft.com/office/powerpoint/2010/main" val="1825479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Random Forest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11D877E-D953-9EA2-2658-9866E6DD2D78}"/>
              </a:ext>
            </a:extLst>
          </p:cNvPr>
          <p:cNvSpPr txBox="1"/>
          <p:nvPr/>
        </p:nvSpPr>
        <p:spPr>
          <a:xfrm>
            <a:off x="1007197" y="1465847"/>
            <a:ext cx="10100514" cy="4154984"/>
          </a:xfrm>
          <a:prstGeom prst="rect">
            <a:avLst/>
          </a:prstGeom>
          <a:noFill/>
        </p:spPr>
        <p:txBody>
          <a:bodyPr wrap="square">
            <a:spAutoFit/>
          </a:bodyPr>
          <a:lstStyle/>
          <a:p>
            <a:pPr marL="342900" indent="-342900" algn="l">
              <a:buFont typeface="Arial" panose="020B0604020202020204" pitchFamily="34" charset="0"/>
              <a:buChar char="•"/>
            </a:pPr>
            <a:r>
              <a:rPr lang="en-US" sz="2400" b="1" i="0" u="none" strike="noStrike" baseline="0" dirty="0">
                <a:solidFill>
                  <a:srgbClr val="000000"/>
                </a:solidFill>
                <a:latin typeface="Times New Roman" panose="02020603050405020304" pitchFamily="18" charset="0"/>
                <a:cs typeface="Times New Roman" panose="02020603050405020304" pitchFamily="18" charset="0"/>
              </a:rPr>
              <a:t>Random forest is a type of supervised machine learning algorithm based on </a:t>
            </a:r>
            <a:r>
              <a:rPr lang="en-US" sz="2400" b="1" i="0" u="none" strike="noStrike" baseline="0" dirty="0">
                <a:solidFill>
                  <a:srgbClr val="CA211E"/>
                </a:solidFill>
                <a:latin typeface="Times New Roman" panose="02020603050405020304" pitchFamily="18" charset="0"/>
                <a:cs typeface="Times New Roman" panose="02020603050405020304" pitchFamily="18" charset="0"/>
              </a:rPr>
              <a:t>ensemble learning</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endParaRPr lang="en-US" sz="2400" b="1" i="0" u="none" strike="noStrike" baseline="0" dirty="0">
              <a:solidFill>
                <a:srgbClr val="000000"/>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The random forest algorithm combines multiple algorithm of the same type i.e. multiple decision trees, resulting in a forest of trees, hence the name "Random Forest".</a:t>
            </a:r>
          </a:p>
          <a:p>
            <a:pPr marL="342900" indent="-342900" algn="l">
              <a:buFont typeface="Arial" panose="020B0604020202020204" pitchFamily="34" charset="0"/>
              <a:buChar char="•"/>
            </a:pP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0" i="0" u="none" strike="noStrike" baseline="0" dirty="0">
                <a:solidFill>
                  <a:srgbClr val="000000"/>
                </a:solidFill>
                <a:latin typeface="Times New Roman" panose="02020603050405020304" pitchFamily="18" charset="0"/>
                <a:cs typeface="Times New Roman" panose="02020603050405020304" pitchFamily="18" charset="0"/>
              </a:rPr>
              <a:t>The random forest algorithm can be used for both regression and classification tasks.</a:t>
            </a:r>
          </a:p>
          <a:p>
            <a:pPr marL="342900" indent="-342900" algn="l">
              <a:buFont typeface="Arial" panose="020B0604020202020204" pitchFamily="34" charset="0"/>
              <a:buChar char="•"/>
            </a:pPr>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Uses the concept of Bagging.</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CEDA677-310B-0312-E640-FD6E04D1E035}"/>
                  </a:ext>
                </a:extLst>
              </p14:cNvPr>
              <p14:cNvContentPartPr/>
              <p14:nvPr/>
            </p14:nvContentPartPr>
            <p14:xfrm>
              <a:off x="876960" y="295920"/>
              <a:ext cx="11407320" cy="5460120"/>
            </p14:xfrm>
          </p:contentPart>
        </mc:Choice>
        <mc:Fallback>
          <p:pic>
            <p:nvPicPr>
              <p:cNvPr id="4" name="Ink 3">
                <a:extLst>
                  <a:ext uri="{FF2B5EF4-FFF2-40B4-BE49-F238E27FC236}">
                    <a16:creationId xmlns:a16="http://schemas.microsoft.com/office/drawing/2014/main" id="{CCEDA677-310B-0312-E640-FD6E04D1E035}"/>
                  </a:ext>
                </a:extLst>
              </p:cNvPr>
              <p:cNvPicPr/>
              <p:nvPr/>
            </p:nvPicPr>
            <p:blipFill>
              <a:blip r:embed="rId3"/>
              <a:stretch>
                <a:fillRect/>
              </a:stretch>
            </p:blipFill>
            <p:spPr>
              <a:xfrm>
                <a:off x="867600" y="286560"/>
                <a:ext cx="11426040" cy="5478840"/>
              </a:xfrm>
              <a:prstGeom prst="rect">
                <a:avLst/>
              </a:prstGeom>
            </p:spPr>
          </p:pic>
        </mc:Fallback>
      </mc:AlternateContent>
    </p:spTree>
    <p:extLst>
      <p:ext uri="{BB962C8B-B14F-4D97-AF65-F5344CB8AC3E}">
        <p14:creationId xmlns:p14="http://schemas.microsoft.com/office/powerpoint/2010/main" val="746225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How Random Forest works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11D877E-D953-9EA2-2658-9866E6DD2D78}"/>
              </a:ext>
            </a:extLst>
          </p:cNvPr>
          <p:cNvSpPr txBox="1"/>
          <p:nvPr/>
        </p:nvSpPr>
        <p:spPr>
          <a:xfrm>
            <a:off x="1007197" y="1465847"/>
            <a:ext cx="10100514" cy="3785652"/>
          </a:xfrm>
          <a:prstGeom prst="rect">
            <a:avLst/>
          </a:prstGeom>
          <a:noFill/>
        </p:spPr>
        <p:txBody>
          <a:bodyPr wrap="square">
            <a:spAutoFit/>
          </a:bodyPr>
          <a:lstStyle/>
          <a:p>
            <a:pPr marL="342900" indent="-342900" algn="l">
              <a:buFont typeface="Arial" panose="020B0604020202020204" pitchFamily="34" charset="0"/>
              <a:buChar char="•"/>
            </a:pPr>
            <a:r>
              <a:rPr lang="en-US" sz="2400" b="1" dirty="0">
                <a:solidFill>
                  <a:srgbClr val="000000"/>
                </a:solidFill>
                <a:latin typeface="Times New Roman" panose="02020603050405020304" pitchFamily="18" charset="0"/>
                <a:cs typeface="Times New Roman" panose="02020603050405020304" pitchFamily="18" charset="0"/>
              </a:rPr>
              <a:t>Bagging</a:t>
            </a:r>
            <a:endParaRPr lang="en-US" sz="2400" b="1" i="0" u="none" strike="noStrike" baseline="0" dirty="0">
              <a:solidFill>
                <a:srgbClr val="000000"/>
              </a:solidFill>
              <a:latin typeface="Times New Roman" panose="02020603050405020304" pitchFamily="18" charset="0"/>
              <a:cs typeface="Times New Roman" panose="02020603050405020304" pitchFamily="18" charset="0"/>
            </a:endParaRPr>
          </a:p>
          <a:p>
            <a:pPr algn="l"/>
            <a:r>
              <a:rPr lang="en-US" sz="2400" i="0" u="none" strike="noStrike" baseline="0" dirty="0">
                <a:solidFill>
                  <a:srgbClr val="000000"/>
                </a:solidFill>
                <a:latin typeface="Times New Roman" panose="02020603050405020304" pitchFamily="18" charset="0"/>
                <a:cs typeface="Times New Roman" panose="02020603050405020304" pitchFamily="18" charset="0"/>
              </a:rPr>
              <a:t>Create multiple subsets of original training data (Done through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Bootstrapping</a:t>
            </a:r>
            <a:r>
              <a:rPr lang="en-US" sz="2400" i="0" u="none" strike="noStrike" baseline="0" dirty="0">
                <a:solidFill>
                  <a:srgbClr val="000000"/>
                </a:solidFill>
                <a:latin typeface="Times New Roman" panose="02020603050405020304" pitchFamily="18" charset="0"/>
                <a:cs typeface="Times New Roman" panose="02020603050405020304" pitchFamily="18" charset="0"/>
              </a:rPr>
              <a:t>. Here, a single data point can appear multiple times in one subset or not at all).</a:t>
            </a:r>
          </a:p>
          <a:p>
            <a:pPr algn="l"/>
            <a:r>
              <a:rPr lang="en-US" sz="2400" dirty="0">
                <a:solidFill>
                  <a:srgbClr val="000000"/>
                </a:solidFill>
                <a:latin typeface="Times New Roman" panose="02020603050405020304" pitchFamily="18" charset="0"/>
                <a:cs typeface="Times New Roman" panose="02020603050405020304" pitchFamily="18" charset="0"/>
              </a:rPr>
              <a:t>Each bootstrap sample is used to train individual decision tree.</a:t>
            </a:r>
          </a:p>
          <a:p>
            <a:pPr algn="l"/>
            <a:endParaRPr lang="en-US" sz="2400" dirty="0">
              <a:solidFill>
                <a:srgbClr val="000000"/>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1" dirty="0">
                <a:solidFill>
                  <a:srgbClr val="000000"/>
                </a:solidFill>
                <a:latin typeface="Times New Roman" panose="02020603050405020304" pitchFamily="18" charset="0"/>
                <a:cs typeface="Times New Roman" panose="02020603050405020304" pitchFamily="18" charset="0"/>
              </a:rPr>
              <a:t>Feature randomness</a:t>
            </a:r>
          </a:p>
          <a:p>
            <a:pPr algn="l"/>
            <a:r>
              <a:rPr lang="en-US" sz="2400" i="0" u="none" strike="noStrike" baseline="0" dirty="0">
                <a:solidFill>
                  <a:srgbClr val="000000"/>
                </a:solidFill>
                <a:latin typeface="Times New Roman" panose="02020603050405020304" pitchFamily="18" charset="0"/>
                <a:cs typeface="Times New Roman" panose="02020603050405020304" pitchFamily="18" charset="0"/>
              </a:rPr>
              <a:t>When building individual decision tree, random forest randomly selects a subset of features. This "feature bagging" further diversifies the trees and reduces the correlation between them, making the ensemble more robust.</a:t>
            </a:r>
          </a:p>
          <a:p>
            <a:pPr algn="l"/>
            <a:endParaRPr lang="en-US" sz="2400" b="1" dirty="0">
              <a:solidFill>
                <a:srgbClr val="0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DF80E7D-A0DD-A4B7-A5BA-90DC25623BB9}"/>
                  </a:ext>
                </a:extLst>
              </p14:cNvPr>
              <p14:cNvContentPartPr/>
              <p14:nvPr/>
            </p14:nvContentPartPr>
            <p14:xfrm>
              <a:off x="444240" y="55440"/>
              <a:ext cx="11579040" cy="6742440"/>
            </p14:xfrm>
          </p:contentPart>
        </mc:Choice>
        <mc:Fallback>
          <p:pic>
            <p:nvPicPr>
              <p:cNvPr id="4" name="Ink 3">
                <a:extLst>
                  <a:ext uri="{FF2B5EF4-FFF2-40B4-BE49-F238E27FC236}">
                    <a16:creationId xmlns:a16="http://schemas.microsoft.com/office/drawing/2014/main" id="{CDF80E7D-A0DD-A4B7-A5BA-90DC25623BB9}"/>
                  </a:ext>
                </a:extLst>
              </p:cNvPr>
              <p:cNvPicPr/>
              <p:nvPr/>
            </p:nvPicPr>
            <p:blipFill>
              <a:blip r:embed="rId3"/>
              <a:stretch>
                <a:fillRect/>
              </a:stretch>
            </p:blipFill>
            <p:spPr>
              <a:xfrm>
                <a:off x="434880" y="46080"/>
                <a:ext cx="11597760" cy="6761160"/>
              </a:xfrm>
              <a:prstGeom prst="rect">
                <a:avLst/>
              </a:prstGeom>
            </p:spPr>
          </p:pic>
        </mc:Fallback>
      </mc:AlternateContent>
    </p:spTree>
    <p:extLst>
      <p:ext uri="{BB962C8B-B14F-4D97-AF65-F5344CB8AC3E}">
        <p14:creationId xmlns:p14="http://schemas.microsoft.com/office/powerpoint/2010/main" val="4132203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How Random Forest works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11D877E-D953-9EA2-2658-9866E6DD2D78}"/>
              </a:ext>
            </a:extLst>
          </p:cNvPr>
          <p:cNvSpPr txBox="1"/>
          <p:nvPr/>
        </p:nvSpPr>
        <p:spPr>
          <a:xfrm>
            <a:off x="1007197" y="1465847"/>
            <a:ext cx="10100514" cy="2677656"/>
          </a:xfrm>
          <a:prstGeom prst="rect">
            <a:avLst/>
          </a:prstGeom>
          <a:noFill/>
        </p:spPr>
        <p:txBody>
          <a:bodyPr wrap="square">
            <a:spAutoFit/>
          </a:bodyPr>
          <a:lstStyle/>
          <a:p>
            <a:pPr marL="342900" indent="-342900" algn="l">
              <a:buFont typeface="Arial" panose="020B0604020202020204" pitchFamily="34" charset="0"/>
              <a:buChar char="•"/>
            </a:pPr>
            <a:r>
              <a:rPr lang="en-US" sz="2400" b="1" i="0" u="none" strike="noStrike" baseline="0" dirty="0">
                <a:solidFill>
                  <a:srgbClr val="000000"/>
                </a:solidFill>
                <a:latin typeface="Times New Roman" panose="02020603050405020304" pitchFamily="18" charset="0"/>
                <a:cs typeface="Times New Roman" panose="02020603050405020304" pitchFamily="18" charset="0"/>
              </a:rPr>
              <a:t>Building Individual Decision Trees:</a:t>
            </a:r>
          </a:p>
          <a:p>
            <a:pPr algn="l"/>
            <a:r>
              <a:rPr lang="en-US" sz="2400" i="0" u="none" strike="noStrike" baseline="0" dirty="0">
                <a:solidFill>
                  <a:srgbClr val="000000"/>
                </a:solidFill>
                <a:latin typeface="Times New Roman" panose="02020603050405020304" pitchFamily="18" charset="0"/>
                <a:cs typeface="Times New Roman" panose="02020603050405020304" pitchFamily="18" charset="0"/>
              </a:rPr>
              <a:t>For each bootstrap sample and its selected features, a decision tree is grown to its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full depth without pruning</a:t>
            </a:r>
            <a:r>
              <a:rPr lang="en-US" sz="2400" i="0" u="none" strike="noStrike" baseline="0" dirty="0">
                <a:solidFill>
                  <a:srgbClr val="000000"/>
                </a:solidFill>
                <a:latin typeface="Times New Roman" panose="02020603050405020304" pitchFamily="18" charset="0"/>
                <a:cs typeface="Times New Roman" panose="02020603050405020304" pitchFamily="18" charset="0"/>
              </a:rPr>
              <a:t>. This is a key difference from standard decision tree algorithms, where pruning is often used to prevent overfitting. The randomness introduced in the sampling and feature selection steps helps mitigate overfitting in the Random Forest as a whole.</a:t>
            </a:r>
          </a:p>
          <a:p>
            <a:pPr algn="l"/>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C098E41-7132-B29B-C848-2D8B179D22D8}"/>
                  </a:ext>
                </a:extLst>
              </p14:cNvPr>
              <p14:cNvContentPartPr/>
              <p14:nvPr/>
            </p14:nvContentPartPr>
            <p14:xfrm>
              <a:off x="1415880" y="2221920"/>
              <a:ext cx="8820000" cy="1736280"/>
            </p14:xfrm>
          </p:contentPart>
        </mc:Choice>
        <mc:Fallback>
          <p:pic>
            <p:nvPicPr>
              <p:cNvPr id="4" name="Ink 3">
                <a:extLst>
                  <a:ext uri="{FF2B5EF4-FFF2-40B4-BE49-F238E27FC236}">
                    <a16:creationId xmlns:a16="http://schemas.microsoft.com/office/drawing/2014/main" id="{2C098E41-7132-B29B-C848-2D8B179D22D8}"/>
                  </a:ext>
                </a:extLst>
              </p:cNvPr>
              <p:cNvPicPr/>
              <p:nvPr/>
            </p:nvPicPr>
            <p:blipFill>
              <a:blip r:embed="rId3"/>
              <a:stretch>
                <a:fillRect/>
              </a:stretch>
            </p:blipFill>
            <p:spPr>
              <a:xfrm>
                <a:off x="1406520" y="2212560"/>
                <a:ext cx="8838720" cy="1755000"/>
              </a:xfrm>
              <a:prstGeom prst="rect">
                <a:avLst/>
              </a:prstGeom>
            </p:spPr>
          </p:pic>
        </mc:Fallback>
      </mc:AlternateContent>
    </p:spTree>
    <p:extLst>
      <p:ext uri="{BB962C8B-B14F-4D97-AF65-F5344CB8AC3E}">
        <p14:creationId xmlns:p14="http://schemas.microsoft.com/office/powerpoint/2010/main" val="397641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How Random Forest works</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11D877E-D953-9EA2-2658-9866E6DD2D78}"/>
              </a:ext>
            </a:extLst>
          </p:cNvPr>
          <p:cNvSpPr txBox="1"/>
          <p:nvPr/>
        </p:nvSpPr>
        <p:spPr>
          <a:xfrm>
            <a:off x="1007197" y="1465847"/>
            <a:ext cx="10100514" cy="3416320"/>
          </a:xfrm>
          <a:prstGeom prst="rect">
            <a:avLst/>
          </a:prstGeom>
          <a:noFill/>
        </p:spPr>
        <p:txBody>
          <a:bodyPr wrap="square">
            <a:spAutoFit/>
          </a:bodyPr>
          <a:lstStyle/>
          <a:p>
            <a:pPr marL="342900" indent="-342900" algn="l">
              <a:buFont typeface="Arial" panose="020B0604020202020204" pitchFamily="34" charset="0"/>
              <a:buChar char="•"/>
            </a:pPr>
            <a:r>
              <a:rPr lang="en-US" sz="2400" b="1" i="0" u="none" strike="noStrike" baseline="0" dirty="0">
                <a:solidFill>
                  <a:srgbClr val="000000"/>
                </a:solidFill>
                <a:latin typeface="Times New Roman" panose="02020603050405020304" pitchFamily="18" charset="0"/>
                <a:cs typeface="Times New Roman" panose="02020603050405020304" pitchFamily="18" charset="0"/>
              </a:rPr>
              <a:t>Prediction Aggregation:</a:t>
            </a:r>
          </a:p>
          <a:p>
            <a:pPr algn="l"/>
            <a:r>
              <a:rPr lang="en-US" sz="2400" i="0" u="none" strike="noStrike" baseline="0" dirty="0">
                <a:solidFill>
                  <a:srgbClr val="000000"/>
                </a:solidFill>
                <a:latin typeface="Times New Roman" panose="02020603050405020304" pitchFamily="18" charset="0"/>
                <a:cs typeface="Times New Roman" panose="02020603050405020304" pitchFamily="18" charset="0"/>
              </a:rPr>
              <a:t>Once all the individual decision trees are built, the Random Forest makes predictions by aggregating the outputs of these trees.</a:t>
            </a:r>
          </a:p>
          <a:p>
            <a:pPr algn="l"/>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pPr lvl="1"/>
            <a:r>
              <a:rPr lang="en-US" sz="2400" b="1" i="0" u="none" strike="noStrike" baseline="0" dirty="0">
                <a:latin typeface="Times New Roman" panose="02020603050405020304" pitchFamily="18" charset="0"/>
                <a:cs typeface="Times New Roman" panose="02020603050405020304" pitchFamily="18" charset="0"/>
              </a:rPr>
              <a:t>–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For Classification Tasks</a:t>
            </a:r>
            <a:r>
              <a:rPr lang="en-US" sz="2400" i="0" u="none" strike="noStrike" baseline="0" dirty="0">
                <a:solidFill>
                  <a:srgbClr val="000000"/>
                </a:solidFill>
                <a:latin typeface="Times New Roman" panose="02020603050405020304" pitchFamily="18" charset="0"/>
                <a:cs typeface="Times New Roman" panose="02020603050405020304" pitchFamily="18" charset="0"/>
              </a:rPr>
              <a:t>: The final prediction is determined by a "majority vote." The class predicted by the most individual trees is chosen as the final output.</a:t>
            </a:r>
          </a:p>
          <a:p>
            <a:pPr lvl="1"/>
            <a:r>
              <a:rPr lang="en-US" sz="2400" b="1" i="0" u="none" strike="noStrike" baseline="0" dirty="0">
                <a:latin typeface="Times New Roman" panose="02020603050405020304" pitchFamily="18" charset="0"/>
                <a:cs typeface="Times New Roman" panose="02020603050405020304" pitchFamily="18" charset="0"/>
              </a:rPr>
              <a:t>–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For Regression Tasks</a:t>
            </a:r>
            <a:r>
              <a:rPr lang="en-US" sz="2400" i="0" u="none" strike="noStrike" baseline="0" dirty="0">
                <a:solidFill>
                  <a:srgbClr val="000000"/>
                </a:solidFill>
                <a:latin typeface="Times New Roman" panose="02020603050405020304" pitchFamily="18" charset="0"/>
                <a:cs typeface="Times New Roman" panose="02020603050405020304" pitchFamily="18" charset="0"/>
              </a:rPr>
              <a:t>: The final prediction is the average of the predictions made by all the individual trees.</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186D7C2-3724-A0AC-3ADF-C23564D33B17}"/>
                  </a:ext>
                </a:extLst>
              </p14:cNvPr>
              <p14:cNvContentPartPr/>
              <p14:nvPr/>
            </p14:nvContentPartPr>
            <p14:xfrm>
              <a:off x="1555200" y="316440"/>
              <a:ext cx="9926280" cy="4700520"/>
            </p14:xfrm>
          </p:contentPart>
        </mc:Choice>
        <mc:Fallback>
          <p:pic>
            <p:nvPicPr>
              <p:cNvPr id="4" name="Ink 3">
                <a:extLst>
                  <a:ext uri="{FF2B5EF4-FFF2-40B4-BE49-F238E27FC236}">
                    <a16:creationId xmlns:a16="http://schemas.microsoft.com/office/drawing/2014/main" id="{D186D7C2-3724-A0AC-3ADF-C23564D33B17}"/>
                  </a:ext>
                </a:extLst>
              </p:cNvPr>
              <p:cNvPicPr/>
              <p:nvPr/>
            </p:nvPicPr>
            <p:blipFill>
              <a:blip r:embed="rId3"/>
              <a:stretch>
                <a:fillRect/>
              </a:stretch>
            </p:blipFill>
            <p:spPr>
              <a:xfrm>
                <a:off x="1545840" y="307080"/>
                <a:ext cx="9945000" cy="4719240"/>
              </a:xfrm>
              <a:prstGeom prst="rect">
                <a:avLst/>
              </a:prstGeom>
            </p:spPr>
          </p:pic>
        </mc:Fallback>
      </mc:AlternateContent>
    </p:spTree>
    <p:extLst>
      <p:ext uri="{BB962C8B-B14F-4D97-AF65-F5344CB8AC3E}">
        <p14:creationId xmlns:p14="http://schemas.microsoft.com/office/powerpoint/2010/main" val="2040000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Majority voting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47AF47F2-040F-11E0-0C79-A615D4B3B072}"/>
              </a:ext>
            </a:extLst>
          </p:cNvPr>
          <p:cNvPicPr>
            <a:picLocks noChangeAspect="1"/>
          </p:cNvPicPr>
          <p:nvPr/>
        </p:nvPicPr>
        <p:blipFill>
          <a:blip r:embed="rId2"/>
          <a:stretch>
            <a:fillRect/>
          </a:stretch>
        </p:blipFill>
        <p:spPr>
          <a:xfrm>
            <a:off x="1446350" y="1471075"/>
            <a:ext cx="9299299" cy="4953276"/>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9E54979-83BE-2529-925B-8DF2C9EAAA51}"/>
                  </a:ext>
                </a:extLst>
              </p14:cNvPr>
              <p14:cNvContentPartPr/>
              <p14:nvPr/>
            </p14:nvContentPartPr>
            <p14:xfrm>
              <a:off x="1992240" y="1680120"/>
              <a:ext cx="8963280" cy="4584600"/>
            </p14:xfrm>
          </p:contentPart>
        </mc:Choice>
        <mc:Fallback>
          <p:pic>
            <p:nvPicPr>
              <p:cNvPr id="4" name="Ink 3">
                <a:extLst>
                  <a:ext uri="{FF2B5EF4-FFF2-40B4-BE49-F238E27FC236}">
                    <a16:creationId xmlns:a16="http://schemas.microsoft.com/office/drawing/2014/main" id="{C9E54979-83BE-2529-925B-8DF2C9EAAA51}"/>
                  </a:ext>
                </a:extLst>
              </p:cNvPr>
              <p:cNvPicPr/>
              <p:nvPr/>
            </p:nvPicPr>
            <p:blipFill>
              <a:blip r:embed="rId4"/>
              <a:stretch>
                <a:fillRect/>
              </a:stretch>
            </p:blipFill>
            <p:spPr>
              <a:xfrm>
                <a:off x="1982880" y="1670760"/>
                <a:ext cx="8982000" cy="4603320"/>
              </a:xfrm>
              <a:prstGeom prst="rect">
                <a:avLst/>
              </a:prstGeom>
            </p:spPr>
          </p:pic>
        </mc:Fallback>
      </mc:AlternateContent>
    </p:spTree>
    <p:extLst>
      <p:ext uri="{BB962C8B-B14F-4D97-AF65-F5344CB8AC3E}">
        <p14:creationId xmlns:p14="http://schemas.microsoft.com/office/powerpoint/2010/main" val="97423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Regressor output</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E3888E7E-B726-F87B-EE88-D7D101352222}"/>
              </a:ext>
            </a:extLst>
          </p:cNvPr>
          <p:cNvPicPr>
            <a:picLocks noChangeAspect="1"/>
          </p:cNvPicPr>
          <p:nvPr/>
        </p:nvPicPr>
        <p:blipFill>
          <a:blip r:embed="rId2"/>
          <a:stretch>
            <a:fillRect/>
          </a:stretch>
        </p:blipFill>
        <p:spPr>
          <a:xfrm>
            <a:off x="1761889" y="1325563"/>
            <a:ext cx="8668221" cy="5178894"/>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9ADC63B-521A-A0E3-DF87-FF1EDDDDE33D}"/>
                  </a:ext>
                </a:extLst>
              </p14:cNvPr>
              <p14:cNvContentPartPr/>
              <p14:nvPr/>
            </p14:nvContentPartPr>
            <p14:xfrm>
              <a:off x="2908080" y="1732680"/>
              <a:ext cx="6512040" cy="4635360"/>
            </p14:xfrm>
          </p:contentPart>
        </mc:Choice>
        <mc:Fallback>
          <p:pic>
            <p:nvPicPr>
              <p:cNvPr id="4" name="Ink 3">
                <a:extLst>
                  <a:ext uri="{FF2B5EF4-FFF2-40B4-BE49-F238E27FC236}">
                    <a16:creationId xmlns:a16="http://schemas.microsoft.com/office/drawing/2014/main" id="{F9ADC63B-521A-A0E3-DF87-FF1EDDDDE33D}"/>
                  </a:ext>
                </a:extLst>
              </p:cNvPr>
              <p:cNvPicPr/>
              <p:nvPr/>
            </p:nvPicPr>
            <p:blipFill>
              <a:blip r:embed="rId4"/>
              <a:stretch>
                <a:fillRect/>
              </a:stretch>
            </p:blipFill>
            <p:spPr>
              <a:xfrm>
                <a:off x="2898720" y="1723320"/>
                <a:ext cx="6530760" cy="4654080"/>
              </a:xfrm>
              <a:prstGeom prst="rect">
                <a:avLst/>
              </a:prstGeom>
            </p:spPr>
          </p:pic>
        </mc:Fallback>
      </mc:AlternateContent>
    </p:spTree>
    <p:extLst>
      <p:ext uri="{BB962C8B-B14F-4D97-AF65-F5344CB8AC3E}">
        <p14:creationId xmlns:p14="http://schemas.microsoft.com/office/powerpoint/2010/main" val="2583778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Random Forest Summary</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11D877E-D953-9EA2-2658-9866E6DD2D78}"/>
              </a:ext>
            </a:extLst>
          </p:cNvPr>
          <p:cNvSpPr txBox="1"/>
          <p:nvPr/>
        </p:nvSpPr>
        <p:spPr>
          <a:xfrm>
            <a:off x="1007197" y="1465847"/>
            <a:ext cx="10100514" cy="2677656"/>
          </a:xfrm>
          <a:prstGeom prst="rect">
            <a:avLst/>
          </a:prstGeom>
          <a:noFill/>
        </p:spPr>
        <p:txBody>
          <a:bodyPr wrap="square">
            <a:spAutoFit/>
          </a:bodyPr>
          <a:lstStyle/>
          <a:p>
            <a:pPr marL="342900" indent="-342900" algn="l">
              <a:buFont typeface="Arial" panose="020B0604020202020204" pitchFamily="34" charset="0"/>
              <a:buChar char="•"/>
            </a:pPr>
            <a:r>
              <a:rPr lang="en-US" sz="2400" i="0" u="none" strike="noStrike" baseline="0" dirty="0">
                <a:solidFill>
                  <a:srgbClr val="000000"/>
                </a:solidFill>
                <a:latin typeface="Times New Roman" panose="02020603050405020304" pitchFamily="18" charset="0"/>
                <a:cs typeface="Times New Roman" panose="02020603050405020304" pitchFamily="18" charset="0"/>
              </a:rPr>
              <a:t>The Random Forest algorithm is an ensemble ML method that operates by constructing a multitude of decision trees during training and outputting the class that is the mode of the classes (for classification) or mean prediction (for regression) of the individual trees. </a:t>
            </a:r>
          </a:p>
          <a:p>
            <a:pPr marL="342900" indent="-342900" algn="l">
              <a:buFont typeface="Arial" panose="020B0604020202020204" pitchFamily="34" charset="0"/>
              <a:buChar char="•"/>
            </a:pPr>
            <a:r>
              <a:rPr lang="en-US" sz="2400" i="0" u="none" strike="noStrike" baseline="0" dirty="0">
                <a:solidFill>
                  <a:srgbClr val="000000"/>
                </a:solidFill>
                <a:latin typeface="Times New Roman" panose="02020603050405020304" pitchFamily="18" charset="0"/>
                <a:cs typeface="Times New Roman" panose="02020603050405020304" pitchFamily="18" charset="0"/>
              </a:rPr>
              <a:t>This approach leverages the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wisdom of crowds</a:t>
            </a:r>
            <a:r>
              <a:rPr lang="en-US" sz="2400" i="0" u="none" strike="noStrike" baseline="0" dirty="0">
                <a:solidFill>
                  <a:srgbClr val="000000"/>
                </a:solidFill>
                <a:latin typeface="Times New Roman" panose="02020603050405020304" pitchFamily="18" charset="0"/>
                <a:cs typeface="Times New Roman" panose="02020603050405020304" pitchFamily="18" charset="0"/>
              </a:rPr>
              <a:t>" principle to improve prediction accuracy and reduce overfitting compared to a single decision tree.</a:t>
            </a:r>
          </a:p>
          <a:p>
            <a:pPr marL="342900" indent="-342900" algn="l">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7BD0407-EA25-1277-BE98-C748946EB9BA}"/>
                  </a:ext>
                </a:extLst>
              </p14:cNvPr>
              <p14:cNvContentPartPr/>
              <p14:nvPr/>
            </p14:nvContentPartPr>
            <p14:xfrm>
              <a:off x="1907640" y="1887840"/>
              <a:ext cx="8458560" cy="2111760"/>
            </p14:xfrm>
          </p:contentPart>
        </mc:Choice>
        <mc:Fallback>
          <p:pic>
            <p:nvPicPr>
              <p:cNvPr id="4" name="Ink 3">
                <a:extLst>
                  <a:ext uri="{FF2B5EF4-FFF2-40B4-BE49-F238E27FC236}">
                    <a16:creationId xmlns:a16="http://schemas.microsoft.com/office/drawing/2014/main" id="{17BD0407-EA25-1277-BE98-C748946EB9BA}"/>
                  </a:ext>
                </a:extLst>
              </p:cNvPr>
              <p:cNvPicPr/>
              <p:nvPr/>
            </p:nvPicPr>
            <p:blipFill>
              <a:blip r:embed="rId3"/>
              <a:stretch>
                <a:fillRect/>
              </a:stretch>
            </p:blipFill>
            <p:spPr>
              <a:xfrm>
                <a:off x="1898280" y="1878480"/>
                <a:ext cx="8477280" cy="2130480"/>
              </a:xfrm>
              <a:prstGeom prst="rect">
                <a:avLst/>
              </a:prstGeom>
            </p:spPr>
          </p:pic>
        </mc:Fallback>
      </mc:AlternateContent>
    </p:spTree>
    <p:extLst>
      <p:ext uri="{BB962C8B-B14F-4D97-AF65-F5344CB8AC3E}">
        <p14:creationId xmlns:p14="http://schemas.microsoft.com/office/powerpoint/2010/main" val="1316392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Random Forest Summary</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11D877E-D953-9EA2-2658-9866E6DD2D78}"/>
              </a:ext>
            </a:extLst>
          </p:cNvPr>
          <p:cNvSpPr txBox="1"/>
          <p:nvPr/>
        </p:nvSpPr>
        <p:spPr>
          <a:xfrm>
            <a:off x="1007197" y="1465847"/>
            <a:ext cx="10100514" cy="3785652"/>
          </a:xfrm>
          <a:prstGeom prst="rect">
            <a:avLst/>
          </a:prstGeom>
          <a:noFill/>
        </p:spPr>
        <p:txBody>
          <a:bodyPr wrap="square">
            <a:spAutoFit/>
          </a:bodyPr>
          <a:lstStyle/>
          <a:p>
            <a:pPr algn="l"/>
            <a:r>
              <a:rPr lang="en-US" sz="2400" i="0" u="none" strike="noStrike" baseline="0" dirty="0">
                <a:solidFill>
                  <a:srgbClr val="000000"/>
                </a:solidFill>
                <a:latin typeface="Times New Roman" panose="02020603050405020304" pitchFamily="18" charset="0"/>
                <a:cs typeface="Times New Roman" panose="02020603050405020304" pitchFamily="18" charset="0"/>
              </a:rPr>
              <a:t>Why it works well:</a:t>
            </a:r>
          </a:p>
          <a:p>
            <a:pPr marL="342900" indent="-342900" algn="l">
              <a:buFont typeface="Arial" panose="020B0604020202020204" pitchFamily="34" charset="0"/>
              <a:buChar char="•"/>
            </a:pPr>
            <a:r>
              <a:rPr lang="en-US" sz="2400" b="1" i="0" u="none" strike="noStrike" baseline="0" dirty="0">
                <a:solidFill>
                  <a:srgbClr val="000000"/>
                </a:solidFill>
                <a:latin typeface="Times New Roman" panose="02020603050405020304" pitchFamily="18" charset="0"/>
                <a:cs typeface="Times New Roman" panose="02020603050405020304" pitchFamily="18" charset="0"/>
              </a:rPr>
              <a:t>Reduces Overfitting</a:t>
            </a:r>
            <a:r>
              <a:rPr lang="en-US" sz="2400" i="0" u="none" strike="noStrike" baseline="0" dirty="0">
                <a:solidFill>
                  <a:srgbClr val="000000"/>
                </a:solidFill>
                <a:latin typeface="Times New Roman" panose="02020603050405020304" pitchFamily="18" charset="0"/>
                <a:cs typeface="Times New Roman" panose="02020603050405020304" pitchFamily="18" charset="0"/>
              </a:rPr>
              <a:t>: By combining predictions from multiple diverse trees, Random Forest significantly reduces the risk of overfitting, which is a common problem with individual decision trees.</a:t>
            </a:r>
          </a:p>
          <a:p>
            <a:pPr marL="342900" indent="-342900" algn="l">
              <a:buFont typeface="Arial" panose="020B0604020202020204" pitchFamily="34" charset="0"/>
              <a:buChar char="•"/>
            </a:pPr>
            <a:r>
              <a:rPr lang="en-US" sz="2400" b="1" i="0" u="none" strike="noStrike" baseline="0" dirty="0">
                <a:solidFill>
                  <a:srgbClr val="000000"/>
                </a:solidFill>
                <a:latin typeface="Times New Roman" panose="02020603050405020304" pitchFamily="18" charset="0"/>
                <a:cs typeface="Times New Roman" panose="02020603050405020304" pitchFamily="18" charset="0"/>
              </a:rPr>
              <a:t>Improved Accuracy</a:t>
            </a:r>
            <a:r>
              <a:rPr lang="en-US" sz="2400" i="0" u="none" strike="noStrike" baseline="0" dirty="0">
                <a:solidFill>
                  <a:srgbClr val="000000"/>
                </a:solidFill>
                <a:latin typeface="Times New Roman" panose="02020603050405020304" pitchFamily="18" charset="0"/>
                <a:cs typeface="Times New Roman" panose="02020603050405020304" pitchFamily="18" charset="0"/>
              </a:rPr>
              <a:t>: The ensemble approach typically leads to more accurate and stable predictions than a single decision tree.</a:t>
            </a:r>
          </a:p>
          <a:p>
            <a:pPr marL="342900" indent="-342900" algn="l">
              <a:buFont typeface="Arial" panose="020B0604020202020204" pitchFamily="34" charset="0"/>
              <a:buChar char="•"/>
            </a:pPr>
            <a:r>
              <a:rPr lang="en-US" sz="2400" b="1" i="0" u="none" strike="noStrike" baseline="0" dirty="0">
                <a:solidFill>
                  <a:srgbClr val="000000"/>
                </a:solidFill>
                <a:latin typeface="Times New Roman" panose="02020603050405020304" pitchFamily="18" charset="0"/>
                <a:cs typeface="Times New Roman" panose="02020603050405020304" pitchFamily="18" charset="0"/>
              </a:rPr>
              <a:t>Handles High-Dimensional Data</a:t>
            </a:r>
            <a:r>
              <a:rPr lang="en-US" sz="2400" i="0" u="none" strike="noStrike" baseline="0" dirty="0">
                <a:solidFill>
                  <a:srgbClr val="000000"/>
                </a:solidFill>
                <a:latin typeface="Times New Roman" panose="02020603050405020304" pitchFamily="18" charset="0"/>
                <a:cs typeface="Times New Roman" panose="02020603050405020304" pitchFamily="18" charset="0"/>
              </a:rPr>
              <a:t>: It can effectively handle datasets with a large number of features.</a:t>
            </a:r>
          </a:p>
          <a:p>
            <a:pPr marL="342900" indent="-342900" algn="l">
              <a:buFont typeface="Arial" panose="020B0604020202020204" pitchFamily="34" charset="0"/>
              <a:buChar char="•"/>
            </a:pPr>
            <a:r>
              <a:rPr lang="en-US" sz="2400" b="1" i="0" u="none" strike="noStrike" baseline="0" dirty="0">
                <a:solidFill>
                  <a:srgbClr val="000000"/>
                </a:solidFill>
                <a:latin typeface="Times New Roman" panose="02020603050405020304" pitchFamily="18" charset="0"/>
                <a:cs typeface="Times New Roman" panose="02020603050405020304" pitchFamily="18" charset="0"/>
              </a:rPr>
              <a:t>Robust to Missing Values</a:t>
            </a:r>
            <a:r>
              <a:rPr lang="en-US" sz="2400" i="0" u="none" strike="noStrike" baseline="0" dirty="0">
                <a:solidFill>
                  <a:srgbClr val="000000"/>
                </a:solidFill>
                <a:latin typeface="Times New Roman" panose="02020603050405020304" pitchFamily="18" charset="0"/>
                <a:cs typeface="Times New Roman" panose="02020603050405020304" pitchFamily="18" charset="0"/>
              </a:rPr>
              <a:t>: It can maintain accuracy even when a portion of the data is missing. </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AC419C3-8D99-A037-EC2C-A8289BDB7403}"/>
                  </a:ext>
                </a:extLst>
              </p14:cNvPr>
              <p14:cNvContentPartPr/>
              <p14:nvPr/>
            </p14:nvContentPartPr>
            <p14:xfrm>
              <a:off x="927360" y="2108520"/>
              <a:ext cx="9602280" cy="3321000"/>
            </p14:xfrm>
          </p:contentPart>
        </mc:Choice>
        <mc:Fallback>
          <p:pic>
            <p:nvPicPr>
              <p:cNvPr id="4" name="Ink 3">
                <a:extLst>
                  <a:ext uri="{FF2B5EF4-FFF2-40B4-BE49-F238E27FC236}">
                    <a16:creationId xmlns:a16="http://schemas.microsoft.com/office/drawing/2014/main" id="{5AC419C3-8D99-A037-EC2C-A8289BDB7403}"/>
                  </a:ext>
                </a:extLst>
              </p:cNvPr>
              <p:cNvPicPr/>
              <p:nvPr/>
            </p:nvPicPr>
            <p:blipFill>
              <a:blip r:embed="rId3"/>
              <a:stretch>
                <a:fillRect/>
              </a:stretch>
            </p:blipFill>
            <p:spPr>
              <a:xfrm>
                <a:off x="918000" y="2099160"/>
                <a:ext cx="9621000" cy="3339720"/>
              </a:xfrm>
              <a:prstGeom prst="rect">
                <a:avLst/>
              </a:prstGeom>
            </p:spPr>
          </p:pic>
        </mc:Fallback>
      </mc:AlternateContent>
    </p:spTree>
    <p:extLst>
      <p:ext uri="{BB962C8B-B14F-4D97-AF65-F5344CB8AC3E}">
        <p14:creationId xmlns:p14="http://schemas.microsoft.com/office/powerpoint/2010/main" val="3731779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0043" y="2323476"/>
            <a:ext cx="3055137" cy="1325563"/>
          </a:xfrm>
        </p:spPr>
        <p:txBody>
          <a:bodyPr>
            <a:normAutofit/>
          </a:bodyPr>
          <a:lstStyle/>
          <a:p>
            <a:r>
              <a:rPr lang="en-IN" sz="4000" b="1" dirty="0">
                <a:solidFill>
                  <a:srgbClr val="C00000"/>
                </a:solidFill>
                <a:latin typeface="Times New Roman" pitchFamily="18" charset="0"/>
                <a:cs typeface="Times New Roman" pitchFamily="18" charset="0"/>
              </a:rPr>
              <a:t>Boosting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1371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Boosting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11D877E-D953-9EA2-2658-9866E6DD2D78}"/>
              </a:ext>
            </a:extLst>
          </p:cNvPr>
          <p:cNvSpPr txBox="1"/>
          <p:nvPr/>
        </p:nvSpPr>
        <p:spPr>
          <a:xfrm>
            <a:off x="1007197" y="1465847"/>
            <a:ext cx="10100514" cy="4154984"/>
          </a:xfrm>
          <a:prstGeom prst="rect">
            <a:avLst/>
          </a:prstGeom>
          <a:noFill/>
        </p:spPr>
        <p:txBody>
          <a:bodyPr wrap="square">
            <a:spAutoFit/>
          </a:bodyPr>
          <a:lstStyle/>
          <a:p>
            <a:pPr marL="342900" indent="-342900" algn="l">
              <a:buFont typeface="Arial" panose="020B0604020202020204" pitchFamily="34" charset="0"/>
              <a:buChar char="•"/>
            </a:pPr>
            <a:r>
              <a:rPr lang="en-US" sz="2400" i="0" u="none" strike="noStrike" baseline="0" dirty="0">
                <a:solidFill>
                  <a:srgbClr val="000000"/>
                </a:solidFill>
                <a:latin typeface="Times New Roman" panose="02020603050405020304" pitchFamily="18" charset="0"/>
                <a:cs typeface="Times New Roman" panose="02020603050405020304" pitchFamily="18" charset="0"/>
              </a:rPr>
              <a:t>Boosting algorithms are a set of the low accurate/weak classifier to create a highly accurate/strong classifier.</a:t>
            </a:r>
          </a:p>
          <a:p>
            <a:pPr marL="342900" indent="-342900" algn="l">
              <a:buFont typeface="Arial" panose="020B0604020202020204" pitchFamily="34" charset="0"/>
              <a:buChar char="•"/>
            </a:pPr>
            <a:r>
              <a:rPr lang="en-US" sz="2400" dirty="0">
                <a:solidFill>
                  <a:srgbClr val="000000"/>
                </a:solidFill>
                <a:latin typeface="Times New Roman" panose="02020603050405020304" pitchFamily="18" charset="0"/>
                <a:cs typeface="Times New Roman" panose="02020603050405020304" pitchFamily="18" charset="0"/>
              </a:rPr>
              <a:t>Weak Classifiers are models that perform only slightly better than random guessing.</a:t>
            </a:r>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i="0" u="none" strike="noStrike" baseline="0" dirty="0">
                <a:solidFill>
                  <a:srgbClr val="000000"/>
                </a:solidFill>
                <a:latin typeface="Times New Roman" panose="02020603050405020304" pitchFamily="18" charset="0"/>
                <a:cs typeface="Times New Roman" panose="02020603050405020304" pitchFamily="18" charset="0"/>
              </a:rPr>
              <a:t>This is done by building a model from the training data, then creating a second model that attempts to correct the errors from the first model. </a:t>
            </a:r>
          </a:p>
          <a:p>
            <a:pPr marL="342900" indent="-342900" algn="l">
              <a:buFont typeface="Arial" panose="020B0604020202020204" pitchFamily="34" charset="0"/>
              <a:buChar char="•"/>
            </a:pPr>
            <a:r>
              <a:rPr lang="en-US" sz="2400" i="0" u="none" strike="noStrike" baseline="0" dirty="0">
                <a:solidFill>
                  <a:srgbClr val="000000"/>
                </a:solidFill>
                <a:latin typeface="Times New Roman" panose="02020603050405020304" pitchFamily="18" charset="0"/>
                <a:cs typeface="Times New Roman" panose="02020603050405020304" pitchFamily="18" charset="0"/>
              </a:rPr>
              <a:t>Models are added until the training set is predicted perfectly or a maximum number of models are added.</a:t>
            </a:r>
          </a:p>
          <a:p>
            <a:pPr marL="342900" indent="-342900" algn="l">
              <a:buFont typeface="Arial" panose="020B0604020202020204" pitchFamily="34" charset="0"/>
              <a:buChar char="•"/>
            </a:pPr>
            <a:r>
              <a:rPr lang="en-US" sz="2400" i="0" u="none" strike="noStrike" baseline="0" dirty="0">
                <a:solidFill>
                  <a:srgbClr val="000000"/>
                </a:solidFill>
                <a:latin typeface="Times New Roman" panose="02020603050405020304" pitchFamily="18" charset="0"/>
                <a:cs typeface="Times New Roman" panose="02020603050405020304" pitchFamily="18" charset="0"/>
              </a:rPr>
              <a:t>Highly accurate classifier (or strong classifier) offer error rate close to 0.</a:t>
            </a:r>
          </a:p>
          <a:p>
            <a:pPr marL="342900" indent="-342900" algn="l">
              <a:buFont typeface="Arial" panose="020B0604020202020204" pitchFamily="34" charset="0"/>
              <a:buChar char="•"/>
            </a:pPr>
            <a:r>
              <a:rPr lang="en-US" sz="2400" i="0" u="none" strike="noStrike" baseline="0" dirty="0">
                <a:solidFill>
                  <a:srgbClr val="000000"/>
                </a:solidFill>
                <a:latin typeface="Times New Roman" panose="02020603050405020304" pitchFamily="18" charset="0"/>
                <a:cs typeface="Times New Roman" panose="02020603050405020304" pitchFamily="18" charset="0"/>
              </a:rPr>
              <a:t>Boosting algorithm can track the model who failed the accurate prediction.</a:t>
            </a:r>
          </a:p>
          <a:p>
            <a:pPr marL="342900" indent="-342900" algn="l">
              <a:buFont typeface="Arial" panose="020B0604020202020204" pitchFamily="34" charset="0"/>
              <a:buChar char="•"/>
            </a:pPr>
            <a:r>
              <a:rPr lang="en-US" sz="2400" i="0" u="none" strike="noStrike" baseline="0" dirty="0">
                <a:solidFill>
                  <a:srgbClr val="000000"/>
                </a:solidFill>
                <a:latin typeface="Times New Roman" panose="02020603050405020304" pitchFamily="18" charset="0"/>
                <a:cs typeface="Times New Roman" panose="02020603050405020304" pitchFamily="18" charset="0"/>
              </a:rPr>
              <a:t>Boosting algorithms are less affected by the overfitting problem.</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EF5BFCC-BBF3-4570-20A0-B67AED60275B}"/>
                  </a:ext>
                </a:extLst>
              </p14:cNvPr>
              <p14:cNvContentPartPr/>
              <p14:nvPr/>
            </p14:nvContentPartPr>
            <p14:xfrm>
              <a:off x="1881720" y="88200"/>
              <a:ext cx="8195040" cy="5631840"/>
            </p14:xfrm>
          </p:contentPart>
        </mc:Choice>
        <mc:Fallback>
          <p:pic>
            <p:nvPicPr>
              <p:cNvPr id="4" name="Ink 3">
                <a:extLst>
                  <a:ext uri="{FF2B5EF4-FFF2-40B4-BE49-F238E27FC236}">
                    <a16:creationId xmlns:a16="http://schemas.microsoft.com/office/drawing/2014/main" id="{9EF5BFCC-BBF3-4570-20A0-B67AED60275B}"/>
                  </a:ext>
                </a:extLst>
              </p:cNvPr>
              <p:cNvPicPr/>
              <p:nvPr/>
            </p:nvPicPr>
            <p:blipFill>
              <a:blip r:embed="rId3"/>
              <a:stretch>
                <a:fillRect/>
              </a:stretch>
            </p:blipFill>
            <p:spPr>
              <a:xfrm>
                <a:off x="1872360" y="78840"/>
                <a:ext cx="8213760" cy="5650560"/>
              </a:xfrm>
              <a:prstGeom prst="rect">
                <a:avLst/>
              </a:prstGeom>
            </p:spPr>
          </p:pic>
        </mc:Fallback>
      </mc:AlternateContent>
    </p:spTree>
    <p:extLst>
      <p:ext uri="{BB962C8B-B14F-4D97-AF65-F5344CB8AC3E}">
        <p14:creationId xmlns:p14="http://schemas.microsoft.com/office/powerpoint/2010/main" val="4154143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Boosting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pic>
        <p:nvPicPr>
          <p:cNvPr id="4" name="Picture 3" descr="Diagram">
            <a:extLst>
              <a:ext uri="{FF2B5EF4-FFF2-40B4-BE49-F238E27FC236}">
                <a16:creationId xmlns:a16="http://schemas.microsoft.com/office/drawing/2014/main" id="{52826AD3-6F07-615F-2B72-E90F9DAE671E}"/>
              </a:ext>
            </a:extLst>
          </p:cNvPr>
          <p:cNvPicPr>
            <a:picLocks noChangeAspect="1"/>
          </p:cNvPicPr>
          <p:nvPr/>
        </p:nvPicPr>
        <p:blipFill rotWithShape="1">
          <a:blip r:embed="rId2">
            <a:extLst>
              <a:ext uri="{28A0092B-C50C-407E-A947-70E740481C1C}">
                <a14:useLocalDpi xmlns:a14="http://schemas.microsoft.com/office/drawing/2010/main" val="0"/>
              </a:ext>
            </a:extLst>
          </a:blip>
          <a:srcRect t="9417"/>
          <a:stretch/>
        </p:blipFill>
        <p:spPr>
          <a:xfrm>
            <a:off x="1866900" y="1366786"/>
            <a:ext cx="9525000" cy="4840287"/>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48F69E82-123F-45EE-AF2E-934D2983316B}"/>
                  </a:ext>
                </a:extLst>
              </p14:cNvPr>
              <p14:cNvContentPartPr/>
              <p14:nvPr/>
            </p14:nvContentPartPr>
            <p14:xfrm>
              <a:off x="2231640" y="1311840"/>
              <a:ext cx="7797960" cy="4837680"/>
            </p14:xfrm>
          </p:contentPart>
        </mc:Choice>
        <mc:Fallback>
          <p:pic>
            <p:nvPicPr>
              <p:cNvPr id="5" name="Ink 4">
                <a:extLst>
                  <a:ext uri="{FF2B5EF4-FFF2-40B4-BE49-F238E27FC236}">
                    <a16:creationId xmlns:a16="http://schemas.microsoft.com/office/drawing/2014/main" id="{48F69E82-123F-45EE-AF2E-934D2983316B}"/>
                  </a:ext>
                </a:extLst>
              </p:cNvPr>
              <p:cNvPicPr/>
              <p:nvPr/>
            </p:nvPicPr>
            <p:blipFill>
              <a:blip r:embed="rId4"/>
              <a:stretch>
                <a:fillRect/>
              </a:stretch>
            </p:blipFill>
            <p:spPr>
              <a:xfrm>
                <a:off x="2222280" y="1302480"/>
                <a:ext cx="7816680" cy="4856400"/>
              </a:xfrm>
              <a:prstGeom prst="rect">
                <a:avLst/>
              </a:prstGeom>
            </p:spPr>
          </p:pic>
        </mc:Fallback>
      </mc:AlternateContent>
    </p:spTree>
    <p:extLst>
      <p:ext uri="{BB962C8B-B14F-4D97-AF65-F5344CB8AC3E}">
        <p14:creationId xmlns:p14="http://schemas.microsoft.com/office/powerpoint/2010/main" val="3536546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Bagging and Boosting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FD9A4DD-B5AB-E8DB-C496-231CC09E2328}"/>
              </a:ext>
            </a:extLst>
          </p:cNvPr>
          <p:cNvSpPr txBox="1"/>
          <p:nvPr/>
        </p:nvSpPr>
        <p:spPr>
          <a:xfrm>
            <a:off x="1007197" y="1325563"/>
            <a:ext cx="10100514" cy="5016758"/>
          </a:xfrm>
          <a:prstGeom prst="rect">
            <a:avLst/>
          </a:prstGeom>
          <a:noFill/>
        </p:spPr>
        <p:txBody>
          <a:bodyPr wrap="square">
            <a:spAutoFit/>
          </a:bodyPr>
          <a:lstStyle/>
          <a:p>
            <a:pPr marL="457200" indent="-457200" algn="l" fontAlgn="ctr">
              <a:buFont typeface="+mj-lt"/>
              <a:buAutoNum type="arabicPeriod"/>
            </a:pPr>
            <a:r>
              <a:rPr lang="en-US" sz="2000" b="0" i="0" dirty="0">
                <a:solidFill>
                  <a:srgbClr val="545D7E"/>
                </a:solidFill>
                <a:effectLst/>
                <a:latin typeface="Times New Roman" panose="02020603050405020304" pitchFamily="18" charset="0"/>
                <a:cs typeface="Times New Roman" panose="02020603050405020304" pitchFamily="18" charset="0"/>
              </a:rPr>
              <a:t>Both techniques combine the predictions of multiple individual models (base/weak learners) to create a more robust and accurate final model.</a:t>
            </a:r>
            <a:endParaRPr lang="en-US" sz="2000" b="0" i="0" dirty="0">
              <a:solidFill>
                <a:srgbClr val="0B57D0"/>
              </a:solidFill>
              <a:effectLst/>
              <a:latin typeface="Times New Roman" panose="02020603050405020304" pitchFamily="18" charset="0"/>
              <a:cs typeface="Times New Roman" panose="02020603050405020304" pitchFamily="18" charset="0"/>
            </a:endParaRPr>
          </a:p>
          <a:p>
            <a:pPr marL="457200" indent="-457200" algn="l" fontAlgn="ctr">
              <a:buFont typeface="+mj-lt"/>
              <a:buAutoNum type="arabicPeriod"/>
            </a:pPr>
            <a:endParaRPr lang="en-US" sz="2000" b="0" i="0" dirty="0">
              <a:solidFill>
                <a:srgbClr val="545D7E"/>
              </a:solidFill>
              <a:effectLst/>
              <a:latin typeface="Times New Roman" panose="02020603050405020304" pitchFamily="18" charset="0"/>
              <a:cs typeface="Times New Roman" panose="02020603050405020304" pitchFamily="18" charset="0"/>
            </a:endParaRPr>
          </a:p>
          <a:p>
            <a:pPr marL="457200" indent="-457200" algn="l" fontAlgn="ctr">
              <a:buFont typeface="+mj-lt"/>
              <a:buAutoNum type="arabicPeriod"/>
            </a:pPr>
            <a:r>
              <a:rPr lang="en-US" sz="2000" b="0" i="0" dirty="0">
                <a:solidFill>
                  <a:srgbClr val="545D7E"/>
                </a:solidFill>
                <a:effectLst/>
                <a:latin typeface="Times New Roman" panose="02020603050405020304" pitchFamily="18" charset="0"/>
                <a:cs typeface="Times New Roman" panose="02020603050405020304" pitchFamily="18" charset="0"/>
              </a:rPr>
              <a:t>Both enhances the overall performance by reducing errors (variance in Bagging, bias in Boosting) and improving generalization to unseen data. </a:t>
            </a:r>
            <a:endParaRPr lang="en-US" sz="2000" b="0" i="0" dirty="0">
              <a:solidFill>
                <a:srgbClr val="0B57D0"/>
              </a:solidFill>
              <a:effectLst/>
              <a:latin typeface="Times New Roman" panose="02020603050405020304" pitchFamily="18" charset="0"/>
              <a:cs typeface="Times New Roman" panose="02020603050405020304" pitchFamily="18" charset="0"/>
            </a:endParaRPr>
          </a:p>
          <a:p>
            <a:pPr marL="457200" indent="-457200" algn="l">
              <a:buFont typeface="+mj-lt"/>
              <a:buAutoNum type="arabicPeriod"/>
            </a:pPr>
            <a:endParaRPr lang="en-US" sz="2000" b="1" i="0" dirty="0">
              <a:solidFill>
                <a:srgbClr val="001D35"/>
              </a:solidFill>
              <a:effectLst/>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sz="2000" i="0" dirty="0">
                <a:solidFill>
                  <a:srgbClr val="001D35"/>
                </a:solidFill>
                <a:effectLst/>
                <a:latin typeface="Times New Roman" panose="02020603050405020304" pitchFamily="18" charset="0"/>
                <a:cs typeface="Times New Roman" panose="02020603050405020304" pitchFamily="18" charset="0"/>
              </a:rPr>
              <a:t>Versatility:</a:t>
            </a:r>
            <a:r>
              <a:rPr lang="en-US" sz="2000" b="1" i="0" dirty="0">
                <a:solidFill>
                  <a:srgbClr val="001D35"/>
                </a:solidFill>
                <a:effectLst/>
                <a:latin typeface="Times New Roman" panose="02020603050405020304" pitchFamily="18" charset="0"/>
                <a:cs typeface="Times New Roman" panose="02020603050405020304" pitchFamily="18" charset="0"/>
              </a:rPr>
              <a:t> </a:t>
            </a:r>
            <a:r>
              <a:rPr lang="en-US" sz="2000" b="0" i="0" dirty="0">
                <a:solidFill>
                  <a:srgbClr val="545D7E"/>
                </a:solidFill>
                <a:effectLst/>
                <a:latin typeface="Times New Roman" panose="02020603050405020304" pitchFamily="18" charset="0"/>
                <a:cs typeface="Times New Roman" panose="02020603050405020304" pitchFamily="18" charset="0"/>
              </a:rPr>
              <a:t>Bagging and Boosting can be applied to a wide range of machine learning tasks, including both classification and regression problems. </a:t>
            </a:r>
            <a:endParaRPr lang="en-US" sz="2000" b="0" i="0" dirty="0">
              <a:solidFill>
                <a:srgbClr val="0B57D0"/>
              </a:solidFill>
              <a:effectLst/>
              <a:latin typeface="Times New Roman" panose="02020603050405020304" pitchFamily="18" charset="0"/>
              <a:cs typeface="Times New Roman" panose="02020603050405020304" pitchFamily="18" charset="0"/>
            </a:endParaRPr>
          </a:p>
          <a:p>
            <a:pPr marL="457200" indent="-457200" algn="l" fontAlgn="ctr">
              <a:buFont typeface="+mj-lt"/>
              <a:buAutoNum type="arabicPeriod"/>
            </a:pPr>
            <a:endParaRPr lang="en-US" sz="2000" b="0" i="0" dirty="0">
              <a:solidFill>
                <a:srgbClr val="545D7E"/>
              </a:solidFill>
              <a:effectLst/>
              <a:latin typeface="Times New Roman" panose="02020603050405020304" pitchFamily="18" charset="0"/>
              <a:cs typeface="Times New Roman" panose="02020603050405020304" pitchFamily="18" charset="0"/>
            </a:endParaRPr>
          </a:p>
          <a:p>
            <a:pPr marL="457200" indent="-457200" algn="l" fontAlgn="ctr">
              <a:buFont typeface="+mj-lt"/>
              <a:buAutoNum type="arabicPeriod"/>
            </a:pPr>
            <a:r>
              <a:rPr lang="en-US" sz="2000" b="0" i="0" dirty="0">
                <a:solidFill>
                  <a:srgbClr val="545D7E"/>
                </a:solidFill>
                <a:effectLst/>
                <a:latin typeface="Times New Roman" panose="02020603050405020304" pitchFamily="18" charset="0"/>
                <a:cs typeface="Times New Roman" panose="02020603050405020304" pitchFamily="18" charset="0"/>
              </a:rPr>
              <a:t>In both approaches, the final prediction is derived by combining the predictions of the individual base learners, typically through averaging (for regression) or majority voting (for classification). </a:t>
            </a:r>
          </a:p>
          <a:p>
            <a:pPr marL="457200" indent="-457200" algn="l" fontAlgn="ctr">
              <a:buFont typeface="+mj-lt"/>
              <a:buAutoNum type="arabicPeriod"/>
            </a:pPr>
            <a:endParaRPr lang="en-US" sz="2000" dirty="0">
              <a:solidFill>
                <a:srgbClr val="545D7E"/>
              </a:solidFill>
              <a:latin typeface="Times New Roman" panose="02020603050405020304" pitchFamily="18" charset="0"/>
              <a:cs typeface="Times New Roman" panose="02020603050405020304" pitchFamily="18" charset="0"/>
            </a:endParaRPr>
          </a:p>
          <a:p>
            <a:pPr marL="457200" indent="-457200" algn="l" fontAlgn="ctr">
              <a:buFont typeface="+mj-lt"/>
              <a:buAutoNum type="arabicPeriod"/>
            </a:pPr>
            <a:r>
              <a:rPr lang="en-US" sz="2000" b="0" i="0" dirty="0">
                <a:solidFill>
                  <a:srgbClr val="545D7E"/>
                </a:solidFill>
                <a:effectLst/>
                <a:latin typeface="Times New Roman" panose="02020603050405020304" pitchFamily="18" charset="0"/>
                <a:cs typeface="Times New Roman" panose="02020603050405020304" pitchFamily="18" charset="0"/>
              </a:rPr>
              <a:t>Both aim to reduce different types of errors present in single models. </a:t>
            </a:r>
            <a:r>
              <a:rPr lang="en-US" sz="2000" b="1" i="0" dirty="0">
                <a:solidFill>
                  <a:srgbClr val="545D7E"/>
                </a:solidFill>
                <a:effectLst/>
                <a:latin typeface="Times New Roman" panose="02020603050405020304" pitchFamily="18" charset="0"/>
                <a:cs typeface="Times New Roman" panose="02020603050405020304" pitchFamily="18" charset="0"/>
              </a:rPr>
              <a:t>Bagging primarily focuses on reducing variance, while Boosting aims to reduce bias</a:t>
            </a:r>
            <a:r>
              <a:rPr lang="en-US" sz="2000" b="0" i="0" dirty="0">
                <a:solidFill>
                  <a:srgbClr val="545D7E"/>
                </a:solidFill>
                <a:effectLst/>
                <a:latin typeface="Times New Roman" panose="02020603050405020304" pitchFamily="18" charset="0"/>
                <a:cs typeface="Times New Roman" panose="02020603050405020304" pitchFamily="18" charset="0"/>
              </a:rPr>
              <a:t>. The ultimate outcome is a more stable and accurate model.</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B05BB2A-4A4F-9946-3A29-504DBDCFD2EB}"/>
                  </a:ext>
                </a:extLst>
              </p14:cNvPr>
              <p14:cNvContentPartPr/>
              <p14:nvPr/>
            </p14:nvContentPartPr>
            <p14:xfrm>
              <a:off x="1011960" y="945720"/>
              <a:ext cx="9215280" cy="5255640"/>
            </p14:xfrm>
          </p:contentPart>
        </mc:Choice>
        <mc:Fallback>
          <p:pic>
            <p:nvPicPr>
              <p:cNvPr id="4" name="Ink 3">
                <a:extLst>
                  <a:ext uri="{FF2B5EF4-FFF2-40B4-BE49-F238E27FC236}">
                    <a16:creationId xmlns:a16="http://schemas.microsoft.com/office/drawing/2014/main" id="{5B05BB2A-4A4F-9946-3A29-504DBDCFD2EB}"/>
                  </a:ext>
                </a:extLst>
              </p:cNvPr>
              <p:cNvPicPr/>
              <p:nvPr/>
            </p:nvPicPr>
            <p:blipFill>
              <a:blip r:embed="rId3"/>
              <a:stretch>
                <a:fillRect/>
              </a:stretch>
            </p:blipFill>
            <p:spPr>
              <a:xfrm>
                <a:off x="1002600" y="936360"/>
                <a:ext cx="9234000" cy="5274360"/>
              </a:xfrm>
              <a:prstGeom prst="rect">
                <a:avLst/>
              </a:prstGeom>
            </p:spPr>
          </p:pic>
        </mc:Fallback>
      </mc:AlternateContent>
    </p:spTree>
    <p:extLst>
      <p:ext uri="{BB962C8B-B14F-4D97-AF65-F5344CB8AC3E}">
        <p14:creationId xmlns:p14="http://schemas.microsoft.com/office/powerpoint/2010/main" val="3930264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197" y="0"/>
            <a:ext cx="9173266" cy="1325563"/>
          </a:xfrm>
        </p:spPr>
        <p:txBody>
          <a:bodyPr>
            <a:normAutofit/>
          </a:bodyPr>
          <a:lstStyle/>
          <a:p>
            <a:r>
              <a:rPr lang="en-IN" sz="3200" b="1" dirty="0">
                <a:solidFill>
                  <a:srgbClr val="C00000"/>
                </a:solidFill>
                <a:latin typeface="Times New Roman" pitchFamily="18" charset="0"/>
                <a:cs typeface="Times New Roman" pitchFamily="18" charset="0"/>
              </a:rPr>
              <a:t>Bagging and Boosting</a:t>
            </a:r>
          </a:p>
        </p:txBody>
      </p:sp>
      <p:cxnSp>
        <p:nvCxnSpPr>
          <p:cNvPr id="3" name="Straight Connector 2">
            <a:extLst>
              <a:ext uri="{FF2B5EF4-FFF2-40B4-BE49-F238E27FC236}">
                <a16:creationId xmlns:a16="http://schemas.microsoft.com/office/drawing/2014/main" id="{9FFC9232-0F3D-BF13-4461-6E51D2C9C5C7}"/>
              </a:ext>
            </a:extLst>
          </p:cNvPr>
          <p:cNvCxnSpPr>
            <a:cxnSpLocks/>
          </p:cNvCxnSpPr>
          <p:nvPr/>
        </p:nvCxnSpPr>
        <p:spPr>
          <a:xfrm>
            <a:off x="876300" y="914400"/>
            <a:ext cx="10515600" cy="0"/>
          </a:xfrm>
          <a:prstGeom prst="line">
            <a:avLst/>
          </a:prstGeom>
          <a:ln>
            <a:solidFill>
              <a:schemeClr val="tx1"/>
            </a:solidFill>
            <a:headEnd type="none"/>
            <a:tailEnd type="non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FD9A4DD-B5AB-E8DB-C496-231CC09E2328}"/>
              </a:ext>
            </a:extLst>
          </p:cNvPr>
          <p:cNvSpPr txBox="1"/>
          <p:nvPr/>
        </p:nvSpPr>
        <p:spPr>
          <a:xfrm>
            <a:off x="1007197" y="1149313"/>
            <a:ext cx="10100514" cy="461665"/>
          </a:xfrm>
          <a:prstGeom prst="rect">
            <a:avLst/>
          </a:prstGeom>
          <a:noFill/>
        </p:spPr>
        <p:txBody>
          <a:bodyPr wrap="square">
            <a:spAutoFit/>
          </a:bodyPr>
          <a:lstStyle/>
          <a:p>
            <a:pPr algn="l"/>
            <a:r>
              <a:rPr lang="en-US" sz="2400" b="1" dirty="0">
                <a:latin typeface="Times New Roman" panose="02020603050405020304" pitchFamily="18" charset="0"/>
                <a:cs typeface="Times New Roman" panose="02020603050405020304" pitchFamily="18" charset="0"/>
              </a:rPr>
              <a:t>Differences:</a:t>
            </a:r>
          </a:p>
        </p:txBody>
      </p:sp>
      <p:cxnSp>
        <p:nvCxnSpPr>
          <p:cNvPr id="5" name="Straight Connector 4">
            <a:extLst>
              <a:ext uri="{FF2B5EF4-FFF2-40B4-BE49-F238E27FC236}">
                <a16:creationId xmlns:a16="http://schemas.microsoft.com/office/drawing/2014/main" id="{24B3BA2A-7D87-5D78-8A80-D0AF4570A12E}"/>
              </a:ext>
            </a:extLst>
          </p:cNvPr>
          <p:cNvCxnSpPr>
            <a:cxnSpLocks/>
            <a:stCxn id="6" idx="2"/>
          </p:cNvCxnSpPr>
          <p:nvPr/>
        </p:nvCxnSpPr>
        <p:spPr>
          <a:xfrm>
            <a:off x="6057454" y="1610978"/>
            <a:ext cx="38546" cy="5021834"/>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66E3315-B034-A861-26B7-161D840A9B8B}"/>
              </a:ext>
            </a:extLst>
          </p:cNvPr>
          <p:cNvSpPr txBox="1"/>
          <p:nvPr/>
        </p:nvSpPr>
        <p:spPr>
          <a:xfrm>
            <a:off x="573207" y="1746916"/>
            <a:ext cx="5172498" cy="4401205"/>
          </a:xfrm>
          <a:prstGeom prst="rect">
            <a:avLst/>
          </a:prstGeom>
          <a:noFill/>
        </p:spPr>
        <p:txBody>
          <a:bodyPr wrap="square" rtlCol="0">
            <a:spAutoFit/>
          </a:bodyPr>
          <a:lstStyle/>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Parallel training</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Bootstrap sampling</a:t>
            </a:r>
            <a:r>
              <a:rPr lang="en-US" sz="2000" dirty="0">
                <a:latin typeface="Times New Roman" panose="02020603050405020304" pitchFamily="18" charset="0"/>
                <a:cs typeface="Times New Roman" panose="02020603050405020304" pitchFamily="18" charset="0"/>
              </a:rPr>
              <a:t>: Each base model is trained on a different subset of the original training data, created through bootstrap sampling (random sampling with replacement).	</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sz="2000" b="1" i="0" dirty="0">
                <a:effectLst/>
                <a:latin typeface="Times New Roman" panose="02020603050405020304" pitchFamily="18" charset="0"/>
                <a:cs typeface="Times New Roman" panose="02020603050405020304" pitchFamily="18" charset="0"/>
              </a:rPr>
              <a:t>Variance Reduction:</a:t>
            </a:r>
            <a:r>
              <a:rPr lang="en-US" sz="2000" dirty="0">
                <a:latin typeface="Times New Roman" panose="02020603050405020304" pitchFamily="18" charset="0"/>
                <a:cs typeface="Times New Roman" panose="02020603050405020304" pitchFamily="18" charset="0"/>
              </a:rPr>
              <a:t> T</a:t>
            </a:r>
            <a:r>
              <a:rPr lang="en-US" sz="2000" b="0" i="0" dirty="0">
                <a:effectLst/>
                <a:latin typeface="Times New Roman" panose="02020603050405020304" pitchFamily="18" charset="0"/>
                <a:cs typeface="Times New Roman" panose="02020603050405020304" pitchFamily="18" charset="0"/>
              </a:rPr>
              <a:t>he primary goal of bagging is to reduce variance and prevent overfitting by averaging or voting the predictions of multiple diverse models.</a:t>
            </a:r>
          </a:p>
          <a:p>
            <a:pPr marL="457200" indent="-457200" algn="l">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lgn="l">
              <a:buFont typeface="+mj-lt"/>
              <a:buAutoNum type="arabicPeriod"/>
            </a:pPr>
            <a:r>
              <a:rPr lang="en-US" sz="2000" b="0" i="0" dirty="0">
                <a:effectLst/>
                <a:latin typeface="Times New Roman" panose="02020603050405020304" pitchFamily="18" charset="0"/>
                <a:cs typeface="Times New Roman" panose="02020603050405020304" pitchFamily="18" charset="0"/>
              </a:rPr>
              <a:t>Example: Random Forest</a:t>
            </a:r>
          </a:p>
        </p:txBody>
      </p:sp>
      <p:sp>
        <p:nvSpPr>
          <p:cNvPr id="8" name="TextBox 7">
            <a:extLst>
              <a:ext uri="{FF2B5EF4-FFF2-40B4-BE49-F238E27FC236}">
                <a16:creationId xmlns:a16="http://schemas.microsoft.com/office/drawing/2014/main" id="{128771D7-1DE7-3AC6-2294-0C18F21CB146}"/>
              </a:ext>
            </a:extLst>
          </p:cNvPr>
          <p:cNvSpPr txBox="1"/>
          <p:nvPr/>
        </p:nvSpPr>
        <p:spPr>
          <a:xfrm>
            <a:off x="6332112" y="1721892"/>
            <a:ext cx="5500497" cy="5016758"/>
          </a:xfrm>
          <a:prstGeom prst="rect">
            <a:avLst/>
          </a:prstGeom>
          <a:noFill/>
        </p:spPr>
        <p:txBody>
          <a:bodyPr wrap="square" rtlCol="0">
            <a:spAutoFit/>
          </a:bodyPr>
          <a:lstStyle/>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Sequential training</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Weighted Data: </a:t>
            </a:r>
            <a:r>
              <a:rPr lang="en-US" sz="2000" dirty="0">
                <a:latin typeface="Times New Roman" panose="02020603050405020304" pitchFamily="18" charset="0"/>
                <a:cs typeface="Times New Roman" panose="02020603050405020304" pitchFamily="18" charset="0"/>
              </a:rPr>
              <a:t>Boosting algorithms assign higher weights to misclassified data points, ensuring that subsequent models pay more attention to these difficult instances.</a:t>
            </a:r>
          </a:p>
          <a:p>
            <a:pPr marL="457200" indent="-457200">
              <a:buFont typeface="+mj-lt"/>
              <a:buAutoNum type="arabicPeriod"/>
            </a:pPr>
            <a:endParaRPr lang="en-US" sz="2000" b="1"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Bias Reduction: </a:t>
            </a:r>
            <a:r>
              <a:rPr lang="en-US" sz="2000" dirty="0">
                <a:latin typeface="Times New Roman" panose="02020603050405020304" pitchFamily="18" charset="0"/>
                <a:cs typeface="Times New Roman" panose="02020603050405020304" pitchFamily="18" charset="0"/>
              </a:rPr>
              <a:t>The main objective of boosting is to reduce bias and improve overall accuracy by iteratively learning from and correcting errors.</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Examples: AdaBoost, Gradient Boosting Machines (GBM), and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are well-known boosting algorithms.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01305CA-103F-AE7E-F77A-F7E37CE5BB0E}"/>
                  </a:ext>
                </a:extLst>
              </p14:cNvPr>
              <p14:cNvContentPartPr/>
              <p14:nvPr/>
            </p14:nvContentPartPr>
            <p14:xfrm>
              <a:off x="662040" y="2039040"/>
              <a:ext cx="10465560" cy="4357440"/>
            </p14:xfrm>
          </p:contentPart>
        </mc:Choice>
        <mc:Fallback>
          <p:pic>
            <p:nvPicPr>
              <p:cNvPr id="4" name="Ink 3">
                <a:extLst>
                  <a:ext uri="{FF2B5EF4-FFF2-40B4-BE49-F238E27FC236}">
                    <a16:creationId xmlns:a16="http://schemas.microsoft.com/office/drawing/2014/main" id="{201305CA-103F-AE7E-F77A-F7E37CE5BB0E}"/>
                  </a:ext>
                </a:extLst>
              </p:cNvPr>
              <p:cNvPicPr/>
              <p:nvPr/>
            </p:nvPicPr>
            <p:blipFill>
              <a:blip r:embed="rId3"/>
              <a:stretch>
                <a:fillRect/>
              </a:stretch>
            </p:blipFill>
            <p:spPr>
              <a:xfrm>
                <a:off x="652680" y="2029680"/>
                <a:ext cx="10484280" cy="4376160"/>
              </a:xfrm>
              <a:prstGeom prst="rect">
                <a:avLst/>
              </a:prstGeom>
            </p:spPr>
          </p:pic>
        </mc:Fallback>
      </mc:AlternateContent>
    </p:spTree>
    <p:extLst>
      <p:ext uri="{BB962C8B-B14F-4D97-AF65-F5344CB8AC3E}">
        <p14:creationId xmlns:p14="http://schemas.microsoft.com/office/powerpoint/2010/main" val="22726486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rot="20995170">
            <a:off x="2045159" y="2362983"/>
            <a:ext cx="7793037" cy="1462088"/>
          </a:xfrm>
          <a:prstGeom prst="rect">
            <a:avLst/>
          </a:prstGeom>
          <a:noFill/>
          <a:ln w="9525">
            <a:noFill/>
            <a:miter lim="800000"/>
            <a:headEnd/>
            <a:tailEnd/>
          </a:ln>
        </p:spPr>
        <p:txBody>
          <a:bodyPr anchor="ctr"/>
          <a:lstStyle/>
          <a:p>
            <a:pPr algn="ctr">
              <a:defRPr/>
            </a:pPr>
            <a:r>
              <a:rPr lang="en-US" sz="11100" b="1" i="1" dirty="0">
                <a:solidFill>
                  <a:srgbClr val="008000"/>
                </a:solidFill>
                <a:effectLst>
                  <a:outerShdw blurRad="38100" dist="38100" dir="2700000" algn="tl">
                    <a:srgbClr val="C0C0C0"/>
                  </a:outerShdw>
                </a:effectLst>
                <a:latin typeface="Monotype Corsiva" pitchFamily="66" charset="0"/>
              </a:rPr>
              <a:t>Thank You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4285</TotalTime>
  <Words>1312</Words>
  <Application>Microsoft Office PowerPoint</Application>
  <PresentationFormat>Widescreen</PresentationFormat>
  <Paragraphs>130</Paragraphs>
  <Slides>26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Arial</vt:lpstr>
      <vt:lpstr>Calibri</vt:lpstr>
      <vt:lpstr>Calibri Light</vt:lpstr>
      <vt:lpstr>Courier New</vt:lpstr>
      <vt:lpstr>Monotype Corsiva</vt:lpstr>
      <vt:lpstr>Times New Roman</vt:lpstr>
      <vt:lpstr>Office 2013 - 2022 Theme</vt:lpstr>
      <vt:lpstr>PowerPoint Presentation</vt:lpstr>
      <vt:lpstr>Outline</vt:lpstr>
      <vt:lpstr>Ensemble Learning</vt:lpstr>
      <vt:lpstr>Basic Ensemble Structure</vt:lpstr>
      <vt:lpstr>Ensemble Learning: Summary Points</vt:lpstr>
      <vt:lpstr>Ensemble Learning methods in DT</vt:lpstr>
      <vt:lpstr>Bagging</vt:lpstr>
      <vt:lpstr>Bootstrap</vt:lpstr>
      <vt:lpstr>Bootstrap</vt:lpstr>
      <vt:lpstr>Bagging</vt:lpstr>
      <vt:lpstr>Bagging</vt:lpstr>
      <vt:lpstr>Bagging</vt:lpstr>
      <vt:lpstr>Random Forest</vt:lpstr>
      <vt:lpstr>How Random Forest works</vt:lpstr>
      <vt:lpstr>How Random Forest works</vt:lpstr>
      <vt:lpstr>How Random Forest works</vt:lpstr>
      <vt:lpstr>Majority voting</vt:lpstr>
      <vt:lpstr>Regressor output</vt:lpstr>
      <vt:lpstr>Random Forest Summary</vt:lpstr>
      <vt:lpstr>Random Forest Summary</vt:lpstr>
      <vt:lpstr>Boosting</vt:lpstr>
      <vt:lpstr>Boosting</vt:lpstr>
      <vt:lpstr>Boosting</vt:lpstr>
      <vt:lpstr>Bagging and Boosting</vt:lpstr>
      <vt:lpstr>Bagging and Boosting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Hoor Fatima</dc:creator>
  <cp:lastModifiedBy>Deepika Vatsa</cp:lastModifiedBy>
  <cp:revision>1</cp:revision>
  <dcterms:created xsi:type="dcterms:W3CDTF">2025-07-21T17:24:10Z</dcterms:created>
  <dcterms:modified xsi:type="dcterms:W3CDTF">2025-08-20T11:37:18Z</dcterms:modified>
</cp:coreProperties>
</file>