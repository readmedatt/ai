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ink/ink1.xml" ContentType="application/inkml+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ink/ink2.xml" ContentType="application/inkml+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ink/ink3.xml" ContentType="application/inkml+xml"/>
  <Override PartName="/ppt/ink/ink4.xml" ContentType="application/inkml+xml"/>
  <Override PartName="/ppt/ink/ink5.xml" ContentType="application/inkml+xml"/>
  <Override PartName="/ppt/ink/ink6.xml" ContentType="application/inkml+xml"/>
  <Override PartName="/ppt/ink/ink7.xml" ContentType="application/inkml+xml"/>
  <Override PartName="/ppt/ink/ink8.xml" ContentType="application/inkml+xml"/>
  <Override PartName="/ppt/ink/ink9.xml" ContentType="application/inkml+xml"/>
  <Override PartName="/ppt/ink/ink10.xml" ContentType="application/inkml+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ink/ink11.xml" ContentType="application/inkml+xml"/>
  <Override PartName="/ppt/ink/ink12.xml" ContentType="application/inkml+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2" r:id="rId1"/>
    <p:sldMasterId id="2147483684" r:id="rId2"/>
  </p:sldMasterIdLst>
  <p:notesMasterIdLst>
    <p:notesMasterId r:id="rId17"/>
  </p:notesMasterIdLst>
  <p:sldIdLst>
    <p:sldId id="256" r:id="rId3"/>
    <p:sldId id="386" r:id="rId4"/>
    <p:sldId id="387" r:id="rId5"/>
    <p:sldId id="266" r:id="rId6"/>
    <p:sldId id="325" r:id="rId7"/>
    <p:sldId id="582" r:id="rId8"/>
    <p:sldId id="583" r:id="rId9"/>
    <p:sldId id="584" r:id="rId10"/>
    <p:sldId id="326" r:id="rId11"/>
    <p:sldId id="590" r:id="rId12"/>
    <p:sldId id="591" r:id="rId13"/>
    <p:sldId id="588" r:id="rId14"/>
    <p:sldId id="587" r:id="rId15"/>
    <p:sldId id="589" r:id="rId1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2ABB873-0B51-430E-A725-1BD8E4927500}" v="10" dt="2025-09-17T11:36:25.280"/>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7137" autoAdjust="0"/>
    <p:restoredTop sz="94660"/>
  </p:normalViewPr>
  <p:slideViewPr>
    <p:cSldViewPr snapToGrid="0">
      <p:cViewPr varScale="1">
        <p:scale>
          <a:sx n="64" d="100"/>
          <a:sy n="64" d="100"/>
        </p:scale>
        <p:origin x="894" y="7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presProps" Target="presProps.xml"/><Relationship Id="rId3" Type="http://schemas.openxmlformats.org/officeDocument/2006/relationships/slide" Target="slides/slide1.xml"/><Relationship Id="rId21" Type="http://schemas.openxmlformats.org/officeDocument/2006/relationships/tableStyles" Target="tableStyles.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notesMaster" Target="notesMasters/notesMaster1.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5" Type="http://schemas.openxmlformats.org/officeDocument/2006/relationships/slide" Target="slides/slide3.xml"/><Relationship Id="rId15" Type="http://schemas.openxmlformats.org/officeDocument/2006/relationships/slide" Target="slides/slide13.xml"/><Relationship Id="rId23" Type="http://schemas.microsoft.com/office/2015/10/relationships/revisionInfo" Target="revisionInfo.xml"/><Relationship Id="rId10" Type="http://schemas.openxmlformats.org/officeDocument/2006/relationships/slide" Target="slides/slide8.xml"/><Relationship Id="rId19" Type="http://schemas.openxmlformats.org/officeDocument/2006/relationships/viewProps" Target="viewProps.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microsoft.com/office/2016/11/relationships/changesInfo" Target="changesInfos/changesInfo1.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Deepika Vatsa" userId="f7100972-27fe-4ee6-8fb4-ec9b7931b409" providerId="ADAL" clId="{C2ABB873-0B51-430E-A725-1BD8E4927500}"/>
    <pc:docChg chg="custSel addSld delSld modSld sldOrd">
      <pc:chgData name="Deepika Vatsa" userId="f7100972-27fe-4ee6-8fb4-ec9b7931b409" providerId="ADAL" clId="{C2ABB873-0B51-430E-A725-1BD8E4927500}" dt="2025-09-17T11:36:25.279" v="51"/>
      <pc:docMkLst>
        <pc:docMk/>
      </pc:docMkLst>
      <pc:sldChg chg="addSp delSp modSp mod delAnim">
        <pc:chgData name="Deepika Vatsa" userId="f7100972-27fe-4ee6-8fb4-ec9b7931b409" providerId="ADAL" clId="{C2ABB873-0B51-430E-A725-1BD8E4927500}" dt="2025-09-17T10:44:59.014" v="1" actId="478"/>
        <pc:sldMkLst>
          <pc:docMk/>
          <pc:sldMk cId="1980826252" sldId="256"/>
        </pc:sldMkLst>
        <pc:spChg chg="del">
          <ac:chgData name="Deepika Vatsa" userId="f7100972-27fe-4ee6-8fb4-ec9b7931b409" providerId="ADAL" clId="{C2ABB873-0B51-430E-A725-1BD8E4927500}" dt="2025-09-17T10:44:56.778" v="0" actId="478"/>
          <ac:spMkLst>
            <pc:docMk/>
            <pc:sldMk cId="1980826252" sldId="256"/>
            <ac:spMk id="3" creationId="{BA4E7D0C-99DB-B8AA-DB39-2534A8C48F83}"/>
          </ac:spMkLst>
        </pc:spChg>
        <pc:spChg chg="add del mod">
          <ac:chgData name="Deepika Vatsa" userId="f7100972-27fe-4ee6-8fb4-ec9b7931b409" providerId="ADAL" clId="{C2ABB873-0B51-430E-A725-1BD8E4927500}" dt="2025-09-17T10:44:59.014" v="1" actId="478"/>
          <ac:spMkLst>
            <pc:docMk/>
            <pc:sldMk cId="1980826252" sldId="256"/>
            <ac:spMk id="5" creationId="{4ED455D5-A665-1B89-7D2F-AB15FB148A97}"/>
          </ac:spMkLst>
        </pc:spChg>
      </pc:sldChg>
      <pc:sldChg chg="del">
        <pc:chgData name="Deepika Vatsa" userId="f7100972-27fe-4ee6-8fb4-ec9b7931b409" providerId="ADAL" clId="{C2ABB873-0B51-430E-A725-1BD8E4927500}" dt="2025-09-17T10:47:02.313" v="22" actId="47"/>
        <pc:sldMkLst>
          <pc:docMk/>
          <pc:sldMk cId="3419175319" sldId="257"/>
        </pc:sldMkLst>
      </pc:sldChg>
      <pc:sldChg chg="del">
        <pc:chgData name="Deepika Vatsa" userId="f7100972-27fe-4ee6-8fb4-ec9b7931b409" providerId="ADAL" clId="{C2ABB873-0B51-430E-A725-1BD8E4927500}" dt="2025-09-17T10:47:02.313" v="22" actId="47"/>
        <pc:sldMkLst>
          <pc:docMk/>
          <pc:sldMk cId="1541123445" sldId="258"/>
        </pc:sldMkLst>
      </pc:sldChg>
      <pc:sldChg chg="del">
        <pc:chgData name="Deepika Vatsa" userId="f7100972-27fe-4ee6-8fb4-ec9b7931b409" providerId="ADAL" clId="{C2ABB873-0B51-430E-A725-1BD8E4927500}" dt="2025-09-17T10:47:02.313" v="22" actId="47"/>
        <pc:sldMkLst>
          <pc:docMk/>
          <pc:sldMk cId="3479334497" sldId="259"/>
        </pc:sldMkLst>
      </pc:sldChg>
      <pc:sldChg chg="del">
        <pc:chgData name="Deepika Vatsa" userId="f7100972-27fe-4ee6-8fb4-ec9b7931b409" providerId="ADAL" clId="{C2ABB873-0B51-430E-A725-1BD8E4927500}" dt="2025-09-17T10:47:02.313" v="22" actId="47"/>
        <pc:sldMkLst>
          <pc:docMk/>
          <pc:sldMk cId="1229005721" sldId="260"/>
        </pc:sldMkLst>
      </pc:sldChg>
      <pc:sldChg chg="del">
        <pc:chgData name="Deepika Vatsa" userId="f7100972-27fe-4ee6-8fb4-ec9b7931b409" providerId="ADAL" clId="{C2ABB873-0B51-430E-A725-1BD8E4927500}" dt="2025-09-17T10:47:02.313" v="22" actId="47"/>
        <pc:sldMkLst>
          <pc:docMk/>
          <pc:sldMk cId="1996922816" sldId="261"/>
        </pc:sldMkLst>
      </pc:sldChg>
      <pc:sldChg chg="del">
        <pc:chgData name="Deepika Vatsa" userId="f7100972-27fe-4ee6-8fb4-ec9b7931b409" providerId="ADAL" clId="{C2ABB873-0B51-430E-A725-1BD8E4927500}" dt="2025-09-17T10:47:02.313" v="22" actId="47"/>
        <pc:sldMkLst>
          <pc:docMk/>
          <pc:sldMk cId="4026395399" sldId="262"/>
        </pc:sldMkLst>
      </pc:sldChg>
      <pc:sldChg chg="del">
        <pc:chgData name="Deepika Vatsa" userId="f7100972-27fe-4ee6-8fb4-ec9b7931b409" providerId="ADAL" clId="{C2ABB873-0B51-430E-A725-1BD8E4927500}" dt="2025-09-17T10:47:02.313" v="22" actId="47"/>
        <pc:sldMkLst>
          <pc:docMk/>
          <pc:sldMk cId="1334637992" sldId="263"/>
        </pc:sldMkLst>
      </pc:sldChg>
      <pc:sldChg chg="del">
        <pc:chgData name="Deepika Vatsa" userId="f7100972-27fe-4ee6-8fb4-ec9b7931b409" providerId="ADAL" clId="{C2ABB873-0B51-430E-A725-1BD8E4927500}" dt="2025-09-17T10:47:02.313" v="22" actId="47"/>
        <pc:sldMkLst>
          <pc:docMk/>
          <pc:sldMk cId="982249806" sldId="264"/>
        </pc:sldMkLst>
      </pc:sldChg>
      <pc:sldChg chg="del">
        <pc:chgData name="Deepika Vatsa" userId="f7100972-27fe-4ee6-8fb4-ec9b7931b409" providerId="ADAL" clId="{C2ABB873-0B51-430E-A725-1BD8E4927500}" dt="2025-09-17T10:47:02.313" v="22" actId="47"/>
        <pc:sldMkLst>
          <pc:docMk/>
          <pc:sldMk cId="4151580412" sldId="265"/>
        </pc:sldMkLst>
      </pc:sldChg>
      <pc:sldChg chg="addSp modSp mod">
        <pc:chgData name="Deepika Vatsa" userId="f7100972-27fe-4ee6-8fb4-ec9b7931b409" providerId="ADAL" clId="{C2ABB873-0B51-430E-A725-1BD8E4927500}" dt="2025-09-17T11:36:25.279" v="51"/>
        <pc:sldMkLst>
          <pc:docMk/>
          <pc:sldMk cId="810959309" sldId="266"/>
        </pc:sldMkLst>
        <pc:graphicFrameChg chg="modGraphic">
          <ac:chgData name="Deepika Vatsa" userId="f7100972-27fe-4ee6-8fb4-ec9b7931b409" providerId="ADAL" clId="{C2ABB873-0B51-430E-A725-1BD8E4927500}" dt="2025-09-17T10:46:03.192" v="21" actId="403"/>
          <ac:graphicFrameMkLst>
            <pc:docMk/>
            <pc:sldMk cId="810959309" sldId="266"/>
            <ac:graphicFrameMk id="5" creationId="{822F0D32-73B8-0EFC-998C-1ACB3BF0E71D}"/>
          </ac:graphicFrameMkLst>
        </pc:graphicFrameChg>
        <pc:inkChg chg="add">
          <ac:chgData name="Deepika Vatsa" userId="f7100972-27fe-4ee6-8fb4-ec9b7931b409" providerId="ADAL" clId="{C2ABB873-0B51-430E-A725-1BD8E4927500}" dt="2025-09-17T11:36:25.279" v="51"/>
          <ac:inkMkLst>
            <pc:docMk/>
            <pc:sldMk cId="810959309" sldId="266"/>
            <ac:inkMk id="3" creationId="{BFFF9653-C720-F7AC-8325-73FF22960C3D}"/>
          </ac:inkMkLst>
        </pc:inkChg>
      </pc:sldChg>
      <pc:sldChg chg="del">
        <pc:chgData name="Deepika Vatsa" userId="f7100972-27fe-4ee6-8fb4-ec9b7931b409" providerId="ADAL" clId="{C2ABB873-0B51-430E-A725-1BD8E4927500}" dt="2025-09-17T10:47:02.313" v="22" actId="47"/>
        <pc:sldMkLst>
          <pc:docMk/>
          <pc:sldMk cId="2457588491" sldId="267"/>
        </pc:sldMkLst>
      </pc:sldChg>
      <pc:sldChg chg="del">
        <pc:chgData name="Deepika Vatsa" userId="f7100972-27fe-4ee6-8fb4-ec9b7931b409" providerId="ADAL" clId="{C2ABB873-0B51-430E-A725-1BD8E4927500}" dt="2025-09-17T10:47:02.313" v="22" actId="47"/>
        <pc:sldMkLst>
          <pc:docMk/>
          <pc:sldMk cId="3662168310" sldId="268"/>
        </pc:sldMkLst>
      </pc:sldChg>
      <pc:sldChg chg="del">
        <pc:chgData name="Deepika Vatsa" userId="f7100972-27fe-4ee6-8fb4-ec9b7931b409" providerId="ADAL" clId="{C2ABB873-0B51-430E-A725-1BD8E4927500}" dt="2025-09-17T10:47:02.313" v="22" actId="47"/>
        <pc:sldMkLst>
          <pc:docMk/>
          <pc:sldMk cId="1555672366" sldId="269"/>
        </pc:sldMkLst>
      </pc:sldChg>
      <pc:sldChg chg="del">
        <pc:chgData name="Deepika Vatsa" userId="f7100972-27fe-4ee6-8fb4-ec9b7931b409" providerId="ADAL" clId="{C2ABB873-0B51-430E-A725-1BD8E4927500}" dt="2025-09-17T10:47:02.313" v="22" actId="47"/>
        <pc:sldMkLst>
          <pc:docMk/>
          <pc:sldMk cId="1206029473" sldId="270"/>
        </pc:sldMkLst>
      </pc:sldChg>
      <pc:sldChg chg="del">
        <pc:chgData name="Deepika Vatsa" userId="f7100972-27fe-4ee6-8fb4-ec9b7931b409" providerId="ADAL" clId="{C2ABB873-0B51-430E-A725-1BD8E4927500}" dt="2025-09-17T10:47:02.313" v="22" actId="47"/>
        <pc:sldMkLst>
          <pc:docMk/>
          <pc:sldMk cId="3739063930" sldId="271"/>
        </pc:sldMkLst>
      </pc:sldChg>
      <pc:sldChg chg="del">
        <pc:chgData name="Deepika Vatsa" userId="f7100972-27fe-4ee6-8fb4-ec9b7931b409" providerId="ADAL" clId="{C2ABB873-0B51-430E-A725-1BD8E4927500}" dt="2025-09-17T10:47:02.313" v="22" actId="47"/>
        <pc:sldMkLst>
          <pc:docMk/>
          <pc:sldMk cId="3834101088" sldId="272"/>
        </pc:sldMkLst>
      </pc:sldChg>
      <pc:sldChg chg="del">
        <pc:chgData name="Deepika Vatsa" userId="f7100972-27fe-4ee6-8fb4-ec9b7931b409" providerId="ADAL" clId="{C2ABB873-0B51-430E-A725-1BD8E4927500}" dt="2025-09-17T10:47:02.313" v="22" actId="47"/>
        <pc:sldMkLst>
          <pc:docMk/>
          <pc:sldMk cId="975655717" sldId="277"/>
        </pc:sldMkLst>
      </pc:sldChg>
      <pc:sldChg chg="del">
        <pc:chgData name="Deepika Vatsa" userId="f7100972-27fe-4ee6-8fb4-ec9b7931b409" providerId="ADAL" clId="{C2ABB873-0B51-430E-A725-1BD8E4927500}" dt="2025-09-17T10:47:02.313" v="22" actId="47"/>
        <pc:sldMkLst>
          <pc:docMk/>
          <pc:sldMk cId="2296300006" sldId="278"/>
        </pc:sldMkLst>
      </pc:sldChg>
      <pc:sldChg chg="del">
        <pc:chgData name="Deepika Vatsa" userId="f7100972-27fe-4ee6-8fb4-ec9b7931b409" providerId="ADAL" clId="{C2ABB873-0B51-430E-A725-1BD8E4927500}" dt="2025-09-17T10:47:02.313" v="22" actId="47"/>
        <pc:sldMkLst>
          <pc:docMk/>
          <pc:sldMk cId="4012998448" sldId="279"/>
        </pc:sldMkLst>
      </pc:sldChg>
      <pc:sldChg chg="del">
        <pc:chgData name="Deepika Vatsa" userId="f7100972-27fe-4ee6-8fb4-ec9b7931b409" providerId="ADAL" clId="{C2ABB873-0B51-430E-A725-1BD8E4927500}" dt="2025-09-17T10:47:02.313" v="22" actId="47"/>
        <pc:sldMkLst>
          <pc:docMk/>
          <pc:sldMk cId="990202885" sldId="280"/>
        </pc:sldMkLst>
      </pc:sldChg>
      <pc:sldChg chg="del">
        <pc:chgData name="Deepika Vatsa" userId="f7100972-27fe-4ee6-8fb4-ec9b7931b409" providerId="ADAL" clId="{C2ABB873-0B51-430E-A725-1BD8E4927500}" dt="2025-09-17T10:47:02.313" v="22" actId="47"/>
        <pc:sldMkLst>
          <pc:docMk/>
          <pc:sldMk cId="3264005594" sldId="287"/>
        </pc:sldMkLst>
      </pc:sldChg>
      <pc:sldChg chg="del">
        <pc:chgData name="Deepika Vatsa" userId="f7100972-27fe-4ee6-8fb4-ec9b7931b409" providerId="ADAL" clId="{C2ABB873-0B51-430E-A725-1BD8E4927500}" dt="2025-09-17T10:47:02.313" v="22" actId="47"/>
        <pc:sldMkLst>
          <pc:docMk/>
          <pc:sldMk cId="3173259539" sldId="288"/>
        </pc:sldMkLst>
      </pc:sldChg>
      <pc:sldChg chg="del">
        <pc:chgData name="Deepika Vatsa" userId="f7100972-27fe-4ee6-8fb4-ec9b7931b409" providerId="ADAL" clId="{C2ABB873-0B51-430E-A725-1BD8E4927500}" dt="2025-09-17T10:47:02.313" v="22" actId="47"/>
        <pc:sldMkLst>
          <pc:docMk/>
          <pc:sldMk cId="143258343" sldId="293"/>
        </pc:sldMkLst>
      </pc:sldChg>
      <pc:sldChg chg="del">
        <pc:chgData name="Deepika Vatsa" userId="f7100972-27fe-4ee6-8fb4-ec9b7931b409" providerId="ADAL" clId="{C2ABB873-0B51-430E-A725-1BD8E4927500}" dt="2025-09-17T10:47:02.313" v="22" actId="47"/>
        <pc:sldMkLst>
          <pc:docMk/>
          <pc:sldMk cId="134772356" sldId="294"/>
        </pc:sldMkLst>
      </pc:sldChg>
      <pc:sldChg chg="del">
        <pc:chgData name="Deepika Vatsa" userId="f7100972-27fe-4ee6-8fb4-ec9b7931b409" providerId="ADAL" clId="{C2ABB873-0B51-430E-A725-1BD8E4927500}" dt="2025-09-17T10:47:02.313" v="22" actId="47"/>
        <pc:sldMkLst>
          <pc:docMk/>
          <pc:sldMk cId="3359742803" sldId="295"/>
        </pc:sldMkLst>
      </pc:sldChg>
      <pc:sldChg chg="del">
        <pc:chgData name="Deepika Vatsa" userId="f7100972-27fe-4ee6-8fb4-ec9b7931b409" providerId="ADAL" clId="{C2ABB873-0B51-430E-A725-1BD8E4927500}" dt="2025-09-17T10:47:02.313" v="22" actId="47"/>
        <pc:sldMkLst>
          <pc:docMk/>
          <pc:sldMk cId="3811846963" sldId="296"/>
        </pc:sldMkLst>
      </pc:sldChg>
      <pc:sldChg chg="del">
        <pc:chgData name="Deepika Vatsa" userId="f7100972-27fe-4ee6-8fb4-ec9b7931b409" providerId="ADAL" clId="{C2ABB873-0B51-430E-A725-1BD8E4927500}" dt="2025-09-17T10:47:02.313" v="22" actId="47"/>
        <pc:sldMkLst>
          <pc:docMk/>
          <pc:sldMk cId="4033302646" sldId="297"/>
        </pc:sldMkLst>
      </pc:sldChg>
      <pc:sldChg chg="del">
        <pc:chgData name="Deepika Vatsa" userId="f7100972-27fe-4ee6-8fb4-ec9b7931b409" providerId="ADAL" clId="{C2ABB873-0B51-430E-A725-1BD8E4927500}" dt="2025-09-17T10:47:02.313" v="22" actId="47"/>
        <pc:sldMkLst>
          <pc:docMk/>
          <pc:sldMk cId="3502509609" sldId="308"/>
        </pc:sldMkLst>
      </pc:sldChg>
      <pc:sldChg chg="del">
        <pc:chgData name="Deepika Vatsa" userId="f7100972-27fe-4ee6-8fb4-ec9b7931b409" providerId="ADAL" clId="{C2ABB873-0B51-430E-A725-1BD8E4927500}" dt="2025-09-17T10:47:02.313" v="22" actId="47"/>
        <pc:sldMkLst>
          <pc:docMk/>
          <pc:sldMk cId="1262671243" sldId="310"/>
        </pc:sldMkLst>
      </pc:sldChg>
      <pc:sldChg chg="del">
        <pc:chgData name="Deepika Vatsa" userId="f7100972-27fe-4ee6-8fb4-ec9b7931b409" providerId="ADAL" clId="{C2ABB873-0B51-430E-A725-1BD8E4927500}" dt="2025-09-17T10:47:02.313" v="22" actId="47"/>
        <pc:sldMkLst>
          <pc:docMk/>
          <pc:sldMk cId="2428305960" sldId="311"/>
        </pc:sldMkLst>
      </pc:sldChg>
      <pc:sldChg chg="del">
        <pc:chgData name="Deepika Vatsa" userId="f7100972-27fe-4ee6-8fb4-ec9b7931b409" providerId="ADAL" clId="{C2ABB873-0B51-430E-A725-1BD8E4927500}" dt="2025-09-17T10:47:02.313" v="22" actId="47"/>
        <pc:sldMkLst>
          <pc:docMk/>
          <pc:sldMk cId="3297908051" sldId="313"/>
        </pc:sldMkLst>
      </pc:sldChg>
      <pc:sldChg chg="del">
        <pc:chgData name="Deepika Vatsa" userId="f7100972-27fe-4ee6-8fb4-ec9b7931b409" providerId="ADAL" clId="{C2ABB873-0B51-430E-A725-1BD8E4927500}" dt="2025-09-17T10:47:02.313" v="22" actId="47"/>
        <pc:sldMkLst>
          <pc:docMk/>
          <pc:sldMk cId="2034991035" sldId="314"/>
        </pc:sldMkLst>
      </pc:sldChg>
      <pc:sldChg chg="del">
        <pc:chgData name="Deepika Vatsa" userId="f7100972-27fe-4ee6-8fb4-ec9b7931b409" providerId="ADAL" clId="{C2ABB873-0B51-430E-A725-1BD8E4927500}" dt="2025-09-17T10:47:02.313" v="22" actId="47"/>
        <pc:sldMkLst>
          <pc:docMk/>
          <pc:sldMk cId="1455237368" sldId="316"/>
        </pc:sldMkLst>
      </pc:sldChg>
      <pc:sldChg chg="del">
        <pc:chgData name="Deepika Vatsa" userId="f7100972-27fe-4ee6-8fb4-ec9b7931b409" providerId="ADAL" clId="{C2ABB873-0B51-430E-A725-1BD8E4927500}" dt="2025-09-17T10:47:02.313" v="22" actId="47"/>
        <pc:sldMkLst>
          <pc:docMk/>
          <pc:sldMk cId="1596039096" sldId="318"/>
        </pc:sldMkLst>
      </pc:sldChg>
      <pc:sldChg chg="del">
        <pc:chgData name="Deepika Vatsa" userId="f7100972-27fe-4ee6-8fb4-ec9b7931b409" providerId="ADAL" clId="{C2ABB873-0B51-430E-A725-1BD8E4927500}" dt="2025-09-17T10:47:02.313" v="22" actId="47"/>
        <pc:sldMkLst>
          <pc:docMk/>
          <pc:sldMk cId="1383748005" sldId="319"/>
        </pc:sldMkLst>
      </pc:sldChg>
      <pc:sldChg chg="addSp">
        <pc:chgData name="Deepika Vatsa" userId="f7100972-27fe-4ee6-8fb4-ec9b7931b409" providerId="ADAL" clId="{C2ABB873-0B51-430E-A725-1BD8E4927500}" dt="2025-09-17T11:36:25.279" v="51"/>
        <pc:sldMkLst>
          <pc:docMk/>
          <pc:sldMk cId="0" sldId="325"/>
        </pc:sldMkLst>
        <pc:inkChg chg="add">
          <ac:chgData name="Deepika Vatsa" userId="f7100972-27fe-4ee6-8fb4-ec9b7931b409" providerId="ADAL" clId="{C2ABB873-0B51-430E-A725-1BD8E4927500}" dt="2025-09-17T11:36:25.279" v="51"/>
          <ac:inkMkLst>
            <pc:docMk/>
            <pc:sldMk cId="0" sldId="325"/>
            <ac:inkMk id="2" creationId="{0A5C9A63-D567-B4DF-B265-0946724C76B1}"/>
          </ac:inkMkLst>
        </pc:inkChg>
      </pc:sldChg>
      <pc:sldChg chg="addSp modSp ord">
        <pc:chgData name="Deepika Vatsa" userId="f7100972-27fe-4ee6-8fb4-ec9b7931b409" providerId="ADAL" clId="{C2ABB873-0B51-430E-A725-1BD8E4927500}" dt="2025-09-17T11:36:25.279" v="51"/>
        <pc:sldMkLst>
          <pc:docMk/>
          <pc:sldMk cId="0" sldId="326"/>
        </pc:sldMkLst>
        <pc:picChg chg="mod">
          <ac:chgData name="Deepika Vatsa" userId="f7100972-27fe-4ee6-8fb4-ec9b7931b409" providerId="ADAL" clId="{C2ABB873-0B51-430E-A725-1BD8E4927500}" dt="2025-09-17T10:47:48.447" v="27" actId="1035"/>
          <ac:picMkLst>
            <pc:docMk/>
            <pc:sldMk cId="0" sldId="326"/>
            <ac:picMk id="17413" creationId="{0187EF10-3795-4F0A-8842-4DAB8F1F9231}"/>
          </ac:picMkLst>
        </pc:picChg>
        <pc:inkChg chg="add">
          <ac:chgData name="Deepika Vatsa" userId="f7100972-27fe-4ee6-8fb4-ec9b7931b409" providerId="ADAL" clId="{C2ABB873-0B51-430E-A725-1BD8E4927500}" dt="2025-09-17T11:36:25.279" v="51"/>
          <ac:inkMkLst>
            <pc:docMk/>
            <pc:sldMk cId="0" sldId="326"/>
            <ac:inkMk id="2" creationId="{E547E889-2FE6-1E38-56AF-633D00AD914E}"/>
          </ac:inkMkLst>
        </pc:inkChg>
      </pc:sldChg>
      <pc:sldChg chg="del">
        <pc:chgData name="Deepika Vatsa" userId="f7100972-27fe-4ee6-8fb4-ec9b7931b409" providerId="ADAL" clId="{C2ABB873-0B51-430E-A725-1BD8E4927500}" dt="2025-09-17T10:47:02.313" v="22" actId="47"/>
        <pc:sldMkLst>
          <pc:docMk/>
          <pc:sldMk cId="1298920755" sldId="385"/>
        </pc:sldMkLst>
      </pc:sldChg>
      <pc:sldChg chg="addSp modSp mod">
        <pc:chgData name="Deepika Vatsa" userId="f7100972-27fe-4ee6-8fb4-ec9b7931b409" providerId="ADAL" clId="{C2ABB873-0B51-430E-A725-1BD8E4927500}" dt="2025-09-17T11:36:25.279" v="51"/>
        <pc:sldMkLst>
          <pc:docMk/>
          <pc:sldMk cId="276826357" sldId="386"/>
        </pc:sldMkLst>
        <pc:graphicFrameChg chg="mod modGraphic">
          <ac:chgData name="Deepika Vatsa" userId="f7100972-27fe-4ee6-8fb4-ec9b7931b409" providerId="ADAL" clId="{C2ABB873-0B51-430E-A725-1BD8E4927500}" dt="2025-09-17T10:45:36.021" v="9" actId="2711"/>
          <ac:graphicFrameMkLst>
            <pc:docMk/>
            <pc:sldMk cId="276826357" sldId="386"/>
            <ac:graphicFrameMk id="5" creationId="{5BA25F12-02BB-51DB-F882-2AE94425221C}"/>
          </ac:graphicFrameMkLst>
        </pc:graphicFrameChg>
        <pc:inkChg chg="add">
          <ac:chgData name="Deepika Vatsa" userId="f7100972-27fe-4ee6-8fb4-ec9b7931b409" providerId="ADAL" clId="{C2ABB873-0B51-430E-A725-1BD8E4927500}" dt="2025-09-17T11:36:25.279" v="51"/>
          <ac:inkMkLst>
            <pc:docMk/>
            <pc:sldMk cId="276826357" sldId="386"/>
            <ac:inkMk id="3" creationId="{5608D996-A00A-5F81-3350-3E683751EC5B}"/>
          </ac:inkMkLst>
        </pc:inkChg>
      </pc:sldChg>
      <pc:sldChg chg="addSp">
        <pc:chgData name="Deepika Vatsa" userId="f7100972-27fe-4ee6-8fb4-ec9b7931b409" providerId="ADAL" clId="{C2ABB873-0B51-430E-A725-1BD8E4927500}" dt="2025-09-17T11:36:25.279" v="51"/>
        <pc:sldMkLst>
          <pc:docMk/>
          <pc:sldMk cId="2819517770" sldId="387"/>
        </pc:sldMkLst>
        <pc:inkChg chg="add">
          <ac:chgData name="Deepika Vatsa" userId="f7100972-27fe-4ee6-8fb4-ec9b7931b409" providerId="ADAL" clId="{C2ABB873-0B51-430E-A725-1BD8E4927500}" dt="2025-09-17T11:36:25.279" v="51"/>
          <ac:inkMkLst>
            <pc:docMk/>
            <pc:sldMk cId="2819517770" sldId="387"/>
            <ac:inkMk id="3" creationId="{8F3E4CE3-908A-EEBB-9096-621E523D7EA4}"/>
          </ac:inkMkLst>
        </pc:inkChg>
      </pc:sldChg>
      <pc:sldChg chg="del">
        <pc:chgData name="Deepika Vatsa" userId="f7100972-27fe-4ee6-8fb4-ec9b7931b409" providerId="ADAL" clId="{C2ABB873-0B51-430E-A725-1BD8E4927500}" dt="2025-09-17T10:47:02.313" v="22" actId="47"/>
        <pc:sldMkLst>
          <pc:docMk/>
          <pc:sldMk cId="2892749056" sldId="397"/>
        </pc:sldMkLst>
      </pc:sldChg>
      <pc:sldChg chg="del">
        <pc:chgData name="Deepika Vatsa" userId="f7100972-27fe-4ee6-8fb4-ec9b7931b409" providerId="ADAL" clId="{C2ABB873-0B51-430E-A725-1BD8E4927500}" dt="2025-09-17T10:47:02.313" v="22" actId="47"/>
        <pc:sldMkLst>
          <pc:docMk/>
          <pc:sldMk cId="2389857248" sldId="398"/>
        </pc:sldMkLst>
      </pc:sldChg>
      <pc:sldChg chg="addSp">
        <pc:chgData name="Deepika Vatsa" userId="f7100972-27fe-4ee6-8fb4-ec9b7931b409" providerId="ADAL" clId="{C2ABB873-0B51-430E-A725-1BD8E4927500}" dt="2025-09-17T11:36:25.279" v="51"/>
        <pc:sldMkLst>
          <pc:docMk/>
          <pc:sldMk cId="844012380" sldId="582"/>
        </pc:sldMkLst>
        <pc:inkChg chg="add">
          <ac:chgData name="Deepika Vatsa" userId="f7100972-27fe-4ee6-8fb4-ec9b7931b409" providerId="ADAL" clId="{C2ABB873-0B51-430E-A725-1BD8E4927500}" dt="2025-09-17T11:36:25.279" v="51"/>
          <ac:inkMkLst>
            <pc:docMk/>
            <pc:sldMk cId="844012380" sldId="582"/>
            <ac:inkMk id="4" creationId="{645D6B82-D4E9-B04D-45FB-EF2B34087393}"/>
          </ac:inkMkLst>
        </pc:inkChg>
      </pc:sldChg>
      <pc:sldChg chg="addSp">
        <pc:chgData name="Deepika Vatsa" userId="f7100972-27fe-4ee6-8fb4-ec9b7931b409" providerId="ADAL" clId="{C2ABB873-0B51-430E-A725-1BD8E4927500}" dt="2025-09-17T11:36:25.279" v="51"/>
        <pc:sldMkLst>
          <pc:docMk/>
          <pc:sldMk cId="68014689" sldId="583"/>
        </pc:sldMkLst>
        <pc:inkChg chg="add">
          <ac:chgData name="Deepika Vatsa" userId="f7100972-27fe-4ee6-8fb4-ec9b7931b409" providerId="ADAL" clId="{C2ABB873-0B51-430E-A725-1BD8E4927500}" dt="2025-09-17T11:36:25.279" v="51"/>
          <ac:inkMkLst>
            <pc:docMk/>
            <pc:sldMk cId="68014689" sldId="583"/>
            <ac:inkMk id="4" creationId="{6290DD4D-3519-57BF-AD2E-8B003467C63C}"/>
          </ac:inkMkLst>
        </pc:inkChg>
      </pc:sldChg>
      <pc:sldChg chg="addSp">
        <pc:chgData name="Deepika Vatsa" userId="f7100972-27fe-4ee6-8fb4-ec9b7931b409" providerId="ADAL" clId="{C2ABB873-0B51-430E-A725-1BD8E4927500}" dt="2025-09-17T11:36:25.279" v="51"/>
        <pc:sldMkLst>
          <pc:docMk/>
          <pc:sldMk cId="1486567605" sldId="584"/>
        </pc:sldMkLst>
        <pc:inkChg chg="add">
          <ac:chgData name="Deepika Vatsa" userId="f7100972-27fe-4ee6-8fb4-ec9b7931b409" providerId="ADAL" clId="{C2ABB873-0B51-430E-A725-1BD8E4927500}" dt="2025-09-17T11:36:25.279" v="51"/>
          <ac:inkMkLst>
            <pc:docMk/>
            <pc:sldMk cId="1486567605" sldId="584"/>
            <ac:inkMk id="3" creationId="{C021C0CB-0FE8-F935-F7D9-A080DAF79B5D}"/>
          </ac:inkMkLst>
        </pc:inkChg>
      </pc:sldChg>
      <pc:sldChg chg="addSp modSp mod">
        <pc:chgData name="Deepika Vatsa" userId="f7100972-27fe-4ee6-8fb4-ec9b7931b409" providerId="ADAL" clId="{C2ABB873-0B51-430E-A725-1BD8E4927500}" dt="2025-09-17T11:36:25.279" v="51"/>
        <pc:sldMkLst>
          <pc:docMk/>
          <pc:sldMk cId="66824673" sldId="587"/>
        </pc:sldMkLst>
        <pc:spChg chg="mod">
          <ac:chgData name="Deepika Vatsa" userId="f7100972-27fe-4ee6-8fb4-ec9b7931b409" providerId="ADAL" clId="{C2ABB873-0B51-430E-A725-1BD8E4927500}" dt="2025-09-17T10:54:38.688" v="49" actId="12"/>
          <ac:spMkLst>
            <pc:docMk/>
            <pc:sldMk cId="66824673" sldId="587"/>
            <ac:spMk id="3" creationId="{4BC28A99-1CB3-F78B-68AC-B52FF5F45E56}"/>
          </ac:spMkLst>
        </pc:spChg>
        <pc:spChg chg="mod">
          <ac:chgData name="Deepika Vatsa" userId="f7100972-27fe-4ee6-8fb4-ec9b7931b409" providerId="ADAL" clId="{C2ABB873-0B51-430E-A725-1BD8E4927500}" dt="2025-09-17T10:54:18.108" v="43" actId="1076"/>
          <ac:spMkLst>
            <pc:docMk/>
            <pc:sldMk cId="66824673" sldId="587"/>
            <ac:spMk id="8" creationId="{AB150638-88DD-93AD-914F-4CCCD1FDD03C}"/>
          </ac:spMkLst>
        </pc:spChg>
        <pc:inkChg chg="add">
          <ac:chgData name="Deepika Vatsa" userId="f7100972-27fe-4ee6-8fb4-ec9b7931b409" providerId="ADAL" clId="{C2ABB873-0B51-430E-A725-1BD8E4927500}" dt="2025-09-17T11:36:25.279" v="51"/>
          <ac:inkMkLst>
            <pc:docMk/>
            <pc:sldMk cId="66824673" sldId="587"/>
            <ac:inkMk id="4" creationId="{7C6AB6C6-BCE7-7695-5AD8-DF41157723EF}"/>
          </ac:inkMkLst>
        </pc:inkChg>
      </pc:sldChg>
      <pc:sldChg chg="addSp modSp mod">
        <pc:chgData name="Deepika Vatsa" userId="f7100972-27fe-4ee6-8fb4-ec9b7931b409" providerId="ADAL" clId="{C2ABB873-0B51-430E-A725-1BD8E4927500}" dt="2025-09-17T11:36:25.279" v="51"/>
        <pc:sldMkLst>
          <pc:docMk/>
          <pc:sldMk cId="2376567802" sldId="588"/>
        </pc:sldMkLst>
        <pc:spChg chg="mod">
          <ac:chgData name="Deepika Vatsa" userId="f7100972-27fe-4ee6-8fb4-ec9b7931b409" providerId="ADAL" clId="{C2ABB873-0B51-430E-A725-1BD8E4927500}" dt="2025-09-17T10:54:01.934" v="40" actId="1076"/>
          <ac:spMkLst>
            <pc:docMk/>
            <pc:sldMk cId="2376567802" sldId="588"/>
            <ac:spMk id="5" creationId="{3600CB4C-9108-A0D3-0126-67E49773B2F8}"/>
          </ac:spMkLst>
        </pc:spChg>
        <pc:picChg chg="mod">
          <ac:chgData name="Deepika Vatsa" userId="f7100972-27fe-4ee6-8fb4-ec9b7931b409" providerId="ADAL" clId="{C2ABB873-0B51-430E-A725-1BD8E4927500}" dt="2025-09-17T10:53:56.350" v="39" actId="14100"/>
          <ac:picMkLst>
            <pc:docMk/>
            <pc:sldMk cId="2376567802" sldId="588"/>
            <ac:picMk id="6146" creationId="{A11B8A44-F614-5052-60D0-DD64096A9EA7}"/>
          </ac:picMkLst>
        </pc:picChg>
        <pc:inkChg chg="add">
          <ac:chgData name="Deepika Vatsa" userId="f7100972-27fe-4ee6-8fb4-ec9b7931b409" providerId="ADAL" clId="{C2ABB873-0B51-430E-A725-1BD8E4927500}" dt="2025-09-17T11:36:25.279" v="51"/>
          <ac:inkMkLst>
            <pc:docMk/>
            <pc:sldMk cId="2376567802" sldId="588"/>
            <ac:inkMk id="3" creationId="{C01571C2-E9C5-559B-CDC5-DEF614AA5248}"/>
          </ac:inkMkLst>
        </pc:inkChg>
      </pc:sldChg>
      <pc:sldChg chg="add">
        <pc:chgData name="Deepika Vatsa" userId="f7100972-27fe-4ee6-8fb4-ec9b7931b409" providerId="ADAL" clId="{C2ABB873-0B51-430E-A725-1BD8E4927500}" dt="2025-09-17T11:01:25.515" v="50"/>
        <pc:sldMkLst>
          <pc:docMk/>
          <pc:sldMk cId="0" sldId="589"/>
        </pc:sldMkLst>
      </pc:sldChg>
      <pc:sldChg chg="addSp modSp mod">
        <pc:chgData name="Deepika Vatsa" userId="f7100972-27fe-4ee6-8fb4-ec9b7931b409" providerId="ADAL" clId="{C2ABB873-0B51-430E-A725-1BD8E4927500}" dt="2025-09-17T11:36:25.279" v="51"/>
        <pc:sldMkLst>
          <pc:docMk/>
          <pc:sldMk cId="797937955" sldId="590"/>
        </pc:sldMkLst>
        <pc:spChg chg="mod">
          <ac:chgData name="Deepika Vatsa" userId="f7100972-27fe-4ee6-8fb4-ec9b7931b409" providerId="ADAL" clId="{C2ABB873-0B51-430E-A725-1BD8E4927500}" dt="2025-09-17T10:52:01.776" v="32" actId="403"/>
          <ac:spMkLst>
            <pc:docMk/>
            <pc:sldMk cId="797937955" sldId="590"/>
            <ac:spMk id="4" creationId="{98D5AB1F-1B01-21E6-6076-7A618B474DBF}"/>
          </ac:spMkLst>
        </pc:spChg>
        <pc:picChg chg="mod">
          <ac:chgData name="Deepika Vatsa" userId="f7100972-27fe-4ee6-8fb4-ec9b7931b409" providerId="ADAL" clId="{C2ABB873-0B51-430E-A725-1BD8E4927500}" dt="2025-09-17T10:51:51.950" v="30" actId="14100"/>
          <ac:picMkLst>
            <pc:docMk/>
            <pc:sldMk cId="797937955" sldId="590"/>
            <ac:picMk id="6" creationId="{3526D532-DDF6-68C4-E376-CB86A6DCCB1C}"/>
          </ac:picMkLst>
        </pc:picChg>
        <pc:inkChg chg="add">
          <ac:chgData name="Deepika Vatsa" userId="f7100972-27fe-4ee6-8fb4-ec9b7931b409" providerId="ADAL" clId="{C2ABB873-0B51-430E-A725-1BD8E4927500}" dt="2025-09-17T11:36:25.279" v="51"/>
          <ac:inkMkLst>
            <pc:docMk/>
            <pc:sldMk cId="797937955" sldId="590"/>
            <ac:inkMk id="3" creationId="{0915E2B2-A0F8-FF16-8183-9F6A630608FD}"/>
          </ac:inkMkLst>
        </pc:inkChg>
      </pc:sldChg>
      <pc:sldChg chg="addSp modSp mod">
        <pc:chgData name="Deepika Vatsa" userId="f7100972-27fe-4ee6-8fb4-ec9b7931b409" providerId="ADAL" clId="{C2ABB873-0B51-430E-A725-1BD8E4927500}" dt="2025-09-17T11:36:25.279" v="51"/>
        <pc:sldMkLst>
          <pc:docMk/>
          <pc:sldMk cId="3561139977" sldId="591"/>
        </pc:sldMkLst>
        <pc:spChg chg="mod">
          <ac:chgData name="Deepika Vatsa" userId="f7100972-27fe-4ee6-8fb4-ec9b7931b409" providerId="ADAL" clId="{C2ABB873-0B51-430E-A725-1BD8E4927500}" dt="2025-09-17T10:52:24.126" v="36" actId="1076"/>
          <ac:spMkLst>
            <pc:docMk/>
            <pc:sldMk cId="3561139977" sldId="591"/>
            <ac:spMk id="4" creationId="{98D5AB1F-1B01-21E6-6076-7A618B474DBF}"/>
          </ac:spMkLst>
        </pc:spChg>
        <pc:spChg chg="mod">
          <ac:chgData name="Deepika Vatsa" userId="f7100972-27fe-4ee6-8fb4-ec9b7931b409" providerId="ADAL" clId="{C2ABB873-0B51-430E-A725-1BD8E4927500}" dt="2025-09-17T10:52:30.804" v="38" actId="403"/>
          <ac:spMkLst>
            <pc:docMk/>
            <pc:sldMk cId="3561139977" sldId="591"/>
            <ac:spMk id="7" creationId="{BBF11921-F707-47F1-9E10-D651B6526F37}"/>
          </ac:spMkLst>
        </pc:spChg>
        <pc:picChg chg="mod">
          <ac:chgData name="Deepika Vatsa" userId="f7100972-27fe-4ee6-8fb4-ec9b7931b409" providerId="ADAL" clId="{C2ABB873-0B51-430E-A725-1BD8E4927500}" dt="2025-09-17T10:52:26.013" v="37" actId="1076"/>
          <ac:picMkLst>
            <pc:docMk/>
            <pc:sldMk cId="3561139977" sldId="591"/>
            <ac:picMk id="5" creationId="{64FBE659-54C7-6BDF-541E-378259715FF9}"/>
          </ac:picMkLst>
        </pc:picChg>
        <pc:inkChg chg="add">
          <ac:chgData name="Deepika Vatsa" userId="f7100972-27fe-4ee6-8fb4-ec9b7931b409" providerId="ADAL" clId="{C2ABB873-0B51-430E-A725-1BD8E4927500}" dt="2025-09-17T11:36:25.279" v="51"/>
          <ac:inkMkLst>
            <pc:docMk/>
            <pc:sldMk cId="3561139977" sldId="591"/>
            <ac:inkMk id="3" creationId="{BB96BCB3-EDDE-EB28-0EB0-5940720790A7}"/>
          </ac:inkMkLst>
        </pc:inkChg>
      </pc:sldChg>
    </pc:docChg>
  </pc:docChgLst>
</pc:chgInfo>
</file>

<file path=ppt/diagrams/_rels/data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ata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ata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_rels/drawing1.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svg"/><Relationship Id="rId1" Type="http://schemas.openxmlformats.org/officeDocument/2006/relationships/image" Target="../media/image1.png"/><Relationship Id="rId6" Type="http://schemas.openxmlformats.org/officeDocument/2006/relationships/image" Target="../media/image6.svg"/><Relationship Id="rId5" Type="http://schemas.openxmlformats.org/officeDocument/2006/relationships/image" Target="../media/image5.png"/><Relationship Id="rId4" Type="http://schemas.openxmlformats.org/officeDocument/2006/relationships/image" Target="../media/image4.svg"/></Relationships>
</file>

<file path=ppt/diagrams/_rels/drawing3.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svg"/><Relationship Id="rId1" Type="http://schemas.openxmlformats.org/officeDocument/2006/relationships/image" Target="../media/image9.png"/><Relationship Id="rId6" Type="http://schemas.openxmlformats.org/officeDocument/2006/relationships/image" Target="../media/image14.svg"/><Relationship Id="rId5" Type="http://schemas.openxmlformats.org/officeDocument/2006/relationships/image" Target="../media/image13.png"/><Relationship Id="rId4" Type="http://schemas.openxmlformats.org/officeDocument/2006/relationships/image" Target="../media/image12.svg"/></Relationships>
</file>

<file path=ppt/diagrams/_rels/drawing4.xml.rels><?xml version="1.0" encoding="UTF-8" standalone="yes"?>
<Relationships xmlns="http://schemas.openxmlformats.org/package/2006/relationships"><Relationship Id="rId3" Type="http://schemas.openxmlformats.org/officeDocument/2006/relationships/image" Target="../media/image34.png"/><Relationship Id="rId2" Type="http://schemas.openxmlformats.org/officeDocument/2006/relationships/image" Target="../media/image33.svg"/><Relationship Id="rId1" Type="http://schemas.openxmlformats.org/officeDocument/2006/relationships/image" Target="../media/image32.png"/><Relationship Id="rId4" Type="http://schemas.openxmlformats.org/officeDocument/2006/relationships/image" Target="../media/image35.svg"/></Relationships>
</file>

<file path=ppt/diagrams/colors1.xml><?xml version="1.0" encoding="utf-8"?>
<dgm:colorsDef xmlns:dgm="http://schemas.openxmlformats.org/drawingml/2006/diagram" xmlns:a="http://schemas.openxmlformats.org/drawingml/2006/main" uniqueId="urn:microsoft.com/office/officeart/2018/5/colors/Iconchunking_neutralbg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bg1">
        <a:lumMod val="95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accent5_2">
  <dgm:title val=""/>
  <dgm:desc val=""/>
  <dgm:catLst>
    <dgm:cat type="accent5" pri="11200"/>
  </dgm:catLst>
  <dgm:styleLbl name="node0">
    <dgm:fillClrLst meth="repeat">
      <a:schemeClr val="accent5"/>
    </dgm:fillClrLst>
    <dgm:linClrLst meth="repeat">
      <a:schemeClr val="lt1"/>
    </dgm:linClrLst>
    <dgm:effectClrLst/>
    <dgm:txLinClrLst/>
    <dgm:txFillClrLst/>
    <dgm:txEffectClrLst/>
  </dgm:styleLbl>
  <dgm:styleLbl name="node1">
    <dgm:fillClrLst meth="repeat">
      <a:schemeClr val="accent5"/>
    </dgm:fillClrLst>
    <dgm:linClrLst meth="repeat">
      <a:schemeClr val="lt1"/>
    </dgm:linClrLst>
    <dgm:effectClrLst/>
    <dgm:txLinClrLst/>
    <dgm:txFillClrLst/>
    <dgm:txEffectClrLst/>
  </dgm:styleLbl>
  <dgm:styleLbl name="alignNode1">
    <dgm:fillClrLst meth="repeat">
      <a:schemeClr val="accent5"/>
    </dgm:fillClrLst>
    <dgm:linClrLst meth="repeat">
      <a:schemeClr val="accent5"/>
    </dgm:linClrLst>
    <dgm:effectClrLst/>
    <dgm:txLinClrLst/>
    <dgm:txFillClrLst/>
    <dgm:txEffectClrLst/>
  </dgm:styleLbl>
  <dgm:styleLbl name="lnNode1">
    <dgm:fillClrLst meth="repeat">
      <a:schemeClr val="accent5"/>
    </dgm:fillClrLst>
    <dgm:linClrLst meth="repeat">
      <a:schemeClr val="lt1"/>
    </dgm:linClrLst>
    <dgm:effectClrLst/>
    <dgm:txLinClrLst/>
    <dgm:txFillClrLst/>
    <dgm:txEffectClrLst/>
  </dgm:styleLbl>
  <dgm:styleLbl name="vennNode1">
    <dgm:fillClrLst meth="repeat">
      <a:schemeClr val="accent5">
        <a:alpha val="50000"/>
      </a:schemeClr>
    </dgm:fillClrLst>
    <dgm:linClrLst meth="repeat">
      <a:schemeClr val="lt1"/>
    </dgm:linClrLst>
    <dgm:effectClrLst/>
    <dgm:txLinClrLst/>
    <dgm:txFillClrLst/>
    <dgm:txEffectClrLst/>
  </dgm:styleLbl>
  <dgm:styleLbl name="node2">
    <dgm:fillClrLst meth="repeat">
      <a:schemeClr val="accent5"/>
    </dgm:fillClrLst>
    <dgm:linClrLst meth="repeat">
      <a:schemeClr val="lt1"/>
    </dgm:linClrLst>
    <dgm:effectClrLst/>
    <dgm:txLinClrLst/>
    <dgm:txFillClrLst/>
    <dgm:txEffectClrLst/>
  </dgm:styleLbl>
  <dgm:styleLbl name="node3">
    <dgm:fillClrLst meth="repeat">
      <a:schemeClr val="accent5"/>
    </dgm:fillClrLst>
    <dgm:linClrLst meth="repeat">
      <a:schemeClr val="lt1"/>
    </dgm:linClrLst>
    <dgm:effectClrLst/>
    <dgm:txLinClrLst/>
    <dgm:txFillClrLst/>
    <dgm:txEffectClrLst/>
  </dgm:styleLbl>
  <dgm:styleLbl name="node4">
    <dgm:fillClrLst meth="repeat">
      <a:schemeClr val="accent5"/>
    </dgm:fillClrLst>
    <dgm:linClrLst meth="repeat">
      <a:schemeClr val="lt1"/>
    </dgm:linClrLst>
    <dgm:effectClrLst/>
    <dgm:txLinClrLst/>
    <dgm:txFillClrLst/>
    <dgm:txEffectClrLst/>
  </dgm:styleLbl>
  <dgm:styleLbl name="f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5">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5">
        <a:tint val="60000"/>
      </a:schemeClr>
    </dgm:fillClrLst>
    <dgm:linClrLst meth="repeat">
      <a:schemeClr val="accent5">
        <a:tint val="60000"/>
      </a:schemeClr>
    </dgm:linClrLst>
    <dgm:effectClrLst/>
    <dgm:txLinClrLst/>
    <dgm:txFillClrLst/>
    <dgm:txEffectClrLst/>
  </dgm:styleLbl>
  <dgm:styleLbl name="fgSibTrans2D1">
    <dgm:fillClrLst meth="repeat">
      <a:schemeClr val="accent5">
        <a:tint val="60000"/>
      </a:schemeClr>
    </dgm:fillClrLst>
    <dgm:linClrLst meth="repeat">
      <a:schemeClr val="accent5">
        <a:tint val="60000"/>
      </a:schemeClr>
    </dgm:linClrLst>
    <dgm:effectClrLst/>
    <dgm:txLinClrLst/>
    <dgm:txFillClrLst/>
    <dgm:txEffectClrLst/>
  </dgm:styleLbl>
  <dgm:styleLbl name="bgSibTrans2D1">
    <dgm:fillClrLst meth="repeat">
      <a:schemeClr val="accent5">
        <a:tint val="60000"/>
      </a:schemeClr>
    </dgm:fillClrLst>
    <dgm:linClrLst meth="repeat">
      <a:schemeClr val="accent5">
        <a:tint val="60000"/>
      </a:schemeClr>
    </dgm:linClrLst>
    <dgm:effectClrLst/>
    <dgm:txLinClrLst/>
    <dgm:txFillClrLst/>
    <dgm:txEffectClrLst/>
  </dgm:styleLbl>
  <dgm:styleLbl name="sibTrans1D1">
    <dgm:fillClrLst meth="repeat">
      <a:schemeClr val="accent5"/>
    </dgm:fillClrLst>
    <dgm:linClrLst meth="repeat">
      <a:schemeClr val="accent5"/>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dgm:linClrLst>
    <dgm:effectClrLst/>
    <dgm:txLinClrLst/>
    <dgm:txFillClrLst/>
    <dgm:txEffectClrLst/>
  </dgm:styleLbl>
  <dgm:styleLbl name="asst1">
    <dgm:fillClrLst meth="repeat">
      <a:schemeClr val="accent5"/>
    </dgm:fillClrLst>
    <dgm:linClrLst meth="repeat">
      <a:schemeClr val="lt1"/>
    </dgm:linClrLst>
    <dgm:effectClrLst/>
    <dgm:txLinClrLst/>
    <dgm:txFillClrLst/>
    <dgm:txEffectClrLst/>
  </dgm:styleLbl>
  <dgm:styleLbl name="asst2">
    <dgm:fillClrLst meth="repeat">
      <a:schemeClr val="accent5"/>
    </dgm:fillClrLst>
    <dgm:linClrLst meth="repeat">
      <a:schemeClr val="lt1"/>
    </dgm:linClrLst>
    <dgm:effectClrLst/>
    <dgm:txLinClrLst/>
    <dgm:txFillClrLst/>
    <dgm:txEffectClrLst/>
  </dgm:styleLbl>
  <dgm:styleLbl name="asst3">
    <dgm:fillClrLst meth="repeat">
      <a:schemeClr val="accent5"/>
    </dgm:fillClrLst>
    <dgm:linClrLst meth="repeat">
      <a:schemeClr val="lt1"/>
    </dgm:linClrLst>
    <dgm:effectClrLst/>
    <dgm:txLinClrLst/>
    <dgm:txFillClrLst/>
    <dgm:txEffectClrLst/>
  </dgm:styleLbl>
  <dgm:styleLbl name="asst4">
    <dgm:fillClrLst meth="repeat">
      <a:schemeClr val="accent5"/>
    </dgm:fillClrLst>
    <dgm:linClrLst meth="repeat">
      <a:schemeClr val="lt1"/>
    </dgm:linClrLst>
    <dgm:effectClrLst/>
    <dgm:txLinClrLst/>
    <dgm:txFillClrLst/>
    <dgm:txEffectClrLst/>
  </dgm:styleLbl>
  <dgm:styleLbl name="parChTrans2D1">
    <dgm:fillClrLst meth="repeat">
      <a:schemeClr val="accent5">
        <a:tint val="60000"/>
      </a:schemeClr>
    </dgm:fillClrLst>
    <dgm:linClrLst meth="repeat">
      <a:schemeClr val="accent5">
        <a:tint val="60000"/>
      </a:schemeClr>
    </dgm:linClrLst>
    <dgm:effectClrLst/>
    <dgm:txLinClrLst/>
    <dgm:txFillClrLst meth="repeat">
      <a:schemeClr val="lt1"/>
    </dgm:txFillClrLst>
    <dgm:txEffectClrLst/>
  </dgm:styleLbl>
  <dgm:styleLbl name="parChTrans2D2">
    <dgm:fillClrLst meth="repeat">
      <a:schemeClr val="accent5"/>
    </dgm:fillClrLst>
    <dgm:linClrLst meth="repeat">
      <a:schemeClr val="accent5"/>
    </dgm:linClrLst>
    <dgm:effectClrLst/>
    <dgm:txLinClrLst/>
    <dgm:txFillClrLst meth="repeat">
      <a:schemeClr val="lt1"/>
    </dgm:txFillClrLst>
    <dgm:txEffectClrLst/>
  </dgm:styleLbl>
  <dgm:styleLbl name="parChTrans2D3">
    <dgm:fillClrLst meth="repeat">
      <a:schemeClr val="accent5"/>
    </dgm:fillClrLst>
    <dgm:linClrLst meth="repeat">
      <a:schemeClr val="accent5"/>
    </dgm:linClrLst>
    <dgm:effectClrLst/>
    <dgm:txLinClrLst/>
    <dgm:txFillClrLst meth="repeat">
      <a:schemeClr val="lt1"/>
    </dgm:txFillClrLst>
    <dgm:txEffectClrLst/>
  </dgm:styleLbl>
  <dgm:styleLbl name="parChTrans2D4">
    <dgm:fillClrLst meth="repeat">
      <a:schemeClr val="accent5"/>
    </dgm:fillClrLst>
    <dgm:linClrLst meth="repeat">
      <a:schemeClr val="accent5"/>
    </dgm:linClrLst>
    <dgm:effectClrLst/>
    <dgm:txLinClrLst/>
    <dgm:txFillClrLst meth="repeat">
      <a:schemeClr val="lt1"/>
    </dgm:txFillClrLst>
    <dgm:txEffectClrLst/>
  </dgm:styleLbl>
  <dgm:styleLbl name="parChTrans1D1">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2">
    <dgm:fillClrLst meth="repeat">
      <a:schemeClr val="accent5"/>
    </dgm:fillClrLst>
    <dgm:linClrLst meth="repeat">
      <a:schemeClr val="accent5">
        <a:shade val="60000"/>
      </a:schemeClr>
    </dgm:linClrLst>
    <dgm:effectClrLst/>
    <dgm:txLinClrLst/>
    <dgm:txFillClrLst meth="repeat">
      <a:schemeClr val="tx1"/>
    </dgm:txFillClrLst>
    <dgm:txEffectClrLst/>
  </dgm:styleLbl>
  <dgm:styleLbl name="parChTrans1D3">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parChTrans1D4">
    <dgm:fillClrLst meth="repeat">
      <a:schemeClr val="accent5"/>
    </dgm:fillClrLst>
    <dgm:linClrLst meth="repeat">
      <a:schemeClr val="accent5">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solidFgAcc1">
    <dgm:fillClrLst meth="repeat">
      <a:schemeClr val="lt1"/>
    </dgm:fillClrLst>
    <dgm:linClrLst meth="repeat">
      <a:schemeClr val="accent5"/>
    </dgm:linClrLst>
    <dgm:effectClrLst/>
    <dgm:txLinClrLst/>
    <dgm:txFillClrLst meth="repeat">
      <a:schemeClr val="dk1"/>
    </dgm:txFillClrLst>
    <dgm:txEffectClrLst/>
  </dgm:styleLbl>
  <dgm:styleLbl name="solidAlignAcc1">
    <dgm:fillClrLst meth="repeat">
      <a:schemeClr val="lt1"/>
    </dgm:fillClrLst>
    <dgm:linClrLst meth="repeat">
      <a:schemeClr val="accent5"/>
    </dgm:linClrLst>
    <dgm:effectClrLst/>
    <dgm:txLinClrLst/>
    <dgm:txFillClrLst meth="repeat">
      <a:schemeClr val="dk1"/>
    </dgm:txFillClrLst>
    <dgm:txEffectClrLst/>
  </dgm:styleLbl>
  <dgm:styleLbl name="solidBgAcc1">
    <dgm:fillClrLst meth="repeat">
      <a:schemeClr val="lt1"/>
    </dgm:fillClrLst>
    <dgm:linClrLst meth="repeat">
      <a:schemeClr val="accent5"/>
    </dgm:linClrLst>
    <dgm:effectClrLst/>
    <dgm:txLinClrLst/>
    <dgm:txFillClrLst meth="repeat">
      <a:schemeClr val="dk1"/>
    </dgm:txFillClrLst>
    <dgm:txEffectClrLst/>
  </dgm:styleLbl>
  <dgm:styleLbl name="f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align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bgAccFollowNode1">
    <dgm:fillClrLst meth="repeat">
      <a:schemeClr val="accent5">
        <a:alpha val="90000"/>
        <a:tint val="40000"/>
      </a:schemeClr>
    </dgm:fillClrLst>
    <dgm:linClrLst meth="repeat">
      <a:schemeClr val="accent5">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5"/>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accent5"/>
    </dgm:linClrLst>
    <dgm:effectClrLst/>
    <dgm:txLinClrLst/>
    <dgm:txFillClrLst meth="repeat">
      <a:schemeClr val="dk1"/>
    </dgm:txFillClrLst>
    <dgm:txEffectClrLst/>
  </dgm:styleLbl>
  <dgm:styleLbl name="dkBgShp">
    <dgm:fillClrLst meth="repeat">
      <a:schemeClr val="accent5">
        <a:shade val="80000"/>
      </a:schemeClr>
    </dgm:fillClrLst>
    <dgm:linClrLst meth="repeat">
      <a:schemeClr val="accent5"/>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18/5/colors/Iconchunking_coloredtext_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bg1"/>
    </dgm:fillClrLst>
    <dgm:linClrLst meth="repeat">
      <a:schemeClr val="lt1">
        <a:alpha val="0"/>
      </a:schemeClr>
    </dgm:linClrLst>
    <dgm:effectClrLst/>
    <dgm:txLinClrLst/>
    <dgm:txFillClrLst meth="repeat">
      <a:schemeClr val="dk1"/>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schemeClr val="accent3"/>
      <a:schemeClr val="accent4"/>
      <a:schemeClr val="accent5"/>
      <a:schemeClr val="accent6"/>
    </dgm:fillClrLst>
    <dgm:linClrLst meth="repeat">
      <a:schemeClr val="lt1">
        <a:alpha val="0"/>
      </a:schemeClr>
    </dgm:linClrLst>
    <dgm:effectClrLst/>
    <dgm:txLinClrLst/>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accent2">
        <a:alpha val="0"/>
      </a:schemeClr>
    </dgm:fillClrLst>
    <dgm:linClrLst meth="repeat">
      <a:schemeClr val="accent2">
        <a:alpha val="0"/>
      </a:schemeClr>
    </dgm:linClrLst>
    <dgm:effectClrLst/>
    <dgm:txLinClrLst/>
    <dgm:txFillClrLst meth="repeat">
      <a:schemeClr val="accent2"/>
      <a:schemeClr val="accent3"/>
      <a:schemeClr val="accent4"/>
      <a:schemeClr val="accent5"/>
      <a:schemeClr val="accent6"/>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E31E39E6-6581-4020-BF0C-1F6FD88D2A3F}" type="doc">
      <dgm:prSet loTypeId="urn:microsoft.com/office/officeart/2018/5/layout/CenteredIconLabelDescriptionList" loCatId="icon" qsTypeId="urn:microsoft.com/office/officeart/2005/8/quickstyle/simple1" qsCatId="simple" csTypeId="urn:microsoft.com/office/officeart/2018/5/colors/Iconchunking_neutralbg_colorful1" csCatId="colorful" phldr="1"/>
      <dgm:spPr/>
      <dgm:t>
        <a:bodyPr/>
        <a:lstStyle/>
        <a:p>
          <a:endParaRPr lang="en-US"/>
        </a:p>
      </dgm:t>
    </dgm:pt>
    <dgm:pt modelId="{3B31E43F-4343-4B6A-8E7F-EDDB60A268FE}">
      <dgm:prSet/>
      <dgm:spPr/>
      <dgm:t>
        <a:bodyPr/>
        <a:lstStyle/>
        <a:p>
          <a:pPr>
            <a:defRPr b="1"/>
          </a:pPr>
          <a:r>
            <a:rPr lang="en-US"/>
            <a:t>A type of machine learning that deals with </a:t>
          </a:r>
          <a:r>
            <a:rPr lang="en-US" b="1"/>
            <a:t>unlabeled data</a:t>
          </a:r>
          <a:endParaRPr lang="en-US"/>
        </a:p>
      </dgm:t>
    </dgm:pt>
    <dgm:pt modelId="{E75300BE-8EB1-42E4-9CFF-391F792AF994}" type="parTrans" cxnId="{80821B09-7145-4EE5-BD7F-DA68F11B9755}">
      <dgm:prSet/>
      <dgm:spPr/>
      <dgm:t>
        <a:bodyPr/>
        <a:lstStyle/>
        <a:p>
          <a:endParaRPr lang="en-US"/>
        </a:p>
      </dgm:t>
    </dgm:pt>
    <dgm:pt modelId="{24470259-2AB0-41F2-BF93-50F50A55BCC0}" type="sibTrans" cxnId="{80821B09-7145-4EE5-BD7F-DA68F11B9755}">
      <dgm:prSet/>
      <dgm:spPr/>
      <dgm:t>
        <a:bodyPr/>
        <a:lstStyle/>
        <a:p>
          <a:endParaRPr lang="en-US"/>
        </a:p>
      </dgm:t>
    </dgm:pt>
    <dgm:pt modelId="{7045A49C-27AA-49C2-AEE0-F09890C535A1}">
      <dgm:prSet/>
      <dgm:spPr/>
      <dgm:t>
        <a:bodyPr/>
        <a:lstStyle/>
        <a:p>
          <a:pPr>
            <a:defRPr b="1"/>
          </a:pPr>
          <a:r>
            <a:rPr lang="en-US" dirty="0"/>
            <a:t>The system tries to learn patterns and structure without predefined labels</a:t>
          </a:r>
        </a:p>
      </dgm:t>
    </dgm:pt>
    <dgm:pt modelId="{029CEA04-A602-4594-815D-CD08DBC518E5}" type="parTrans" cxnId="{E3D0B3E7-25B2-41E7-B518-179A9D3D30D7}">
      <dgm:prSet/>
      <dgm:spPr/>
      <dgm:t>
        <a:bodyPr/>
        <a:lstStyle/>
        <a:p>
          <a:endParaRPr lang="en-US"/>
        </a:p>
      </dgm:t>
    </dgm:pt>
    <dgm:pt modelId="{BE504359-47E8-4515-8BAA-B2884EADF0B1}" type="sibTrans" cxnId="{E3D0B3E7-25B2-41E7-B518-179A9D3D30D7}">
      <dgm:prSet/>
      <dgm:spPr/>
      <dgm:t>
        <a:bodyPr/>
        <a:lstStyle/>
        <a:p>
          <a:endParaRPr lang="en-US"/>
        </a:p>
      </dgm:t>
    </dgm:pt>
    <dgm:pt modelId="{0B9CB8A8-317D-4485-9893-7ADEC094B39A}">
      <dgm:prSet/>
      <dgm:spPr/>
      <dgm:t>
        <a:bodyPr/>
        <a:lstStyle/>
        <a:p>
          <a:pPr>
            <a:defRPr b="1"/>
          </a:pPr>
          <a:r>
            <a:rPr lang="en-US"/>
            <a:t>Main goals:</a:t>
          </a:r>
        </a:p>
      </dgm:t>
    </dgm:pt>
    <dgm:pt modelId="{896D5861-B463-4603-93A8-4573B3BDB477}" type="parTrans" cxnId="{3E87E1AA-BD86-4E70-83B7-1573033F4A07}">
      <dgm:prSet/>
      <dgm:spPr/>
      <dgm:t>
        <a:bodyPr/>
        <a:lstStyle/>
        <a:p>
          <a:endParaRPr lang="en-US"/>
        </a:p>
      </dgm:t>
    </dgm:pt>
    <dgm:pt modelId="{459913BF-CF42-4F1E-AB00-81CB565116C9}" type="sibTrans" cxnId="{3E87E1AA-BD86-4E70-83B7-1573033F4A07}">
      <dgm:prSet/>
      <dgm:spPr/>
      <dgm:t>
        <a:bodyPr/>
        <a:lstStyle/>
        <a:p>
          <a:endParaRPr lang="en-US"/>
        </a:p>
      </dgm:t>
    </dgm:pt>
    <dgm:pt modelId="{3BF63A29-05EE-4DF2-8149-6208EBE3BC32}">
      <dgm:prSet custT="1"/>
      <dgm:spPr/>
      <dgm:t>
        <a:bodyPr/>
        <a:lstStyle/>
        <a:p>
          <a:r>
            <a:rPr lang="en-US" sz="1800" b="1" dirty="0">
              <a:latin typeface="+mj-lt"/>
              <a:ea typeface="Calibri" panose="020F0502020204030204" pitchFamily="34" charset="0"/>
              <a:cs typeface="Calibri" panose="020F0502020204030204" pitchFamily="34" charset="0"/>
            </a:rPr>
            <a:t>Discover hidden patterns</a:t>
          </a:r>
        </a:p>
      </dgm:t>
    </dgm:pt>
    <dgm:pt modelId="{2F4774B8-74E5-4329-987D-4033B74F3A6A}" type="parTrans" cxnId="{07FC88A0-0A40-433F-A3AA-4986F15E6DDF}">
      <dgm:prSet/>
      <dgm:spPr/>
      <dgm:t>
        <a:bodyPr/>
        <a:lstStyle/>
        <a:p>
          <a:endParaRPr lang="en-US"/>
        </a:p>
      </dgm:t>
    </dgm:pt>
    <dgm:pt modelId="{7A64DB7E-DEF7-4056-80DF-7FFCD8FA2B77}" type="sibTrans" cxnId="{07FC88A0-0A40-433F-A3AA-4986F15E6DDF}">
      <dgm:prSet/>
      <dgm:spPr/>
      <dgm:t>
        <a:bodyPr/>
        <a:lstStyle/>
        <a:p>
          <a:endParaRPr lang="en-US"/>
        </a:p>
      </dgm:t>
    </dgm:pt>
    <dgm:pt modelId="{F087A351-35AE-4813-9538-FF474FE5B010}">
      <dgm:prSet custT="1"/>
      <dgm:spPr/>
      <dgm:t>
        <a:bodyPr/>
        <a:lstStyle/>
        <a:p>
          <a:r>
            <a:rPr lang="en-US" sz="1800" b="1" dirty="0">
              <a:latin typeface="+mj-lt"/>
              <a:ea typeface="Calibri" panose="020F0502020204030204" pitchFamily="34" charset="0"/>
              <a:cs typeface="Calibri" panose="020F0502020204030204" pitchFamily="34" charset="0"/>
            </a:rPr>
            <a:t>Find structure in data</a:t>
          </a:r>
        </a:p>
      </dgm:t>
    </dgm:pt>
    <dgm:pt modelId="{1EE0943B-24BE-42E5-AE9B-990F70EFD2F7}" type="parTrans" cxnId="{24BCFCEE-CA25-41EE-A96D-E9AE0664E38B}">
      <dgm:prSet/>
      <dgm:spPr/>
      <dgm:t>
        <a:bodyPr/>
        <a:lstStyle/>
        <a:p>
          <a:endParaRPr lang="en-US"/>
        </a:p>
      </dgm:t>
    </dgm:pt>
    <dgm:pt modelId="{81A7685E-EC28-4706-835D-F92129C72E19}" type="sibTrans" cxnId="{24BCFCEE-CA25-41EE-A96D-E9AE0664E38B}">
      <dgm:prSet/>
      <dgm:spPr/>
      <dgm:t>
        <a:bodyPr/>
        <a:lstStyle/>
        <a:p>
          <a:endParaRPr lang="en-US"/>
        </a:p>
      </dgm:t>
    </dgm:pt>
    <dgm:pt modelId="{8532B2EA-3B72-467D-A857-D37C1D986B20}">
      <dgm:prSet custT="1"/>
      <dgm:spPr/>
      <dgm:t>
        <a:bodyPr/>
        <a:lstStyle/>
        <a:p>
          <a:r>
            <a:rPr lang="en-US" sz="1800" b="1" dirty="0">
              <a:latin typeface="+mj-lt"/>
              <a:ea typeface="Calibri" panose="020F0502020204030204" pitchFamily="34" charset="0"/>
              <a:cs typeface="Calibri" panose="020F0502020204030204" pitchFamily="34" charset="0"/>
            </a:rPr>
            <a:t>Reduce data complexity</a:t>
          </a:r>
        </a:p>
      </dgm:t>
    </dgm:pt>
    <dgm:pt modelId="{7A781750-2C7E-48E0-9884-0E0A566AB742}" type="parTrans" cxnId="{675F9ADA-5F23-43D6-AE15-5978AA237CEC}">
      <dgm:prSet/>
      <dgm:spPr/>
      <dgm:t>
        <a:bodyPr/>
        <a:lstStyle/>
        <a:p>
          <a:endParaRPr lang="en-US"/>
        </a:p>
      </dgm:t>
    </dgm:pt>
    <dgm:pt modelId="{8C0909AA-1A2B-4E93-B26E-6E1E86902F20}" type="sibTrans" cxnId="{675F9ADA-5F23-43D6-AE15-5978AA237CEC}">
      <dgm:prSet/>
      <dgm:spPr/>
      <dgm:t>
        <a:bodyPr/>
        <a:lstStyle/>
        <a:p>
          <a:endParaRPr lang="en-US"/>
        </a:p>
      </dgm:t>
    </dgm:pt>
    <dgm:pt modelId="{E5367796-9D76-4892-9EAE-9D2B96C1C15B}" type="pres">
      <dgm:prSet presAssocID="{E31E39E6-6581-4020-BF0C-1F6FD88D2A3F}" presName="root" presStyleCnt="0">
        <dgm:presLayoutVars>
          <dgm:dir/>
          <dgm:resizeHandles val="exact"/>
        </dgm:presLayoutVars>
      </dgm:prSet>
      <dgm:spPr/>
    </dgm:pt>
    <dgm:pt modelId="{28782993-7923-4098-B3C8-BB407AEAFE32}" type="pres">
      <dgm:prSet presAssocID="{3B31E43F-4343-4B6A-8E7F-EDDB60A268FE}" presName="compNode" presStyleCnt="0"/>
      <dgm:spPr/>
    </dgm:pt>
    <dgm:pt modelId="{04EA36FA-33AA-4E88-B67D-6C0375049E5B}" type="pres">
      <dgm:prSet presAssocID="{3B31E43F-4343-4B6A-8E7F-EDDB60A268FE}"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Head with Gears"/>
        </a:ext>
      </dgm:extLst>
    </dgm:pt>
    <dgm:pt modelId="{624016B4-6478-4E78-A0E3-CF9E2D3CDADC}" type="pres">
      <dgm:prSet presAssocID="{3B31E43F-4343-4B6A-8E7F-EDDB60A268FE}" presName="iconSpace" presStyleCnt="0"/>
      <dgm:spPr/>
    </dgm:pt>
    <dgm:pt modelId="{0611BEC1-E06A-4778-BC17-C79981D97349}" type="pres">
      <dgm:prSet presAssocID="{3B31E43F-4343-4B6A-8E7F-EDDB60A268FE}" presName="parTx" presStyleLbl="revTx" presStyleIdx="0" presStyleCnt="6">
        <dgm:presLayoutVars>
          <dgm:chMax val="0"/>
          <dgm:chPref val="0"/>
        </dgm:presLayoutVars>
      </dgm:prSet>
      <dgm:spPr/>
    </dgm:pt>
    <dgm:pt modelId="{5FBDE3C6-BB08-4170-999D-BEC54DAFDB54}" type="pres">
      <dgm:prSet presAssocID="{3B31E43F-4343-4B6A-8E7F-EDDB60A268FE}" presName="txSpace" presStyleCnt="0"/>
      <dgm:spPr/>
    </dgm:pt>
    <dgm:pt modelId="{03006293-05E2-4F5A-885C-F7D0D71A19FC}" type="pres">
      <dgm:prSet presAssocID="{3B31E43F-4343-4B6A-8E7F-EDDB60A268FE}" presName="desTx" presStyleLbl="revTx" presStyleIdx="1" presStyleCnt="6">
        <dgm:presLayoutVars/>
      </dgm:prSet>
      <dgm:spPr/>
    </dgm:pt>
    <dgm:pt modelId="{882C8DC2-DE11-4291-ABAF-A5A95ACC12ED}" type="pres">
      <dgm:prSet presAssocID="{24470259-2AB0-41F2-BF93-50F50A55BCC0}" presName="sibTrans" presStyleCnt="0"/>
      <dgm:spPr/>
    </dgm:pt>
    <dgm:pt modelId="{BC54A827-28DE-48EE-95FC-2C1B3D8A8B0C}" type="pres">
      <dgm:prSet presAssocID="{7045A49C-27AA-49C2-AEE0-F09890C535A1}" presName="compNode" presStyleCnt="0"/>
      <dgm:spPr/>
    </dgm:pt>
    <dgm:pt modelId="{C9812F3E-8B0B-4251-AD94-93F607165DAB}" type="pres">
      <dgm:prSet presAssocID="{7045A49C-27AA-49C2-AEE0-F09890C535A1}"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heckmark"/>
        </a:ext>
      </dgm:extLst>
    </dgm:pt>
    <dgm:pt modelId="{B32FE49D-1169-4A68-9430-DDA9AF5ADC98}" type="pres">
      <dgm:prSet presAssocID="{7045A49C-27AA-49C2-AEE0-F09890C535A1}" presName="iconSpace" presStyleCnt="0"/>
      <dgm:spPr/>
    </dgm:pt>
    <dgm:pt modelId="{4BF6DCDA-DD01-4C06-ABD5-9171B6EB4EA9}" type="pres">
      <dgm:prSet presAssocID="{7045A49C-27AA-49C2-AEE0-F09890C535A1}" presName="parTx" presStyleLbl="revTx" presStyleIdx="2" presStyleCnt="6">
        <dgm:presLayoutVars>
          <dgm:chMax val="0"/>
          <dgm:chPref val="0"/>
        </dgm:presLayoutVars>
      </dgm:prSet>
      <dgm:spPr/>
    </dgm:pt>
    <dgm:pt modelId="{CAAC6974-02D0-4F78-AC48-789496E30DC3}" type="pres">
      <dgm:prSet presAssocID="{7045A49C-27AA-49C2-AEE0-F09890C535A1}" presName="txSpace" presStyleCnt="0"/>
      <dgm:spPr/>
    </dgm:pt>
    <dgm:pt modelId="{A82B63D6-FE38-45B9-960F-48F29A16597F}" type="pres">
      <dgm:prSet presAssocID="{7045A49C-27AA-49C2-AEE0-F09890C535A1}" presName="desTx" presStyleLbl="revTx" presStyleIdx="3" presStyleCnt="6">
        <dgm:presLayoutVars/>
      </dgm:prSet>
      <dgm:spPr/>
    </dgm:pt>
    <dgm:pt modelId="{20AF61A1-B810-4A7A-91D9-80E6C15BB05A}" type="pres">
      <dgm:prSet presAssocID="{BE504359-47E8-4515-8BAA-B2884EADF0B1}" presName="sibTrans" presStyleCnt="0"/>
      <dgm:spPr/>
    </dgm:pt>
    <dgm:pt modelId="{B66BFBF4-74D3-4D49-A8E2-8CBE5F83E1D9}" type="pres">
      <dgm:prSet presAssocID="{0B9CB8A8-317D-4485-9893-7ADEC094B39A}" presName="compNode" presStyleCnt="0"/>
      <dgm:spPr/>
    </dgm:pt>
    <dgm:pt modelId="{BEE23D71-D4AD-461B-87CD-EC9212D78B99}" type="pres">
      <dgm:prSet presAssocID="{0B9CB8A8-317D-4485-9893-7ADEC094B39A}"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Magnifying glass"/>
        </a:ext>
      </dgm:extLst>
    </dgm:pt>
    <dgm:pt modelId="{AE918D68-4D87-4605-9D20-72C886C0F9B3}" type="pres">
      <dgm:prSet presAssocID="{0B9CB8A8-317D-4485-9893-7ADEC094B39A}" presName="iconSpace" presStyleCnt="0"/>
      <dgm:spPr/>
    </dgm:pt>
    <dgm:pt modelId="{F8BB56A0-52E5-4A14-A9E6-5BE6905994CC}" type="pres">
      <dgm:prSet presAssocID="{0B9CB8A8-317D-4485-9893-7ADEC094B39A}" presName="parTx" presStyleLbl="revTx" presStyleIdx="4" presStyleCnt="6">
        <dgm:presLayoutVars>
          <dgm:chMax val="0"/>
          <dgm:chPref val="0"/>
        </dgm:presLayoutVars>
      </dgm:prSet>
      <dgm:spPr/>
    </dgm:pt>
    <dgm:pt modelId="{316F8141-3040-4A86-A968-670EFDA0C614}" type="pres">
      <dgm:prSet presAssocID="{0B9CB8A8-317D-4485-9893-7ADEC094B39A}" presName="txSpace" presStyleCnt="0"/>
      <dgm:spPr/>
    </dgm:pt>
    <dgm:pt modelId="{75A1EADE-CC5E-40CD-881C-17D33AD1F278}" type="pres">
      <dgm:prSet presAssocID="{0B9CB8A8-317D-4485-9893-7ADEC094B39A}" presName="desTx" presStyleLbl="revTx" presStyleIdx="5" presStyleCnt="6">
        <dgm:presLayoutVars/>
      </dgm:prSet>
      <dgm:spPr/>
    </dgm:pt>
  </dgm:ptLst>
  <dgm:cxnLst>
    <dgm:cxn modelId="{80821B09-7145-4EE5-BD7F-DA68F11B9755}" srcId="{E31E39E6-6581-4020-BF0C-1F6FD88D2A3F}" destId="{3B31E43F-4343-4B6A-8E7F-EDDB60A268FE}" srcOrd="0" destOrd="0" parTransId="{E75300BE-8EB1-42E4-9CFF-391F792AF994}" sibTransId="{24470259-2AB0-41F2-BF93-50F50A55BCC0}"/>
    <dgm:cxn modelId="{FA5F6C17-10ED-4CF0-B1F6-CEA28A2DC065}" type="presOf" srcId="{0B9CB8A8-317D-4485-9893-7ADEC094B39A}" destId="{F8BB56A0-52E5-4A14-A9E6-5BE6905994CC}" srcOrd="0" destOrd="0" presId="urn:microsoft.com/office/officeart/2018/5/layout/CenteredIconLabelDescriptionList"/>
    <dgm:cxn modelId="{03369968-2F7B-454C-8803-D1C8950810CD}" type="presOf" srcId="{3BF63A29-05EE-4DF2-8149-6208EBE3BC32}" destId="{75A1EADE-CC5E-40CD-881C-17D33AD1F278}" srcOrd="0" destOrd="0" presId="urn:microsoft.com/office/officeart/2018/5/layout/CenteredIconLabelDescriptionList"/>
    <dgm:cxn modelId="{F0590969-6E68-4A4D-B91E-8808D381A369}" type="presOf" srcId="{F087A351-35AE-4813-9538-FF474FE5B010}" destId="{75A1EADE-CC5E-40CD-881C-17D33AD1F278}" srcOrd="0" destOrd="1" presId="urn:microsoft.com/office/officeart/2018/5/layout/CenteredIconLabelDescriptionList"/>
    <dgm:cxn modelId="{23679974-44A0-4016-AB2C-CB89B5E68D77}" type="presOf" srcId="{7045A49C-27AA-49C2-AEE0-F09890C535A1}" destId="{4BF6DCDA-DD01-4C06-ABD5-9171B6EB4EA9}" srcOrd="0" destOrd="0" presId="urn:microsoft.com/office/officeart/2018/5/layout/CenteredIconLabelDescriptionList"/>
    <dgm:cxn modelId="{07FC88A0-0A40-433F-A3AA-4986F15E6DDF}" srcId="{0B9CB8A8-317D-4485-9893-7ADEC094B39A}" destId="{3BF63A29-05EE-4DF2-8149-6208EBE3BC32}" srcOrd="0" destOrd="0" parTransId="{2F4774B8-74E5-4329-987D-4033B74F3A6A}" sibTransId="{7A64DB7E-DEF7-4056-80DF-7FFCD8FA2B77}"/>
    <dgm:cxn modelId="{3E87E1AA-BD86-4E70-83B7-1573033F4A07}" srcId="{E31E39E6-6581-4020-BF0C-1F6FD88D2A3F}" destId="{0B9CB8A8-317D-4485-9893-7ADEC094B39A}" srcOrd="2" destOrd="0" parTransId="{896D5861-B463-4603-93A8-4573B3BDB477}" sibTransId="{459913BF-CF42-4F1E-AB00-81CB565116C9}"/>
    <dgm:cxn modelId="{0645A2D4-B18E-430E-AE53-ECB916846B14}" type="presOf" srcId="{8532B2EA-3B72-467D-A857-D37C1D986B20}" destId="{75A1EADE-CC5E-40CD-881C-17D33AD1F278}" srcOrd="0" destOrd="2" presId="urn:microsoft.com/office/officeart/2018/5/layout/CenteredIconLabelDescriptionList"/>
    <dgm:cxn modelId="{675F9ADA-5F23-43D6-AE15-5978AA237CEC}" srcId="{0B9CB8A8-317D-4485-9893-7ADEC094B39A}" destId="{8532B2EA-3B72-467D-A857-D37C1D986B20}" srcOrd="2" destOrd="0" parTransId="{7A781750-2C7E-48E0-9884-0E0A566AB742}" sibTransId="{8C0909AA-1A2B-4E93-B26E-6E1E86902F20}"/>
    <dgm:cxn modelId="{E3D0B3E7-25B2-41E7-B518-179A9D3D30D7}" srcId="{E31E39E6-6581-4020-BF0C-1F6FD88D2A3F}" destId="{7045A49C-27AA-49C2-AEE0-F09890C535A1}" srcOrd="1" destOrd="0" parTransId="{029CEA04-A602-4594-815D-CD08DBC518E5}" sibTransId="{BE504359-47E8-4515-8BAA-B2884EADF0B1}"/>
    <dgm:cxn modelId="{24BCFCEE-CA25-41EE-A96D-E9AE0664E38B}" srcId="{0B9CB8A8-317D-4485-9893-7ADEC094B39A}" destId="{F087A351-35AE-4813-9538-FF474FE5B010}" srcOrd="1" destOrd="0" parTransId="{1EE0943B-24BE-42E5-AE9B-990F70EFD2F7}" sibTransId="{81A7685E-EC28-4706-835D-F92129C72E19}"/>
    <dgm:cxn modelId="{B004BBF2-1037-4519-AF06-28DAE99B98E2}" type="presOf" srcId="{E31E39E6-6581-4020-BF0C-1F6FD88D2A3F}" destId="{E5367796-9D76-4892-9EAE-9D2B96C1C15B}" srcOrd="0" destOrd="0" presId="urn:microsoft.com/office/officeart/2018/5/layout/CenteredIconLabelDescriptionList"/>
    <dgm:cxn modelId="{C1974DFF-CA48-4C9C-888D-C7F3B108C8A1}" type="presOf" srcId="{3B31E43F-4343-4B6A-8E7F-EDDB60A268FE}" destId="{0611BEC1-E06A-4778-BC17-C79981D97349}" srcOrd="0" destOrd="0" presId="urn:microsoft.com/office/officeart/2018/5/layout/CenteredIconLabelDescriptionList"/>
    <dgm:cxn modelId="{DAB3BB6C-AFAB-4976-B7D7-FC1641C74884}" type="presParOf" srcId="{E5367796-9D76-4892-9EAE-9D2B96C1C15B}" destId="{28782993-7923-4098-B3C8-BB407AEAFE32}" srcOrd="0" destOrd="0" presId="urn:microsoft.com/office/officeart/2018/5/layout/CenteredIconLabelDescriptionList"/>
    <dgm:cxn modelId="{B2431025-2F7C-4EEB-A7E6-6B767099CC5F}" type="presParOf" srcId="{28782993-7923-4098-B3C8-BB407AEAFE32}" destId="{04EA36FA-33AA-4E88-B67D-6C0375049E5B}" srcOrd="0" destOrd="0" presId="urn:microsoft.com/office/officeart/2018/5/layout/CenteredIconLabelDescriptionList"/>
    <dgm:cxn modelId="{3AB2D3E5-57AC-4271-82B4-B035B3CD25A5}" type="presParOf" srcId="{28782993-7923-4098-B3C8-BB407AEAFE32}" destId="{624016B4-6478-4E78-A0E3-CF9E2D3CDADC}" srcOrd="1" destOrd="0" presId="urn:microsoft.com/office/officeart/2018/5/layout/CenteredIconLabelDescriptionList"/>
    <dgm:cxn modelId="{0DA4F046-219A-4C35-BDB6-A342DE3CDF9C}" type="presParOf" srcId="{28782993-7923-4098-B3C8-BB407AEAFE32}" destId="{0611BEC1-E06A-4778-BC17-C79981D97349}" srcOrd="2" destOrd="0" presId="urn:microsoft.com/office/officeart/2018/5/layout/CenteredIconLabelDescriptionList"/>
    <dgm:cxn modelId="{DA32B47A-431F-4AEA-B30C-DA4C98347E05}" type="presParOf" srcId="{28782993-7923-4098-B3C8-BB407AEAFE32}" destId="{5FBDE3C6-BB08-4170-999D-BEC54DAFDB54}" srcOrd="3" destOrd="0" presId="urn:microsoft.com/office/officeart/2018/5/layout/CenteredIconLabelDescriptionList"/>
    <dgm:cxn modelId="{E06B8017-0B9C-4099-92C4-499C454C34FF}" type="presParOf" srcId="{28782993-7923-4098-B3C8-BB407AEAFE32}" destId="{03006293-05E2-4F5A-885C-F7D0D71A19FC}" srcOrd="4" destOrd="0" presId="urn:microsoft.com/office/officeart/2018/5/layout/CenteredIconLabelDescriptionList"/>
    <dgm:cxn modelId="{DF4034DB-8D1B-4849-B648-33C6653B51A4}" type="presParOf" srcId="{E5367796-9D76-4892-9EAE-9D2B96C1C15B}" destId="{882C8DC2-DE11-4291-ABAF-A5A95ACC12ED}" srcOrd="1" destOrd="0" presId="urn:microsoft.com/office/officeart/2018/5/layout/CenteredIconLabelDescriptionList"/>
    <dgm:cxn modelId="{E6449653-3908-4557-92BE-E47B54995A74}" type="presParOf" srcId="{E5367796-9D76-4892-9EAE-9D2B96C1C15B}" destId="{BC54A827-28DE-48EE-95FC-2C1B3D8A8B0C}" srcOrd="2" destOrd="0" presId="urn:microsoft.com/office/officeart/2018/5/layout/CenteredIconLabelDescriptionList"/>
    <dgm:cxn modelId="{5A301C88-28AC-4386-A6D2-131C837A8368}" type="presParOf" srcId="{BC54A827-28DE-48EE-95FC-2C1B3D8A8B0C}" destId="{C9812F3E-8B0B-4251-AD94-93F607165DAB}" srcOrd="0" destOrd="0" presId="urn:microsoft.com/office/officeart/2018/5/layout/CenteredIconLabelDescriptionList"/>
    <dgm:cxn modelId="{BA2F487B-EC15-4F48-A9C9-984B5ECA09E6}" type="presParOf" srcId="{BC54A827-28DE-48EE-95FC-2C1B3D8A8B0C}" destId="{B32FE49D-1169-4A68-9430-DDA9AF5ADC98}" srcOrd="1" destOrd="0" presId="urn:microsoft.com/office/officeart/2018/5/layout/CenteredIconLabelDescriptionList"/>
    <dgm:cxn modelId="{11EEDBF6-9A25-4C4C-8134-FEABE855278D}" type="presParOf" srcId="{BC54A827-28DE-48EE-95FC-2C1B3D8A8B0C}" destId="{4BF6DCDA-DD01-4C06-ABD5-9171B6EB4EA9}" srcOrd="2" destOrd="0" presId="urn:microsoft.com/office/officeart/2018/5/layout/CenteredIconLabelDescriptionList"/>
    <dgm:cxn modelId="{8054C131-CDD9-4332-A214-DDD896639C4E}" type="presParOf" srcId="{BC54A827-28DE-48EE-95FC-2C1B3D8A8B0C}" destId="{CAAC6974-02D0-4F78-AC48-789496E30DC3}" srcOrd="3" destOrd="0" presId="urn:microsoft.com/office/officeart/2018/5/layout/CenteredIconLabelDescriptionList"/>
    <dgm:cxn modelId="{1527F48A-37E4-4160-A370-40BE08E9B2E6}" type="presParOf" srcId="{BC54A827-28DE-48EE-95FC-2C1B3D8A8B0C}" destId="{A82B63D6-FE38-45B9-960F-48F29A16597F}" srcOrd="4" destOrd="0" presId="urn:microsoft.com/office/officeart/2018/5/layout/CenteredIconLabelDescriptionList"/>
    <dgm:cxn modelId="{1CB53494-0503-49BB-99B9-FCC02E82F848}" type="presParOf" srcId="{E5367796-9D76-4892-9EAE-9D2B96C1C15B}" destId="{20AF61A1-B810-4A7A-91D9-80E6C15BB05A}" srcOrd="3" destOrd="0" presId="urn:microsoft.com/office/officeart/2018/5/layout/CenteredIconLabelDescriptionList"/>
    <dgm:cxn modelId="{1C3EAE17-C11C-4E9F-BF81-393A852FDF23}" type="presParOf" srcId="{E5367796-9D76-4892-9EAE-9D2B96C1C15B}" destId="{B66BFBF4-74D3-4D49-A8E2-8CBE5F83E1D9}" srcOrd="4" destOrd="0" presId="urn:microsoft.com/office/officeart/2018/5/layout/CenteredIconLabelDescriptionList"/>
    <dgm:cxn modelId="{F7A897A3-0B65-4A10-93D8-39BC62ADFCD7}" type="presParOf" srcId="{B66BFBF4-74D3-4D49-A8E2-8CBE5F83E1D9}" destId="{BEE23D71-D4AD-461B-87CD-EC9212D78B99}" srcOrd="0" destOrd="0" presId="urn:microsoft.com/office/officeart/2018/5/layout/CenteredIconLabelDescriptionList"/>
    <dgm:cxn modelId="{DE5A70FE-6891-4FDD-AD40-60817ED6FD24}" type="presParOf" srcId="{B66BFBF4-74D3-4D49-A8E2-8CBE5F83E1D9}" destId="{AE918D68-4D87-4605-9D20-72C886C0F9B3}" srcOrd="1" destOrd="0" presId="urn:microsoft.com/office/officeart/2018/5/layout/CenteredIconLabelDescriptionList"/>
    <dgm:cxn modelId="{063EAE6A-B176-43B3-8B3E-C646C1172678}" type="presParOf" srcId="{B66BFBF4-74D3-4D49-A8E2-8CBE5F83E1D9}" destId="{F8BB56A0-52E5-4A14-A9E6-5BE6905994CC}" srcOrd="2" destOrd="0" presId="urn:microsoft.com/office/officeart/2018/5/layout/CenteredIconLabelDescriptionList"/>
    <dgm:cxn modelId="{3F3E3078-1A4F-41B2-B9F5-B806A73945C0}" type="presParOf" srcId="{B66BFBF4-74D3-4D49-A8E2-8CBE5F83E1D9}" destId="{316F8141-3040-4A86-A968-670EFDA0C614}" srcOrd="3" destOrd="0" presId="urn:microsoft.com/office/officeart/2018/5/layout/CenteredIconLabelDescriptionList"/>
    <dgm:cxn modelId="{03CD5B0D-6BA9-4482-A88B-BDAC493CD9C1}" type="presParOf" srcId="{B66BFBF4-74D3-4D49-A8E2-8CBE5F83E1D9}" destId="{75A1EADE-CC5E-40CD-881C-17D33AD1F278}" srcOrd="4" destOrd="0" presId="urn:microsoft.com/office/officeart/2018/5/layout/CenteredIconLabelDescription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55657524-D96C-4F24-9762-E156D4B068AB}" type="doc">
      <dgm:prSet loTypeId="urn:microsoft.com/office/officeart/2005/8/layout/hierarchy2" loCatId="hierarchy" qsTypeId="urn:microsoft.com/office/officeart/2005/8/quickstyle/simple1" qsCatId="simple" csTypeId="urn:microsoft.com/office/officeart/2005/8/colors/accent5_2" csCatId="accent5"/>
      <dgm:spPr/>
      <dgm:t>
        <a:bodyPr/>
        <a:lstStyle/>
        <a:p>
          <a:endParaRPr lang="en-US"/>
        </a:p>
      </dgm:t>
    </dgm:pt>
    <dgm:pt modelId="{EA523FE5-9EB5-4B3C-97B3-76495A1B8E59}">
      <dgm:prSet/>
      <dgm:spPr/>
      <dgm:t>
        <a:bodyPr/>
        <a:lstStyle/>
        <a:p>
          <a:r>
            <a:rPr lang="en-US"/>
            <a:t>No target variable</a:t>
          </a:r>
        </a:p>
      </dgm:t>
    </dgm:pt>
    <dgm:pt modelId="{07683843-E980-4D0B-B1E2-BBD621CE90D0}" type="parTrans" cxnId="{5EDC99E1-96E8-4008-A167-0AB2DA23F557}">
      <dgm:prSet/>
      <dgm:spPr/>
      <dgm:t>
        <a:bodyPr/>
        <a:lstStyle/>
        <a:p>
          <a:endParaRPr lang="en-US"/>
        </a:p>
      </dgm:t>
    </dgm:pt>
    <dgm:pt modelId="{4E877812-2588-4021-80ED-1D99DC6A27A3}" type="sibTrans" cxnId="{5EDC99E1-96E8-4008-A167-0AB2DA23F557}">
      <dgm:prSet/>
      <dgm:spPr/>
      <dgm:t>
        <a:bodyPr/>
        <a:lstStyle/>
        <a:p>
          <a:endParaRPr lang="en-US"/>
        </a:p>
      </dgm:t>
    </dgm:pt>
    <dgm:pt modelId="{B9F02E10-9EE6-4BB0-9196-9B3A48456D9B}">
      <dgm:prSet/>
      <dgm:spPr/>
      <dgm:t>
        <a:bodyPr/>
        <a:lstStyle/>
        <a:p>
          <a:r>
            <a:rPr lang="en-US"/>
            <a:t>Learning from the structure of the data</a:t>
          </a:r>
        </a:p>
      </dgm:t>
    </dgm:pt>
    <dgm:pt modelId="{D4B5E4DF-3F04-44F0-AA06-8E106171A272}" type="parTrans" cxnId="{CD3ED855-C7E5-4822-8379-6AFC180A0039}">
      <dgm:prSet/>
      <dgm:spPr/>
      <dgm:t>
        <a:bodyPr/>
        <a:lstStyle/>
        <a:p>
          <a:endParaRPr lang="en-US"/>
        </a:p>
      </dgm:t>
    </dgm:pt>
    <dgm:pt modelId="{E9F73B67-08E3-4FF8-9A42-E374AAC5B5EB}" type="sibTrans" cxnId="{CD3ED855-C7E5-4822-8379-6AFC180A0039}">
      <dgm:prSet/>
      <dgm:spPr/>
      <dgm:t>
        <a:bodyPr/>
        <a:lstStyle/>
        <a:p>
          <a:endParaRPr lang="en-US"/>
        </a:p>
      </dgm:t>
    </dgm:pt>
    <dgm:pt modelId="{40498EF6-AD79-4E94-885A-8FDA6F251DF9}">
      <dgm:prSet/>
      <dgm:spPr/>
      <dgm:t>
        <a:bodyPr/>
        <a:lstStyle/>
        <a:p>
          <a:r>
            <a:rPr lang="en-US"/>
            <a:t>Mainly used for:</a:t>
          </a:r>
        </a:p>
      </dgm:t>
    </dgm:pt>
    <dgm:pt modelId="{9EFC9A50-EF1F-4D49-97A5-57F3D5DD91FA}" type="parTrans" cxnId="{C3105A0F-7E5D-4A9B-9B3F-9FD2E3D819EE}">
      <dgm:prSet/>
      <dgm:spPr/>
      <dgm:t>
        <a:bodyPr/>
        <a:lstStyle/>
        <a:p>
          <a:endParaRPr lang="en-US"/>
        </a:p>
      </dgm:t>
    </dgm:pt>
    <dgm:pt modelId="{36DFE2FC-6180-4556-8EA0-ADFD2DA060F0}" type="sibTrans" cxnId="{C3105A0F-7E5D-4A9B-9B3F-9FD2E3D819EE}">
      <dgm:prSet/>
      <dgm:spPr/>
      <dgm:t>
        <a:bodyPr/>
        <a:lstStyle/>
        <a:p>
          <a:endParaRPr lang="en-US"/>
        </a:p>
      </dgm:t>
    </dgm:pt>
    <dgm:pt modelId="{03FA8DF1-EE7F-45AC-9073-B78B1A846D22}">
      <dgm:prSet/>
      <dgm:spPr/>
      <dgm:t>
        <a:bodyPr/>
        <a:lstStyle/>
        <a:p>
          <a:r>
            <a:rPr lang="en-US"/>
            <a:t>Clustering</a:t>
          </a:r>
        </a:p>
      </dgm:t>
    </dgm:pt>
    <dgm:pt modelId="{391755D4-D002-455F-B3A0-81061F535D3E}" type="parTrans" cxnId="{1C20F098-8243-4838-BD97-666FD8BE074C}">
      <dgm:prSet/>
      <dgm:spPr/>
      <dgm:t>
        <a:bodyPr/>
        <a:lstStyle/>
        <a:p>
          <a:endParaRPr lang="en-US"/>
        </a:p>
      </dgm:t>
    </dgm:pt>
    <dgm:pt modelId="{956D781F-08CA-43BB-8AF2-34385FFDBA34}" type="sibTrans" cxnId="{1C20F098-8243-4838-BD97-666FD8BE074C}">
      <dgm:prSet/>
      <dgm:spPr/>
      <dgm:t>
        <a:bodyPr/>
        <a:lstStyle/>
        <a:p>
          <a:endParaRPr lang="en-US"/>
        </a:p>
      </dgm:t>
    </dgm:pt>
    <dgm:pt modelId="{6E514992-E863-4B04-9D49-024137EB678D}">
      <dgm:prSet/>
      <dgm:spPr/>
      <dgm:t>
        <a:bodyPr/>
        <a:lstStyle/>
        <a:p>
          <a:r>
            <a:rPr lang="en-US"/>
            <a:t>Association rule learning</a:t>
          </a:r>
        </a:p>
      </dgm:t>
    </dgm:pt>
    <dgm:pt modelId="{AE6D4250-675C-483C-8A5E-DFB865A7A32D}" type="parTrans" cxnId="{890F42D6-6AD3-4D8A-9FFE-F8B2E9213425}">
      <dgm:prSet/>
      <dgm:spPr/>
      <dgm:t>
        <a:bodyPr/>
        <a:lstStyle/>
        <a:p>
          <a:endParaRPr lang="en-US"/>
        </a:p>
      </dgm:t>
    </dgm:pt>
    <dgm:pt modelId="{7A3A9865-C067-426A-8BE9-B68EEF3ACAE8}" type="sibTrans" cxnId="{890F42D6-6AD3-4D8A-9FFE-F8B2E9213425}">
      <dgm:prSet/>
      <dgm:spPr/>
      <dgm:t>
        <a:bodyPr/>
        <a:lstStyle/>
        <a:p>
          <a:endParaRPr lang="en-US"/>
        </a:p>
      </dgm:t>
    </dgm:pt>
    <dgm:pt modelId="{173D360D-7FFB-47B5-87BE-5F227012AC22}">
      <dgm:prSet/>
      <dgm:spPr/>
      <dgm:t>
        <a:bodyPr/>
        <a:lstStyle/>
        <a:p>
          <a:r>
            <a:rPr lang="en-US"/>
            <a:t>Dimensionality reduction</a:t>
          </a:r>
        </a:p>
      </dgm:t>
    </dgm:pt>
    <dgm:pt modelId="{E0047D5D-8305-456F-AF62-05AF9E745003}" type="parTrans" cxnId="{5AFA851B-57D2-4150-AFF7-0D3BC5E70DDB}">
      <dgm:prSet/>
      <dgm:spPr/>
      <dgm:t>
        <a:bodyPr/>
        <a:lstStyle/>
        <a:p>
          <a:endParaRPr lang="en-US"/>
        </a:p>
      </dgm:t>
    </dgm:pt>
    <dgm:pt modelId="{73DD3704-578A-4F92-B0F2-681CE3656052}" type="sibTrans" cxnId="{5AFA851B-57D2-4150-AFF7-0D3BC5E70DDB}">
      <dgm:prSet/>
      <dgm:spPr/>
      <dgm:t>
        <a:bodyPr/>
        <a:lstStyle/>
        <a:p>
          <a:endParaRPr lang="en-US"/>
        </a:p>
      </dgm:t>
    </dgm:pt>
    <dgm:pt modelId="{BDC4C328-8710-4424-94BA-0D4756D7A4D4}" type="pres">
      <dgm:prSet presAssocID="{55657524-D96C-4F24-9762-E156D4B068AB}" presName="diagram" presStyleCnt="0">
        <dgm:presLayoutVars>
          <dgm:chPref val="1"/>
          <dgm:dir/>
          <dgm:animOne val="branch"/>
          <dgm:animLvl val="lvl"/>
          <dgm:resizeHandles val="exact"/>
        </dgm:presLayoutVars>
      </dgm:prSet>
      <dgm:spPr/>
    </dgm:pt>
    <dgm:pt modelId="{739DF8A5-E0E0-4145-8C6C-38A7B0B58AAC}" type="pres">
      <dgm:prSet presAssocID="{EA523FE5-9EB5-4B3C-97B3-76495A1B8E59}" presName="root1" presStyleCnt="0"/>
      <dgm:spPr/>
    </dgm:pt>
    <dgm:pt modelId="{61F89BFA-659F-440D-A6DF-842E001A6DF4}" type="pres">
      <dgm:prSet presAssocID="{EA523FE5-9EB5-4B3C-97B3-76495A1B8E59}" presName="LevelOneTextNode" presStyleLbl="node0" presStyleIdx="0" presStyleCnt="3">
        <dgm:presLayoutVars>
          <dgm:chPref val="3"/>
        </dgm:presLayoutVars>
      </dgm:prSet>
      <dgm:spPr/>
    </dgm:pt>
    <dgm:pt modelId="{FA59DC20-A7F6-4B9A-9827-CEB6C0B63868}" type="pres">
      <dgm:prSet presAssocID="{EA523FE5-9EB5-4B3C-97B3-76495A1B8E59}" presName="level2hierChild" presStyleCnt="0"/>
      <dgm:spPr/>
    </dgm:pt>
    <dgm:pt modelId="{7409B163-4622-45AC-A45E-54A1DD410714}" type="pres">
      <dgm:prSet presAssocID="{B9F02E10-9EE6-4BB0-9196-9B3A48456D9B}" presName="root1" presStyleCnt="0"/>
      <dgm:spPr/>
    </dgm:pt>
    <dgm:pt modelId="{C00B2012-9EBA-4AE6-9533-BEC542FA2445}" type="pres">
      <dgm:prSet presAssocID="{B9F02E10-9EE6-4BB0-9196-9B3A48456D9B}" presName="LevelOneTextNode" presStyleLbl="node0" presStyleIdx="1" presStyleCnt="3">
        <dgm:presLayoutVars>
          <dgm:chPref val="3"/>
        </dgm:presLayoutVars>
      </dgm:prSet>
      <dgm:spPr/>
    </dgm:pt>
    <dgm:pt modelId="{58EE88DE-A6A6-48F3-BBE8-9E0AAEEC871C}" type="pres">
      <dgm:prSet presAssocID="{B9F02E10-9EE6-4BB0-9196-9B3A48456D9B}" presName="level2hierChild" presStyleCnt="0"/>
      <dgm:spPr/>
    </dgm:pt>
    <dgm:pt modelId="{9CD588BA-2614-40A0-91E0-19EB85184532}" type="pres">
      <dgm:prSet presAssocID="{40498EF6-AD79-4E94-885A-8FDA6F251DF9}" presName="root1" presStyleCnt="0"/>
      <dgm:spPr/>
    </dgm:pt>
    <dgm:pt modelId="{BB213556-8470-4EBD-8D42-23A1DA1DB1E1}" type="pres">
      <dgm:prSet presAssocID="{40498EF6-AD79-4E94-885A-8FDA6F251DF9}" presName="LevelOneTextNode" presStyleLbl="node0" presStyleIdx="2" presStyleCnt="3">
        <dgm:presLayoutVars>
          <dgm:chPref val="3"/>
        </dgm:presLayoutVars>
      </dgm:prSet>
      <dgm:spPr/>
    </dgm:pt>
    <dgm:pt modelId="{A38C9253-94CD-4A2F-B3BC-6DB3A000B146}" type="pres">
      <dgm:prSet presAssocID="{40498EF6-AD79-4E94-885A-8FDA6F251DF9}" presName="level2hierChild" presStyleCnt="0"/>
      <dgm:spPr/>
    </dgm:pt>
    <dgm:pt modelId="{0AFCF392-3B88-41DB-9463-36ACD33A09E5}" type="pres">
      <dgm:prSet presAssocID="{391755D4-D002-455F-B3A0-81061F535D3E}" presName="conn2-1" presStyleLbl="parChTrans1D2" presStyleIdx="0" presStyleCnt="3"/>
      <dgm:spPr/>
    </dgm:pt>
    <dgm:pt modelId="{610BA93E-D845-468F-AF24-FE895A325B71}" type="pres">
      <dgm:prSet presAssocID="{391755D4-D002-455F-B3A0-81061F535D3E}" presName="connTx" presStyleLbl="parChTrans1D2" presStyleIdx="0" presStyleCnt="3"/>
      <dgm:spPr/>
    </dgm:pt>
    <dgm:pt modelId="{071C31F2-90A8-44E5-9811-A9B65A54C7FB}" type="pres">
      <dgm:prSet presAssocID="{03FA8DF1-EE7F-45AC-9073-B78B1A846D22}" presName="root2" presStyleCnt="0"/>
      <dgm:spPr/>
    </dgm:pt>
    <dgm:pt modelId="{58DC8F41-F14D-40D3-8D72-4488D4488B58}" type="pres">
      <dgm:prSet presAssocID="{03FA8DF1-EE7F-45AC-9073-B78B1A846D22}" presName="LevelTwoTextNode" presStyleLbl="node2" presStyleIdx="0" presStyleCnt="3">
        <dgm:presLayoutVars>
          <dgm:chPref val="3"/>
        </dgm:presLayoutVars>
      </dgm:prSet>
      <dgm:spPr/>
    </dgm:pt>
    <dgm:pt modelId="{B287003C-66BD-4944-81E2-33F07604F8C1}" type="pres">
      <dgm:prSet presAssocID="{03FA8DF1-EE7F-45AC-9073-B78B1A846D22}" presName="level3hierChild" presStyleCnt="0"/>
      <dgm:spPr/>
    </dgm:pt>
    <dgm:pt modelId="{46BA8E43-5EAB-40AC-A191-DFB5CFD7C848}" type="pres">
      <dgm:prSet presAssocID="{AE6D4250-675C-483C-8A5E-DFB865A7A32D}" presName="conn2-1" presStyleLbl="parChTrans1D2" presStyleIdx="1" presStyleCnt="3"/>
      <dgm:spPr/>
    </dgm:pt>
    <dgm:pt modelId="{B250D6FB-F894-4CD4-BE73-58DFEC52FB31}" type="pres">
      <dgm:prSet presAssocID="{AE6D4250-675C-483C-8A5E-DFB865A7A32D}" presName="connTx" presStyleLbl="parChTrans1D2" presStyleIdx="1" presStyleCnt="3"/>
      <dgm:spPr/>
    </dgm:pt>
    <dgm:pt modelId="{6A6AA82A-C589-4AC1-8801-A3E3604993C0}" type="pres">
      <dgm:prSet presAssocID="{6E514992-E863-4B04-9D49-024137EB678D}" presName="root2" presStyleCnt="0"/>
      <dgm:spPr/>
    </dgm:pt>
    <dgm:pt modelId="{9E65A415-E0BC-48F7-8ECF-032D488B7701}" type="pres">
      <dgm:prSet presAssocID="{6E514992-E863-4B04-9D49-024137EB678D}" presName="LevelTwoTextNode" presStyleLbl="node2" presStyleIdx="1" presStyleCnt="3">
        <dgm:presLayoutVars>
          <dgm:chPref val="3"/>
        </dgm:presLayoutVars>
      </dgm:prSet>
      <dgm:spPr/>
    </dgm:pt>
    <dgm:pt modelId="{F9E4B06D-9CD4-4D04-974F-BBF1DBA20058}" type="pres">
      <dgm:prSet presAssocID="{6E514992-E863-4B04-9D49-024137EB678D}" presName="level3hierChild" presStyleCnt="0"/>
      <dgm:spPr/>
    </dgm:pt>
    <dgm:pt modelId="{008ABA65-3F33-4012-9423-0A6029629972}" type="pres">
      <dgm:prSet presAssocID="{E0047D5D-8305-456F-AF62-05AF9E745003}" presName="conn2-1" presStyleLbl="parChTrans1D2" presStyleIdx="2" presStyleCnt="3"/>
      <dgm:spPr/>
    </dgm:pt>
    <dgm:pt modelId="{3A9642C8-67EA-401D-AE9B-F2201F00B49F}" type="pres">
      <dgm:prSet presAssocID="{E0047D5D-8305-456F-AF62-05AF9E745003}" presName="connTx" presStyleLbl="parChTrans1D2" presStyleIdx="2" presStyleCnt="3"/>
      <dgm:spPr/>
    </dgm:pt>
    <dgm:pt modelId="{B43FCCB0-36DC-4001-A1AB-C8768EBEA457}" type="pres">
      <dgm:prSet presAssocID="{173D360D-7FFB-47B5-87BE-5F227012AC22}" presName="root2" presStyleCnt="0"/>
      <dgm:spPr/>
    </dgm:pt>
    <dgm:pt modelId="{FA41EE86-9BF2-4570-9481-0FB7660322AD}" type="pres">
      <dgm:prSet presAssocID="{173D360D-7FFB-47B5-87BE-5F227012AC22}" presName="LevelTwoTextNode" presStyleLbl="node2" presStyleIdx="2" presStyleCnt="3">
        <dgm:presLayoutVars>
          <dgm:chPref val="3"/>
        </dgm:presLayoutVars>
      </dgm:prSet>
      <dgm:spPr/>
    </dgm:pt>
    <dgm:pt modelId="{7A4A7063-D926-4761-8A3A-868CFA8473BC}" type="pres">
      <dgm:prSet presAssocID="{173D360D-7FFB-47B5-87BE-5F227012AC22}" presName="level3hierChild" presStyleCnt="0"/>
      <dgm:spPr/>
    </dgm:pt>
  </dgm:ptLst>
  <dgm:cxnLst>
    <dgm:cxn modelId="{0D48080A-5A0F-4BBA-8D1A-FFB6C05E8C6A}" type="presOf" srcId="{173D360D-7FFB-47B5-87BE-5F227012AC22}" destId="{FA41EE86-9BF2-4570-9481-0FB7660322AD}" srcOrd="0" destOrd="0" presId="urn:microsoft.com/office/officeart/2005/8/layout/hierarchy2"/>
    <dgm:cxn modelId="{C3105A0F-7E5D-4A9B-9B3F-9FD2E3D819EE}" srcId="{55657524-D96C-4F24-9762-E156D4B068AB}" destId="{40498EF6-AD79-4E94-885A-8FDA6F251DF9}" srcOrd="2" destOrd="0" parTransId="{9EFC9A50-EF1F-4D49-97A5-57F3D5DD91FA}" sibTransId="{36DFE2FC-6180-4556-8EA0-ADFD2DA060F0}"/>
    <dgm:cxn modelId="{4B9D9E17-FA4E-4EF2-B96D-C617D4E706C2}" type="presOf" srcId="{55657524-D96C-4F24-9762-E156D4B068AB}" destId="{BDC4C328-8710-4424-94BA-0D4756D7A4D4}" srcOrd="0" destOrd="0" presId="urn:microsoft.com/office/officeart/2005/8/layout/hierarchy2"/>
    <dgm:cxn modelId="{5AFA851B-57D2-4150-AFF7-0D3BC5E70DDB}" srcId="{40498EF6-AD79-4E94-885A-8FDA6F251DF9}" destId="{173D360D-7FFB-47B5-87BE-5F227012AC22}" srcOrd="2" destOrd="0" parTransId="{E0047D5D-8305-456F-AF62-05AF9E745003}" sibTransId="{73DD3704-578A-4F92-B0F2-681CE3656052}"/>
    <dgm:cxn modelId="{D523EB20-B806-4B5D-B2FD-5D8E178379F1}" type="presOf" srcId="{AE6D4250-675C-483C-8A5E-DFB865A7A32D}" destId="{46BA8E43-5EAB-40AC-A191-DFB5CFD7C848}" srcOrd="0" destOrd="0" presId="urn:microsoft.com/office/officeart/2005/8/layout/hierarchy2"/>
    <dgm:cxn modelId="{7D9F1722-E694-43D7-AF16-67CEF3C6BD2D}" type="presOf" srcId="{E0047D5D-8305-456F-AF62-05AF9E745003}" destId="{3A9642C8-67EA-401D-AE9B-F2201F00B49F}" srcOrd="1" destOrd="0" presId="urn:microsoft.com/office/officeart/2005/8/layout/hierarchy2"/>
    <dgm:cxn modelId="{5B227842-DB16-4F6D-B028-B38E7F5F4A49}" type="presOf" srcId="{391755D4-D002-455F-B3A0-81061F535D3E}" destId="{610BA93E-D845-468F-AF24-FE895A325B71}" srcOrd="1" destOrd="0" presId="urn:microsoft.com/office/officeart/2005/8/layout/hierarchy2"/>
    <dgm:cxn modelId="{6DC9FC6C-1760-4CFC-B160-34F16D38A641}" type="presOf" srcId="{391755D4-D002-455F-B3A0-81061F535D3E}" destId="{0AFCF392-3B88-41DB-9463-36ACD33A09E5}" srcOrd="0" destOrd="0" presId="urn:microsoft.com/office/officeart/2005/8/layout/hierarchy2"/>
    <dgm:cxn modelId="{CC107775-56AE-4035-8519-AF0BE4E3CFC1}" type="presOf" srcId="{6E514992-E863-4B04-9D49-024137EB678D}" destId="{9E65A415-E0BC-48F7-8ECF-032D488B7701}" srcOrd="0" destOrd="0" presId="urn:microsoft.com/office/officeart/2005/8/layout/hierarchy2"/>
    <dgm:cxn modelId="{CD3ED855-C7E5-4822-8379-6AFC180A0039}" srcId="{55657524-D96C-4F24-9762-E156D4B068AB}" destId="{B9F02E10-9EE6-4BB0-9196-9B3A48456D9B}" srcOrd="1" destOrd="0" parTransId="{D4B5E4DF-3F04-44F0-AA06-8E106171A272}" sibTransId="{E9F73B67-08E3-4FF8-9A42-E374AAC5B5EB}"/>
    <dgm:cxn modelId="{A13A1A79-4BC5-4E5F-937F-28948ACDB470}" type="presOf" srcId="{03FA8DF1-EE7F-45AC-9073-B78B1A846D22}" destId="{58DC8F41-F14D-40D3-8D72-4488D4488B58}" srcOrd="0" destOrd="0" presId="urn:microsoft.com/office/officeart/2005/8/layout/hierarchy2"/>
    <dgm:cxn modelId="{966AAE8B-7885-4F73-9413-3DE2FED8BCB3}" type="presOf" srcId="{AE6D4250-675C-483C-8A5E-DFB865A7A32D}" destId="{B250D6FB-F894-4CD4-BE73-58DFEC52FB31}" srcOrd="1" destOrd="0" presId="urn:microsoft.com/office/officeart/2005/8/layout/hierarchy2"/>
    <dgm:cxn modelId="{2E78EE8C-FB88-41AE-B9C3-DB0353435962}" type="presOf" srcId="{E0047D5D-8305-456F-AF62-05AF9E745003}" destId="{008ABA65-3F33-4012-9423-0A6029629972}" srcOrd="0" destOrd="0" presId="urn:microsoft.com/office/officeart/2005/8/layout/hierarchy2"/>
    <dgm:cxn modelId="{C9289E91-A030-4442-B438-026E2078A42E}" type="presOf" srcId="{B9F02E10-9EE6-4BB0-9196-9B3A48456D9B}" destId="{C00B2012-9EBA-4AE6-9533-BEC542FA2445}" srcOrd="0" destOrd="0" presId="urn:microsoft.com/office/officeart/2005/8/layout/hierarchy2"/>
    <dgm:cxn modelId="{5F392297-727C-4F06-9D92-7666A1815263}" type="presOf" srcId="{EA523FE5-9EB5-4B3C-97B3-76495A1B8E59}" destId="{61F89BFA-659F-440D-A6DF-842E001A6DF4}" srcOrd="0" destOrd="0" presId="urn:microsoft.com/office/officeart/2005/8/layout/hierarchy2"/>
    <dgm:cxn modelId="{1C20F098-8243-4838-BD97-666FD8BE074C}" srcId="{40498EF6-AD79-4E94-885A-8FDA6F251DF9}" destId="{03FA8DF1-EE7F-45AC-9073-B78B1A846D22}" srcOrd="0" destOrd="0" parTransId="{391755D4-D002-455F-B3A0-81061F535D3E}" sibTransId="{956D781F-08CA-43BB-8AF2-34385FFDBA34}"/>
    <dgm:cxn modelId="{890F42D6-6AD3-4D8A-9FFE-F8B2E9213425}" srcId="{40498EF6-AD79-4E94-885A-8FDA6F251DF9}" destId="{6E514992-E863-4B04-9D49-024137EB678D}" srcOrd="1" destOrd="0" parTransId="{AE6D4250-675C-483C-8A5E-DFB865A7A32D}" sibTransId="{7A3A9865-C067-426A-8BE9-B68EEF3ACAE8}"/>
    <dgm:cxn modelId="{097D43DF-66BC-4B20-BE07-95735D4A30A6}" type="presOf" srcId="{40498EF6-AD79-4E94-885A-8FDA6F251DF9}" destId="{BB213556-8470-4EBD-8D42-23A1DA1DB1E1}" srcOrd="0" destOrd="0" presId="urn:microsoft.com/office/officeart/2005/8/layout/hierarchy2"/>
    <dgm:cxn modelId="{5EDC99E1-96E8-4008-A167-0AB2DA23F557}" srcId="{55657524-D96C-4F24-9762-E156D4B068AB}" destId="{EA523FE5-9EB5-4B3C-97B3-76495A1B8E59}" srcOrd="0" destOrd="0" parTransId="{07683843-E980-4D0B-B1E2-BBD621CE90D0}" sibTransId="{4E877812-2588-4021-80ED-1D99DC6A27A3}"/>
    <dgm:cxn modelId="{50BC83D8-6B13-4302-9226-19B4E080E0C9}" type="presParOf" srcId="{BDC4C328-8710-4424-94BA-0D4756D7A4D4}" destId="{739DF8A5-E0E0-4145-8C6C-38A7B0B58AAC}" srcOrd="0" destOrd="0" presId="urn:microsoft.com/office/officeart/2005/8/layout/hierarchy2"/>
    <dgm:cxn modelId="{2C95E970-EE2B-4173-9140-8714701CFD28}" type="presParOf" srcId="{739DF8A5-E0E0-4145-8C6C-38A7B0B58AAC}" destId="{61F89BFA-659F-440D-A6DF-842E001A6DF4}" srcOrd="0" destOrd="0" presId="urn:microsoft.com/office/officeart/2005/8/layout/hierarchy2"/>
    <dgm:cxn modelId="{061436BE-6837-4BC0-A08F-4A08534D60DD}" type="presParOf" srcId="{739DF8A5-E0E0-4145-8C6C-38A7B0B58AAC}" destId="{FA59DC20-A7F6-4B9A-9827-CEB6C0B63868}" srcOrd="1" destOrd="0" presId="urn:microsoft.com/office/officeart/2005/8/layout/hierarchy2"/>
    <dgm:cxn modelId="{F0F43C60-1D8B-4EEF-B4A7-D87B026F6CB1}" type="presParOf" srcId="{BDC4C328-8710-4424-94BA-0D4756D7A4D4}" destId="{7409B163-4622-45AC-A45E-54A1DD410714}" srcOrd="1" destOrd="0" presId="urn:microsoft.com/office/officeart/2005/8/layout/hierarchy2"/>
    <dgm:cxn modelId="{ABC07671-4C8C-4401-A7EB-D363A82FE60A}" type="presParOf" srcId="{7409B163-4622-45AC-A45E-54A1DD410714}" destId="{C00B2012-9EBA-4AE6-9533-BEC542FA2445}" srcOrd="0" destOrd="0" presId="urn:microsoft.com/office/officeart/2005/8/layout/hierarchy2"/>
    <dgm:cxn modelId="{3B39D026-1C64-4E9B-86DB-A12D0E770C21}" type="presParOf" srcId="{7409B163-4622-45AC-A45E-54A1DD410714}" destId="{58EE88DE-A6A6-48F3-BBE8-9E0AAEEC871C}" srcOrd="1" destOrd="0" presId="urn:microsoft.com/office/officeart/2005/8/layout/hierarchy2"/>
    <dgm:cxn modelId="{EBCC0A64-5BFB-47B1-9C2C-97078A12773E}" type="presParOf" srcId="{BDC4C328-8710-4424-94BA-0D4756D7A4D4}" destId="{9CD588BA-2614-40A0-91E0-19EB85184532}" srcOrd="2" destOrd="0" presId="urn:microsoft.com/office/officeart/2005/8/layout/hierarchy2"/>
    <dgm:cxn modelId="{1A308ECB-95AF-426C-8A68-25F379E00684}" type="presParOf" srcId="{9CD588BA-2614-40A0-91E0-19EB85184532}" destId="{BB213556-8470-4EBD-8D42-23A1DA1DB1E1}" srcOrd="0" destOrd="0" presId="urn:microsoft.com/office/officeart/2005/8/layout/hierarchy2"/>
    <dgm:cxn modelId="{4924D12A-4EE0-4886-8CD5-7928A569172A}" type="presParOf" srcId="{9CD588BA-2614-40A0-91E0-19EB85184532}" destId="{A38C9253-94CD-4A2F-B3BC-6DB3A000B146}" srcOrd="1" destOrd="0" presId="urn:microsoft.com/office/officeart/2005/8/layout/hierarchy2"/>
    <dgm:cxn modelId="{E82694C9-A694-426A-98DE-4573E41C1E41}" type="presParOf" srcId="{A38C9253-94CD-4A2F-B3BC-6DB3A000B146}" destId="{0AFCF392-3B88-41DB-9463-36ACD33A09E5}" srcOrd="0" destOrd="0" presId="urn:microsoft.com/office/officeart/2005/8/layout/hierarchy2"/>
    <dgm:cxn modelId="{702BCE0D-E507-45C4-84E7-A7364E55EAB5}" type="presParOf" srcId="{0AFCF392-3B88-41DB-9463-36ACD33A09E5}" destId="{610BA93E-D845-468F-AF24-FE895A325B71}" srcOrd="0" destOrd="0" presId="urn:microsoft.com/office/officeart/2005/8/layout/hierarchy2"/>
    <dgm:cxn modelId="{813BBD51-F09C-4932-9BC7-CA518F62B3A9}" type="presParOf" srcId="{A38C9253-94CD-4A2F-B3BC-6DB3A000B146}" destId="{071C31F2-90A8-44E5-9811-A9B65A54C7FB}" srcOrd="1" destOrd="0" presId="urn:microsoft.com/office/officeart/2005/8/layout/hierarchy2"/>
    <dgm:cxn modelId="{D58159EB-5A6E-44CA-80B2-CCC6DC352517}" type="presParOf" srcId="{071C31F2-90A8-44E5-9811-A9B65A54C7FB}" destId="{58DC8F41-F14D-40D3-8D72-4488D4488B58}" srcOrd="0" destOrd="0" presId="urn:microsoft.com/office/officeart/2005/8/layout/hierarchy2"/>
    <dgm:cxn modelId="{C4D00318-4B6B-411D-94E2-AFCD0E5B29D7}" type="presParOf" srcId="{071C31F2-90A8-44E5-9811-A9B65A54C7FB}" destId="{B287003C-66BD-4944-81E2-33F07604F8C1}" srcOrd="1" destOrd="0" presId="urn:microsoft.com/office/officeart/2005/8/layout/hierarchy2"/>
    <dgm:cxn modelId="{37EE6296-B270-41ED-8E65-4915A978D61A}" type="presParOf" srcId="{A38C9253-94CD-4A2F-B3BC-6DB3A000B146}" destId="{46BA8E43-5EAB-40AC-A191-DFB5CFD7C848}" srcOrd="2" destOrd="0" presId="urn:microsoft.com/office/officeart/2005/8/layout/hierarchy2"/>
    <dgm:cxn modelId="{F1B6435C-9307-4353-9FAB-802B284900DB}" type="presParOf" srcId="{46BA8E43-5EAB-40AC-A191-DFB5CFD7C848}" destId="{B250D6FB-F894-4CD4-BE73-58DFEC52FB31}" srcOrd="0" destOrd="0" presId="urn:microsoft.com/office/officeart/2005/8/layout/hierarchy2"/>
    <dgm:cxn modelId="{AFDC969F-DFB7-4F51-B6F1-303775EF4D21}" type="presParOf" srcId="{A38C9253-94CD-4A2F-B3BC-6DB3A000B146}" destId="{6A6AA82A-C589-4AC1-8801-A3E3604993C0}" srcOrd="3" destOrd="0" presId="urn:microsoft.com/office/officeart/2005/8/layout/hierarchy2"/>
    <dgm:cxn modelId="{AEE20CD1-C731-4622-ABE6-26A71A389D0D}" type="presParOf" srcId="{6A6AA82A-C589-4AC1-8801-A3E3604993C0}" destId="{9E65A415-E0BC-48F7-8ECF-032D488B7701}" srcOrd="0" destOrd="0" presId="urn:microsoft.com/office/officeart/2005/8/layout/hierarchy2"/>
    <dgm:cxn modelId="{B1364BD1-A75B-4CDE-9E33-FCC53D6190B9}" type="presParOf" srcId="{6A6AA82A-C589-4AC1-8801-A3E3604993C0}" destId="{F9E4B06D-9CD4-4D04-974F-BBF1DBA20058}" srcOrd="1" destOrd="0" presId="urn:microsoft.com/office/officeart/2005/8/layout/hierarchy2"/>
    <dgm:cxn modelId="{867347A6-8DF8-491F-837E-1C61A088388F}" type="presParOf" srcId="{A38C9253-94CD-4A2F-B3BC-6DB3A000B146}" destId="{008ABA65-3F33-4012-9423-0A6029629972}" srcOrd="4" destOrd="0" presId="urn:microsoft.com/office/officeart/2005/8/layout/hierarchy2"/>
    <dgm:cxn modelId="{366AE8BD-A996-4610-8E64-E445862A94E1}" type="presParOf" srcId="{008ABA65-3F33-4012-9423-0A6029629972}" destId="{3A9642C8-67EA-401D-AE9B-F2201F00B49F}" srcOrd="0" destOrd="0" presId="urn:microsoft.com/office/officeart/2005/8/layout/hierarchy2"/>
    <dgm:cxn modelId="{01C32499-96E5-4E43-9C38-CDC4B908D1B3}" type="presParOf" srcId="{A38C9253-94CD-4A2F-B3BC-6DB3A000B146}" destId="{B43FCCB0-36DC-4001-A1AB-C8768EBEA457}" srcOrd="5" destOrd="0" presId="urn:microsoft.com/office/officeart/2005/8/layout/hierarchy2"/>
    <dgm:cxn modelId="{F28308ED-788E-47AE-9334-F958D7FC0EBF}" type="presParOf" srcId="{B43FCCB0-36DC-4001-A1AB-C8768EBEA457}" destId="{FA41EE86-9BF2-4570-9481-0FB7660322AD}" srcOrd="0" destOrd="0" presId="urn:microsoft.com/office/officeart/2005/8/layout/hierarchy2"/>
    <dgm:cxn modelId="{33E87EB1-E8D6-494B-AE74-6D43F051210E}" type="presParOf" srcId="{B43FCCB0-36DC-4001-A1AB-C8768EBEA457}" destId="{7A4A7063-D926-4761-8A3A-868CFA8473BC}" srcOrd="1" destOrd="0" presId="urn:microsoft.com/office/officeart/2005/8/layout/hierarchy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75D9777E-885E-4EE8-83CD-A3DB9D28E925}" type="doc">
      <dgm:prSet loTypeId="urn:microsoft.com/office/officeart/2018/2/layout/IconCircleList" loCatId="icon" qsTypeId="urn:microsoft.com/office/officeart/2005/8/quickstyle/simple1" qsCatId="simple" csTypeId="urn:microsoft.com/office/officeart/2018/5/colors/Iconchunking_coloredtext_colorful1" csCatId="colorful" phldr="1"/>
      <dgm:spPr/>
      <dgm:t>
        <a:bodyPr/>
        <a:lstStyle/>
        <a:p>
          <a:endParaRPr lang="en-US"/>
        </a:p>
      </dgm:t>
    </dgm:pt>
    <dgm:pt modelId="{B006D7A7-C558-4B53-9FD2-C106DCE18F5D}">
      <dgm:prSet custT="1"/>
      <dgm:spPr/>
      <dgm:t>
        <a:bodyPr/>
        <a:lstStyle/>
        <a:p>
          <a:r>
            <a:rPr lang="en-US" sz="2000" dirty="0"/>
            <a:t>A way of grouping together data samples that are similar in some way - according to some criteria that you pick.</a:t>
          </a:r>
        </a:p>
      </dgm:t>
    </dgm:pt>
    <dgm:pt modelId="{B9EC871B-D844-4C18-A135-51C257CC4B6C}" type="parTrans" cxnId="{9EA85559-44FB-4559-BD42-4515882E6952}">
      <dgm:prSet/>
      <dgm:spPr/>
      <dgm:t>
        <a:bodyPr/>
        <a:lstStyle/>
        <a:p>
          <a:endParaRPr lang="en-US"/>
        </a:p>
      </dgm:t>
    </dgm:pt>
    <dgm:pt modelId="{16BC11F7-4398-491F-BD49-BEBCE026AA35}" type="sibTrans" cxnId="{9EA85559-44FB-4559-BD42-4515882E6952}">
      <dgm:prSet/>
      <dgm:spPr/>
      <dgm:t>
        <a:bodyPr/>
        <a:lstStyle/>
        <a:p>
          <a:endParaRPr lang="en-US"/>
        </a:p>
      </dgm:t>
    </dgm:pt>
    <dgm:pt modelId="{B7B5AFC2-6D1B-4B07-8331-6D2DFFB33728}">
      <dgm:prSet custT="1"/>
      <dgm:spPr/>
      <dgm:t>
        <a:bodyPr/>
        <a:lstStyle/>
        <a:p>
          <a:r>
            <a:rPr lang="en-US" sz="2000" dirty="0"/>
            <a:t>A form of unsupervised learning – you generally don’t have examples demonstrating how the data should be grouped together</a:t>
          </a:r>
        </a:p>
      </dgm:t>
    </dgm:pt>
    <dgm:pt modelId="{AB43B4FF-4649-4BBF-A284-8A525E35096E}" type="parTrans" cxnId="{6C9C641F-3027-4232-BFCE-A25CDD638EDA}">
      <dgm:prSet/>
      <dgm:spPr/>
      <dgm:t>
        <a:bodyPr/>
        <a:lstStyle/>
        <a:p>
          <a:endParaRPr lang="en-US"/>
        </a:p>
      </dgm:t>
    </dgm:pt>
    <dgm:pt modelId="{BF71EDE6-4C48-4A2A-87E9-2C357FFB6816}" type="sibTrans" cxnId="{6C9C641F-3027-4232-BFCE-A25CDD638EDA}">
      <dgm:prSet/>
      <dgm:spPr/>
      <dgm:t>
        <a:bodyPr/>
        <a:lstStyle/>
        <a:p>
          <a:endParaRPr lang="en-US"/>
        </a:p>
      </dgm:t>
    </dgm:pt>
    <dgm:pt modelId="{058DDA29-7492-4E96-9994-4FEFE2513DC9}">
      <dgm:prSet custT="1"/>
      <dgm:spPr/>
      <dgm:t>
        <a:bodyPr/>
        <a:lstStyle/>
        <a:p>
          <a:r>
            <a:rPr lang="en-US" sz="2000" dirty="0"/>
            <a:t>So, it’s a method of data exploration – a way of looking for patterns or structure in the data that are of interest</a:t>
          </a:r>
        </a:p>
      </dgm:t>
    </dgm:pt>
    <dgm:pt modelId="{76C52886-BB1E-4D5C-A936-A087FD0AF09B}" type="parTrans" cxnId="{8F8EA7E6-8A82-474A-B4FF-A02CC635FB40}">
      <dgm:prSet/>
      <dgm:spPr/>
      <dgm:t>
        <a:bodyPr/>
        <a:lstStyle/>
        <a:p>
          <a:endParaRPr lang="en-US"/>
        </a:p>
      </dgm:t>
    </dgm:pt>
    <dgm:pt modelId="{8AA57AAC-AC7F-483B-AE2B-6C661C1AFB17}" type="sibTrans" cxnId="{8F8EA7E6-8A82-474A-B4FF-A02CC635FB40}">
      <dgm:prSet/>
      <dgm:spPr/>
      <dgm:t>
        <a:bodyPr/>
        <a:lstStyle/>
        <a:p>
          <a:endParaRPr lang="en-US"/>
        </a:p>
      </dgm:t>
    </dgm:pt>
    <dgm:pt modelId="{87BB0BD5-B110-4DC3-9C9E-CF5BE27C4BEA}" type="pres">
      <dgm:prSet presAssocID="{75D9777E-885E-4EE8-83CD-A3DB9D28E925}" presName="root" presStyleCnt="0">
        <dgm:presLayoutVars>
          <dgm:dir/>
          <dgm:resizeHandles val="exact"/>
        </dgm:presLayoutVars>
      </dgm:prSet>
      <dgm:spPr/>
    </dgm:pt>
    <dgm:pt modelId="{ABC22330-5BCB-4819-8CBE-864BDA5C700E}" type="pres">
      <dgm:prSet presAssocID="{75D9777E-885E-4EE8-83CD-A3DB9D28E925}" presName="container" presStyleCnt="0">
        <dgm:presLayoutVars>
          <dgm:dir/>
          <dgm:resizeHandles val="exact"/>
        </dgm:presLayoutVars>
      </dgm:prSet>
      <dgm:spPr/>
    </dgm:pt>
    <dgm:pt modelId="{B4F52E1C-37C7-4A91-BCB8-2556C9CACE5C}" type="pres">
      <dgm:prSet presAssocID="{B006D7A7-C558-4B53-9FD2-C106DCE18F5D}" presName="compNode" presStyleCnt="0"/>
      <dgm:spPr/>
    </dgm:pt>
    <dgm:pt modelId="{40F6FEA0-477D-4511-AD43-026A3EDB1678}" type="pres">
      <dgm:prSet presAssocID="{B006D7A7-C558-4B53-9FD2-C106DCE18F5D}" presName="iconBgRect" presStyleLbl="bgShp" presStyleIdx="0" presStyleCnt="3"/>
      <dgm:spPr/>
    </dgm:pt>
    <dgm:pt modelId="{A8E8DDD1-EBB1-4EAC-8543-DABFE3E1B432}" type="pres">
      <dgm:prSet presAssocID="{B006D7A7-C558-4B53-9FD2-C106DCE18F5D}" presName="iconRect" presStyleLbl="node1" presStyleIdx="0" presStyleCnt="3"/>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a:noFill/>
        </a:ln>
      </dgm:spPr>
      <dgm:extLst>
        <a:ext uri="{E40237B7-FDA0-4F09-8148-C483321AD2D9}">
          <dgm14:cNvPr xmlns:dgm14="http://schemas.microsoft.com/office/drawing/2010/diagram" id="0" name="" descr="Table"/>
        </a:ext>
      </dgm:extLst>
    </dgm:pt>
    <dgm:pt modelId="{5EB4F79E-1942-4BCC-A1B6-78260A56A2C4}" type="pres">
      <dgm:prSet presAssocID="{B006D7A7-C558-4B53-9FD2-C106DCE18F5D}" presName="spaceRect" presStyleCnt="0"/>
      <dgm:spPr/>
    </dgm:pt>
    <dgm:pt modelId="{E160FB2D-ACFA-430E-84BB-70260B23F893}" type="pres">
      <dgm:prSet presAssocID="{B006D7A7-C558-4B53-9FD2-C106DCE18F5D}" presName="textRect" presStyleLbl="revTx" presStyleIdx="0" presStyleCnt="3">
        <dgm:presLayoutVars>
          <dgm:chMax val="1"/>
          <dgm:chPref val="1"/>
        </dgm:presLayoutVars>
      </dgm:prSet>
      <dgm:spPr/>
    </dgm:pt>
    <dgm:pt modelId="{C11B0A99-5051-43D3-83D3-803FB217DFE3}" type="pres">
      <dgm:prSet presAssocID="{16BC11F7-4398-491F-BD49-BEBCE026AA35}" presName="sibTrans" presStyleLbl="sibTrans2D1" presStyleIdx="0" presStyleCnt="0"/>
      <dgm:spPr/>
    </dgm:pt>
    <dgm:pt modelId="{CCC84B92-7C07-44AA-B795-5CCB583F9397}" type="pres">
      <dgm:prSet presAssocID="{B7B5AFC2-6D1B-4B07-8331-6D2DFFB33728}" presName="compNode" presStyleCnt="0"/>
      <dgm:spPr/>
    </dgm:pt>
    <dgm:pt modelId="{06471A41-B4E9-4A93-A8A9-20AF2FFB6BB5}" type="pres">
      <dgm:prSet presAssocID="{B7B5AFC2-6D1B-4B07-8331-6D2DFFB33728}" presName="iconBgRect" presStyleLbl="bgShp" presStyleIdx="1" presStyleCnt="3"/>
      <dgm:spPr/>
    </dgm:pt>
    <dgm:pt modelId="{0B3D423D-1ED6-4D26-8DDF-32399C6DCF01}" type="pres">
      <dgm:prSet presAssocID="{B7B5AFC2-6D1B-4B07-8331-6D2DFFB33728}" presName="iconRect" presStyleLbl="node1" presStyleIdx="1" presStyleCnt="3"/>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a:noFill/>
        </a:ln>
      </dgm:spPr>
      <dgm:extLst>
        <a:ext uri="{E40237B7-FDA0-4F09-8148-C483321AD2D9}">
          <dgm14:cNvPr xmlns:dgm14="http://schemas.microsoft.com/office/drawing/2010/diagram" id="0" name="" descr="Classroom"/>
        </a:ext>
      </dgm:extLst>
    </dgm:pt>
    <dgm:pt modelId="{AD0E6C34-CAF6-459B-9B02-D8C880135D24}" type="pres">
      <dgm:prSet presAssocID="{B7B5AFC2-6D1B-4B07-8331-6D2DFFB33728}" presName="spaceRect" presStyleCnt="0"/>
      <dgm:spPr/>
    </dgm:pt>
    <dgm:pt modelId="{64064390-48FF-40AF-8315-639B5F13727C}" type="pres">
      <dgm:prSet presAssocID="{B7B5AFC2-6D1B-4B07-8331-6D2DFFB33728}" presName="textRect" presStyleLbl="revTx" presStyleIdx="1" presStyleCnt="3">
        <dgm:presLayoutVars>
          <dgm:chMax val="1"/>
          <dgm:chPref val="1"/>
        </dgm:presLayoutVars>
      </dgm:prSet>
      <dgm:spPr/>
    </dgm:pt>
    <dgm:pt modelId="{B1311706-9613-497C-BFC0-02F85238B845}" type="pres">
      <dgm:prSet presAssocID="{BF71EDE6-4C48-4A2A-87E9-2C357FFB6816}" presName="sibTrans" presStyleLbl="sibTrans2D1" presStyleIdx="0" presStyleCnt="0"/>
      <dgm:spPr/>
    </dgm:pt>
    <dgm:pt modelId="{EAA18022-8A42-477D-8BB7-9E99A59C4FE0}" type="pres">
      <dgm:prSet presAssocID="{058DDA29-7492-4E96-9994-4FEFE2513DC9}" presName="compNode" presStyleCnt="0"/>
      <dgm:spPr/>
    </dgm:pt>
    <dgm:pt modelId="{103C9070-3F14-417C-9D50-8A4564E70BCD}" type="pres">
      <dgm:prSet presAssocID="{058DDA29-7492-4E96-9994-4FEFE2513DC9}" presName="iconBgRect" presStyleLbl="bgShp" presStyleIdx="2" presStyleCnt="3"/>
      <dgm:spPr/>
    </dgm:pt>
    <dgm:pt modelId="{223FFE7E-3DA2-4B1D-BE02-837749EA107F}" type="pres">
      <dgm:prSet presAssocID="{058DDA29-7492-4E96-9994-4FEFE2513DC9}" presName="iconRect" presStyleLbl="node1" presStyleIdx="2" presStyleCnt="3"/>
      <dgm:spPr>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a:noFill/>
        </a:ln>
      </dgm:spPr>
      <dgm:extLst>
        <a:ext uri="{E40237B7-FDA0-4F09-8148-C483321AD2D9}">
          <dgm14:cNvPr xmlns:dgm14="http://schemas.microsoft.com/office/drawing/2010/diagram" id="0" name="" descr="Statistics"/>
        </a:ext>
      </dgm:extLst>
    </dgm:pt>
    <dgm:pt modelId="{B5753618-A241-42F5-A9E4-F5AC624ED4E6}" type="pres">
      <dgm:prSet presAssocID="{058DDA29-7492-4E96-9994-4FEFE2513DC9}" presName="spaceRect" presStyleCnt="0"/>
      <dgm:spPr/>
    </dgm:pt>
    <dgm:pt modelId="{88E36A12-4CF5-4045-B97D-FD623D7812AC}" type="pres">
      <dgm:prSet presAssocID="{058DDA29-7492-4E96-9994-4FEFE2513DC9}" presName="textRect" presStyleLbl="revTx" presStyleIdx="2" presStyleCnt="3">
        <dgm:presLayoutVars>
          <dgm:chMax val="1"/>
          <dgm:chPref val="1"/>
        </dgm:presLayoutVars>
      </dgm:prSet>
      <dgm:spPr/>
    </dgm:pt>
  </dgm:ptLst>
  <dgm:cxnLst>
    <dgm:cxn modelId="{6C9C641F-3027-4232-BFCE-A25CDD638EDA}" srcId="{75D9777E-885E-4EE8-83CD-A3DB9D28E925}" destId="{B7B5AFC2-6D1B-4B07-8331-6D2DFFB33728}" srcOrd="1" destOrd="0" parTransId="{AB43B4FF-4649-4BBF-A284-8A525E35096E}" sibTransId="{BF71EDE6-4C48-4A2A-87E9-2C357FFB6816}"/>
    <dgm:cxn modelId="{A3FC5827-4969-4720-95B3-7B7C6DDB59DF}" type="presOf" srcId="{75D9777E-885E-4EE8-83CD-A3DB9D28E925}" destId="{87BB0BD5-B110-4DC3-9C9E-CF5BE27C4BEA}" srcOrd="0" destOrd="0" presId="urn:microsoft.com/office/officeart/2018/2/layout/IconCircleList"/>
    <dgm:cxn modelId="{33DC2230-2BFD-427D-B4E6-3438C8A36ABC}" type="presOf" srcId="{B006D7A7-C558-4B53-9FD2-C106DCE18F5D}" destId="{E160FB2D-ACFA-430E-84BB-70260B23F893}" srcOrd="0" destOrd="0" presId="urn:microsoft.com/office/officeart/2018/2/layout/IconCircleList"/>
    <dgm:cxn modelId="{B41E4E3E-FB32-4169-806A-960059E48032}" type="presOf" srcId="{BF71EDE6-4C48-4A2A-87E9-2C357FFB6816}" destId="{B1311706-9613-497C-BFC0-02F85238B845}" srcOrd="0" destOrd="0" presId="urn:microsoft.com/office/officeart/2018/2/layout/IconCircleList"/>
    <dgm:cxn modelId="{48A32158-E8BA-4498-A8C9-1E37ACE77955}" type="presOf" srcId="{B7B5AFC2-6D1B-4B07-8331-6D2DFFB33728}" destId="{64064390-48FF-40AF-8315-639B5F13727C}" srcOrd="0" destOrd="0" presId="urn:microsoft.com/office/officeart/2018/2/layout/IconCircleList"/>
    <dgm:cxn modelId="{9EA85559-44FB-4559-BD42-4515882E6952}" srcId="{75D9777E-885E-4EE8-83CD-A3DB9D28E925}" destId="{B006D7A7-C558-4B53-9FD2-C106DCE18F5D}" srcOrd="0" destOrd="0" parTransId="{B9EC871B-D844-4C18-A135-51C257CC4B6C}" sibTransId="{16BC11F7-4398-491F-BD49-BEBCE026AA35}"/>
    <dgm:cxn modelId="{FE7C4FB2-EAB6-4443-B328-77E01C23DFF0}" type="presOf" srcId="{058DDA29-7492-4E96-9994-4FEFE2513DC9}" destId="{88E36A12-4CF5-4045-B97D-FD623D7812AC}" srcOrd="0" destOrd="0" presId="urn:microsoft.com/office/officeart/2018/2/layout/IconCircleList"/>
    <dgm:cxn modelId="{3F1BD6E3-8794-4ACA-878D-45159761DF7A}" type="presOf" srcId="{16BC11F7-4398-491F-BD49-BEBCE026AA35}" destId="{C11B0A99-5051-43D3-83D3-803FB217DFE3}" srcOrd="0" destOrd="0" presId="urn:microsoft.com/office/officeart/2018/2/layout/IconCircleList"/>
    <dgm:cxn modelId="{8F8EA7E6-8A82-474A-B4FF-A02CC635FB40}" srcId="{75D9777E-885E-4EE8-83CD-A3DB9D28E925}" destId="{058DDA29-7492-4E96-9994-4FEFE2513DC9}" srcOrd="2" destOrd="0" parTransId="{76C52886-BB1E-4D5C-A936-A087FD0AF09B}" sibTransId="{8AA57AAC-AC7F-483B-AE2B-6C661C1AFB17}"/>
    <dgm:cxn modelId="{96366CEA-0C39-4594-9ECF-D3BFDAECA82D}" type="presParOf" srcId="{87BB0BD5-B110-4DC3-9C9E-CF5BE27C4BEA}" destId="{ABC22330-5BCB-4819-8CBE-864BDA5C700E}" srcOrd="0" destOrd="0" presId="urn:microsoft.com/office/officeart/2018/2/layout/IconCircleList"/>
    <dgm:cxn modelId="{6C3735CB-F614-40D4-89E6-B2B3651BE066}" type="presParOf" srcId="{ABC22330-5BCB-4819-8CBE-864BDA5C700E}" destId="{B4F52E1C-37C7-4A91-BCB8-2556C9CACE5C}" srcOrd="0" destOrd="0" presId="urn:microsoft.com/office/officeart/2018/2/layout/IconCircleList"/>
    <dgm:cxn modelId="{36DAB3AD-869C-4611-91AC-5CF4F319758B}" type="presParOf" srcId="{B4F52E1C-37C7-4A91-BCB8-2556C9CACE5C}" destId="{40F6FEA0-477D-4511-AD43-026A3EDB1678}" srcOrd="0" destOrd="0" presId="urn:microsoft.com/office/officeart/2018/2/layout/IconCircleList"/>
    <dgm:cxn modelId="{CBAD685A-C528-4080-A729-C6622AE5DC2D}" type="presParOf" srcId="{B4F52E1C-37C7-4A91-BCB8-2556C9CACE5C}" destId="{A8E8DDD1-EBB1-4EAC-8543-DABFE3E1B432}" srcOrd="1" destOrd="0" presId="urn:microsoft.com/office/officeart/2018/2/layout/IconCircleList"/>
    <dgm:cxn modelId="{22AD08E0-D31C-4173-8E8D-9C34870A67DF}" type="presParOf" srcId="{B4F52E1C-37C7-4A91-BCB8-2556C9CACE5C}" destId="{5EB4F79E-1942-4BCC-A1B6-78260A56A2C4}" srcOrd="2" destOrd="0" presId="urn:microsoft.com/office/officeart/2018/2/layout/IconCircleList"/>
    <dgm:cxn modelId="{3CD097C7-2407-42D0-859E-42A59E79F7EC}" type="presParOf" srcId="{B4F52E1C-37C7-4A91-BCB8-2556C9CACE5C}" destId="{E160FB2D-ACFA-430E-84BB-70260B23F893}" srcOrd="3" destOrd="0" presId="urn:microsoft.com/office/officeart/2018/2/layout/IconCircleList"/>
    <dgm:cxn modelId="{37C9F4DE-5E19-43B8-BF37-94134129357E}" type="presParOf" srcId="{ABC22330-5BCB-4819-8CBE-864BDA5C700E}" destId="{C11B0A99-5051-43D3-83D3-803FB217DFE3}" srcOrd="1" destOrd="0" presId="urn:microsoft.com/office/officeart/2018/2/layout/IconCircleList"/>
    <dgm:cxn modelId="{58E17055-95E3-4FFE-A28A-FA805CAFB5B5}" type="presParOf" srcId="{ABC22330-5BCB-4819-8CBE-864BDA5C700E}" destId="{CCC84B92-7C07-44AA-B795-5CCB583F9397}" srcOrd="2" destOrd="0" presId="urn:microsoft.com/office/officeart/2018/2/layout/IconCircleList"/>
    <dgm:cxn modelId="{767D26EC-17BB-428C-981A-13507CBD80CF}" type="presParOf" srcId="{CCC84B92-7C07-44AA-B795-5CCB583F9397}" destId="{06471A41-B4E9-4A93-A8A9-20AF2FFB6BB5}" srcOrd="0" destOrd="0" presId="urn:microsoft.com/office/officeart/2018/2/layout/IconCircleList"/>
    <dgm:cxn modelId="{1E1189B9-B0A1-46E7-8BB8-851E3AAC707D}" type="presParOf" srcId="{CCC84B92-7C07-44AA-B795-5CCB583F9397}" destId="{0B3D423D-1ED6-4D26-8DDF-32399C6DCF01}" srcOrd="1" destOrd="0" presId="urn:microsoft.com/office/officeart/2018/2/layout/IconCircleList"/>
    <dgm:cxn modelId="{DDB9E5FA-F730-4053-9D7D-61AE5AD16E91}" type="presParOf" srcId="{CCC84B92-7C07-44AA-B795-5CCB583F9397}" destId="{AD0E6C34-CAF6-459B-9B02-D8C880135D24}" srcOrd="2" destOrd="0" presId="urn:microsoft.com/office/officeart/2018/2/layout/IconCircleList"/>
    <dgm:cxn modelId="{AC1A7603-51A2-4A3D-8322-3331BCB1D7BB}" type="presParOf" srcId="{CCC84B92-7C07-44AA-B795-5CCB583F9397}" destId="{64064390-48FF-40AF-8315-639B5F13727C}" srcOrd="3" destOrd="0" presId="urn:microsoft.com/office/officeart/2018/2/layout/IconCircleList"/>
    <dgm:cxn modelId="{EFFF7BED-EBB6-42C7-83E4-F2663EDB1DD5}" type="presParOf" srcId="{ABC22330-5BCB-4819-8CBE-864BDA5C700E}" destId="{B1311706-9613-497C-BFC0-02F85238B845}" srcOrd="3" destOrd="0" presId="urn:microsoft.com/office/officeart/2018/2/layout/IconCircleList"/>
    <dgm:cxn modelId="{D89F7B77-3BE3-4778-BE67-BFE68B8E5CD5}" type="presParOf" srcId="{ABC22330-5BCB-4819-8CBE-864BDA5C700E}" destId="{EAA18022-8A42-477D-8BB7-9E99A59C4FE0}" srcOrd="4" destOrd="0" presId="urn:microsoft.com/office/officeart/2018/2/layout/IconCircleList"/>
    <dgm:cxn modelId="{94DFB4E6-C19E-446D-9C16-A19CC8E5383F}" type="presParOf" srcId="{EAA18022-8A42-477D-8BB7-9E99A59C4FE0}" destId="{103C9070-3F14-417C-9D50-8A4564E70BCD}" srcOrd="0" destOrd="0" presId="urn:microsoft.com/office/officeart/2018/2/layout/IconCircleList"/>
    <dgm:cxn modelId="{58C72555-9683-4F41-93CB-02AA1D01EA49}" type="presParOf" srcId="{EAA18022-8A42-477D-8BB7-9E99A59C4FE0}" destId="{223FFE7E-3DA2-4B1D-BE02-837749EA107F}" srcOrd="1" destOrd="0" presId="urn:microsoft.com/office/officeart/2018/2/layout/IconCircleList"/>
    <dgm:cxn modelId="{46605068-504F-4EC8-BC97-F999E9D4B95B}" type="presParOf" srcId="{EAA18022-8A42-477D-8BB7-9E99A59C4FE0}" destId="{B5753618-A241-42F5-A9E4-F5AC624ED4E6}" srcOrd="2" destOrd="0" presId="urn:microsoft.com/office/officeart/2018/2/layout/IconCircleList"/>
    <dgm:cxn modelId="{AF91D60A-47A4-4DB5-93C3-F13041F65379}" type="presParOf" srcId="{EAA18022-8A42-477D-8BB7-9E99A59C4FE0}" destId="{88E36A12-4CF5-4045-B97D-FD623D7812AC}"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71DCEE0E-DED8-49E9-907E-C7A974EC6470}"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957636A4-EB00-4897-ABA2-41C4B52E4F77}">
      <dgm:prSet/>
      <dgm:spPr/>
      <dgm:t>
        <a:bodyPr/>
        <a:lstStyle/>
        <a:p>
          <a:pPr>
            <a:lnSpc>
              <a:spcPct val="100000"/>
            </a:lnSpc>
          </a:pPr>
          <a:r>
            <a:rPr lang="en-US" dirty="0">
              <a:latin typeface="Times New Roman" panose="02020603050405020304" pitchFamily="18" charset="0"/>
              <a:cs typeface="Times New Roman" panose="02020603050405020304" pitchFamily="18" charset="0"/>
            </a:rPr>
            <a:t>T</a:t>
          </a:r>
          <a:r>
            <a:rPr lang="en-US" b="0" i="0" dirty="0">
              <a:latin typeface="Times New Roman" panose="02020603050405020304" pitchFamily="18" charset="0"/>
              <a:cs typeface="Times New Roman" panose="02020603050405020304" pitchFamily="18" charset="0"/>
            </a:rPr>
            <a:t>he </a:t>
          </a:r>
          <a:r>
            <a:rPr lang="en-US" b="1" i="0" dirty="0">
              <a:latin typeface="Times New Roman" panose="02020603050405020304" pitchFamily="18" charset="0"/>
              <a:cs typeface="Times New Roman" panose="02020603050405020304" pitchFamily="18" charset="0"/>
            </a:rPr>
            <a:t>ratio of the minimum of inter-cluster distances and maximum of </a:t>
          </a:r>
          <a:r>
            <a:rPr lang="en-US" b="1" i="0" dirty="0" err="1">
              <a:latin typeface="Times New Roman" panose="02020603050405020304" pitchFamily="18" charset="0"/>
              <a:cs typeface="Times New Roman" panose="02020603050405020304" pitchFamily="18" charset="0"/>
            </a:rPr>
            <a:t>intracluster</a:t>
          </a:r>
          <a:r>
            <a:rPr lang="en-US" b="1" i="0" dirty="0">
              <a:latin typeface="Times New Roman" panose="02020603050405020304" pitchFamily="18" charset="0"/>
              <a:cs typeface="Times New Roman" panose="02020603050405020304" pitchFamily="18" charset="0"/>
            </a:rPr>
            <a:t> distances</a:t>
          </a:r>
          <a:r>
            <a:rPr lang="en-US" b="1" i="0" dirty="0"/>
            <a:t>.</a:t>
          </a:r>
          <a:endParaRPr lang="en-US" b="1" dirty="0"/>
        </a:p>
      </dgm:t>
    </dgm:pt>
    <dgm:pt modelId="{2C29AF8E-8FAB-44B5-858A-002D4D56D3E5}" type="parTrans" cxnId="{26BF1BDA-E65D-4647-AF7A-876B3B3F7D60}">
      <dgm:prSet/>
      <dgm:spPr/>
      <dgm:t>
        <a:bodyPr/>
        <a:lstStyle/>
        <a:p>
          <a:endParaRPr lang="en-US"/>
        </a:p>
      </dgm:t>
    </dgm:pt>
    <dgm:pt modelId="{7BFD87D8-70C5-4EE7-B040-AF4001F796DD}" type="sibTrans" cxnId="{26BF1BDA-E65D-4647-AF7A-876B3B3F7D60}">
      <dgm:prSet/>
      <dgm:spPr/>
      <dgm:t>
        <a:bodyPr/>
        <a:lstStyle/>
        <a:p>
          <a:endParaRPr lang="en-US"/>
        </a:p>
      </dgm:t>
    </dgm:pt>
    <dgm:pt modelId="{08E1EE9B-2673-49F4-908A-4BCFCF53A37C}">
      <dgm:prSet custT="1"/>
      <dgm:spPr/>
      <dgm:t>
        <a:bodyPr/>
        <a:lstStyle/>
        <a:p>
          <a:pPr>
            <a:lnSpc>
              <a:spcPct val="100000"/>
            </a:lnSpc>
          </a:pPr>
          <a:r>
            <a:rPr lang="en-US" sz="1800" b="0" dirty="0">
              <a:latin typeface="Times New Roman" panose="02020603050405020304" pitchFamily="18" charset="0"/>
              <a:cs typeface="Times New Roman" panose="02020603050405020304" pitchFamily="18" charset="0"/>
            </a:rPr>
            <a:t>Inertia tries to minimize the </a:t>
          </a:r>
          <a:r>
            <a:rPr lang="en-US" sz="1800" b="0" dirty="0" err="1">
              <a:latin typeface="Times New Roman" panose="02020603050405020304" pitchFamily="18" charset="0"/>
              <a:cs typeface="Times New Roman" panose="02020603050405020304" pitchFamily="18" charset="0"/>
            </a:rPr>
            <a:t>intracluster</a:t>
          </a:r>
          <a:r>
            <a:rPr lang="en-US" sz="1800" b="0" dirty="0">
              <a:latin typeface="Times New Roman" panose="02020603050405020304" pitchFamily="18" charset="0"/>
              <a:cs typeface="Times New Roman" panose="02020603050405020304" pitchFamily="18" charset="0"/>
            </a:rPr>
            <a:t> distance. It is trying to make more compact clusters.</a:t>
          </a:r>
        </a:p>
      </dgm:t>
    </dgm:pt>
    <dgm:pt modelId="{F6E37745-1F6C-4912-953E-CCBB92DD4368}" type="parTrans" cxnId="{6D0EC6D8-274C-4B9A-A270-2069F6694945}">
      <dgm:prSet/>
      <dgm:spPr/>
      <dgm:t>
        <a:bodyPr/>
        <a:lstStyle/>
        <a:p>
          <a:endParaRPr lang="en-US"/>
        </a:p>
      </dgm:t>
    </dgm:pt>
    <dgm:pt modelId="{D95B1DB0-5A37-473D-9F6A-EB2A130933A1}" type="sibTrans" cxnId="{6D0EC6D8-274C-4B9A-A270-2069F6694945}">
      <dgm:prSet/>
      <dgm:spPr/>
      <dgm:t>
        <a:bodyPr/>
        <a:lstStyle/>
        <a:p>
          <a:endParaRPr lang="en-US"/>
        </a:p>
      </dgm:t>
    </dgm:pt>
    <dgm:pt modelId="{A237E1BD-946B-4BA1-9FAE-AFF1C74DFEB1}" type="pres">
      <dgm:prSet presAssocID="{71DCEE0E-DED8-49E9-907E-C7A974EC6470}" presName="root" presStyleCnt="0">
        <dgm:presLayoutVars>
          <dgm:dir/>
          <dgm:resizeHandles val="exact"/>
        </dgm:presLayoutVars>
      </dgm:prSet>
      <dgm:spPr/>
    </dgm:pt>
    <dgm:pt modelId="{3DEB842B-3631-4E90-8E56-1125401476B5}" type="pres">
      <dgm:prSet presAssocID="{957636A4-EB00-4897-ABA2-41C4B52E4F77}" presName="compNode" presStyleCnt="0"/>
      <dgm:spPr/>
    </dgm:pt>
    <dgm:pt modelId="{065DF728-C4B7-456E-BA14-5556D780FB95}" type="pres">
      <dgm:prSet presAssocID="{957636A4-EB00-4897-ABA2-41C4B52E4F77}" presName="bgRect" presStyleLbl="bgShp" presStyleIdx="0" presStyleCnt="2" custLinFactNeighborX="1249" custLinFactNeighborY="-33327"/>
      <dgm:spPr/>
    </dgm:pt>
    <dgm:pt modelId="{168EE45E-E393-4F47-9E7F-8213736A8060}" type="pres">
      <dgm:prSet presAssocID="{957636A4-EB00-4897-ABA2-41C4B52E4F77}" presName="iconRect" presStyleLbl="node1" presStyleIdx="0" presStyleCnt="2" custLinFactNeighborX="2716" custLinFactNeighborY="-60538"/>
      <dgm:spPr>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heckmark"/>
        </a:ext>
      </dgm:extLst>
    </dgm:pt>
    <dgm:pt modelId="{72BF7597-51CA-4748-B2E4-AAB1669C5380}" type="pres">
      <dgm:prSet presAssocID="{957636A4-EB00-4897-ABA2-41C4B52E4F77}" presName="spaceRect" presStyleCnt="0"/>
      <dgm:spPr/>
    </dgm:pt>
    <dgm:pt modelId="{D9604E4C-4FDD-4686-9CA4-2CD4DFB440CD}" type="pres">
      <dgm:prSet presAssocID="{957636A4-EB00-4897-ABA2-41C4B52E4F77}" presName="parTx" presStyleLbl="revTx" presStyleIdx="0" presStyleCnt="2" custLinFactNeighborX="1587" custLinFactNeighborY="-33327">
        <dgm:presLayoutVars>
          <dgm:chMax val="0"/>
          <dgm:chPref val="0"/>
        </dgm:presLayoutVars>
      </dgm:prSet>
      <dgm:spPr/>
    </dgm:pt>
    <dgm:pt modelId="{388C8E00-F6EA-466E-AA91-0EC80FDCC177}" type="pres">
      <dgm:prSet presAssocID="{7BFD87D8-70C5-4EE7-B040-AF4001F796DD}" presName="sibTrans" presStyleCnt="0"/>
      <dgm:spPr/>
    </dgm:pt>
    <dgm:pt modelId="{4CFE00EE-871F-4889-9876-E56311E5B424}" type="pres">
      <dgm:prSet presAssocID="{08E1EE9B-2673-49F4-908A-4BCFCF53A37C}" presName="compNode" presStyleCnt="0"/>
      <dgm:spPr/>
    </dgm:pt>
    <dgm:pt modelId="{ADACCA8F-14C5-470F-A1FA-ABBAD70CBE58}" type="pres">
      <dgm:prSet presAssocID="{08E1EE9B-2673-49F4-908A-4BCFCF53A37C}" presName="bgRect" presStyleLbl="bgShp" presStyleIdx="1" presStyleCnt="2" custLinFactNeighborX="1249" custLinFactNeighborY="-32426"/>
      <dgm:spPr/>
    </dgm:pt>
    <dgm:pt modelId="{71D38731-A798-4A19-9DDB-7FDECCD788C7}" type="pres">
      <dgm:prSet presAssocID="{08E1EE9B-2673-49F4-908A-4BCFCF53A37C}" presName="iconRect" presStyleLbl="node1" presStyleIdx="1" presStyleCnt="2" custLinFactNeighborX="2716" custLinFactNeighborY="-58956"/>
      <dgm:spPr>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Gauge"/>
        </a:ext>
      </dgm:extLst>
    </dgm:pt>
    <dgm:pt modelId="{6F656F48-B818-40E1-B424-83012AE5EE29}" type="pres">
      <dgm:prSet presAssocID="{08E1EE9B-2673-49F4-908A-4BCFCF53A37C}" presName="spaceRect" presStyleCnt="0"/>
      <dgm:spPr/>
    </dgm:pt>
    <dgm:pt modelId="{22A78F9A-DA49-4EDD-8BA5-F863592000E7}" type="pres">
      <dgm:prSet presAssocID="{08E1EE9B-2673-49F4-908A-4BCFCF53A37C}" presName="parTx" presStyleLbl="revTx" presStyleIdx="1" presStyleCnt="2" custScaleY="87050" custLinFactNeighborY="-23452">
        <dgm:presLayoutVars>
          <dgm:chMax val="0"/>
          <dgm:chPref val="0"/>
        </dgm:presLayoutVars>
      </dgm:prSet>
      <dgm:spPr/>
    </dgm:pt>
  </dgm:ptLst>
  <dgm:cxnLst>
    <dgm:cxn modelId="{3397E36E-AC34-407C-9719-16D34C2E1025}" type="presOf" srcId="{08E1EE9B-2673-49F4-908A-4BCFCF53A37C}" destId="{22A78F9A-DA49-4EDD-8BA5-F863592000E7}" srcOrd="0" destOrd="0" presId="urn:microsoft.com/office/officeart/2018/2/layout/IconVerticalSolidList"/>
    <dgm:cxn modelId="{6D0EC6D8-274C-4B9A-A270-2069F6694945}" srcId="{71DCEE0E-DED8-49E9-907E-C7A974EC6470}" destId="{08E1EE9B-2673-49F4-908A-4BCFCF53A37C}" srcOrd="1" destOrd="0" parTransId="{F6E37745-1F6C-4912-953E-CCBB92DD4368}" sibTransId="{D95B1DB0-5A37-473D-9F6A-EB2A130933A1}"/>
    <dgm:cxn modelId="{26BF1BDA-E65D-4647-AF7A-876B3B3F7D60}" srcId="{71DCEE0E-DED8-49E9-907E-C7A974EC6470}" destId="{957636A4-EB00-4897-ABA2-41C4B52E4F77}" srcOrd="0" destOrd="0" parTransId="{2C29AF8E-8FAB-44B5-858A-002D4D56D3E5}" sibTransId="{7BFD87D8-70C5-4EE7-B040-AF4001F796DD}"/>
    <dgm:cxn modelId="{8D4F9DDB-4F39-43E8-ADA2-867AB43B99B5}" type="presOf" srcId="{71DCEE0E-DED8-49E9-907E-C7A974EC6470}" destId="{A237E1BD-946B-4BA1-9FAE-AFF1C74DFEB1}" srcOrd="0" destOrd="0" presId="urn:microsoft.com/office/officeart/2018/2/layout/IconVerticalSolidList"/>
    <dgm:cxn modelId="{1FF39EE9-38F3-43A6-9B7C-E7DCE6A2EA8C}" type="presOf" srcId="{957636A4-EB00-4897-ABA2-41C4B52E4F77}" destId="{D9604E4C-4FDD-4686-9CA4-2CD4DFB440CD}" srcOrd="0" destOrd="0" presId="urn:microsoft.com/office/officeart/2018/2/layout/IconVerticalSolidList"/>
    <dgm:cxn modelId="{89153715-C066-493D-985A-0259ED00DA3F}" type="presParOf" srcId="{A237E1BD-946B-4BA1-9FAE-AFF1C74DFEB1}" destId="{3DEB842B-3631-4E90-8E56-1125401476B5}" srcOrd="0" destOrd="0" presId="urn:microsoft.com/office/officeart/2018/2/layout/IconVerticalSolidList"/>
    <dgm:cxn modelId="{300F17B8-1433-4C98-B1CF-AAD85F48FA1F}" type="presParOf" srcId="{3DEB842B-3631-4E90-8E56-1125401476B5}" destId="{065DF728-C4B7-456E-BA14-5556D780FB95}" srcOrd="0" destOrd="0" presId="urn:microsoft.com/office/officeart/2018/2/layout/IconVerticalSolidList"/>
    <dgm:cxn modelId="{3AC9A533-2C10-4201-ACBE-2E3867297A8A}" type="presParOf" srcId="{3DEB842B-3631-4E90-8E56-1125401476B5}" destId="{168EE45E-E393-4F47-9E7F-8213736A8060}" srcOrd="1" destOrd="0" presId="urn:microsoft.com/office/officeart/2018/2/layout/IconVerticalSolidList"/>
    <dgm:cxn modelId="{530CCBCD-AEDC-41C5-889C-85345B8CCCF6}" type="presParOf" srcId="{3DEB842B-3631-4E90-8E56-1125401476B5}" destId="{72BF7597-51CA-4748-B2E4-AAB1669C5380}" srcOrd="2" destOrd="0" presId="urn:microsoft.com/office/officeart/2018/2/layout/IconVerticalSolidList"/>
    <dgm:cxn modelId="{07AF1096-7C57-43F2-8909-FDD5659971C2}" type="presParOf" srcId="{3DEB842B-3631-4E90-8E56-1125401476B5}" destId="{D9604E4C-4FDD-4686-9CA4-2CD4DFB440CD}" srcOrd="3" destOrd="0" presId="urn:microsoft.com/office/officeart/2018/2/layout/IconVerticalSolidList"/>
    <dgm:cxn modelId="{5DA13618-D141-4B9C-ACE9-86B21112DB3E}" type="presParOf" srcId="{A237E1BD-946B-4BA1-9FAE-AFF1C74DFEB1}" destId="{388C8E00-F6EA-466E-AA91-0EC80FDCC177}" srcOrd="1" destOrd="0" presId="urn:microsoft.com/office/officeart/2018/2/layout/IconVerticalSolidList"/>
    <dgm:cxn modelId="{4A12F901-AFA0-461C-9362-89B7EF62736C}" type="presParOf" srcId="{A237E1BD-946B-4BA1-9FAE-AFF1C74DFEB1}" destId="{4CFE00EE-871F-4889-9876-E56311E5B424}" srcOrd="2" destOrd="0" presId="urn:microsoft.com/office/officeart/2018/2/layout/IconVerticalSolidList"/>
    <dgm:cxn modelId="{60EB0AFC-10D9-4191-B8EB-90878A78362C}" type="presParOf" srcId="{4CFE00EE-871F-4889-9876-E56311E5B424}" destId="{ADACCA8F-14C5-470F-A1FA-ABBAD70CBE58}" srcOrd="0" destOrd="0" presId="urn:microsoft.com/office/officeart/2018/2/layout/IconVerticalSolidList"/>
    <dgm:cxn modelId="{C06C3867-C793-488D-9BB2-4B2ADD7BCAF3}" type="presParOf" srcId="{4CFE00EE-871F-4889-9876-E56311E5B424}" destId="{71D38731-A798-4A19-9DDB-7FDECCD788C7}" srcOrd="1" destOrd="0" presId="urn:microsoft.com/office/officeart/2018/2/layout/IconVerticalSolidList"/>
    <dgm:cxn modelId="{0A33F4B4-A400-413A-9BD7-7006B2C450BA}" type="presParOf" srcId="{4CFE00EE-871F-4889-9876-E56311E5B424}" destId="{6F656F48-B818-40E1-B424-83012AE5EE29}" srcOrd="2" destOrd="0" presId="urn:microsoft.com/office/officeart/2018/2/layout/IconVerticalSolidList"/>
    <dgm:cxn modelId="{2342C564-FD64-46B0-A252-067EE74789EE}" type="presParOf" srcId="{4CFE00EE-871F-4889-9876-E56311E5B424}" destId="{22A78F9A-DA49-4EDD-8BA5-F863592000E7}"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4EA36FA-33AA-4E88-B67D-6C0375049E5B}">
      <dsp:nvSpPr>
        <dsp:cNvPr id="0" name=""/>
        <dsp:cNvSpPr/>
      </dsp:nvSpPr>
      <dsp:spPr>
        <a:xfrm>
          <a:off x="1061437" y="460518"/>
          <a:ext cx="1141382" cy="114138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0611BEC1-E06A-4778-BC17-C79981D97349}">
      <dsp:nvSpPr>
        <dsp:cNvPr id="0" name=""/>
        <dsp:cNvSpPr/>
      </dsp:nvSpPr>
      <dsp:spPr>
        <a:xfrm>
          <a:off x="1582" y="172094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US" sz="1500" kern="1200"/>
            <a:t>A type of machine learning that deals with </a:t>
          </a:r>
          <a:r>
            <a:rPr lang="en-US" sz="1500" b="1" kern="1200"/>
            <a:t>unlabeled data</a:t>
          </a:r>
          <a:endParaRPr lang="en-US" sz="1500" kern="1200"/>
        </a:p>
      </dsp:txBody>
      <dsp:txXfrm>
        <a:off x="1582" y="1720940"/>
        <a:ext cx="3261093" cy="489164"/>
      </dsp:txXfrm>
    </dsp:sp>
    <dsp:sp modelId="{03006293-05E2-4F5A-885C-F7D0D71A19FC}">
      <dsp:nvSpPr>
        <dsp:cNvPr id="0" name=""/>
        <dsp:cNvSpPr/>
      </dsp:nvSpPr>
      <dsp:spPr>
        <a:xfrm>
          <a:off x="1582" y="2265472"/>
          <a:ext cx="3261093" cy="963414"/>
        </a:xfrm>
        <a:prstGeom prst="rect">
          <a:avLst/>
        </a:prstGeom>
        <a:noFill/>
        <a:ln>
          <a:noFill/>
        </a:ln>
        <a:effectLst/>
      </dsp:spPr>
      <dsp:style>
        <a:lnRef idx="0">
          <a:scrgbClr r="0" g="0" b="0"/>
        </a:lnRef>
        <a:fillRef idx="0">
          <a:scrgbClr r="0" g="0" b="0"/>
        </a:fillRef>
        <a:effectRef idx="0">
          <a:scrgbClr r="0" g="0" b="0"/>
        </a:effectRef>
        <a:fontRef idx="minor"/>
      </dsp:style>
    </dsp:sp>
    <dsp:sp modelId="{C9812F3E-8B0B-4251-AD94-93F607165DAB}">
      <dsp:nvSpPr>
        <dsp:cNvPr id="0" name=""/>
        <dsp:cNvSpPr/>
      </dsp:nvSpPr>
      <dsp:spPr>
        <a:xfrm>
          <a:off x="4893223" y="460518"/>
          <a:ext cx="1141382" cy="114138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4BF6DCDA-DD01-4C06-ABD5-9171B6EB4EA9}">
      <dsp:nvSpPr>
        <dsp:cNvPr id="0" name=""/>
        <dsp:cNvSpPr/>
      </dsp:nvSpPr>
      <dsp:spPr>
        <a:xfrm>
          <a:off x="3833367" y="172094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US" sz="1500" kern="1200" dirty="0"/>
            <a:t>The system tries to learn patterns and structure without predefined labels</a:t>
          </a:r>
        </a:p>
      </dsp:txBody>
      <dsp:txXfrm>
        <a:off x="3833367" y="1720940"/>
        <a:ext cx="3261093" cy="489164"/>
      </dsp:txXfrm>
    </dsp:sp>
    <dsp:sp modelId="{A82B63D6-FE38-45B9-960F-48F29A16597F}">
      <dsp:nvSpPr>
        <dsp:cNvPr id="0" name=""/>
        <dsp:cNvSpPr/>
      </dsp:nvSpPr>
      <dsp:spPr>
        <a:xfrm>
          <a:off x="3833367" y="2265472"/>
          <a:ext cx="3261093" cy="963414"/>
        </a:xfrm>
        <a:prstGeom prst="rect">
          <a:avLst/>
        </a:prstGeom>
        <a:noFill/>
        <a:ln>
          <a:noFill/>
        </a:ln>
        <a:effectLst/>
      </dsp:spPr>
      <dsp:style>
        <a:lnRef idx="0">
          <a:scrgbClr r="0" g="0" b="0"/>
        </a:lnRef>
        <a:fillRef idx="0">
          <a:scrgbClr r="0" g="0" b="0"/>
        </a:fillRef>
        <a:effectRef idx="0">
          <a:scrgbClr r="0" g="0" b="0"/>
        </a:effectRef>
        <a:fontRef idx="minor"/>
      </dsp:style>
    </dsp:sp>
    <dsp:sp modelId="{BEE23D71-D4AD-461B-87CD-EC9212D78B99}">
      <dsp:nvSpPr>
        <dsp:cNvPr id="0" name=""/>
        <dsp:cNvSpPr/>
      </dsp:nvSpPr>
      <dsp:spPr>
        <a:xfrm>
          <a:off x="8725008" y="460518"/>
          <a:ext cx="1141382" cy="1141382"/>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F8BB56A0-52E5-4A14-A9E6-5BE6905994CC}">
      <dsp:nvSpPr>
        <dsp:cNvPr id="0" name=""/>
        <dsp:cNvSpPr/>
      </dsp:nvSpPr>
      <dsp:spPr>
        <a:xfrm>
          <a:off x="7665152" y="1720940"/>
          <a:ext cx="3261093" cy="48916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666750">
            <a:lnSpc>
              <a:spcPct val="90000"/>
            </a:lnSpc>
            <a:spcBef>
              <a:spcPct val="0"/>
            </a:spcBef>
            <a:spcAft>
              <a:spcPct val="35000"/>
            </a:spcAft>
            <a:buNone/>
            <a:defRPr b="1"/>
          </a:pPr>
          <a:r>
            <a:rPr lang="en-US" sz="1500" kern="1200"/>
            <a:t>Main goals:</a:t>
          </a:r>
        </a:p>
      </dsp:txBody>
      <dsp:txXfrm>
        <a:off x="7665152" y="1720940"/>
        <a:ext cx="3261093" cy="489164"/>
      </dsp:txXfrm>
    </dsp:sp>
    <dsp:sp modelId="{75A1EADE-CC5E-40CD-881C-17D33AD1F278}">
      <dsp:nvSpPr>
        <dsp:cNvPr id="0" name=""/>
        <dsp:cNvSpPr/>
      </dsp:nvSpPr>
      <dsp:spPr>
        <a:xfrm>
          <a:off x="7665152" y="2265472"/>
          <a:ext cx="3261093" cy="96341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t" anchorCtr="0">
          <a:noAutofit/>
        </a:bodyPr>
        <a:lstStyle/>
        <a:p>
          <a:pPr marL="0" lvl="0" indent="0" algn="ctr" defTabSz="800100">
            <a:lnSpc>
              <a:spcPct val="90000"/>
            </a:lnSpc>
            <a:spcBef>
              <a:spcPct val="0"/>
            </a:spcBef>
            <a:spcAft>
              <a:spcPct val="35000"/>
            </a:spcAft>
            <a:buNone/>
          </a:pPr>
          <a:r>
            <a:rPr lang="en-US" sz="1800" b="1" kern="1200" dirty="0">
              <a:latin typeface="+mj-lt"/>
              <a:ea typeface="Calibri" panose="020F0502020204030204" pitchFamily="34" charset="0"/>
              <a:cs typeface="Calibri" panose="020F0502020204030204" pitchFamily="34" charset="0"/>
            </a:rPr>
            <a:t>Discover hidden patterns</a:t>
          </a:r>
        </a:p>
        <a:p>
          <a:pPr marL="0" lvl="0" indent="0" algn="ctr" defTabSz="800100">
            <a:lnSpc>
              <a:spcPct val="90000"/>
            </a:lnSpc>
            <a:spcBef>
              <a:spcPct val="0"/>
            </a:spcBef>
            <a:spcAft>
              <a:spcPct val="35000"/>
            </a:spcAft>
            <a:buNone/>
          </a:pPr>
          <a:r>
            <a:rPr lang="en-US" sz="1800" b="1" kern="1200" dirty="0">
              <a:latin typeface="+mj-lt"/>
              <a:ea typeface="Calibri" panose="020F0502020204030204" pitchFamily="34" charset="0"/>
              <a:cs typeface="Calibri" panose="020F0502020204030204" pitchFamily="34" charset="0"/>
            </a:rPr>
            <a:t>Find structure in data</a:t>
          </a:r>
        </a:p>
        <a:p>
          <a:pPr marL="0" lvl="0" indent="0" algn="ctr" defTabSz="800100">
            <a:lnSpc>
              <a:spcPct val="90000"/>
            </a:lnSpc>
            <a:spcBef>
              <a:spcPct val="0"/>
            </a:spcBef>
            <a:spcAft>
              <a:spcPct val="35000"/>
            </a:spcAft>
            <a:buNone/>
          </a:pPr>
          <a:r>
            <a:rPr lang="en-US" sz="1800" b="1" kern="1200" dirty="0">
              <a:latin typeface="+mj-lt"/>
              <a:ea typeface="Calibri" panose="020F0502020204030204" pitchFamily="34" charset="0"/>
              <a:cs typeface="Calibri" panose="020F0502020204030204" pitchFamily="34" charset="0"/>
            </a:rPr>
            <a:t>Reduce data complexity</a:t>
          </a:r>
        </a:p>
      </dsp:txBody>
      <dsp:txXfrm>
        <a:off x="7665152" y="2265472"/>
        <a:ext cx="3261093" cy="963414"/>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1F89BFA-659F-440D-A6DF-842E001A6DF4}">
      <dsp:nvSpPr>
        <dsp:cNvPr id="0" name=""/>
        <dsp:cNvSpPr/>
      </dsp:nvSpPr>
      <dsp:spPr>
        <a:xfrm>
          <a:off x="3475094" y="900"/>
          <a:ext cx="1657349" cy="82867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No target variable</a:t>
          </a:r>
        </a:p>
      </dsp:txBody>
      <dsp:txXfrm>
        <a:off x="3499365" y="25171"/>
        <a:ext cx="1608807" cy="780132"/>
      </dsp:txXfrm>
    </dsp:sp>
    <dsp:sp modelId="{C00B2012-9EBA-4AE6-9533-BEC542FA2445}">
      <dsp:nvSpPr>
        <dsp:cNvPr id="0" name=""/>
        <dsp:cNvSpPr/>
      </dsp:nvSpPr>
      <dsp:spPr>
        <a:xfrm>
          <a:off x="3475094" y="953876"/>
          <a:ext cx="1657349" cy="82867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Learning from the structure of the data</a:t>
          </a:r>
        </a:p>
      </dsp:txBody>
      <dsp:txXfrm>
        <a:off x="3499365" y="978147"/>
        <a:ext cx="1608807" cy="780132"/>
      </dsp:txXfrm>
    </dsp:sp>
    <dsp:sp modelId="{BB213556-8470-4EBD-8D42-23A1DA1DB1E1}">
      <dsp:nvSpPr>
        <dsp:cNvPr id="0" name=""/>
        <dsp:cNvSpPr/>
      </dsp:nvSpPr>
      <dsp:spPr>
        <a:xfrm>
          <a:off x="3475094" y="1906853"/>
          <a:ext cx="1657349" cy="82867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Mainly used for:</a:t>
          </a:r>
        </a:p>
      </dsp:txBody>
      <dsp:txXfrm>
        <a:off x="3499365" y="1931124"/>
        <a:ext cx="1608807" cy="780132"/>
      </dsp:txXfrm>
    </dsp:sp>
    <dsp:sp modelId="{0AFCF392-3B88-41DB-9463-36ACD33A09E5}">
      <dsp:nvSpPr>
        <dsp:cNvPr id="0" name=""/>
        <dsp:cNvSpPr/>
      </dsp:nvSpPr>
      <dsp:spPr>
        <a:xfrm rot="18289469">
          <a:off x="4883472" y="1824487"/>
          <a:ext cx="1160884" cy="40429"/>
        </a:xfrm>
        <a:custGeom>
          <a:avLst/>
          <a:gdLst/>
          <a:ahLst/>
          <a:cxnLst/>
          <a:rect l="0" t="0" r="0" b="0"/>
          <a:pathLst>
            <a:path>
              <a:moveTo>
                <a:pt x="0" y="20214"/>
              </a:moveTo>
              <a:lnTo>
                <a:pt x="1160884" y="20214"/>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4892" y="1815680"/>
        <a:ext cx="58044" cy="58044"/>
      </dsp:txXfrm>
    </dsp:sp>
    <dsp:sp modelId="{58DC8F41-F14D-40D3-8D72-4488D4488B58}">
      <dsp:nvSpPr>
        <dsp:cNvPr id="0" name=""/>
        <dsp:cNvSpPr/>
      </dsp:nvSpPr>
      <dsp:spPr>
        <a:xfrm>
          <a:off x="5795384" y="953876"/>
          <a:ext cx="1657349" cy="82867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Clustering</a:t>
          </a:r>
        </a:p>
      </dsp:txBody>
      <dsp:txXfrm>
        <a:off x="5819655" y="978147"/>
        <a:ext cx="1608807" cy="780132"/>
      </dsp:txXfrm>
    </dsp:sp>
    <dsp:sp modelId="{46BA8E43-5EAB-40AC-A191-DFB5CFD7C848}">
      <dsp:nvSpPr>
        <dsp:cNvPr id="0" name=""/>
        <dsp:cNvSpPr/>
      </dsp:nvSpPr>
      <dsp:spPr>
        <a:xfrm>
          <a:off x="5132444" y="2300975"/>
          <a:ext cx="662939" cy="40429"/>
        </a:xfrm>
        <a:custGeom>
          <a:avLst/>
          <a:gdLst/>
          <a:ahLst/>
          <a:cxnLst/>
          <a:rect l="0" t="0" r="0" b="0"/>
          <a:pathLst>
            <a:path>
              <a:moveTo>
                <a:pt x="0" y="20214"/>
              </a:moveTo>
              <a:lnTo>
                <a:pt x="662939" y="20214"/>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47341" y="2304617"/>
        <a:ext cx="33146" cy="33146"/>
      </dsp:txXfrm>
    </dsp:sp>
    <dsp:sp modelId="{9E65A415-E0BC-48F7-8ECF-032D488B7701}">
      <dsp:nvSpPr>
        <dsp:cNvPr id="0" name=""/>
        <dsp:cNvSpPr/>
      </dsp:nvSpPr>
      <dsp:spPr>
        <a:xfrm>
          <a:off x="5795384" y="1906853"/>
          <a:ext cx="1657349" cy="82867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Association rule learning</a:t>
          </a:r>
        </a:p>
      </dsp:txBody>
      <dsp:txXfrm>
        <a:off x="5819655" y="1931124"/>
        <a:ext cx="1608807" cy="780132"/>
      </dsp:txXfrm>
    </dsp:sp>
    <dsp:sp modelId="{008ABA65-3F33-4012-9423-0A6029629972}">
      <dsp:nvSpPr>
        <dsp:cNvPr id="0" name=""/>
        <dsp:cNvSpPr/>
      </dsp:nvSpPr>
      <dsp:spPr>
        <a:xfrm rot="3310531">
          <a:off x="4883472" y="2777463"/>
          <a:ext cx="1160884" cy="40429"/>
        </a:xfrm>
        <a:custGeom>
          <a:avLst/>
          <a:gdLst/>
          <a:ahLst/>
          <a:cxnLst/>
          <a:rect l="0" t="0" r="0" b="0"/>
          <a:pathLst>
            <a:path>
              <a:moveTo>
                <a:pt x="0" y="20214"/>
              </a:moveTo>
              <a:lnTo>
                <a:pt x="1160884" y="20214"/>
              </a:lnTo>
            </a:path>
          </a:pathLst>
        </a:custGeom>
        <a:noFill/>
        <a:ln w="19050" cap="flat" cmpd="sng" algn="ctr">
          <a:solidFill>
            <a:schemeClr val="accent5">
              <a:shade val="60000"/>
              <a:hueOff val="0"/>
              <a:satOff val="0"/>
              <a:lumOff val="0"/>
              <a:alphaOff val="0"/>
            </a:schemeClr>
          </a:solidFill>
          <a:prstDash val="solid"/>
          <a:miter lim="800000"/>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5434892" y="2768656"/>
        <a:ext cx="58044" cy="58044"/>
      </dsp:txXfrm>
    </dsp:sp>
    <dsp:sp modelId="{FA41EE86-9BF2-4570-9481-0FB7660322AD}">
      <dsp:nvSpPr>
        <dsp:cNvPr id="0" name=""/>
        <dsp:cNvSpPr/>
      </dsp:nvSpPr>
      <dsp:spPr>
        <a:xfrm>
          <a:off x="5795384" y="2859829"/>
          <a:ext cx="1657349" cy="828674"/>
        </a:xfrm>
        <a:prstGeom prst="roundRect">
          <a:avLst>
            <a:gd name="adj" fmla="val 10000"/>
          </a:avLst>
        </a:prstGeom>
        <a:solidFill>
          <a:schemeClr val="accent5">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1430" tIns="11430" rIns="11430" bIns="11430" numCol="1" spcCol="1270" anchor="ctr" anchorCtr="0">
          <a:noAutofit/>
        </a:bodyPr>
        <a:lstStyle/>
        <a:p>
          <a:pPr marL="0" lvl="0" indent="0" algn="ctr" defTabSz="800100">
            <a:lnSpc>
              <a:spcPct val="90000"/>
            </a:lnSpc>
            <a:spcBef>
              <a:spcPct val="0"/>
            </a:spcBef>
            <a:spcAft>
              <a:spcPct val="35000"/>
            </a:spcAft>
            <a:buNone/>
          </a:pPr>
          <a:r>
            <a:rPr lang="en-US" sz="1800" kern="1200"/>
            <a:t>Dimensionality reduction</a:t>
          </a:r>
        </a:p>
      </dsp:txBody>
      <dsp:txXfrm>
        <a:off x="5819655" y="2884100"/>
        <a:ext cx="1608807" cy="78013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0F6FEA0-477D-4511-AD43-026A3EDB1678}">
      <dsp:nvSpPr>
        <dsp:cNvPr id="0" name=""/>
        <dsp:cNvSpPr/>
      </dsp:nvSpPr>
      <dsp:spPr>
        <a:xfrm>
          <a:off x="205509" y="1640565"/>
          <a:ext cx="911674" cy="911674"/>
        </a:xfrm>
        <a:prstGeom prst="ellipse">
          <a:avLst/>
        </a:prstGeom>
        <a:solidFill>
          <a:schemeClr val="accent2">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8E8DDD1-EBB1-4EAC-8543-DABFE3E1B432}">
      <dsp:nvSpPr>
        <dsp:cNvPr id="0" name=""/>
        <dsp:cNvSpPr/>
      </dsp:nvSpPr>
      <dsp:spPr>
        <a:xfrm>
          <a:off x="396960" y="1832017"/>
          <a:ext cx="528770" cy="528770"/>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E160FB2D-ACFA-430E-84BB-70260B23F893}">
      <dsp:nvSpPr>
        <dsp:cNvPr id="0" name=""/>
        <dsp:cNvSpPr/>
      </dsp:nvSpPr>
      <dsp:spPr>
        <a:xfrm>
          <a:off x="1312541"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A way of grouping together data samples that are similar in some way - according to some criteria that you pick.</a:t>
          </a:r>
        </a:p>
      </dsp:txBody>
      <dsp:txXfrm>
        <a:off x="1312541" y="1640565"/>
        <a:ext cx="2148945" cy="911674"/>
      </dsp:txXfrm>
    </dsp:sp>
    <dsp:sp modelId="{06471A41-B4E9-4A93-A8A9-20AF2FFB6BB5}">
      <dsp:nvSpPr>
        <dsp:cNvPr id="0" name=""/>
        <dsp:cNvSpPr/>
      </dsp:nvSpPr>
      <dsp:spPr>
        <a:xfrm>
          <a:off x="3835925" y="1640565"/>
          <a:ext cx="911674" cy="911674"/>
        </a:xfrm>
        <a:prstGeom prst="ellipse">
          <a:avLst/>
        </a:prstGeom>
        <a:solidFill>
          <a:schemeClr val="accent3">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0B3D423D-1ED6-4D26-8DDF-32399C6DCF01}">
      <dsp:nvSpPr>
        <dsp:cNvPr id="0" name=""/>
        <dsp:cNvSpPr/>
      </dsp:nvSpPr>
      <dsp:spPr>
        <a:xfrm>
          <a:off x="4027376" y="1832017"/>
          <a:ext cx="528770" cy="528770"/>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64064390-48FF-40AF-8315-639B5F13727C}">
      <dsp:nvSpPr>
        <dsp:cNvPr id="0" name=""/>
        <dsp:cNvSpPr/>
      </dsp:nvSpPr>
      <dsp:spPr>
        <a:xfrm>
          <a:off x="4942957"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A form of unsupervised learning – you generally don’t have examples demonstrating how the data should be grouped together</a:t>
          </a:r>
        </a:p>
      </dsp:txBody>
      <dsp:txXfrm>
        <a:off x="4942957" y="1640565"/>
        <a:ext cx="2148945" cy="911674"/>
      </dsp:txXfrm>
    </dsp:sp>
    <dsp:sp modelId="{103C9070-3F14-417C-9D50-8A4564E70BCD}">
      <dsp:nvSpPr>
        <dsp:cNvPr id="0" name=""/>
        <dsp:cNvSpPr/>
      </dsp:nvSpPr>
      <dsp:spPr>
        <a:xfrm>
          <a:off x="7466341" y="1640565"/>
          <a:ext cx="911674" cy="911674"/>
        </a:xfrm>
        <a:prstGeom prst="ellipse">
          <a:avLst/>
        </a:prstGeom>
        <a:solidFill>
          <a:schemeClr val="accent4">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223FFE7E-3DA2-4B1D-BE02-837749EA107F}">
      <dsp:nvSpPr>
        <dsp:cNvPr id="0" name=""/>
        <dsp:cNvSpPr/>
      </dsp:nvSpPr>
      <dsp:spPr>
        <a:xfrm>
          <a:off x="7657792" y="1832017"/>
          <a:ext cx="528770" cy="528770"/>
        </a:xfrm>
        <a:prstGeom prst="rect">
          <a:avLst/>
        </a:prstGeom>
        <a:blipFill>
          <a:blip xmlns:r="http://schemas.openxmlformats.org/officeDocument/2006/relationships" r:embed="rId5">
            <a:extLst>
              <a:ext uri="{28A0092B-C50C-407E-A947-70E740481C1C}">
                <a14:useLocalDpi xmlns:a14="http://schemas.microsoft.com/office/drawing/2010/main" val="0"/>
              </a:ext>
              <a:ext uri="{96DAC541-7B7A-43D3-8B79-37D633B846F1}">
                <asvg:svgBlip xmlns:asvg="http://schemas.microsoft.com/office/drawing/2016/SVG/main" r:embed="rId6"/>
              </a:ext>
            </a:extLst>
          </a:blip>
          <a:stretch>
            <a:fillRect/>
          </a:stretch>
        </a:blipFill>
        <a:ln w="19050" cap="flat" cmpd="sng" algn="ctr">
          <a:noFill/>
          <a:prstDash val="solid"/>
          <a:miter lim="800000"/>
        </a:ln>
        <a:effectLst/>
      </dsp:spPr>
      <dsp:style>
        <a:lnRef idx="2">
          <a:scrgbClr r="0" g="0" b="0"/>
        </a:lnRef>
        <a:fillRef idx="1">
          <a:scrgbClr r="0" g="0" b="0"/>
        </a:fillRef>
        <a:effectRef idx="0">
          <a:scrgbClr r="0" g="0" b="0"/>
        </a:effectRef>
        <a:fontRef idx="minor">
          <a:schemeClr val="lt1"/>
        </a:fontRef>
      </dsp:style>
    </dsp:sp>
    <dsp:sp modelId="{88E36A12-4CF5-4045-B97D-FD623D7812AC}">
      <dsp:nvSpPr>
        <dsp:cNvPr id="0" name=""/>
        <dsp:cNvSpPr/>
      </dsp:nvSpPr>
      <dsp:spPr>
        <a:xfrm>
          <a:off x="8573374" y="1640565"/>
          <a:ext cx="2148945" cy="911674"/>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889000">
            <a:lnSpc>
              <a:spcPct val="90000"/>
            </a:lnSpc>
            <a:spcBef>
              <a:spcPct val="0"/>
            </a:spcBef>
            <a:spcAft>
              <a:spcPct val="35000"/>
            </a:spcAft>
            <a:buNone/>
          </a:pPr>
          <a:r>
            <a:rPr lang="en-US" sz="2000" kern="1200" dirty="0"/>
            <a:t>So, it’s a method of data exploration – a way of looking for patterns or structure in the data that are of interest</a:t>
          </a:r>
        </a:p>
      </dsp:txBody>
      <dsp:txXfrm>
        <a:off x="8573374" y="1640565"/>
        <a:ext cx="2148945" cy="911674"/>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065DF728-C4B7-456E-BA14-5556D780FB95}">
      <dsp:nvSpPr>
        <dsp:cNvPr id="0" name=""/>
        <dsp:cNvSpPr/>
      </dsp:nvSpPr>
      <dsp:spPr>
        <a:xfrm>
          <a:off x="0" y="234765"/>
          <a:ext cx="6102626" cy="11265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168EE45E-E393-4F47-9E7F-8213736A8060}">
      <dsp:nvSpPr>
        <dsp:cNvPr id="0" name=""/>
        <dsp:cNvSpPr/>
      </dsp:nvSpPr>
      <dsp:spPr>
        <a:xfrm>
          <a:off x="357604" y="488585"/>
          <a:ext cx="619592" cy="619592"/>
        </a:xfrm>
        <a:prstGeom prst="rect">
          <a:avLst/>
        </a:prstGeom>
        <a:blipFill>
          <a:blip xmlns:r="http://schemas.openxmlformats.org/officeDocument/2006/relationships" r:embed="rId1">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9604E4C-4FDD-4686-9CA4-2CD4DFB440CD}">
      <dsp:nvSpPr>
        <dsp:cNvPr id="0" name=""/>
        <dsp:cNvSpPr/>
      </dsp:nvSpPr>
      <dsp:spPr>
        <a:xfrm>
          <a:off x="1301144" y="234765"/>
          <a:ext cx="4801481" cy="1126532"/>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225" tIns="119225" rIns="119225" bIns="119225" numCol="1" spcCol="1270" anchor="ctr" anchorCtr="0">
          <a:noAutofit/>
        </a:bodyPr>
        <a:lstStyle/>
        <a:p>
          <a:pPr marL="0" lvl="0" indent="0" algn="l" defTabSz="844550">
            <a:lnSpc>
              <a:spcPct val="100000"/>
            </a:lnSpc>
            <a:spcBef>
              <a:spcPct val="0"/>
            </a:spcBef>
            <a:spcAft>
              <a:spcPct val="35000"/>
            </a:spcAft>
            <a:buNone/>
          </a:pPr>
          <a:r>
            <a:rPr lang="en-US" sz="1900" kern="1200" dirty="0">
              <a:latin typeface="Times New Roman" panose="02020603050405020304" pitchFamily="18" charset="0"/>
              <a:cs typeface="Times New Roman" panose="02020603050405020304" pitchFamily="18" charset="0"/>
            </a:rPr>
            <a:t>T</a:t>
          </a:r>
          <a:r>
            <a:rPr lang="en-US" sz="1900" b="0" i="0" kern="1200" dirty="0">
              <a:latin typeface="Times New Roman" panose="02020603050405020304" pitchFamily="18" charset="0"/>
              <a:cs typeface="Times New Roman" panose="02020603050405020304" pitchFamily="18" charset="0"/>
            </a:rPr>
            <a:t>he </a:t>
          </a:r>
          <a:r>
            <a:rPr lang="en-US" sz="1900" b="1" i="0" kern="1200" dirty="0">
              <a:latin typeface="Times New Roman" panose="02020603050405020304" pitchFamily="18" charset="0"/>
              <a:cs typeface="Times New Roman" panose="02020603050405020304" pitchFamily="18" charset="0"/>
            </a:rPr>
            <a:t>ratio of the minimum of inter-cluster distances and maximum of </a:t>
          </a:r>
          <a:r>
            <a:rPr lang="en-US" sz="1900" b="1" i="0" kern="1200" dirty="0" err="1">
              <a:latin typeface="Times New Roman" panose="02020603050405020304" pitchFamily="18" charset="0"/>
              <a:cs typeface="Times New Roman" panose="02020603050405020304" pitchFamily="18" charset="0"/>
            </a:rPr>
            <a:t>intracluster</a:t>
          </a:r>
          <a:r>
            <a:rPr lang="en-US" sz="1900" b="1" i="0" kern="1200" dirty="0">
              <a:latin typeface="Times New Roman" panose="02020603050405020304" pitchFamily="18" charset="0"/>
              <a:cs typeface="Times New Roman" panose="02020603050405020304" pitchFamily="18" charset="0"/>
            </a:rPr>
            <a:t> distances</a:t>
          </a:r>
          <a:r>
            <a:rPr lang="en-US" sz="1900" b="1" i="0" kern="1200" dirty="0"/>
            <a:t>.</a:t>
          </a:r>
          <a:endParaRPr lang="en-US" sz="1900" b="1" kern="1200" dirty="0"/>
        </a:p>
      </dsp:txBody>
      <dsp:txXfrm>
        <a:off x="1301144" y="234765"/>
        <a:ext cx="4801481" cy="1126532"/>
      </dsp:txXfrm>
    </dsp:sp>
    <dsp:sp modelId="{ADACCA8F-14C5-470F-A1FA-ABBAD70CBE58}">
      <dsp:nvSpPr>
        <dsp:cNvPr id="0" name=""/>
        <dsp:cNvSpPr/>
      </dsp:nvSpPr>
      <dsp:spPr>
        <a:xfrm>
          <a:off x="0" y="1653081"/>
          <a:ext cx="6102626" cy="1126532"/>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71D38731-A798-4A19-9DDB-7FDECCD788C7}">
      <dsp:nvSpPr>
        <dsp:cNvPr id="0" name=""/>
        <dsp:cNvSpPr/>
      </dsp:nvSpPr>
      <dsp:spPr>
        <a:xfrm>
          <a:off x="357604" y="1906553"/>
          <a:ext cx="619592" cy="619592"/>
        </a:xfrm>
        <a:prstGeom prst="rect">
          <a:avLst/>
        </a:prstGeom>
        <a:blipFill>
          <a:blip xmlns:r="http://schemas.openxmlformats.org/officeDocument/2006/relationships" r:embed="rId3">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22A78F9A-DA49-4EDD-8BA5-F863592000E7}">
      <dsp:nvSpPr>
        <dsp:cNvPr id="0" name=""/>
        <dsp:cNvSpPr/>
      </dsp:nvSpPr>
      <dsp:spPr>
        <a:xfrm>
          <a:off x="1301144" y="1827119"/>
          <a:ext cx="4801481" cy="980646"/>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19225" tIns="119225" rIns="119225" bIns="119225" numCol="1" spcCol="1270" anchor="ctr" anchorCtr="0">
          <a:noAutofit/>
        </a:bodyPr>
        <a:lstStyle/>
        <a:p>
          <a:pPr marL="0" lvl="0" indent="0" algn="l" defTabSz="800100">
            <a:lnSpc>
              <a:spcPct val="100000"/>
            </a:lnSpc>
            <a:spcBef>
              <a:spcPct val="0"/>
            </a:spcBef>
            <a:spcAft>
              <a:spcPct val="35000"/>
            </a:spcAft>
            <a:buNone/>
          </a:pPr>
          <a:r>
            <a:rPr lang="en-US" sz="1800" b="0" kern="1200" dirty="0">
              <a:latin typeface="Times New Roman" panose="02020603050405020304" pitchFamily="18" charset="0"/>
              <a:cs typeface="Times New Roman" panose="02020603050405020304" pitchFamily="18" charset="0"/>
            </a:rPr>
            <a:t>Inertia tries to minimize the </a:t>
          </a:r>
          <a:r>
            <a:rPr lang="en-US" sz="1800" b="0" kern="1200" dirty="0" err="1">
              <a:latin typeface="Times New Roman" panose="02020603050405020304" pitchFamily="18" charset="0"/>
              <a:cs typeface="Times New Roman" panose="02020603050405020304" pitchFamily="18" charset="0"/>
            </a:rPr>
            <a:t>intracluster</a:t>
          </a:r>
          <a:r>
            <a:rPr lang="en-US" sz="1800" b="0" kern="1200" dirty="0">
              <a:latin typeface="Times New Roman" panose="02020603050405020304" pitchFamily="18" charset="0"/>
              <a:cs typeface="Times New Roman" panose="02020603050405020304" pitchFamily="18" charset="0"/>
            </a:rPr>
            <a:t> distance. It is trying to make more compact clusters.</a:t>
          </a:r>
        </a:p>
      </dsp:txBody>
      <dsp:txXfrm>
        <a:off x="1301144" y="1827119"/>
        <a:ext cx="4801481" cy="980646"/>
      </dsp:txXfrm>
    </dsp:sp>
  </dsp:spTree>
</dsp:drawing>
</file>

<file path=ppt/diagrams/layout1.xml><?xml version="1.0" encoding="utf-8"?>
<dgm:layoutDef xmlns:dgm="http://schemas.openxmlformats.org/drawingml/2006/diagram" xmlns:a="http://schemas.openxmlformats.org/drawingml/2006/main" uniqueId="urn:microsoft.com/office/officeart/2018/5/layout/CenteredIconLabelDescriptionList">
  <dgm:title val="Centered Icon Label Description List"/>
  <dgm:desc val="Use to show non-sequential or grouped chunks of information. The placeholder holds an icon or small picture, and corresponding text boxes show Level 1 and Level 2 text respectively. Works well for minimal Level 1 text accompanied by lengthier Level two text."/>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if>
      <dgm:else name="Name2">
        <dgm:alg type="lin">
          <dgm:param type="linDir" val="fromR"/>
        </dgm:alg>
      </dgm:else>
    </dgm:choose>
    <dgm:shape xmlns:r="http://schemas.openxmlformats.org/officeDocument/2006/relationships" r:blip="">
      <dgm:adjLst/>
    </dgm:shape>
    <dgm:presOf/>
    <dgm:constrLst>
      <dgm:constr type="h" for="ch" forName="compNode" refType="h" fact="0.45"/>
      <dgm:constr type="w" for="ch" forName="compNode" val="120"/>
      <dgm:constr type="w" for="ch" forName="sibTrans" refType="w" refFor="ch" refForName="compNode" fact="0.175"/>
      <dgm:constr type="primFontSz" for="des" forName="parTx" val="36"/>
      <dgm:constr type="primFontSz" for="des" forName="desTx" refType="primFontSz" refFor="des" refForName="parTx" op="lte" fact="0.75"/>
      <dgm:constr type="h" for="des" forName="compNode" op="equ"/>
      <dgm:constr type="h" for="des" forName="iconRect" op="equ"/>
      <dgm:constr type="w" for="des" forName="iconRect" op="equ"/>
      <dgm:constr type="h" for="des" forName="iconSpace" op="equ"/>
      <dgm:constr type="h" for="des" forName="parTx" op="equ"/>
      <dgm:constr type="h" for="des" forName="txSpace" op="equ"/>
      <dgm:constr type="h" for="des" forName="desTx" op="equ"/>
    </dgm:constrLst>
    <dgm:ruleLst>
      <dgm:rule type="w" for="ch" forName="compNode" val="0" fact="NaN" max="NaN"/>
    </dgm:ruleLst>
    <dgm:forEach name="Name3" axis="ch" ptType="node">
      <dgm:layoutNode name="compNode">
        <dgm:alg type="composite"/>
        <dgm:shape xmlns:r="http://schemas.openxmlformats.org/officeDocument/2006/relationships" r:blip="">
          <dgm:adjLst/>
        </dgm:shape>
        <dgm:presOf axis="self"/>
        <dgm:constrLst>
          <dgm:constr type="w" for="ch" forName="iconRect" refType="w" fact="0.35"/>
          <dgm:constr type="h" for="ch" forName="iconRect" refType="w" refFor="ch" refForName="iconRect"/>
          <dgm:constr type="ctrX" for="ch" forName="iconRect" refType="w" fact="0.5"/>
          <dgm:constr type="t" for="ch" forName="iconRect"/>
          <dgm:constr type="w" for="ch" forName="iconSpace" refType="w"/>
          <dgm:constr type="h" for="ch" forName="iconSpace" refType="h" fact="0.043"/>
          <dgm:constr type="l" for="ch" forName="iconSpace"/>
          <dgm:constr type="t" for="ch" forName="iconSpace" refType="b" refFor="ch" refForName="iconRect"/>
          <dgm:constr type="w" for="ch" forName="parTx" refType="w"/>
          <dgm:constr type="h" for="ch" forName="parTx" refType="w" fact="0.15"/>
          <dgm:constr type="l" for="ch" forName="parTx"/>
          <dgm:constr type="t" for="ch" forName="parTx" refType="b" refFor="ch" refForName="iconSpace"/>
          <dgm:constr type="h" for="ch" forName="txSpace" refType="h" fact="0.02"/>
          <dgm:constr type="w" for="ch" forName="txSpace" refType="w"/>
          <dgm:constr type="l" for="ch" forName="txSpace"/>
          <dgm:constr type="t" for="ch" forName="txSpace" refType="b" refFor="ch" refForName="parTx"/>
          <dgm:constr type="w" for="ch" forName="desTx" refType="w"/>
          <dgm:constr type="l" for="ch" forName="desTx"/>
          <dgm:constr type="t" for="ch" forName="desTx" refType="b" refFor="ch" refForName="txSpace"/>
        </dgm:constrLst>
        <dgm:ruleLst>
          <dgm:rule type="h" val="INF" fact="NaN" max="NaN"/>
        </dgm:ruleLst>
        <dgm:layoutNode name="iconRect" styleLbl="node1">
          <dgm:alg type="sp"/>
          <dgm:shape xmlns:r="http://schemas.openxmlformats.org/officeDocument/2006/relationships" type="rect" r:blip="" blipPhldr="1">
            <dgm:adjLst/>
          </dgm:shape>
          <dgm:presOf/>
          <dgm:constrLst/>
          <dgm:ruleLst/>
        </dgm:layoutNode>
        <dgm:layoutNode name="iconSpace">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t"/>
          </dgm:alg>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4" fact="NaN" max="NaN"/>
            <dgm:rule type="h" val="INF" fact="NaN" max="NaN"/>
          </dgm:ruleLst>
        </dgm:layoutNode>
        <dgm:layoutNode name="txSpace">
          <dgm:alg type="sp"/>
          <dgm:shape xmlns:r="http://schemas.openxmlformats.org/officeDocument/2006/relationships" r:blip="">
            <dgm:adjLst/>
          </dgm:shape>
          <dgm:presOf/>
          <dgm:constrLst/>
          <dgm:ruleLst/>
        </dgm:layoutNode>
        <dgm:layoutNode name="desTx" styleLbl="revTx">
          <dgm:varLst/>
          <dgm:alg type="tx">
            <dgm:param type="stBulletLvl" val="0"/>
            <dgm:param type="txAnchorVert" val="t"/>
          </dgm:alg>
          <dgm:shape xmlns:r="http://schemas.openxmlformats.org/officeDocument/2006/relationships" type="rect" r:blip="">
            <dgm:adjLst/>
          </dgm:shape>
          <dgm:presOf axis="des" ptType="node"/>
          <dgm:constrLst>
            <dgm:constr type="secFontSz" refType="primFontSz"/>
            <dgm:constr type="lMarg"/>
            <dgm:constr type="rMarg"/>
            <dgm:constr type="tMarg"/>
            <dgm:constr type="bMarg"/>
          </dgm:constrLst>
          <dgm:ruleLst>
            <dgm:rule type="primFontSz" val="NaN" fact="NaN" max="17"/>
            <dgm:rule type="h" val="INF" fact="NaN" max="NaN"/>
          </dgm:ruleLst>
        </dgm:layoutNode>
      </dgm:layoutNode>
      <dgm:forEach name="Name4"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defRPr b="1"/>
        </a:lvl1pPr>
        <a:lvl2pPr>
          <a:lnSpc>
            <a:spcPct val="100000"/>
          </a:lnSpc>
        </a:lvl2pPr>
      </dgm1612:lstStyle>
    </a:ext>
  </dgm:extLst>
</dgm:layoutDef>
</file>

<file path=ppt/diagrams/layout2.xml><?xml version="1.0" encoding="utf-8"?>
<dgm:layoutDef xmlns:dgm="http://schemas.openxmlformats.org/drawingml/2006/diagram" xmlns:a="http://schemas.openxmlformats.org/drawingml/2006/main" uniqueId="urn:microsoft.com/office/officeart/2005/8/layout/hierarchy2">
  <dgm:title val=""/>
  <dgm:desc val=""/>
  <dgm:catLst>
    <dgm:cat type="hierarchy" pri="5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diagram">
    <dgm:varLst>
      <dgm:chPref val="1"/>
      <dgm:dir/>
      <dgm:animOne val="branch"/>
      <dgm:animLvl val="lvl"/>
      <dgm:resizeHandles val="exact"/>
    </dgm:varLst>
    <dgm:choose name="Name0">
      <dgm:if name="Name1" func="var" arg="dir" op="equ" val="norm">
        <dgm:alg type="hierChild">
          <dgm:param type="linDir" val="fromT"/>
          <dgm:param type="chAlign" val="l"/>
        </dgm:alg>
      </dgm:if>
      <dgm:else name="Name2">
        <dgm:alg type="hierChild">
          <dgm:param type="linDir" val="fromT"/>
          <dgm:param type="chAlign" val="r"/>
        </dgm:alg>
      </dgm:else>
    </dgm:choose>
    <dgm:shape xmlns:r="http://schemas.openxmlformats.org/officeDocument/2006/relationships" r:blip="">
      <dgm:adjLst/>
    </dgm:shape>
    <dgm:presOf/>
    <dgm:constrLst>
      <dgm:constr type="h" for="des" ptType="node" refType="h"/>
      <dgm:constr type="w" for="des" ptType="node" refType="h" refFor="des" refPtType="node" fact="2"/>
      <dgm:constr type="sibSp" refType="h" refFor="des" refPtType="node" op="equ" fact="0.15"/>
      <dgm:constr type="sibSp" for="des" forName="level2hierChild" refType="h" refFor="des" refPtType="node" op="equ" fact="0.15"/>
      <dgm:constr type="sibSp" for="des" forName="level3hierChild" refType="h" refFor="des" refPtType="node" op="equ" fact="0.15"/>
      <dgm:constr type="sp" for="des" forName="root1" refType="w" refFor="des" refPtType="node" fact="0.4"/>
      <dgm:constr type="sp" for="des" forName="root2" refType="sp" refFor="des" refForName="root1" op="equ"/>
      <dgm:constr type="primFontSz" for="des" ptType="node" op="equ" val="65"/>
      <dgm:constr type="primFontSz" for="des" forName="connTx" op="equ" val="55"/>
      <dgm:constr type="primFontSz" for="des" forName="connTx" refType="primFontSz" refFor="des" refPtType="node" op="lte" fact="0.8"/>
    </dgm:constrLst>
    <dgm:ruleLst/>
    <dgm:forEach name="Name3" axis="ch">
      <dgm:forEach name="Name4" axis="self" ptType="node">
        <dgm:layoutNode name="root1">
          <dgm:choose name="Name5">
            <dgm:if name="Name6" func="var" arg="dir" op="equ" val="norm">
              <dgm:alg type="hierRoot">
                <dgm:param type="hierAlign" val="lCtrCh"/>
              </dgm:alg>
            </dgm:if>
            <dgm:else name="Name7">
              <dgm:alg type="hierRoot">
                <dgm:param type="hierAlign" val="rCtrCh"/>
              </dgm:alg>
            </dgm:else>
          </dgm:choose>
          <dgm:shape xmlns:r="http://schemas.openxmlformats.org/officeDocument/2006/relationships" r:blip="">
            <dgm:adjLst/>
          </dgm:shape>
          <dgm:presOf/>
          <dgm:constrLst/>
          <dgm:ruleLst/>
          <dgm:layoutNode name="LevelOneTextNode" styleLbl="node0">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2hierChild">
            <dgm:choose name="Name8">
              <dgm:if name="Name9" func="var" arg="dir" op="equ" val="norm">
                <dgm:alg type="hierChild">
                  <dgm:param type="linDir" val="fromT"/>
                  <dgm:param type="chAlign" val="l"/>
                </dgm:alg>
              </dgm:if>
              <dgm:else name="Name10">
                <dgm:alg type="hierChild">
                  <dgm:param type="linDir" val="fromT"/>
                  <dgm:param type="chAlign" val="r"/>
                </dgm:alg>
              </dgm:else>
            </dgm:choose>
            <dgm:shape xmlns:r="http://schemas.openxmlformats.org/officeDocument/2006/relationships" r:blip="">
              <dgm:adjLst/>
            </dgm:shape>
            <dgm:presOf/>
            <dgm:constrLst/>
            <dgm:ruleLst/>
            <dgm:forEach name="repeat" axis="ch">
              <dgm:forEach name="Name11" axis="self" ptType="parTrans" cnt="1">
                <dgm:layoutNode name="conn2-1">
                  <dgm:choose name="Name12">
                    <dgm:if name="Name13" func="var" arg="dir" op="equ" val="norm">
                      <dgm:alg type="conn">
                        <dgm:param type="dim" val="1D"/>
                        <dgm:param type="begPts" val="midR"/>
                        <dgm:param type="endPts" val="midL"/>
                        <dgm:param type="endSty" val="noArr"/>
                      </dgm:alg>
                    </dgm:if>
                    <dgm:else name="Name14">
                      <dgm:alg type="conn">
                        <dgm:param type="dim" val="1D"/>
                        <dgm:param type="begPts" val="midL"/>
                        <dgm:param type="endPts" val="midR"/>
                        <dgm:param type="endSty" val="noArr"/>
                      </dgm:alg>
                    </dgm:else>
                  </dgm:choose>
                  <dgm:shape xmlns:r="http://schemas.openxmlformats.org/officeDocument/2006/relationships" type="conn" r:blip="">
                    <dgm:adjLst/>
                  </dgm:shape>
                  <dgm:presOf axis="self"/>
                  <dgm:constrLst>
                    <dgm:constr type="w" val="1"/>
                    <dgm:constr type="h" val="5"/>
                    <dgm:constr type="connDist"/>
                    <dgm:constr type="begPad"/>
                    <dgm:constr type="endPad"/>
                    <dgm:constr type="userA" for="ch" refType="connDist"/>
                  </dgm:constrLst>
                  <dgm:rule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5" axis="self" ptType="node">
                <dgm:layoutNode name="root2">
                  <dgm:choose name="Name16">
                    <dgm:if name="Name17" func="var" arg="dir" op="equ" val="norm">
                      <dgm:alg type="hierRoot">
                        <dgm:param type="hierAlign" val="lCtrCh"/>
                      </dgm:alg>
                    </dgm:if>
                    <dgm:else name="Name18">
                      <dgm:alg type="hierRoot">
                        <dgm:param type="hierAlign" val="rCtrCh"/>
                      </dgm:alg>
                    </dgm:else>
                  </dgm:choose>
                  <dgm:shape xmlns:r="http://schemas.openxmlformats.org/officeDocument/2006/relationships" r:blip="">
                    <dgm:adjLst/>
                  </dgm:shape>
                  <dgm:presOf/>
                  <dgm:constrLst/>
                  <dgm:ruleLst/>
                  <dgm:layoutNode name="LevelTwoTextNode">
                    <dgm:varLst>
                      <dgm:chPref val="3"/>
                    </dgm:varLst>
                    <dgm:alg type="tx"/>
                    <dgm:shape xmlns:r="http://schemas.openxmlformats.org/officeDocument/2006/relationships" type="roundRect" r:blip="">
                      <dgm:adjLst>
                        <dgm:adj idx="1" val="0.1"/>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5" fact="NaN" max="NaN"/>
                    </dgm:ruleLst>
                  </dgm:layoutNode>
                  <dgm:layoutNode name="level3hierChild">
                    <dgm:choose name="Name19">
                      <dgm:if name="Name20" func="var" arg="dir" op="equ" val="norm">
                        <dgm:alg type="hierChild">
                          <dgm:param type="linDir" val="fromT"/>
                          <dgm:param type="chAlign" val="l"/>
                        </dgm:alg>
                      </dgm:if>
                      <dgm:else name="Name21">
                        <dgm:alg type="hierChild">
                          <dgm:param type="linDir" val="fromT"/>
                          <dgm:param type="chAlign" val="r"/>
                        </dgm:alg>
                      </dgm:else>
                    </dgm:choose>
                    <dgm:shape xmlns:r="http://schemas.openxmlformats.org/officeDocument/2006/relationships" r:blip="">
                      <dgm:adjLst/>
                    </dgm:shape>
                    <dgm:presOf/>
                    <dgm:constrLst/>
                    <dgm:ruleLst/>
                    <dgm:forEach name="Name22" ref="repea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4.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ink/ink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14:00.323"/>
    </inkml:context>
    <inkml:brush xml:id="br0">
      <inkml:brushProperty name="width" value="0.05292" units="cm"/>
      <inkml:brushProperty name="height" value="0.05292" units="cm"/>
      <inkml:brushProperty name="color" value="#FF0000"/>
    </inkml:brush>
  </inkml:definitions>
  <inkml:trace contextRef="#ctx0" brushRef="#br0">8616 6416 674 0,'0'0'203'0,"0"0"-55"0,0 0-46 0,0 0-15 0,0 0-23 15,0 0-21-15,0 0 13 16,-36-28 1-16,28 28 6 15,4 0-22-15,4 0-25 16,0 0 4-16,0 0-10 0,0 0-10 16,-8 12-4-16,8 17-2 15,0 14 6-15,0 22 0 16,0 7 0-16,0 21 14 16,-4 13-10-16,-4 11 13 15,8 6-9-15,0-3 6 16,0 2-6-16,0-5-2 15,0-6-3-15,0-3 0 16,0 0-3-16,0-7 1 16,8-5 4-16,8-1-5 15,4-6 0-15,4 9-6 16,-12 4 6-16,12 5 7 0,-12 2-7 16,-1-7 0-16,-11-3-6 15,12-8 8-15,-12-15-2 16,0-12 0-16,0-19 5 15,0-11-5-15,0-18 2 16,0-4-2-16,0-8 0 16,0-4-1-16,0 0 1 15,0 0-5-15,0 0 5 16,0 0-53-16,0-29-62 16,0-12-84-16,0-20-82 15,0-19-293-15</inkml:trace>
  <inkml:trace contextRef="#ctx0" brushRef="#br0" timeOffset="1060.07">8628 6369 718 0,'0'0'173'0,"0"0"-33"0,0 0-44 0,0 0 4 0,0 0-35 16,0 0-18-16,-104-51-9 0,104 51-3 16,0 0-20-16,0 0 9 15,0 0-17-15,0 0-6 16,0 0-1-16,68 0 0 16,39 0 5-16,33 0 5 15,23 0 10-15,0-11 2 16,24 6-19-16,-11-11 8 15,-1 1-9-15,-8-1 0 16,4 3 2-16,-8 4-3 16,5 2 4-16,15 3-5 15,4-5 2-15,0 1-6 16,-12-1 5-16,-8-3-2 0,-3 3 1 16,-1-4-7-16,0-4 7 15,-16 9-1-15,-15-5 1 16,-25 3 0-16,-27 0 4 15,0-1-4-15,-21-2 0 16,1-4 0-16,-12 7 0 16,-4 5 1-16,-8 0-6 15,-13 4 9-15,1-2-8 16,-4-1 8-16,-16 0-2 16,4-1-2-16,-4 5 0 15,-4 0 0-15,0 0-1 16,0 0 1-16,8 0-5 15,4 13 1-15,4 9-3 0,8 6 7 16,0 11 1 0,8 9-1-16,-9 15 0 0,-3 9 0 15,-8 11 3-15,-8 4-1 16,-4 15 4-16,0 4-6 16,0 4 5-16,0 5 4 15,0 0 6-15,0 2-9 16,0 0 3-16,0-1 10 15,12 0-8-15,20 2-8 16,4-2 12-16,0 3 3 16,0-8-6-16,-5-3-10 15,-3-2 10-15,4-7-3 16,-8-2-3-16,-12 5-3 0,12-11-3 16,0-8 9-16,-4-3-9 15,-8-16-1-15,0-9-2 16,-12-4 3-16,0-6 0 15,0-8 0-15,0-6-13 16,-12-2-48-16,-56-7-136 16,-4-7-24-16,-31-15-198 15</inkml:trace>
  <inkml:trace contextRef="#ctx0" brushRef="#br0" timeOffset="2123.34">8652 9001 567 0,'0'0'154'0,"0"0"-19"0,0 0-41 0,0 0 3 0,0 0-45 0,0 0-21 16,-24 0-12-16,24 0-11 16,0 0 4-16,12 18 50 15,23 5-13-15,21 0-31 16,-8 0 12-16,0 5-7 15,11-10-10-15,1 2 12 16,20-3-14-16,3-3 11 16,9-1 3-16,16-4 13 15,3-4-30-15,-3-1 8 0,-1-4 5 16,8 0-16 0,5 0 1-16,19 0-2 0,1-6 6 15,-13-3-2-15,4 2-3 16,-7 1-3-16,-5-1-2 15,9 2-1-15,-1-6-1 16,-7 2 2-16,-17 3 4 16,13-1-4-16,-9 2-5 15,1 1 5-15,3 0 1 16,-15 1 17-16,-1 1-8 16,-3-3-4-16,11 1-2 15,5-2 7-15,-5 1-2 0,1-4-8 16,-9 0 3-1,-3-4 0-15,-20 4-1 16,-13 2-1-16,1-3-1 0,-4-1 1 16,4 2-2-16,-1 0 0 15,13-2 0-15,4 4-1 16,-5-8 6-16,13 6-2 16,7-3-3-16,5 3 0 15,-12-1 3-15,-17 0-3 16,-7 5-1-16,-12-5 1 15,-12 7 0-15,-5 1 0 16,-7 2 2-16,-12 0-2 16,-4 0 0-16,-8 0 0 15,0 0-2-15,0 0 2 16,0 0-1-16,0 0-6 0,-32 0-52 16,-59 0-119-16,-37 0-97 15,-15 0-482-15</inkml:trace>
  <inkml:trace contextRef="#ctx0" brushRef="#br0" timeOffset="3406.27">9316 6293 362 0,'0'0'325'0,"0"0"-153"0,0 0-52 0,0 0-33 0,0 0-46 15,0 0 15-15,0-7-17 16,0 7-24-16,0 16 9 16,0 9 7-16,12 4 9 15,0 9-12-15,12 3-1 16,-12 5 2-16,12 13-14 15,0 1 25-15,8 13-15 16,-16 2-16-16,16 13 21 16,-20 1-11-16,11 0 3 15,1-1-9-15,0 1-11 16,0-1 8-16,8-2-7 0,-16 1 10 16,8-5-10-1,-4 2 7-15,4 0-2 0,-12 2-5 16,11-1 7-16,-3 1-8 15,-4-3 4-15,4 3 1 16,-4-1-5-16,8 1-2 16,-4 3 9-16,4 7-8 15,-12-2 9-15,12-5-6 16,-4 0 1-16,-5-12-2 16,-3-15-1-16,0-1 1 15,0-9 0-15,0-8 2 0,0-8 1 16,-4-4-6-16,4-5 2 15,-12-3 0-15,12 3-2 16,-12-3 1-16,12 2 3 16,-12-1-3-16,0-6-1 15,0-7 1-15,0-3-1 16,0-4 1-16,0-2-1 16,0 0-3-16,0-3-12 15,0 4-34-15,0-4-54 0,0 4-92 16,0-4-53-1,-12 0-149-15</inkml:trace>
  <inkml:trace contextRef="#ctx0" brushRef="#br0" timeOffset="4162.08">10220 6277 662 0,'0'0'180'0,"0"0"-56"0,0 0-35 0,0 0-19 0,0 0-17 0,0 0 8 16,-12-149-36-16,12 139 14 16,0 0 0-16,8 6-5 15,-8 2 7-15,0 2 6 16,0 0-19-16,0 0 6 15,0 0-18-15,0 0-6 0,0 0-4 16,0 2-6 0,4 27-12-16,28 20 12 0,4 11 1 15,8 20 4-15,-8 14-2 16,3 12 2-16,-7 14 11 16,12 10-12-16,-4 7-3 15,4 2 9-15,-8 1-5 16,11-3-2-16,1-4-3 15,0-5 6-15,-16 1-3 16,4-5 1-16,-1-8-2 16,-3-1 0-16,-8-6 0 15,-12-8-1-15,4 1-1 16,4-4 3-16,-8 0-3 16,12-2 2-16,0-9-2 15,0 3 1-15,-5-15-1 16,-3 3 0-16,4-8 1 0,-8-3 0 15,0-1 5-15,0 0-1 16,0-4 6-16,0-5-9 16,0-6 2-16,-12-20 0 15,0-13 2-15,12-5-4 16,-12-10 1-16,0 1-3 16,0-1 6-16,0 1-6 15,0-4 5-15,0 0-5 16,0 0-2-16,0 0-34 15,0-36-62-15,0-24-150 16,0-31-66-16</inkml:trace>
  <inkml:trace contextRef="#ctx0" brushRef="#br0" timeOffset="4962.04">11327 6108 583 0,'0'0'120'0,"0"0"42"0,0 0-35 0,0 0-41 16,0 0-7-16,0 0 9 0,-32-60-17 15,32 60-12-15,-4 0 25 16,-4 0-24-16,8 0-34 15,-12 0-5-15,12 0-19 16,0 3-4-16,0 19-2 16,0 16 4-16,32 16 2 0,16 16 1 15,0 17 7 1,-4 2-2-16,-9 2 0 16,1 11-3-16,-12 5-1 0,8-5 3 15,-4 3 3 1,4-3-1-16,-8-5-3 0,12 2 3 15,-1 5-3-15,1 2-2 16,0 2 1-16,-4-4-2 16,-8 1-2-16,0-9-2 15,7-2 2-15,-15-8 2 16,4-10 4-16,-4 4-6 16,-4-7 0-16,0 2 2 15,0 0-3-15,8 0 1 0,-8 0-1 16,0-4 1-16,-12-1-1 15,12-7 1-15,0-4-1 16,8 4 0-16,-4-6 0 16,-4-3 1-16,7-7 0 15,-15-9 1-15,8 1-2 16,-4 2 3-16,4 1-2 16,0-8 0-16,0 1 2 15,-12-6-1-15,12-7-3 16,0-6 2-16,-12-9-1 15,0-7 8-15,0 0-6 16,0 0-2-16,0 0-19 16,0 0-11-16,0-3-41 15,-24-26-106-15,-59-16-112 0,-21-21-626 16</inkml:trace>
  <inkml:trace contextRef="#ctx0" brushRef="#br0" timeOffset="5755.97">8608 5588 225 0,'0'0'787'0,"0"0"-599"0,0 0-50 0,0 0-31 0,0 0-1 0,0 0-73 15,-36-32-29-15,36 44 0 16,56 22-3-16,15 8 28 0,1 8-10 15,-4 9-3 1,-9 1-8-16,-3 0-3 16,-20-4-4-16,-12-10-1 0,0-11 0 15,0-16-16-15,-12-6-29 16,-12-13-98-16,0 0-11 16,0-7 12-16,0-28-98 15,-4-6-56-15,-28-6-24 16</inkml:trace>
  <inkml:trace contextRef="#ctx0" brushRef="#br0" timeOffset="5939.88">8608 5588 92 0,'310'25'332'0,"-322"-63"-141"16,0 19-60-16,1 9 62 0,-9 6-36 15,20 4-37 1,-12 0-52-16,12 0-36 0,-12 26-14 16,0 16 5-1,0 12 9-15,0 6-10 16,0 3-13-16,-12 7-4 0,-8-3-5 15,16-7 0-15,-4-9-52 16,8-20-93-16,12-20-104 16,0-11-181-16</inkml:trace>
  <inkml:trace contextRef="#ctx0" brushRef="#br0" timeOffset="6139.08">9098 5743 689 0,'0'0'271'0,"0"0"-159"16,0 0-41-16,0 0 11 0,0 0-16 15,0 0-41-15,35 143-11 16,-27-101-7-16,-4 1-5 16,4 3 0-16,-8-6-2 15,0-8-36-15,4-3-182 16,4-14-207-16</inkml:trace>
  <inkml:trace contextRef="#ctx0" brushRef="#br0" timeOffset="6425.14">9480 5581 796 0,'0'0'318'0,"0"0"-131"16,0 0-117-16,0 0-37 15,0 0-24-15,0 0 14 16,95 58 21-16,-23-24-4 16,-16 5-26-16,3 2-8 15,-3 0-5-15,-8-3 2 16,-12-2-3-16,0-11-28 15,-12-6-78-15,-5-11-20 16,-15-4-72-16,-4-4-121 16,0 0-86-16</inkml:trace>
  <inkml:trace contextRef="#ctx0" brushRef="#br0" timeOffset="6622.98">9870 5653 547 0,'0'0'167'0,"0"0"29"16,0 0-34-16,0 0-21 15,0 0-48-15,0 0-47 16,-76-43-38-16,64 74-7 16,-8 11 8-16,8 1 2 0,1 8-2 15,-1 4-7 1,0-4-4-16,0-1-1 0,12-8-106 16,0-15-124-16,0-10-130 15</inkml:trace>
  <inkml:trace contextRef="#ctx0" brushRef="#br0" timeOffset="6872.49">10077 5801 524 0,'0'0'166'16,"0"0"-18"-16,0 0-56 16,0 0-47-16,0 0-12 15,0 0-17-15,103 68 4 16,-103-22-7-16,0 0 6 15,-23 3-5-15,-1-11 3 0,4-6-4 16,8-18-1 0,12 0-12-16,0-11 0 0,0-3 0 15,0 0 6-15,44 0-2 16,3-3 4-16,13-25-8 16,8-4-18-16,-4-4-89 15,-9-1-221-15</inkml:trace>
  <inkml:trace contextRef="#ctx0" brushRef="#br0" timeOffset="7106.22">10519 5588 680 0,'0'0'301'0,"0"0"-146"0,0 0-80 15,0 0-39-15,0 0-31 16,0 0 22-16,107 25 11 15,-39 3-16-15,-16-1-4 16,-8-1-13-16,3 6-2 16,-11-5-2-16,-4 1-1 15,-16-5-8-15,4-9-56 16,-20 0-96-16,12-11-83 16,0-3-153-16</inkml:trace>
  <inkml:trace contextRef="#ctx0" brushRef="#br0" timeOffset="7323.15">10917 5514 616 0,'0'0'256'0,"0"0"-41"16,0 0-80-16,0 0-80 16,0 0-53-16,0 0 1 15,-60 58 15-15,52-14 18 16,-4 4-16-16,-11 3-6 15,-1 6-7-15,12-3-6 16,0-7-1-16,4-5-34 16,8-17-149-16,0-15-106 15,20-10-255-15</inkml:trace>
  <inkml:trace contextRef="#ctx0" brushRef="#br0" timeOffset="7623.36">11188 5679 678 0,'0'0'231'15,"0"0"-95"-15,0 0-51 16,0 0-17-16,0 0-21 16,0 0-30-16,115-45-15 15,-103 45 1-15,-12 14-2 16,0 8 4-16,0 2-5 16,0 6 4-16,0-1 2 15,0-1-3-15,0 1 3 16,0-4-4-16,0 1-2 0,0-10 0 15,0-4 2-15,12-1-1 16,12 1-1-16,-4-7 0 16,-16 6 5-16,4-10-5 15,-8 7 0-15,0-1-2 16,0 0 2-16,-32 10-4 16,-28-1-4-16,-11 0-88 15,-9 1-86-15,-16 1-211 16</inkml:trace>
  <inkml:trace contextRef="#ctx0" brushRef="#br0" timeOffset="11606.81">11769 5418 254 0,'0'0'384'0,"0"0"-230"0,0 0 6 15,0 0-47-15,0 0-36 0,0 0-7 16,0 0-9-16,0-53-29 16,0 28 14-16,0 6 11 15,0-1 5-15,0 8-5 16,-8 2-36-16,8 5 11 16,0 1-20-16,0 4 2 15,0 0 5-15,-4 0-6 16,4 0-8-16,0 0-4 15,0 0-2-15,0 0 1 16,0 5-7-16,12 16 2 16,28 4 3-16,4 0 2 15,4 3 0-15,-5 1 3 16,-3-4-3-16,-8-3 1 16,4 2-3-16,-12-2 2 0,0 0 0 15,-4-3 0-15,-9-5-1 16,1 0 2-16,-8-7-2 15,-4-4-5-15,0-3-6 16,0 4-10-16,0-4-26 16,0 0-6-16,0 0-22 15,0 0-29-15,0 0-32 16,0 0-36-16,0 0-91 16,0 0-150-16</inkml:trace>
  <inkml:trace contextRef="#ctx0" brushRef="#br0" timeOffset="11734">11769 5418 522 0</inkml:trace>
  <inkml:trace contextRef="#ctx0" brushRef="#br0" timeOffset="11991.22">11769 5418 522 0,'414'-95'160'0,"-414"86"26"0,0 1-46 0,0 7-42 0,0-3-5 0,0 4-18 0,0 0-30 0,0 0-2 16,0 0-22-16,0 0-6 15,0 0-15-15,0 0 0 16,0 13-5-16,0 13 5 16,0-1 7-16,0 7 7 15,0-1-10-15,0 1 4 16,0 4-2-16,0 2-1 0,0 0-1 16,0 0 3-1,0 0-7-15,-4-1 1 0,-8 4 1 16,4-1 0-16,4-5-4 15,-4-9 7-15,4-2-5 16,4-7 0-16,0-8 0 16,0-8-1-16,0 4 2 15,0-5-2-15,0 0-3 16,0 0-8-16,0 0-70 16,0 0-31-16,0 0-91 15,0 0-167-15</inkml:trace>
  <inkml:trace contextRef="#ctx0" brushRef="#br0" timeOffset="18323.83">5208 6226 958 0,'0'0'143'0,"0"0"-98"0,0 0 54 0,0 0-47 0,0 0-13 15,0 0-16-15,0 0 14 16,406-165-16-16,-231 106 0 16,-24 7-4-16,-35 2-16 15,-33 18 1-15,-23 9 6 16,-28 10-7-16,-28 13-1 16,-4 0 4-16,0 0-4 15,-12-5-8-15,-36 4-11 16,-12-2 11-16,13-2 8 15,3 5 0-15,8 0 2 16,24 0 5-16,0 0 0 0,0 0 1 16,-8 23-1-16,4 19-6 15,-4 21 3-15,8 12 3 16,12 22 12-16,0 7 3 16,0 1 8-16,8-1-11 15,16-12-7-15,-8-6-11 16,8-6-1-16,-4-7 2 15,-8-12-2-15,0-20-2 16,0-13-68-16,0-15-101 16,24-13-42-16,-13 0-103 15,9-25 26-15</inkml:trace>
  <inkml:trace contextRef="#ctx0" brushRef="#br0" timeOffset="18879.86">6294 6492 600 0,'0'0'235'0,"0"0"-23"15,0 0-87-15,0 0-65 16,0 0-45-16,0 0 13 16,44 102-1-16,-8-40-13 15,-4 3 21-15,-8 1 0 16,-12-4-19-16,-8-10-14 16,4-6 2-16,-8-15 0 15,0-11-2-15,0-11 7 0,0-9-8 16,0 0 24-1,-32-9 79-15,-28-40-77 0,-19-19 3 16,7-23-27 0,12-16-1-16,16-14-2 0,28 0 0 15,16 4 6 1,0 13-6-16,0 24-11 0,48 17 11 16,12 17-1-16,0 21-5 15,-5 10 4-15,-7 15-3 16,-4 0-2-16,-8 21 1 15,-24 28-6-15,-12 8 7 16,0 9 5-16,-20 5 0 16,-40-11-5-16,12-13-7 15,5-12-7-15,15-16 12 0,8-6 4 16,16-7-3-16,4 0 5 16,0-2 0-16,0 2-6 15,0 1-6-15,28 6 13 16,27 5 3-16,29 4-2 15,-4 4 4-15,-9 8 3 16,9 0-3-16,-8 6 11 16,7-2 7-16,-19 0-22 15,-12-1 6-15,0 3-7 16,-13-9 0-16,-11-1 0 16,-4-2-21-16,-8-3-59 15,12-5-76-15,-24 4-35 16,12-4-112-16</inkml:trace>
  <inkml:trace contextRef="#ctx0" brushRef="#br0" timeOffset="19406.02">5952 7617 1029 0,'0'0'136'0,"0"0"-39"0,0 0-24 0,0 0-10 16,0 0-22-16,0 0 2 15,307-96 17-15,-136 42-30 16,-16 6-13-16,-27 4-8 15,-9 11 2-15,-39 9-10 16,-25 9-1-16,-27 8 0 16,-16 2-17-16,-12 5-53 15,0 0-93-15,0 5 2 16,-28 26 46-16,-51 17-32 16,-25 7-1-16,-3-1 100 15,11 5 48-15,16-12 31 16,13-5 97-16,15-6 9 15,8-12-30-15,32-4-9 0,0-8-35 16,12-8 9-16,0-4-24 16,0 0-13-16,48 0 31 15,32-9-8-15,3-18-36 16,13 3-8-16,-16-6-11 16,3 10-3-16,-15-2 0 15,-20 5 0-15,7 4-29 16,-7-3-153-16,-12 0-143 15,0-3-552-15</inkml:trace>
  <inkml:trace contextRef="#ctx0" brushRef="#br0" timeOffset="20622.64">11841 4280 714 0,'0'0'223'0,"0"0"-95"0,0 0 2 0,0 0-37 15,0 0-30-15,0 0 0 16,-44-102-4-16,44 102-39 15,0 0-20-15,0 24-3 16,0 22 1-16,0 17 2 0,12 17 16 16,12 7-6-16,-4 4-4 15,-8-2 14-15,0-7-13 16,-12-9 2-16,12-10-9 16,-12-12 5-16,0-13-5 15,12-16 2-15,-12-10-2 16,0-4 0-16,0-8 0 15,0 0 3-15,0 0 5 16,0-4 12-16,0-12 33 16,-12-6-47-16,-24-4-1 15,0-2-2-15,0-3-2 16,0-3-1-16,-8 3 4 16,33-3-4-16,-13 6 2 15,12 2-2-15,4 10 3 0,4 8 2 16,4 8-4-1,0 0 5-15,0 0-6 16,0 0 0-16,0 15-9 0,0 14 6 16,36 10 1-1,11 4 4-15,9 1-2 0,-8 0 0 16,0-5 2-16,7-8-2 16,-15-8 0-16,-4-8 0 15,-4-4-1-15,-8-11 0 16,-4 0 1-16,8 0 4 15,7-29 1-15,9-16-1 16,-8-9 1-16,8 0-5 16,-20 0 5-16,0 7-5 15,-12 3 1-15,-1 7-1 16,-11 6 0-16,0 6-14 16,0 6-14-16,0 9-57 0,4 7-125 15,-4 3-119-15</inkml:trace>
  <inkml:trace contextRef="#ctx0" brushRef="#br0" timeOffset="24156.64">11992 4191 292 0,'0'0'541'0,"0"0"-373"0,0 0-21 15,0 0-40-15,0 0-32 0,0 0-32 16,-48 6-24-16,108-6-9 16,48-17 17-16,31-14 2 15,24-1-17-15,-12 4-1 16,-11 3-11-16,-25 5 3 15,-39 3-3-15,-32 12 0 16,-12 1 0-16,-32 4-4 0,0 0 9 16,0 0-1-1,0 0 1-15,0-3 10 0,-32-6-1 16,-4-4-14-16,-8-4 0 16,4 3 2-16,-4-2-2 15,9 3 1-15,23 1 0 16,0 6 7-16,12-1 22 15,0 7 2-15,0 0-21 16,0 0-7-16,0 0-8 16,0 0 3-16,24 0 1 15,31 8-2-15,-3 16 2 16,-4-2 5-16,-16 3-5 16,4 6 2-16,-24 6-1 0,-12 1 1 15,0 2-2-15,0 5-11 16,-24 6-124-16,-24-13-139 15,16-16-352-15</inkml:trace>
  <inkml:trace contextRef="#ctx0" brushRef="#br0" timeOffset="24705.99">13465 3688 880 0,'0'0'155'0,"0"0"-5"0,0 0-63 0,0 0-24 0,0 0-14 16,0 0-13-16,24 12-34 16,68-21 28-16,15-12-18 15,9-5-9-15,-13 5-3 16,-31 1 4-16,-12 5-2 16,-29 2-2-16,-19-1 0 15,-12 5 1-15,0 0 9 16,0 0 0-16,-8 1-2 15,-27-2-7-15,-1 8 1 0,12 2-1 16,4 0 7-16,-4 0 3 16,0 16-11-16,0 22 4 15,0 10 4-15,1 7-7 16,23 11 7-16,0 3 10 16,0 4-5-16,0 3-6 15,0 4-1-15,0 0 1 16,0-7-5-16,0-8 2 15,0-15-1-15,0-13-3 16,0-15-2-16,0-13-38 16,12-9-111-16,19 0-99 15,9-12-109-15,4-22-250 0</inkml:trace>
  <inkml:trace contextRef="#ctx0" brushRef="#br0" timeOffset="26356.38">14425 4006 706 0,'0'0'267'0,"0"0"-104"0,0 0-34 0,0 0-41 0,0 0 0 16,0 0-13-16,-116-56-47 15,81 56-12-15,-5 0-12 16,-4 31-4-16,-4 15-3 16,4 9 3-16,16 3-3 15,5-6 3-15,15-1-5 16,8-5 5-16,0-11 4 16,0-6-4-16,0-17-2 15,0-6-1-15,12-2-2 16,0-4-4-16,-1 0 9 15,13-4 0-15,0-25 0 16,8-10 10-16,-8-4-9 0,0 5-1 16,8 0 0-16,-8 15 1 15,-12 11-1-15,0 12 0 16,-12 0 0-16,3 0-9 16,9 0-18-16,0 19 20 15,8 4 3-15,-8-2-4 16,0 2 7-16,0-7 1 15,0-4 0-15,-12-5-1 16,0-7 1-16,0 0 3 16,0 0 3-16,12 0 3 15,0 0 9-15,0-19-16 16,12-6 6-16,0-1-8 16,12 1-1-16,7 9 1 15,17 3-3-15,0 13-3 0,-16 0-11 16,15 0 8-16,-11 3-2 15,-4 23 4-15,-20-1-2 16,0 1 7-16,-24-1-4 16,0-3 4-16,0-10 1 15,0-3 1-15,0-5-1 16,-12-4 1-16,0 0 1 16,-12-9 7-16,12-17-8 15,0-4 3-15,12-3-3 16,0-1 0-16,0 1 0 15,12 0-5-15,24 10-2 16,19 1 4-16,-7 5-3 16,0 5 2-16,0 1 0 15,-4 9-3-15,-9-1-6 0,-7 3-5 16,16 0-9-16,4-4 17 16,-16 2 0-16,-8-4 9 15,-12 1 2-15,-12-1 2 16,0 0 2-16,0-4 4 15,0 5 1-15,0-2 14 16,-12 1 7-16,-12-1-7 16,0 1-15-16,-8 2-7 15,-4 4-2-15,0 0-1 16,1 10-5-16,3 15-2 16,8 10 5-16,24-3 3 15,0-6-1-15,0-1 0 16,0-10 1-16,24-4-4 15,0-6 3-15,7-5 0 16,-3 0 1-16,4 0 0 0,4-10 10 16,8-14-10-16,-20-3 5 15,0 10 1-15,-20 2-3 16,3 14 1-16,-7 1-3 16,0 0 14-16,0 0-15 15,4 29-24-15,8 24 24 16,20 17 7-16,-8 22-6 15,12 14 7-15,8 13-7 0,-4-5 11 16,-9-3 5 0,-7-18 4-16,8-18 3 15,-28-11-6-15,-4-20 3 0,0-15-11 16,0-16 2-16,0-11-5 16,-36-2 8-16,-19 0 4 15,-21-17-12-15,-4-21-6 16,21-8-1-16,11-1 0 15,4-3-1-15,32 2-1 16,12-3 1-16,0 0-3 16,48-3 1-16,8 0 3 15,3-3 2-15,1-6-2 16,8-5 2-16,-9 3-3 16,1-3 1-16,-4 15-5 15,-20 11 5-15,-24 14 0 0,-12 12 1 16,0 9-1-16,0 5 0 15,0 2 0-15,0 0-1 16,-8 0-6-16,-16 25-2 16,-4 13 2-16,8 10 6 15,8 3 0 1,12-8-1-16,0-4 0 0,0-7 2 16,44-14 0-16,4-5-8 15,11-13 5-15,1 0-4 16,-4-17 7-16,4-29 2 15,-13-15-2-15,-3-4 5 16,-20-2-6-16,-24-4 5 16,0-2-3-16,0 1 1 15,-12-5 4-15,-24 17 1 0,12 19-3 16,1 19 17 0,11 14-1-16,-8 8 4 0,20 0-12 15,0 20-12-15,0 28-1 16,0 15 1-16,0 7 1 15,32 5-1-15,15 0 1 16,-7-9 1-16,4-9-2 16,-8-16 0-16,0-13-17 15,-5-15-73-15,-7-9-101 16,0-4-103-16,0-9-30 16,0-31-280-16</inkml:trace>
  <inkml:trace contextRef="#ctx0" brushRef="#br0" timeOffset="26506.16">16340 4108 753 0,'0'0'311'0,"0"0"-108"0,0 0-73 0,0 0-51 0,0 0-35 16,0 0-28-16,80-76-11 0,-33 57-3 0,-11 4-2 16,8 8-2-16,-16 3-33 15,-4 4-151-15,-12 0-205 16</inkml:trace>
  <inkml:trace contextRef="#ctx0" brushRef="#br0" timeOffset="28255.6">14321 5541 693 0,'0'0'267'16,"0"0"-83"-16,0 0-19 15,0 0-21-15,0 0-49 16,0 0-53-16,-119-106 1 15,107 106-20-15,12 0-23 16,-12 10-8-16,0 28 3 16,0 13 5-16,0 5 0 15,12 5 1-15,0 3-1 0,0-2 0 16,24 2 3-16,12-10-3 16,20-9 0-16,-9-7-2 15,-11-16 2-15,12-10 1 16,-16-12-1-16,4 0 0 15,0-2 0-15,-1-33 4 16,13-12 2-16,0-8-3 16,-12-8 1-16,-4-4-2 15,-8-1 0-15,-1 9-1 16,-23-1 1-16,0 4-2 16,0 10 4-16,0 1-3 15,-12 3 2-15,-23 5 3 16,-1 6-2-16,4 6-4 15,8 5 5-15,8 10 8 16,4 7 2-16,4 3-6 0,8 0-5 16,0 0-4-16,-12 0 0 15,12 11-13-15,0 16 10 16,0 15 1-16,0 9 0 16,0 5 2-16,0 7 1 15,0 2 3-15,24 2-1 16,0-7-3-16,12 0 0 15,0-6 1-15,-4-13-1 16,3-6-4-16,1-8 4 16,0-3 0-16,0-8 2 0,-4-5-2 15,4-1-3 1,-5-5 2-16,-3-5 0 0,4 0-11 16,4 0 7-1,-12-16 5-15,20-14 2 0,-5-4 1 16,-7-1-2-16,-16 1 2 15,4 1-3-15,-20-1 1 16,0 0 2-16,0 8 0 16,0 4 0-16,0 2 0 15,0 11-2-15,-12 4-2 16,0 3 3-16,0 2-7 16,-8 0-4-16,-3 9 2 15,-13 23 1-15,0 7 4 0,12-1 0 16,12-4 2-16,12 0-6 15,0-4-5-15,0-1-2 16,0-7-10-16,0-6 7 16,0-3 7-16,24-4-13 15,-12-2 11-15,12-7 9 16,0 0-8-16,-4 0 2 16,-5-15 8-16,9-6 8 15,0-1-6-15,-4 4-2 16,-8 7 0-16,0 5 1 15,-12 6 3-15,0 0-4 16,0 0-6-16,0 0 3 0,12 0-17 16,0 0 9-1,24 10 10-15,0-3 1 0,-5 2 1 16,-7-3 4-16,-12-6-4 16,12 0 0-16,-12 0-1 15,12 0 9-15,8-5-3 16,-4-16-5-16,4-10 4 15,-8-1-1-15,-1 0-1 16,-11 0-2-16,0 10 4 16,0 8-1-16,0 10 0 15,-12 4 6-15,8 0-10 16,-4 0 0-16,16 0-10 16,4 0-6-16,12 9 15 15,0 13-1-15,11 7-1 16,-15 2 5-16,-16 1-4 15,-16 3 4-15,0-5-2 16,0 0 1-16,0-5-1 0,-4-7 1 16,-8-1-1-16,0-10 0 15,4-7 1-15,8 0 4 16,0 0-2-16,0 0-1 16,0-14 8-16,0-14-7 15,0-5-2-15,8-6-1 16,28-9-1-16,4-3 1 15,4 1 0-15,-8 11-1 16,-1 5 1-16,-11 14 1 16,-12 3-1-16,-12 12 0 0,8 1 0 15,-4 4 0 1,-4 0 0-16,12 0-8 0,-4 0-1 16,16 0 1-16,20 9 7 15,-8 12-3-15,-1 0 4 16,1 5-2-16,-12-2 2 15,0 3 1-15,-4-5-1 16,-20-10-2-16,0 5 2 16,0-8 0-16,0 0 2 15,0 2-2-15,-32-6 3 16,-16 2-3-16,-7 3 0 16,-5-6-25-16,12 7-67 15,0 2-54-15,16-3-98 0,28-7-237 16</inkml:trace>
  <inkml:trace contextRef="#ctx0" brushRef="#br0" timeOffset="29906.74">17041 4959 295 0,'0'0'860'0,"0"0"-687"0,0 0-86 0,0 0 47 0,0 0-93 16,0 0-41-16,-36-20-9 15,36 80 9-15,0 17 6 16,24 10 0-16,-12 4 0 16,12 1 0-16,-4-6-5 15,-5-13-1-15,9-16 3 16,12-18-2-16,-4-12 0 16,4-7-1-16,8-11-3 0,-8-2 3 15,-1-7 0-15,1 0-3 16,12 0 2-16,0-11-1 15,0-10 2-15,-5-1 0 16,1-7-5-16,-4-1 5 16,-8-1 0-1,-16 2 0-15,4 1 0 0,-20 4 0 16,12-6 1-16,-12 6 2 16,0-4 0-16,0 5-1 15,0 1-2-15,-24 2 0 16,4 7 1-16,-4 8-1 15,8 5 3-15,-4 0-3 0,-8 0-2 16,-4 22-8 0,-4 16 10-16,5 2 0 0,15 4-7 15,8-2 7 1,8-3 0-16,0-14-1 0,0-7-1 16,0-4 4-16,8-11-4 15,8 0 1-15,-4-3-3 16,7 0 4-16,5-6 0 15,12-26 4-15,0-2 0 16,-4 4-2-16,-8 9-2 16,-20 10 0-16,4 11-2 15,-8 0 1-15,0 0-3 16,0 7-4-16,12 18-8 16,0 6 16-16,12-4 1 15,-13-8 1-15,21-5-2 0,-8-6-3 16,0-5 1-1,0-3-18-15,0 0 0 0,12-3 17 16,0-22 3-16,-1-13 1 16,-11-4 4-16,-4-13-5 15,-8-4 1-15,-12-7 3 16,0-1-3-16,0 2 9 16,0 21-10-16,0 13 5 15,0 14 24-15,0 12-4 16,0 5 1-16,0 0-9 15,-8 0-17-15,8 13-12 16,0 20 9-16,-4 16-2 16,4 4 5-16,0 6 3 15,0-10-1-15,0-7-4 0,0-13 2 16,0-12-4-16,0-9 0 16,0-8 1-16,0 0-2 15,0 0 3-15,0 0 1 16,36-3 1-16,32-17 1 15,-5 2-1-15,5 8-1 16,-12 4-8-16,-4 6 1 16,-9 0-1-16,-19 0 6 15,0 10-5-15,-24 12 1 16,0 5 3-16,0 0 0 16,-24 4 4-16,-31-2 1 15,-9-10-1-15,-4-4 0 16,0-7 1-16,17-6 0 15,7-2 3-15,20 0-3 16,12 0 1-16,4 0 1 0,8 0-2 16,0 0 0-16,0 4-1 15,0-4-8-15,0 3 1 16,44-3 6-16,12 0 1 16,7 0 8-16,5 0-8 15,12 0 1-15,-21-17 1 16,-11-4-2-16,0-9 8 15,-4 1-6-15,-20-2-2 16,0 3 6-16,-13 10-3 16,-11 1 13-16,0 11 5 0,0 3 6 15,0 3-13-15,0 0-8 16,0 0-6-16,0 0-8 16,0 15 1-16,0 5 7 15,0 2 0-15,0-7-2 16,24 2 2-16,8-8 1 15,4-9-1-15,12 0-1 16,0 0-5-16,19-36 3 16,-7-7 1-16,-12-8 2 15,-4-6 0-15,-17-4 0 16,-7-1 1-16,-20-2 2 16,0-1 0-16,0 8 0 15,-12 14 6-15,-11 17 1 0,-9 12 8 16,20 12 18-1,0 2 5-15,0 0-28 0,12 22-12 16,0 27-1-16,0 13 2 16,0 13-2-16,0 10 3 15,24-3-2-15,23-6 0 16,1-14-1-16,8-11 0 16,0-12-5-16,-8-13-3 15,-13-10-9-15,-11-10-76 16,-12-3-29-16,0-3-115 15,-12 0-181-15</inkml:trace>
  <inkml:trace contextRef="#ctx0" brushRef="#br0" timeOffset="30938.87">14246 7647 906 0,'0'0'160'0,"0"0"-21"0,0 0-35 0,0 0-13 0,0 0-23 16,0 0-41-16,-32-15-27 0,32 15-4 15,0 0 2-15,0 13 3 16,0 10-1-16,12-5 9 16,8 2 11-16,-4-6-4 15,-4-6 6-15,-1-7-6 16,9-1-5-16,-16 0-7 15,8 0 10-15,20 0-11 16,12-17 11-16,32-31 5 16,47-20-11-16,8-16-3 15,45-12 0-15,11-6-3 16,8 2-2-16,-8 0 0 16,-32 10-5-16,-27 25 5 0,-49 18-2 15,-39 24 2-15,-20 15 5 16,-20 8-5-16,0 0 0 15,0 0-2-15,0 0-3 16,0 0-33-16,0 6-85 16,0 19-161-16,-36-5-125 15</inkml:trace>
  <inkml:trace contextRef="#ctx0" brushRef="#br0" timeOffset="32939.06">12016 6256 301 0,'0'0'201'0,"0"0"-102"0,0 0-10 16,0 0 45-16,0 0-8 0,0 0-38 15,0-119-19-15,0 100 12 16,0 9-12-16,0-5-26 15,0 2 0-15,0-1-1 16,0 1-4-16,0 8 0 16,0 0-5-16,0 5 4 15,0 0-13-15,0 0-15 0,0 0-9 16,0 8-5-16,0 18-17 16,0 8 21-16,0 9 1 15,12 13 1-15,12 5 0 16,8 5-1-16,-4 4 2 15,3 4 0-15,-3 10-2 16,-8 2 9-16,4 6 1 16,0 6-7-16,0 1 11 15,-12-1-14-15,12-1 1 16,0 0 16-16,-1-4-12 16,9-2 1-16,-8-3 6 0,12-7-4 15,0-5 5-15,-4-9-10 16,4-4 3-16,-13-1-4 15,13 2 5 1,-4-2-6-16,-4 1 9 0,4-7-8 16,-16 3 2-16,4-7 4 15,4-1-3-15,-12-5-5 16,11-5 5-16,-11-6-1 16,0 0-2-16,-4 3 5 15,-4-8-7-15,8 0 0 16,-12-5 2-16,8-7-1 15,-8-1 0-15,0-5-1 16,0-5 0-16,0-7 3 16,0 0-2-16,0 0 2 0,0 0-2 15,0 0 2-15,0 0 3 16,0 0-1-16,0 0-4 16,0 0 6-16,0-9-1 15,0-14-6-15,-44-8-10 16,-15-4 0-16,15-6 4 15,-8-3 3-15,-4 6 2 16,9-4 0-16,11 10 1 16,0 0 1-16,4 6-1 15,8 6 0-15,12 3 0 16,0 8 0-16,12 2 0 16,0 3 0-16,0 4 6 15,0 0-8-15,0 0 2 0,0 0-6 16,0 16-12-1,36 15 18-15,20 5 1 0,-8 3-1 16,-1-5 4-16,1-1-4 16,-4-8-6-16,-8-10 6 15,-12-3 2-15,-12-8-2 16,0-4 0-16,0 0 0 16,-1 0-2-16,21-4 1 15,-8-30 1-15,0-14 3 16,12-13 3-16,-12 0-6 15,0-2 0-15,-12-2-6 16,0 5-42-16,-12 1-34 16,0 6-86-16,0 2-73 15,0 0-163-15</inkml:trace>
  <inkml:trace contextRef="#ctx0" brushRef="#br0" timeOffset="33605.5">11745 5878 541 0,'0'0'343'15,"0"0"-181"-15,0 0-48 0,0 0-55 0,0 0-36 0,0 0-13 16,-12 88 3-16,12-28 3 0,0 3-3 16,0 2 7-16,0-6 6 15,0-12-13-15,0-14 1 16,0-11 1-16,0-10-15 15,0-6 0-15,0-2 0 16,0-4 4-16,0 0 14 16,0-8 63-16,0-19 0 15,0-19-64-15,0-14-11 16,4-8-3-16,32-3-3 16,-4 9-2-16,-4 11 2 15,4 13 0-15,-8 10 0 0,7 14 1 16,-15 7-1-1,-4 7-2-15,12 0-5 0,8 0 5 16,16 12-4-16,0 12 6 16,-1-2 0-16,9 9-6 15,-20 3-19-15,24 5-107 16,-13 5-81-16,9 1-110 16,12 0-285-16</inkml:trace>
  <inkml:trace contextRef="#ctx0" brushRef="#br0" timeOffset="42157.03">6187 12604 607 0,'0'0'210'0,"0"0"-89"0,0 0-20 0,0 0-3 0,0 0-26 0,0 0-18 0,0 0 12 16,0 0-20-16,-24 0-18 15,24 0-8-15,0 0 1 16,36 0 7-16,24 0 24 16,19 0-11-16,5 0-12 15,19 0-5-15,1 0-6 16,3 0-6-16,9-7-7 16,3 1-2-16,9 0-3 15,-1 3 9-15,1 1-8 16,-13-2 6-16,-7-3-7 0,-17 3 5 15,-19 4-1 1,-12-2-2-16,-5 2-1 16,-19 0 2-16,-12 0 0 0,-12 0-3 15,0 0-3-15,-12 0 3 16,0 0 1-16,0 0-1 16,0 0 7-16,0 0-14 15,0 0-2-15,0 0-42 16,0 0-58-16,0 0-106 15,12 0-57-15,12 0-132 16</inkml:trace>
  <inkml:trace contextRef="#ctx0" brushRef="#br0" timeOffset="42906.85">9798 12863 738 0,'0'0'288'0,"0"0"-136"0,0 0-71 0,0 0 20 0,0 0-37 15,0 0-34-15,24 0-9 16,44 0 43-16,11 0-24 15,5 0-12-15,12 0-14 0,-5 0-3 16,13 0-7-16,-21-1-1 16,1 1 0-16,-16 0-1 15,-21 0-2-15,-3 0 0 16,-20 0-5-16,-20 0 4 16,-4 0-1-16,0 0-8 15,0 0-25-15,0 0-66 16,-36 0-95-16,-43 16-51 15,-21 9-156-15</inkml:trace>
  <inkml:trace contextRef="#ctx0" brushRef="#br0" timeOffset="43473.57">5952 13944 768 0,'0'0'203'0,"0"0"-67"0,0 0-36 0,0 0 4 0,0 0-8 16,0 0-41-16,-44-8-22 16,100 4-9-16,48-9 26 15,39-1 7-15,8-3-26 16,24-3-12-16,1 4-8 0,11-3-11 16,12 3 0-16,-4 0 4 15,-4 1-1 1,-20 5-2-16,-39 0-1 15,-17 5 0-15,-31-3 1 0,-37 8-1 16,-23 0-1-16,-12 0-2 16,-12 0-2-16,0 0-45 15,0 0-44-15,0 0-69 16,0 0-128-16,0 4-289 16</inkml:trace>
  <inkml:trace contextRef="#ctx0" brushRef="#br0" timeOffset="67990.22">18243 13568 131 0,'0'0'548'0,"0"0"-406"0,0 0-3 0,0 0-32 15,0 0-5-15,0 0-24 16,0 0-16-16,-95-18 12 0,95 18-35 16,0 0 1-1,0 0-22-15,0 0-13 0,0 0 12 16,59 0-11-1,25 0 13-15,43 0 4 0,5-9-15 16,19-15 14-16,20 2-11 16,-7 3-8-16,-1-2 2 15,4 9-5-15,-16 4 3 16,13 3-2-16,-21 5-1 16,-16 0-2-16,-23 0 2 15,-25 0 0-15,-15 0 2 16,-8 0-2-16,-20 0-5 15,-16 0 5-15,-8 4-1 16,-8-3 0-16,-4-1 1 0,0 0 1 16,0 0 0-16,0 0-1 15,0 0 0-15,0 4-2 16,0 1-56-16,0 10-70 16,-60 0-183-16,-20 5-246 15</inkml:trace>
  <inkml:trace contextRef="#ctx0" brushRef="#br0" timeOffset="84584.23">31665 14007 261 0,'0'0'507'0,"0"0"-367"0,0 0 9 0,0 0-57 15,0 0 3-15,0 0-33 16,0 0 6-16,0 0-2 16,0-44-15-16,0 44-3 15,0 0-11-15,0 0-19 0,0 0 7 16,0 0-19-16,0 0 2 15,0 0-4-15,4 0-3 16,16 0-1-16,-4 7-2 16,20 15 2-16,7 7 1 15,-7-3 4-15,0 7-4 16,-4 0 8-16,-4-2-9 16,-4-5 0-16,-4-1 0 15,-8-3 0-15,8-9 0 16,-16-4 3-16,3-9-3 15,-3 0 3-15,-4 0 4 16,20 0 10-16,4-37 8 0,24-17-2 16,12-14-17-16,7-8-1 15,-7 8-4-15,8 0-1 16,-8 3 0 0,-1 4 5-16,1 9-5 0,-16 12 1 15,-8 4-1-15,-8 7-2 16,-9 12 2-16,-7 10 0 15,-12 0-4-15,12 3 1 16,-12 4-10-16,0 0-20 16,0 0-16-16,0 0-40 15,0 0-120-15,0 28-63 16,-24 2-181-16</inkml:trace>
  <inkml:trace contextRef="#ctx0" brushRef="#br0" timeOffset="91823.38">26282 14440 224 0,'0'0'446'0,"0"0"-285"0,0 0-19 0,0 0-12 15,0 0 25-15,0 0-62 16,0 0 4-16,0 0-32 15,-295-55-18-15,295 55-31 16,0 0-14-16,0 0-1 16,36 0 2-16,60 0-2 0,55 0 3 15,36-15 14-15,32-7-17 16,20-7 13 0,16 3-9-16,4 1-2 0,-5 3 0 15,-11 6-2-15,-28 6 0 16,-8 5 0-16,-19 5 5 15,-21 0-5-15,-4 0 1 16,-12 0-2-16,-11-4 1 16,-13 1 0-16,0 3-1 15,-23 0 1-15,-16 0 0 16,-33 0 2-16,-11 0 0 16,-28 0 12-16,-8 0-6 15,-8 0-5-15,0 0 5 0,0 0-6 16,0 0 0-16,0 0-3 15,0 0-3-15,0 0-2 16,0 0-29-16,0 3-72 16,-12 23-116-16,-32 0-145 15</inkml:trace>
  <inkml:trace contextRef="#ctx0" brushRef="#br0" timeOffset="95423.35">27042 15499 686 0,'0'0'51'0,"0"0"47"0,0 0-11 0,0 0-3 0,0 0 25 15,0 0-46-15,0 0-29 16,-59-31-16-16,59 31-9 15,0 0-8-15,44-3 1 16,39-2 11-16,37 1 16 16,19-6-1-16,12 0 0 15,24-3-5-15,1-2-4 16,23 3-2-16,8 1 3 16,-4 9 1-16,-4-3-13 15,0 5 9-15,-4 0-8 16,16 0 4-16,0 0-2 15,0 0-3-15,-12 0 11 16,-28 10-19-16,-19-1 0 16,-33 6 2-16,-11-8 2 15,-17 3 6-15,-19 0-1 0,-12-3-2 16,-17 3-1 0,-19-7-4-16,0-2 2 0,-12-1-3 15,-12 5 0-15,0-5-1 16,0 0-1-16,0 3-5 15,0 9-15-15,0 14-103 16,-36 16-29-16,-35 2-196 16</inkml:trace>
  <inkml:trace contextRef="#ctx0" brushRef="#br0" timeOffset="98923.2">25310 17031 590 0,'0'0'41'0,"0"0"20"0,0 0 27 0,0 0 20 16,0 0-16-16,0 0-3 0,0 0-57 16,-199-18-28-16,211 16-4 15,72-7 9-15,43-4 20 0,37-7 20 16,35 2-24-16,36-4 8 16,47-6-23-16,29 11 4 15,27 2-8-15,1 7 5 16,-21 8-6-16,13 0-4 15,-29 0 5-15,-15 17 4 16,-24-5-2-16,-32 7-8 16,-20 1 14-16,-28 2-7 15,-16-4 5-15,-28 5 6 16,-11-4 0-16,-33-7-4 16,-27 0-7-16,-20-4 6 0,-24-6-11 15,0 5 6 1,-12-7-1-16,-12 3-4 0,0-3-3 15,0 0 0-15,0 7-11 16,-12 3-137-16,-84 4-274 16</inkml:trace>
</inkml:ink>
</file>

<file path=ppt/ink/ink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16:23.146"/>
    </inkml:context>
    <inkml:brush xml:id="br0">
      <inkml:brushProperty name="width" value="0.05292" units="cm"/>
      <inkml:brushProperty name="height" value="0.05292" units="cm"/>
      <inkml:brushProperty name="color" value="#FF0000"/>
    </inkml:brush>
  </inkml:definitions>
  <inkml:trace contextRef="#ctx0" brushRef="#br0">15731 8411 931 0,'0'0'185'0,"0"0"-64"0,0 0-33 0,0 0-5 0,0 0-37 16,0 0-24-16,0 0-6 15,95-11-14-15,-51 24 18 16,8 13 32-16,4 1-29 16,-9 3 3-16,1 1-3 15,-16-5-18-15,16-8 2 16,-12-7 2-16,11-11-2 15,21 0 1-15,52-46 12 16,31-26 2-16,32-23-9 16,16-10-10-16,-8-2-3 15,-8 5-1-15,-15 6 1 16,-21 14 5-16,-40 15-4 16,-23 16-1-16,-28 16 0 15,-20 17 0-15,-24 4 2 0,-4 11 3 16,-8 3-1-16,0 0-4 15,0 0-2-15,0 0 2 16,0 0-1-16,0 0-27 16,0 7-69-16,0 25-138 15,-56 8-176-15</inkml:trace>
  <inkml:trace contextRef="#ctx0" brushRef="#br0" timeOffset="5650.37">15205 11727 659 0,'0'0'143'0,"0"0"-19"0,0 0-55 0,0 0 20 16,0 0-41-16,0 0-32 16,0 0-9-16,-20 0 9 15,20 7 5-15,20 8 42 16,4 8-31-16,0 0-12 15,8-4 12-15,-8-4-16 16,0-5 4-16,0-3-3 16,11-7-7-16,13 0 14 15,24-9 29-15,19-46 8 16,29-17-23-16,15-23-16 16,5-7-15-16,-9 6-4 0,0 0-3 15,-19 12 0-15,-25 19 1 16,-19 15-1-16,-20 20 0 15,-16 9 0 1,-16 11 1-16,-4 5 0 0,-4 1-2 16,4 1 0-16,-1-1-3 15,-11 4-15-15,12 0-91 16,-12 0-120-16,0 0-351 16</inkml:trace>
  <inkml:trace contextRef="#ctx0" brushRef="#br0" timeOffset="12285.13">12729 14478 795 0,'0'0'161'0,"0"0"-39"0,0 0 27 0,0 0-41 0,0 0-17 15,0 0-22-15,0 0-32 16,0 0-10-16,-175-16-6 0,175 16-13 16,0 0-5-1,11 0-2-15,61 9 12 0,20-2 6 16,35-6 9-16,5-1-4 16,19 0-10-16,24 0-5 15,12 0-1-15,8-8 6 16,-4 1-10-16,-8 5-4 15,-7-3 0-15,-13 5-1 16,0 0 1-16,-19 0 2 16,7 0 6-16,-12 0-7 15,-11 0 0-15,-21 5-1 16,13 0 0-16,-29 6-2 16,1-2 2-16,-33 1 0 15,9-1-1-15,-20-2 1 16,-20-2 0-16,-8-1 3 15,4-1-3-15,-24 1-5 0,0-4 5 16,0 0 2-16,11 0 2 16,-11 0-4-16,0 0 2 15,0 0 3-15,0 0-5 16,-11 0-13-16,-45 9-74 16,-40 10-156-16,-31 0-227 15</inkml:trace>
  <inkml:trace contextRef="#ctx0" brushRef="#br0" timeOffset="14950.12">22277 11194 937 0,'0'0'115'0,"0"0"6"0,0 0-41 15,0 0 20-15,0 0-20 0,0 0 3 16,0 0-43-16,0 0-13 15,-12-2-12-15,12 24-7 16,35 1 12-16,9 6 16 16,4 3-15-16,0-5-8 15,0-5-3-15,-17-10-2 16,17-5-5-16,-12-7 0 16,12 0 1-16,8-27-1 15,47-38 1-15,16-34 1 16,33-20-1-16,11-15-4 15,12-6 1-15,-12 9 5 16,-19 4-6-16,-17 20 1 16,-23 17-1-16,-25 27 0 15,-39 19-4-15,-16 18 4 0,-16 11 1 16,-4 9-1-16,-4 6 0 16,0 0 0-16,8 0-1 15,-8 0-20-15,0 0-73 16,12 1-209-16,-12 26-115 15</inkml:trace>
  <inkml:trace contextRef="#ctx0" brushRef="#br0" timeOffset="20916.96">22404 13793 994 0,'0'0'129'0,"0"0"14"0,0 0-57 0,0 0-5 0,0 0-56 0,0 0-15 15,0 0-9-15,84 59 21 16,-41-21 22-16,17-1 1 16,-12-8-33-16,0-8-5 15,7-12 5-15,13-9-8 16,16-16 8-16,23-51 15 16,17-26 6-16,7-11-22 15,8-3 0-15,1 3-7 16,-13 20-2-16,-19 11-2 15,-5 13 0-15,-31 12 0 16,-5 12 1-16,-27 5 1 0,-8 7-2 16,-8 10-4-16,-12 5 0 15,-12 1-10-15,12 7-59 16,-12 1-73-16,0 0-133 16,0 0-331-16</inkml:trace>
  <inkml:trace contextRef="#ctx0" brushRef="#br0" timeOffset="30516.58">22519 16649 848 0,'0'0'125'0,"0"0"24"0,0 0-72 0,0 0 26 0,0 0-13 16,0 0-33-16,0 0-16 15,-35-78-14-15,35 78-10 16,0 0-13-16,0 0-2 16,35 14 12-16,1 19-6 15,12 2 7-15,-12 3-3 16,0-7 0-16,-4-6-4 15,-9-5-3-15,-3-14-3 16,4-6 1-16,12 0-2 16,12-19 7-16,31-39 14 15,21-24-1-15,11-16-16 16,9-14-5-16,11 1 3 16,5 0 0-16,-9 12-3 15,-19 15-5-15,-25 16 5 16,-15 25 9-16,-32 10-9 15,-12 21-7-15,-24 7 7 0,0 5 0 16,0 0 0-16,0 0 0 16,0 0-1-16,0 0-9 15,0 0-53-15,0 10-149 16,0 17-161-16</inkml:trace>
</inkml:ink>
</file>

<file path=ppt/ink/ink3.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17:21.808"/>
    </inkml:context>
    <inkml:brush xml:id="br0">
      <inkml:brushProperty name="width" value="0.05292" units="cm"/>
      <inkml:brushProperty name="height" value="0.05292" units="cm"/>
      <inkml:brushProperty name="color" value="#FF0000"/>
    </inkml:brush>
  </inkml:definitions>
  <inkml:trace contextRef="#ctx0" brushRef="#br0">7413 9876 587 0,'0'0'209'0,"0"0"-66"0,0 0-50 0,0 0-20 0,0 0-22 16,0 0-12-16,0 0-7 15,0 0-5-15,24 0 18 16,48 0 2-16,-4 0-8 16,27 0-9-16,-3-2-8 15,23-8 3-15,5-2-6 16,7 2-5-16,12-2 2 15,-7 1-6-15,3 7-1 16,-15 3-4-16,-1 1-2 0,-15 0 3 16,-1 0 2-16,-19 0-7 15,-5 0-1 1,-19 0 2-16,8 1-2 0,-21 9 1 16,1-5 4-16,-12 0-5 15,0-1 3-15,-12-4-3 16,-4 3 1-16,-16-3 4 15,4 0-4-15,-8 0 0 16,0 0 3-16,0 0 5 16,0 0 4-16,0 0-13 15,0 0-2-15,0 0-11 16,0 0-118-16,-20-3-93 16,-16 3-141-16</inkml:trace>
  <inkml:trace contextRef="#ctx0" brushRef="#br0" timeOffset="798.58">7334 10552 482 0,'0'0'310'0,"0"0"-180"0,0 0-24 0,0 0-19 0,0 0-33 16,0 0-12-16,0 0-20 15,55 0 14-15,41 0 7 16,-4 0-18-16,23 0-5 16,-7 0 13-16,19 0-10 15,-12 0-5-15,-7 0-10 16,11 0 6-16,-7 0-10 15,-5-1 2-15,-3-3-1 16,-9 1 4-16,-15 3-7 16,-20 0 2-16,7 0-2 15,-27 0-2-15,-8 0 0 16,-16 0 2-16,-8 0-1 16,4 0 0-16,-12 0-1 15,0 0-2-15,0 0-5 0,0 0-36 16,0 0-106-16,0 0-83 15,-24 7-178-15</inkml:trace>
  <inkml:trace contextRef="#ctx0" brushRef="#br0" timeOffset="1612.32">7577 11283 660 0,'0'0'160'0,"0"0"-18"0,0 0-33 0,0 0 0 0,0 0-32 0,0 0-49 15,-36 0-4-15,36 0-5 0,0 0-12 16,59 0 13-16,25 0 18 15,20 0-11-15,3 0-13 16,17 0-4-16,-17 0-6 16,12-2 1-16,-3-5-1 15,-13 4-1-15,5-2 0 16,-16 4-3-16,-13 1 1 16,-7 0 0-16,-24 0-1 15,7 0 0-15,-19 0 1 16,0 0-1-16,-12 0-3 15,-12 0 3-15,0 0-1 0,0 0 2 16,8 0-2-16,-16 0-11 16,4 0-45-16,4 6-85 15,-8 4-92-15,-4-3-155 16</inkml:trace>
  <inkml:trace contextRef="#ctx0" brushRef="#br0" timeOffset="2713.1">7318 12166 630 0,'0'0'171'0,"0"0"-30"0,0 0-36 16,0 0-9-16,0 0-18 0,0 0-41 15,-24 7-22-15,24-2 4 16,40 3-6-16,27-3 46 16,25-1-11-16,3-4-12 15,33 0-1-15,-1 0-4 16,5 0-3-16,7 3-21 15,4-3 1-15,5 0-2 16,-5 0 5-16,8 0-10 16,-23 0 1-16,-1 0-2 15,-19 0 9-15,-25 3-8 16,-15 7 1-16,-12-3-2 16,-28 1-7-16,-5-1 7 15,-3-7 0-15,-8 0 0 16,-12 0 9-16,0 0-15 0,12 0 12 15,-12 0-12 1,0 0-1-16,12 0-53 0,0 0-118 16,0 0-86-16,0 0-211 15</inkml:trace>
  <inkml:trace contextRef="#ctx0" brushRef="#br0" timeOffset="4280.04">8664 14089 804 0,'0'0'92'0,"0"0"-17"15,0 0 12-15,0 0 6 0,0 0-20 0,0 0-40 16,0-21-28-16,0 21-3 16,0 0 8-16,35 0 25 15,-3 12 0-15,-4 1-8 16,-4 7 2-16,0-3-2 16,-4 5-6-16,4 1 10 15,8-3-8-15,-17-4-9 16,5-5 4-16,-8-1-10 15,0-5 8-15,0-5-15 16,4 0 10-16,16-5-4 0,16-46 4 16,35-30 1-16,9-15-4 15,11-5-3-15,-11 11-6 16,-20 18 7 0,-13 15-12-16,1 16 6 0,-16 15-13 15,-8 18-75-15,-12 8-130 16,0 0-178-16</inkml:trace>
  <inkml:trace contextRef="#ctx0" brushRef="#br0" timeOffset="27186.2">17296 9397 812 0,'0'0'243'0,"0"0"-71"0,0 0-97 0,0 0-17 0,0 0-41 15,0 0-15-15,0 0 8 0,246-54 12 16,-130 39 15-16,-9-1-18 15,1 3-2-15,3 1-8 16,-15 2 3-16,11 0-2 16,-15 1-8-16,-12 9-1 15,-21-5 0-15,-11 4 1 16,-16 1 6-16,-20 0-10 16,-8 0 3-16,-4 0-2 15,0 0-6-15,0 0-57 16,0 21-23-16,-36 10-25 15,-12 6-119-15,12-3-164 16</inkml:trace>
  <inkml:trace contextRef="#ctx0" brushRef="#br0" timeOffset="27752.76">17284 10255 693 0,'0'0'237'0,"0"0"-61"16,0 0-68-16,0 0-18 0,0 0-12 0,0 0-37 0,-36-22-22 16,36 22-17-16,0-4-2 15,63-1 0-15,17-8 3 16,36-1 14-16,-1 0-13 0,-7 5-4 16,11 1 4-16,-4 4-9 15,-19 2 5 1,-8-1 0-16,-29 3-2 0,-23 0 2 15,-12 0 0-15,-12 0 0 16,-12 0-3-16,0 0-12 16,0 0-26-16,0 3-43 15,0 11-9-15,0 9-14 16,-12-3-155-16,-20-3-56 16</inkml:trace>
  <inkml:trace contextRef="#ctx0" brushRef="#br0" timeOffset="28153.41">17379 10776 656 0,'0'0'169'0,"0"0"-42"15,0 0-45 1,0 0-5-16,0 0-50 0,0 0-11 16,0 15-1-16,12-9 42 15,36 1-24-15,12-4-1 16,7 4-1-16,5-5-9 15,-4 2 9-15,3-4-27 16,-15 0 4-16,4 3 4 16,-12-3-9-16,-13 0-6 15,-3 0 9-15,-16 0-8 16,4 0 2-16,-8 0-62 16,0 4-72-16,0-3-68 15,0-1-162-15</inkml:trace>
  <inkml:trace contextRef="#ctx0" brushRef="#br0" timeOffset="30104.58">17809 12628 493 0,'0'0'177'0,"0"0"-43"0,0 0 8 0,0 0-47 0,0 0 3 0,0 0-46 0,-32 0-17 16,32 0-17-1,0 0-17-15,0 0 15 0,0 0-13 16,32-1 4-16,28-6 12 16,0 1 29-16,31-2-13 15,-7 4-27-15,11-1-7 16,21-5 17-16,-1 5 6 15,17-4-13-15,-17-1-7 16,-11 3 10-16,-1 2-11 16,-19 0-6-16,-13 5 12 15,-3-2-17-15,-20-2 8 16,-4 4 0-16,-20 0 0 0,-8 0 0 16,-4 0 0-1,-5 0 0-15,-7 0-1 0,0 0 1 16,0 0 0-1,0 0 0-15,0 0-34 0,0 0-74 16,0 0 3-16,0 0-64 16,0 13-55-16,0 3-188 15</inkml:trace>
  <inkml:trace contextRef="#ctx0" brushRef="#br0" timeOffset="30804.55">18490 13290 620 0,'0'0'86'0,"0"0"74"0,0 0-13 0,0 0-40 0,0 0-13 0,0 0-12 16,-60-16-25-16,60 16-15 15,0 0-17-15,0 0-11 16,0 0-9-16,0 0 0 16,12 0-5-16,60-4 0 15,8-1 0-15,15-2 3 0,-3 0 0 16,11 1-3-16,-7 2 1 16,-1-1 0-16,-3-1 0 15,-8 6 0 1,-17-3-1-16,-7 3 8 0,-16 0-16 15,-16 0 9-15,-8 0-2 16,-9 0 0-16,1 0 0 16,0 0 2-16,0 0-1 15,0 0 0-15,0 0 1 16,0 0-3-16,-4 0 4 16,-4 0-4-16,4 0-6 15,-4 0-34-15,-4 0-94 0,0 0-7 16,0 9-141-16,0 6 7 15</inkml:trace>
  <inkml:trace contextRef="#ctx0" brushRef="#br0" timeOffset="32156.21">18661 14046 540 0,'0'0'94'0,"0"0"-13"16,0 0 58-16,0 0-19 0,0 0-19 0,0 0-20 16,-75-9-33-16,75 9 3 15,0 0-31-15,0-8 20 16,0 5-32-16,20-2-3 16,47-9 8-16,21-1 4 15,23 0-13-15,-15-6 4 16,11 11-5-16,-15 5 3 15,3 0-9-15,-15 5 6 16,4 0 2-16,-17 0-5 16,-7 0 0-16,-16 0-1 15,-16 0 0-15,-4 5 1 0,-4 8-2 16,-8 3-2-16,-12 6-50 16,0 7-26-16,0 5-47 15,0 8-153-15,-36-2-261 16</inkml:trace>
  <inkml:trace contextRef="#ctx0" brushRef="#br0" timeOffset="32522.39">18339 15214 828 0,'0'0'20'0,"0"0"-8"16,0 0 45-16,0 0-3 0,0 0 8 0,0 0-26 0,-4 30-18 15,79-25 8-15,29-5 11 16,11 0-6-16,13 0 0 15,3 0-18-15,5 0-11 16,-17-6 0-16,8-3-2 16,-23 2 0-16,-20 1 0 0,-13 3 0 15,-15 3-2 1,-16 0 0-16,-4 0-48 0,-28 0-64 16,-8 0-166-16,0 0-221 15</inkml:trace>
  <inkml:trace contextRef="#ctx0" brushRef="#br0" timeOffset="51009.47">27265 10693 601 0,'0'0'199'0,"0"0"-69"0,0 0-9 0,0 0-15 0,0 0-2 16,0 0-6-16,0 0-26 16,0 0-14-16,-155 0-11 0,155 0-20 15,0 0-3-15,0 0-6 16,4 0-6-16,52 0 4 16,23 0 17-16,17 0-12 15,12 0-9-15,15-4-4 16,-4-1 11-16,21 1-18 15,3 2 7-15,4-5-1 16,5 3-4-16,-9-1 3 16,8 1-4-16,1-3-2 15,-21 5 0-15,4 2 1 16,-15 0-1-16,-5 0 0 16,-11 0 2-16,-17 0 0 15,-19 0-2-15,-8 0 0 16,-16 0-1-16,-20 2 1 15,-1 1-1-15,-23 1 0 0,12 0-2 16,-12-4 3-16,0 0 0 16,0 0-7-16,0 0-39 15,0 0-75-15,0 5-94 16,0 2-192-16</inkml:trace>
  <inkml:trace contextRef="#ctx0" brushRef="#br0" timeOffset="71158.23">26644 12277 658 0,'0'0'173'0,"0"0"-54"0,0 0-82 0,0 0-9 0,0 0 26 15,0 0-10-15,339-19-13 16,-224 7-8-16,5-1 3 16,7-2-11-16,4 4-2 0,17-1-5 15,-9-1 1 1,0-2-4-16,-19 14-4 0,-13-5 1 15,-15 6 5-15,-12-4-7 16,-21 1 1-16,-11 3-1 16,-12 0 0-16,-12 0 0 15,-4 0-1-15,-16 0-1 16,-4 0-6-16,0 0-4 16,0 0-84-16,0 14-45 15,-16 6-174-15</inkml:trace>
  <inkml:trace contextRef="#ctx0" brushRef="#br0" timeOffset="71748.39">27214 12785 663 0,'0'0'102'0,"0"0"22"0,0 0-8 0,0 0-30 0,0 0-6 0,0 0-45 16,-80-25-24-16,80 25-9 15,48 0 0-15,43 0 19 16,13 0 4-16,15 0-9 16,25 0-2-16,3 0-10 15,16 0-4-15,-7 0 3 16,15 0-3-16,-16-3 0 15,-16-4 2-15,1 7-2 16,-33 0-2-16,-11 0-6 16,-17 0-35-16,-19 0-92 15,-16 0-111-15,-20 0-90 0</inkml:trace>
  <inkml:trace contextRef="#ctx0" brushRef="#br0" timeOffset="72732.5">27859 14614 911 0,'0'0'75'0,"0"0"42"0,0 0-65 0,0 0 39 0,0 0-19 15,0 0-24-15,0-74-8 16,0 74-34-16,36 29-1 16,-1 10 29-16,9 5 8 15,-4 1-19-15,-8 0 13 16,12-5-11-16,-17-6-7 16,-3-10 6-16,-4-8-7 15,-4-15-5-15,4-1-7 0,16 0 12 16,44-51 0-16,39-26-2 15,44-34-15-15,24-14 0 16,12 5-37 0,12 6-110-16,1 6-144 0,-1-5-314 15</inkml:trace>
</inkml:ink>
</file>

<file path=ppt/ink/ink4.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18:41.259"/>
    </inkml:context>
    <inkml:brush xml:id="br0">
      <inkml:brushProperty name="width" value="0.05292" units="cm"/>
      <inkml:brushProperty name="height" value="0.05292" units="cm"/>
      <inkml:brushProperty name="color" value="#FF0000"/>
    </inkml:brush>
  </inkml:definitions>
  <inkml:trace contextRef="#ctx0" brushRef="#br0">17172 3766 951 0,'0'0'50'0,"0"0"64"0,0 0-24 0,0 0-26 0,0 0-2 0,0 0-32 15,0 0-11-15,-4 0-15 16,100 0-2-16,43 0 44 15,24-11-8-15,13-2-20 0,11 1-13 16,-12 3 6-16,0-4-4 16,-12 0-4-1,-23 9 1-15,-25 1-1 0,-31 1-3 16,-17 2 0-16,-31 0 3 16,-12-3-2-16,-12 3 2 15,-12 0-3-15,4 0-34 16,8 0-81-16,8 0-84 15,4 0-121-15</inkml:trace>
  <inkml:trace contextRef="#ctx0" brushRef="#br0" timeOffset="703.67">25991 3361 881 0,'0'0'138'0,"0"0"-3"0,0 0-46 0,0 0-29 0,0 0 10 0,0 0-22 16,-191-5-24-16,191 5-16 15,4 0-5-15,80 0 4 16,43 0 24-16,36 0 7 16,33 0-23-16,3-6-15 15,12-8 10-15,-24 0-3 16,0 5-6-16,-36 1 2 15,-35 2-2-15,-21 6 1 0,-23-3-2 16,-16 3 0-16,-21 0 3 16,-23 0-3-16,-12 0-5 15,0 0 2-15,0 0-4 16,0 0-46-16,0 0-43 16,-12 0-64-16,-47 0-204 15</inkml:trace>
  <inkml:trace contextRef="#ctx0" brushRef="#br0" timeOffset="43511.6">8234 9902 558 0,'0'0'161'0,"0"0"-6"0,0 0-67 0,0 0-23 0,0 0-21 15,0 0-17-15,0 0 8 16,0 0 36-16,91 5 0 16,1-5-36-16,3 0-17 15,21 0-3-15,35 0-1 16,12 0-9-16,0 0 5 16,13 0-5-16,-9 0-3 15,4 0 3-15,8 0-2 0,4-5 1 16,9-7 5-1,-9-4-6-15,-16 3 7 0,-20 4-10 16,-39 3-4-16,-17 2 4 16,-19 1 0-16,-24-1 0 15,0 2 2-15,-13-1-1 16,-11-2 0-16,-4 3-1 16,-8 2-6-16,-12 0 6 15,12 0 0-15,-12 0-15 16,0 0-41-16,12 0-52 15,-12 0-114-15,24-4-120 16</inkml:trace>
  <inkml:trace contextRef="#ctx0" brushRef="#br0" timeOffset="46796.02">9950 11154 678 0,'0'0'216'0,"0"0"-82"0,0 0-4 0,0 0-15 16,0 0-54-16,0 0 18 15,-168-51-25-15,168 51-4 16,0 0-14-16,0-3-19 16,0-1 3-16,0 4-13 0,0 0-7 15,16-4 1-15,76 2-1 16,35-10-1-16,36 1 1 16,17 5 3-16,15-3 6 15,4 2-9-15,0 1-6 16,0-1 6-16,0 4 0 15,-12 1 1-15,-12 2 0 16,-23 0-1-16,-21 0 0 16,-15 0 0-16,-25 2 0 15,-7 1 0-15,-25 4 1 16,-15-5 0-16,-8 2-1 16,0 0-1-16,-24-4 1 15,-4 3 1-15,-8-3-1 16,0 0 0-16,0 0 3 0,0 0-3 15,0 0-3-15,0 6-20 16,0 7-76-16,0-1-85 16,4 5-62-16,20-5-144 15</inkml:trace>
  <inkml:trace contextRef="#ctx0" brushRef="#br0" timeOffset="47629.88">16412 10947 850 0,'0'0'131'0,"0"0"-11"0,0 0-19 0,0 0-5 0,0 0-68 15,0 0-3-15,-16-22-23 16,16 36 0-16,12 8 14 16,16 7 20-16,3-7-1 15,-7-2-2-15,0-3-6 16,8-8-1-16,-8-6-17 16,-8-3 13-16,16 0 13 0,15 0-8 15,33-41 12 1,16-18-5-16,23-14-14 0,9-8-13 15,-13 3-2 1,12-2-3-16,-11 7-2 0,-21 6 1 16,-3 7-1-16,-20 15 0 15,-25 9 0-15,-15 19-1 16,-16 10-2-16,-16 7 2 16,0 0-17-16,0 0-33 15,0 0-54-15,0 14-82 16,0 15-20-16,-24 1-81 15</inkml:trace>
  <inkml:trace contextRef="#ctx0" brushRef="#br0" timeOffset="49180.45">11244 12131 819 0,'0'0'114'0,"0"0"-49"0,0 0 28 0,0 0 4 16,0 0-41-16,0 0-37 15,0 0-14-15,-32-22-5 16,32 39 0-16,32 4 16 16,-5 5 17-16,5-4-23 0,-20 1 3 15,12 5 2 1,0-12 0-16,-12-1-5 0,0-6-1 15,0-6-4-15,8 1 3 16,-8-4-4-16,0 0 3 16,12 0 1-16,35-14 3 15,25-32 9-15,31-14-12 16,13-10-8-16,-13 0 3 16,1 3-3-16,-17 0 0 15,-7 14-2-15,-13 7 2 16,-31 14 0-16,0 13 1 15,-28 7-2-15,-16 9-2 16,-4 3-8-16,0 0-41 16,0 0-24-16,0 0-79 15,0 14-88-15,0 6-97 0</inkml:trace>
  <inkml:trace contextRef="#ctx0" brushRef="#br0" timeOffset="51797.68">8652 13572 855 0,'0'0'46'0,"0"0"14"0,0 0 38 0,0 0-27 0,0 0-9 0,0 0-33 16,0 0-29-16,-48 0-2 15,155 0 2-15,33 0 14 16,35 0 5-16,0 0-10 15,24 0 9-15,8 0-5 16,-8 0-5-16,12 0-6 16,-8 0 0-16,-20 0 6 15,-27 0-8-15,-29 4-8 16,-23 8 7-16,-33-1 1 16,-23-2 0-16,-16-3 4 15,-32-3-4-15,0-1 2 16,0 2-2-16,0-4 3 15,0 6-1-15,0-2-2 16,0 6-1-16,-12 2-32 16,-24 10-82-16,-12 7-141 0,5 0-259 15</inkml:trace>
</inkml:ink>
</file>

<file path=ppt/ink/ink5.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20:08.186"/>
    </inkml:context>
    <inkml:brush xml:id="br0">
      <inkml:brushProperty name="width" value="0.05292" units="cm"/>
      <inkml:brushProperty name="height" value="0.05292" units="cm"/>
      <inkml:brushProperty name="color" value="#FF0000"/>
    </inkml:brush>
  </inkml:definitions>
  <inkml:trace contextRef="#ctx0" brushRef="#br0">11351 7852 476 0,'0'0'325'0,"0"0"-234"0,0 0 0 16,0 0-14-16,0 0 15 16,0 0-45-16,0 0-9 15,0 0-35-15,-48 11-2 0,48-6 5 16,24 4-5-16,44-4 1 15,15-1 5-15,13-4 7 16,8 0-13-16,23 0 5 16,4 4-4-16,-3-1 2 15,-1-2 0-15,-11 4-3 16,-9-2 0-16,-15-3 1 16,-21 0-2-16,-3 0 0 15,-28 0 0-15,-8 0 2 16,-8 0-3-16,-12 0 6 0,-12 0-10 15,12 0 5 1,-1 6-46-16,1-2-101 16,0-2-99-16,12-2-159 15</inkml:trace>
  <inkml:trace contextRef="#ctx0" brushRef="#br0" timeOffset="2300">11411 8626 671 0,'0'0'109'0,"0"0"-27"0,0 0-12 0,0 0-8 15,0 0 11-15,0 0-20 16,-24 0-28-16,24 0 0 0,0 0 3 16,0 0-7-1,0 0-6-15,0 0-8 0,0 0-3 16,24 0 10-16,32 0-11 15,15 0-1-15,25-3 15 16,7-4-15-16,13 0 15 16,23 2-17-16,-7 0 2 15,-5 5 9-15,0 0-11 16,-7 0 1-16,-17 0-1 16,1 5 4-16,-33 0-4 15,1 5 1-15,-24-6 2 16,-16-1 10-16,4 0-8 15,-24-3 2-15,0 4-2 16,-12-4 0-16,0 0-4 16,0 0 2-16,0 0 7 0,0 0-10 15,0 0 0 1,0 0-2-16,0 0-25 0,0 5-149 16,-48 2-347-16</inkml:trace>
  <inkml:trace contextRef="#ctx0" brushRef="#br0" timeOffset="17869.05">14397 9792 130 0,'0'0'515'0,"0"0"-423"0,0 0 33 0,0 0-34 16,0 0 20-16,0 0-20 16,0 0-10-16,-207-28-35 0,207 28-8 15,0 0-12-15,0 0-9 16,0 0-7-16,0 0-10 16,60 8 6-16,19 4 27 15,41-1 15-15,19-5-12 16,32-6-15-16,20 0-3 15,16 0-9-15,4 0-5 16,-11 0 2-16,-21 0-6 16,-16 7-5-16,-24-5 4 15,-15-2 1-15,-25 0 0 16,-11 0-1-16,-24 0 3 16,-21 0-2-16,-7 0 0 0,-12 0 0 15,-16 0-7-15,-4 0 7 16,-4 0-4-16,0 0-40 15,0 0-53-15,-36 0-80 16,-43 0-215-16</inkml:trace>
  <inkml:trace contextRef="#ctx0" brushRef="#br0" timeOffset="18822.66">3511 10598 416 0,'0'0'163'0,"0"0"-73"0,0 0-43 0,0 0 114 0,0 0-34 0,0 0-48 0,-24-80-16 16,24 80-10-16,0-3-10 16,0 3-21-16,0 0-5 15,24 0-12-15,60-5 28 16,31 5-2-16,13 0-28 15,35 0 20-15,4 0-21 0,16 0 3 16,-3 0 5 0,-5 0-3-16,-4 0-9 15,-8 0 4-15,-11 0 0 16,-13 0-1-16,-8 0-1 0,-3 0-45 16,-13 0-65-1,-19 0-63-15,-17 0-91 0,-27 0-242 16</inkml:trace>
  <inkml:trace contextRef="#ctx0" brushRef="#br0" timeOffset="22786.36">6573 11150 636 0,'0'0'46'0,"0"0"30"0,0 0 1 0,0 0-5 0,0 0 6 16,0 0-41 0,-60-3-3-16,60 3-9 0,0 0-2 15,0 0-13-15,0 0 3 16,0 0-12-16,0 0 4 16,24 0 0-16,48-2-4 15,20-5 33-15,27-9-8 16,4-2-16-16,9 4-9 15,7 2 10-15,1-3-7 16,-1 10 3-16,-8-4-5 16,-3 1 3-16,-13 3 7 15,-19 1-12-15,-1 4 1 16,-3-3-1-16,-12 3 4 16,-21 0 0-16,9 0-3 0,-16 0-1 15,-16 0 1 1,-5 0 1-16,-19 0 3 0,0 0-5 15,-12 0 1-15,0 0 3 16,0 0-1-16,0 0-2 16,0 0 3-16,0 0-4 15,12 0-1-15,8 0-72 16,8 0-115-16,4 0-151 16</inkml:trace>
  <inkml:trace contextRef="#ctx0" brushRef="#br0" timeOffset="23686.92">13859 11220 616 0,'0'0'147'0,"0"0"-70"0,0 0 11 16,0 0-44-16,0 0 0 0,0 0-18 16,-7 6-4-16,98-2 0 15,36-4 28-15,5 0-33 16,-5 0-1-16,25 0-9 16,-13 0-6-16,16 0 9 15,8 0-5-15,-11-7 3 16,-1 4-3-16,-31 3-1 0,-9-5-4 15,-27 5-4 1,-25 0 4-16,-15 0 3 0,-8 0-3 16,-20 0-9-16,4 0 7 15,-16 0-13-15,4 0-50 16,-8 0-63-16,0 0-158 16,0 11-417-16</inkml:trace>
  <inkml:trace contextRef="#ctx0" brushRef="#br0" timeOffset="38357.92">4805 12352 911 0,'0'0'76'0,"0"0"-26"0,0 0-30 0,0 0-1 15,0 0-1-15,0 0 43 16,375 8-48-16,-160-24 7 15,4 7-10-15,-8-2-10 16,-12 2 0-16,-24 0 0 16,-36 3 0-16,-7-5 4 15,-41 6-4-15,-31 0 2 16,-24 5-4-16,-16 0 4 16,-8 0-2-16,-12 0 0 15,0 0-1-15,0 0-7 0,0 0-70 16,0 0-157-1,12 5-212-15</inkml:trace>
  <inkml:trace contextRef="#ctx0" brushRef="#br0" timeOffset="39112.06">14365 12119 753 0,'0'0'115'0,"0"0"85"0,0 0-75 0,0 0-19 0,0 0-19 0,0 0-25 15,-80 22-23-15,80-22-15 16,0 0-6-16,20 0-16 15,52 0 5-15,36 0 5 16,27 0-5-16,4-10-3 16,-7 5-2-16,-5-2-1 15,-19 1 0-15,-5 2 0 16,-11-2-2-16,-21 2 1 16,-3 4-2-16,-40-3-1 15,-4 3 1-15,-12 0 0 0,-4 0-8 16,-4 0-47-16,-4 0-76 15,-48 9-88-15,-79 22-188 16</inkml:trace>
  <inkml:trace contextRef="#ctx0" brushRef="#br0" timeOffset="42809.34">15870 13833 638 0,'0'0'131'0,"0"0"11"0,0 0-49 0,0 0 18 0,0 0-17 15,0 0-36-15,0 0-25 16,-115 6-8-16,107-1 2 15,8-5-16-15,0 4-2 16,0-4 0-16,0 0 2 16,0 0-10-16,20 4 5 15,71-2-4-15,29-2 44 0,31 0-7 16,0 0-21-16,1-2-4 16,3-17-11-16,8 3 4 15,-12-2-4 1,-23 7-3-16,-13 5 3 0,-43 6-2 15,8 0-1-15,-33 0-1 16,-11 0 1-16,-12 0-2 16,0 0 1-16,-16 0 0 15,-8 0-21-15,0 4-75 16,-56 23-61-16,-95 19-52 16,-60 5-278-16</inkml:trace>
  <inkml:trace contextRef="#ctx0" brushRef="#br0" timeOffset="44045.83">3734 14649 681 0,'0'0'155'0,"0"0"-45"0,0 0-1 0,0 0-37 0,0 0-26 16,0 0-17-16,-35 6-29 15,35 0 6-15,35-2-6 16,49 0 48-16,27-4-19 16,21 0-3-16,43 0-12 15,24 0-5-15,24 0-1 16,32-11 3-16,28-6 6 0,31 0 11 16,13-6-3-16,-1 2-7 15,-7-2-9-15,-21 4-1 16,-15-3 8-1,-4 4-11-15,-33 4-1 0,-23 5 9 16,-23 5 8-16,-29 4-18 16,-40 0 4-16,-3 0 8 15,-37 0-12-15,-15 7 2 16,-9 2-3-16,1 1 0 16,-20-5 3-16,0 1 5 15,-24-1-4-15,19-2 1 16,-15-3-6-16,-8 0 9 0,-4 0-6 15,-8 0-2 1,-8 0-2-16,0 0 2 0,0 0-1 16,0 0-1-16,0 2-5 15,0 5-61-15,-20 8-100 16,-44 2-86-16,-23-1-361 16</inkml:trace>
  <inkml:trace contextRef="#ctx0" brushRef="#br0" timeOffset="61896.81">13266 15668 542 0,'0'0'132'0,"0"0"-27"0,0 0 22 0,-362 5-9 0,270 10-17 0,9-2-29 0,3 1-4 15,8 6-4-15,25-9-12 16,11 4 0-16,16-13-15 16,20 1-1-16,0 1-30 15,8-1-6-15,87-1 5 16,57-2 13-16,71 0 17 15,35-21-8-15,21-14-5 16,4 0-8-16,-8 3-7 0,-25 2 2 16,-7 9 2-16,-8 6 2 15,-28 8-13-15,-40 4 15 16,-39 3-10-16,-44 0-5 16,-29 0 0-16,-19 0 5 15,-12 0-5-15,-4 0-6 16,-20 0 6-16,4 0 3 15,4 0 0-15,-8 0-3 16,4 0-2-16,-4 0-41 16,0 0-134-16,-28 13-218 15</inkml:trace>
  <inkml:trace contextRef="#ctx0" brushRef="#br0" timeOffset="81290.56">20146 15888 901 0,'0'0'127'0,"0"0"-8"0,0 0-47 0,0 0 8 15,0 0 0-15,0 0-43 16,0 0-17-16,-59-45-7 16,59 45 2-16,0 0 10 15,39 15 9-15,17 4 0 16,-8 2-12-16,24 7-15 15,-25-5 16-15,9-2-17 16,-12-5-5-16,-8-11 4 16,0-1-2-16,-8-4 4 15,15-7 3-15,29-50 7 0,20-28 9 16,15-22-23 0,9-11-2-16,-1 7 8 0,-11 13-9 15,-21 18-3 1,-3 20 3-16,-32 18 0 0,-13 10 2 15,-11 17-2-15,0-1-6 16,0 9-14-16,0 3-40 16,12 1-70-16,8 3-71 15,3-2-71-15,9-2-426 16</inkml:trace>
  <inkml:trace contextRef="#ctx0" brushRef="#br0" timeOffset="82086.61">26553 15884 951 0,'0'0'96'0,"0"0"27"0,0 0-43 0,0 0-19 0,0 0 26 0,0 0-45 16,-24-4-33-16,32 4-5 16,20 14 21-16,7 11 16 15,-3 5 1-15,0 3-12 16,-4 0-10-16,-4-9 3 0,0-8-11 16,-4-9-5-16,-4-3-7 15,4-4 14-15,15-7-1 16,13-44-5-16,24-26 15 15,4-16-19-15,-1-1 3 16,-7-7-7-16,11 8 0 16,-7 3 2-16,-4 13-2 15,-8 6-2-15,-1 8 2 16,1 6-4-16,0 8-11 16,-5 13-54-16,17 3-65 15,0 8-107-15,3 6-180 16</inkml:trace>
  <inkml:trace contextRef="#ctx0" brushRef="#br0" timeOffset="82670.75">31434 15516 1064 0,'0'0'83'0,"0"0"22"0,0 0-46 0,0 0 20 0,0 0 2 0,0 0-42 16,-36-10-20-16,48 39-3 15,36 12 20-15,-4-4-10 16,4 2-2-16,-1-3-11 0,1-14 9 16,-4-9-10-16,-8-13 7 15,4 0-11-15,15-29 10 16,13-48 3-16,16-29-3 16,11-20-7-16,-3-15-1 15,3 8-6-15,-15 4 1 16,12 12-2-16,-21 9-2 15,1 12 0-15,-12 21-1 16,-17 19 0-16,-7 23-19 16,-16 20-35-16,-8 7-34 15,4 6-42-15,-4 0-101 0,0 0-129 16</inkml:trace>
</inkml:ink>
</file>

<file path=ppt/ink/ink6.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21:57.946"/>
    </inkml:context>
    <inkml:brush xml:id="br0">
      <inkml:brushProperty name="width" value="0.05292" units="cm"/>
      <inkml:brushProperty name="height" value="0.05292" units="cm"/>
      <inkml:brushProperty name="color" value="#FF0000"/>
    </inkml:brush>
  </inkml:definitions>
  <inkml:trace contextRef="#ctx0" brushRef="#br0">13923 7530 569 0,'0'0'103'0,"0"0"-7"0,0 0 1 0,0 0-8 0,0 0-8 16,0 0-15-16,0 0-31 15,0 0 1-15,-24 4 11 16,20-4-12-16,4 0-16 0,0 0 0 16,0 0-12-1,0 1-5-15,0 5 0 0,0-4 2 16,36-2-1-16,24 0 26 15,8 0-7-15,-5 0-7 16,17 0 8-16,27 0-8 16,9 0 2-16,-1 0-10 15,13-2 2-15,-9 2-8 16,-3 0 1-16,-1 0 0 16,-7 0-1-16,-5 0 0 15,1 0-1-15,-9 0 2 16,-11 0-2-16,-16 0 0 15,3 0 2-15,-23 0-2 16,-4 0 1-16,-20 0 0 0,-12-6 0 16,0 6 3-1,-12-1-2-15,11 1 0 0,-11 0 12 16,0 0 0-16,12 0-11 16,-12 0 7-16,8 0-2 15,-8 0-5-15,0 0-3 16,0 0-2-16,0 0-66 15,-67 0-120-15,-25 0-149 16,-11 12-532-16</inkml:trace>
  <inkml:trace contextRef="#ctx0" brushRef="#br0" timeOffset="1066.82">3643 8449 709 0,'0'0'161'0,"0"0"-64"0,0 0-46 16,0 0 14-16,0 0-30 0,0 0-24 16,0 15-7-16,67-13 50 15,13-2 15-15,4 0-53 16,19 0 2-16,-7 0-7 16,7 0 0-16,5 0-8 15,-17 0-2-15,-7 0 3 16,-12 0-2-16,-17 0-2 15,1 0-1-15,-20 0 1 16,-8 0 4-16,-8 0-3 16,-8 0-1-16,-12 0-6 0,0 0-4 15,0 0-43 1,0 5-124-16,0 9-52 0,0 3-328 16</inkml:trace>
  <inkml:trace contextRef="#ctx0" brushRef="#br0" timeOffset="1902.82">10240 8591 857 0,'0'0'55'0,"0"0"1"0,0 0 41 0,0 0-12 0,-314-55 33 15,314 55-65-15,0 0-18 16,0 0-30-16,0 0-5 16,91 0 8-16,65-9 13 15,63-12 14-15,27-9-4 0,45-4-15 16,-8-3-6-1,-5 6-1-15,5 10-1 16,-28 5-6-16,-32 7-2 16,-36 9 2-16,-36 0 9 0,-35 0-8 15,-45 0-2 1,-11 0-1-16,-28 4 0 0,-16 1 1 16,-8-2 1-16,-8 0-2 15,0-3 3-15,0 0 2 16,0 0 2-16,0 0-7 15,0 0-4-15,0 0-51 16,0 10-57-16,0 6-62 16,0 3-90-16,-24 4-149 15</inkml:trace>
  <inkml:trace contextRef="#ctx0" brushRef="#br0" timeOffset="6049.8">6513 10785 581 0,'0'0'99'0,"0"0"-53"0,0 0 45 0,0 0-39 0,0 0 0 15,0 0-32-15,0 0-18 16,12 15 3-16,140-15 44 15,35 0 22-15,36 0-36 16,12 0 11-16,8-13-38 0,23 2 3 16,-7 0 2-1,8-1-1-15,-4 5 7 0,-8 1-15 16,-21 2 5-16,-27 4-5 16,-27 0 4-16,-41 0-4 15,-24 0 5-15,-19 4 3 16,-28 2-9-16,-20 1-2 15,-5-4-1-15,-19 1 2 16,0-4 2-16,-12 0-3 16,-12 3-1-16,0-3-9 15,12 2-16-15,0 6-96 16,12-4-59-16,8 1-108 16</inkml:trace>
  <inkml:trace contextRef="#ctx0" brushRef="#br0" timeOffset="6637.53">12681 11100 831 0,'0'0'66'16,"0"0"-5"-16,0 0-32 0,0 0-6 0,0 0-15 0,0 0-8 0,24 0 2 0,115 0 37 15,52-27 30-15,40-14-17 16,12-2-33-16,-4 1-8 16,-8 11 10-16,-32 8-15 15,-24 9 17-15,-12 6-10 16,-35 8 2-16,-33 0-6 16,-23 0-8-16,-24 0-2 15,-16 0 2-15,-20 0-1 16,0 0 0-16,-12 3 0 15,0-3 3-15,0 0-6 16,0 4-50-16,0 6-96 16,-68 7-108-16</inkml:trace>
  <inkml:trace contextRef="#ctx0" brushRef="#br0" timeOffset="41301.18">13748 7426 755 0,'0'0'249'0,"0"0"-131"0,0 0-18 0,0 0 16 0,0 0-19 0,0 0-42 16,0 0-14-16,-72-29-8 15,72 29-15-15,0 0-10 16,84-12 4-16,67-8 22 16,56-8-5-16,28-4-8 15,12 3-19-15,8 1 5 16,4 5-3-16,7-1 4 16,-19 4-8-16,-36 4-5 0,-39 5 5 15,-65 3 2-15,-23 2-2 16,-29 1-4-16,-31 5 3 15,0-1-1-15,-24-2 1 16,0 3 1-16,0 0-3 16,0 0-17-16,0 0-86 15,-60 25-98-15,-43 7-80 16,-36-4-410-16</inkml:trace>
  <inkml:trace contextRef="#ctx0" brushRef="#br0" timeOffset="42266.85">3185 8323 833 0,'0'0'159'0,"0"0"-34"0,0 0-74 0,0 0-10 0,0 0-24 0,0 0 29 16,362-14 31-16,-179-6-44 0,8 2 8 16,-3 2-14-16,-5 5-8 15,-16-2-14-15,-16 8 3 16,-23 5-7-16,-37-5 10 16,-19 5-9-16,-24 0 0 15,-12 0 0-15,-13 0 0 16,-11 0-2-16,-4 0-6 15,-4 0 2-15,16 0-41 16,-8 18-95-16,0-2-77 16,0-7-324-16</inkml:trace>
  <inkml:trace contextRef="#ctx0" brushRef="#br0" timeOffset="44234.3">25418 16986 606 0,'0'0'195'0,"0"0"-22"0,0 0-42 0,0 0-32 0,0 0-16 15,0 0 4-15,0-125-12 16,0 103-8-16,0 2-9 16,0 10-16-16,0-1 12 15,0 11-25-15,0 0-7 16,-4 0-11-16,4 0-11 16,0 7-1-16,0 24 1 15,0 20 3-15,0 13 7 16,4 20-9-16,16 18 11 15,-8 13-7-15,4 5 2 16,-4 3 5-16,-4-1-8 16,-4-7 4-16,8-19 0 0,-4-23 2 15,-4-30-8-15,3-17 2 16,-7-17-4-16,0-9 1 16,4 0 3-16,-4 0 7 15,0 0 8-15,0-28-1 16,0-17-11-16,0-10-2 15,0-1-5-15,0-11 0 16,0-3 0-16,-11-5 0 16,-1-1-2-16,8-9 0 15,-8 8-1-15,0-5 0 16,4 2-4-16,-4 3 4 16,-4 11 0-16,4 9 1 15,-8 9 2-15,8 11 0 16,0 8 0-16,0 7-1 15,0 8 1-15,12 11 1 0,-8 0-1 16,4 3-2-16,4 0-1 16,-8 0-5-16,-8 16-8 15,4 19 16-15,-19 12 0 16,3 11 0-16,-4-6 0 16,8 4-1-16,-8-6 0 15,16-8 1-15,-4-11 0 16,8-11 2-16,8-11-1 15,-4-9-1-15,8 0 1 16,0 0 1-16,0-9 6 16,0-28-1-16,0-9-7 0,0-11-1 15,8-2-2 1,20 7 2-16,4 4-3 0,4 13 4 16,-12 5-2-1,0 13 1-15,-4 0-1 0,-4 11 2 16,3 0-4-16,9 6-5 15,16 0 7-15,0 0 1 16,-4 12-7-16,8 17 6 16,-5 4 0-16,5 1 0 15,0 3 2-15,-4 5-1 16,3-1-1-16,-3 2-15 16,-16-1-30-16,-4 1-17 0,0-5-25 15,-12-8-42-15,0 2-70 16,-12-9-78-16,0-12-315 15</inkml:trace>
  <inkml:trace contextRef="#ctx0" brushRef="#br0" timeOffset="45451.47">15906 12037 693 0,'0'0'209'0,"0"0"-25"0,0 0-59 0,0 0-10 0,0 0-18 15,0 0-22-15,-211 113-17 16,211-110-22-16,0-3-13 16,0 0-17-16,0 0 16 15,0 0-16-15,28 0-3 16,75-26 2-16,37-17 22 16,11-16-15-16,12-4-7 15,12-2-4-15,-19-3 6 16,-5 5-7-16,-16 9 0 15,-39 8 1-15,-36 19 0 16,-28 11-1-16,-17 14 3 0,-15 2 0 16,0 0 0-16,0 0 6 15,0 0-2-15,-11 0-6 16,-37-6-1-16,0 5-2 16,-8 1 1-16,-4-4 1 15,1 4 0-15,3 0 0 16,16 0-1-16,-4 0 2 15,21 0-1-15,11 0 0 16,12 0 0-16,0-2 0 16,0 2 2-16,0 0-2 15,0 0-4-15,0 0-7 16,12 0 4-16,55 0 7 16,9 0 0-16,11-4 0 15,-15-2 0-15,0 3 0 0,-12 0 1 16,-13 3-1-1,-11 0-2-15,-4 0 1 0,-8 0 1 16,-12 3-1-16,0 16 0 16,-12 6 2-16,0 6-1 15,0 9 2-15,0 4-2 16,-4 6-5-16,-28 10-49 16,8 7-64-16,0 5-114 15,0 0-186-15</inkml:trace>
  <inkml:trace contextRef="#ctx0" brushRef="#br0" timeOffset="50285.34">20314 10122 643 0,'0'0'38'16,"0"0"-35"-16,0 0 7 0,0 0 46 0,0 0 37 0,418-3-57 0,-267-15-8 15,4 3 5-15,8 0-25 16,1-1 4-16,-13 1 5 16,-12 1-4-16,-23-3 7 15,-21 5-6-15,-15 1-1 16,-32 0 6-16,8-1-7 0,-29 2 1 15,-3 3-7-15,-12 5-6 16,0-1 0-16,-4-1-17 16,-8 2-133-16,0-2-351 15</inkml:trace>
  <inkml:trace contextRef="#ctx0" brushRef="#br0" timeOffset="50800.93">21866 12560 787 0,'0'0'74'0,"0"0"52"0,0 0-60 0,0 0 10 0,0 0-27 0,0 0 1 15,-83 31-19-15,95-31-3 16,36-4 14-16,43-27 13 15,13-3-15-15,3-8-19 16,1 4-21-16,-17 4 0 16,1 1 0-16,-21 9 0 0,-3 1-21 15,-16 6-88-15,4 6-75 16,-9-12-232-16</inkml:trace>
  <inkml:trace contextRef="#ctx0" brushRef="#br0" timeOffset="51485.94">28468 9617 687 0,'0'0'185'0,"0"0"-1"0,0 0-73 0,0 0-71 0,0 0-17 16,0 0 9-16,183 0 13 15,-64-13-19-15,-3-3-18 16,3 3-6-16,9-6 5 16,-1 0-7-16,-7 2 0 15,-17 5-51-15,-7 9-77 16,-41 3-163-16,-19 0-294 15</inkml:trace>
  <inkml:trace contextRef="#ctx0" brushRef="#br0" timeOffset="51967.68">28838 12638 1009 0,'0'0'137'0,"0"0"7"0,0 0-74 0,0 0-25 0,0 0 0 0,0 0-3 0,84-24-9 0,43-25-9 16,24-7-7-16,13 0-17 16,3 1-21-16,-4 14-120 15,-23 3-194-15</inkml:trace>
  <inkml:trace contextRef="#ctx0" brushRef="#br0" timeOffset="82116.58">19951 9741 566 0,'0'0'138'0,"0"0"2"0,0 0-63 0,0 0-45 0,0 0-15 16,0 0-15-16,0 0 0 0,0 0 16 15,68-4-2 1,-32 4 3-16,12 7-8 0,-1 2 5 16,9 2-15-16,4 4 1 15,-4-2-1-15,-5-1 1 16,13-2 2-16,-12 1-3 16,8 3 1-16,-5-6 1 15,17 6-3-15,-16-5 0 16,11 5 0-16,-3-5 0 15,4-4 0-15,11 3 1 16,-3-7-2-16,4-1 2 16,-1 0-1-16,5 0 0 15,0 0 0-15,7 0 3 16,-7 0-2-16,-5 0-1 16,5 0 3-16,-16 0-1 15,3 0 1-15,-3 0 0 16,-8 0 1-16,7 0 22 0,-3 0-10 15,4 0-11-15,-8 0 6 16,7 0-2-16,1 0 3 16,-8 0-6-16,-1-1-1 15,1-7 1-15,0 7-1 16,7-6 0-16,1 1-4 16,-8 2 17-16,-12 0-16 15,-1 2 1-15,1-5 5 16,-4 4-5-16,-8-5 7 15,0 4 7-15,0-2-13 0,-5-1 4 16,5-2-7 0,0-2 14-16,0 2-2 0,0-5-12 15,0 2 11-15,-5 0-5 16,-7-3 4-16,0 2-5 16,8-3-3-16,-4-4-2 15,-4 5 9-15,0-5-10 16,-4 2 1-16,-5-1 8 15,-7-3-5-15,4-1 1 16,0-5 9-16,-12-6-2 16,0 3-12-16,0-6 11 15,0-1-10-15,0-4 6 16,0 4 0-16,0-1-5 16,0 2 9-16,0 2-4 0,-24 1 0 15,-7-3-4-15,3 3-2 16,-16 0 3-16,-4 0-4 15,4 7-8-15,-3-4 8 16,-5-2 0-16,-12 1 0 16,12-2 0-16,5-1 2 15,-9 2 4-15,-4 2-6 16,0-3 0-16,-7-3-3 16,11 6 3-16,-4-3 0 15,1 3 0-15,3-1 0 16,-4 3 0-16,0-2 0 15,13 2 1-15,-1-1-2 16,4 9 1-16,-4-1 0 0,12 2 0 16,-11-2 0-1,-9 0-1-15,0 4-1 0,4-5 1 16,5 4 1-16,-9-4-2 16,8 8 2-16,-8-1 1 15,-3 0-1-15,11 3-1 16,-8-2 0-16,-4 2-6 15,5 3 7-15,-9 3-3 16,-4 5-1-16,8 2 3 16,-7 0 2-16,7 0-2 15,0 0-1-15,1 0 0 16,-9 0 2-16,8 0 0 16,0 0 0-16,-7 0-3 15,-1 0 3-15,8 0 6 16,-7 0-5-16,3 0-1 15,-4 0-1-15,1 7 1 0,7-2 0 16,-12-1-1-16,24 1-1 16,-7 6 1-16,-5-2-1 15,16-3-3-15,-4 3 0 16,13 2 5-16,11-2-1 16,-12 4 1-16,12 2-6 15,4 4 5-15,-4 1-1 16,8-1 1-16,-8 4 0 15,4-5-3-15,-3 8 4 16,11 2 0-16,-12 0-1 16,12 1 0-16,-8-4 0 0,16 4 2 15,-4-3-1 1,8-1 0-16,0 1-1 0,0 0 0 16,0 4 1-1,0 6-1-15,0-1 0 0,0-2 1 16,8 3 0-16,4-2 1 15,0-2-1-15,0-1 0 16,12-1 0-16,-12-1 0 16,19-6 0-16,-15 6 0 15,8 1 0-15,0-9 0 16,-12 7 0-16,20-3 0 0,-20-5 0 16,12 7 0-1,0-3 0-15,0 0 7 0,-5 1-13 16,9-3 7-16,-8-1-1 15,4 7 0-15,-12-5 5 16,12 3-10-16,0-1 5 16,-4-1-1-16,4-2 1 15,3-5 0-15,-3 6 3 16,8-7-3-16,-8 1 0 16,12 1-1-16,0-5 4 15,-12 2-5-15,12-1 2 16,-5-5 0-16,5 1-66 15,0 0-135-15,0-10-242 16</inkml:trace>
  <inkml:trace contextRef="#ctx0" brushRef="#br0" timeOffset="84534.1">20274 13074 296 0,'0'0'209'0,"0"0"-128"0,0 0-9 0,0 0-13 0,0 0-3 15,0 0 26-15,-148 13-46 0,137-6-19 0,7-1-15 16,4-3 3-16,0 1 4 0,0-4-5 16,0 0 11-16,0 0 5 15,0 0 12-15,47 0 29 16,13-11-11-16,12-8-9 16,7-6-16-16,1-1-10 15,4 5-5-15,-1-9 1 16,1 2-3-16,7-5-2 15,1 9 5-15,0-3 6 0,-5 4-9 16,17-5 2 0,-1-3 1-16,13-3 1 0,-9-4-2 15,21-4-2-15,-13 2-6 16,-19 4 1-16,7 5-2 16,-19 2 2-16,-1 0-3 15,-3 4 1-15,16-6-1 16,-5-3 0-16,5 1 1 15,-5-6 0-15,1 0 0 16,-9 2 0-16,1-1 1 16,-16-1 1-16,3 2-1 15,-3 2-2-15,-20-4 2 16,12 5 1-16,-5-5-2 0,-7-2 2 16,0 1 1-1,-4 2 0-15,3-6 0 0,-11 8-4 16,0-2 0-16,8-1-1 15,-4 2 2-15,-4-1-1 16,-17 1 2-16,17 3-2 16,-16 0 1-16,4-4 0 15,0 1-1-15,0-4 0 16,0 0-1-16,0 5 2 16,0-2 0-16,-13 3-1 15,1 2-2-15,0-1 1 16,-4 2 2-16,-8-3 4 15,0 2-5-15,0 2 0 16,0 4 0-16,0-2 1 0,0 3-1 16,0 1 1-1,-32 3-1-15,9-2 0 0,-9 4 0 16,4 3-2 0,-8-2 2-16,4 3 1 0,-4-6-1 15,-7-3 0 1,3-1 0-16,-8-3 0 0,4 4 0 15,12-1 0-15,4 5 0 16,5 0 0-16,-9 7 0 16,4-1 0-16,-16 4 0 15,12-1 0-15,-8-1 1 16,5-2-1-16,-9 8 0 16,8-3-1-16,-8-4 1 15,4 2-1-15,-4 0 1 16,-3-1 3-16,15 7-3 0,-8-3-2 15,-8 2 2 1,-7 1 0-16,11-4 0 0,-4 3-1 16,8 7 1-16,-4-2-4 15,-3 2 8-15,-1 0-4 16,-8 0 0-16,0 0-5 16,5 0 5-16,-17 16 0 15,0 0 1-15,-4 2-2 16,1 4 1-16,-9-2-2 15,9 2 1-15,-1-1 1 16,4-1 0-16,8-1 0 16,1 1 0-16,-1 2-1 0,-8 3 1 15,9 2-1-15,-9 10 2 16,-4 1 0-16,5 3-1 16,-5 3 0-1,0 4 0-15,-7-3 0 0,7 2 0 16,4-3 3-16,8-2-4 15,13-1 2-15,-1-3-2 16,4-3 0-16,8-5 1 16,0 2 0-16,-7 2 0 15,3 4 0-15,-16 2 0 16,8 1 0-16,5-2 0 16,-9-5 0-16,8 1 0 0,12-2 0 15,-8 0-1 1,8 3-1-16,-3 1 2 15,11-1 0-15,0 2-7 0,0 4 6 16,16-1 1-16,-8 3 0 16,4-1 0-16,0 1 0 15,4-5 0-15,-4 4 0 16,0-2 0-16,0 0 0 16,0 0 0-16,0 1 0 15,1 0 0-15,-1-2 8 16,-12 5-8-16,12-2-8 15,0 0 8-15,0-2 0 16,0-3 0-16,12 0 0 0,0-6 0 16,0 0 0-1,0 3 0-15,0 2 2 0,4 2-2 16,28-1-2-16,4-3 2 16,7-5 2-16,9 0-2 15,4-5 9-15,12-7-9 16,-5-1-3-16,5-5 0 15,0-12 3-15,3 0 0 16,13 0 0-16,12-12-14 16,19-27-97-16,0-12-154 15,13-10-363-15</inkml:trace>
  <inkml:trace contextRef="#ctx0" brushRef="#br0" timeOffset="86091.43">26831 9512 680 0,'0'0'92'0,"0"0"58"0,0 0-85 0,0 0 24 0,0 0 8 0,0 0-46 16,-35-127-13-16,35 127-14 0,0 0-18 0,0 0-5 16,23 0 0-16,49 0-1 15,8 0 3-15,23 0-3 16,5 0 1-16,23-4 0 15,20-2-1-15,-3-5 4 16,3 10-4-16,0-3 6 16,-19 4-4-16,23-4-2 15,-16 3 0-15,9-7 0 16,-17 3 2-16,-3-2 8 16,-9-3-10-16,4-1 5 15,-3-7-4-15,-1 0-1 0,-3-1 3 16,-1 0 3-16,-7 0-4 15,-5 1 5-15,25 1-7 16,-21-7 5-16,-3 4-3 16,-1-11 5-16,-19 4-6 15,11-8 1-15,-15 1 0 16,16-4-2-16,-17-2-1 16,-11-1 1-16,-4-3 4 15,-9-7-3-15,13 0 1 16,-8-2-2-16,-12-10 1 15,-1 1-1-15,1-3 2 16,-12-2-2-16,-4 6 1 16,-8 1-1-16,-4 0-2 0,-16 2 2 15,-4-3 5 1,0 6-4-16,-12 0-2 0,-36 0 3 16,-20 9-1-16,-4-2-1 15,-7-2 0-15,-5 0 0 16,-7 4 5-16,-17-5-5 15,-7 3 0-15,-5-2 4 16,-7 0-4-16,-5 7 0 16,-7 4-4-16,0 2 4 15,-13 2-2-15,1 5 2 16,-4 9-4-16,4 5 2 16,-13 1 2-16,1 2-4 15,-8-6 4-15,16 4-1 0,3 2 1 16,13 2 0-1,12 8 0-15,-1 3 0 0,1 0 5 16,-5 0-5-16,-7 0 1 16,-4 23-1-16,-9 12 0 15,5 0 0-15,4 9-1 16,11 1-4-16,9 0 10 16,15 2-6-16,13 0 1 15,3 3-2-15,13 11 2 16,-5 1 0-16,12-1 0 15,13 7-1-15,-9 1-1 16,24 5 2-16,4 5 0 0,-8 9-2 16,17 12 2-1,-1 2 1-15,16 2-1 0,16-10 0 16,0-7 1-16,0-5-1 16,0-16 0-16,12-1 1 15,24 2 0-15,11-6 0 16,9 7 1-16,4-2-2 15,20 2 0-15,-5-8 1 16,29-4-2-16,11-10 1 16,13-11 0-16,3-14 0 15,-8-7 0-15,-3-11 0 16,-13-3 1-16,-3 0 0 16,-9-3-1-16,-3-23-22 15,15-5-36-15,-3-8-220 0,0-5-231 16</inkml:trace>
  <inkml:trace contextRef="#ctx0" brushRef="#br0" timeOffset="87716.54">27277 13156 678 0,'0'0'53'0,"0"0"108"0,0 0-112 0,0 0 6 0,0 0-16 0,0 0-10 0,-16 3-10 0,52-3 12 0,44 0 47 15,19 0-28-15,17-20-27 16,19-2-16-16,-3-7 14 16,19 3-14-16,0-7-3 15,5-2-2-15,7-8 7 16,-4 1-1-16,-16-5-5 16,-3-8-2-16,-1 1 1 15,0-3 2-15,1-11-4 0,-9 3-6 16,13-7 6-1,3-7 1-15,-20 5-1 16,-19 0 0-16,-5 1 0 0,-31 1 5 16,0 1-5-16,-17 2 5 15,-7-4-1-15,0 4 8 16,-4-2 7-16,-16 2-9 16,3 2-1-16,-7 0-4 15,0-5 3-15,0 8 3 16,-4 0 12-16,-16-1 1 15,-4 3-18-15,0 1-1 16,0 0-5-16,0 10 7 16,-36 4-7-16,12 2 0 0,-12 1 0 15,1 0 5-15,-9 3-4 16,-4 3-1-16,12 3 8 16,-20 0-7-16,-3 6-2 15,-1 4 2-15,-12 3-1 16,-7 4 0-16,-1 1 0 15,-27 5 0-15,3 1-2 16,-11 6 0-16,-5 5-5 16,1 0 7-16,-5 0-2 15,5 0 0-15,15 0 1 0,-3 5 1 16,-1 7-1-16,-7 5 1 16,-1-6-4-16,-3 3 4 15,3-1 0 1,1 0 0-16,0 7-1 15,-1-6 1-15,-3 8 0 0,15 2 2 16,1 1 5-16,7 1-7 16,4-1 0-16,17 4 0 15,-5-1-3-15,8 4-1 16,-7-1 4-16,11 7 3 16,-3 7-3-16,-9 6 0 15,4 0 0-15,-3 2-2 16,19-4 2-16,0-9 1 15,4 5 1-15,21-3-4 16,-9-5 4-16,8 5-1 0,0-1-1 16,12 2-1-16,-8 5-2 15,16 3 3-15,4 0 0 16,1 3 3-16,11 1-3 16,0-1-3-16,0 2 1 15,0-1 4-15,0-4-2 16,35 0 1-16,1 3 0 15,12 0-1-15,-4 5 1 16,4-1 0-16,-1-4 0 16,9-1-1-16,4 2 3 15,0-1 2-15,11-1-1 16,1-2-2-16,4 0-1 16,-1-7-1-16,5-5 3 15,-1-1-1-15,5-7-1 0,0 2 0 16,7-2 0-16,-7-2 6 15,7-7-5-15,-11 3 1 16,-8-9 7-16,-13-6 0 16,1-5-2-16,-12-5-4 15,-4 0-2-15,11 0-2 16,-7 0 1-16,0-13 4 16,20-14-10-16,-9-8-9 15,1-6-148-15,-12-10-210 16</inkml:trace>
  <inkml:trace contextRef="#ctx0" brushRef="#br0" timeOffset="89899.9">24996 6756 536 0,'0'0'78'0,"0"0"42"0,0 0-12 0,0 0-2 0,0 0-29 0,4-194-15 0,-4 163 17 16,0 9-28-16,0 5-15 16,0 11-3-16,0 1 2 15,0 5-9-15,0 0-2 16,0 0-10-16,0 0-13 16,0 0-1-16,0 8-5 0,-4 21 5 15,-4 6 0 1,8 12 0-16,0 17 4 0,0 15-3 15,0 14 15 1,0 13-3-16,0 10 2 16,0 7-8-16,20 10-3 0,28 1 5 15,-5 8-2-15,5 2-2 16,0-1 3-16,12-1 2 16,-5 8-1-16,-7 12 26 15,12 13-13-15,-12 12-14 16,0 0-2-16,-5 3 4 15,17 3-8-15,-12-2 6 16,8 3-6-16,-1-9 0 0,-3-14 2 16,4-6 1-16,4-3 12 15,-13-6-7-15,1-1-2 16,-4 10 1-16,0 17-4 16,-5-2-3-16,-7 5 0 15,4-18 3-15,-12-14-2 16,0-9-3-16,0 4 1 15,-4 5 5-15,-8-8-1 16,0-1-1-16,0-1 4 16,11-1-3-16,1-6-1 15,0-2 3-15,12-3-3 16,-12-11-3-16,-4-2 6 16,4-6 2-16,0-2-9 15,-8-4 1-15,4 0-1 0,15 9 4 16,9-4-1-16,4-6 14 15,0-16 27-15,-24-13-40 16,-12 0-4-16,-1 10 0 16,9 8 2-16,-8 6 3 15,-8-12-5-15,4-10 6 16,-8-5-13-16,0-13 16 16,0-9-10-16,0-9 2 15,0-1-1-15,0 0 1 16,0 0-1-16,0 10 0 0,0 8 0 15,0 14 0-15,0-1 0 16,4-8 7-16,20-17 11 16,-24-18-13-16,0-12-4 15,8-8-1-15,-8-6 0 16,0-3-1-16,0 0 1 16,0 0 2-16,0 0 0 15,0 0-2-15,0 0 0 16,0 0 1-16,0 0 0 15,0 0-2-15,0 0-7 16,0-3-48-16,0-32-82 16,0-19-168-16,-20-10-161 15</inkml:trace>
</inkml:ink>
</file>

<file path=ppt/ink/ink7.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23:47.397"/>
    </inkml:context>
    <inkml:brush xml:id="br0">
      <inkml:brushProperty name="width" value="0.05292" units="cm"/>
      <inkml:brushProperty name="height" value="0.05292" units="cm"/>
      <inkml:brushProperty name="color" value="#FF0000"/>
    </inkml:brush>
  </inkml:definitions>
  <inkml:trace contextRef="#ctx0" brushRef="#br0">11048 12048 694 0,'0'0'64'0,"0"0"13"0,0 0-28 0,0 0 7 0,0 0-3 0,0 0-14 15,0 0-33-15,0 0 2 0,-11 11 5 16,46 6 19 0,1 3-3-16,-4 6 3 0,4 2-8 15,0-3 9-15,-4 1-12 16,3-3-8-16,-11-5 12 16,12-2-9-16,-4-6 9 15,-4-3-5-15,-4-7-7 16,12 0 4-16,19-6 3 15,25-45 30-15,16-23-22 16,43-26-20-16,4-9-6 16,5 0-2-16,3 8 0 15,-20 11 0-15,1 12-5 16,-17 12-47-16,-11 24-76 16,-13 10-88-16,-51 20-185 0</inkml:trace>
  <inkml:trace contextRef="#ctx0" brushRef="#br0" timeOffset="6632.08">27218 15821 503 0,'0'0'145'0,"0"0"-98"0,0 0 71 16,0 0-66-16,0 0 47 0,0 0 3 0,0 0-30 0,-104 31-25 0,100-28-16 0,-4 4 0 15,4-1-5-15,4-6 6 16,0 4-8-16,0-4-12 16,0 0-5-16,0 0 3 15,0 0-3-15,0 0-6 16,0 3 4-16,28-1 4 16,16 5 28-16,24-3-6 15,-5-3-14-15,13 4-2 16,8-2-4-16,-1-3-3 15,9 0 1-15,-1 0-3 16,9 0 1-16,-1 0-1 16,1 0 1-16,-1-8 2 15,-3-4-1-15,-12 0-1 0,-5 5-1 16,5-3-4-16,-12 8-2 16,3-6 5-16,-3 7-5 15,0-3 6-15,-5 1-6 16,-7 1 8-16,0 2-14 15,-1-4 13-15,9 4-4 16,-8 0-3-16,-1 0 2 16,-3 0 0-16,-8-3-2 15,0-1-2-15,0 4-1 16,-1 0 1-16,9 0 4 0,-8 0-2 16,0 0 0-16,-13 0 1 15,-3 0-1-15,0-3 0 16,-16 3 0-16,8 0 2 15,-4 0-2-15,-4 0 3 16,-4 0-3-16,-4 0-1 16,-4 0 1-16,-4 0 1 15,8 0 0-15,-8 0 0 16,0 0-2-16,0 0-27 16,0 0-95-16,-36-3-168 15,-44-7-862-15</inkml:trace>
  <inkml:trace contextRef="#ctx0" brushRef="#br0" timeOffset="8502.35">19047 16963 767 0,'0'0'49'0,"0"0"26"0,0 0 3 0,0 0-6 0,0 0 15 0,0 0-8 16,0 0-22-16,-151-5-15 15,151-2-26-15,12-2-3 16,48-4-12-16,47-7 14 16,17 5-6-16,7-1-8 15,20-4 0-15,13 5 14 16,3-4-11-16,-4 5 5 15,-12 2-9-15,-15 2 0 16,-29 4 0-16,-23 3 0 16,-16-3 0-16,-9 1-9 15,-15 5 9-15,-16-1-19 16,4 1-51-16,-8 0-62 16,0 0-132-16,-12 0-160 0</inkml:trace>
  <inkml:trace contextRef="#ctx0" brushRef="#br0" timeOffset="34351.54">20393 18033 546 0,'0'0'232'0,"0"0"-144"0,0 0 18 0,0 0-39 0,0 0-24 0,0 0-25 0,0 0-12 16,0 0 11-16,0-3 42 15,24 19-11-15,12 0-8 16,-4-3-11-16,4-4-8 15,-8-2 5-15,3-4-12 16,5-3 5-16,8 0 0 16,8-3 20-16,15-35 10 15,13-7-20-15,4 1-13 0,11-7-10 16,-3 4-5 0,-1 2-1-16,-19 3 0 15,8 8 0-15,-29 5 0 16,-7 7 1-16,-8 9-1 0,-12 0 0 15,-4 3 0-15,-8 4 0 16,0 0-1-16,4 1-11 16,-4 5-24-16,8-4-42 15,3 4-34-15,1 0-73 16,12 0-112-16,-4 0-510 0</inkml:trace>
  <inkml:trace contextRef="#ctx0" brushRef="#br0" timeOffset="35116.71">26270 17856 896 0,'0'0'77'0,"0"0"57"0,0 0-67 0,0 0-2 0,0 0-23 16,0 0-31-16,-12 0-6 16,12 0-4-16,12 0 1 15,32 6 10-15,-4 5 17 16,3 6-11-16,-7-5-6 15,0-1 3-15,12-1-4 16,-16-5 4-16,4-1 2 0,-13-4-6 16,13 0 4-16,12 0 18 15,20-15 14-15,23-29-11 16,-3-7-17-16,15-1-12 16,-7-2-5-16,-4 1 0 15,-13 4 1 1,1 9-3-16,-20 7-1 0,-13 11 1 15,-11 10 0-15,-24 6 1 16,-4 6-1-16,-8 0-3 16,0 0 2-16,0 0-9 15,0 0-29-15,12 0-71 16,12 0-39-16,0 0-73 16,4 6-212-16</inkml:trace>
  <inkml:trace contextRef="#ctx0" brushRef="#br0" timeOffset="35739.08">30980 17811 978 0,'0'0'140'0,"0"0"-6"15,0 0-70-15,0 0 17 0,0 0-26 0,0 0-14 0,-48-25-11 16,48 25-26-16,0 0-3 15,0 0 3-15,0 4 0 16,24 5 0-16,8 0 4 16,-8-6 5-16,0 1 1 15,12-4-1-15,31 0 7 16,17-25-2-16,12-25 11 16,7-9-14-16,5-8-9 15,-5-2-3-15,1-3 0 16,-1 11-3-16,-15-1 0 15,-1 9 0-15,-15 3 1 16,-12 8-1-16,-12 7 0 16,-13 11-8-16,-11 10-1 0,-4 7-13 15,-8 7-19-15,-8 0-48 16,4 0-83-16,-8 20-69 16,0 11-302-16</inkml:trace>
</inkml:ink>
</file>

<file path=ppt/ink/ink8.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24:45.913"/>
    </inkml:context>
    <inkml:brush xml:id="br0">
      <inkml:brushProperty name="width" value="0.05292" units="cm"/>
      <inkml:brushProperty name="height" value="0.05292" units="cm"/>
      <inkml:brushProperty name="color" value="#FF0000"/>
    </inkml:brush>
  </inkml:definitions>
  <inkml:trace contextRef="#ctx0" brushRef="#br0">12788 9313 747 0,'0'0'170'0,"0"0"-128"0,0 0-32 0,0 0 3 16,0 0 12-16,0 0 26 15,0 0 14-15,24 90-36 0,0-70 1 16,-16-11 3 0,-4-5-2-16,-4-4-16 0,0 0-8 15,12 0 15-15,12-22 10 16,20-29-3-16,27-17-29 16,9-7-2-16,12 2-128 15,-9 0-151-15,-11 6-588 16</inkml:trace>
  <inkml:trace contextRef="#ctx0" brushRef="#br0" timeOffset="867.15">20019 7995 874 0,'0'0'98'0,"0"0"29"16,0 0-68-16,0 0-29 0,0 0-6 0,0 0-6 15,12-7 12-15,24 23 12 16,-4-7 7-16,-5 1-16 15,-7-10-4-15,-4 0-13 16,-4 0 0-16,-4 0-11 16,4 0 22-16,0-4 28 0,36-36-4 15,12-22-36-15,31-9-15 16,13-9 0-16,-9 3-33 16,13 6-171-16,-9 3-119 15,-23 2-623-15</inkml:trace>
  <inkml:trace contextRef="#ctx0" brushRef="#br0" timeOffset="1770.89">18140 12706 932 0,'0'0'52'0,"0"0"22"0,0 0-32 0,0 0 20 0,0 0-25 16,0 0-19-16,12-17-18 15,31 17 12-15,-3 10 0 16,4 9 0-16,-12 1 15 16,-4-8 7-16,-8-2-23 15,-16-10 14-15,8 0-7 16,-12 0-5-16,8 0 6 16,7-16 3-16,17-39 11 15,28-28-18-15,20-14-15 16,3-17-2-16,13-2-19 15,-5-7-131-15,-7-9-174 16</inkml:trace>
  <inkml:trace contextRef="#ctx0" brushRef="#br0" timeOffset="72883.17">30164 5356 558 0,'0'0'207'0,"0"0"-53"0,0 0-66 0,0 0-28 0,0 0-20 16,0 0-7-16,0 0-7 0,-16-6 7 15,8 6 10 1,8 0-2-16,-4 0-11 16,4 0 7-16,-8-4-9 15,-4 4-2-15,0-3-20 0,-12-3-2 16,-3 3-3-16,-5-5 0 16,-4 3-1-16,0-2 5 15,-8-1-4-15,4 7 17 16,-15-5-12-16,-5 6 2 15,4-3-7-15,-4 3-1 16,13 0 6-16,-9 0-3 16,-4 0 7-16,-11 0-7 15,-1 0-1-15,-8 9 2 16,13 12-4-16,-5-1 1 16,16 8 1-16,4 1-2 0,-3 0-1 15,-1 2 1-15,16 2 1 16,4-9-1-1,4 7 0-15,-3 3 2 0,11-3-1 16,-8 6 4-16,4 4-2 16,-4 10-1-16,-4 5-2 15,12 4 4-15,-7 3-3 16,7 10 1-16,-4-4-1 16,8 5 1-16,8-4-2 15,0-7 4-15,8 3-3 16,-4-5 0-16,-4-1-1 15,12 2 2-15,0-1-2 16,0 1 2-16,0 4-2 16,0 5 1-16,0-3 4 0,12 7-5 15,8-7 2-15,-4 4-2 16,8-6 0-16,0 4 1 16,7-4 2-16,-7-3 3 15,20-1-2-15,-4-6 3 16,-4-1-4-16,8-6-1 15,3-5-2-15,-3-2 8 16,8-3-8-16,4-4 2 16,-9-1 0-16,13-5 1 15,-4 0-1-15,12-3 0 16,3-4-1-16,1-1 5 16,20-1-3-16,-9-5-3 0,21 0 5 15,-9-1-5-15,1-1 7 16,3-8-1-16,-11 5-5 15,0-7 5-15,-17 1 0 16,1-4 1 0,0 0 0-16,-5 0-4 0,13 0 4 15,-16 0-5-15,15-4 2 16,1-11-4-16,3-5-2 16,13 4 2-16,-4 1 0 15,11-5 5-15,-19 1-3 16,-1-2 0-16,9-10 0 15,-1 8 5-15,-7-8-3 16,0-2 2-16,-5 1-4 16,1 1-1-16,-8-2 0 15,-5-1-1-15,-3-1 3 0,-8 1-3 16,3-1 0-16,-3 3 1 16,-8 0 2-16,-12-1-3 15,12 2-2-15,-5-1 2 16,-7-2 1-16,0-3-1 15,-12 1 8-15,12-2-13 16,-12-4 5-16,0-2 0 16,-5-4 3-16,5-3-3 15,-8 0-2-15,-8 0 2 16,4-6 2-16,0 1 5 0,-12 2-8 16,0-4 1-16,0 5 0 15,0 2 0 1,0 4 3-16,-32-4-3 0,-4 1 1 15,-3 9-1 1,-5-2 5-16,-4 1-4 0,4 7-1 16,-7-5 4-16,-5-4-4 15,-4 1 4-15,0-4 2 16,-7 0-1-16,7 3 0 16,0 0 0-16,-8 8-5 15,13 4 1-15,-5 4 4 16,0-1 1-16,1 0-3 15,3 4-2-15,-4 3-1 0,0-2 5 16,5 2-3 0,7 3 1-16,0-2 1 0,4 1 0 15,4 8 10-15,5-7-13 16,3 3 3-16,-4 7-3 16,4-4-1-16,4 0 0 15,-4 2-3-15,-3 2 10 16,3-3-7-16,-4 2 2 15,12 1-2-15,0 3 0 16,0 0 1-16,8-3-1 16,-4 2-1-16,-4 1-6 15,13-2 7-15,-9 2 0 16,-4 0 0-16,0-1 7 16,0 2-14-16,0-5 13 15,0 1-13-15,-12 1 8 16,12-1-1-16,-11-1 7 0,-21 0-7 15,8 2-1 1,-8 1 1-16,-3-2 1 0,-1 1-1 16,-12 1 0-16,-7 0-1 15,7 4 1 1,0 3-3-16,5 0 2 0,7 0-8 16,0 0-35-16,4 0-33 15,1 16-58-15,15 9-95 16,4 3-157-16</inkml:trace>
  <inkml:trace contextRef="#ctx0" brushRef="#br0" timeOffset="73634.06">29503 6070 634 0,'0'0'274'0,"0"0"-43"0,0 0-127 0,0 0-62 0,0 0-35 0,0 0-7 0,-52 10-1 16,52 4 0-16,8-6 1 15,4-6 8-15,12-2 0 16,-4 0 14-16,-4 0 8 16,-4 0 13-16,0 0 2 15,0 0 2-15,0-22 0 16,-4-7-23-16,-8 5-6 15,0 7-2-15,0 5-7 16,0 7 3-16,0 5 1 16,0 0-2-16,0 0-11 15,0 0-3-15,0 7-9 16,0 17 10-16,-8 1 1 16,8 4-2-16,0-7 2 15,0-3 0-15,0-9-1 0,0-4-2 16,8-3-1-16,4-3 3 15,-8 0 2-15,-4 0 4 16,8 0 6-16,-8 0 18 16,0-12-9-16,0 2 4 15,0 3-14-15,0 4-4 16,0 3-5-16,0 0-1 16,0 0-6-16,0 0-57 15,0 10-68-15,0 25-39 16,0 3-33-16,15 6-147 15</inkml:trace>
  <inkml:trace contextRef="#ctx0" brushRef="#br0" timeOffset="74183.75">31366 6549 653 0,'0'0'311'0,"0"0"-102"0,0 0-122 0,0 0-55 0,0 0-20 16,0 0-12-16,-12-2-1 15,12 2 1-15,0 0 3 16,0 0 7-16,0 0 11 15,0 0 6-15,0 0 9 16,0 0 11-16,8-4 14 16,-4-8-8-16,4-1-20 15,-8-2-11-15,0 4 6 16,0 0 2-16,0 7-10 16,0 4-12-16,0 0 4 15,0 0-12-15,0 0-1 16,0 0-9-16,0 12 6 15,0 2 3-15,0 6-3 0,0-6 0 16,0-4-6-16,12-3 7 16,12-1-4-16,0-6 0 15,8 0 5-15,-8 0 2 16,-8 0 9-16,4 0-7 16,-16-11 2-16,4-6 4 15,-8 8-5-15,0-3 0 16,0 4 4-16,0 7-7 15,-12 1 0-15,-24 0-21 16,-20 0-59-16,8 16-135 16,-11 15-88-16,-9 7-524 15</inkml:trace>
  <inkml:trace contextRef="#ctx0" brushRef="#br0" timeOffset="74933.99">29949 7413 645 0,'0'0'190'0,"0"0"-17"0,0 0-36 0,0 0-47 0,0 0-50 0,0 0-35 16,-44-20-4-16,44 20-2 16,0 0 1-16,0 9 0 0,0-1 0 15,12-5 2-15,0 0-1 16,8-3 1-16,-4 0 2 15,-4 0 12-15,-4 0 21 16,-8 0 19-16,0 0-7 16,0-9-17-16,0-1-10 15,0 1-2-15,0 0-11 16,0 1 2-16,-12 8-4 16,0 0 7-16,0 0-7 15,0 0-5-15,-12 0-2 0,12 0-1 16,0 21 0-1,4-3-2-15,8 2 1 0,0-9 0 16,0 1 2-16,0-7-2 16,0 1 0-16,12-3-4 15,0-3 3-15,8 0 3 16,-8 0 4-16,4 0 0 16,-8-14 6-16,-8 0 4 15,0-6-5-15,0 8-5 16,0 2 2-16,0 5-4 15,-24 5-2-15,-12 0-13 16,-20 0-97-16,21 5-128 16,-13 17-332-16</inkml:trace>
  <inkml:trace contextRef="#ctx0" brushRef="#br0" timeOffset="77283.28">29985 11465 408 0,'0'0'118'0,"0"0"-10"0,0 0-34 0,0 0 20 0,0 0-26 16,0 0-5-16,0-118 0 15,0 109-20-15,0 3 13 16,0-1-4-16,0 3-19 15,0 0-6-15,0-1-3 0,-12 1-14 16,-20 1 1 0,-4-4 0-16,0 5 4 0,-11 2-5 15,3 0 1-15,-16 0-3 16,-12 0-6-16,1 0 7 16,3 2-4-16,0 16 5 15,5 0 4-15,-5 2 0 16,-4 2-2-16,5 7 2 15,7 2 4-15,-8 6-5 16,8 2 3-16,1 6 0 16,-1 2-5-16,4 8 0 15,-3 7-8-15,3 12 2 16,-8 11 1-16,0 1 2 16,5 0-7-16,19-3 3 0,-4-5-4 15,20-2 0-15,4-3 1 16,4-3-2-16,16 0 1 15,0 1 0-15,0-2 0 16,0 2 1-16,12-3 0 16,24 0 1-16,24-3-2 15,-4 3 4-15,3 6 0 16,1-5-2-16,0 0 5 16,7-5-4-16,-7-3-1 15,12-4 2-15,-4 1-3 16,11-2-1-16,-7-5 4 15,11-4 2-15,9 1 3 16,4-4-3-16,15-5 5 0,1-5-1 16,11-1-1-1,8-9 1-15,-3-4-7 0,-1-7 6 16,-19-12 4-16,-1-1 0 16,-7 0-4-16,7-5-6 15,-3-21-1-15,3-5 8 16,-3-3 1-16,11-12-8 15,17-1 7-15,7 0 4 16,0-7-9-16,-11 3 4 16,-21 3-9-16,-3-3 5 0,-1-3-3 15,-7-4 2 1,-5 2-1-16,-7-1-2 0,-12-5 3 16,-5-3-2-1,-7-2 4-15,-12-6-1 0,0 1 0 16,-16 5-5-1,-9 3 6-15,-11 3-3 0,-12 4 1 16,0 4-1-16,0-5 2 16,-12-2-3-16,-31 2 1 15,-5-7 2-15,-12 1-2 16,12-2 2-16,-11 4-4 16,-9 5 8-16,8-3-6 15,-7 7-1-15,-5-2 2 16,4 1 0-16,-15 6-3 15,15 7 1-15,-4 2 6 16,-7 7-8-16,15 1 1 0,-16 6-1 16,1-1 5-16,-5 5-10 15,4 0 7-15,-15 7-2 16,11-2 6-16,-7 0-6 16,7 2 1-16,-8 4-3 15,21-4 4-15,3 5-3 16,0-1 1-16,9 2 0 15,-5-2 0-15,-4-1 0 16,-3 1 0-16,-9 4 3 16,8 2-3-16,-7-1-1 15,-1 5 0-15,-4 0 2 16,5 0-1-16,3 0 0 16,0 0 0-16,13 0-3 0,3 3 3 15,-4 14-7-15,25-1-46 16,15 4-36-16,24 7-80 15,0-5-88-15,0 1-197 16</inkml:trace>
  <inkml:trace contextRef="#ctx0" brushRef="#br0" timeOffset="77768.5">29611 11997 631 0,'0'0'162'0,"0"0"-54"0,0 0-56 0,0 0 7 0,0 0-29 15,0 0-18-15,-12 45 21 16,12-45 3-16,0 0 5 15,0 0 24-15,0 0 10 16,0 0-3-16,0-17-14 16,0 2-5-16,0 2-13 15,0 4-12-15,-20 0-15 16,8 4-8-16,-4 5-5 16,4 0 0-16,0 0-4 15,-8 0-14-15,8 19-67 16,0 12-66-16,12-1-46 15,0 0-198-15</inkml:trace>
  <inkml:trace contextRef="#ctx0" brushRef="#br0" timeOffset="78085.55">30371 11890 655 0,'0'0'169'16,"0"0"-66"-16,0 0-21 15,0 0-48-15,0 0-2 0,0 0-3 16,139 12 20-16,-127-12 10 16,0 0 13-16,-12 0-2 15,0-11 13-15,0-6-17 16,0-2 3-16,0 3-38 15,0 3-17-15,-20 5-4 16,-7 8-5-16,-17 0-5 16,4 0 0-16,-4 21-21 15,12 11-67-15,8 3-98 16,20 7-71-16,4-4-297 16</inkml:trace>
  <inkml:trace contextRef="#ctx0" brushRef="#br0" timeOffset="78450.88">31036 12201 618 0,'0'0'178'16,"0"0"-118"-16,0 0 33 0,0 0-22 15,0 0-32-15,0 0 20 16,139-37 4-16,-123 20-7 16,-4 6 8-16,-12 1 3 15,0-3 6-15,0 3-25 16,0-3-11-16,0 7-12 15,-24-2-22-15,-4 8-3 16,5 0-3-16,-9 0-28 16,-4 9-33-16,4 21-90 15,16-1-110-15,-4 2-287 16</inkml:trace>
  <inkml:trace contextRef="#ctx0" brushRef="#br0" timeOffset="78817.25">30475 12500 741 0,'0'0'250'0,"0"0"-98"0,0 0-60 16,0 0-77-16,0 0-14 16,0 0-1-16,-32-7 0 15,44 7 17-15,12 0 11 16,-1 0 14-16,-3 0 4 16,-20-13 15-16,0-4-11 0,0 3-6 15,0-3-18 1,0 5-13-16,-8 4-1 0,-19 7-9 15,-5 1-3-15,4 0-3 16,-4 0-3-16,8 0-51 16,0 19-76-16,-8 4-89 15,8 1-192-15</inkml:trace>
  <inkml:trace contextRef="#ctx0" brushRef="#br0" timeOffset="79202.17">29670 12430 387 0,'0'0'438'0,"0"0"-209"16,0 0-116-16,0 0-81 15,0 0-32-15,0 0-1 16,0-7 1-16,44 7 10 16,-20 0 2-16,-8 0 12 15,-4 0-4-15,0 0 1 16,-4 0 20-16,-8 0 23 16,0-3-3-16,0-9-23 15,0-1-8-15,-12 4-3 0,-20-2-14 16,4 5-4-16,4 6-9 15,-8 0-2-15,20 0-1 16,0 0-26-16,1 0-65 16,3 10-55-16,8 9-57 15,0-5-171-15</inkml:trace>
  <inkml:trace contextRef="#ctx0" brushRef="#br0" timeOffset="79606.34">30124 12213 589 0,'0'0'262'0,"0"0"-78"0,0 0-98 0,0 0-54 0,0 0-17 0,0 0-14 16,-24-2 3-16,24 2 0 16,0 0 13-16,0 0 5 0,-8 0 0 15,8 0 8-15,0 0-2 16,-4 0 15-16,-4-4 28 15,4 1-4-15,-8-3-43 16,1-1-18-16,3 7 2 16,-4 0-3-16,12 0-5 15,0 0-6-15,0 0-16 16,0 0-94-16,0 10-48 16,0 7-136-16,12 3-189 15</inkml:trace>
  <inkml:trace contextRef="#ctx0" brushRef="#br0" timeOffset="80050.98">31597 12446 610 0,'0'0'165'0,"0"0"-79"0,0 0-39 0,0 0-25 0,0 0-11 0,0 0 27 0,0 3 1 0,0-3 18 16,0 0 8-16,0 0 9 16,0 0-7-16,0 0-5 15,0 0-11-15,0-9-12 16,0 1 8-16,0-1-24 16,0-2 6-16,-12 7-2 15,4-2-11-15,4 2-16 16,-3 4 2-16,3 0-9 15,-4 0-27-15,-4 0-133 16,0 10-65-16,8 8-179 16</inkml:trace>
  <inkml:trace contextRef="#ctx0" brushRef="#br0" timeOffset="80433.63">31048 12662 665 0,'0'0'213'0,"0"0"-99"15,0 0-68-15,0 0-44 16,0 0 4-16,0 0 14 16,-8 0 9-16,8 0 6 15,0 0 20-15,0 0-11 16,0 0 7-16,0 0-6 16,0 0 13-16,0-11 13 15,0 6-16-15,0-5-18 16,0 2-19-16,0 7-13 15,0-2 0-15,-4-1-5 16,-4 4-5-16,-8 0-70 16,4 0-101-16,0 4-44 0,0 8-264 15</inkml:trace>
  <inkml:trace contextRef="#ctx0" brushRef="#br0" timeOffset="81033.58">29634 11855 483 0,'0'0'247'0,"0"0"-106"0,0 0-60 0,0 0-38 0,0 0-13 15,0 0 13-15,0 0 32 16,0 0-2-16,0-4-2 16,12-7-8-16,-12 4 6 15,0-3-19-15,0 4-12 16,0-3-6-16,0 1-16 16,0 7-9-16,0-3-5 0,0 4-2 15,0 0-7 1,0 0-27-16,0 9-75 0,0 16-53 15,0 1-172-15,24 3-337 16</inkml:trace>
  <inkml:trace contextRef="#ctx0" brushRef="#br0" timeOffset="81657.67">30148 11683 105 0,'0'0'530'0,"0"0"-390"0,0 0-42 0,0 0-43 0,0 0-21 15,0 0 9-15,-20 0 10 16,20 0-2-16,0 0-12 0,0 0 6 16,0 0-7-16,0 0-1 15,0 0-19-15,0 0 30 16,0 0 8-16,0-7-11 16,0-3-30-16,0 5-15 15,0 3 3-15,0-2-11 16,0 4-18-16,8 0-101 15,20 0-124-15,4 4-86 16</inkml:trace>
  <inkml:trace contextRef="#ctx0" brushRef="#br0" timeOffset="82117.25">30877 11741 206 0,'0'0'384'15,"0"0"-224"-15,0 0-30 16,0 0-18-16,0 0-44 0,0 0 5 16,-24-29-61-1,24 29 3-15,-4 0-15 0,4 0 0 16,0 0 4-16,0 0-1 16,0 0-2-16,0 0-1 15,0 0 2-15,0 0 2 16,0 0 2-16,0 0 3 15,0 0 19-15,0 0 27 16,0 0-7-16,-8 0 14 16,4-6-30-16,-8 3-26 15,4-2-4-15,4 5 0 16,4 0-2-16,0 0-1 0,0 0-40 16,0 5-93-1,0 17-137-15,0-3-267 0</inkml:trace>
  <inkml:trace contextRef="#ctx0" brushRef="#br0" timeOffset="82537.53">31669 11935 485 0,'0'0'143'0,"0"0"-26"0,0 0-75 0,0 0-15 0,0 0 15 16,0 0-5-16,-12 17-9 15,12-10 2-15,0-4-9 16,0 1 0-16,0-4 4 16,0 0 3-16,0 0 20 15,0 0 3-15,0 0-3 0,0 0-6 16,0 0 7-16,0-7-38 16,0-4-4-16,0-2-2 15,-12 3 0-15,8 4-4 16,-4 2-1-16,-4 4-4 15,-12 0-99-15,12 0-204 16,-7 20-290-16</inkml:trace>
  <inkml:trace contextRef="#ctx0" brushRef="#br0" timeOffset="83017.28">31191 12585 536 0,'0'0'202'0,"0"0"-96"0,0 0-23 0,0 0-15 0,0 0-33 16,0 0 17-16,0 0 30 16,0-12-30-16,12-8-10 15,-12 5-19-15,0 2 8 16,0 1-17-16,0 4-13 16,0 5 8-16,0 3-9 15,0 0-11-15,-4 0-74 16,-16 0-148-16,8 0-181 15</inkml:trace>
  <inkml:trace contextRef="#ctx0" brushRef="#br0" timeOffset="83466.67">30570 12204 545 0,'0'0'207'0,"0"0"-126"16,0 0-54-16,0 0-16 15,0 0 12-15,0 0 31 16,0 3-5-16,8 1-18 16,4-4 22-16,0 0-23 15,0 0 14-15,-8 0-5 16,4 0-8-16,-4 0 11 15,4 0-14-15,-8-10-6 16,0 4 3-16,0-3-16 0,0 1-3 16,0 3-6-1,0-1 0-15,0 6-48 0,0 0-57 16,0 0-229-16,0 8-259 16</inkml:trace>
  <inkml:trace contextRef="#ctx0" brushRef="#br0" timeOffset="86484.16">29682 13495 577 0,'0'0'184'0,"0"0"-28"0,0 0-60 0,0 0-34 15,0 0-40-15,0 0-22 16,0 0 1-16,-36-9-1 15,36 17 0-15,0-3 7 16,0 6-1-16,12-5 4 16,0-1 0-16,0-1 3 0,0-2-1 15,-4 3-1-15,4-5-4 16,-8 0 18-16,4 0 3 16,-4 0 24-16,-4-5-16 15,0-5 4-15,8 9-14 16,-8-3-6-16,0 4 8 15,0 0-15-15,0 0 4 16,0 0-4-16,0 0-6 16,0 0-6-16,0 0-1 15,0 0-2-15,0 0 1 16,0 0-5-16,0 0 4 0,0 0 0 16,0 0 1-1,0 0-3-15,4 0 3 0,8 0 0 16,0 0 2-1,-4 0 0-15,4 0 7 0,-8 0-1 16,8-9-1-16,-4-8 0 16,4 5-3-16,-12-1 3 15,0 4-2-15,0 0 13 16,0 5 4-16,0 0 3 16,0 3-10-16,0 1-4 15,-12 0-4-15,0 0-5 16,0 0-2-16,-8 0-1 15,8 0-3-15,0 10 2 0,8 5 2 16,-4-8 0 0,8 3 0-16,0-3-5 0,0-4 0 15,0 6 1-15,0-5-5 16,0-4 7-16,8 4-2 16,-8-4 5-16,12 0 0 15,-8 0 6-15,-4 0-1 16,8 0 2-16,-8-4-4 15,0-9 4-15,0 1 1 16,0-1 0-16,0 1 4 16,-12 6-3-16,0-2-9 15,0 8 1-15,-12 0-2 16,-8 9-30-16,-12 28-110 16,9 9-167-16,11 3-414 0</inkml:trace>
  <inkml:trace contextRef="#ctx0" brushRef="#br0" timeOffset="102887.17">30522 11359 470 0,'0'0'130'0,"0"0"-42"0,0 0 26 0,0 0-44 0,0 0 8 16,0 0-31-1,0 0 7-15,-8 0 13 0,4 0 4 16,-4 0-16-16,8 0-27 16,0 0-8-16,-4 0-8 15,4 0-2-15,-11 0-1 16,-1 0 0-16,-8 0-5 16,-8 0-6-16,-8 0 4 15,4 0 6-15,-12 0-8 16,16 0 13-16,-3 0-6 15,7 0 3-15,0 0 6 16,-12 0-1-16,12 0-5 0,-12 0-2 16,0 0 9-16,-7 0-9 15,-5 4 2-15,16-1-4 16,-4 1 5-16,0-4-3 16,0 2 2-16,1-2-8 15,-1 7 3-15,0-1-3 16,-8-1 4-16,-4 3-1 15,17-6-5-15,-5 3 2 16,0-5 0-16,0 2 1 16,-12-2-2-16,16 3 1 15,5 1 0-15,-5-1 1 16,4-3-2-16,8 4 2 16,-4-4 1-16,12 2 0 0,-8 5 0 15,-8-7-2 1,4 6 2-16,-7-3-4 0,3 3 4 15,-4 0-4-15,8 1-4 16,0 3 2-16,4-1 2 16,16-4 0-16,-4 4 0 15,-4-1-3-15,0 5 1 16,0-1 2-16,0 1 0 16,8 7 1-16,-4-5-1 15,4 5 0-15,-3-4 1 16,7-1-3-16,0 8 3 15,0-8-1-15,0 0 0 16,0 6 0-16,0-6 1 16,0 5 0-16,0 2 0 0,0-4 6 15,0 9-4-15,0-9 0 16,0 5 3-16,0 1-4 16,0-2 0-16,0 0 3 15,0 1-5-15,0-4 4 16,0 4-3-16,0-3 5 15,7 7-7-15,-3-3 2 16,4 7-2-16,-4-7 1 16,8 4 0-16,-4-2 1 15,4-1 0-15,-8 1 0 16,8-4-1-16,-4 4-1 16,-4-3 1-16,4-1 4 15,-4 0-4-15,8-1 1 16,0 1-1-16,8 2 0 15,-8-8-1-15,0 2 4 0,8 2-3 16,-4-7 1-16,4 2-1 16,3 1 0-16,1-6 0 15,-8 5 0-15,8 1 0 16,-16-1 0-16,16 1 1 16,-4 1 0-16,-4-5 5 15,8-2-4-15,-4-1-2 16,3 1 2-16,1 3 0 15,-8-4-3-15,4 3 2 16,4-3-1-16,-4 1 0 0,-4-3 10 16,4 3-9-16,4-1-1 15,0-3 1-15,0 4 10 16,-1-1-7-16,1 3 0 16,0-3 3-16,8 2 1 15,-8-4 3-15,0 3-2 16,-8-4-4-16,16 1 4 15,-9 2 2-15,9-3 0 16,4 6 1-16,-8 1-6 16,4-1-2-16,-8 1-2 15,12-6-2-15,-5 3 1 16,5-5 11-16,-12 6-10 16,0-9 2-16,0 5-1 15,0-4-2-15,8 3 10 0,-8-2-11 16,3 3 3-16,9-5 2 15,-4 3 3-15,12-1-5 16,-16 0-1-16,4-2 1 16,-8-2-4-16,-1 0 2 15,1 5-1-15,0-3 11 16,24 0-9-16,-4-2-1 16,-4 5 4-16,3-2-5 15,1-3 2-15,-8 0-2 16,4 0 8-16,16 2-8 15,-9-2 1-15,9 0-4 16,-4 4 8-16,-8-4-7 16,-8 0 3-16,7 0-1 0,-7 0 4 15,-12 0 2-15,20 0-4 16,-8 0 0-16,-8 0 0 16,7 0-2-16,-3-6-5 15,-8-2 4-15,12 4 2 16,-4-7-1-16,4 5 9 15,-8 1-8-15,15-2-1 16,-7-1 0-16,0-1-6 16,8-1 6-16,-8 4 0 15,-13-3 0-15,21 7-1 16,-16-5 2-16,8-1-1 16,0-1 0-16,-4-1 0 15,11 0 0-15,-7 3 0 0,-8-3 3 16,4 0 4-16,-8 1-7 15,12-7 0-15,0 3-5 16,-5-4 5-16,-3 3 0 16,4-3 0-16,-8 2 1 15,0-4 0-15,8 0 0 16,-16-3-1-16,8 0 4 16,-12-4-3-16,0 3-1 15,-5-2 4-15,-3-1-4 16,4-2 0-16,-8 0 1 15,0-6 0-15,0 8-1 16,0-8 2-16,0 3 6 0,0 3-8 16,0-3-7-16,0 2 6 15,-8 3 1-15,-15 1 2 16,-5-1 2-16,-4 1-8 16,-4-1 5-16,0 2-1 15,-8-3 9-15,-3 3-9 16,-1-3 0-16,-8 6 0 15,4-2 2-15,-3 5-2 16,-1-1-7-16,4-1 7 16,-8 4 8-16,-3-2-7 15,11-2-2-15,-4 1 0 16,0-1 1-16,9 6 10 16,-5-3-8-16,-4 2 2 0,8 0-4 15,-7 1 2-15,-5-3-2 16,-8 6 1-16,4-2-2 15,-3-4 3-15,7 6-2 16,4-2 0-16,-3 0 1 16,11 4-1-16,-8-6-1 15,-4 4 1-15,13 2-1 16,-13-2 2-16,-8 6-2 16,12-2 3-16,-3-2-3 15,-1-1 1-15,4 4 0 16,-3-4 0-16,-1 6 0 15,-8-1-1-15,8-2 1 16,-11 5 0-16,23-5 0 16,0 4 3-16,-8 0-3 0,9-1-1 15,-9 1 1 1,-4 0 0-16,0 3-2 0,1 0 1 16,-1 0 1-16,4 0 0 15,8 0 0-15,1 0-1 16,-9 0 1-16,12 0 0 15,4 0 0-15,-3 0 1 16,-5 0-2-16,12 3 1 16,-8 4-1-16,-8 0 1 15,-15 4 0-15,11 2-1 16,4 0-2-16,-4 1 2 16,9 3 1-16,-9 12-2 15,-4 4-2-15,4 10-18 0,-3 15-81 16,-1 6-138-16,-8 2-217 15</inkml:trace>
  <inkml:trace contextRef="#ctx0" brushRef="#br0" timeOffset="108936.13">30992 8244 802 0,'0'0'150'0,"0"0"-98"0,0 0-31 0,0 0 45 16,0 0 27-16,0 0-53 15,0 0-2-15,151 173 11 0,-103-139-9 16,-12 0 2-16,-4-8 7 16,0-13-23-16,-20-6 2 15,4-7-7-15,-4 0 8 16,8 0 3-16,15-29 19 16,25-31 4-16,48-32-25 15,15-19-20-15,8-6-6 16,1 0-2-16,-9 6-1 15,-7 11-1-15,-9 12-10 16,-15 17-46-16,-29 22-70 16,-7 26-79-16,-24 10-59 15,-4 9-183-15</inkml:trace>
  <inkml:trace contextRef="#ctx0" brushRef="#br0" timeOffset="115722.63">6537 14792 247 0,'0'0'255'0,"0"0"-133"0,0 0-54 0,0 0 34 16,0 0-39-16,0 0-8 0,0 0 2 15,-83 0-10-15,75 0 3 16,4 0 21-16,-4 0-19 16,8 0 3-16,-4 0-4 15,4 0-14-15,0 0 2 16,0 0-17-16,0 0-16 15,0 0 8-15,0 0-8 16,0 0 6-16,0 0-10 16,0 0 5-16,36 6 2 15,11 1 14-15,-11-1-10 16,24-3 5-16,0-3-1 16,-5 2-2-16,17-2 6 0,-4 0-5 15,11 0 1 1,-7 0-5-16,0 0-5 15,-4 0-2-15,-9 0-1 16,13 0-3-16,-12 0 14 16,7 0-2-16,1 0-6 0,4 0 2 15,-1 0 1-15,13 0-7 16,-4-2-2-16,3-1 4 16,-3-3-2-16,3 3-1 15,-15 3-2-15,-8-4 3 16,-4 0 2-16,-9 4-5 15,1 0 1-15,0 0-4 16,-4 0 11-16,-8 0-7 16,-1 0-1-16,21 0 1 0,-8 0 3 15,0 0-3-15,-1 0 3 16,13 0-1-16,-4 8-3 16,-8-4 3-16,-1 4-10 15,1-2 16-15,0 0-9 16,-4 1 5-16,-8-7-5 15,0 2 0-15,7-2 1 16,-7 0 0-16,12 5 1 16,-4-5 4-16,-4 0-1 15,-9 0 1-15,17 0-2 16,0 0 3-16,-4 0-7 0,4 0 7 16,-1 0-4-1,1 0 2-15,8 0-5 0,-8 0 0 16,-1 0 7-16,9 0-4 15,-20-7 2-15,0 7-1 16,0-4 1-16,-5 1 0 16,-3 3-2-16,4 0 0 15,-8 0 0-15,12 0 3 16,-12 0-5-16,12 0 0 16,-5 0 0-16,-3 0 6 15,-8 0-5-15,-8 0 3 16,0 0-4-16,0 0 1 15,-12 0-1-15,12 0 2 16,-12 0-3-16,0 0 0 16,0 0-1-16,0 0 1 0,0 0 1 15,0 0-1-15,0 0-7 16,0 3-81-16,-60 11-108 16,-23-1-270-16</inkml:trace>
  <inkml:trace contextRef="#ctx0" brushRef="#br0" timeOffset="128550.22">4889 16059 590 0,'0'0'240'0,"0"0"-106"0,0 0-17 0,0 0-43 0,0 0 7 15,0 0-33-15,0 0-2 16,-151 143-9-16,151-138-6 16,0-5 5-16,0 0-17 15,36 0 20-15,55-12 26 16,5-27-21-16,31-4-31 16,12-4-5-16,-7-2-3 15,-5 3 4-15,-23 14-7 16,-33 6 0-16,-23 10 3 15,-28 8-5-15,-20 8 3 16,0 0-1-16,0 0 1 16,0-1-2-16,-20-7 6 15,-40 0-6-15,-7-2-1 0,-5 0 0 16,-11 1 0-16,15 4-2 16,8 4 2-16,4-3 0 15,21 1 5-15,11 3 6 16,20-2 3-16,4 2 3 15,0 0 7-15,0-4-24 16,0 4-8-16,16 0 3 16,39-3 5-16,17 3 0 15,12 0 1-15,-17 0 1 16,-7 0-1-16,0 0-1 16,-16 17 0-16,-9 7-3 0,1 8 2 15,-16 5 0 1,-20 14 1-16,0 9 0 0,0 12-45 15,0 16-51-15,-12 1-103 16,-32 1-125-16,20-3-657 16</inkml:trace>
  <inkml:trace contextRef="#ctx0" brushRef="#br0" timeOffset="136683.1">6151 16786 573 0,'0'0'150'0,"0"0"11"0,0 0-39 0,0 0-47 0,0 0-14 16,0 0-29-16,0 0 2 16,-24 0-18-16,24 0 11 15,0 0-5-15,0 0 8 16,0 0 1-16,0 0 1 0,36 0 28 16,12 0-23-16,0 0-4 15,7 0-4 1,5 0 3-16,0 0-11 0,8 0-11 15,-9 0 4-15,21 0-2 16,-8 0-4-16,-1 0-5 16,9 2 11-16,-1 2-6 15,5 6-7-15,0-3 6 16,-5 2 0-16,-7-3-7 16,-4 0 11-16,-9 0-10 15,13 1 0-15,-12-1 6 16,7 1-3-16,-7-2 2 15,8 4-4-15,-8 2 0 0,7-2 3 16,-7 1-5-16,-12-1 0 16,12-2 1-16,-13-3 5 15,-3 1-6-15,4-1 6 16,-4-1-3-16,-4 3 0 16,-5-2-2-16,9 1 3 15,-8 0-5-15,8 1 7 16,-4-1-10-16,-9-1 10 15,17 1-3-15,0-1-2 16,-4 0 4-16,4-1-1 16,-13 0 4-16,21 0-4 15,-16 2 2-15,4-5-2 16,4 8-3-16,-13-6-1 0,9-2 5 16,-8 5-3-1,0-5-1-15,12 0-1 0,-5 0 10 16,-3 0-6-16,4 0 3 15,-8 0-7-15,8 0-1 16,-9 0 1-16,1 0 3 16,0 0-1-16,8 0 8 15,-8 0-10-15,0 0 2 16,-1 0-3-16,1 0 8 16,8-5-4-16,-4-1-1 15,4 2 4-15,3 2-5 16,-3-4-2-16,-4 0 2 15,4-2 3-15,4 3-4 16,7-2 4-16,-3-1-4 0,-8 3 1 16,4 0-1-16,7-5 3 15,-7 7-3-15,12-5 0 16,0 3-4-16,-12 1 4 16,-5 1 4-16,1 1-4 15,-8 2 0-15,0 0 0 16,0 0 3-16,-1 0-2 15,9 0-1-15,-16-6 0 16,-4 6 1-16,-4 0-1 16,-4 0 1-16,-8 0-1 15,4 0 0-15,0 0 1 16,-12 0-1-16,0 0 0 16,0 0 0-16,12 0 3 0,-12 0-2 15,0 0-1-15,0 0 1 16,0 0-1-16,0 0 1 15,0 0-1-15,0 0 0 16,0 0-23-16,0 0-73 16,0 0-147-16,-12 11-233 15</inkml:trace>
  <inkml:trace contextRef="#ctx0" brushRef="#br0" timeOffset="139283.32">30279 8093 672 0,'0'0'216'0,"0"0"-66"0,0 0-49 0,0 0-13 0,0 0-33 16,0 0-8-16,0 0 16 16,0-26-29-16,0 26 4 15,0 0 4-15,0 0-5 0,-11 3-12 16,-17 33-10 0,-16 4-11-16,-4 14 10 0,0 1-3 15,4-4 2-15,9-3-10 16,-1-14 0-16,28-9 4 15,-4-16-2-15,12-9-5 16,0 0-1-16,0 0 1 16,0 0 17-16,0-5-2 15,0-21 1-15,8-3-16 16,16-5 0-16,20-5-1 16,-9 5 2-16,13 5-3 15,-8 3 2-15,4 6-1 16,0 13 1-16,-9 0-3 15,5 7-2-15,4 0 0 0,16 0 2 16,-1 0 2 0,-15 7 1-16,12 8 0 0,-8-3 0 15,-12 1 0-15,-1-6 0 16,-11-1 0-16,-4-3 0 16,-4-1-2-16,-4-2-39 15,-4 0-46-15,4 0-39 16,-8 0-54-16,4 0 13 15,-8 0-60-15,0-2-77 16</inkml:trace>
  <inkml:trace contextRef="#ctx0" brushRef="#br0" timeOffset="140217.34">30618 8129 358 0,'0'0'246'0,"0"0"-105"0,0 0-16 0,0 0 2 0,0 0-15 0,0 0-39 16,-96-62-5-16,84 56 3 16,0 1 14-16,4 0-27 15,5 5 8-15,3 0-25 16,0 0-6-16,0 0-10 16,0 0-8-16,0 0-5 0,-8 0-3 15,8 0-9 1,0 0 0-16,0 10 0 0,0 19 0 15,0 5 0 1,0 15 2-16,19-1 3 0,5 13-3 16,0 4 0-16,12 1-2 15,-4 10 0-15,4 6 4 16,4 6 3-16,3 2-6 16,-7-1 2-16,8-6 1 15,-4 3 0-15,4-5-1 16,3 7 1-16,-11-6 0 15,0 3 1-15,0 2-1 16,-4-2-3-16,4-3-1 16,-13-6 5-16,9-2-5 15,-8-7 0-15,0-1 0 16,0-2 1-16,12-4 0 16,-4 4 1-16,-8-1 0 0,3 0 3 15,5 1 3-15,-8-6 6 16,-12 4-3-16,12-7-3 15,-4-4 3-15,-4-4-1 16,4-6-3-16,-4-6-1 16,-4-8-1-16,-4-3-2 15,-4-8-1-15,4-1-1 16,3-2 1-16,-11-3-2 16,4 0 0-16,4-1 2 15,-4 4-2-15,4 8 0 16,4 1 2-16,-12 5 2 15,12 4-2-15,8-5 2 0,-16 2-4 16,8-2-2-16,-4-7 2 16,-4-7 2-16,4 1-2 15,-4-4-3-15,4 2 3 16,-4-2 3-16,8 13-2 16,0-1-1-16,0 5-1 15,0 11 1-15,0 4 0 16,0 0 0-16,7 10 0 15,-7-11 1-15,-12-12-1 16,20-8 2-16,-20-11-2 16,4-4-1-16,-4 3 1 15,8-6 2-15,-8 5-2 16,0 0 0-16,4-4 0 0,4 3 0 16,-8-6 1-1,0 4-1-15,0-4 1 0,0 3 2 16,0 1-5-16,0-4 4 15,0 2-2-15,0-2 0 16,4 0 0-16,-4 0-24 16,8-9-48-16,-8-28-16 15,0-8-58-15,0-19-109 16,0-12-36-16,0-5-162 16</inkml:trace>
  <inkml:trace contextRef="#ctx0" brushRef="#br0" timeOffset="142116.94">30455 8102 236 0,'0'0'246'0,"0"0"-131"0,0 0-41 0,0 0 24 16,0 0-16-16,0 0-5 15,-12 4 8-15,12-4 15 16,0 0-32-16,0 0-1 16,0 0 4-16,0 0 0 0,0 0-15 15,0 0-17 1,0 0-13-16,0 0-14 0,0 0 3 16,0 0-14-16,0 0 6 15,0 6-3-15,0 6-3 16,0 8 10-16,0-2 7 15,0 10-5-15,0 3 4 16,0 8-2-16,0 3-7 16,0 10 0-16,0 5-2 15,0-4 3-15,0 7 1 16,0 3-6-16,0 5-2 16,0-5 6-16,0 8-3 15,0-6-3-15,0-1 2 16,0 3 6-16,0 2-4 0,0 2-1 15,0-2-3-15,0 7-2 16,0 4 8-16,0 0-1 16,0-2-3-16,0 2 9 15,0-9-12-15,0-6 5 16,0-1-4-16,0-5-2 16,0 1 2-16,0-1 1 15,0 5-1-15,0-4 0 16,0 2 4-16,0-1-5 15,0 6 0-15,0 4-1 16,0-5 0-16,0 1 6 16,0-4-6-16,0 1 1 15,0-4 2-15,0-9-3 16,0 0 1-16,0-8 2 0,0-1-3 16,0 5 1-16,0 4 1 15,0-6-2-15,0 3 1 16,0 3-1-16,0-1 1 15,0-6-1-15,0-1 0 16,0-14 0-16,0 1 3 16,0-1-5-16,0 0 4 15,0 0-1-15,0 2 1 16,0 0-4-16,0 5 3 16,0-8-1-16,0 0 1 15,8-6-1-15,-8 0 3 16,4-5-3-16,-4-7 2 15,0-4 0-15,0-5 3 16,0 5-1-16,8-2-2 0,-8 3 4 16,0 0-4-16,4-3 0 15,-4-1-1-15,0-3 4 16,0 0-4-16,0 0 9 16,0 0-7-16,0 0 7 15,0 0 6-15,0-16-11 16,0-10-5-16,0-6 1 15,0 1-1-15,-12-1 0 16,-4 0 0-16,-4-4 0 16,4-5 0-16,-16-5 0 15,8-10-2-15,-12 3 2 16,4-7 2-16,-3 3-2 0,-1 2 0 16,0-2-1-16,0 10 2 15,4 0-1 1,-4 4 0-16,1 6 0 0,-1 6 0 15,4-3 0-15,4 3 0 16,-4 3 10-16,8-1-10 16,0 7-3-16,12 4 3 15,1 3 9-15,-1 15 3 16,12 0 1-16,0 0-13 16,0 0 0-16,0 0-1 0,0 10 1 15,35 20 0 1,13 8 2-16,8 3-2 0,-8 6 0 15,-1 11 1-15,1 6 2 16,8-1-3-16,-8 8 0 16,0-9 0-16,-1 2 0 15,-3-3 1-15,-8-16-1 16,0-1 0-16,-4-17 0 16,-8-1 1-16,-9-6-1 15,5-8 1-15,-8-6-1 16,0-2 0-16,-12-4-2 15,0 0 2-15,12 0 0 16,-12 0 0-16,12 0 2 16,20-10-1-16,8-35 4 15,16-22 4-15,3-12 1 16,1-2-8-16,8-3 0 16,-9 1-2-16,-3 8 7 0,-8 8-7 15,-24 13 4-15,0 8-1 16,-24 15 4-16,12 6-2 15,-12 8 4-15,0 8-5 16,0 4-1-16,0 5-3 16,0-5-1-16,0 3-3 15,0-6-7-15,0-6-33 16,0-8-43-16,-24-7-37 16,-8-16-33-16,-8-2-96 15,-20-13-48-15,-7-10-149 16</inkml:trace>
  <inkml:trace contextRef="#ctx0" brushRef="#br0" timeOffset="143716.76">30184 8353 372 0,'0'0'196'0,"0"0"-82"0,0 0 49 0,0 0-48 16,0 0-16-16,0 0-15 0,0-122 1 15,0 117-25 1,0 0 37-16,0 5-20 0,0 0-14 16,0 0-24-16,0 0-13 15,0 0-3-15,0 18-21 16,0 20 8-16,0 7-2 16,-32 11 2-16,4 5 0 15,-16 2-7-15,5-3-2 16,-5-6-2-16,8-6 1 15,4-12 0-15,16-11 1 16,-4-3 1-16,16-13-2 16,4-9 2-16,0 0 0 15,0 0 1-15,0-4 13 16,0-27 0-16,0-16-13 16,0-11-3-16,28-5 1 0,20-1 0 15,8 0 0-15,-1 1-2 16,-3 7 1-16,4 0-2 15,0 10 2-15,-9 4 2 16,-7 8-2-16,-8 1 0 16,4 8 2-16,-4 2-2 15,-16 5 2-15,8 2-2 16,-4 7 0-16,-5-4-2 16,5 4 2-16,4-1 6 15,-12 6-4-15,8 4 1 16,-8 0-3-16,12 0 0 15,0 0 3-15,0 20 0 0,4 11 5 16,-9 6 2-16,5 13-3 16,8 1 5-16,-8 1 1 15,-8 3-8-15,8-1 2 16,8 2 0-16,-8 9 2 16,19 3 6-16,-15 10-2 15,-4-8 5-15,0-4-10 16,8-5-2-16,-16-10 0 15,4-10-2-15,-8-13-1 16,0-9 5-16,-12-15-7 16,8-4 5-16,-8 0 2 0,0 0 1 15,0 0 8-15,0 0 0 16,0-16-5-16,0-13-7 16,-32-7-1-1,0-5-4-15,-4-13-1 0,0-6 1 16,0-6-1-16,1-4 1 15,-9 1 0-15,-4 2 0 16,0 0 0-16,-11 3 0 16,23 9-1-16,-8 8 3 15,8 12-2-15,0 4 0 16,12 8-3-16,4 12 3 16,-3-3 0-16,7 11 0 0,-4 0-1 15,4 3 1 1,-4 0-7-16,-4 0 5 0,-12 6-5 15,0 22 7-15,0 9-3 16,1 7 1-16,-9 8 1 16,20 12 1-16,-8 3-1 15,-4 10 2-15,8 6-1 16,-3-6 1-16,7 1-1 16,12-12 0-16,12-16 0 15,0-16 0-15,0-19 0 16,0-15-2-16,0 0 1 15,0 0 1-15,0-15 1 16,0-29 2-16,0-14 0 16,0-12-2-16,0-7-1 15,44-5-2-15,-5-1 2 0,5 2 0 16,4 7 0 0,8-4 1-16,-5 10-1 0,5 7 0 15,-12 15 0-15,-16 20-2 16,-8 12 2-16,-8 8 0 15,0 6-5-15,15 0-1 16,17 0 3-16,12 29 2 16,-4 16 1-16,4 8 0 15,-9 5 0-15,1 5 0 16,0 1 1-16,-4 2-1 0,-1-3 1 16,-3 1-2-1,4-1 1-15,-16-3 0 16,4-5 2-16,-8-10-2 15,-4-7 0-15,-4-16 0 0,-5 0 0 16,1-9 0-16,0-4-7 16,-4 0-58-16,-4-2-44 15,8-2-47-15,-4-1-113 16,-8-4-174-16</inkml:trace>
  <inkml:trace contextRef="#ctx0" brushRef="#br0" timeOffset="148851.7">4212 6131 833 0,'0'0'109'0,"0"0"-26"0,0 0 39 0,0 0-49 15,0 0-34-15,0 0-14 16,0 0 10-16,-271-147-5 16,236 147-11-16,-33 0 2 0,-12 26-15 15,-15 21-5-15,-1 10 1 16,5 5-1-16,-1 9 21 16,8 6-20-16,25 6 21 15,3 2-14-15,32 5-5 16,12 8 10-16,12 4-5 15,0 12-2-15,0 10-1 16,12-1-6-16,44 3 3 16,15-2 3-16,25-9-3 15,-4-10-3-15,27-16 1 16,-4-20 0-16,37-14-1 0,-1-20 1 16,4-19 2-1,9-16 4-15,-1 0 1 0,8-20 12 16,-4-27 4-16,20-17-4 15,1-13 2-15,-5-11-6 16,-8-12-6-16,-20-16-9 16,-39-4 4-16,-25-11 6 15,-43-2-7-15,-24 6 13 16,-24 4 2-16,0 1 3 16,-36 15-11-16,-48 2 6 15,-43 6 2-15,-36 6-7 16,-44 9-10-16,-16 11 13 0,0 16-15 15,12 16-2-15,36 19 2 16,11 18-1-16,25 4 0 16,12 13-2-16,-1 34-15 15,21 17-20-15,39 12-21 16,28 5-84-16,28 16-68 16,4-5-79-16,8-6-152 15</inkml:trace>
  <inkml:trace contextRef="#ctx0" brushRef="#br0" timeOffset="149805.56">6418 7318 560 0,'0'0'71'0,"0"0"12"0,0 0 33 0,0 0-40 0,0 0-12 15,0 0-27-15,-279-66 10 16,212 54 24-16,-5 4 0 16,-12-5-22-16,-7 1 9 15,-1 6-31-15,-15-1-3 16,-9 7 3-16,-11 0-17 0,-5 0-3 16,5 7 4-16,-1 15-3 15,21 9-3-15,3 1-1 16,13 9 12-16,19 1-7 15,-11 5 4-15,15 7-9 16,-4 6-4-16,13 4 4 16,-9-1 2-16,8 8-6 15,4-2 6-15,9 7 3 16,-1 6-7-16,12 2-2 16,24-1 4-16,12-1 0 15,0 0-2-15,0 1 3 16,36 3-1-16,32 3-1 0,3-4-2 15,21-5 1 1,3-6-1-16,13-8-1 0,7-13-1 16,25-12 1-16,3-16 0 15,28-11 7-15,20-14-3 16,16 0 17-16,16-46-3 16,8-16-7-16,-20-19-11 15,-12-7 16-15,-23-10-13 16,-13 2 6-16,-32-2-1 15,-27 0 0-15,-13 0 4 16,-19-7-1-16,-24 3 0 16,-24 4-2-16,-24 3 0 0,0 2 3 15,-48 4 11-15,-44 6-10 16,-27 12-3-16,-9 6 7 16,-23 14 0-16,0 11-11 15,-4 11 9-15,-21 9-13 16,-7 18-1-16,-20 2 2 15,-16 16-6-15,-4 28 2 16,4 19-23-16,20 17-63 16,12 10-104-16,-16 11-239 15</inkml:trace>
  <inkml:trace contextRef="#ctx0" brushRef="#br0" timeOffset="152883.76">4598 7728 664 0,'0'0'241'0,"0"0"-116"0,0 0-35 0,0 0-78 0,0 0-11 16,0 0 0-16,0 0-1 15,0 0-1-15,-24 43 1 0,24-43 7 16,0 0-4 0,0 0 47-16,0 0 9 0,0 0-7 15,0-3-15-15,0-6-3 16,0 3 21-16,0-1-22 15,0 7 2-15,-11 0-12 16,-1 0-6-16,0 0-16 16,4 0-1-16,4 3 0 15,-4 7 3-15,8 2-8 16,0-3 5-16,0 2-21 16,0-1-42-16,20-7-65 15,27-3-55-15,13 0-114 16,0 0-265-16</inkml:trace>
  <inkml:trace contextRef="#ctx0" brushRef="#br0" timeOffset="152967.51">4598 7728 244 0</inkml:trace>
  <inkml:trace contextRef="#ctx0" brushRef="#br0" timeOffset="153183.19">4598 7728 244 0,'398'-187'617'0,"-398"187"-375"0,-3 0-118 0,3 0-95 0,0 0-21 0,0 0-8 15,0 0 4-15,0 5-4 16,15-1 5-16,9-4 1 16,-4 0 0-16,-4 0 5 15,4 0 7-15,-8-4 21 0,-12-12 15 16,0 4 8-16,0-2-21 16,0 9-10-16,0-2-1 15,0 7-25-15,-24 0-5 16,4 0-3-16,4 0-12 15,-4 0-50-15,16 16-82 16,4 4-85-16,0-5-113 16,0-3-419-16</inkml:trace>
  <inkml:trace contextRef="#ctx0" brushRef="#br0" timeOffset="153467">5498 7448 577 0,'0'0'322'0,"0"0"-184"0,0 0-49 15,0 0-48-15,0 0-39 16,0 0-2-16,44 0 1 16,-20 0-2-16,0 0 8 15,-12 0 1-15,12 0 7 16,-12 0 16-16,-1 0 33 15,1-9-4-15,-12-4-3 16,0 0 1-16,0 2-8 16,0 6-15-16,0 0-32 15,-23 5-3-15,-13 0-8 0,0 0-77 16,-8 24-82 0,8 8-170-16</inkml:trace>
  <inkml:trace contextRef="#ctx0" brushRef="#br0" timeOffset="162284.93">12506 17837 813 0,'0'0'60'0,"0"0"-1"0,0 0-9 0,0 0-25 0,0 0 32 0,0 0 6 16,0 0-59-16,0 0-1 16,-56 0-6-16,116 0 6 15,19 0 5-15,17 0 4 16,19 2 0-16,13 1 14 16,15-3-13-16,16 0 3 0,17 0-15 15,11 0 9 1,12 0 11-16,0 0-12 0,0 0-6 15,12 0 6-15,0 0 2 16,12 0-4-16,-16 0-1 16,-8 0 7-16,-36 0 4 15,-35 0-15-15,-45 0 12 16,-23 0-7-16,-24 0-2 16,-12 0-5-16,-12-3-3 15,-4 3 3-15,-8-2 1 16,0 2-1-16,12 0-22 15,-12 0-102-15,0 0-175 0,-20 0-540 16</inkml:trace>
  <inkml:trace contextRef="#ctx0" brushRef="#br0" timeOffset="165537.85">29857 10589 780 0,'0'0'121'0,"0"0"0"0,0 0-24 0,0 0-24 15,0 0 1-15,0 0-21 0,0 0 9 16,-131-119-23 0,131 119 28-16,-8 0-15 0,8 0-6 15,0 0-33-15,0 0-13 16,0 30 0-16,60 17 3 16,19 13 8-16,-7 7 1 15,-4 10 5-15,-9 0-1 16,-3 4-5-16,-16-1-10 15,4-11 7-15,-12-13-8 16,-4-15 2-16,-5-10 0 16,-3-3-1-16,-8-12 1 15,-8-10-1-15,4-6-1 16,-8 0 3-16,0 0-1 0,4-6 5 16,8-27 1-1,8-10-6-15,16-15-1 0,8-6 1 16,7-1-1-16,5 1-2 15,-8-6 2-15,8 6-2 16,-8-5 1-16,-13 11 0 16,9 7 0-16,-20 11 0 15,0 13-1-15,-12 9 1 16,0 8 2-16,-8 7-2 16,-4 3 0-16,0 0 0 15,0 0-1-15,0 0 0 16,0 0-4-16,0 0-1 0,0 16 5 15,0 6 1-15,-12 13 1 16,-16 2 0-16,-8 11 1 16,-8 6-2-1,-3 10 0-15,-13 9 1 0,12 15 0 16,-8 4-1-16,1 10 0 16,15-6-2-16,-4-11 3 15,20-24-2-15,4-27 0 16,8-17 1-16,12-17 0 15,-4 0 1-15,4 0 8 16,-8-23-5-16,4-8-4 16,-4-11-1-16,8-5 1 15,-4-1 0-15,-4-3-3 0,4-2 3 16,-4-2 0-16,-3-1-2 16,7-8-8-16,-8 0 5 15,0-5 5-15,0 1-1 16,-8 6 1-16,-4 5 0 15,4 2-2-15,8 11 0 16,-4 5 2-16,4 10 1 16,4 11 0-16,4 4-1 15,-4 12 1-15,8 2 3 16,0 0 0-16,0 0-4 16,0 2-5-16,0 38-2 15,48 10 7-15,16 14 4 0,-12 5-1 16,7 2-2-1,5-2 5-15,-12-8-6 0,-5-10 0 16,-3-7-3-16,-8-10 6 16,-4-10-4-16,-16-9 1 15,4-8-1-15,-8-7 1 16,0 0 0-16,-8 0 0 16,16-22 1-16,-8-22-2 15,11-8 1-15,1-9-5 16,-4-5-33-16,-16-7-38 15,4-3-73-15,-8-5-76 16,0-3-134-16,4-2-421 16</inkml:trace>
  <inkml:trace contextRef="#ctx0" brushRef="#br0" timeOffset="166233.37">30371 8548 624 0,'0'0'152'0,"0"0"17"0,0 0-83 0,0 0 17 0,0 0-16 16,0 0-45-16,-48-46-15 16,36 84-26-16,-12 21 9 15,-19 23 23-15,-5 15 2 0,0-4-15 16,4-11-9 0,8-16-8-16,13-18 0 0,11-27 3 15,0-10-3-15,12-11-3 16,0 0 0-16,0-16 34 15,0-31 7-15,0-26-35 16,0-15-4-16,24-5-2 16,23 4 4-16,1 5-4 15,-4 15 0-15,0 22 0 16,-4 10 1-16,-5 20-1 16,-3 7-6-16,4 10 1 15,24 0-2-15,7 5 4 16,5 27 3-16,0 9 0 0,-5 8 2 15,5-1-2-15,-12 3 3 16,-4-5-2-16,-1-4-1 16,-15-7-1-16,-8-2 1 15,-4-6 0-15,-8-2-7 16,-8-3-63-16,12-5-109 16,-16-3-109-16,-4-14-387 15</inkml:trace>
  <inkml:trace contextRef="#ctx0" brushRef="#br0" timeOffset="168050.56">30546 12391 514 0,'0'0'186'0,"0"0"-56"0,0 0-43 0,0 0-14 0,0 0-4 16,0 0-47-16,0 0-22 0,0 0-2 15,0 0-8-15,0 4-69 16,0-1-174-16,36-3-81 16</inkml:trace>
  <inkml:trace contextRef="#ctx0" brushRef="#br0" timeOffset="168233.27">30992 12319 593 0,'8'0'67'16,"4"0"23"-16,0 0 0 16,0 0-24-16,12 0-39 15,0 0-25-15,0 0-2 0,7-4-10 16,9-2-118-16,8-3-69 16,16-12-348-16</inkml:trace>
  <inkml:trace contextRef="#ctx0" brushRef="#br0" timeOffset="168385.72">31693 12229 453 0,'0'0'63'0,"0"0"74"15,0 0-26-15,0 0-18 16,0 0-1-16,0 0-31 16,8-11-28-16,-8 4-33 15,0-9-1-15,0 3-70 0,-20-3-160 16,-40-3-144-16</inkml:trace>
  <inkml:trace contextRef="#ctx0" brushRef="#br0" timeOffset="168550.57">30558 11950 582 0,'0'0'91'0,"0"0"25"16,0 0-51-16,0 0 10 15,0 0-13-15,0 0-48 16,-103-51-14-16,103 51-45 16,-4 0-269-16</inkml:trace>
  <inkml:trace contextRef="#ctx0" brushRef="#br0" timeOffset="168733.39">30160 12252 68 0,'0'0'669'15,"0"0"-595"-15,0 0-55 16,0 0-19-16,0 0-22 16,0 0-129-16,12 25-442 15</inkml:trace>
  <inkml:trace contextRef="#ctx0" brushRef="#br0" timeOffset="168883.35">30534 12614 529 0,'0'0'3'16,"0"0"11"-16,0 0-7 15,0 0-7-15,0 0 0 16,0 0-266-16</inkml:trace>
  <inkml:trace contextRef="#ctx0" brushRef="#br0" timeOffset="169066.48">31351 12655 427 0,'0'0'127'15,"0"0"-40"-15,0 0 48 16,0 0-72-16,0 0 8 15,0 0-22-15,115 2-39 16,-103-4-10-16,0-17-28 16,-8-1-180-16,8-1-267 15</inkml:trace>
  <inkml:trace contextRef="#ctx0" brushRef="#br0" timeOffset="169235.63">31765 12229 423 0,'0'0'177'0,"0"0"-177"15,0 0-112-15</inkml:trace>
  <inkml:trace contextRef="#ctx0" brushRef="#br0" timeOffset="176502.1">27126 17146 368 0,'0'0'170'0,"0"0"-70"0,0 0-35 0,0 0 42 16,0 0-40-16,0 0 27 16,0 0-30-16,0 0 10 15,-131 56-25-15,119-50 14 16,0-3 1-16,12-3 7 16,-12 3-21-16,12-3 1 15,0 4-28-15,0-4 14 16,0 3-6-16,0-3-18 15,0 0 4-15,0 0-6 16,0 4-6-16,56-2-3 16,3-2 17-16,5 1-7 0,12-1 2 15,-5 0 1-15,-11 0-1 16,8 0-9-16,-17 0 3 16,-7 0-4-16,0 0 1 15,-16 0 2-15,-4 0-3 16,-4 0-3-16,-8 0 0 15,-12 0 1-15,4 0-1 16,-4 0-1-16,0 0 2 16,0 0 3-16,0 0-3 15,0 0-1-15,0 0 3 16,0 6-4-16,0-4-23 16,0 1-44-16,0 10-89 15,-4 0-193-15,-20-4-330 16</inkml:trace>
  <inkml:trace contextRef="#ctx0" brushRef="#br0" timeOffset="180266.52">25776 18459 289 0,'0'0'432'0,"0"0"-343"0,0 0-31 0,0 0 17 0,0 0 22 15,0 0-52-15,-43-48-11 0,43 48-23 16,0 0 7-1,0 0-17-15,0 0 2 0,0 0 8 16,0 13 35-16,43 8-20 16,-15 5-9-16,8-1 6 15,-4 1 6-15,4-4-14 16,-12-6 4-16,11-3-17 16,-11-4-1-16,-4-5 4 15,-4-2 4-15,-4-2-4 16,0 0-1-16,8 0 1 15,16-6 5-15,12-32 9 16,23-13 9-16,9-11-21 16,-1-6-6-16,5 5-1 15,-16 9 1-15,-5 3-1 16,-19 5 0-16,4 19 0 0,-24 3-1 16,-4 17 2-1,-16 0-2-15,4 7-1 0,-8 0-60 16,0 0-64-16,0 0-103 15,0 14-163-15</inkml:trace>
</inkml:ink>
</file>

<file path=ppt/ink/ink9.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28:20.829"/>
    </inkml:context>
    <inkml:brush xml:id="br0">
      <inkml:brushProperty name="width" value="0.05292" units="cm"/>
      <inkml:brushProperty name="height" value="0.05292" units="cm"/>
      <inkml:brushProperty name="color" value="#FF0000"/>
    </inkml:brush>
  </inkml:definitions>
  <inkml:trace contextRef="#ctx0" brushRef="#br0">987 6226 716 0,'0'0'277'0,"0"0"-156"0,0 0 33 0,-326 38-17 0,302-35-35 16,4-3-11-16,16 0-20 15,4 0-25-15,0 0-27 16,0 0-7-16,0 0-1 16,60-23-8-16,55-25 0 15,28-3-1-15,9 0 3 16,-13 5-5-16,-32 10 1 15,-7 2 0-15,-24 0 0 16,-21 5 0-16,-19 7-1 16,-16-3 1-16,-20 5 2 0,0-2 3 15,0-7-2 1,0 7-4-16,-32 0 4 0,-15 5-3 16,3 5-1-16,16 3 1 15,4 2 3-15,4 3-1 16,8 4-1-16,12-2 13 15,0-1-3-15,0-2-9 16,0 3-1-16,0 0-2 16,12-9-2-16,60 0 2 15,31 4 0-15,13 3 7 16,-1 4-2-16,-19 0-5 16,-17 7-2-16,-31 21 1 15,-12 6 2-15,-12 7-4 16,-24 9-3-16,0 6-11 15,0 4-57-15,-60 7-66 16,0 3-124-16,-31-3-213 16</inkml:trace>
  <inkml:trace contextRef="#ctx0" brushRef="#br0" timeOffset="4734.21">22436 6144 613 0,'0'0'91'0,"0"0"5"0,0 0 0 15,0 0 22-15,0 0-2 0,0 0-32 16,0 0-13-16,0 0-42 15,-20 10-2-15,20-10 2 16,44 0 0-16,39-4 22 16,49-15 0-16,15-4-15 15,8 4-15-15,9 0-17 16,11 6 10-16,-4-1-7 16,-4 6 1-16,-8 2-7 15,-15 6 1-15,-29 0-1 16,-19 0-1-16,-17 0 3 0,-19 0-3 15,-4 0 1 1,-28 0 0-16,-4 0 4 0,-4 0 2 16,-17 0 1-16,-3 0-8 15,0 0 8-15,0 0-6 16,0 0 8-16,0 0-10 16,0 0 0-16,0 0-1 15,0 0-20-15,0 0-34 16,0 0-98-16,0 0-50 15,-15 0-190-15</inkml:trace>
  <inkml:trace contextRef="#ctx0" brushRef="#br0" timeOffset="6801.42">8476 7535 573 0,'0'0'287'0,"0"0"-257"0,0 0 11 0,0 0-32 0,0 0-3 16,0 0 34-16,271-7 9 0,-88-13-25 16,4 2 5-16,-23 1-23 15,-21 5 3-15,-28 4-5 16,-23 3 12-16,-20 1-7 15,-25 4-7-15,-11-3-2 16,-24 3 0-16,0 0 0 16,-4 0 0-16,-4 0 0 15,4 0-40-15,4 0-119 16,-12 0-114-16</inkml:trace>
  <inkml:trace contextRef="#ctx0" brushRef="#br0" timeOffset="14070.81">21620 9988 636 0,'0'0'220'0,"0"0"-50"0,0 0-80 0,0 0-24 16,0 0-10-16,0 0-19 15,0 0-5-15,0 0 2 0,0-16 2 16,0 16-13-1,0 0-4-15,0 0-8 0,0 0-11 16,11 23 1-16,37 8 15 16,12 11 10-16,8 1-2 15,3 6-10-15,9 4 0 16,-8-2-4-16,-5 1-4 16,-7 0-3-16,0-1 0 15,-12-10 0-15,-5-1-2 16,-19-12-1-16,0-12 3 15,-24-8-2-15,12-4 0 16,-12-4 3-16,0 0 3 0,0 0 14 16,0 0 39-16,0-5 0 15,-12-25-32-15,-32-2-24 16,-3-7-4-16,-13-2 0 16,12-2 0-16,-8-7 2 15,5 5-2-15,-5-2 0 16,12 5-1-16,8 10 1 15,0 5-2-15,12 10 2 16,1 3 1-16,11 8-1 16,0 2 3-16,12 4 8 15,-8 0-9-15,8 0-1 16,0 0-1-16,-4 0 0 16,-4 24-16-16,4 3 16 15,-8 6 0-15,4-2 0 16,4-3 0-16,-4-5 1 15,4-9-1-15,4-8 0 16,0-6 0-16,0 0 1 0,0 0 4 16,0 0 4-16,-12 0-3 15,0-13-2-15,-8-17-4 16,4-1 4-16,-4 3-8 16,20 3 4-16,0 6-5 15,0 8 3-15,0 1 2 16,0 6-2-16,0-1-2 15,0 3-1-15,24 2 5 16,24 0-2-16,8 0-5 16,3 0 4-16,-3 0 3 15,4 0 0-15,-12 0 0 16,11 0-15-16,1 0-33 0,8-10-58 16,0-2-43-16,3-5-92 15,13-8-250-15</inkml:trace>
  <inkml:trace contextRef="#ctx0" brushRef="#br0" timeOffset="30917.27">25115 18425 723 0,'0'0'203'0,"0"0"-75"0,0 0-10 0,0 0-30 15,0 0-11-15,0 0-15 16,0 0 9-16,-131-128-21 16,131 128-12-16,0 0-16 15,0 0-8-15,0 0-7 16,0 0-5-16,0 20-2 0,0 5 3 16,24 3 3-16,0 1 0 15,8-3 1-15,-9 2-1 16,-7-5 1-16,4-6-2 15,-4-5-1-15,-4-4-1 16,0-8 3-16,20 0-4 16,48-38 2-16,27-38 10 15,56-26 4-15,25-22-12 16,23-6-4-16,0 4 4 16,0 4-3-16,-24 16-2 15,-36 22 0-15,-36 20 2 16,-35 24-2-16,-40 20 1 0,-20 11-2 15,-8 9-1-15,-12 0 0 16,12 0-1-16,-12 0-7 16,12 6-35-16,8 23-42 15,-16 9-101-15,-4 0-143 16,0 0-512-16</inkml:trace>
  <inkml:trace contextRef="#ctx0" brushRef="#br0" timeOffset="37234.44">23244 10387 255 0,'0'0'484'0,"0"0"-316"0,0 0-89 0,0 0-1 15,0 0-11-15,0 0-33 16,0 0-6-16,0 0-15 16,0 0 1-16,0 0-9 15,0 0-4-15,0 0 2 16,0 0-3-16,0 0-34 15,0 0-141-15,-12 15-180 16</inkml:trace>
  <inkml:trace contextRef="#ctx0" brushRef="#br0" timeOffset="38001.19">17216 13888 299 0,'0'0'222'0,"0"0"-136"0,0 0-43 0,0 0 6 0,0 0-16 0,0 0 15 16,0-4 8-16,0 4-9 15,0-3-14-15,0 3-8 16,0 0-4-16,0-4-6 16,0 4-11-16,0 0-3 15,0 0 0-15,0 0-2 16,0 0-3-16,12 0 0 15,-12 0-59-15,12 0-179 16,-4 0-140-16</inkml:trace>
  <inkml:trace contextRef="#ctx0" brushRef="#br0" timeOffset="65308.15">15603 13116 370 0,'0'0'274'0,"0"0"-138"0,0 0-47 0,0 0-19 16,0 0-15-16,0 0-14 0,0 0-17 15,0 0 12-15,0 0-4 16,0 0-23-16,12 0 0 16,0 0-9-16,8 0 0 15,-4 0 0-15,8 0 0 16,0 0-2-16,0 0-8 15,8 0-17-15,3 0-11 16,13 0-1-16,0-4-43 16,-4 4-18-16,-8-4 13 0,-4 4 45 15,-17 0 12 1,5 0 28-16,-16 0 1 0,4 0 1 16,-4 0 0-16,4 0 5 15,-8 0 15-15,0 0 14 16,0 0-5-16,4 0 3 15,4 0 11-15,-4 0-29 16,4 0 2-16,4 0-5 16,0 0-9-16,12 0-2 15,0 0 1-15,8 0-1 16,7 0-2-16,5 0-5 16,-8 0-24-16,20-1-33 0,-16 1 9 15,7-4 3 1,-15 1 27-16,-8 3 10 15,8 0 8-15,-16 0 7 0,-8 0 4 16,4 0 11-16,-8 0 21 16,4 0 28-16,-4 0-4 15,8 0-27-15,0 0-13 16,0 0-20-16,8-4 2 16,3 4-8-16,25-2 7 15,0 2-2-15,8-6 1 16,3 5-5-16,-3-2-23 15,4 0-26-15,-12 3 6 16,-5 0 11-16,-15 0 35 0,-8 0 1 16,-8 0 2-1,0 0-1-15,-8 0 1 16,4 0 32-16,4 0-2 0,-12 0 13 16,12 0-8-16,12 0-21 15,-4 0-12-15,4 0-1 16,12 0 2-16,11 0-2 15,1 0-2 1,12 0 0-16,7 0-3 0,5-4-32 16,-4 4 2-16,-8-3-2 15,-13 3 15-15,-11 0 9 16,-12 0 1-16,-4 0 6 16,-8 0 4-16,0 0 0 15,-12 0 4-15,12 0 16 16,0 0 15-16,0 0-7 0,0 0 16 15,8 0-33-15,7 0-1 16,5 0-8-16,4 0-2 16,0 0-2-16,20 0 2 15,-9 0 0-15,1 0-39 16,-12 0-27-16,12 0-10 16,-12 0-21-16,0 0-37 15,-5 0 32-15,-7 0 57 16,-12 0 45-16,12 0 11 15,-4 0 109-15,-8 0-18 16,0 0-8-16,4 0-34 16,-4 0 23-16,8 0-28 0,-8 0-24 15,0 0-5 1,0 0 1-16,11 0-6 0,9 0-17 16,4 0-3-16,4 0-1 15,4 0-1-15,3 0-41 16,1 3-38-16,8-3-52 15,4 0 6-15,-5 0-41 16,-3 0 47-16,-8 0 9 16,4 0 86-16,-16 0 25 15,-4 4 69-15,-9-4 82 16,-7 3-28-16,0-3-1 16,0 0-35-16,0 0 2 15,12 0-12-15,-12 0-36 16,0 0-8-16,-4 0-10 0,4 0-12 15,4 0-6-15,4 0-5 16,4 0 0-16,11 0 0 16,1 0 0-16,20 0-25 15,-16 0-42-15,4 0-9 16,-9 0-10-16,1 0 8 16,-12 0 37-16,8 0 7 15,-16 0-13-15,4 0 36 16,-4 0 11-16,-8 0 10 15,4 0 34-15,0 0 1 16,-12 0 1-16,24 0 0 16,-24 0-17-16,19 0 20 15,-7 0-19-15,0 0 2 0,0 0-13 16,0 0-19-16,0 0 2 16,4 0-2-16,-4 0 0 15,0 0 1-15,-4 0-1 16,16 0-13-16,0 0-5 15,-4 0-24-15,8-3-7 16,3-1-2-16,-7 1 12 16,0 0 9-16,-12 3 14 15,-12 0 15-15,12 0 1 16,0 0 0-16,-12 0 0 16,12 0 0-16,12 0-6 15,-12 0 6-15,12 0 0 0,-16 0 10 16,4 0-5-16,3 0 11 15,-3 0 8-15,8 0-23 16,-8 0 7-16,0 0 11 16,0 0-15-16,20 0-3 15,-4 0-1-15,-4 0 8 16,0 0-5-16,-4 0-3 16,-8 0-1-16,-1 0 1 15,-11 0 0-15,12 0 0 16,12 0-2-16,-12 0 2 15,12 0 0-15,-4-5 0 16,4 5 0-16,-12-1-8 16,4-2 8-16,4 3 0 0,-8-6 10 15,0 6-9-15,11-4 33 16,-23 4 10-16,12 0-10 16,0 0 6-16,-4 0-38 15,-8 0 1-15,4 0 2 16,-4 0-4-16,12 0-1 15,-4 0 0-15,-4 0 4 16,16 0 6-16,-16-3-1 16,4 3 0-16,4-4-1 15,-8 4-7-15,4-2 2 16,4-1-2-16,0 3 4 16,0-4 5-16,0 4-6 0,0 0-4 15,0 0 0 1,8 0 1-16,-9 0-2 0,-7-3 2 15,4 3-1-15,-8 0 2 16,4 0-2-16,-4-4-4 16,12 4 4-16,-4 0 0 15,-4 0 2-15,16 0-2 16,-16 0-3-16,4 0 2 16,-4 0-3-16,4 0-9 15,4 0-9-15,0 0-1 16,0 0-5-16,0 0-37 15,-12 0 11-15,12 0 28 16,-12 0-38-16,0 0 22 16,0 0 32-16,12 0-14 15,0 0-29-15,-12 0-25 0,8 0 53 16,-8 0 24-16,0 0 1 16,0 0 20-16,0 0 49 15,0 0 10-15,0 0-16 16,0 0-16-16,0 0 8 15,0 0 2-15,0 0-18 16,4 0 36-16,-4 0-5 16,0 0-3-16,0 0-16 15,0 0-5-15,0 0-18 16,0 0-17-16,0 0-11 16,0 0-19-16,0 0-160 15,-12 0-376-15</inkml:trace>
  <inkml:trace contextRef="#ctx0" brushRef="#br0" timeOffset="68023.73">21150 12994 116 0,'0'0'100'0,"0"0"-17"0,0 0-82 0,0 0-1 15,0 0-121-15</inkml:trace>
  <inkml:trace contextRef="#ctx0" brushRef="#br0" timeOffset="68877.06">16280 13629 741 0,'0'0'207'15,"0"0"-54"-15,0 0-59 0,0 0-32 0,0 0-35 0,0 0-16 16,-8-12 0-16,-32 22 0 16,-27 18 0-16,-17 4 1 15,-19 6 0-15,-1 3-4 16,9-6 1-16,27 1-1 15,8-12-3-15,24-1-4 16,24-12-2-16,0 6-5 16,12-7 2-16,0 4 4 15,12 4-1-15,44-2 1 16,-4 0 3-16,16-1 4 16,-9 5-7-16,1-4 0 15,-16-1 0-15,-8-1 1 0,-4-3-1 16,-9 0 0-16,-11-6-1 15,0 2-12-15,-8-7-63 16,4 0-62-16,-8 0-143 16,0 0-37-16</inkml:trace>
  <inkml:trace contextRef="#ctx0" brushRef="#br0" timeOffset="69726.17">15850 13966 574 0,'0'0'209'16,"0"0"-39"-16,0 0-42 0,0 0-22 16,0 0-39-16,0 0-31 15,-36-12 1-15,36 12-10 16,0 0-12-16,8 0-7 16,56 0-2-16,28 0 35 15,27 0-1-15,28 0-20 16,17 0-5-16,27 0-6 15,20-8 12-15,-4 8-5 16,-8-2-14-16,-12 2-2 16,-12 0 0-16,12 0 0 15,-3 0 4-15,-17 0-4 16,8 0 1-16,-12 0 0 16,0 0 1-16,1 0-1 15,-13 0 1-15,0-3 0 16,-7-6-2-16,-5-4 1 0,0 6 6 15,-7 0-5-15,-5 5-1 16,-11-2 1-16,-21 4 2 16,-27 0-1-16,11-4-2 15,5 2 0-15,12-3 9 16,7-8 18-16,-19 6-22 16,-24 3-2-16,-17 1 0 15,-7 3-4-15,-12 0 3 16,-4-2-3-16,-16 2 3 15,4 0-1-15,-4-5-2 16,-4 5 3-16,0 0-3 16,0 0 3-16,0 0 4 0,0 0 8 15,0-6 3-15,0 2 6 16,0-3-7-16,0-6-15 16,-12-3 0-16,-16 0 8 15,-16-6-7-15,-4 2 4 16,5 5 2-16,-17-4-1 15,12 2 3-15,4 8 7 16,20-1-7-16,21 10 16 16,3 0-10-16,0 0-14 15,0 0 1-15,0 0-3 16,0 0-1-16,0 0-1 16,0 0-1-16,0 0 1 15,27 0-6-15,41 0 7 0,12 7 7 16,3 8-7-16,-3 2-1 15,-8-1 1-15,-5 2 0 16,-15-1-1-16,-16-1-1 16,-4-3 2-16,-20 1-1 15,-12 6-1-15,0 1 1 16,0 9 0-16,0-2 0 16,-48 6 0-16,-8-2-8 15,-4 7-15-15,13-1-26 16,-9-4-44-16,4 3-33 15,-4-15-81-15,21-10-93 16,15-12-733-16</inkml:trace>
  <inkml:trace contextRef="#ctx0" brushRef="#br0" timeOffset="71489.42">21186 12873 398 0,'0'0'184'0,"0"0"-70"0,0 0-37 0,0 0-17 0,0 0-20 16,0 0 2-16,0 7 37 0,0-4-42 15,0-3 26 1,0 0-10-16,0 0-6 0,0 0-3 16,0 0-4-16,0 0-12 15,0 0 15-15,0 0-18 16,0 0 10-16,0 0 10 16,0 0-22-16,0 0 20 15,0 0-5-15,0 0-12 16,0 0 10-16,0-10-3 15,0-5-21-15,0-3-11 16,0-10 8-16,0 5-6 16,0-9 1-16,0 0-4 15,4-4 2-15,4 4 0 16,-5 2-2-16,-3-6 3 16,0 1-1-16,0 4-1 0,0-1 0 15,0 1 0-15,0-1 2 16,0-3-2-1,0-3 0-15,8 2-1 0,-8-1 1 16,4-1-2-16,4-1 1 16,-4-2 0-16,4 2 0 15,-4 2 1-15,4-5-1 16,-4 4 0-16,4 2-4 16,-4 3 4-16,4 0 0 15,4 2 2-15,-12-6 0 16,12 1-2-16,0-2-2 15,-12 4 2-15,0-5 0 16,12 5 2-16,-4-2-3 16,-8-3 2-16,12 2 0 0,-12-1-1 15,4 2 0-15,8 4 1 16,-12 1 1-16,8 0-1 16,-4-5 2-16,4 1-1 15,4 1-1-15,0-3 2 16,-8 6 1-16,8 0 0 15,-5 1-3-15,-3-6-1 16,8-2 0-16,-4-1 1 16,-8 5 4-16,0 3-4 15,0-2 0-15,0 2 0 16,0-1-1-16,12-3 1 16,-12 3-1-16,12 5 2 15,-12 6-2-15,12-1 2 0,-12 2-2 16,0-5 2-16,12 7-1 15,-12-9 1-15,0 6 0 16,0-2 0-16,0 1 0 16,12 0-2-16,-4 0 1 15,-4-2-1-15,-4-7 0 16,8 2-3-16,4-2 3 16,0-1 6-16,-12 7-6 15,4 3 0-15,-4-3 1 16,0 0-1-16,0-7 2 15,0-2 1-15,0 1-2 16,0 4 0-16,0 4 1 0,0 7-1 16,0-4 1-16,0 0-1 15,0 2 2-15,0 0-3 16,0 8 0-16,0-3 0 16,0-4 0-16,0 8-1 15,0-4 2-15,0 1-1 16,0 0 1-16,0-3-1 15,0-4 0-15,0-2 0 16,0 5 3-16,0 9-3 16,0 8-2-16,0-3 2 15,0 4 1-15,0 0-1 16,0 0-1-16,0 0 1 16,0 0-1-16,0 0 1 0,0 0-2 15,0 0-6-15,0 0-20 16,0 0-52-16,0 14-64 15,-4 23-55-15,-8-6-54 16,-8 3-174-16</inkml:trace>
  <inkml:trace contextRef="#ctx0" brushRef="#br0" timeOffset="72223.3">21397 9963 383 0,'0'0'223'0,"0"0"-77"0,0 0-51 0,0 0-40 16,0 0 1-16,0 0-12 0,12-93 1 0,-8 78 21 16,3 6-8-16,-3-4 4 15,-4 5-6-15,0 6-10 16,0 2 8-16,0 0-11 16,0 0-29-16,0 0-9 15,0 0-5-15,0 7-3 16,0 15 3-16,0 2 1 15,0 7 0-15,0 6-1 16,-11 5 2-16,-1-2 3 0,0 9-3 16,0 4 1-1,-4 7 5-15,-4 10-3 0,4 7-5 16,-16 1 1-16,20-2 3 16,-12 1-3-16,4 1-2 15,8 3 1-15,0 10 0 16,0 3 0-16,1 7 3 15,-5 0-1-15,-4-7-1 16,-4-2 0-16,0-5-1 16,4-7 3-16,4-12-3 15,4-3 0-15,4-15 0 16,4 0 0-16,-4-11-1 16,8-13 1-16,-4-7 0 0,4-13-2 15,0-2-26-15,0-4-67 16,0 0-66-16,0 0-71 15,0-16-261 1</inkml:trace>
  <inkml:trace contextRef="#ctx0" brushRef="#br0" timeOffset="72922.78">22918 10293 483 0,'0'0'255'0,"0"0"-61"0,0 0-58 0,0 0-18 15,0 0-36-15,0 0 1 16,43-160-2-16,-43 158-15 15,0 2 2-15,0 0-24 16,0 0-28-16,0 0-16 16,0 29-6-16,-8 14 6 15,-27 12 1-15,-13 2-1 16,12-4 1-16,-8-8-5 16,16-12 8-16,16-19-8 15,-8-4 6-15,20-10-2 16,0 0 3-16,0-12 8 0,0-29-1 15,0-18-10 1,20 3 1-16,20-7-1 0,4 3-1 16,4 3-1-1,7 10 2-15,-7 7 0 0,-8 13-2 16,-20 14 2-16,4 7 2 16,-12 6 0-16,0 0-2 15,24 8-5-15,7 21 4 16,5 2 1-16,-12 9 0 15,20-4-1-15,-16 4 1 16,-5 0 0-16,-3-2-14 16,-8-4-21-16,-4 3-72 15,-8-8-22-15,-12-5-19 0,0-4-42 16,0-11-59-16,0-9-51 16</inkml:trace>
  <inkml:trace contextRef="#ctx0" brushRef="#br0" timeOffset="74072.38">23280 10242 219 0,'0'0'341'0,"0"0"-138"0,0 0-40 0,0 0 10 0,0 0-45 16,0 0-40-16,-92-131 7 16,88 131-32-16,4 0-29 15,0 0-28-15,0 0-6 0,0 11-4 16,0 19 4-1,0 15 15-15,0 9 15 0,0 10-10 16,0 8 0-16,0 5-5 16,-12 3-2-16,0-1-8 15,-7-2-1-15,7-1 7 16,0 3 1-16,8 0 2 16,4-1 1-16,0 0-7 15,0-4-4-15,-8 5 0 16,8-1-2-16,-12 6-1 15,12-7-1-15,0 4 0 16,0-1 1-16,0-8 0 16,0-2-2-16,-12-7 2 15,12-9-3-15,-12 3 4 16,12-3-2-16,-12 4 1 16,0-3 0-16,12-3-1 15,-20-1 0-15,8-5 0 0,8-10 4 16,-8 0-4-16,4-8 0 15,4-8 0-15,-4-4 0 16,4-1 3-16,-4-1-2 16,4-1 1-16,-8 2-2 15,4 1-1-15,-4 0 1 16,9-3 4-16,-5-1-4 16,8-6 0-16,-12-2 1 15,12-1 0-15,0-3-1 16,0 2 2-16,0-2-2 0,0 4-1 15,0 3 1 1,0-2 0-16,-12 4 0 0,12 2 0 16,0-2 1-16,0 8-1 15,-12-3 0-15,12 3 0 16,0-2-1-16,0 2 1 16,0-4 0-16,0-4-1 15,0-3 1-15,0 0 0 16,0-3 0-16,0 4 3 15,0 0-3-15,0-1 0 16,0 1 0-16,0-6 0 16,0-1 0-16,0 0 1 15,0 0 1-15,0 0 3 16,0 0 7-16,0 0 11 16,0 0 9-16,0 0 3 0,0-5-4 15,-12-14-20-15,0-8-9 16,-8 5 4-16,-4-7-4 15,0-2 3-15,-4 3 2 16,-4-3-7-16,-3 2 5 16,15 0-4-16,-8 2 3 15,8-3 0-15,4 10 0 16,4 8 4-16,0 7-1 16,12 0 8-16,0 5-4 15,0 0-4-15,0 0-7 16,0 0-3-16,0 0-1 15,0 0-5-15,0 17 1 0,0 11 7 16,28 8 2 0,8 2-1-16,0 2 1 0,-5 2-2 15,13-4 1-15,-8 4 0 16,-8-5 1-16,4-7-1 16,-8-6 0-16,0-8-1 15,-12-9-1-15,-1-3 2 16,-3-4-2-16,8 0-1 15,16-4 3-15,16-33 3 16,12-9 3-16,11-9-6 16,-3-3 2-16,4 0-1 15,-13 4-1-15,-15 3-3 16,4 13-8-16,-24 10-31 16,-4 5-25-16,-16 14-15 15,-4 9-34-15,0 0-129 0,0 0-196 16</inkml:trace>
  <inkml:trace contextRef="#ctx0" brushRef="#br0" timeOffset="74591.08">19426 13881 775 0,'0'0'193'0,"0"0"-26"0,0 0-61 0,0 0-21 15,0 0-10-15,0 0-28 16,-4 0-22-16,4 0-14 16,0 0-7-16,0 0-4 15,0 0-7-15,0 0-40 16,63-22-100-16,41-24-116 15,23-17-448-15</inkml:trace>
  <inkml:trace contextRef="#ctx0" brushRef="#br0" timeOffset="74955.23">23547 11564 505 0,'0'0'170'16,"0"0"-21"-16,0 0-26 16,0 0-17-16,0 0-1 15,0 0-35-15,0-22-13 16,-8 22-25-16,8 0-14 16,-4 0-14-16,-8 0-4 15,-20 0-49-15,-28 30-56 16,-19 12-142-16,-41 10-165 0</inkml:trace>
  <inkml:trace contextRef="#ctx0" brushRef="#br0" timeOffset="75305.33">18864 13966 574 0,'0'0'91'15,"0"0"20"-15,0 0-5 16,0 0 21-16,0 0-56 16,0 0-34-16,0 0-3 15,8-12-34-15,40-16-4 16,24-10-36-16,31-17-57 16,17-16-111-16,19-14-168 15</inkml:trace>
  <inkml:trace contextRef="#ctx0" brushRef="#br0" timeOffset="75538.19">23738 11837 826 0,'0'0'114'0,"0"0"10"16,0 0-107-16,0 0 16 16,0 0-29-16,0 0-4 15,12-19-20-15,-12 24-110 16,-16 12-73-16,-56 11-375 16</inkml:trace>
</inkml:ink>
</file>

<file path=ppt/ink/ink10.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29:11.610"/>
    </inkml:context>
    <inkml:brush xml:id="br0">
      <inkml:brushProperty name="width" value="0.05292" units="cm"/>
      <inkml:brushProperty name="height" value="0.05292" units="cm"/>
      <inkml:brushProperty name="color" value="#FF0000"/>
    </inkml:brush>
  </inkml:definitions>
  <inkml:trace contextRef="#ctx0" brushRef="#br0">382 5490 900 0,'0'0'148'16,"0"0"-23"-16,0 0-24 0,0 0-28 0,0 0-9 0,0 0-17 16,0 0-21-16,0 0 8 15,-72 15-10-15,72-15-2 16,0 0-11-16,0 0-4 16,0 0-4-16,60-28-3 15,31-10 6-15,41-7-4 0,-17 1-2 16,-11 6 9-1,-21 5-9-15,-27 8-8 0,-20 6 8 16,-24 8 1 0,-12 10 5-16,0-3-3 0,0 4 0 15,0-4 4-15,0 3 3 16,-24-3-8-16,-20 1 6 16,-15-3-8-16,-1 2 2 15,-12-2-2-15,5-1 0 16,19-4 2-16,16 7-2 15,20-2 9-15,8 2-2 16,4 4-4-16,0-3 3 0,0 3-6 16,0 0 0-1,0 0-1-15,0 0-7 16,4 0-1-16,52 0 6 16,23 0 3-16,-3 0-2 0,4 7 5 15,-13 11-9-15,-19 11 3 16,12 15 3-1,-24 8-1-15,-16 9 1 0,-16 7-1 16,-4-4-29-16,0-1-53 16,0-6-37-16,0-3-91 15,0-6-93-15,0-7-177 16</inkml:trace>
  <inkml:trace contextRef="#ctx0" brushRef="#br0" timeOffset="34587.28">22042 5610 611 0,'0'0'135'0,"0"0"-6"0,0 0-7 0,0 0-32 0,0 0-11 0,0 0 3 16,0 0-28-16,-48 0 9 16,48 0 16-16,0 0-46 15,0 0 5-15,0 0-27 16,0 0 1-16,0 0-8 15,0 0-1-15,44 0 4 16,31 0-7-16,17 0 18 16,23 0-7-16,5 0 0 15,-5 0 4-15,17 0-1 16,-5 0-13-16,-12 0 1 16,-7 0 2-16,-8 0-1 15,-17-8 5-15,-3 8-8 0,-17 0 5 16,5-1 3-16,-12 1 0 15,-8 0-2-15,-9 0 4 16,-19 0-3-16,4 0 3 16,-4 0 2-16,-8 0 0 15,0 0-9-15,-12 0-2 16,4 0 2-16,-4 0 3 16,0 0-5-16,0 0 0 15,0 0 0-15,0 0 5 16,0 0-6-16,0 0-7 15,0 0-31-15,8 0-63 16,4 0-121-16,0 0-79 0,0 0-170 16</inkml:trace>
  <inkml:trace contextRef="#ctx0" brushRef="#br0" timeOffset="35937.26">28372 5606 496 0,'0'0'131'0,"0"0"4"0,0 0-31 0,0 0 14 16,0 0-20-16,0 0-20 0,-79-4 0 16,79 4-28-16,-4 0-21 15,4 0 5-15,0 0-8 16,0 0-3-16,0 0-8 16,4 0-10-16,55 0 4 15,29 0 30-15,0 0-1 16,-9 0-23-16,5 0-6 15,-16 0-3-15,3 0 1 16,-3 0-7-16,-20 0 0 16,7 0 0-16,-31 0 0 15,0 0 0-15,-12 0 1 16,-8 0-1-16,4 0 0 16,-8 0-3-16,0 0-14 15,0 0-39-15,0 0-41 0,0 0-29 16,0 0-85-16,0 14-67 15,0-2-397-15</inkml:trace>
  <inkml:trace contextRef="#ctx0" brushRef="#br0" timeOffset="37491.85">4841 6322 79 0,'0'0'532'0,"0"0"-391"0,0 0-11 0,0 0-17 0,0 0-23 0,0 0-21 0,-147-4-23 15,143 4 5-15,4 0-18 0,0 0-13 16,0 0-2-16,0 0 1 16,0 0-5-16,0 0-11 15,24 0 5-15,59 0 31 16,21 0 9-16,15 0-11 15,17-11-19-15,7 2-11 16,8-1 5-16,25-1-8 16,-21-6-1-16,-4 1-3 15,-35 7 0-15,-33 0 2 16,-27 5-2-16,-20 4-10 16,-24-2 10-16,-4 2 2 0,-8 0-2 15,0 0 1-15,0 0 2 16,0 0 2-16,0 0 0 15,0 0-3-15,0 0 0 16,0 0-2-16,0 0-5 16,0 0-34-16,0 0-58 15,0 2-49-15,-20 15-86 16,8-5-115-16</inkml:trace>
  <inkml:trace contextRef="#ctx0" brushRef="#br0" timeOffset="44734.92">7027 7413 251 0,'0'0'387'0,"0"0"-306"0,0 0-7 0,0 0-40 0,0 0 8 0,0 0-6 0,0 0-26 0,0 0 0 16,0 0-8-16,0 9 16 15,24 1 16-15,-12-1 18 16,12 2-2-16,0-2-15 16,8-3-15-16,-9-3 10 15,13-3-14-15,12 0 22 16,24 0 6-16,19-22-18 16,1-19-3-16,15-10-14 15,-3-9-5-15,-1 3 1 16,-7-6-5-16,0 1 0 15,-17 6 7-15,-7 1-7 16,-4 8-2-16,-9 0-5 16,-11 12-12-16,0 10-38 15,-4 6-73-15,-28 15-111 0,-9-3-198 16</inkml:trace>
  <inkml:trace contextRef="#ctx0" brushRef="#br0" timeOffset="47259.79">23933 8811 912 0,'0'0'112'0,"0"0"-10"0,0 0-43 0,0 0 1 0,0 0-11 0,0 0-23 15,0 0-7-15,-12 0-12 16,12 9-5-16,4 5 8 15,16 3 9-15,16-5 4 16,-16 0-9-16,3-4 7 16,-7-8 3-16,8 0-3 0,8 0-5 15,28-34 16 1,31-39 5-16,25-26-22 0,15-16-11 16,13 2-4-1,19 4 1-15,-4 13 0 0,-16 10 0 16,-7 12-1-16,-29 6-6 15,-23 17-2-15,-16 14 3 16,-33 13-6-16,-11 13-11 16,-24 8-14-16,0 3-27 15,12 0-32-15,0 0-62 16,-12 0-92-16,12 0-138 16</inkml:trace>
  <inkml:trace contextRef="#ctx0" brushRef="#br0" timeOffset="53400.14">18534 10131 1013 0,'0'0'68'0,"0"0"6"0,0 0-52 0,0 0 39 0,0 0-7 16,0 0-29-16,0 0-15 15,-32-41-10-15,68 73 3 16,8-4 26-16,-9-4-10 15,-11-7-6-15,-4-11-2 0,-8-6 4 16,0 0 6-16,-8 0 0 16,28 0-9-16,28-40 0 15,31-37 6-15,41-28-11 16,7-18-7-16,24-1-1 16,-7 6-85-16,-9 11-62 15,-20 10-203-15</inkml:trace>
  <inkml:trace contextRef="#ctx0" brushRef="#br0" timeOffset="62947.27">14015 12689 608 0,'0'0'80'0,"0"0"35"0,0 0-63 0,0 0 10 0,0 0 4 15,0 0-31 1,0 0 1-16,0 0-17 0,12-2 6 15,8 2 3-15,7 15 29 16,-3 5-38-16,0 5-1 16,0 1 6-16,-4 2-4 15,4-2 1-15,-12-4-19 16,12 0 9-16,-12-3 0 16,0-2-9-16,0-6 2 15,-4 0 1-15,-4-2-4 16,4-6 4-16,-5-3-5 15,-3 0 7-15,12 0-4 0,0 0 7 16,20-12 4-16,28-27 7 16,12-15 2-16,7-6-15 15,-7 2-8-15,-4 5 4 16,3 2-5-16,-15 10 3 16,-8 3-4-1,-12 12 3-15,-24 8-1 0,7 7 0 16,-7 8-2-16,-12 3-12 15,0 0-65-15,0 0-70 16,4 0-75-16,-4 0-197 16</inkml:trace>
  <inkml:trace contextRef="#ctx0" brushRef="#br0" timeOffset="72932.88">21600 14181 733 0,'0'0'189'0,"0"0"-60"0,0 0-76 0,0 0-52 0,0 0 10 0,0 0-9 16,0 0-2-16,0 0 52 16,67 61 6-16,-47-29-14 0,-4 8-12 15,4 11 6 1,-4 11-2-16,-4 4-9 0,8 0-5 15,-8 2-4-15,4-8-4 16,4-9-11-16,-8-7-3 16,0-10 5-16,-1-7-3 15,-3-13 5-15,-4-4-3 16,-4-6 2-16,0-4-2 16,0 0-3-16,0 0 50 15,0-14 19-15,0-14-65 16,0-7-2-16,0-2-2 15,-23-7-1-15,-1-8 0 16,12-1 0-16,-12-2 1 16,0-1-1-16,-8 1 0 15,-4 2 6-15,0 6-5 0,12 5-1 16,1 4-7-16,3 6 7 16,16 10 0-16,-4 9 9 15,4 6-8 1,-4 7 0-16,8 0 4 0,-12 0 1 15,8 3-6-15,-8 23 3 16,0 10-12-16,0 8 17 16,4 1-15-16,-4-2 7 15,0-1-1-15,12-7 1 16,0-6 0-16,0-14 0 0,0-3 0 16,0-8-1-1,0-4 1-15,0 0 0 0,0 0 4 16,0-24 2-16,0-10-6 15,0-14 1-15,0 8-2 16,0 2 0-16,0 5 0 16,12 9 0-16,0 6-2 15,8 9 3-15,-4 4-3 16,8 5-6-16,8 0-1 16,3 0-5-16,1 0-5 15,20 4-40-15,-4 14-10 16,4 4-37-16,3-1 1 15,-3-4-81-15,-8 0-120 16,0-14-361-16</inkml:trace>
  <inkml:trace contextRef="#ctx0" brushRef="#br0" timeOffset="73814.66">22440 14268 673 0,'0'0'232'0,"0"0"-78"0,0 0-39 0,0 0-39 0,0 0-37 0,0 0-6 15,-28-26-20-15,28 26-8 16,0 0-5-16,0 17 13 16,4 11 23-16,20 4-1 15,12 9-12-15,-5 3-13 16,5 9 10-16,8 6-8 15,-4 1 9-15,4-4-2 16,-8-1-14-16,7-11-4 0,-15-6-1 16,-8-9 1-1,-8-11 0-15,0-5-1 0,-12-9 4 16,0-4 1-16,0 0-4 16,0 0 15-16,0 0 58 15,0-22-25 1,-8-14-46-16,-28-5-1 0,0-2-2 15,-11-2 0-15,15 3 1 16,-4-3-1-16,-4-1 0 16,8-3 0-16,-4 1 0 15,5 5 0-15,3 1 0 16,4 11 0-16,4 8 0 16,8 9 0-16,0 10 1 15,0 4 2-15,12 0-2 0,0 0-1 16,-12 0 0-16,12 22-2 15,-12 11-4 1,12 6 4-16,0-3 1 0,0-1 1 16,0-4 0-16,0-7-1 15,0-1 1-15,0-7 0 16,0-5 5-16,0-10-12 16,0-1 14-16,0 0-11 15,-12 0 10-15,12-14-4 16,-12-24-2-16,12 0 0 15,-8-6 0-15,8 12-1 16,0 2 0-16,0 10 1 16,0 6 0-16,0 5-2 0,0 1 2 15,0 6 0-15,0-2-4 16,8 4 1-16,28 0 2 16,8 0-7-16,-4 0 4 15,15 0-1-15,-7 16-5 16,20 0-17-16,-8 0-47 15,-1 3-60-15,1 1-32 16,0-2-75-16,-4-4-172 16</inkml:trace>
  <inkml:trace contextRef="#ctx0" brushRef="#br0" timeOffset="78109.1">27369 13096 808 0,'0'0'164'0,"0"0"-29"16,0 0-47-16,0 0 3 0,0 0-28 0,0 0 2 16,0 0-13-16,84-44 2 15,-84 41-16-15,0 3-15 16,0 0-6-16,0 0-6 15,0 0-8-15,0 0 2 16,-28 13-3-16,-40 13 3 16,-24 8-3-16,-15 3-1 0,-9 2 1 15,1 2 7 1,7 1-9-16,5-2-5 0,7 2 5 16,5-1 1-16,7-6 8 15,36-9-8-15,13-8-1 16,15-7 0-16,16-10 2 15,4-1-2-15,0 0 0 16,0 0-3-16,12 0-2 16,59 0 5-16,33-1 1 15,15-12 7-15,21-3-7 16,-1 0 0-16,-12 6 0 16,-19 1-1-16,-24 5 1 15,-25 4-1-15,-27 0-2 16,-20 0 1-16,0 0 0 15,-12 13-2-15,0 14 0 0,-12 13 3 16,-60 8 3 0,-19 6 1-16,-13-2-4 0,-23 8 1 15,-5-1-1-15,1-1 0 16,4-5 1-16,11-11 8 16,45-8-9-16,15-13 1 15,20-4-4-15,24-7 2 16,12-7 1-16,0 4 0 15,0-5-4-15,0 9 3 16,12-5 1-16,36 3-2 16,23-3 2-16,17-6 4 15,8 0-2-15,-1 0-2 16,1 0-4-16,-5 0 4 16,-19-6 2-16,4-3-2 0,-25 3-2 15,-7-5 2-15,-8 2 0 16,-12 3 2-16,0-1-1 15,-4 0-1-15,-4 5 0 16,3 2-1-16,-7-3-7 16,0-2-22-16,0 4-23 15,4-3-65-15,4 0-53 16,-8-1-178-16</inkml:trace>
  <inkml:trace contextRef="#ctx0" brushRef="#br0" timeOffset="79258.61">28141 13430 711 0,'0'0'214'0,"0"0"-72"0,0 0-80 0,0 0-24 0,0 0-22 16,0 0-4-16,231-98-7 15,-195 107 16-15,-12 29-7 16,-12 9 22-16,-12 13 7 0,0 11-7 16,-24-1-2-16,-12-3 8 15,4-19-16-15,8-8-26 16,21-23-1-16,3-13 1 16,0-4-1-16,0 0 1 15,0-15 21-15,3-31 2 16,41-12-3-16,4-7-10 15,-4 0-10-15,4 5 4 16,-1 0-3-16,-11 5 0 16,8 14 0-16,-20 12 0 15,-12 12 1-15,-12 12 7 16,0 5 29-16,0 0-18 0,0 0-12 16,0 32-6-1,-20 12-1-15,-4 7 7 16,8 1 3-16,8 3-11 0,8-4 1 15,0-4 3-15,0-1-4 16,0-12 0-16,8-2 0 16,16-10-4-16,4-4-12 15,8-3-40-15,-4-9-57 16,3 1-30-16,9-7-97 16,-8 0-93-16,4-6-288 15</inkml:trace>
  <inkml:trace contextRef="#ctx0" brushRef="#br0" timeOffset="79460.02">29025 13614 292 0,'0'0'559'0,"0"0"-296"0,0 0-74 0,0 0-76 0,0 0-47 0,0 0-40 16,0 25 11-16,0 6 10 16,0 5-27-16,0 0-10 15,0 4-10-15,0-1-1 16,0-6 1-16,0-3 0 15,0-4-19-15,0-10-90 16,0-15-81-16,0-1-100 16,0 0-154-16</inkml:trace>
  <inkml:trace contextRef="#ctx0" brushRef="#br0" timeOffset="79625.05">28989 13316 593 0,'0'0'445'0,"0"0"-200"16,0 0-145-16,0 0-23 16,0 0-58-16,0 0-19 15,-67-55-4-15,67 55-66 16,24 7-28-16,7 17-185 16,5 3-239-16</inkml:trace>
  <inkml:trace contextRef="#ctx0" brushRef="#br0" timeOffset="79875.58">29483 13633 1015 0,'0'0'286'16,"0"0"-141"-16,0 0-62 15,0 0-31-15,0 0-45 16,0 0 2-16,68-4 3 16,-20-6-11-16,-13 5 1 0,21 0-2 15,-16 1-17 1,4 0-44-16,4 2-98 16,-5-5-66-16,5 0-202 0</inkml:trace>
  <inkml:trace contextRef="#ctx0" brushRef="#br0" timeOffset="80427.34">30124 13316 810 0,'0'0'313'0,"0"0"-113"16,0 0-65-16,0 0-49 15,0 0-49-15,0 0-35 16,-32 22 3-16,32 16 11 15,0 1-2-15,0 5-14 0,0 0-5 16,0-3 5 0,0-7 0-16,20-4-3 0,4-11-14 15,4-10-9-15,-8-9-3 16,16 0-14-16,-4 0 24 16,3-27 12-1,-7-6 5-15,4-6 2 0,-8-4 0 16,-4 4 1-16,-16 5 0 15,4 6 0-15,-8 11 23 16,0 11 12-16,0 3 19 16,0 3-29-16,0 0-8 15,0 0-16-15,0 26-1 0,0 20 4 16,0 5 4 0,0 3 2-16,0 10-1 0,0 5 0 15,-8 2 2-15,4-6 0 16,-16-1 1-16,20-14-6 15,-24 0 0-15,4-13 9 16,-8-5-16-16,-3-10 7 16,-5-10-1-16,0-4 11 15,-8-8 3-15,4 0-3 16,-4 0-13-16,17 0 1 16,-5-4-2-16,20-3-3 15,0-1-6-15,12 5-24 16,0-8-48-16,0-1-41 15,0-10-132-15,60-4-147 16,11-9-384-16</inkml:trace>
  <inkml:trace contextRef="#ctx0" brushRef="#br0" timeOffset="80642.78">30602 13660 772 0,'0'0'289'0,"0"0"-78"0,0 0-139 0,0 0-23 15,0 0 42-15,0 0-21 16,64 82-23-16,-44-48-15 16,-16 3-24-16,4-6 1 0,-8 6-9 15,0-3 2 1,0-3-2-16,0-4-32 0,-12-8-114 16,0-16-87-1,0-3-212-15</inkml:trace>
  <inkml:trace contextRef="#ctx0" brushRef="#br0" timeOffset="80792.27">30534 13408 638 0,'0'0'370'0,"0"0"-121"16,0 0-167-16,0 0-47 15,0 0-35-15,0 0-15 16,-32-41-98-16,64 41-201 15,12 9-542-15</inkml:trace>
  <inkml:trace contextRef="#ctx0" brushRef="#br0" timeOffset="81060.24">31036 13116 822 0,'0'0'381'0,"0"0"-128"16,0 0-114-16,0 0-93 16,0 0-30-16,0 0-10 15,107 31 2-15,-23 12 1 0,4 12-5 16,-17 9-3-16,-23 10-1 16,-12 8 0-16,-28 7 0 15,-8 7-8-15,-20 2-19 16,-60-2-44-16,-39 4-87 15,-36-7-52-15,-52-4-220 16</inkml:trace>
  <inkml:trace contextRef="#ctx0" brushRef="#br0" timeOffset="81665.03">28141 13145 199 0,'0'0'606'0,"0"0"-377"0,0 0-70 0,0 0-35 0,0 0-31 0,0 0-19 15,0-57-32-15,0 57-31 0,0 0-7 16,0 15-8-1,-4 21 8-15,-16 19-2 0,9 7 11 16,-1 10 11-16,0 11-2 16,12 5-13-16,0 8-7 15,0-4-1-15,12-13 3 16,43-12-4-16,5-12 0 16,24-16-4-1,-1-10-7-15,17-7-22 0,7-13-64 16,1-9-50-16,7 0-132 15,1 0-320-15</inkml:trace>
  <inkml:trace contextRef="#ctx0" brushRef="#br0" timeOffset="82725.83">31155 12929 577 0,'0'0'251'0,"0"0"-58"0,0 0-85 0,0 0-27 0,0 0-29 15,0 0-32-15,60-67 2 0,-28 63-17 16,16 4 3 0,-12 0-8-16,7 0 6 0,-7 0-3 15,-12 5 3-15,8 15-3 16,-20 6 16-16,-12 3-6 15,0 6 16-15,0 3-8 16,-32 3 13-16,-16 1-11 16,-7-2-17-16,15-7 7 15,-4-10-4-15,32-3 1 16,0-13-3-16,12-5-1 16,-8-2-2-16,8 0 2 15,0 0-6-15,8 0 20 16,40 0-5-16,8 0-14 15,3 0 9-15,1-5-10 16,-4-4-9-16,7-2-2 0,-19 2-58 16,16 7-63-16,-16-5-62 15,-16-1-258-15</inkml:trace>
  <inkml:trace contextRef="#ctx0" brushRef="#br0" timeOffset="85588.9">31741 12722 754 0,'0'0'250'0,"0"0"-34"0,0 0-123 0,0 0 4 0,0 0-3 0,0 0-31 15,-60-67-26-15,60 67-19 16,0 0-10-16,0 0-2 15,0 0-5-15,24 10 0 16,32 14 0-16,3 9 0 16,1 5-1-16,0 7-1 15,-4 8 0-15,-9 7 2 0,-3 11-1 16,-20 2 3 0,-12 12-3-16,-12 7-1 0,0 10 1 15,0 16 2-15,-20 1 4 16,-20 2-12-16,-4-3-5 15,9-13-25-15,-9-10-25 16,8-12-43-16,-4-13-2 16,4-14-21-16,4-14-90 15,1-13-55-15</inkml:trace>
  <inkml:trace contextRef="#ctx0" brushRef="#br0" timeOffset="86104.92">32441 12540 594 0,'0'0'226'0,"0"0"-55"0,0 0-36 0,0 0-5 0,0 0-56 0,0 0 1 16,-11-38-26-16,11 38-33 15,0 0-14-15,0 29-4 16,0 9 0-16,0 7 2 15,0-2 5-15,0 6-3 16,0 2-3-16,0-3 1 16,0-1-23-16,0-3-73 0,0-11-53 15,0-11-76-15,0-10-129 16</inkml:trace>
  <inkml:trace contextRef="#ctx0" brushRef="#br0" timeOffset="86371.37">32720 12616 788 0,'0'0'294'0,"0"0"-107"0,0 0-144 15,0 0-21-15,0 0 25 16,0 0-28-16,-4 157 18 15,-8-94-20-15,-8 8-7 16,-4 0-5-16,-7 7-5 16,-5-2 0-16,8-3-11 15,-4-10-63-15,8-10-36 16,24-14-114-16,0-20-68 16,0-14-177-16</inkml:trace>
  <inkml:trace contextRef="#ctx0" brushRef="#br0" timeOffset="86654.01">32883 13159 636 0,'0'0'226'0,"0"0"-102"0,0 0-37 16,0 0-23-16,0 0-27 16,0 0-13-16,164 13 14 15,-164 9-7-15,0 7-19 16,0 4 3-16,-24-7 3 15,-8 1 7-15,8-4-13 16,8-12 1-16,8-4-1 16,8-7-9-16,0 0-3 15,0 0 1-15,0 0-1 16,36 0 19-16,20 0-17 0,11-17-2 16,-3-4 0-16,4 1-43 15,-1 2-29-15,-7 0-127 16,-12 1-211-16</inkml:trace>
  <inkml:trace contextRef="#ctx0" brushRef="#br0" timeOffset="88037.69">32346 12657 527 0,'0'0'122'0,"0"0"66"0,0 0-76 0,0 0-27 0,0 0 10 16,0 0 10-16,-24-55-45 16,0 55-26-16,-8 0-18 15,-27 4-10-15,-13 26-6 16,0-1 1-16,5-5 1 0,19-4 1 16,24-11-1-16,16-2-1 15,8-7-1-15,0 0-1 16,20 0 0-16,59 0 2 15,29-12 7-15,11-12-4 16,9 2 0-16,-21 3-3 16,-7 4 0-16,-17 6-2 15,-15 5-3-15,-28 4 4 16,-16 0-4-16,-24 0 8 16,0 26-4-16,-24 24 4 15,-72 14-2-15,-11 12 5 16,-9 0-5-16,21-6 4 15,27-16 0-15,24-16-1 16,28-16-5-16,16-10-2 16,0-8-1-16,16-4 3 0,52 0 1 15,24 0 9-15,-9-24-7 16,9 7-2-16,-21 2 0 16,-11-1-1-16,-16 9-1 15,-20 7 1-15,-8 0-5 16,-16 0 4-16,0 19-5 15,-24 23 1-15,-48 11 10 16,-11 10-5-16,-21 8 4 16,9 5-4-16,-9 2 0 15,20-1 1-15,25-13-1 0,15-26 0 16,36-13-2 0,8-18 2-16,0-7-1 0,8 0 1 15,64-10 2-15,7-17-2 16,1-4 0-16,-4 7 4 15,-9 2-4-15,-11 7-5 16,-20 10 4-16,-24 5-3 16,-12 0-3-16,0 22 1 15,-36 22 3-15,-44 11 6 16,9 9 2-16,-21 5-5 16,12 2-5-16,9 2 5 15,3-13 5-15,20-9-3 16,20-17-1-16,16-12 2 15,12-15-2-15,0-2-1 16,0-5 2-16,52 0 6 0,16 0 0 16,12 0-8-16,-9 0-4 15,-3-5 4-15,-8-2 0 16,-25-1-1-16,-11 8-2 16,-20 0-12-16,-4 0-21 15,0 0-17-15,0 0-47 16,-36 6-67-16,-23-1-83 15,-13-5-139-15</inkml:trace>
  <inkml:trace contextRef="#ctx0" brushRef="#br0" timeOffset="89787.08">31597 12509 408 0,'0'0'166'0,"0"0"-67"0,0 0 33 0,0 0-34 0,0 0-40 16,0 0 2-16,108-32 12 15,-100 29-26-15,-8 3 13 0,0-3 5 16,0 3-32 0,0 0 0-16,0 0-4 0,0 0 2 15,0 0-14-15,0 0 3 16,-44 0-19-16,-4 0-4 15,12 0 4-15,-23 0 0 16,3 0 0-16,-16 0 2 16,1 0-2-16,-9 3 0 15,0 0 0-15,-15 7 0 16,11-3 0-16,-7 4 1 16,-13 2-1-16,9 0 0 15,-9 0 3-15,0-4-8 16,9 3 13-16,-1 3-7 15,-7-10-1-15,11 1 1 16,-15 0 0-16,15-1-1 16,-11-1 0-16,7 6 0 15,13-2 0-15,-1-4-3 0,-4 6 3 16,5 0 5-16,-21-1 5 16,-3 5-2-16,-1-6-6 15,-7 6-2-15,11-8 0 16,9 4 8-16,-1-6 4 15,4 1-11-15,9 2 2 16,15-3-1-16,12-3 2 16,17-1-1-16,3 0 3 15,-8 0 0-15,12 0-3 16,8 0-2-16,8 0-1 0,4 0 0 16,-12 0 0-1,1 0 1-15,-33 8-1 0,-4-2 0 16,-31 0 0-16,7 1 0 15,-8-1 0-15,9 0 0 16,-9 1 0-16,32-2 0 16,5-1 0-16,27 0 0 15,20-3 9-15,4-1-9 16,4 0-10-16,0 0 9 16,0 0 1-16,0 0 0 15,0 0 0-15,0 0 0 16,0 0 1-16,0 0 1 15,0 0 11-15,0 0-7 0,0 0 9 16,0 0-5-16,0 0 10 16,0 0-18-16,0 0 6 15,0 0-6-15,0 0-2 16,0 0 2-16,0 5-2 16,0-5-1-16,0 3 1 15,0 0-1-15,0 3-2 16,0-2 3-16,0 3 2 15,0-5-1-15,0 5-1 16,0 2 0-16,12 4 0 16,0 1 0-16,4 6 0 15,-4 4 1-15,8 0-1 0,-8-1 2 16,3-8-1 0,-3 5-1-16,-4-8 0 0,4 10 0 15,0 0 1-15,12 4-1 16,-4 3 0-16,-8 5 0 15,4 8 0-15,-8 1 0 16,4 6 2-16,0 2 5 16,4 2-14-16,4 9 5 15,-8-1 2-15,-1 10 1 16,1-4 1-16,0-6-2 16,0-13 5-16,-4 2-10 15,4-12 4-15,0 0 1 16,-8-3 0-16,8-3 0 15,0-4 0-15,-4 4 0 16,-4-3 3-16,4-1-3 0,-8 0 0 16,4-5-2-1,-4 2 10-15,0-1-8 0,0-5 1 16,0 1-1-16,0 0 0 16,0-5-7-16,0-2 7 15,0 1 0-15,0-5 0 16,0 3 0-16,0 1 3 15,0 0-3-15,0 0 0 16,0 2 2-16,0-1 3 16,0-3 1-16,0 0-4 15,0-5 2-15,0 0-2 16,0-3 1-16,0-3 1 0,0 0-4 16,0 0 5-16,0 0 6 15,0 0 13-15,-4 0 6 16,-32 0 3-16,-20 0-26 15,-11-9-2-15,3-1-2 16,-4 1-3-16,9 0 1 16,-1 5 8-16,4 0-9 15,24 1 2-15,-4 0-10 16,20 3 16-16,5-3-13 16,11 3 5-16,0-3-17 15,0 3-36-15,0 0-38 16,0 0-113-16,0 0-83 15,0-3-255-15</inkml:trace>
  <inkml:trace contextRef="#ctx0" brushRef="#br0" timeOffset="91852.5">30690 14862 982 0,'0'0'75'16,"0"0"75"-16,0 0-68 0,0 0-38 0,0 0-4 0,0 0-33 16,0 0 40-16,-24 114-4 15,44-76-23-15,3-11 2 16,-11-10 8-16,0-14-14 0,12-3-4 15,24-14 9 1,44-48 8-16,51-23-17 0,40-21-12 16,16-10-2-16,20-9-58 15,8 5-134-15,-4 0-167 16</inkml:trace>
  <inkml:trace contextRef="#ctx0" brushRef="#br0" timeOffset="99335.11">22085 12998 208 0,'0'0'231'0,"0"0"-165"0,0 0-9 0,0 0-27 0,0 0-4 16,0 0 5-16,0 0 12 16,0-6 2-16,0 3 13 0,0 3 15 15,0 0-30-15,0 0-2 16,0 0-14-16,0 0-3 16,0 0-6-16,0 0-11 15,0 0-6-15,0 0 0 16,0 0 3-16,0 0-4 15,-8 17 5-15,-7 10-5 16,-9 2 1-16,-8 3-1 16,8-1 3-16,-12 7 4 15,0 4-6-15,0 4 0 16,-7 12-1-16,11 3 0 16,-4 4 1-16,-4 6-1 15,4-1-1-15,-8 0 1 16,9-5-2-16,3-5 2 15,-4-10 0-15,8-12-3 16,-4-2 7-16,8-4-4 16,0 1 0-16,1 2 0 0,-1-6 2 15,0-6 2-15,12-4-4 16,-8-5 0-16,16-1-5 16,-4-6 4-16,-4-1 0 15,12-3-1-15,0-3 4 16,0 0-2-16,0 0 0 15,0 0 0-15,0 0 0 16,0 0 2-16,0 0-4 0,0 0-28 16,0 0-59-1,0 0-130-15,0 0-168 0</inkml:trace>
  <inkml:trace contextRef="#ctx0" brushRef="#br0" timeOffset="100266.89">22850 13731 413 0,'0'0'103'0,"0"0"-24"0,0 0-38 0,0 0 18 0,0 0 6 0,0 0-7 16,0 0 27-1,-16-71-32-15,16 70-14 0,-8 1 7 16,8 0-15-16,-4 0 17 16,-4 0-14-16,4 0-24 15,-4 0-3-15,-8 11 0 16,-4 16-8-16,-16 4 2 16,1 3 2-16,11 3 0 15,-8 3 0-15,-4 5 2 16,-12-2-5-16,12 12 1 15,-11-4-1-15,-1 4 5 16,-8-3-3-16,8-1 6 16,1 0-8-16,-1-10 1 15,4 1-1-15,12-3 2 16,8-8-1-16,0 1-1 0,0-6 0 16,9-1 5-16,-5-1-3 15,-4-1-2-15,12-4 6 16,0-6-6-16,12-6 4 15,-12-2-3-15,12-1-1 16,0-1 0-16,0-3 2 16,0 0-2-16,0 0 1 15,0 0-1-15,0 0 0 16,0 0 0-16,0 0 0 16,0 0-4-16,0 0-67 15,0 0-72-15,12 0-19 16,12-12-104-16</inkml:trace>
  <inkml:trace contextRef="#ctx0" brushRef="#br0" timeOffset="101250.07">18311 15207 840 0,'0'0'90'0,"0"0"-46"0,0 0 8 0,0 0 26 0,0 0 5 0,0 0-56 16,0-28-12-16,4 28-9 15,16 22-1-15,-4 7 19 16,4-1 3-16,3-8-17 15,-7-4 0-15,-8-7-9 16,16-9 4-16,0 0-4 16,24 0 12-16,12-9-11 0,43-42 7 15,37-22-1 1,47-23-8-16,32-15-29 0,4-3-181 16,-8-6-329-16</inkml:trace>
  <inkml:trace contextRef="#ctx0" brushRef="#br0" timeOffset="111115.95">2998 11001 839 0,'0'0'202'0,"0"0"-28"0,0 0-43 0,0 0-12 0,0 0-9 0,0 0-42 16,0 0-18-16,-108 19-30 0,108-19-2 16,36-26-15-1,36-14-1-15,35-11 1 0,9-7-3 16,-13 0 1-16,1 0 0 16,-21-4 4-16,-11 12-5 15,-16 2-2-15,-32 10-14 16,-12 7 12-16,-12 4 4 15,0 9 4-15,-24 5-1 16,-36-1-3-16,-20 10 3 16,13 4 2-16,3 0-5 15,20 0 2-15,20 0 7 16,24 0-8-16,0 0 5 16,0 0-6-16,0 0 0 15,24-5-5-15,36 3 3 16,20 2 2-16,3 0 1 0,-11 0 1 15,-4 11-1-15,-13 7 4 16,-19 6-4-16,-24 12 1 16,-12 10 5-16,0 22-6 15,-32 5-1-15,-28-1-11 16,13-9-40-16,23-13-80 16,0-19-145-16,12-15-260 15</inkml:trace>
  <inkml:trace contextRef="#ctx0" brushRef="#br0" timeOffset="111896.35">4809 9192 716 0,'0'0'325'0,"0"0"-191"0,0 0 55 0,0 0-41 0,0 0-58 0,0 0-30 16,-95-134-18-16,39 134-31 16,-16 30 5-16,1 29-15 15,-21 16-1-15,20 21 14 16,1 22-5-16,3 9-9 15,32 0-2-15,24-13 2 16,12-21-1-16,0-24-3 16,36-18 3-16,32-20-3 0,-4-19 0 15,3-8-2-15,13-4 3 16,-20 0-2 0,-1-25 3-16,-3-14-5 0,-20 2-2 15,-24-2 2-15,-12 8 1 16,0 5 6-16,0 11 3 15,-8 5-3-15,-16 1-2 16,0 1 2-16,0 2 0 16,0 1 1-16,24-1-1 15,0-1 0-15,0-2 0 16,0 1-2-16,0 3-8 16,0-2 9-16,0 5-7 15,32 2 7-15,4 0-2 16,0 0 1-16,0 31 2 0,0 14 6 15,-13 15-4-15,-11 9 9 16,-4 11 1-16,-8 2-5 16,0 5-2-16,0-9-5 15,0-5 2 1,0-15-5-16,0-21-3 0,0-14-20 16,0-16-64-16,0-7-100 15,16 0-74-15,8-21-73 16,20-22-238-16</inkml:trace>
  <inkml:trace contextRef="#ctx0" brushRef="#br0" timeOffset="113762.65">5044 9989 963 0,'0'0'217'0,"0"0"-86"0,0 0-23 0,0 0-60 16,0 0-22-16,0 0-14 15,-40 6 0-15,40-6 3 16,0 0 11-16,0 0-5 16,0 0-2-16,0 0 1 15,0 0-11-15,0 0-3 16,0-9 5-16,0-11 10 16,0-2-9-16,0-4-3 15,0 1 1-15,0 2 4 0,-8 5-1 16,-15 1 1-1,-1 12 6-15,12 5 2 0,0 0-13 16,-12 0-6-16,4 9-3 16,-8 22-3-16,4 17-4 15,4 3 7-15,20 0 0 16,0-3 0-16,0-5-3 16,0-2 3-16,24-11-1 15,12-9 1-15,8-7-5 16,-8-7 1-16,8-7-1 15,-5 0 3-15,-7 0 1 16,4-27 1-16,0-10 2 16,0-12 0-16,7-2 3 0,-15 8-4 15,4 1-1 1,-8 13 4-16,-24 14-1 0,12 5-2 16,-12 7 0-16,0 3-1 15,0 0-6-15,20 0 1 16,4 23 0-16,4 8 4 15,8 1 0-15,-5-1-1 16,-7 2 2-16,0-11 0 16,-4-11 1-16,-8-1 1 15,-8-10-2-15,4 0 0 16,-8 0 1-16,4-10 4 16,16-23-4-16,4-5 0 0,0-4 4 15,11 11-5 1,-23 9 0-16,12 11 0 0,-16 11-1 15,-4 0-2-15,4 0-3 16,8 0-3-16,4 13 9 16,4 13 0-16,0-3 0 15,0-1 0-15,12-4-1 16,-13-9-9-16,-11-4-1 16,0 1 10-16,8-6-14 15,-4 0 13-15,16-6-3 16,-8-21 2-16,12-4 2 15,-12-7 1-15,-12 0 0 16,0-1 2-16,-12 5-1 16,0 5 6-16,0 13-5 15,0 9 0-15,0 7 13 0,0 0-8 16,-16 0-7-16,-16 7-4 16,8 24-2-16,12 5 4 15,0 2 1-15,12-4 0 16,0-3-2-16,0-3-2 15,0-10 2-15,12-2 2 16,36-13-6-16,-5-3-3 16,9 0 7-16,4 0 2 15,4-14-4-15,-1-6 5 16,-3 6 1-16,-8 5-1 16,0 9-2-16,-4 0 1 15,-9 0 0-15,-11 6-4 16,0 11 0-16,-12 7 5 15,-4-2 0-15,-8-9 1 0,0-4 2 16,0-6-3-16,-20-3 1 16,-16 0 7-16,0-25-3 15,25-21-5-15,-1-2-7 16,12-7 5-16,0 8-3 16,0 4 5-16,35 11-9 15,21 15 4-15,-4 3-18 16,4 9-26-16,11 1-34 15,9 4-6-15,-8 0-67 16,15 0 31-16,-15 0-22 16,-8 0-25-16,-24 0 108 15,-13 0 62-15,-11-3 2 0,-12-6 72 16,0-7 100-16,0-3-61 16,0-3-32-16,0-3-9 15,-4 9 5-15,-19 2 10 16,-9 14-40-16,-4 0-24 15,12 0 8-15,-12 17-29 16,12 17-3-16,-8 14-1 16,20 3 4-16,12-5 0 15,0-7-4-15,0-7 2 16,0-13 0-16,12-7-13 16,12-4 6-16,-12-8-16 15,0 0-1-15,-4 0 21 16,16-32 5-16,0-9 4 0,-12-4 3 15,12 7-5-15,-16 12-2 16,-4 15 2-16,-4 11 3 16,0 0 16-16,0 0-7 15,0 6-14-15,8 12-4 16,8-2 4-16,3 1 0 16,-3-13 0-16,4-4-7 15,4 0 4-15,12 0 2 16,8-30-2-16,-8-18 6 15,-12-12 0-15,-13-10 1 16,-11-8 12-16,0 4 14 16,0-12-5-16,0 2 26 15,-23 11-26-15,-1 20 2 0,4 22 2 16,4 23 26-16,-4 8-1 16,8 0-25-16,0 20-29 15,-12 31-7-15,12 15 7 16,12 13 1-16,0 5 5 15,0-6-6-15,36 2-6 16,20-17 1-16,4-15 1 16,-1-14-34-16,-3-10-1 15,-4-17 0-15,-8-7 10 16,3 0-10-16,-3-11 30 16,-4-30 7-16,-16-6-1 15,-4-4 3-15,4 3 5 16,-24 14-2-16,12 7 5 15,-12 20 4-15,0 7-4 0,0 0 22 16,0 5-28-16,0 24 1 16,0 10-3-16,12 11 3 15,-12-3-1-15,11-2-1 16,1 6-2-16,-4-7-10 16,-8-6-74-16,0-10-118 15,0-16-100-15,4-8-214 16</inkml:trace>
  <inkml:trace contextRef="#ctx0" brushRef="#br0" timeOffset="113912.7">7612 9343 730 0,'0'0'368'0,"0"0"-240"0,0 0-54 0,0 0-74 16,0 0-11-16,0 0-122 15,72-56-277-15</inkml:trace>
  <inkml:trace contextRef="#ctx0" brushRef="#br0" timeOffset="114847.8">8162 9457 551 0,'0'0'493'16,"0"0"-364"-16,0 0 17 0,0 0-16 15,0 0-53-15,0 0-29 16,279-85-34-16,-268 85-10 16,1 20-2-16,-12 20 5 15,0 11-3-15,0 9 4 16,0 1-16-16,0-3 8 16,0 10-4-16,0-2-1 15,12 5 2-15,12-1-11 16,20-3 12-16,-4-3-7 15,-4-9 10-15,-4-9-1 16,-9-12 0-16,-11-8 3 16,-12-7 2-16,0-5-3 15,0-5 1-15,-47 4 11 0,-33-7-14 16,-16 0-1-16,1-6 1 16,15 0 1-16,21 0 2 15,23 0 2-15,24 0-5 16,4-12 19-16,8-27-13 15,8-15-6-15,67-14 0 16,17-7 0-16,11-4 0 16,5 7 2-16,-16 5-2 15,-1 7-5-15,-31 9 3 16,-24 9 2-16,-12 13 0 16,-12 7 2-16,-12 10 2 15,0 6-4-15,0 6 6 0,0 0-6 16,-12 0 1-1,-12 0-1-15,0 0-3 16,4 18-1-16,16 1 1 16,4 4-4-16,0 2 3 0,0 1 3 15,16-8 0-15,40-5-17 16,15-10 0-16,-3-3-13 16,4 0 21-16,7 0-8 15,-19-29 16-15,12-5 2 16,-17-8-2-16,-19 2 4 15,-12 3 2-15,-24 13 15 16,0 6 27-16,0 14-5 0,0 4-16 16,-36 0-1-1,-19 12-24-15,3 26-6 0,-4 4 6 16,20-8-2-16,36-3 0 16,0-7-3-16,0-11 0 15,0-4 1-15,24-9-9 16,24 0-14-16,0-4 17 15,-1-30 1-15,-3-14 9 16,-8-14 0-16,-16-6 2 16,-16-12 0-16,-4-9 0 15,0-10 5-15,-4 9 3 16,-40 10-1-16,20 29 11 16,0 29 20-16,24 18 19 15,-8 4 0-15,-4 11-50 16,12 40-9-16,0 28-1 0,0 9 1 15,0 10 2 1,20 10-2-16,28-3-5 0,8-3-36 16,-8-11-84-16,-12-7-70 15,-13-14-127-15,-11-13-257 16</inkml:trace>
  <inkml:trace contextRef="#ctx0" brushRef="#br0" timeOffset="115079.5">6219 10852 1225 0,'0'0'130'0,"0"0"44"0,0 0-93 0,0 0-33 0,0 0-34 16,0 0-13-16,318-106 14 15,-59 49-15-15,20-5 0 16,-20 4 0-16,-16 7-18 16,-44 6-136-16,-24 14-192 15,-44 2-355-15</inkml:trace>
  <inkml:trace contextRef="#ctx0" brushRef="#br0" timeOffset="115248.84">9878 10544 1375 0,'0'0'255'0,"0"0"-99"15,0 0-36-15,0 0-80 16,0 0-34-16,0 0-6 16,0 0-46-16,0 0-138 15,0 0-281-15</inkml:trace>
</inkml:ink>
</file>

<file path=ppt/ink/ink11.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31:39.028"/>
    </inkml:context>
    <inkml:brush xml:id="br0">
      <inkml:brushProperty name="width" value="0.05292" units="cm"/>
      <inkml:brushProperty name="height" value="0.05292" units="cm"/>
      <inkml:brushProperty name="color" value="#FF0000"/>
    </inkml:brush>
  </inkml:definitions>
  <inkml:trace contextRef="#ctx0" brushRef="#br0">943 6560 925 0,'0'0'122'0,"0"0"-37"0,0 0 18 0,0 0-51 0,0 0-13 15,0 0-7-15,0 0-11 0,-83 45-2 16,210-52 17-16,48-29 40 16,60-12-20-16,-4-6-45 15,-28 1-11-15,-28-5 3 16,-23 4 2-16,-25-2-4 15,-19 8 2-15,-29 7-2 16,-31 12 1-16,-28 7 3 16,-20 3-4-16,0 2 6 15,0 2-5-15,-48-2-2 16,-32 7 1-16,1 6-2 16,7-1 4-16,0 5-2 15,29 0-1-15,7 0 0 16,36 0-1-16,0 0 1 0,0-2 0 15,0-2-3 1,0 4-3-16,12-4 0 0,55 2 4 16,5-1-2-16,36 3 4 15,-17 0 3-15,5 0 1 16,-29 0 2-16,1 22-3 16,-28 2-3-16,-8 10 2 15,-20 0-1-15,-12 14-1 16,0 9 0-16,0 15 0 15,-48 18-3-15,-44 13-146 16,1 14-131-16,-5-8-351 16</inkml:trace>
  <inkml:trace contextRef="#ctx0" brushRef="#br0" timeOffset="13195.41">3432 16659 973 0,'0'0'118'0,"0"0"-79"0,0 0 26 0,0 0 3 0,0 0-19 0,0 0-36 16,0 0 26-16,44 10 20 15,3 41-16-15,9 8 0 16,-16 9-5-16,-8-3-12 16,4-5 0-16,-13-9-11 15,9-22-7-15,-8-12-1 16,4-17-5-16,16 0 10 15,28-56 0-15,19-37 13 16,37-31-17-16,-9-19-8 16,-4-1 2-16,-7 16-1 15,-16 28-1-15,-1 23-3 16,-19 33-36-16,-13 18-83 0,-11 26-84 16,-16 0-82-16,-16 0-233 15</inkml:trace>
  <inkml:trace contextRef="#ctx0" brushRef="#br0" timeOffset="18244.36">22906 5397 480 0,'0'0'300'0,"0"0"-172"0,0 0-6 0,0 0-2 0,0 0-32 0,0 0-25 16,0 0-36-16,0 0-27 15,-36-9 3-15,36 78 27 0,0 16 14 16,12 12-18 0,0 14-3-16,0 8-6 0,11 9-7 15,-11-7-1-15,8-13-9 16,-4-19-3-16,-4-24 3 16,0-16 7-16,-4-20-7 15,-8-15-1-15,0-6 1 16,0-8 1-16,0 0 5 15,0 0 28-15,-24-9 55 16,-32-24-73-16,-15-1-15 16,11-4 1-16,4 1 2 15,9 6-4-15,23 6 0 16,4 12 7-16,16 8-3 16,4 5 11-16,0 0-8 15,0 9-7-15,0 25-14 0,0 7 12 16,36 10 2-1,-1-10 0-15,13-5 9 16,-4-4-9-16,-8-13 0 0,0-5-2 16,0 1-6-16,-5-15 5 15,-7 0 3-15,4 0 1 16,-4-7 0-16,8-31 1 16,4-19 8-16,8-10-6 15,-17 4 0-15,-3 3-4 16,-12 5-7-16,8 14-25 15,-8 6-43-15,12 5-57 16,8 6-71-16,8 2-176 0</inkml:trace>
  <inkml:trace contextRef="#ctx0" brushRef="#br0" timeOffset="18994.52">27775 5279 959 0,'0'0'130'0,"0"0"5"0,0 0-40 0,0 0 30 15,0 0-20-15,0 0-76 0,-103-35-26 16,103 105-2 0,0 25 9-16,23 20 21 0,9 9 2 15,-20 5-8-15,4 9-23 16,-4-14 6-16,-4-18-8 16,-4-18 1-16,4-33 1 15,-4-16-2-15,4-20 1 16,-4-12 5-16,-4-7-6 15,0 0 1-15,0 0 4 16,0-16 13-16,-36-19-6 16,-36 4-9-16,17-1-2 15,3-2-1-15,8 17 1 16,8 1 1-16,24 9 8 16,12 7 0-16,-8 0-9 15,8 0-1-15,0 4-1 0,0 31-12 16,8 12 13-16,28 4 0 15,8-7 4-15,-4-6-6 16,8-2 2-16,-5-11-2 16,5-6-3-16,-12-11-1 15,-4-8 5-15,-8 0 1 16,0 0-5-16,0-14 12 16,7-23 5-16,-7-9-11 15,0-2 7-15,-8 3-5 16,-4 2-3-16,0 4-9 15,0 4-34-15,-4 14-40 16,16-2-45-16,24 1-102 16,7 0-170-16</inkml:trace>
  <inkml:trace contextRef="#ctx0" brushRef="#br0" timeOffset="19926.27">32370 5610 524 0,'0'0'237'0,"0"0"-52"0,0 0-48 0,0 0-24 16,0 0 16-16,-120-165-19 15,108 160-37-15,12 5-27 16,-8 0-10-16,8 0-22 16,0 43-14-16,0 24 0 15,0 17 14-15,0 25 4 16,8 9-8-16,-4 12 2 16,8 0-4-16,-4-9-8 15,-8-19 6-15,4-25-5 0,4-17 2 16,-4-18-2-16,4-22-1 15,-8-10 4-15,0-10-3 16,0 0-1-16,0 0 8 16,0-13 54-16,-24-16-37 15,-31-10-25-15,-5 2 0 16,24 2 0-16,-8-3 0 16,8 9 10-16,8 11-8 15,17 8 4-15,-9 7-6 16,20 3 21-16,0 0-15 0,0 0-6 15,0 5-7 1,0 25 3-16,0 11 3 0,43 1 1 16,-3-2-3-1,4-1-1-15,-8-7 4 0,12-3-1 16,-13-7 2-16,1-10-2 16,0-6 1-16,-4-6-3 15,4 0 0-15,0 0 2 16,7-18 1-16,-3-24 4 15,4-12-3-15,-12-6 2 16,-4 0 1-16,-8 1-4 16,-4 12-6-16,-8 7-5 15,4 11-16-15,-12 7-19 16,4 6-28-16,3 8-35 16,-3 7-102-16,-4 1-132 0</inkml:trace>
  <inkml:trace contextRef="#ctx0" brushRef="#br0" timeOffset="24541.73">24275 7953 403 0,'0'0'274'0,"0"0"-106"0,0 0-67 0,0 0-32 0,0 0-13 15,0 0-9-15,0 0 3 16,0 0-14-16,0 0 0 16,0 0-2-16,-4 15-13 15,-20 12 34-15,0 4-13 16,-11-1-17-16,-9 4-12 15,8-2 7-15,-8-1-11 16,8-5 3-16,9-1-7 16,-5-3-4-16,8 0 3 15,12-6 0-15,12-3-4 0,0-1 0 16,0 1 0 0,0 3 1-16,0-2-1 0,36 7 1 15,11-5 0 1,-3-2 0-16,-8 3-2 0,-12-4 1 15,0-4 0-15,8 2 0 16,-8-5-1-16,-8 0-2 16,3-2-5-16,-15-2-41 15,4 2-53-15,-4-4-8 16,4 0-92-16,-4 0-99 16</inkml:trace>
  <inkml:trace contextRef="#ctx0" brushRef="#br0" timeOffset="25192.11">24120 8280 659 0,'0'0'274'0,"0"0"-91"0,0 0-63 0,0 0-44 0,0 0-16 0,0 0-15 16,-8-30-22-16,72 19 2 15,7-2-10-15,25 4 10 16,11-4-6-16,41-1-8 16,27 3-1-16,12-2 1 15,24 4-1-15,-24 1-9 16,-8 3-1-16,-19 5-1 16,-21 0-5-16,-24-5 6 15,-19 3 0-15,-12-7 0 0,-25 3 0 16,-11 2 0-1,-28 1 1-15,-8 3-1 0,-12 0 2 16,0 0 20-16,0 0 26 16,0-8-7-16,0 7-21 15,0-10-7-15,0-4-11 16,-32-1 0-16,-4-1-1 16,-3 3 8-16,3 0-9 15,-20 0 1-15,20 5 3 16,0 4 5-16,0 2 5 0,5-1-5 15,7 2 7 1,12 2-11-16,4 0 2 0,8 0 9 16,0 0-15-1,0 0-1-15,0 0 0 0,0 0 0 16,0 0-3-16,0 0-4 16,0 0-2-16,0 0 6 15,32 2 3-15,11 15 0 16,-3-5 0-16,-4 4 1 15,-4 1-1-15,-8-2-1 16,-12 4 1-16,-12-1-1 16,0 8 1-16,0-1-4 15,-36 6-2-15,-20 2-18 16,-4 2-45-16,1-1-63 16,3 2-113-16,4-11-66 15,20-8-431-15</inkml:trace>
  <inkml:trace contextRef="#ctx0" brushRef="#br0" timeOffset="25758.27">25450 7940 435 0,'0'0'341'0,"0"0"-139"0,0 0-25 15,0 0-52-15,0 0 0 16,0 0-16-16,-163-41-32 0,155 41-46 16,8 0-25-1,0 0-4-15,0 9 4 0,31 16-6 16,29 1 6-16,12 3 2 15,7-1 12-15,-19 2-11 16,0-3-5-16,-4-2-4 16,-20 1 0-16,-13-1 2 15,-23-1-2-15,0 0 4 16,0 0 3-16,-23 3-2 16,-33 5 3-16,-4-3-2 15,0 2-6-15,1 3 0 16,-9 3 1-16,8 1-1 0,4-2-9 15,17 1-52 1,15-3-62-16,12-8-99 0,12-4-75 16,0-13-441-16</inkml:trace>
  <inkml:trace contextRef="#ctx0" brushRef="#br0" timeOffset="26657.77">29646 7534 573 0,'0'0'191'0,"0"0"-33"0,0 0-50 0,0 0 13 0,0 0-41 16,0 0-17-16,0-67 3 15,0 67-39-15,0 0-17 16,0 0 0-16,0 17-1 16,0 14 14-16,0 6 3 15,-55 12-1-15,-21 2 1 16,-12-5-5-16,13 2-17 15,7-6-4-15,20-11 1 16,12-8-1-16,13-12-1 0,15-3 1 16,8-6 1-16,0-2-1 15,0 0-1-15,0 5 1 16,35 4 3-16,13-4 5 16,8 7-3-16,12 2-4 15,-5-5 2-15,1 5-3 16,-12-5-1-16,-8-4 1 15,-20 3-3-15,-13-2 3 16,1-3-1-16,0 0-17 16,-12-3-58-16,12 0-82 15,-12 0-51-15,0 0-138 0</inkml:trace>
  <inkml:trace contextRef="#ctx0" brushRef="#br0" timeOffset="27225.24">29388 7785 136 0,'0'0'616'0,"0"0"-390"0,0 0-58 0,0 0-50 16,0 0-59-16,0 0-26 15,0 0-11-15,-32-17 0 16,99 12 11-16,37-5 18 15,27 0-21-15,21-5-20 0,23 2 10 16,4-6-19 0,-8 6 0-16,-19 4-1 0,-33-1 0 15,-16 3-1-15,-23 5 2 16,-32-6-1-16,-20 6 0 16,-16 2 0-16,-4-4 0 15,-8 1 8-15,0-3 10 16,0-8 28-16,0 6-32 15,-36-6-7-15,-12-1-2 16,0 0-5-16,-7-1 2 16,-1 0 3-16,4 3 11 15,-4 0-14-15,12 4 4 16,17 0 19-16,3 3-8 0,4 3-3 16,16 3-2-1,-4 0-9-15,8 0 9 0,0 0-8 16,0 0-7-16,0 0 3 15,0 0 0-15,0 0-4 16,12 0 3-16,32 3-7 16,15 16 8-16,-3-1 2 15,-8-4-2-15,-8 10 0 16,-16-2 0-16,-5 3 0 16,-19 10 3-16,0 2-3 15,-11 5-5-15,-45 9-26 16,-28 8-55-16,13 1-126 15,-9 0-87-15,0-5-266 16</inkml:trace>
  <inkml:trace contextRef="#ctx0" brushRef="#br0" timeOffset="38756.83">29949 6514 600 0,'0'0'226'0,"0"0"-81"0,0 0-77 0,0 0 61 0,0 0-20 0,0 0-52 16,0 0-4-16,0 0 7 15,-163-94-18-15,163 94-15 16,0 0-18-16,-8 0 1 15,8 0-10-15,0 1-5 16,0 36 4-16,0 7 1 16,0 16 0-16,0 10 1 0,12 5 3 15,0 5-1 1,-4 0-4-16,16 0 2 0,-13-7 5 16,-11-1-6-16,12-7 1 15,-12-3 1-15,0-7 1 16,0-11-3-16,0-15 1 15,0-11-1-15,0-8 1 16,0-10 1-16,0 0 0 16,0 0 8-16,0 0 34 15,-12-13 6-15,-11-15-35 16,-13-7-12-16,-8-6-3 16,8-1 1-16,0 2 1 15,12-2-1-15,1 7 4 0,-1 6-1 16,12 10 9-1,0 2-6-15,4 12 1 0,4-1 1 16,4 6 0-16,0 0-8 16,0 0-1-16,0 0-2 15,0 6-5-15,0 23-1 16,0 12 8-16,0 0 0 16,0 0 0-16,16-3 0 15,16 1 1-15,-9-7 0 16,13-4-1-16,-12-4 0 15,0-7 0-15,0-5-1 16,-12-4 0-16,8-6 1 16,-8-2-1-16,-8 0 1 15,16 0-1-15,4 0 1 0,7-30 0 16,9-11 7-16,4-11-7 16,-8 1-5-16,0-6 5 15,-4 6 0-15,-9 6 0 16,-7 11-1-16,-4 7 0 15,-4 12-1-15,-8 6-3 16,0 5-6-16,0 4-52 16,0 0-81-16,0 0-142 15,12 0-360-15</inkml:trace>
  <inkml:trace contextRef="#ctx0" brushRef="#br0" timeOffset="59282.37">10180 9109 851 0,'0'0'243'0,"0"0"-78"0,0 0-2 0,0 0-39 15,0 0-34-15,0 0-32 16,0 0-15-16,0 0-12 16,0 0-7-16,-115 18-12 15,151-18-5-15,67 0 2 16,49 0-1-16,11-2-7 16,4-5 4-16,-8-1 0 0,-27 3-10 15,-13 3 1 1,-27-2 4-16,-24 4-3 0,-29 0 3 15,-19 0-2-15,4 0-8 16,-12 0-14-16,0 0-34 16,-4 0-19-16,-8 0-50 15,4 0-39-15,4 0-64 16,-4 0-226-16</inkml:trace>
  <inkml:trace contextRef="#ctx0" brushRef="#br0" timeOffset="70460.19">15241 16124 526 0,'0'0'399'0,"0"0"-294"15,0 0 7-15,0 0-14 0,0 0-24 0,0 0-12 16,0 0-27-16,44-65-1 16,-40 65-12-16,16 0 0 15,8 18-11-15,3 11 25 16,5 3 4-16,-12-5-16 0,0 0-5 15,-4-8-14-15,-4-9 0 16,-8-7-5-16,4-3 1 16,4 0 0-16,28-20 6 15,27-40 5-15,37-22 14 16,15-14-19-16,5-2-7 16,-9 9 4-16,-4 11-8 15,-7 7 1-15,-4 11-23 16,-9 11-43-16,1 8-89 15,-9 9-56-15,-15-2-232 16</inkml:trace>
  <inkml:trace contextRef="#ctx0" brushRef="#br0" timeOffset="78427.62">6458 16520 541 0,'0'0'336'0,"0"0"-215"0,0 0-10 0,0 0-16 15,0 0-25-15,0 0-23 16,0 0-18-16,-28-11-2 16,28 11 0-16,0 0-17 15,0 0 21-15,0 0-13 0,0 0-17 16,0 7 11 0,0 20-10-16,0 12 15 15,0 4 5-15,0 18-3 0,4 4 0 16,4 3-8-16,-4 7-11 15,-4 3 14-15,0-1-8 16,0-3-3-16,0-12-1 16,8-8-1-16,-8-13-1 15,0-7 0-15,4-17 2 16,-4-8-2-16,0-4 1 16,0-5 8-16,0 0 1 15,0 0 6-15,0-24 2 16,-4-7-15-16,-20-12-3 0,4-7 0 15,4-6 2 1,-4-11-2-16,8 4 0 16,0-3 0-16,0 2-1 15,0 2 1-15,12 10-1 0,-12 5 3 16,4 2-2-16,4 10 1 16,-7 3-2-16,3 9 2 15,8 11-2-15,0 2 2 16,0 7-2-16,0 3 1 15,0 0-2-15,-4 0 1 16,4 0-3-16,0 0-2 16,-8 14 0-16,8 14-1 15,-4 3 7-15,-8 5 3 16,0-1-2-16,-8 3 1 0,8-4-3 16,0-5 5-16,0-4-7 15,12-8 4-15,-12-6-2 16,12-8 1-16,0 1-1 15,0-4 1-15,0 0 6 16,0 0-1-16,0 0-1 16,0-29 2-16,0-9-6 15,0-9 0-15,24-4 0 16,20 0 1-16,-8 4 0 16,-9-4-1-16,5 12 0 15,-8 10-9-15,-12 7 8 16,8 12 1-16,-16 5-1 15,16 5 0-15,8 0-12 0,8 0 12 16,7 13-10 0,13 20 11-16,-8 6 0 0,0 4 0 15,-12 1 0-15,11-3-2 16,-3 0 0-16,-4-4-39 16,4 5-102-16,15-3-92 15,1-8-52-15,-4-5-533 16</inkml:trace>
  <inkml:trace contextRef="#ctx0" brushRef="#br0" timeOffset="80958.61">29053 16077 560 0,'0'0'122'0,"0"0"27"0,0 0-38 0,0 0-18 0,0 0 2 0,0 0-12 16,0 0 1-16,-314 0-18 16,314 4-14-16,0-4-23 15,0 2-14-15,0-2-7 16,0 5-8-16,20-3-2 0,63-2 2 16,21 0 11-1,15 0-1-15,5 0-3 0,-5 0-4 16,8-13-2-1,1 7 8-15,-1 1-4 0,-19-2-3 16,-13 7-2-16,-11 0 0 16,-8 0 2-16,-13 0-2 15,-15 0 4-15,-16 0-12 16,-12 0 8-16,-8 0-1 16,0 0 1-16,-12 0-4 15,0 0-17-15,0 0-34 16,0 0-84-16,0 7-21 0,0-2-217 15</inkml:trace>
  <inkml:trace contextRef="#ctx0" brushRef="#br0" timeOffset="82523.92">26409 17358 515 0,'0'0'311'0,"0"0"-144"0,0 0-39 0,0 0-59 0,0 0-1 16,0 0-1-16,0 0-19 15,-127 9-25-15,127 0-22 16,24 4 4-16,71-1 1 15,57 0 12-15,43-7 2 16,8-5-6-16,16 0-4 16,4 0-2-16,-12 0-5 15,-24 0 13-15,-4 0-14 16,-28 0 5-16,-19 0-7 16,-29 0 0-16,-27 0 5 15,-28 0-3-15,-9 0-2 16,-27 0 1-16,-8 0 2 0,-8 0-3 15,0 0 0 1,0 0 0-16,0 0 10 0,0 0-8 16,0 0-2-16,-8 0-5 15,-39 0-69-15,-17 0-116 16,-16 0-178 0</inkml:trace>
  <inkml:trace contextRef="#ctx0" brushRef="#br0" timeOffset="86106.35">6458 16571 509 0,'0'0'120'0,"0"0"-68"0,0 0 7 0,0 0 18 0,0 0-40 15,0 0-11-15,0 0 45 16,-28 11-38-16,4 9 27 16,-8-2-24-16,8 11 3 15,-12 6-19-15,13 3 5 16,-9 7-11-16,-4 6 1 15,0 1-4-15,12 7-2 16,0-2-1-16,4-8 0 16,4 1-1-16,4-12-6 15,-7-15 4-15,15-2-1 16,-4-5-2-16,4-11 12 16,4 3-7-16,0-7 2 15,0-1 5-15,0 0 14 0,0 0 2 16,0 0-4-16,0 0 5 15,0-21-15-15,0-10-13 16,35-11-3-16,5-6-6 16,4-9 6-16,16 1 4 15,-12 4-4-15,-5 1 0 16,-7 8 1-16,0 6-1 16,-4 5-1-16,-8 12 0 15,-8 6 1-15,-8 7 0 16,-8 5 0-16,4 2-1 0,-4 0-3 15,0 0 4 1,8 0-2-16,-8 0 1 0,12 0 0 16,11 0 0-16,1 0 1 15,20 0 3-15,-16 0-1 16,4 12 4-16,4 0 5 16,-1 5-8-16,13 3-3 15,-4 3 7-15,-8 5-2 16,12 0 1-16,-5 6 2 15,-3 2 0-15,-4 5-2 16,-4-7 0-16,4 1 1 16,-12-4-1-16,-4-4-4 15,-4-3 4-15,-5-1-4 16,-3-7 2-16,-4-4 1 16,-4-8 0-16,8-4 1 0,-8 0 5 15,0 0 3-15,0 0 9 16,0 0 2-16,0 0 2 15,0 0-5-15,0-4-6 16,0-8-13-16,0-4-3 16,-8-7 0-16,-15 1 0 15,-1-8-1-15,-12-6 2 16,12-4-2-16,-12-2 2 16,0 1-1-16,0-4 6 15,-7 3-6-15,-5 8-9 16,4-4 9-16,-4-2 0 15,0 4-3-15,-11-2 3 0,3 7 1 16,8-2 3 0,0 15-1-16,17-2-3 0,3 7 0 15,4 8-1-15,4-2-8 16,8 3 14-16,8 4-12 16,-4 0 6-16,-4 0-2 15,0 0-1-15,0 12-4 16,-12 25 8-16,0 10-4 15,-11 6 3-15,-1 9 1 16,-8-2 0-16,8 0 0 16,12-4 0-16,4-5 0 15,4-8 0-15,4-3 0 16,5-11 0-16,3-10 0 0,4-7-1 16,0-9-8-1,0-3 9-15,0 0 0 0,0 0 7 16,0 0-7-16,0-15 5 15,0-21-1-15,0-8-4 16,0-7-4-16,0-9 3 16,15-1 0-16,21 4 1 15,-4 1 1-15,4 5-1 16,8 9-2-16,-20 8 2 16,0 8-5-16,-9 10 5 15,-3 7-4-15,-4 4 3 16,16 5-2-16,0 0-3 15,8 0-1-15,8 0 7 16,4 5 0-16,3 10 0 0,1 7-1 16,8 1-2-16,-8 5 2 15,-1 5 2-15,9 5-1 16,-8 2 0 0,-12 1 0-16,12 8 1 0,-13-5 2 15,1 4-3-15,0-5-3 16,-4-1 1-16,4-3-49 15,8-10-84-15,-9-2-82 16,1-11-126-16,-12-9-404 16</inkml:trace>
  <inkml:trace contextRef="#ctx0" brushRef="#br0" timeOffset="130425.65">4164 15681 973 0,'0'0'200'0,"0"0"-90"0,0 0-24 0,0 0-15 0,0 0-20 15,0 0-14-15,0 0-13 16,-24-31-20-16,24 31 0 16,0 5-1-16,0 21-2 15,36 8 28-15,0 5 5 0,0-7-11 16,-4-4 0-16,-8-12-17 15,-8-8-4-15,-4-8 10 16,7 0-7-16,17-37-5 16,32-41 16-16,16-23 10 15,11-15-19-15,-3 7-6 16,3 12-1-16,-3 11-3 16,11 10 3-16,-7 16-30 15,-12 9-57-15,7 13-70 16,-23 8-82-16,-8 2-180 15</inkml:trace>
  <inkml:trace contextRef="#ctx0" brushRef="#br0" timeOffset="148522.97">14274 17583 699 0,'0'0'178'0,"0"0"-105"0,0 0 25 16,0 0-45-16,0 0-11 0,0 0-36 15,0 0 3 1,-24 9-3-16,83 33 19 0,-3 5-9 16,0 11 23-16,-8-6-16 15,-13-4-8-15,13-15 4 16,-4-15-2-16,16-18 2 15,23 0-7-15,45-62 30 16,47-40 15-16,12-28-36 16,12-16-12-16,-12-1-9 15,-11 4-8-15,11 10 5 16,-12 22-6-16,20 14-52 16,-28 23-94-16,-39 5-146 0</inkml:trace>
</inkml:ink>
</file>

<file path=ppt/ink/ink12.xml><?xml version="1.0" encoding="utf-8"?>
<inkml:ink xmlns:inkml="http://www.w3.org/2003/InkML">
  <inkml:definitions>
    <inkml:context xml:id="ctx0">
      <inkml:inkSource xml:id="inkSrc0">
        <inkml:traceFormat>
          <inkml:channel name="X" type="integer" max="32767" units="cm"/>
          <inkml:channel name="Y" type="integer" max="32767" units="cm"/>
          <inkml:channel name="F" type="integer" max="2047" units="deg"/>
          <inkml:channel name="T" type="integer" max="2.14748E9" units="dev"/>
        </inkml:traceFormat>
        <inkml:channelProperties>
          <inkml:channelProperty channel="X" name="resolution" value="1516.99072" units="1/cm"/>
          <inkml:channelProperty channel="Y" name="resolution" value="2427.1853" units="1/cm"/>
          <inkml:channelProperty channel="F" name="resolution" value="5.68611" units="1/deg"/>
          <inkml:channelProperty channel="T" name="resolution" value="1" units="1/dev"/>
        </inkml:channelProperties>
      </inkml:inkSource>
      <inkml:timestamp xml:id="ts0" timeString="2025-09-17T11:34:18.803"/>
    </inkml:context>
    <inkml:brush xml:id="br0">
      <inkml:brushProperty name="width" value="0.05292" units="cm"/>
      <inkml:brushProperty name="height" value="0.05292" units="cm"/>
      <inkml:brushProperty name="color" value="#FF0000"/>
    </inkml:brush>
  </inkml:definitions>
  <inkml:trace contextRef="#ctx0" brushRef="#br0">1433 6200 991 0,'0'0'178'0,"0"0"-52"0,0 0-39 0,0 0-42 16,0 0-45-16,0 0-1 0,0 0 1 15,0 0 3-15,-24 73 29 16,44-58 11-16,-8-5-9 15,-8-6-17-15,4-4 1 16,4 0-4-16,16 0-6 16,27-14-5-16,25-23 12 15,28-19-10-15,-1-2-5 16,21 1-6-16,11-2-75 16,0-1-98-16,13 5-93 15,-1-10-313-15</inkml:trace>
  <inkml:trace contextRef="#ctx0" brushRef="#br0" timeOffset="3034.89">19274 6205 327 0,'0'0'391'0,"0"0"-220"0,0 0-62 0,0 0-3 0,0 0-20 15,0 0-7-15,0 0-20 16,0 0-33-16,0 0 4 16,0 0 1-16,0 5-4 15,0-2-5-15,0-3-12 16,0 7-8-16,0-7-2 16,0 6 0-16,0 1 1 15,20 2-1-15,16 0 3 0,0-4-3 16,0-1 0-16,0-4 2 15,7 0 0-15,5 0 2 16,12-13 3-16,12-24 7 16,7-11-11-16,1-10-1 15,-8 2 0-15,-1 3-1 16,-3 4 7-16,-20 9-8 16,-1 3 0-16,-3 6-9 15,-16 10-15-15,4 5-39 16,12 2-52-16,-4 11-84 15,15 0-125-15,-7-3-457 16</inkml:trace>
  <inkml:trace contextRef="#ctx0" brushRef="#br0" timeOffset="15747.52">26127 8157 420 0,'0'0'124'0,"0"0"-17"0,0 0-64 0,0 0 55 0,0 0-35 0,0 0-18 15,0 0-4-15,0-18-10 16,0 14 2-16,-20-3 20 15,8 3-23-15,0-2 5 16,-8 3-4-16,4 0 18 16,-4-2-18-16,8 4-11 15,0 1 0-15,0 0-12 16,0-4 7-16,-4 4-11 16,-3 0 7-16,-5 0-10 15,12 0 5-15,0 0 1 0,-8 0-6 16,4 0 1-16,-8 5-2 15,-8 12 0-15,8-2 0 16,0 3 6-16,1 0-5 16,11 4-1-16,12-2 0 15,0 2 0-15,0-1 0 16,0-4 0-16,0 8 0 16,0-9 0-16,0 3 1 15,0-2 0-15,0-2-1 16,12-1 0-16,-1-3 0 15,21-1 3-15,-4 3-3 16,-4-8 2-16,8 2-2 16,-4 3 0-16,4-7 1 15,3 0 1-15,1-3-1 0,-4 0 4 16,-4 0-5-16,4 0 2 16,-8-3-1-16,12-14 1 15,-13-3 3-15,1-2-1 16,0 5-1-16,-4-2-3 15,-4 4 0-15,-8 5 0 16,-8-1 4-16,12-1-4 16,-12 2 5-16,0-2 2 15,0-5-6-15,0 1-1 16,0 1 6-16,0-1 3 0,0 3 5 16,-20 1 8-1,-4-1 0-15,8 0-13 0,-8 4-9 16,-7 0 11-1,7 0-6-15,-12 2-2 0,12 3-2 16,0 2 1-16,-8-2-2 16,-4 1 6-16,12 3-5 15,-11 0 8-15,11 0-9 16,4 0 0-16,-8 0 1 16,4 3-1-16,-8 7-1 15,8 1-3-15,0-1 4 16,13-1 0-16,-9 2 0 15,4 0 0-15,-4 6 2 16,4-1-5-16,4 2 2 16,4 1 1-16,8 2 0 15,0-3-1-15,0 2 1 0,0-6-3 16,0 6 3-16,0-3 0 16,0-3 0-16,0 3 2 15,24-4-2-15,0 0 0 16,0-8 0-16,7 2-3 15,1-3 1-15,8-4 0 16,-4 0-7-16,8 0 4 16,11 0-5-16,-15-4-3 15,4-8 1-15,-8-5 5 16,0 5 6-16,-4-7 0 16,3 3 2-16,-19 0-1 15,4 1 2-15,-20-5-1 16,0 4 6-16,0-3-4 0,0 0-3 15,0 2 2-15,0-1 2 16,0 5-3-16,-20-3-1 16,-4 11-1-16,9-5 1 15,-9 7-4-15,-8-1-7 16,-4 4-46-16,-12 0-74 16,0 7-124-16,-7 19-164 15</inkml:trace>
  <inkml:trace contextRef="#ctx0" brushRef="#br0" timeOffset="33531.44">17519 11087 868 0,'0'0'117'0,"0"0"-40"0,0 0-68 0,0 0 46 0,0 0 4 15,0 0-17-15,0 0 2 0,0 0-21 16,11-58 3-16,-11 58-5 15,0 0-14-15,0 0-7 16,0 0 0-16,0 0 0 16,12 3-1-16,0 17 1 15,12 1 0-15,-4 2 0 16,-8-7 3-16,0-6 5 16,0-8 1-16,-8-2 7 15,4 0 10-15,4 0 9 16,16-28 24-16,39-29-10 15,25-26-14-15,23-8-30 16,-7 2 1-16,-4 15-6 16,-21 16 1-16,-3 12-1 15,-21 8 0-15,-11 12 0 0,-24 10 0 16,-4 8 0-16,-20 8-12 16,4 0-40-16,8 0-39 15,0 0-68-15,0 5-22 16,-4 14-122-16,-8-2-309 15</inkml:trace>
  <inkml:trace contextRef="#ctx0" brushRef="#br0" timeOffset="47131.42">6828 12878 694 0,'0'0'55'0,"0"0"-21"0,0 0-32 0,0 0 30 15,0 0 23-15,0 0-5 16,0 0-45-16,0 0 5 16,60-7 23-16,-36 23-12 15,11 4 2-15,1-3 2 16,0 0-9-16,-4 2 0 16,-8-6-11-16,0-8-3 15,-4 2 16-15,-4-7-12 16,15 0 11-16,17 0-2 0,12-34 6 15,43-25-3-15,5-11-4 16,7-8-13-16,13 1-1 16,-21 5 4-1,9 5-3-15,-21 2-1 0,-3 13-2 16,4 3-3-16,-29 11-25 16,1 7-97-16,-28 7-124 15,-28 4-339-15</inkml:trace>
  <inkml:trace contextRef="#ctx0" brushRef="#br0" timeOffset="57484.5">13760 13799 669 0,'0'0'110'0,"0"0"-24"0,0 0 1 0,0 0-6 15,0 0-16-15,0 0-1 16,0 0-33-16,-24-17-9 16,24 17-4-16,0 0-6 15,0 0-5-15,0 0-6 0,0 0-1 16,0 4 0-16,8 9-1 16,16 1 2-16,0-1 6 15,0 0-6-15,-12-4 3 16,12-5-1-16,-13-2 4 15,1-2 2-15,-4 0-6 16,8 0 2-16,4 0 8 16,8-17 11-16,4-21 11 15,16-11-10-15,11-7-21 16,9-9 3-16,4-3-6 16,11-3 0-16,5 2-2 15,-12-5 2-15,3 9 2 16,-11 10-2-16,-8 11-1 15,-13 8 1-15,-15 11-1 0,-16 10 2 16,-4 4-2-16,-4 9 0 16,-8-4-2-16,12 5 0 15,-8 1-3-15,8 0-40 16,12 0-26-16,-4 0-112 16,-8 20-99-16</inkml:trace>
  <inkml:trace contextRef="#ctx0" brushRef="#br0" timeOffset="61164.64">19095 15244 226 0,'0'0'404'0,"0"0"-305"0,0 0 17 16,0 0-51-16,0 0 29 0,0 0 1 0,0 0-46 0,-8 0-3 16,4 0-5-16,4 0-13 15,0 0-4-15,0 0 0 16,0 0-14-16,0 0 0 0,0 0-10 15,0 0-2 1,0 0 2-16,0 0-4 0,0 0 5 16,0 0-4-16,0 5-3 15,0-2 6-15,12 3 0 16,0-2 5-16,0-4-2 16,0 0-2-16,0 0 1 15,12 0 10-15,24-19 12 16,19-23 7-16,5-16-13 15,24-4-11-15,-5 0-6 16,-7 10 2-16,-5 1-2 16,-7 9 0-16,-4 1-1 15,-9 6 0-15,-11 6 1 0,-12 7-1 16,-12 9 0-16,-16 2 0 16,-8 10 0-16,0-1-8 15,0 2 6-15,12 0-41 16,-12 0-14-16,0 0-87 15,0 0-75-15,0 11-161 16</inkml:trace>
  <inkml:trace contextRef="#ctx0" brushRef="#br0" timeOffset="74498.39">14660 16589 741 0,'0'0'127'0,"0"0"-33"0,0 0-9 0,0 0-14 15,0 0-1-15,0 0 0 16,0 0-42-16,0 0-15 0,-16-4-7 15,16 4-1 1,0 0-5-16,0 0 2 0,0 20-2 16,4 8 7-16,20 4 18 15,8-1 5-15,-9-2-10 16,1-3 2-16,-4-10-15 16,-4-4 18-16,-4-5-9 15,0-7 2-15,8 0 18 16,28-7-4-16,47-47-5 15,33-26 7-15,23-11-18 16,-12-4-16-16,13 2 1 16,-25 8-5-16,-7 6 2 0,-17 5 2 15,-7 14-21 1,-13 9-10-16,-3 13-48 0,-8 7-68 16,7 3-17-16,-11 11-152 15</inkml:trace>
  <inkml:trace contextRef="#ctx0" brushRef="#br0" timeOffset="81847.46">27624 16160 711 0,'0'0'116'0,"0"0"-7"0,0 0-12 0,0 0-11 0,0 0-7 15,0 0-17-15,0 0-1 16,-44-9-5-16,44 9-17 0,0 0-15 16,0 0-1-1,-4 0 2-15,4 0-9 0,0 0-4 16,0 0-2-16,0 0-4 16,0 0 1-16,0 0-7 15,24-7 1-15,48 1 4 16,23 0 5-16,9-4-2 15,15 1-5-15,8-7 2 16,13-4 0-16,11-4-5 16,0-7 2-16,1 8-2 15,-13-5 2-15,-12 11-2 16,-19 2 0-16,-12 4 0 16,-25 3 1-16,-27 8-1 15,-8 0 0-15,-24 0 0 16,-4 0 0-16,-4 0-2 15,-4 0 2-15,0 0 0 16,0 0 0-16,8 0 0 0,-8 0-8 16,0 0 7-16,0 0-65 15,0 0-141-15,0 0-72 16,0 0-513-16</inkml:trace>
</inkml:ink>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0DE46DD-138A-4462-A7BF-90EA7E4AEB71}" type="datetimeFigureOut">
              <a:rPr lang="en-IN" smtClean="0"/>
              <a:t>17-09-2025</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5E95F83-61B7-4165-A405-909A2A28A749}" type="slidenum">
              <a:rPr lang="en-IN" smtClean="0"/>
              <a:t>‹#›</a:t>
            </a:fld>
            <a:endParaRPr lang="en-IN"/>
          </a:p>
        </p:txBody>
      </p:sp>
    </p:spTree>
    <p:extLst>
      <p:ext uri="{BB962C8B-B14F-4D97-AF65-F5344CB8AC3E}">
        <p14:creationId xmlns:p14="http://schemas.microsoft.com/office/powerpoint/2010/main" val="2680766877"/>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88C67AF-FE69-D062-5D2E-BB6BDFA6D752}"/>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F1D1C35C-CE20-188F-C836-797C11E5150F}"/>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24149CC0-F2D1-E9E5-DC1F-9F550B5A83DF}"/>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5" name="Footer Placeholder 4">
            <a:extLst>
              <a:ext uri="{FF2B5EF4-FFF2-40B4-BE49-F238E27FC236}">
                <a16:creationId xmlns:a16="http://schemas.microsoft.com/office/drawing/2014/main" id="{84BC4B09-5C54-6B6A-C5D0-0E0BE5AD657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35E9D8B-C731-E90C-C96A-249250F1467B}"/>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28094114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34A42D-CD7F-A0C4-3D5B-D74EA381356A}"/>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D7BB27F-0C73-3FA0-EA36-0975A723D335}"/>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F4CB969-5F2E-CD94-743C-BB60378C272A}"/>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5" name="Footer Placeholder 4">
            <a:extLst>
              <a:ext uri="{FF2B5EF4-FFF2-40B4-BE49-F238E27FC236}">
                <a16:creationId xmlns:a16="http://schemas.microsoft.com/office/drawing/2014/main" id="{2240E069-077E-F98F-5693-01DCCA396CD5}"/>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FE297922-C026-BD2E-630F-C25D95C488B1}"/>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3390124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43106A9-654E-6163-13E1-CB9664C8A4A4}"/>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36029BF7-CA87-C4E2-C01E-1FFEAEFEFB8D}"/>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DE56A92E-065E-3BB7-C186-0602A5F69C3A}"/>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5" name="Footer Placeholder 4">
            <a:extLst>
              <a:ext uri="{FF2B5EF4-FFF2-40B4-BE49-F238E27FC236}">
                <a16:creationId xmlns:a16="http://schemas.microsoft.com/office/drawing/2014/main" id="{72F53827-FDB4-D539-88FB-CABA5AD202F8}"/>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A28E2137-8B96-7055-AD3B-070D98D32703}"/>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1568651484"/>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BF350B-8D29-E440-D7E4-A65E79023B93}"/>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F901817F-BC10-BD5E-B188-F6109793D695}"/>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40F20EE1-8B28-2642-14D1-E3B770743701}"/>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0C03382E-177C-08F0-FE37-68DBED083654}"/>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6" name="Footer Placeholder 5">
            <a:extLst>
              <a:ext uri="{FF2B5EF4-FFF2-40B4-BE49-F238E27FC236}">
                <a16:creationId xmlns:a16="http://schemas.microsoft.com/office/drawing/2014/main" id="{9EA5A754-CF77-7701-C1BB-3E9B569951B4}"/>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FF74612-F4D0-5140-AC1D-845831308AA8}"/>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317858281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7999DEE-0430-E5A6-006C-131CAA7D6CC8}"/>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BF9B934D-BF02-8C87-5E5B-05DAB0BC6674}"/>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AF44C519-1D95-A334-676E-53EB431ACAF0}"/>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EE59E329-5E64-BCED-DFD9-1E0112D6AB25}"/>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D6FA55CF-987B-8476-E178-97C78ADBC617}"/>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06CA68A3-7187-B17B-5BF8-EDC39C51422F}"/>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8" name="Footer Placeholder 7">
            <a:extLst>
              <a:ext uri="{FF2B5EF4-FFF2-40B4-BE49-F238E27FC236}">
                <a16:creationId xmlns:a16="http://schemas.microsoft.com/office/drawing/2014/main" id="{145693F7-E525-B661-2714-27AD9B9A8301}"/>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C6009C40-3E73-AC46-52C7-D466B78D832C}"/>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103630732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636BF9F-6999-21BF-B630-CA979D0B8344}"/>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8E9A1CF6-350E-053C-C79F-D17FA8D86F9A}"/>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4" name="Footer Placeholder 3">
            <a:extLst>
              <a:ext uri="{FF2B5EF4-FFF2-40B4-BE49-F238E27FC236}">
                <a16:creationId xmlns:a16="http://schemas.microsoft.com/office/drawing/2014/main" id="{DC377B6E-508D-11B1-1798-CB2EA289FC67}"/>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F905E962-FA91-5BC7-126D-8BBBB4B1E9AA}"/>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18658677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182B093F-13C9-4B69-4B4D-1058C3813D3A}"/>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3" name="Footer Placeholder 2">
            <a:extLst>
              <a:ext uri="{FF2B5EF4-FFF2-40B4-BE49-F238E27FC236}">
                <a16:creationId xmlns:a16="http://schemas.microsoft.com/office/drawing/2014/main" id="{F4084D80-B88F-06FF-19BF-D0A8C653B919}"/>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B39AAA72-D0FD-7928-05F2-6EF8E456EFD0}"/>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208039226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FF2A8-68A2-8FE3-8D60-5C8E9869C20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61D115D4-EE4F-3410-CD6B-8ED55CF22C17}"/>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B207FE28-D1F6-2FE6-7EE1-9CC31CBBCC47}"/>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3FA6F203-A7BD-A3D0-B2EC-2CB1205D3F13}"/>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6" name="Footer Placeholder 5">
            <a:extLst>
              <a:ext uri="{FF2B5EF4-FFF2-40B4-BE49-F238E27FC236}">
                <a16:creationId xmlns:a16="http://schemas.microsoft.com/office/drawing/2014/main" id="{082D0F38-6B4F-C64D-BE77-E2487A3E71E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D7B078F9-1D58-8EA3-D7C6-F44495AC43D4}"/>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6752267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74EDCA0-CC2A-6C4D-84C2-4EF87B40A3A7}"/>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41D682EE-C729-89B5-E147-E14D3BFA5E5B}"/>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F65B435E-F838-954B-4B05-96B327EF0E88}"/>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CF9ABF2E-61BB-885A-B194-3830A1242C6F}"/>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6" name="Footer Placeholder 5">
            <a:extLst>
              <a:ext uri="{FF2B5EF4-FFF2-40B4-BE49-F238E27FC236}">
                <a16:creationId xmlns:a16="http://schemas.microsoft.com/office/drawing/2014/main" id="{B4A6CA21-FBC6-1843-3195-C2761EC618CE}"/>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15CB013-73EC-49E6-949F-9BD008DA25EC}"/>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383880034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B7DA217-CBBA-F04E-F6B1-F3F62CAF3338}"/>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E6B07330-DA14-D298-53DA-B72AD803B546}"/>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5CBA405-35A5-18A9-AA80-B3940CCE929F}"/>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5" name="Footer Placeholder 4">
            <a:extLst>
              <a:ext uri="{FF2B5EF4-FFF2-40B4-BE49-F238E27FC236}">
                <a16:creationId xmlns:a16="http://schemas.microsoft.com/office/drawing/2014/main" id="{9A673F57-16AE-44E8-60CA-00981388AA9E}"/>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CD28A3E8-D6CD-C716-59F1-4E44DB9191D5}"/>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399397655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B09FD445-8E10-DD54-7F25-D638D5443403}"/>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2A2D6CF-8E06-ACE8-D530-3C1991C2DAA0}"/>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34EA7EAD-3597-C263-2F0A-9EFA6800D04B}"/>
              </a:ext>
            </a:extLst>
          </p:cNvPr>
          <p:cNvSpPr>
            <a:spLocks noGrp="1"/>
          </p:cNvSpPr>
          <p:nvPr>
            <p:ph type="dt" sz="half" idx="10"/>
          </p:nvPr>
        </p:nvSpPr>
        <p:spPr/>
        <p:txBody>
          <a:bodyPr/>
          <a:lstStyle/>
          <a:p>
            <a:fld id="{F662606A-3BCB-40EB-9C8D-1DF0BD9A7C82}" type="datetimeFigureOut">
              <a:rPr lang="en-IN" smtClean="0"/>
              <a:t>17-09-2025</a:t>
            </a:fld>
            <a:endParaRPr lang="en-IN"/>
          </a:p>
        </p:txBody>
      </p:sp>
      <p:sp>
        <p:nvSpPr>
          <p:cNvPr id="5" name="Footer Placeholder 4">
            <a:extLst>
              <a:ext uri="{FF2B5EF4-FFF2-40B4-BE49-F238E27FC236}">
                <a16:creationId xmlns:a16="http://schemas.microsoft.com/office/drawing/2014/main" id="{6E89FE0C-A27A-6D43-829A-3DF2EC1E5837}"/>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109E042B-8610-0AC4-B9CA-8A10317E2C43}"/>
              </a:ext>
            </a:extLst>
          </p:cNvPr>
          <p:cNvSpPr>
            <a:spLocks noGrp="1"/>
          </p:cNvSpPr>
          <p:nvPr>
            <p:ph type="sldNum" sz="quarter" idx="12"/>
          </p:nvPr>
        </p:nvSpPr>
        <p:spPr/>
        <p:txBody>
          <a:bodyPr/>
          <a:lstStyle/>
          <a:p>
            <a:fld id="{A17D283D-AFE3-4229-86ED-99C1C92991B9}" type="slidenum">
              <a:rPr lang="en-IN" smtClean="0"/>
              <a:t>‹#›</a:t>
            </a:fld>
            <a:endParaRPr lang="en-IN"/>
          </a:p>
        </p:txBody>
      </p:sp>
    </p:spTree>
    <p:extLst>
      <p:ext uri="{BB962C8B-B14F-4D97-AF65-F5344CB8AC3E}">
        <p14:creationId xmlns:p14="http://schemas.microsoft.com/office/powerpoint/2010/main" val="3715898144"/>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US" dirty="0"/>
          </a:p>
        </p:txBody>
      </p:sp>
      <p:sp>
        <p:nvSpPr>
          <p:cNvPr id="3" name="Subtitle 2"/>
          <p:cNvSpPr>
            <a:spLocks noGrp="1"/>
          </p:cNvSpPr>
          <p:nvPr>
            <p:ph type="subTitle" idx="1"/>
          </p:nvPr>
        </p:nvSpPr>
        <p:spPr>
          <a:xfrm>
            <a:off x="1524000" y="3602037"/>
            <a:ext cx="9144000" cy="1655763"/>
          </a:xfrm>
        </p:spPr>
        <p:txBody>
          <a:bodyPr/>
          <a:lstStyle>
            <a:lvl1pPr marL="0" indent="0" algn="ctr">
              <a:buNone/>
              <a:defRPr sz="2400"/>
            </a:lvl1pPr>
            <a:lvl2pPr marL="457189" indent="0" algn="ctr">
              <a:buNone/>
              <a:defRPr sz="2000"/>
            </a:lvl2pPr>
            <a:lvl3pPr marL="914377" indent="0" algn="ctr">
              <a:buNone/>
              <a:defRPr sz="1800"/>
            </a:lvl3pPr>
            <a:lvl4pPr marL="1371566" indent="0" algn="ctr">
              <a:buNone/>
              <a:defRPr sz="1600"/>
            </a:lvl4pPr>
            <a:lvl5pPr marL="1828754" indent="0" algn="ctr">
              <a:buNone/>
              <a:defRPr sz="1600"/>
            </a:lvl5pPr>
            <a:lvl6pPr marL="2285943" indent="0" algn="ctr">
              <a:buNone/>
              <a:defRPr sz="1600"/>
            </a:lvl6pPr>
            <a:lvl7pPr marL="2743131" indent="0" algn="ctr">
              <a:buNone/>
              <a:defRPr sz="1600"/>
            </a:lvl7pPr>
            <a:lvl8pPr marL="3200320" indent="0" algn="ctr">
              <a:buNone/>
              <a:defRPr sz="1600"/>
            </a:lvl8pPr>
            <a:lvl9pPr marL="3657509"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12853144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11158718"/>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1" y="1709740"/>
            <a:ext cx="10515600" cy="2852737"/>
          </a:xfrm>
        </p:spPr>
        <p:txBody>
          <a:bodyPr anchor="b"/>
          <a:lstStyle>
            <a:lvl1pPr>
              <a:defRPr sz="6000"/>
            </a:lvl1pPr>
          </a:lstStyle>
          <a:p>
            <a:r>
              <a:rPr lang="en-US"/>
              <a:t>Click to edit Master title style</a:t>
            </a:r>
            <a:endParaRPr lang="en-US" dirty="0"/>
          </a:p>
        </p:txBody>
      </p:sp>
      <p:sp>
        <p:nvSpPr>
          <p:cNvPr id="3" name="Text Placeholder 2"/>
          <p:cNvSpPr>
            <a:spLocks noGrp="1"/>
          </p:cNvSpPr>
          <p:nvPr>
            <p:ph type="body" idx="1"/>
          </p:nvPr>
        </p:nvSpPr>
        <p:spPr>
          <a:xfrm>
            <a:off x="831851" y="4589464"/>
            <a:ext cx="10515600" cy="1500187"/>
          </a:xfrm>
        </p:spPr>
        <p:txBody>
          <a:bodyPr/>
          <a:lstStyle>
            <a:lvl1pPr marL="0" indent="0">
              <a:buNone/>
              <a:defRPr sz="2400">
                <a:solidFill>
                  <a:schemeClr val="tx1">
                    <a:tint val="75000"/>
                  </a:schemeClr>
                </a:solidFill>
              </a:defRPr>
            </a:lvl1pPr>
            <a:lvl2pPr marL="457189" indent="0">
              <a:buNone/>
              <a:defRPr sz="2000">
                <a:solidFill>
                  <a:schemeClr val="tx1">
                    <a:tint val="75000"/>
                  </a:schemeClr>
                </a:solidFill>
              </a:defRPr>
            </a:lvl2pPr>
            <a:lvl3pPr marL="914377" indent="0">
              <a:buNone/>
              <a:defRPr sz="1800">
                <a:solidFill>
                  <a:schemeClr val="tx1">
                    <a:tint val="75000"/>
                  </a:schemeClr>
                </a:solidFill>
              </a:defRPr>
            </a:lvl3pPr>
            <a:lvl4pPr marL="1371566" indent="0">
              <a:buNone/>
              <a:defRPr sz="1600">
                <a:solidFill>
                  <a:schemeClr val="tx1">
                    <a:tint val="75000"/>
                  </a:schemeClr>
                </a:solidFill>
              </a:defRPr>
            </a:lvl4pPr>
            <a:lvl5pPr marL="1828754" indent="0">
              <a:buNone/>
              <a:defRPr sz="1600">
                <a:solidFill>
                  <a:schemeClr val="tx1">
                    <a:tint val="75000"/>
                  </a:schemeClr>
                </a:solidFill>
              </a:defRPr>
            </a:lvl5pPr>
            <a:lvl6pPr marL="2285943" indent="0">
              <a:buNone/>
              <a:defRPr sz="1600">
                <a:solidFill>
                  <a:schemeClr val="tx1">
                    <a:tint val="75000"/>
                  </a:schemeClr>
                </a:solidFill>
              </a:defRPr>
            </a:lvl6pPr>
            <a:lvl7pPr marL="2743131" indent="0">
              <a:buNone/>
              <a:defRPr sz="1600">
                <a:solidFill>
                  <a:schemeClr val="tx1">
                    <a:tint val="75000"/>
                  </a:schemeClr>
                </a:solidFill>
              </a:defRPr>
            </a:lvl7pPr>
            <a:lvl8pPr marL="3200320" indent="0">
              <a:buNone/>
              <a:defRPr sz="1600">
                <a:solidFill>
                  <a:schemeClr val="tx1">
                    <a:tint val="75000"/>
                  </a:schemeClr>
                </a:solidFill>
              </a:defRPr>
            </a:lvl8pPr>
            <a:lvl9pPr marL="3657509"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1953D751-62FC-4A0B-831A-83C45D595346}"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1746301277"/>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sz="half" idx="1"/>
          </p:nvPr>
        </p:nvSpPr>
        <p:spPr>
          <a:xfrm>
            <a:off x="838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2200" y="1825625"/>
            <a:ext cx="5181600" cy="435133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1953D751-62FC-4A0B-831A-83C45D595346}"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8397072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839789" y="1681163"/>
            <a:ext cx="5157787"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9"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172201" y="1681163"/>
            <a:ext cx="5183188" cy="823912"/>
          </a:xfrm>
        </p:spPr>
        <p:txBody>
          <a:bodyPr anchor="b"/>
          <a:lstStyle>
            <a:lvl1pPr marL="0" indent="0">
              <a:buNone/>
              <a:defRPr sz="2400" b="1"/>
            </a:lvl1pPr>
            <a:lvl2pPr marL="457189" indent="0">
              <a:buNone/>
              <a:defRPr sz="2000" b="1"/>
            </a:lvl2pPr>
            <a:lvl3pPr marL="914377" indent="0">
              <a:buNone/>
              <a:defRPr sz="1800" b="1"/>
            </a:lvl3pPr>
            <a:lvl4pPr marL="1371566" indent="0">
              <a:buNone/>
              <a:defRPr sz="1600" b="1"/>
            </a:lvl4pPr>
            <a:lvl5pPr marL="1828754" indent="0">
              <a:buNone/>
              <a:defRPr sz="1600" b="1"/>
            </a:lvl5pPr>
            <a:lvl6pPr marL="2285943" indent="0">
              <a:buNone/>
              <a:defRPr sz="1600" b="1"/>
            </a:lvl6pPr>
            <a:lvl7pPr marL="2743131" indent="0">
              <a:buNone/>
              <a:defRPr sz="1600" b="1"/>
            </a:lvl7pPr>
            <a:lvl8pPr marL="3200320" indent="0">
              <a:buNone/>
              <a:defRPr sz="1600" b="1"/>
            </a:lvl8pPr>
            <a:lvl9pPr marL="3657509"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1"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1953D751-62FC-4A0B-831A-83C45D595346}" type="datetimeFigureOut">
              <a:rPr lang="en-IN" smtClean="0"/>
              <a:t>17-09-2025</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999667114"/>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1953D751-62FC-4A0B-831A-83C45D595346}" type="datetimeFigureOut">
              <a:rPr lang="en-IN" smtClean="0"/>
              <a:t>17-09-2025</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206239791"/>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953D751-62FC-4A0B-831A-83C45D595346}" type="datetimeFigureOut">
              <a:rPr lang="en-IN" smtClean="0"/>
              <a:t>17-09-2025</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268944520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Content Placeholder 2"/>
          <p:cNvSpPr>
            <a:spLocks noGrp="1"/>
          </p:cNvSpPr>
          <p:nvPr>
            <p:ph idx="1"/>
          </p:nvPr>
        </p:nvSpPr>
        <p:spPr>
          <a:xfrm>
            <a:off x="5183188" y="987426"/>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3646616469"/>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5183188" y="987426"/>
            <a:ext cx="6172200" cy="4873625"/>
          </a:xfrm>
        </p:spPr>
        <p:txBody>
          <a:bodyPr anchor="t"/>
          <a:lstStyle>
            <a:lvl1pPr marL="0" indent="0">
              <a:buNone/>
              <a:defRPr sz="3200"/>
            </a:lvl1pPr>
            <a:lvl2pPr marL="457189" indent="0">
              <a:buNone/>
              <a:defRPr sz="2800"/>
            </a:lvl2pPr>
            <a:lvl3pPr marL="914377" indent="0">
              <a:buNone/>
              <a:defRPr sz="2400"/>
            </a:lvl3pPr>
            <a:lvl4pPr marL="1371566" indent="0">
              <a:buNone/>
              <a:defRPr sz="2000"/>
            </a:lvl4pPr>
            <a:lvl5pPr marL="1828754" indent="0">
              <a:buNone/>
              <a:defRPr sz="2000"/>
            </a:lvl5pPr>
            <a:lvl6pPr marL="2285943" indent="0">
              <a:buNone/>
              <a:defRPr sz="2000"/>
            </a:lvl6pPr>
            <a:lvl7pPr marL="2743131" indent="0">
              <a:buNone/>
              <a:defRPr sz="2000"/>
            </a:lvl7pPr>
            <a:lvl8pPr marL="3200320" indent="0">
              <a:buNone/>
              <a:defRPr sz="2000"/>
            </a:lvl8pPr>
            <a:lvl9pPr marL="3657509"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839788" y="2057401"/>
            <a:ext cx="3932237" cy="3811588"/>
          </a:xfrm>
        </p:spPr>
        <p:txBody>
          <a:bodyPr/>
          <a:lstStyle>
            <a:lvl1pPr marL="0" indent="0">
              <a:buNone/>
              <a:defRPr sz="1600"/>
            </a:lvl1pPr>
            <a:lvl2pPr marL="457189" indent="0">
              <a:buNone/>
              <a:defRPr sz="1400"/>
            </a:lvl2pPr>
            <a:lvl3pPr marL="914377" indent="0">
              <a:buNone/>
              <a:defRPr sz="1200"/>
            </a:lvl3pPr>
            <a:lvl4pPr marL="1371566" indent="0">
              <a:buNone/>
              <a:defRPr sz="1000"/>
            </a:lvl4pPr>
            <a:lvl5pPr marL="1828754" indent="0">
              <a:buNone/>
              <a:defRPr sz="1000"/>
            </a:lvl5pPr>
            <a:lvl6pPr marL="2285943" indent="0">
              <a:buNone/>
              <a:defRPr sz="1000"/>
            </a:lvl6pPr>
            <a:lvl7pPr marL="2743131" indent="0">
              <a:buNone/>
              <a:defRPr sz="1000"/>
            </a:lvl7pPr>
            <a:lvl8pPr marL="3200320" indent="0">
              <a:buNone/>
              <a:defRPr sz="1000"/>
            </a:lvl8pPr>
            <a:lvl9pPr marL="3657509"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1953D751-62FC-4A0B-831A-83C45D595346}" type="datetimeFigureOut">
              <a:rPr lang="en-IN" smtClean="0"/>
              <a:t>17-09-2025</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034635515"/>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426188760"/>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1" y="365126"/>
            <a:ext cx="2628900" cy="5811839"/>
          </a:xfrm>
        </p:spPr>
        <p:txBody>
          <a:bodyPr vert="eaVert"/>
          <a:lstStyle/>
          <a:p>
            <a:r>
              <a:rPr lang="en-US"/>
              <a:t>Click to edit Master title style</a:t>
            </a:r>
            <a:endParaRPr lang="en-US" dirty="0"/>
          </a:p>
        </p:txBody>
      </p:sp>
      <p:sp>
        <p:nvSpPr>
          <p:cNvPr id="3" name="Vertical Text Placeholder 2"/>
          <p:cNvSpPr>
            <a:spLocks noGrp="1"/>
          </p:cNvSpPr>
          <p:nvPr>
            <p:ph type="body" orient="vert" idx="1"/>
          </p:nvPr>
        </p:nvSpPr>
        <p:spPr>
          <a:xfrm>
            <a:off x="838201" y="365126"/>
            <a:ext cx="7734300" cy="5811839"/>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1953D751-62FC-4A0B-831A-83C45D595346}" type="datetimeFigureOut">
              <a:rPr lang="en-IN" smtClean="0"/>
              <a:t>17-09-2025</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ED2B9C32-2956-40E0-818B-39100DB621C2}" type="slidenum">
              <a:rPr lang="en-IN" smtClean="0"/>
              <a:t>‹#›</a:t>
            </a:fld>
            <a:endParaRPr lang="en-IN"/>
          </a:p>
        </p:txBody>
      </p:sp>
    </p:spTree>
    <p:extLst>
      <p:ext uri="{BB962C8B-B14F-4D97-AF65-F5344CB8AC3E}">
        <p14:creationId xmlns:p14="http://schemas.microsoft.com/office/powerpoint/2010/main" val="98350896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19.xml"/><Relationship Id="rId3" Type="http://schemas.openxmlformats.org/officeDocument/2006/relationships/slideLayout" Target="../slideLayouts/slideLayout14.xml"/><Relationship Id="rId7" Type="http://schemas.openxmlformats.org/officeDocument/2006/relationships/slideLayout" Target="../slideLayouts/slideLayout18.xml"/><Relationship Id="rId12" Type="http://schemas.openxmlformats.org/officeDocument/2006/relationships/theme" Target="../theme/theme2.xml"/><Relationship Id="rId2" Type="http://schemas.openxmlformats.org/officeDocument/2006/relationships/slideLayout" Target="../slideLayouts/slideLayout13.xml"/><Relationship Id="rId1" Type="http://schemas.openxmlformats.org/officeDocument/2006/relationships/slideLayout" Target="../slideLayouts/slideLayout12.xml"/><Relationship Id="rId6" Type="http://schemas.openxmlformats.org/officeDocument/2006/relationships/slideLayout" Target="../slideLayouts/slideLayout17.xml"/><Relationship Id="rId11" Type="http://schemas.openxmlformats.org/officeDocument/2006/relationships/slideLayout" Target="../slideLayouts/slideLayout22.xml"/><Relationship Id="rId5" Type="http://schemas.openxmlformats.org/officeDocument/2006/relationships/slideLayout" Target="../slideLayouts/slideLayout16.xml"/><Relationship Id="rId10" Type="http://schemas.openxmlformats.org/officeDocument/2006/relationships/slideLayout" Target="../slideLayouts/slideLayout21.xml"/><Relationship Id="rId4" Type="http://schemas.openxmlformats.org/officeDocument/2006/relationships/slideLayout" Target="../slideLayouts/slideLayout15.xml"/><Relationship Id="rId9" Type="http://schemas.openxmlformats.org/officeDocument/2006/relationships/slideLayout" Target="../slideLayouts/slideLayout2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B28FEFB8-60CD-0E20-7CD9-FA04FE996561}"/>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6B83427E-BD4C-F755-B5E1-3D1FE9463413}"/>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7446D7A7-F08F-B2EE-C082-A508F16685BB}"/>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662606A-3BCB-40EB-9C8D-1DF0BD9A7C82}" type="datetimeFigureOut">
              <a:rPr lang="en-IN" smtClean="0"/>
              <a:t>17-09-2025</a:t>
            </a:fld>
            <a:endParaRPr lang="en-IN"/>
          </a:p>
        </p:txBody>
      </p:sp>
      <p:sp>
        <p:nvSpPr>
          <p:cNvPr id="5" name="Footer Placeholder 4">
            <a:extLst>
              <a:ext uri="{FF2B5EF4-FFF2-40B4-BE49-F238E27FC236}">
                <a16:creationId xmlns:a16="http://schemas.microsoft.com/office/drawing/2014/main" id="{EB3650F3-4559-954A-CC66-529F5A254CF2}"/>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IN"/>
          </a:p>
        </p:txBody>
      </p:sp>
      <p:sp>
        <p:nvSpPr>
          <p:cNvPr id="6" name="Slide Number Placeholder 5">
            <a:extLst>
              <a:ext uri="{FF2B5EF4-FFF2-40B4-BE49-F238E27FC236}">
                <a16:creationId xmlns:a16="http://schemas.microsoft.com/office/drawing/2014/main" id="{A92814FF-6D81-AFA1-1FCF-00845444179B}"/>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A17D283D-AFE3-4229-86ED-99C1C92991B9}" type="slidenum">
              <a:rPr lang="en-IN" smtClean="0"/>
              <a:t>‹#›</a:t>
            </a:fld>
            <a:endParaRPr lang="en-IN"/>
          </a:p>
        </p:txBody>
      </p:sp>
    </p:spTree>
    <p:extLst>
      <p:ext uri="{BB962C8B-B14F-4D97-AF65-F5344CB8AC3E}">
        <p14:creationId xmlns:p14="http://schemas.microsoft.com/office/powerpoint/2010/main" val="2768495768"/>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838200" y="1825625"/>
            <a:ext cx="10515600" cy="4351339"/>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838200" y="6356351"/>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953D751-62FC-4A0B-831A-83C45D595346}" type="datetimeFigureOut">
              <a:rPr lang="en-IN" smtClean="0"/>
              <a:t>17-09-2025</a:t>
            </a:fld>
            <a:endParaRPr lang="en-IN"/>
          </a:p>
        </p:txBody>
      </p:sp>
      <p:sp>
        <p:nvSpPr>
          <p:cNvPr id="5" name="Footer Placeholder 4"/>
          <p:cNvSpPr>
            <a:spLocks noGrp="1"/>
          </p:cNvSpPr>
          <p:nvPr>
            <p:ph type="ftr" sz="quarter" idx="3"/>
          </p:nvPr>
        </p:nvSpPr>
        <p:spPr>
          <a:xfrm>
            <a:off x="4038600" y="6356351"/>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8610600" y="6356351"/>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ED2B9C32-2956-40E0-818B-39100DB621C2}" type="slidenum">
              <a:rPr lang="en-IN" smtClean="0"/>
              <a:t>‹#›</a:t>
            </a:fld>
            <a:endParaRPr lang="en-IN"/>
          </a:p>
        </p:txBody>
      </p:sp>
    </p:spTree>
    <p:extLst>
      <p:ext uri="{BB962C8B-B14F-4D97-AF65-F5344CB8AC3E}">
        <p14:creationId xmlns:p14="http://schemas.microsoft.com/office/powerpoint/2010/main" val="1060584641"/>
      </p:ext>
    </p:extLst>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377"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594" indent="-228594" algn="l" defTabSz="914377"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783" indent="-228594" algn="l" defTabSz="914377"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2971" indent="-228594" algn="l" defTabSz="914377"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160"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349"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537"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726"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8914"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103" indent="-228594" algn="l" defTabSz="914377"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377" rtl="0" eaLnBrk="1" latinLnBrk="0" hangingPunct="1">
        <a:defRPr sz="1800" kern="1200">
          <a:solidFill>
            <a:schemeClr val="tx1"/>
          </a:solidFill>
          <a:latin typeface="+mn-lt"/>
          <a:ea typeface="+mn-ea"/>
          <a:cs typeface="+mn-cs"/>
        </a:defRPr>
      </a:lvl1pPr>
      <a:lvl2pPr marL="457189" algn="l" defTabSz="914377" rtl="0" eaLnBrk="1" latinLnBrk="0" hangingPunct="1">
        <a:defRPr sz="1800" kern="1200">
          <a:solidFill>
            <a:schemeClr val="tx1"/>
          </a:solidFill>
          <a:latin typeface="+mn-lt"/>
          <a:ea typeface="+mn-ea"/>
          <a:cs typeface="+mn-cs"/>
        </a:defRPr>
      </a:lvl2pPr>
      <a:lvl3pPr marL="914377" algn="l" defTabSz="914377" rtl="0" eaLnBrk="1" latinLnBrk="0" hangingPunct="1">
        <a:defRPr sz="1800" kern="1200">
          <a:solidFill>
            <a:schemeClr val="tx1"/>
          </a:solidFill>
          <a:latin typeface="+mn-lt"/>
          <a:ea typeface="+mn-ea"/>
          <a:cs typeface="+mn-cs"/>
        </a:defRPr>
      </a:lvl3pPr>
      <a:lvl4pPr marL="1371566" algn="l" defTabSz="914377" rtl="0" eaLnBrk="1" latinLnBrk="0" hangingPunct="1">
        <a:defRPr sz="1800" kern="1200">
          <a:solidFill>
            <a:schemeClr val="tx1"/>
          </a:solidFill>
          <a:latin typeface="+mn-lt"/>
          <a:ea typeface="+mn-ea"/>
          <a:cs typeface="+mn-cs"/>
        </a:defRPr>
      </a:lvl4pPr>
      <a:lvl5pPr marL="1828754" algn="l" defTabSz="914377" rtl="0" eaLnBrk="1" latinLnBrk="0" hangingPunct="1">
        <a:defRPr sz="1800" kern="1200">
          <a:solidFill>
            <a:schemeClr val="tx1"/>
          </a:solidFill>
          <a:latin typeface="+mn-lt"/>
          <a:ea typeface="+mn-ea"/>
          <a:cs typeface="+mn-cs"/>
        </a:defRPr>
      </a:lvl5pPr>
      <a:lvl6pPr marL="2285943" algn="l" defTabSz="914377" rtl="0" eaLnBrk="1" latinLnBrk="0" hangingPunct="1">
        <a:defRPr sz="1800" kern="1200">
          <a:solidFill>
            <a:schemeClr val="tx1"/>
          </a:solidFill>
          <a:latin typeface="+mn-lt"/>
          <a:ea typeface="+mn-ea"/>
          <a:cs typeface="+mn-cs"/>
        </a:defRPr>
      </a:lvl6pPr>
      <a:lvl7pPr marL="2743131" algn="l" defTabSz="914377" rtl="0" eaLnBrk="1" latinLnBrk="0" hangingPunct="1">
        <a:defRPr sz="1800" kern="1200">
          <a:solidFill>
            <a:schemeClr val="tx1"/>
          </a:solidFill>
          <a:latin typeface="+mn-lt"/>
          <a:ea typeface="+mn-ea"/>
          <a:cs typeface="+mn-cs"/>
        </a:defRPr>
      </a:lvl7pPr>
      <a:lvl8pPr marL="3200320" algn="l" defTabSz="914377" rtl="0" eaLnBrk="1" latinLnBrk="0" hangingPunct="1">
        <a:defRPr sz="1800" kern="1200">
          <a:solidFill>
            <a:schemeClr val="tx1"/>
          </a:solidFill>
          <a:latin typeface="+mn-lt"/>
          <a:ea typeface="+mn-ea"/>
          <a:cs typeface="+mn-cs"/>
        </a:defRPr>
      </a:lvl8pPr>
      <a:lvl9pPr marL="3657509" algn="l" defTabSz="914377"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7.png"/><Relationship Id="rId3" Type="http://schemas.openxmlformats.org/officeDocument/2006/relationships/diagramLayout" Target="../diagrams/layout1.xml"/><Relationship Id="rId7" Type="http://schemas.openxmlformats.org/officeDocument/2006/relationships/customXml" Target="../ink/ink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3.xml.rels><?xml version="1.0" encoding="UTF-8" standalone="yes"?>
<Relationships xmlns="http://schemas.openxmlformats.org/package/2006/relationships"><Relationship Id="rId8" Type="http://schemas.openxmlformats.org/officeDocument/2006/relationships/image" Target="../media/image8.png"/><Relationship Id="rId3" Type="http://schemas.openxmlformats.org/officeDocument/2006/relationships/diagramLayout" Target="../diagrams/layout2.xml"/><Relationship Id="rId7" Type="http://schemas.openxmlformats.org/officeDocument/2006/relationships/customXml" Target="../ink/ink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4.xml.rels><?xml version="1.0" encoding="UTF-8" standalone="yes"?>
<Relationships xmlns="http://schemas.openxmlformats.org/package/2006/relationships"><Relationship Id="rId8" Type="http://schemas.openxmlformats.org/officeDocument/2006/relationships/image" Target="../media/image15.png"/><Relationship Id="rId3" Type="http://schemas.openxmlformats.org/officeDocument/2006/relationships/diagramLayout" Target="../diagrams/layout3.xml"/><Relationship Id="rId7" Type="http://schemas.openxmlformats.org/officeDocument/2006/relationships/customXml" Target="../ink/ink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5.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customXml" Target="../ink/ink4.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customXml" Target="../ink/ink5.xml"/><Relationship Id="rId2" Type="http://schemas.openxmlformats.org/officeDocument/2006/relationships/image" Target="../media/image17.png"/><Relationship Id="rId1" Type="http://schemas.openxmlformats.org/officeDocument/2006/relationships/slideLayout" Target="../slideLayouts/slideLayout2.xml"/><Relationship Id="rId4" Type="http://schemas.openxmlformats.org/officeDocument/2006/relationships/image" Target="../media/image18.png"/></Relationships>
</file>

<file path=ppt/slides/_rels/slide7.xml.rels><?xml version="1.0" encoding="UTF-8" standalone="yes"?>
<Relationships xmlns="http://schemas.openxmlformats.org/package/2006/relationships"><Relationship Id="rId3" Type="http://schemas.openxmlformats.org/officeDocument/2006/relationships/customXml" Target="../ink/ink6.xml"/><Relationship Id="rId2" Type="http://schemas.openxmlformats.org/officeDocument/2006/relationships/image" Target="../media/image19.png"/><Relationship Id="rId1" Type="http://schemas.openxmlformats.org/officeDocument/2006/relationships/slideLayout" Target="../slideLayouts/slideLayout2.xml"/><Relationship Id="rId4" Type="http://schemas.openxmlformats.org/officeDocument/2006/relationships/image" Target="../media/image20.png"/></Relationships>
</file>

<file path=ppt/slides/_rels/slide8.xml.rels><?xml version="1.0" encoding="UTF-8" standalone="yes"?>
<Relationships xmlns="http://schemas.openxmlformats.org/package/2006/relationships"><Relationship Id="rId3" Type="http://schemas.openxmlformats.org/officeDocument/2006/relationships/customXml" Target="../ink/ink7.xml"/><Relationship Id="rId2" Type="http://schemas.openxmlformats.org/officeDocument/2006/relationships/image" Target="../media/image21.png"/><Relationship Id="rId1" Type="http://schemas.openxmlformats.org/officeDocument/2006/relationships/slideLayout" Target="../slideLayouts/slideLayout2.xml"/><Relationship Id="rId4" Type="http://schemas.openxmlformats.org/officeDocument/2006/relationships/image" Target="../media/image22.png"/></Relationships>
</file>

<file path=ppt/slides/_rels/slide9.xml.rels><?xml version="1.0" encoding="UTF-8" standalone="yes"?>
<Relationships xmlns="http://schemas.openxmlformats.org/package/2006/relationships"><Relationship Id="rId3" Type="http://schemas.openxmlformats.org/officeDocument/2006/relationships/customXml" Target="../ink/ink8.xml"/><Relationship Id="rId2" Type="http://schemas.openxmlformats.org/officeDocument/2006/relationships/image" Target="../media/image23.png"/><Relationship Id="rId1" Type="http://schemas.openxmlformats.org/officeDocument/2006/relationships/slideLayout" Target="../slideLayouts/slideLayout2.xml"/><Relationship Id="rId4" Type="http://schemas.openxmlformats.org/officeDocument/2006/relationships/image" Target="../media/image24.png"/></Relationships>
</file>

<file path=ppt/slides/_rels/slide10.xml.rels><?xml version="1.0" encoding="UTF-8" standalone="yes"?>
<Relationships xmlns="http://schemas.openxmlformats.org/package/2006/relationships"><Relationship Id="rId3" Type="http://schemas.openxmlformats.org/officeDocument/2006/relationships/customXml" Target="../ink/ink9.xml"/><Relationship Id="rId2" Type="http://schemas.openxmlformats.org/officeDocument/2006/relationships/image" Target="../media/image25.png"/><Relationship Id="rId1" Type="http://schemas.openxmlformats.org/officeDocument/2006/relationships/slideLayout" Target="../slideLayouts/slideLayout2.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svg"/><Relationship Id="rId7" Type="http://schemas.openxmlformats.org/officeDocument/2006/relationships/image" Target="../media/image31.png"/><Relationship Id="rId2" Type="http://schemas.openxmlformats.org/officeDocument/2006/relationships/image" Target="../media/image27.png"/><Relationship Id="rId1" Type="http://schemas.openxmlformats.org/officeDocument/2006/relationships/slideLayout" Target="../slideLayouts/slideLayout2.xml"/><Relationship Id="rId6" Type="http://schemas.openxmlformats.org/officeDocument/2006/relationships/customXml" Target="../ink/ink10.xml"/><Relationship Id="rId5" Type="http://schemas.openxmlformats.org/officeDocument/2006/relationships/image" Target="../media/image30.svg"/><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8" Type="http://schemas.openxmlformats.org/officeDocument/2006/relationships/image" Target="../media/image37.png"/><Relationship Id="rId3" Type="http://schemas.openxmlformats.org/officeDocument/2006/relationships/diagramLayout" Target="../diagrams/layout4.xml"/><Relationship Id="rId7" Type="http://schemas.openxmlformats.org/officeDocument/2006/relationships/image" Target="../media/image36.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10" Type="http://schemas.openxmlformats.org/officeDocument/2006/relationships/image" Target="../media/image38.png"/><Relationship Id="rId4" Type="http://schemas.openxmlformats.org/officeDocument/2006/relationships/diagramQuickStyle" Target="../diagrams/quickStyle4.xml"/><Relationship Id="rId9" Type="http://schemas.openxmlformats.org/officeDocument/2006/relationships/customXml" Target="../ink/ink11.xml"/></Relationships>
</file>

<file path=ppt/slides/_rels/slide13.xml.rels><?xml version="1.0" encoding="UTF-8" standalone="yes"?>
<Relationships xmlns="http://schemas.openxmlformats.org/package/2006/relationships"><Relationship Id="rId3" Type="http://schemas.openxmlformats.org/officeDocument/2006/relationships/customXml" Target="../ink/ink12.xml"/><Relationship Id="rId2" Type="http://schemas.openxmlformats.org/officeDocument/2006/relationships/image" Target="../media/image39.png"/><Relationship Id="rId1" Type="http://schemas.openxmlformats.org/officeDocument/2006/relationships/slideLayout" Target="../slideLayouts/slideLayout2.xml"/><Relationship Id="rId4" Type="http://schemas.openxmlformats.org/officeDocument/2006/relationships/image" Target="../media/image40.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3.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0E30439A-8A5B-46EC-8283-9B6B031D40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CEAD642-85CF-4750-8432-7C80C901F00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427"/>
            <a:ext cx="12192001" cy="6858000"/>
          </a:xfrm>
          <a:prstGeom prst="rect">
            <a:avLst/>
          </a:prstGeom>
          <a:gradFill>
            <a:gsLst>
              <a:gs pos="0">
                <a:srgbClr val="000000"/>
              </a:gs>
              <a:gs pos="100000">
                <a:schemeClr val="accent1">
                  <a:lumMod val="75000"/>
                </a:schemeClr>
              </a:gs>
            </a:gsLst>
            <a:lin ang="15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FA33EEAE-15D5-4119-8C1E-89D943F911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55521" y="-1720"/>
            <a:ext cx="11750040" cy="6840685"/>
          </a:xfrm>
          <a:prstGeom prst="rect">
            <a:avLst/>
          </a:prstGeom>
          <a:gradFill>
            <a:gsLst>
              <a:gs pos="21000">
                <a:schemeClr val="accent1">
                  <a:lumMod val="50000"/>
                  <a:alpha val="61000"/>
                </a:schemeClr>
              </a:gs>
              <a:gs pos="100000">
                <a:schemeClr val="accent1">
                  <a:alpha val="0"/>
                </a:schemeClr>
              </a:gs>
            </a:gsLst>
            <a:lin ang="21594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730D8B3B-9B80-4025-B934-26DC7D7CD2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8606054" y="-1291"/>
            <a:ext cx="3608179" cy="6858864"/>
          </a:xfrm>
          <a:prstGeom prst="rect">
            <a:avLst/>
          </a:prstGeom>
          <a:gradFill>
            <a:gsLst>
              <a:gs pos="0">
                <a:schemeClr val="accent1">
                  <a:lumMod val="75000"/>
                  <a:alpha val="0"/>
                </a:schemeClr>
              </a:gs>
              <a:gs pos="99000">
                <a:srgbClr val="000000">
                  <a:alpha val="41000"/>
                </a:srgbClr>
              </a:gs>
            </a:gsLst>
            <a:lin ang="16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Oval 15">
            <a:extLst>
              <a:ext uri="{FF2B5EF4-FFF2-40B4-BE49-F238E27FC236}">
                <a16:creationId xmlns:a16="http://schemas.microsoft.com/office/drawing/2014/main" id="{B5A1B09C-1565-46F8-B70F-621C5EB48A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5274173">
            <a:off x="6059728" y="779270"/>
            <a:ext cx="4967533" cy="4988390"/>
          </a:xfrm>
          <a:prstGeom prst="ellipse">
            <a:avLst/>
          </a:prstGeom>
          <a:gradFill>
            <a:gsLst>
              <a:gs pos="0">
                <a:schemeClr val="accent1">
                  <a:alpha val="24000"/>
                </a:schemeClr>
              </a:gs>
              <a:gs pos="79000">
                <a:schemeClr val="accent1">
                  <a:lumMod val="60000"/>
                  <a:lumOff val="4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DCD389C8-5DD7-E9E8-E3C9-626EF24F5D7D}"/>
              </a:ext>
            </a:extLst>
          </p:cNvPr>
          <p:cNvSpPr>
            <a:spLocks noGrp="1"/>
          </p:cNvSpPr>
          <p:nvPr>
            <p:ph type="ctrTitle"/>
          </p:nvPr>
        </p:nvSpPr>
        <p:spPr>
          <a:xfrm>
            <a:off x="1386865" y="818984"/>
            <a:ext cx="6596245" cy="3268520"/>
          </a:xfrm>
        </p:spPr>
        <p:txBody>
          <a:bodyPr>
            <a:normAutofit/>
          </a:bodyPr>
          <a:lstStyle/>
          <a:p>
            <a:pPr algn="r"/>
            <a:r>
              <a:rPr lang="en-IN" sz="4800" b="1">
                <a:solidFill>
                  <a:srgbClr val="FFFFFF"/>
                </a:solidFill>
                <a:latin typeface="Times New Roman" panose="02020603050405020304" pitchFamily="18" charset="0"/>
                <a:cs typeface="Times New Roman" panose="02020603050405020304" pitchFamily="18" charset="0"/>
              </a:rPr>
              <a:t>Unsupervised Learning</a:t>
            </a:r>
            <a:endParaRPr lang="en-IN" sz="4800">
              <a:solidFill>
                <a:srgbClr val="FFFFFF"/>
              </a:solidFill>
              <a:latin typeface="Times New Roman" panose="02020603050405020304" pitchFamily="18" charset="0"/>
              <a:cs typeface="Times New Roman" panose="02020603050405020304" pitchFamily="18" charset="0"/>
            </a:endParaRPr>
          </a:p>
        </p:txBody>
      </p:sp>
      <p:sp>
        <p:nvSpPr>
          <p:cNvPr id="18" name="Rectangle 17">
            <a:extLst>
              <a:ext uri="{FF2B5EF4-FFF2-40B4-BE49-F238E27FC236}">
                <a16:creationId xmlns:a16="http://schemas.microsoft.com/office/drawing/2014/main" id="{8C516CC8-80AC-446C-A56E-9F54B72104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6314" y="4480038"/>
            <a:ext cx="12179371" cy="2377962"/>
          </a:xfrm>
          <a:prstGeom prst="rect">
            <a:avLst/>
          </a:prstGeom>
          <a:gradFill>
            <a:gsLst>
              <a:gs pos="0">
                <a:schemeClr val="accent1">
                  <a:lumMod val="75000"/>
                  <a:alpha val="50000"/>
                </a:schemeClr>
              </a:gs>
              <a:gs pos="99000">
                <a:srgbClr val="000000">
                  <a:alpha val="34000"/>
                </a:srgbClr>
              </a:gs>
            </a:gsLst>
            <a:lin ang="17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Rectangle 19">
            <a:extLst>
              <a:ext uri="{FF2B5EF4-FFF2-40B4-BE49-F238E27FC236}">
                <a16:creationId xmlns:a16="http://schemas.microsoft.com/office/drawing/2014/main" id="{53947E58-F088-49F1-A3D1-DEA690192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6967085" y="1632660"/>
            <a:ext cx="6857572" cy="3592258"/>
          </a:xfrm>
          <a:prstGeom prst="rect">
            <a:avLst/>
          </a:prstGeom>
          <a:gradFill>
            <a:gsLst>
              <a:gs pos="0">
                <a:schemeClr val="accent1">
                  <a:lumMod val="75000"/>
                  <a:alpha val="50000"/>
                </a:schemeClr>
              </a:gs>
              <a:gs pos="99000">
                <a:srgbClr val="000000">
                  <a:alpha val="0"/>
                </a:srgb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80826252"/>
      </p:ext>
    </p:extLst>
  </p:cSld>
  <p:clrMapOvr>
    <a:masterClrMapping/>
  </p:clrMapOvr>
  <p:timing>
    <p:tnLst>
      <p:par>
        <p:cTn id="1" dur="indefinite" restart="never" nodeType="tmRoot">
          <p:childTnLst>
            <p:seq concurrent="1" nextAc="seek">
              <p:cTn id="2" dur="indefinite" nodeType="mainSeq">
                <p:childTnLst>
                  <p:par>
                    <p:cTn id="3" fill="hold">
                      <p:stCondLst>
                        <p:cond delay="indefinite"/>
                        <p:cond evt="onBegin" delay="0">
                          <p:tn val="2"/>
                        </p:cond>
                      </p:stCondLst>
                      <p:childTnLst>
                        <p:par>
                          <p:cTn id="4" fill="hold">
                            <p:stCondLst>
                              <p:cond delay="0"/>
                            </p:stCondLst>
                            <p:childTnLst>
                              <p:par>
                                <p:cTn id="5" presetID="10" presetClass="entr" presetSubtype="0" fill="hold" grpId="0" nodeType="withEffect">
                                  <p:stCondLst>
                                    <p:cond delay="500"/>
                                  </p:stCondLst>
                                  <p:iterate type="wd">
                                    <p:tmPct val="15000"/>
                                  </p:iterate>
                                  <p:childTnLst>
                                    <p:set>
                                      <p:cBhvr>
                                        <p:cTn id="6" dur="1" fill="hold">
                                          <p:stCondLst>
                                            <p:cond delay="0"/>
                                          </p:stCondLst>
                                        </p:cTn>
                                        <p:tgtEl>
                                          <p:spTgt spid="2"/>
                                        </p:tgtEl>
                                        <p:attrNameLst>
                                          <p:attrName>style.visibility</p:attrName>
                                        </p:attrNameLst>
                                      </p:cBhvr>
                                      <p:to>
                                        <p:strVal val="visible"/>
                                      </p:to>
                                    </p:set>
                                    <p:animEffect transition="in" filter="fade">
                                      <p:cBhvr>
                                        <p:cTn id="7" dur="10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3B464934-6A20-E41C-D0C2-982C7A5C4F78}"/>
              </a:ext>
            </a:extLst>
          </p:cNvPr>
          <p:cNvSpPr>
            <a:spLocks noGrp="1"/>
          </p:cNvSpPr>
          <p:nvPr>
            <p:ph type="title"/>
          </p:nvPr>
        </p:nvSpPr>
        <p:spPr>
          <a:xfrm>
            <a:off x="1383564" y="348865"/>
            <a:ext cx="9718111" cy="1576446"/>
          </a:xfrm>
        </p:spPr>
        <p:txBody>
          <a:bodyPr anchor="ctr">
            <a:normAutofit/>
          </a:bodyPr>
          <a:lstStyle/>
          <a:p>
            <a:r>
              <a:rPr lang="en-IN" sz="4000" b="1">
                <a:solidFill>
                  <a:srgbClr val="FFFFFF"/>
                </a:solidFill>
                <a:latin typeface="Times New Roman" panose="02020603050405020304" pitchFamily="18" charset="0"/>
                <a:cs typeface="Times New Roman" panose="02020603050405020304" pitchFamily="18" charset="0"/>
              </a:rPr>
              <a:t>Introduction to Unsupervised Learning</a:t>
            </a:r>
            <a:br>
              <a:rPr lang="en-IN" sz="4000">
                <a:solidFill>
                  <a:srgbClr val="FFFFFF"/>
                </a:solidFill>
                <a:latin typeface="Times New Roman" panose="02020603050405020304" pitchFamily="18" charset="0"/>
                <a:cs typeface="Times New Roman" panose="02020603050405020304" pitchFamily="18" charset="0"/>
              </a:rPr>
            </a:br>
            <a:endParaRPr lang="en-IN" sz="4000">
              <a:solidFill>
                <a:srgbClr val="FFFFFF"/>
              </a:solidFill>
              <a:latin typeface="Times New Roman" panose="02020603050405020304" pitchFamily="18" charset="0"/>
              <a:cs typeface="Times New Roman" panose="02020603050405020304" pitchFamily="18" charset="0"/>
            </a:endParaRPr>
          </a:p>
        </p:txBody>
      </p:sp>
      <p:graphicFrame>
        <p:nvGraphicFramePr>
          <p:cNvPr id="5" name="Content Placeholder 2">
            <a:extLst>
              <a:ext uri="{FF2B5EF4-FFF2-40B4-BE49-F238E27FC236}">
                <a16:creationId xmlns:a16="http://schemas.microsoft.com/office/drawing/2014/main" id="{5BA25F12-02BB-51DB-F882-2AE94425221C}"/>
              </a:ext>
            </a:extLst>
          </p:cNvPr>
          <p:cNvGraphicFramePr>
            <a:graphicFrameLocks noGrp="1"/>
          </p:cNvGraphicFramePr>
          <p:nvPr>
            <p:ph idx="1"/>
            <p:extLst>
              <p:ext uri="{D42A27DB-BD31-4B8C-83A1-F6EECF244321}">
                <p14:modId xmlns:p14="http://schemas.microsoft.com/office/powerpoint/2010/main" val="1041520607"/>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5608D996-A00A-5F81-3350-3E683751EC5B}"/>
                  </a:ext>
                </a:extLst>
              </p14:cNvPr>
              <p14:cNvContentPartPr/>
              <p14:nvPr/>
            </p14:nvContentPartPr>
            <p14:xfrm>
              <a:off x="1874880" y="1265040"/>
              <a:ext cx="9891720" cy="4886280"/>
            </p14:xfrm>
          </p:contentPart>
        </mc:Choice>
        <mc:Fallback>
          <p:pic>
            <p:nvPicPr>
              <p:cNvPr id="3" name="Ink 2">
                <a:extLst>
                  <a:ext uri="{FF2B5EF4-FFF2-40B4-BE49-F238E27FC236}">
                    <a16:creationId xmlns:a16="http://schemas.microsoft.com/office/drawing/2014/main" id="{5608D996-A00A-5F81-3350-3E683751EC5B}"/>
                  </a:ext>
                </a:extLst>
              </p:cNvPr>
              <p:cNvPicPr/>
              <p:nvPr/>
            </p:nvPicPr>
            <p:blipFill>
              <a:blip r:embed="rId8"/>
              <a:stretch>
                <a:fillRect/>
              </a:stretch>
            </p:blipFill>
            <p:spPr>
              <a:xfrm>
                <a:off x="1865520" y="1255680"/>
                <a:ext cx="9910440" cy="4905000"/>
              </a:xfrm>
              <a:prstGeom prst="rect">
                <a:avLst/>
              </a:prstGeom>
            </p:spPr>
          </p:pic>
        </mc:Fallback>
      </mc:AlternateContent>
    </p:spTree>
    <p:extLst>
      <p:ext uri="{BB962C8B-B14F-4D97-AF65-F5344CB8AC3E}">
        <p14:creationId xmlns:p14="http://schemas.microsoft.com/office/powerpoint/2010/main" val="2768263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2170031"/>
          </a:xfrm>
          <a:prstGeom prst="rect">
            <a:avLst/>
          </a:prstGeom>
          <a:gradFill>
            <a:gsLst>
              <a:gs pos="0">
                <a:srgbClr val="000000">
                  <a:alpha val="96000"/>
                </a:srgbClr>
              </a:gs>
              <a:gs pos="100000">
                <a:schemeClr val="accent1">
                  <a:lumMod val="75000"/>
                </a:schemeClr>
              </a:gs>
            </a:gsLst>
            <a:lin ang="19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082819" y="0"/>
            <a:ext cx="4097211" cy="2170661"/>
          </a:xfrm>
          <a:prstGeom prst="rect">
            <a:avLst/>
          </a:prstGeom>
          <a:gradFill>
            <a:gsLst>
              <a:gs pos="19000">
                <a:schemeClr val="accent1">
                  <a:lumMod val="50000"/>
                  <a:alpha val="68000"/>
                </a:schemeClr>
              </a:gs>
              <a:gs pos="100000">
                <a:schemeClr val="accent1">
                  <a:alpha val="48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010646" y="-5010043"/>
            <a:ext cx="2170709" cy="12192000"/>
          </a:xfrm>
          <a:prstGeom prst="rect">
            <a:avLst/>
          </a:prstGeom>
          <a:gradFill>
            <a:gsLst>
              <a:gs pos="23000">
                <a:schemeClr val="accent1">
                  <a:lumMod val="75000"/>
                  <a:alpha val="16000"/>
                </a:schemeClr>
              </a:gs>
              <a:gs pos="99000">
                <a:srgbClr val="000000">
                  <a:alpha val="45000"/>
                </a:srgbClr>
              </a:gs>
            </a:gsLst>
            <a:lin ang="21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F9A7C08C-A64E-76FB-486E-38AEEB607426}"/>
              </a:ext>
            </a:extLst>
          </p:cNvPr>
          <p:cNvSpPr>
            <a:spLocks noGrp="1"/>
          </p:cNvSpPr>
          <p:nvPr>
            <p:ph type="title"/>
          </p:nvPr>
        </p:nvSpPr>
        <p:spPr>
          <a:xfrm>
            <a:off x="1383564" y="348865"/>
            <a:ext cx="9718111" cy="1576446"/>
          </a:xfrm>
        </p:spPr>
        <p:txBody>
          <a:bodyPr anchor="ctr">
            <a:normAutofit/>
          </a:bodyPr>
          <a:lstStyle/>
          <a:p>
            <a:r>
              <a:rPr lang="en-US" sz="4000" b="1">
                <a:solidFill>
                  <a:srgbClr val="FFFFFF"/>
                </a:solidFill>
              </a:rPr>
              <a:t>Key Characteristics</a:t>
            </a:r>
            <a:br>
              <a:rPr lang="en-US" sz="4000">
                <a:solidFill>
                  <a:srgbClr val="FFFFFF"/>
                </a:solidFill>
              </a:rPr>
            </a:br>
            <a:endParaRPr lang="en-IN" sz="4000">
              <a:solidFill>
                <a:srgbClr val="FFFFFF"/>
              </a:solidFill>
            </a:endParaRPr>
          </a:p>
        </p:txBody>
      </p:sp>
      <p:graphicFrame>
        <p:nvGraphicFramePr>
          <p:cNvPr id="5" name="Content Placeholder 2">
            <a:extLst>
              <a:ext uri="{FF2B5EF4-FFF2-40B4-BE49-F238E27FC236}">
                <a16:creationId xmlns:a16="http://schemas.microsoft.com/office/drawing/2014/main" id="{1014E0DA-8AE7-E048-71F0-93BE0E206C96}"/>
              </a:ext>
            </a:extLst>
          </p:cNvPr>
          <p:cNvGraphicFramePr>
            <a:graphicFrameLocks noGrp="1"/>
          </p:cNvGraphicFramePr>
          <p:nvPr>
            <p:ph idx="1"/>
            <p:extLst>
              <p:ext uri="{D42A27DB-BD31-4B8C-83A1-F6EECF244321}">
                <p14:modId xmlns:p14="http://schemas.microsoft.com/office/powerpoint/2010/main" val="2702609809"/>
              </p:ext>
            </p:extLst>
          </p:nvPr>
        </p:nvGraphicFramePr>
        <p:xfrm>
          <a:off x="644056" y="2615979"/>
          <a:ext cx="10927829" cy="36894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8F3E4CE3-908A-EEBB-9096-621E523D7EA4}"/>
                  </a:ext>
                </a:extLst>
              </p14:cNvPr>
              <p14:cNvContentPartPr/>
              <p14:nvPr/>
            </p14:nvContentPartPr>
            <p14:xfrm>
              <a:off x="4519440" y="2768040"/>
              <a:ext cx="4168440" cy="3270600"/>
            </p14:xfrm>
          </p:contentPart>
        </mc:Choice>
        <mc:Fallback>
          <p:pic>
            <p:nvPicPr>
              <p:cNvPr id="3" name="Ink 2">
                <a:extLst>
                  <a:ext uri="{FF2B5EF4-FFF2-40B4-BE49-F238E27FC236}">
                    <a16:creationId xmlns:a16="http://schemas.microsoft.com/office/drawing/2014/main" id="{8F3E4CE3-908A-EEBB-9096-621E523D7EA4}"/>
                  </a:ext>
                </a:extLst>
              </p:cNvPr>
              <p:cNvPicPr/>
              <p:nvPr/>
            </p:nvPicPr>
            <p:blipFill>
              <a:blip r:embed="rId8"/>
              <a:stretch>
                <a:fillRect/>
              </a:stretch>
            </p:blipFill>
            <p:spPr>
              <a:xfrm>
                <a:off x="4510080" y="2758680"/>
                <a:ext cx="4187160" cy="3289320"/>
              </a:xfrm>
              <a:prstGeom prst="rect">
                <a:avLst/>
              </a:prstGeom>
            </p:spPr>
          </p:pic>
        </mc:Fallback>
      </mc:AlternateContent>
    </p:spTree>
    <p:extLst>
      <p:ext uri="{BB962C8B-B14F-4D97-AF65-F5344CB8AC3E}">
        <p14:creationId xmlns:p14="http://schemas.microsoft.com/office/powerpoint/2010/main" val="281951777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BACC6370-2D7E-4714-9D71-7542949D7D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F68B3F68-107C-434F-AA38-110D5EA91B8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2" y="0"/>
            <a:ext cx="12191998" cy="1575955"/>
          </a:xfrm>
          <a:prstGeom prst="rect">
            <a:avLst/>
          </a:prstGeom>
          <a:gradFill>
            <a:gsLst>
              <a:gs pos="0">
                <a:srgbClr val="000000">
                  <a:alpha val="96000"/>
                </a:srgbClr>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AAD0DBB9-1A4B-4391-81D4-CB19F9AB91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8857" y="0"/>
            <a:ext cx="4063143" cy="1576412"/>
          </a:xfrm>
          <a:prstGeom prst="rect">
            <a:avLst/>
          </a:prstGeom>
          <a:gradFill>
            <a:gsLst>
              <a:gs pos="19000">
                <a:schemeClr val="accent1">
                  <a:lumMod val="50000"/>
                  <a:alpha val="68000"/>
                </a:schemeClr>
              </a:gs>
              <a:gs pos="100000">
                <a:schemeClr val="accent1">
                  <a:alpha val="79000"/>
                </a:schemeClr>
              </a:gs>
            </a:gsLst>
            <a:lin ang="19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063BBA22-50EA-4C4D-BE05-F1CE4E63AA5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307777" y="-5307778"/>
            <a:ext cx="1576446" cy="12192002"/>
          </a:xfrm>
          <a:prstGeom prst="rect">
            <a:avLst/>
          </a:prstGeom>
          <a:gradFill>
            <a:gsLst>
              <a:gs pos="23000">
                <a:schemeClr val="accent1">
                  <a:alpha val="0"/>
                </a:schemeClr>
              </a:gs>
              <a:gs pos="99000">
                <a:srgbClr val="000000">
                  <a:alpha val="74000"/>
                </a:srgbClr>
              </a:gs>
            </a:gsLst>
            <a:lin ang="20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2" name="Title 1">
            <a:extLst>
              <a:ext uri="{FF2B5EF4-FFF2-40B4-BE49-F238E27FC236}">
                <a16:creationId xmlns:a16="http://schemas.microsoft.com/office/drawing/2014/main" id="{7E1ED7E4-C5A4-6042-5341-2E11DF1B072F}"/>
              </a:ext>
            </a:extLst>
          </p:cNvPr>
          <p:cNvSpPr>
            <a:spLocks noGrp="1"/>
          </p:cNvSpPr>
          <p:nvPr>
            <p:ph type="title"/>
          </p:nvPr>
        </p:nvSpPr>
        <p:spPr>
          <a:xfrm>
            <a:off x="1371597" y="348865"/>
            <a:ext cx="10044023" cy="877729"/>
          </a:xfrm>
        </p:spPr>
        <p:txBody>
          <a:bodyPr anchor="ctr">
            <a:normAutofit/>
          </a:bodyPr>
          <a:lstStyle/>
          <a:p>
            <a:r>
              <a:rPr lang="tr-TR" altLang="en-US" sz="4000" b="1">
                <a:solidFill>
                  <a:srgbClr val="FFFFFF"/>
                </a:solidFill>
              </a:rPr>
              <a:t>Wh</a:t>
            </a:r>
            <a:r>
              <a:rPr lang="en-US" altLang="en-US" sz="4000" b="1">
                <a:solidFill>
                  <a:srgbClr val="FFFFFF"/>
                </a:solidFill>
              </a:rPr>
              <a:t>at is Clustering</a:t>
            </a:r>
            <a:r>
              <a:rPr lang="tr-TR" altLang="en-US" sz="4000" b="1">
                <a:solidFill>
                  <a:srgbClr val="FFFFFF"/>
                </a:solidFill>
              </a:rPr>
              <a:t>?</a:t>
            </a:r>
            <a:endParaRPr lang="en-IN" sz="4000" b="1">
              <a:solidFill>
                <a:srgbClr val="FFFFFF"/>
              </a:solidFill>
            </a:endParaRPr>
          </a:p>
        </p:txBody>
      </p:sp>
      <p:graphicFrame>
        <p:nvGraphicFramePr>
          <p:cNvPr id="5" name="Content Placeholder 2">
            <a:extLst>
              <a:ext uri="{FF2B5EF4-FFF2-40B4-BE49-F238E27FC236}">
                <a16:creationId xmlns:a16="http://schemas.microsoft.com/office/drawing/2014/main" id="{822F0D32-73B8-0EFC-998C-1ACB3BF0E71D}"/>
              </a:ext>
            </a:extLst>
          </p:cNvPr>
          <p:cNvGraphicFramePr>
            <a:graphicFrameLocks noGrp="1"/>
          </p:cNvGraphicFramePr>
          <p:nvPr>
            <p:ph idx="1"/>
            <p:extLst>
              <p:ext uri="{D42A27DB-BD31-4B8C-83A1-F6EECF244321}">
                <p14:modId xmlns:p14="http://schemas.microsoft.com/office/powerpoint/2010/main" val="2893722898"/>
              </p:ext>
            </p:extLst>
          </p:nvPr>
        </p:nvGraphicFramePr>
        <p:xfrm>
          <a:off x="644056" y="2112579"/>
          <a:ext cx="10927829" cy="4192805"/>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mc:AlternateContent xmlns:mc="http://schemas.openxmlformats.org/markup-compatibility/2006">
        <mc:Choice xmlns:p14="http://schemas.microsoft.com/office/powerpoint/2010/main" Requires="p14">
          <p:contentPart p14:bwMode="auto" r:id="rId7">
            <p14:nvContentPartPr>
              <p14:cNvPr id="3" name="Ink 2">
                <a:extLst>
                  <a:ext uri="{FF2B5EF4-FFF2-40B4-BE49-F238E27FC236}">
                    <a16:creationId xmlns:a16="http://schemas.microsoft.com/office/drawing/2014/main" id="{BFFF9653-C720-F7AC-8325-73FF22960C3D}"/>
                  </a:ext>
                </a:extLst>
              </p14:cNvPr>
              <p14:cNvContentPartPr/>
              <p14:nvPr/>
            </p14:nvContentPartPr>
            <p14:xfrm>
              <a:off x="2625840" y="3330720"/>
              <a:ext cx="8047080" cy="2159280"/>
            </p14:xfrm>
          </p:contentPart>
        </mc:Choice>
        <mc:Fallback>
          <p:pic>
            <p:nvPicPr>
              <p:cNvPr id="3" name="Ink 2">
                <a:extLst>
                  <a:ext uri="{FF2B5EF4-FFF2-40B4-BE49-F238E27FC236}">
                    <a16:creationId xmlns:a16="http://schemas.microsoft.com/office/drawing/2014/main" id="{BFFF9653-C720-F7AC-8325-73FF22960C3D}"/>
                  </a:ext>
                </a:extLst>
              </p:cNvPr>
              <p:cNvPicPr/>
              <p:nvPr/>
            </p:nvPicPr>
            <p:blipFill>
              <a:blip r:embed="rId8"/>
              <a:stretch>
                <a:fillRect/>
              </a:stretch>
            </p:blipFill>
            <p:spPr>
              <a:xfrm>
                <a:off x="2616480" y="3321360"/>
                <a:ext cx="8065800" cy="2178000"/>
              </a:xfrm>
              <a:prstGeom prst="rect">
                <a:avLst/>
              </a:prstGeom>
            </p:spPr>
          </p:pic>
        </mc:Fallback>
      </mc:AlternateContent>
    </p:spTree>
    <p:extLst>
      <p:ext uri="{BB962C8B-B14F-4D97-AF65-F5344CB8AC3E}">
        <p14:creationId xmlns:p14="http://schemas.microsoft.com/office/powerpoint/2010/main" val="810959309"/>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394" name="Rectangle 16393">
            <a:extLst>
              <a:ext uri="{FF2B5EF4-FFF2-40B4-BE49-F238E27FC236}">
                <a16:creationId xmlns:a16="http://schemas.microsoft.com/office/drawing/2014/main" id="{1B15ED52-F352-441B-82BF-E0EA34836D0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6" name="Rectangle 16395">
            <a:extLst>
              <a:ext uri="{FF2B5EF4-FFF2-40B4-BE49-F238E27FC236}">
                <a16:creationId xmlns:a16="http://schemas.microsoft.com/office/drawing/2014/main" id="{3B2E3793-BFE6-45A2-9B7B-E18844431C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 y="-1"/>
            <a:ext cx="12191998" cy="1590742"/>
          </a:xfrm>
          <a:prstGeom prst="rect">
            <a:avLst/>
          </a:prstGeom>
          <a:gradFill>
            <a:gsLst>
              <a:gs pos="0">
                <a:srgbClr val="000000"/>
              </a:gs>
              <a:gs pos="100000">
                <a:schemeClr val="accent1">
                  <a:lumMod val="7500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98" name="Rectangle 16397">
            <a:extLst>
              <a:ext uri="{FF2B5EF4-FFF2-40B4-BE49-F238E27FC236}">
                <a16:creationId xmlns:a16="http://schemas.microsoft.com/office/drawing/2014/main" id="{BC4C4868-CB8F-4AF9-9CDB-8108F2C19B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3" y="0"/>
            <a:ext cx="8115306" cy="1590742"/>
          </a:xfrm>
          <a:prstGeom prst="rect">
            <a:avLst/>
          </a:prstGeom>
          <a:gradFill>
            <a:gsLst>
              <a:gs pos="20000">
                <a:schemeClr val="accent1">
                  <a:alpha val="0"/>
                </a:schemeClr>
              </a:gs>
              <a:gs pos="100000">
                <a:schemeClr val="accent1">
                  <a:lumMod val="50000"/>
                  <a:alpha val="55000"/>
                </a:schemeClr>
              </a:gs>
            </a:gsLst>
            <a:lin ang="13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0" name="Rectangle 16399">
            <a:extLst>
              <a:ext uri="{FF2B5EF4-FFF2-40B4-BE49-F238E27FC236}">
                <a16:creationId xmlns:a16="http://schemas.microsoft.com/office/drawing/2014/main" id="{375E0459-6403-40CD-989D-56A4407CA1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115299" y="-1"/>
            <a:ext cx="4076698" cy="1590742"/>
          </a:xfrm>
          <a:prstGeom prst="rect">
            <a:avLst/>
          </a:prstGeom>
          <a:gradFill>
            <a:gsLst>
              <a:gs pos="0">
                <a:schemeClr val="accent1">
                  <a:alpha val="66000"/>
                </a:schemeClr>
              </a:gs>
              <a:gs pos="100000">
                <a:srgbClr val="000000">
                  <a:alpha val="30000"/>
                </a:srgb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402" name="Rectangle 16401">
            <a:extLst>
              <a:ext uri="{FF2B5EF4-FFF2-40B4-BE49-F238E27FC236}">
                <a16:creationId xmlns:a16="http://schemas.microsoft.com/office/drawing/2014/main" id="{53E5B1A8-3AC9-4BD1-9BBC-78CA94F2D1B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59350" y="-1"/>
            <a:ext cx="11732646" cy="1597433"/>
          </a:xfrm>
          <a:prstGeom prst="rect">
            <a:avLst/>
          </a:prstGeom>
          <a:gradFill>
            <a:gsLst>
              <a:gs pos="50000">
                <a:srgbClr val="000000">
                  <a:alpha val="0"/>
                </a:srgbClr>
              </a:gs>
              <a:gs pos="99000">
                <a:schemeClr val="accent1">
                  <a:lumMod val="50000"/>
                  <a:alpha val="52000"/>
                </a:schemeClr>
              </a:gs>
            </a:gsLst>
            <a:lin ang="168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386" name="Title 1">
            <a:extLst>
              <a:ext uri="{FF2B5EF4-FFF2-40B4-BE49-F238E27FC236}">
                <a16:creationId xmlns:a16="http://schemas.microsoft.com/office/drawing/2014/main" id="{06B7DAB0-8327-4B64-8BFB-F9AC53C3A4CB}"/>
              </a:ext>
            </a:extLst>
          </p:cNvPr>
          <p:cNvSpPr>
            <a:spLocks noGrp="1" noChangeArrowheads="1"/>
          </p:cNvSpPr>
          <p:nvPr>
            <p:ph type="title"/>
          </p:nvPr>
        </p:nvSpPr>
        <p:spPr>
          <a:xfrm>
            <a:off x="1371599" y="294538"/>
            <a:ext cx="9895951" cy="1033669"/>
          </a:xfrm>
        </p:spPr>
        <p:txBody>
          <a:bodyPr>
            <a:normAutofit/>
          </a:bodyPr>
          <a:lstStyle/>
          <a:p>
            <a:r>
              <a:rPr lang="en-US" altLang="en-US" sz="3700">
                <a:solidFill>
                  <a:srgbClr val="FFFFFF"/>
                </a:solidFill>
                <a:latin typeface="Times New Roman" panose="02020603050405020304" pitchFamily="18" charset="0"/>
                <a:cs typeface="Times New Roman" panose="02020603050405020304" pitchFamily="18" charset="0"/>
              </a:rPr>
              <a:t>Difference between Clustering and Classification</a:t>
            </a:r>
            <a:endParaRPr lang="en-IN" altLang="en-US" sz="3700">
              <a:solidFill>
                <a:srgbClr val="FFFFFF"/>
              </a:solidFill>
              <a:latin typeface="Times New Roman" panose="02020603050405020304" pitchFamily="18" charset="0"/>
              <a:cs typeface="Times New Roman" panose="02020603050405020304" pitchFamily="18" charset="0"/>
            </a:endParaRPr>
          </a:p>
        </p:txBody>
      </p:sp>
      <p:sp>
        <p:nvSpPr>
          <p:cNvPr id="16389" name="Content Placeholder 2">
            <a:extLst>
              <a:ext uri="{FF2B5EF4-FFF2-40B4-BE49-F238E27FC236}">
                <a16:creationId xmlns:a16="http://schemas.microsoft.com/office/drawing/2014/main" id="{01474E1B-49E4-4076-8677-D8DA475E895F}"/>
              </a:ext>
            </a:extLst>
          </p:cNvPr>
          <p:cNvSpPr>
            <a:spLocks noGrp="1" noChangeArrowheads="1"/>
          </p:cNvSpPr>
          <p:nvPr>
            <p:ph idx="1"/>
          </p:nvPr>
        </p:nvSpPr>
        <p:spPr>
          <a:xfrm>
            <a:off x="1371599" y="2318197"/>
            <a:ext cx="9724031" cy="3683358"/>
          </a:xfrm>
        </p:spPr>
        <p:txBody>
          <a:bodyPr anchor="ctr">
            <a:normAutofit/>
          </a:bodyPr>
          <a:lstStyle/>
          <a:p>
            <a:r>
              <a:rPr lang="en-US" altLang="en-US" sz="2000">
                <a:latin typeface="Times New Roman" panose="02020603050405020304" pitchFamily="18" charset="0"/>
                <a:cs typeface="Times New Roman" panose="02020603050405020304" pitchFamily="18" charset="0"/>
              </a:rPr>
              <a:t>Uses Unsupervised machine learning</a:t>
            </a:r>
          </a:p>
          <a:p>
            <a:r>
              <a:rPr lang="en-US" altLang="en-US" sz="2000">
                <a:latin typeface="Times New Roman" panose="02020603050405020304" pitchFamily="18" charset="0"/>
                <a:cs typeface="Times New Roman" panose="02020603050405020304" pitchFamily="18" charset="0"/>
              </a:rPr>
              <a:t>Clustering uses Unlabeled Data as an Input</a:t>
            </a:r>
          </a:p>
          <a:p>
            <a:r>
              <a:rPr lang="en-US" altLang="en-US" sz="2000">
                <a:latin typeface="Times New Roman" panose="02020603050405020304" pitchFamily="18" charset="0"/>
                <a:cs typeface="Times New Roman" panose="02020603050405020304" pitchFamily="18" charset="0"/>
              </a:rPr>
              <a:t>The Output is unknown</a:t>
            </a:r>
          </a:p>
          <a:p>
            <a:r>
              <a:rPr lang="en-US" altLang="en-US" sz="2000">
                <a:latin typeface="Times New Roman" panose="02020603050405020304" pitchFamily="18" charset="0"/>
                <a:cs typeface="Times New Roman" panose="02020603050405020304" pitchFamily="18" charset="0"/>
              </a:rPr>
              <a:t>There is no target variable in clustering</a:t>
            </a:r>
          </a:p>
          <a:p>
            <a:endParaRPr lang="en-IN" altLang="en-US" sz="2000"/>
          </a:p>
        </p:txBody>
      </p:sp>
      <mc:AlternateContent xmlns:mc="http://schemas.openxmlformats.org/markup-compatibility/2006">
        <mc:Choice xmlns:p14="http://schemas.microsoft.com/office/powerpoint/2010/main" Requires="p14">
          <p:contentPart p14:bwMode="auto" r:id="rId2">
            <p14:nvContentPartPr>
              <p14:cNvPr id="2" name="Ink 1">
                <a:extLst>
                  <a:ext uri="{FF2B5EF4-FFF2-40B4-BE49-F238E27FC236}">
                    <a16:creationId xmlns:a16="http://schemas.microsoft.com/office/drawing/2014/main" id="{0A5C9A63-D567-B4DF-B265-0946724C76B1}"/>
                  </a:ext>
                </a:extLst>
              </p14:cNvPr>
              <p14:cNvContentPartPr/>
              <p14:nvPr/>
            </p14:nvContentPartPr>
            <p14:xfrm>
              <a:off x="2964240" y="1186560"/>
              <a:ext cx="7006320" cy="3758400"/>
            </p14:xfrm>
          </p:contentPart>
        </mc:Choice>
        <mc:Fallback>
          <p:pic>
            <p:nvPicPr>
              <p:cNvPr id="2" name="Ink 1">
                <a:extLst>
                  <a:ext uri="{FF2B5EF4-FFF2-40B4-BE49-F238E27FC236}">
                    <a16:creationId xmlns:a16="http://schemas.microsoft.com/office/drawing/2014/main" id="{0A5C9A63-D567-B4DF-B265-0946724C76B1}"/>
                  </a:ext>
                </a:extLst>
              </p:cNvPr>
              <p:cNvPicPr/>
              <p:nvPr/>
            </p:nvPicPr>
            <p:blipFill>
              <a:blip r:embed="rId3"/>
              <a:stretch>
                <a:fillRect/>
              </a:stretch>
            </p:blipFill>
            <p:spPr>
              <a:xfrm>
                <a:off x="2954880" y="1177200"/>
                <a:ext cx="7025040" cy="3777120"/>
              </a:xfrm>
              <a:prstGeom prst="rect">
                <a:avLst/>
              </a:prstGeom>
            </p:spPr>
          </p:pic>
        </mc:Fallback>
      </mc:AlternateContent>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5F5232-2FA5-846D-6885-79D6184AC5EF}"/>
              </a:ext>
            </a:extLst>
          </p:cNvPr>
          <p:cNvSpPr>
            <a:spLocks noGrp="1"/>
          </p:cNvSpPr>
          <p:nvPr>
            <p:ph type="title"/>
          </p:nvPr>
        </p:nvSpPr>
        <p:spPr>
          <a:xfrm>
            <a:off x="246017" y="278039"/>
            <a:ext cx="10515600" cy="1325563"/>
          </a:xfrm>
        </p:spPr>
        <p:txBody>
          <a:bodyPr>
            <a:normAutofit/>
          </a:bodyPr>
          <a:lstStyle/>
          <a:p>
            <a:r>
              <a:rPr lang="en-IN" b="0" i="0" dirty="0">
                <a:solidFill>
                  <a:srgbClr val="222222"/>
                </a:solidFill>
                <a:effectLst/>
                <a:latin typeface="Times New Roman" panose="02020603050405020304" pitchFamily="18" charset="0"/>
                <a:cs typeface="Times New Roman" panose="02020603050405020304" pitchFamily="18" charset="0"/>
              </a:rPr>
              <a:t>Example</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14AA5AE6-AA2A-EB5C-CFD2-779620A9E01B}"/>
              </a:ext>
            </a:extLst>
          </p:cNvPr>
          <p:cNvSpPr>
            <a:spLocks noGrp="1"/>
          </p:cNvSpPr>
          <p:nvPr>
            <p:ph idx="1"/>
          </p:nvPr>
        </p:nvSpPr>
        <p:spPr>
          <a:xfrm>
            <a:off x="361122" y="1929384"/>
            <a:ext cx="6026426" cy="4251960"/>
          </a:xfrm>
        </p:spPr>
        <p:txBody>
          <a:bodyPr>
            <a:normAutofit/>
          </a:bodyPr>
          <a:lstStyle/>
          <a:p>
            <a:pPr algn="just"/>
            <a:r>
              <a:rPr lang="en-US" sz="2000" b="0" i="0" dirty="0">
                <a:solidFill>
                  <a:srgbClr val="222222"/>
                </a:solidFill>
                <a:effectLst/>
                <a:latin typeface="Times New Roman" panose="02020603050405020304" pitchFamily="18" charset="0"/>
                <a:cs typeface="Times New Roman" panose="02020603050405020304" pitchFamily="18" charset="0"/>
              </a:rPr>
              <a:t>A </a:t>
            </a:r>
            <a:r>
              <a:rPr lang="en-US" sz="2000" b="0" i="0" dirty="0">
                <a:solidFill>
                  <a:srgbClr val="FF0000"/>
                </a:solidFill>
                <a:effectLst/>
                <a:latin typeface="Times New Roman" panose="02020603050405020304" pitchFamily="18" charset="0"/>
                <a:cs typeface="Times New Roman" panose="02020603050405020304" pitchFamily="18" charset="0"/>
              </a:rPr>
              <a:t>bank wants to give credit card offers to its customers. Currently, they look at the details of each customer and, based on this information, decide which offer should be given to which customer.</a:t>
            </a:r>
          </a:p>
          <a:p>
            <a:pPr algn="just"/>
            <a:r>
              <a:rPr lang="en-US" sz="2000" b="0" i="0" dirty="0">
                <a:solidFill>
                  <a:srgbClr val="222222"/>
                </a:solidFill>
                <a:effectLst/>
                <a:latin typeface="Times New Roman" panose="02020603050405020304" pitchFamily="18" charset="0"/>
                <a:cs typeface="Times New Roman" panose="02020603050405020304" pitchFamily="18" charset="0"/>
              </a:rPr>
              <a:t>Now, the bank can potentially have millions of customers. Does it make sense to look at the details of each customer separately and then make a decision? It is a manual process and will take a huge amount of time.</a:t>
            </a:r>
          </a:p>
          <a:p>
            <a:pPr algn="just"/>
            <a:r>
              <a:rPr lang="en-US" sz="2000" b="0" i="0" dirty="0">
                <a:solidFill>
                  <a:srgbClr val="222222"/>
                </a:solidFill>
                <a:effectLst/>
                <a:latin typeface="Times New Roman" panose="02020603050405020304" pitchFamily="18" charset="0"/>
                <a:cs typeface="Times New Roman" panose="02020603050405020304" pitchFamily="18" charset="0"/>
              </a:rPr>
              <a:t>So what can the bank do? One option is to segment its customers into different groups. For instance, the bank can group the customers based on their income:</a:t>
            </a:r>
          </a:p>
          <a:p>
            <a:endParaRPr lang="en-IN" dirty="0"/>
          </a:p>
        </p:txBody>
      </p:sp>
      <p:pic>
        <p:nvPicPr>
          <p:cNvPr id="1026" name="Picture 2" descr="customer segmentation">
            <a:extLst>
              <a:ext uri="{FF2B5EF4-FFF2-40B4-BE49-F238E27FC236}">
                <a16:creationId xmlns:a16="http://schemas.microsoft.com/office/drawing/2014/main" id="{F46B58DC-56B6-0162-2EF0-28E30529CAD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411153" y="2500312"/>
            <a:ext cx="5419725" cy="3184871"/>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45D6B82-D4E9-B04D-45FB-EF2B34087393}"/>
                  </a:ext>
                </a:extLst>
              </p14:cNvPr>
              <p14:cNvContentPartPr/>
              <p14:nvPr/>
            </p14:nvContentPartPr>
            <p14:xfrm>
              <a:off x="1255320" y="2826720"/>
              <a:ext cx="10545840" cy="2957400"/>
            </p14:xfrm>
          </p:contentPart>
        </mc:Choice>
        <mc:Fallback>
          <p:pic>
            <p:nvPicPr>
              <p:cNvPr id="4" name="Ink 3">
                <a:extLst>
                  <a:ext uri="{FF2B5EF4-FFF2-40B4-BE49-F238E27FC236}">
                    <a16:creationId xmlns:a16="http://schemas.microsoft.com/office/drawing/2014/main" id="{645D6B82-D4E9-B04D-45FB-EF2B34087393}"/>
                  </a:ext>
                </a:extLst>
              </p:cNvPr>
              <p:cNvPicPr/>
              <p:nvPr/>
            </p:nvPicPr>
            <p:blipFill>
              <a:blip r:embed="rId4"/>
              <a:stretch>
                <a:fillRect/>
              </a:stretch>
            </p:blipFill>
            <p:spPr>
              <a:xfrm>
                <a:off x="1245960" y="2817360"/>
                <a:ext cx="10564560" cy="2976120"/>
              </a:xfrm>
              <a:prstGeom prst="rect">
                <a:avLst/>
              </a:prstGeom>
            </p:spPr>
          </p:pic>
        </mc:Fallback>
      </mc:AlternateContent>
    </p:spTree>
    <p:extLst>
      <p:ext uri="{BB962C8B-B14F-4D97-AF65-F5344CB8AC3E}">
        <p14:creationId xmlns:p14="http://schemas.microsoft.com/office/powerpoint/2010/main" val="84401238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18F7974-E9BC-5D9B-4EE6-2E638E921802}"/>
              </a:ext>
            </a:extLst>
          </p:cNvPr>
          <p:cNvSpPr>
            <a:spLocks noGrp="1"/>
          </p:cNvSpPr>
          <p:nvPr>
            <p:ph type="title"/>
          </p:nvPr>
        </p:nvSpPr>
        <p:spPr/>
        <p:txBody>
          <a:bodyPr>
            <a:normAutofit/>
          </a:bodyPr>
          <a:lstStyle/>
          <a:p>
            <a:r>
              <a:rPr lang="en-IN" b="0" i="0" dirty="0">
                <a:solidFill>
                  <a:srgbClr val="222222"/>
                </a:solidFill>
                <a:effectLst/>
                <a:latin typeface="Times New Roman" panose="02020603050405020304" pitchFamily="18" charset="0"/>
                <a:cs typeface="Times New Roman" panose="02020603050405020304" pitchFamily="18" charset="0"/>
              </a:rPr>
              <a:t>How unsupervised algorithm helps</a:t>
            </a:r>
            <a:endParaRPr lang="en-IN"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60E53B2E-2AEE-87ED-5A1F-185493A6345F}"/>
              </a:ext>
            </a:extLst>
          </p:cNvPr>
          <p:cNvSpPr>
            <a:spLocks noGrp="1"/>
          </p:cNvSpPr>
          <p:nvPr>
            <p:ph idx="1"/>
          </p:nvPr>
        </p:nvSpPr>
        <p:spPr>
          <a:xfrm>
            <a:off x="838199" y="1929384"/>
            <a:ext cx="5421923" cy="4237822"/>
          </a:xfrm>
        </p:spPr>
        <p:txBody>
          <a:bodyPr>
            <a:normAutofit/>
          </a:bodyPr>
          <a:lstStyle/>
          <a:p>
            <a:pPr algn="just"/>
            <a:r>
              <a:rPr lang="en-US" sz="2400" b="0" i="0" dirty="0">
                <a:solidFill>
                  <a:srgbClr val="222222"/>
                </a:solidFill>
                <a:effectLst/>
                <a:latin typeface="Times New Roman" panose="02020603050405020304" pitchFamily="18" charset="0"/>
                <a:cs typeface="Times New Roman" panose="02020603050405020304" pitchFamily="18" charset="0"/>
              </a:rPr>
              <a:t>For simplicity purposes, let’s say the bank only wants to use the income and debt to make the segmentation. </a:t>
            </a:r>
          </a:p>
          <a:p>
            <a:pPr algn="just"/>
            <a:r>
              <a:rPr lang="en-US" sz="2400" b="0" i="0" dirty="0">
                <a:solidFill>
                  <a:srgbClr val="222222"/>
                </a:solidFill>
                <a:effectLst/>
                <a:latin typeface="Times New Roman" panose="02020603050405020304" pitchFamily="18" charset="0"/>
                <a:cs typeface="Times New Roman" panose="02020603050405020304" pitchFamily="18" charset="0"/>
              </a:rPr>
              <a:t>They collected the customer data and used a scatter plot to visualize it:</a:t>
            </a:r>
            <a:endParaRPr lang="en-IN" sz="2400" dirty="0">
              <a:latin typeface="Times New Roman" panose="02020603050405020304" pitchFamily="18" charset="0"/>
              <a:cs typeface="Times New Roman" panose="02020603050405020304" pitchFamily="18" charset="0"/>
            </a:endParaRPr>
          </a:p>
        </p:txBody>
      </p:sp>
      <p:pic>
        <p:nvPicPr>
          <p:cNvPr id="3076" name="Picture 4" descr="customer segmentation clustering [k-means clustering]">
            <a:extLst>
              <a:ext uri="{FF2B5EF4-FFF2-40B4-BE49-F238E27FC236}">
                <a16:creationId xmlns:a16="http://schemas.microsoft.com/office/drawing/2014/main" id="{077DDEDD-35C5-3082-FCF4-FD6CEEBB948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60122" y="2374972"/>
            <a:ext cx="5505450" cy="3595286"/>
          </a:xfrm>
          <a:prstGeom prst="rect">
            <a:avLst/>
          </a:prstGeom>
          <a:noFill/>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6290DD4D-3519-57BF-AD2E-8B003467C63C}"/>
                  </a:ext>
                </a:extLst>
              </p14:cNvPr>
              <p14:cNvContentPartPr/>
              <p14:nvPr/>
            </p14:nvContentPartPr>
            <p14:xfrm>
              <a:off x="1146600" y="2333160"/>
              <a:ext cx="10056960" cy="4139640"/>
            </p14:xfrm>
          </p:contentPart>
        </mc:Choice>
        <mc:Fallback>
          <p:pic>
            <p:nvPicPr>
              <p:cNvPr id="4" name="Ink 3">
                <a:extLst>
                  <a:ext uri="{FF2B5EF4-FFF2-40B4-BE49-F238E27FC236}">
                    <a16:creationId xmlns:a16="http://schemas.microsoft.com/office/drawing/2014/main" id="{6290DD4D-3519-57BF-AD2E-8B003467C63C}"/>
                  </a:ext>
                </a:extLst>
              </p:cNvPr>
              <p:cNvPicPr/>
              <p:nvPr/>
            </p:nvPicPr>
            <p:blipFill>
              <a:blip r:embed="rId4"/>
              <a:stretch>
                <a:fillRect/>
              </a:stretch>
            </p:blipFill>
            <p:spPr>
              <a:xfrm>
                <a:off x="1137240" y="2323800"/>
                <a:ext cx="10075680" cy="4158360"/>
              </a:xfrm>
              <a:prstGeom prst="rect">
                <a:avLst/>
              </a:prstGeom>
            </p:spPr>
          </p:pic>
        </mc:Fallback>
      </mc:AlternateContent>
    </p:spTree>
    <p:extLst>
      <p:ext uri="{BB962C8B-B14F-4D97-AF65-F5344CB8AC3E}">
        <p14:creationId xmlns:p14="http://schemas.microsoft.com/office/powerpoint/2010/main" val="6801468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E85ED28-8672-15E5-459B-EBEF164ED018}"/>
              </a:ext>
            </a:extLst>
          </p:cNvPr>
          <p:cNvSpPr>
            <a:spLocks noGrp="1"/>
          </p:cNvSpPr>
          <p:nvPr>
            <p:ph type="title"/>
          </p:nvPr>
        </p:nvSpPr>
        <p:spPr/>
        <p:txBody>
          <a:bodyPr>
            <a:normAutofit/>
          </a:bodyPr>
          <a:lstStyle/>
          <a:p>
            <a:r>
              <a:rPr lang="en-IN" b="0" i="0" dirty="0">
                <a:solidFill>
                  <a:srgbClr val="222222"/>
                </a:solidFill>
                <a:effectLst/>
                <a:latin typeface="Times New Roman" panose="02020603050405020304" pitchFamily="18" charset="0"/>
                <a:cs typeface="Times New Roman" panose="02020603050405020304" pitchFamily="18" charset="0"/>
              </a:rPr>
              <a:t>How unsupervised algorithm helps</a:t>
            </a:r>
            <a:endParaRPr lang="en-IN" dirty="0">
              <a:latin typeface="Times New Roman" panose="02020603050405020304" pitchFamily="18" charset="0"/>
              <a:cs typeface="Times New Roman" panose="02020603050405020304" pitchFamily="18" charset="0"/>
            </a:endParaRPr>
          </a:p>
        </p:txBody>
      </p:sp>
      <p:sp>
        <p:nvSpPr>
          <p:cNvPr id="5" name="TextBox 4">
            <a:extLst>
              <a:ext uri="{FF2B5EF4-FFF2-40B4-BE49-F238E27FC236}">
                <a16:creationId xmlns:a16="http://schemas.microsoft.com/office/drawing/2014/main" id="{5492A95C-E1A1-5089-FC00-D0F21443AFBB}"/>
              </a:ext>
            </a:extLst>
          </p:cNvPr>
          <p:cNvSpPr txBox="1"/>
          <p:nvPr/>
        </p:nvSpPr>
        <p:spPr>
          <a:xfrm>
            <a:off x="838200" y="2228671"/>
            <a:ext cx="5257800" cy="2308324"/>
          </a:xfrm>
          <a:prstGeom prst="rect">
            <a:avLst/>
          </a:prstGeom>
          <a:noFill/>
        </p:spPr>
        <p:txBody>
          <a:bodyPr wrap="square">
            <a:spAutoFit/>
          </a:bodyPr>
          <a:lstStyle/>
          <a:p>
            <a:pPr algn="just"/>
            <a:r>
              <a:rPr lang="en-US" sz="2400" b="0" i="0" dirty="0">
                <a:solidFill>
                  <a:srgbClr val="222222"/>
                </a:solidFill>
                <a:effectLst/>
                <a:latin typeface="Times New Roman" panose="02020603050405020304" pitchFamily="18" charset="0"/>
                <a:cs typeface="Times New Roman" panose="02020603050405020304" pitchFamily="18" charset="0"/>
              </a:rPr>
              <a:t>On the X-axis, we have the income of the customer, and the y-axis represents the amount of debt. Here, we can clearly visualize that these customers can be segmented into 4 different clusters, as shown </a:t>
            </a:r>
            <a:r>
              <a:rPr lang="en-US" sz="2400" dirty="0">
                <a:solidFill>
                  <a:srgbClr val="222222"/>
                </a:solidFill>
                <a:latin typeface="Times New Roman" panose="02020603050405020304" pitchFamily="18" charset="0"/>
                <a:cs typeface="Times New Roman" panose="02020603050405020304" pitchFamily="18" charset="0"/>
              </a:rPr>
              <a:t>here</a:t>
            </a:r>
            <a:endParaRPr lang="en-IN" sz="2400" dirty="0">
              <a:latin typeface="Times New Roman" panose="02020603050405020304" pitchFamily="18" charset="0"/>
              <a:cs typeface="Times New Roman" panose="02020603050405020304" pitchFamily="18" charset="0"/>
            </a:endParaRPr>
          </a:p>
        </p:txBody>
      </p:sp>
      <p:pic>
        <p:nvPicPr>
          <p:cNvPr id="4098" name="Picture 2" descr="clusters of customer segmentation [k-means clustering]">
            <a:extLst>
              <a:ext uri="{FF2B5EF4-FFF2-40B4-BE49-F238E27FC236}">
                <a16:creationId xmlns:a16="http://schemas.microsoft.com/office/drawing/2014/main" id="{C732BF35-7386-F3C7-1C0A-5D3EF4D5B14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228521" y="2228671"/>
            <a:ext cx="5486400" cy="2962275"/>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1CD49724-8CF2-89EC-6FA2-68A5BA74EBE1}"/>
              </a:ext>
            </a:extLst>
          </p:cNvPr>
          <p:cNvSpPr txBox="1"/>
          <p:nvPr/>
        </p:nvSpPr>
        <p:spPr>
          <a:xfrm>
            <a:off x="6096000" y="5413532"/>
            <a:ext cx="6096000" cy="923330"/>
          </a:xfrm>
          <a:prstGeom prst="rect">
            <a:avLst/>
          </a:prstGeom>
          <a:noFill/>
        </p:spPr>
        <p:txBody>
          <a:bodyPr wrap="square">
            <a:spAutoFit/>
          </a:bodyPr>
          <a:lstStyle/>
          <a:p>
            <a:pPr algn="ctr"/>
            <a:r>
              <a:rPr lang="en-US" b="0" i="0" dirty="0">
                <a:solidFill>
                  <a:srgbClr val="222222"/>
                </a:solidFill>
                <a:effectLst/>
                <a:latin typeface="Times New Roman" panose="02020603050405020304" pitchFamily="18" charset="0"/>
                <a:cs typeface="Times New Roman" panose="02020603050405020304" pitchFamily="18" charset="0"/>
              </a:rPr>
              <a:t>This is how clustering helps to create segments (clusters) from the data. The bank can further use these clusters to make strategies and offer discounts to its customers</a:t>
            </a:r>
            <a:endParaRPr lang="en-IN" dirty="0">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C021C0CB-0FE8-F935-F7D9-A080DAF79B5D}"/>
                  </a:ext>
                </a:extLst>
              </p14:cNvPr>
              <p14:cNvContentPartPr/>
              <p14:nvPr/>
            </p14:nvContentPartPr>
            <p14:xfrm>
              <a:off x="3973320" y="4105800"/>
              <a:ext cx="7654320" cy="2408400"/>
            </p14:xfrm>
          </p:contentPart>
        </mc:Choice>
        <mc:Fallback>
          <p:pic>
            <p:nvPicPr>
              <p:cNvPr id="3" name="Ink 2">
                <a:extLst>
                  <a:ext uri="{FF2B5EF4-FFF2-40B4-BE49-F238E27FC236}">
                    <a16:creationId xmlns:a16="http://schemas.microsoft.com/office/drawing/2014/main" id="{C021C0CB-0FE8-F935-F7D9-A080DAF79B5D}"/>
                  </a:ext>
                </a:extLst>
              </p:cNvPr>
              <p:cNvPicPr/>
              <p:nvPr/>
            </p:nvPicPr>
            <p:blipFill>
              <a:blip r:embed="rId4"/>
              <a:stretch>
                <a:fillRect/>
              </a:stretch>
            </p:blipFill>
            <p:spPr>
              <a:xfrm>
                <a:off x="3963960" y="4096440"/>
                <a:ext cx="7673040" cy="2427120"/>
              </a:xfrm>
              <a:prstGeom prst="rect">
                <a:avLst/>
              </a:prstGeom>
            </p:spPr>
          </p:pic>
        </mc:Fallback>
      </mc:AlternateContent>
    </p:spTree>
    <p:extLst>
      <p:ext uri="{BB962C8B-B14F-4D97-AF65-F5344CB8AC3E}">
        <p14:creationId xmlns:p14="http://schemas.microsoft.com/office/powerpoint/2010/main" val="1486567605"/>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418" name="Rectangle 17417">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0" name="Rectangle 17419">
            <a:extLst>
              <a:ext uri="{FF2B5EF4-FFF2-40B4-BE49-F238E27FC236}">
                <a16:creationId xmlns:a16="http://schemas.microsoft.com/office/drawing/2014/main" id="{1199E1B1-A8C0-4FE8-A5A8-1CB41D69F85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2" name="Rectangle 17421">
            <a:extLst>
              <a:ext uri="{FF2B5EF4-FFF2-40B4-BE49-F238E27FC236}">
                <a16:creationId xmlns:a16="http://schemas.microsoft.com/office/drawing/2014/main" id="{84A8DE83-DE75-4B41-9DB4-A7EC0B0DEC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8128856" cy="1575461"/>
          </a:xfrm>
          <a:prstGeom prst="rect">
            <a:avLst/>
          </a:prstGeom>
          <a:gradFill>
            <a:gsLst>
              <a:gs pos="0">
                <a:schemeClr val="accent1">
                  <a:alpha val="41000"/>
                </a:schemeClr>
              </a:gs>
              <a:gs pos="74000">
                <a:schemeClr val="accent1">
                  <a:lumMod val="60000"/>
                  <a:lumOff val="40000"/>
                  <a:alpha val="0"/>
                </a:schemeClr>
              </a:gs>
            </a:gsLst>
            <a:lin ang="8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24" name="Rectangle 17423">
            <a:extLst>
              <a:ext uri="{FF2B5EF4-FFF2-40B4-BE49-F238E27FC236}">
                <a16:creationId xmlns:a16="http://schemas.microsoft.com/office/drawing/2014/main" id="{A7009A0A-BEF5-4EAC-AF15-E4F9F002E2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3" y="-1"/>
            <a:ext cx="12192002" cy="1574311"/>
          </a:xfrm>
          <a:prstGeom prst="rect">
            <a:avLst/>
          </a:prstGeom>
          <a:gradFill>
            <a:gsLst>
              <a:gs pos="0">
                <a:srgbClr val="000000">
                  <a:alpha val="63000"/>
                </a:srgbClr>
              </a:gs>
              <a:gs pos="78000">
                <a:schemeClr val="accent1">
                  <a:alpha val="15000"/>
                </a:schemeClr>
              </a:gs>
            </a:gsLst>
            <a:lin ang="15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410" name="Title 1">
            <a:extLst>
              <a:ext uri="{FF2B5EF4-FFF2-40B4-BE49-F238E27FC236}">
                <a16:creationId xmlns:a16="http://schemas.microsoft.com/office/drawing/2014/main" id="{22FBB04B-0B0D-4D9D-A7B8-DCFA1B83BB46}"/>
              </a:ext>
            </a:extLst>
          </p:cNvPr>
          <p:cNvSpPr>
            <a:spLocks noGrp="1" noChangeArrowheads="1"/>
          </p:cNvSpPr>
          <p:nvPr>
            <p:ph type="title"/>
          </p:nvPr>
        </p:nvSpPr>
        <p:spPr>
          <a:xfrm>
            <a:off x="699713" y="248038"/>
            <a:ext cx="7063721" cy="1159200"/>
          </a:xfrm>
        </p:spPr>
        <p:txBody>
          <a:bodyPr vert="horz" lIns="91440" tIns="45720" rIns="91440" bIns="45720" rtlCol="0" anchor="ctr">
            <a:normAutofit/>
          </a:bodyPr>
          <a:lstStyle/>
          <a:p>
            <a:r>
              <a:rPr lang="en-US" altLang="en-US" sz="4000" b="1" kern="1200">
                <a:solidFill>
                  <a:srgbClr val="FFFFFF"/>
                </a:solidFill>
                <a:latin typeface="+mj-lt"/>
                <a:ea typeface="+mj-ea"/>
                <a:cs typeface="+mj-cs"/>
              </a:rPr>
              <a:t>Goal of Clustering</a:t>
            </a:r>
            <a:endParaRPr lang="en-US" altLang="en-US" sz="4000" kern="1200">
              <a:solidFill>
                <a:srgbClr val="FFFFFF"/>
              </a:solidFill>
              <a:latin typeface="+mj-lt"/>
              <a:ea typeface="+mj-ea"/>
              <a:cs typeface="+mj-cs"/>
            </a:endParaRPr>
          </a:p>
        </p:txBody>
      </p:sp>
      <p:pic>
        <p:nvPicPr>
          <p:cNvPr id="17413" name="Picture 6">
            <a:extLst>
              <a:ext uri="{FF2B5EF4-FFF2-40B4-BE49-F238E27FC236}">
                <a16:creationId xmlns:a16="http://schemas.microsoft.com/office/drawing/2014/main" id="{0187EF10-3795-4F0A-8842-4DAB8F1F923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l="2876" t="19821" r="3053"/>
          <a:stretch>
            <a:fillRect/>
          </a:stretch>
        </p:blipFill>
        <p:spPr bwMode="auto">
          <a:xfrm>
            <a:off x="2113820" y="1640286"/>
            <a:ext cx="8166098" cy="5202723"/>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mc:AlternateContent xmlns:mc="http://schemas.openxmlformats.org/markup-compatibility/2006">
        <mc:Choice xmlns:p14="http://schemas.microsoft.com/office/powerpoint/2010/main" Requires="p14">
          <p:contentPart p14:bwMode="auto" r:id="rId3">
            <p14:nvContentPartPr>
              <p14:cNvPr id="2" name="Ink 1">
                <a:extLst>
                  <a:ext uri="{FF2B5EF4-FFF2-40B4-BE49-F238E27FC236}">
                    <a16:creationId xmlns:a16="http://schemas.microsoft.com/office/drawing/2014/main" id="{E547E889-2FE6-1E38-56AF-633D00AD914E}"/>
                  </a:ext>
                </a:extLst>
              </p14:cNvPr>
              <p14:cNvContentPartPr/>
              <p14:nvPr/>
            </p14:nvContentPartPr>
            <p14:xfrm>
              <a:off x="1133640" y="1906560"/>
              <a:ext cx="10587240" cy="4785480"/>
            </p14:xfrm>
          </p:contentPart>
        </mc:Choice>
        <mc:Fallback>
          <p:pic>
            <p:nvPicPr>
              <p:cNvPr id="2" name="Ink 1">
                <a:extLst>
                  <a:ext uri="{FF2B5EF4-FFF2-40B4-BE49-F238E27FC236}">
                    <a16:creationId xmlns:a16="http://schemas.microsoft.com/office/drawing/2014/main" id="{E547E889-2FE6-1E38-56AF-633D00AD914E}"/>
                  </a:ext>
                </a:extLst>
              </p:cNvPr>
              <p:cNvPicPr/>
              <p:nvPr/>
            </p:nvPicPr>
            <p:blipFill>
              <a:blip r:embed="rId4"/>
              <a:stretch>
                <a:fillRect/>
              </a:stretch>
            </p:blipFill>
            <p:spPr>
              <a:xfrm>
                <a:off x="1124280" y="1897200"/>
                <a:ext cx="10605960" cy="4804200"/>
              </a:xfrm>
              <a:prstGeom prst="rect">
                <a:avLst/>
              </a:prstGeom>
            </p:spPr>
          </p:pic>
        </mc:Fallback>
      </mc:AlternateContent>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0ACA3-7A99-960E-31B8-27EAD52AA12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distance measure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8D5AB1F-1B01-21E6-6076-7A618B474DBF}"/>
              </a:ext>
            </a:extLst>
          </p:cNvPr>
          <p:cNvSpPr txBox="1"/>
          <p:nvPr/>
        </p:nvSpPr>
        <p:spPr>
          <a:xfrm>
            <a:off x="838201" y="1772179"/>
            <a:ext cx="10515600" cy="707886"/>
          </a:xfrm>
          <a:prstGeom prst="rect">
            <a:avLst/>
          </a:prstGeom>
          <a:noFill/>
        </p:spPr>
        <p:txBody>
          <a:bodyPr wrap="square">
            <a:spAutoFit/>
          </a:bodyPr>
          <a:lstStyle/>
          <a:p>
            <a:r>
              <a:rPr lang="en-US" sz="2000" b="1" i="1" dirty="0">
                <a:ln w="0"/>
                <a:solidFill>
                  <a:schemeClr val="tx1"/>
                </a:solidFill>
                <a:latin typeface="+mj-lt"/>
                <a:cs typeface="Times New Roman" panose="02020603050405020304" pitchFamily="18" charset="0"/>
              </a:rPr>
              <a:t>Euclidean Distance: </a:t>
            </a:r>
            <a:r>
              <a:rPr lang="en-US" sz="2000" dirty="0">
                <a:latin typeface="+mj-lt"/>
                <a:cs typeface="Times New Roman" panose="02020603050405020304" pitchFamily="18" charset="0"/>
              </a:rPr>
              <a:t>The Euclidean distance is the distance between two points, which we have already studied in geometry. It can be calculated as:</a:t>
            </a:r>
          </a:p>
        </p:txBody>
      </p:sp>
      <p:pic>
        <p:nvPicPr>
          <p:cNvPr id="6" name="Picture 5" descr="A graph of a mathematical equation&#10;&#10;Description automatically generated with medium confidence">
            <a:extLst>
              <a:ext uri="{FF2B5EF4-FFF2-40B4-BE49-F238E27FC236}">
                <a16:creationId xmlns:a16="http://schemas.microsoft.com/office/drawing/2014/main" id="{3526D532-DDF6-68C4-E376-CB86A6DCCB1C}"/>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81653" y="2418510"/>
            <a:ext cx="5442426" cy="4353940"/>
          </a:xfrm>
          <a:prstGeom prst="rect">
            <a:avLst/>
          </a:prstGeom>
        </p:spPr>
      </p:pic>
      <mc:AlternateContent xmlns:mc="http://schemas.openxmlformats.org/markup-compatibility/2006">
        <mc:Choice xmlns:p14="http://schemas.microsoft.com/office/powerpoint/2010/main" Requires="p14">
          <p:contentPart p14:bwMode="auto" r:id="rId3">
            <p14:nvContentPartPr>
              <p14:cNvPr id="3" name="Ink 2">
                <a:extLst>
                  <a:ext uri="{FF2B5EF4-FFF2-40B4-BE49-F238E27FC236}">
                    <a16:creationId xmlns:a16="http://schemas.microsoft.com/office/drawing/2014/main" id="{0915E2B2-A0F8-FF16-8183-9F6A630608FD}"/>
                  </a:ext>
                </a:extLst>
              </p14:cNvPr>
              <p14:cNvContentPartPr/>
              <p14:nvPr/>
            </p14:nvContentPartPr>
            <p14:xfrm>
              <a:off x="220680" y="2036520"/>
              <a:ext cx="9506520" cy="4628520"/>
            </p14:xfrm>
          </p:contentPart>
        </mc:Choice>
        <mc:Fallback>
          <p:pic>
            <p:nvPicPr>
              <p:cNvPr id="3" name="Ink 2">
                <a:extLst>
                  <a:ext uri="{FF2B5EF4-FFF2-40B4-BE49-F238E27FC236}">
                    <a16:creationId xmlns:a16="http://schemas.microsoft.com/office/drawing/2014/main" id="{0915E2B2-A0F8-FF16-8183-9F6A630608FD}"/>
                  </a:ext>
                </a:extLst>
              </p:cNvPr>
              <p:cNvPicPr/>
              <p:nvPr/>
            </p:nvPicPr>
            <p:blipFill>
              <a:blip r:embed="rId4"/>
              <a:stretch>
                <a:fillRect/>
              </a:stretch>
            </p:blipFill>
            <p:spPr>
              <a:xfrm>
                <a:off x="211320" y="2027160"/>
                <a:ext cx="9525240" cy="4647240"/>
              </a:xfrm>
              <a:prstGeom prst="rect">
                <a:avLst/>
              </a:prstGeom>
            </p:spPr>
          </p:pic>
        </mc:Fallback>
      </mc:AlternateContent>
    </p:spTree>
    <p:extLst>
      <p:ext uri="{BB962C8B-B14F-4D97-AF65-F5344CB8AC3E}">
        <p14:creationId xmlns:p14="http://schemas.microsoft.com/office/powerpoint/2010/main" val="79793795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C40ACA3-7A99-960E-31B8-27EAD52AA12C}"/>
              </a:ext>
            </a:extLst>
          </p:cNvPr>
          <p:cNvSpPr>
            <a:spLocks noGrp="1"/>
          </p:cNvSpPr>
          <p:nvPr>
            <p:ph type="title"/>
          </p:nvPr>
        </p:nvSpPr>
        <p:spPr/>
        <p:txBody>
          <a:bodyPr/>
          <a:lstStyle/>
          <a:p>
            <a:r>
              <a:rPr lang="en-US" dirty="0">
                <a:latin typeface="Times New Roman" panose="02020603050405020304" pitchFamily="18" charset="0"/>
                <a:cs typeface="Times New Roman" panose="02020603050405020304" pitchFamily="18" charset="0"/>
              </a:rPr>
              <a:t>Different distance measure</a:t>
            </a:r>
            <a:endParaRPr lang="en-IN" dirty="0">
              <a:latin typeface="Times New Roman" panose="02020603050405020304" pitchFamily="18" charset="0"/>
              <a:cs typeface="Times New Roman" panose="02020603050405020304" pitchFamily="18" charset="0"/>
            </a:endParaRPr>
          </a:p>
        </p:txBody>
      </p:sp>
      <p:sp>
        <p:nvSpPr>
          <p:cNvPr id="4" name="TextBox 3">
            <a:extLst>
              <a:ext uri="{FF2B5EF4-FFF2-40B4-BE49-F238E27FC236}">
                <a16:creationId xmlns:a16="http://schemas.microsoft.com/office/drawing/2014/main" id="{98D5AB1F-1B01-21E6-6076-7A618B474DBF}"/>
              </a:ext>
            </a:extLst>
          </p:cNvPr>
          <p:cNvSpPr txBox="1"/>
          <p:nvPr/>
        </p:nvSpPr>
        <p:spPr>
          <a:xfrm>
            <a:off x="396533" y="1610663"/>
            <a:ext cx="11045688" cy="954107"/>
          </a:xfrm>
          <a:prstGeom prst="rect">
            <a:avLst/>
          </a:prstGeom>
          <a:noFill/>
        </p:spPr>
        <p:txBody>
          <a:bodyPr wrap="square">
            <a:spAutoFit/>
          </a:bodyPr>
          <a:lstStyle/>
          <a:p>
            <a:r>
              <a:rPr lang="en-US" sz="2000" b="1" dirty="0">
                <a:ln w="0"/>
                <a:solidFill>
                  <a:schemeClr val="tx1"/>
                </a:solidFill>
                <a:latin typeface="Cambria" panose="02040503050406030204" pitchFamily="18" charset="0"/>
                <a:cs typeface="Times New Roman" panose="02020603050405020304" pitchFamily="18" charset="0"/>
              </a:rPr>
              <a:t>Manhattan Distance: </a:t>
            </a:r>
            <a:r>
              <a:rPr lang="en-US" b="1" dirty="0">
                <a:ln w="0"/>
                <a:solidFill>
                  <a:schemeClr val="tx1"/>
                </a:solidFill>
                <a:latin typeface="Times New Roman" panose="02020603050405020304" pitchFamily="18" charset="0"/>
                <a:cs typeface="Times New Roman" panose="02020603050405020304" pitchFamily="18" charset="0"/>
              </a:rPr>
              <a:t>It is used when we are interested in the total distance traveled by the object instead of the displacement. This metric is calculated by summing the absolute difference between the coordinates of the points in n-dimensions.</a:t>
            </a:r>
          </a:p>
        </p:txBody>
      </p:sp>
      <p:pic>
        <p:nvPicPr>
          <p:cNvPr id="5" name="Graphic 4">
            <a:extLst>
              <a:ext uri="{FF2B5EF4-FFF2-40B4-BE49-F238E27FC236}">
                <a16:creationId xmlns:a16="http://schemas.microsoft.com/office/drawing/2014/main" id="{64FBE659-54C7-6BDF-541E-378259715FF9}"/>
              </a:ext>
            </a:extLst>
          </p:cNvPr>
          <p:cNvPicPr>
            <a:picLocks noChangeAspect="1"/>
          </p:cNvPicPr>
          <p:nvPr/>
        </p:nvPicPr>
        <p:blipFill>
          <a:blip r:embed="rId2">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p:blipFill>
        <p:spPr>
          <a:xfrm>
            <a:off x="3530688" y="2739636"/>
            <a:ext cx="4777378" cy="509587"/>
          </a:xfrm>
          <a:prstGeom prst="rect">
            <a:avLst/>
          </a:prstGeom>
        </p:spPr>
      </p:pic>
      <p:sp>
        <p:nvSpPr>
          <p:cNvPr id="7" name="TextBox 6">
            <a:extLst>
              <a:ext uri="{FF2B5EF4-FFF2-40B4-BE49-F238E27FC236}">
                <a16:creationId xmlns:a16="http://schemas.microsoft.com/office/drawing/2014/main" id="{BBF11921-F707-47F1-9E10-D651B6526F37}"/>
              </a:ext>
            </a:extLst>
          </p:cNvPr>
          <p:cNvSpPr txBox="1"/>
          <p:nvPr/>
        </p:nvSpPr>
        <p:spPr>
          <a:xfrm>
            <a:off x="490331" y="3993196"/>
            <a:ext cx="10697818" cy="707886"/>
          </a:xfrm>
          <a:prstGeom prst="rect">
            <a:avLst/>
          </a:prstGeom>
          <a:noFill/>
        </p:spPr>
        <p:txBody>
          <a:bodyPr wrap="square">
            <a:spAutoFit/>
          </a:bodyPr>
          <a:lstStyle/>
          <a:p>
            <a:pPr algn="just"/>
            <a:r>
              <a:rPr lang="en-US" sz="2000" b="1" i="1" dirty="0" err="1">
                <a:ln w="0"/>
                <a:solidFill>
                  <a:schemeClr val="tx1"/>
                </a:solidFill>
                <a:latin typeface="Cambria" panose="02040503050406030204" pitchFamily="18" charset="0"/>
                <a:cs typeface="Times New Roman" panose="02020603050405020304" pitchFamily="18" charset="0"/>
              </a:rPr>
              <a:t>Minkowski</a:t>
            </a:r>
            <a:r>
              <a:rPr lang="en-US" sz="2000" b="1" i="1" dirty="0">
                <a:ln w="0"/>
                <a:solidFill>
                  <a:schemeClr val="tx1"/>
                </a:solidFill>
                <a:latin typeface="Cambria" panose="02040503050406030204" pitchFamily="18" charset="0"/>
                <a:cs typeface="Times New Roman" panose="02020603050405020304" pitchFamily="18" charset="0"/>
              </a:rPr>
              <a:t> Distance: </a:t>
            </a:r>
            <a:r>
              <a:rPr lang="en-US" sz="2000" b="1" dirty="0">
                <a:latin typeface="Times New Roman" panose="02020603050405020304" pitchFamily="18" charset="0"/>
                <a:cs typeface="Times New Roman" panose="02020603050405020304" pitchFamily="18" charset="0"/>
              </a:rPr>
              <a:t>We can say that the Euclidean, as well as the Manhattan distance, are special cases of the </a:t>
            </a:r>
            <a:r>
              <a:rPr lang="en-US" sz="2000" b="1" dirty="0" err="1">
                <a:latin typeface="Times New Roman" panose="02020603050405020304" pitchFamily="18" charset="0"/>
                <a:cs typeface="Times New Roman" panose="02020603050405020304" pitchFamily="18" charset="0"/>
              </a:rPr>
              <a:t>Minkowski</a:t>
            </a:r>
            <a:r>
              <a:rPr lang="en-US" sz="2000" b="1" dirty="0">
                <a:latin typeface="Times New Roman" panose="02020603050405020304" pitchFamily="18" charset="0"/>
                <a:cs typeface="Times New Roman" panose="02020603050405020304" pitchFamily="18" charset="0"/>
              </a:rPr>
              <a:t> distance.</a:t>
            </a:r>
            <a:r>
              <a:rPr lang="en-US" sz="2000" b="1" i="1" dirty="0">
                <a:ln w="0"/>
                <a:solidFill>
                  <a:schemeClr val="tx1"/>
                </a:solidFill>
                <a:latin typeface="Times New Roman" panose="02020603050405020304" pitchFamily="18" charset="0"/>
                <a:cs typeface="Times New Roman" panose="02020603050405020304" pitchFamily="18" charset="0"/>
              </a:rPr>
              <a:t> </a:t>
            </a:r>
          </a:p>
        </p:txBody>
      </p:sp>
      <p:pic>
        <p:nvPicPr>
          <p:cNvPr id="8" name="Graphic 7">
            <a:extLst>
              <a:ext uri="{FF2B5EF4-FFF2-40B4-BE49-F238E27FC236}">
                <a16:creationId xmlns:a16="http://schemas.microsoft.com/office/drawing/2014/main" id="{C94E01DB-8672-5CD9-5212-ACD8F7CA7A59}"/>
              </a:ext>
            </a:extLst>
          </p:cNvPr>
          <p:cNvPicPr>
            <a:picLocks noChangeAspect="1"/>
          </p:cNvPicPr>
          <p:nvPr/>
        </p:nvPicPr>
        <p:blipFill>
          <a:blip r:embed="rId4">
            <a:extLst>
              <a:ext uri="{28A0092B-C50C-407E-A947-70E740481C1C}">
                <a14:useLocalDpi xmlns:a14="http://schemas.microsoft.com/office/drawing/2010/main" val="0"/>
              </a:ext>
              <a:ext uri="{96DAC541-7B7A-43D3-8B79-37D633B846F1}">
                <asvg:svgBlip xmlns:asvg="http://schemas.microsoft.com/office/drawing/2016/SVG/main" r:embed="rId5"/>
              </a:ext>
            </a:extLst>
          </a:blip>
          <a:stretch>
            <a:fillRect/>
          </a:stretch>
        </p:blipFill>
        <p:spPr>
          <a:xfrm>
            <a:off x="3530688" y="4706349"/>
            <a:ext cx="4585521" cy="540988"/>
          </a:xfrm>
          <a:prstGeom prst="rect">
            <a:avLst/>
          </a:prstGeom>
        </p:spPr>
      </p:pic>
      <p:sp>
        <p:nvSpPr>
          <p:cNvPr id="10" name="TextBox 9">
            <a:extLst>
              <a:ext uri="{FF2B5EF4-FFF2-40B4-BE49-F238E27FC236}">
                <a16:creationId xmlns:a16="http://schemas.microsoft.com/office/drawing/2014/main" id="{F5828F68-985A-4192-0931-37BC5B9C53D4}"/>
              </a:ext>
            </a:extLst>
          </p:cNvPr>
          <p:cNvSpPr txBox="1"/>
          <p:nvPr/>
        </p:nvSpPr>
        <p:spPr>
          <a:xfrm>
            <a:off x="838200" y="5380980"/>
            <a:ext cx="10697818" cy="877933"/>
          </a:xfrm>
          <a:prstGeom prst="rect">
            <a:avLst/>
          </a:prstGeom>
          <a:noFill/>
        </p:spPr>
        <p:txBody>
          <a:bodyPr wrap="square">
            <a:spAutoFit/>
          </a:bodyPr>
          <a:lstStyle/>
          <a:p>
            <a:pPr algn="ctr">
              <a:lnSpc>
                <a:spcPct val="150000"/>
              </a:lnSpc>
            </a:pPr>
            <a:r>
              <a:rPr lang="en-US" dirty="0">
                <a:latin typeface="Times New Roman" panose="02020603050405020304" pitchFamily="18" charset="0"/>
                <a:cs typeface="Times New Roman" panose="02020603050405020304" pitchFamily="18" charset="0"/>
              </a:rPr>
              <a:t>From the formula above we can say that when p = 2 then it is the same as the formula for the Euclidean distance and when p = 1 then we obtain the formula for the Manhattan distance.</a:t>
            </a:r>
          </a:p>
        </p:txBody>
      </p:sp>
      <mc:AlternateContent xmlns:mc="http://schemas.openxmlformats.org/markup-compatibility/2006">
        <mc:Choice xmlns:p14="http://schemas.microsoft.com/office/powerpoint/2010/main" Requires="p14">
          <p:contentPart p14:bwMode="auto" r:id="rId6">
            <p14:nvContentPartPr>
              <p14:cNvPr id="3" name="Ink 2">
                <a:extLst>
                  <a:ext uri="{FF2B5EF4-FFF2-40B4-BE49-F238E27FC236}">
                    <a16:creationId xmlns:a16="http://schemas.microsoft.com/office/drawing/2014/main" id="{BB96BCB3-EDDE-EB28-0EB0-5940720790A7}"/>
                  </a:ext>
                </a:extLst>
              </p14:cNvPr>
              <p14:cNvContentPartPr/>
              <p14:nvPr/>
            </p14:nvContentPartPr>
            <p14:xfrm>
              <a:off x="111600" y="1856160"/>
              <a:ext cx="11916000" cy="3653280"/>
            </p14:xfrm>
          </p:contentPart>
        </mc:Choice>
        <mc:Fallback>
          <p:pic>
            <p:nvPicPr>
              <p:cNvPr id="3" name="Ink 2">
                <a:extLst>
                  <a:ext uri="{FF2B5EF4-FFF2-40B4-BE49-F238E27FC236}">
                    <a16:creationId xmlns:a16="http://schemas.microsoft.com/office/drawing/2014/main" id="{BB96BCB3-EDDE-EB28-0EB0-5940720790A7}"/>
                  </a:ext>
                </a:extLst>
              </p:cNvPr>
              <p:cNvPicPr/>
              <p:nvPr/>
            </p:nvPicPr>
            <p:blipFill>
              <a:blip r:embed="rId7"/>
              <a:stretch>
                <a:fillRect/>
              </a:stretch>
            </p:blipFill>
            <p:spPr>
              <a:xfrm>
                <a:off x="102240" y="1846800"/>
                <a:ext cx="11934720" cy="3672000"/>
              </a:xfrm>
              <a:prstGeom prst="rect">
                <a:avLst/>
              </a:prstGeom>
            </p:spPr>
          </p:pic>
        </mc:Fallback>
      </mc:AlternateContent>
    </p:spTree>
    <p:extLst>
      <p:ext uri="{BB962C8B-B14F-4D97-AF65-F5344CB8AC3E}">
        <p14:creationId xmlns:p14="http://schemas.microsoft.com/office/powerpoint/2010/main" val="3561139977"/>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84A4A-C99B-FD9F-B9C1-6C4191BA384A}"/>
              </a:ext>
            </a:extLst>
          </p:cNvPr>
          <p:cNvSpPr>
            <a:spLocks noGrp="1"/>
          </p:cNvSpPr>
          <p:nvPr>
            <p:ph type="title"/>
          </p:nvPr>
        </p:nvSpPr>
        <p:spPr/>
        <p:txBody>
          <a:bodyPr>
            <a:noAutofit/>
          </a:bodyPr>
          <a:lstStyle/>
          <a:p>
            <a:pPr algn="ctr"/>
            <a:r>
              <a:rPr lang="en-US" sz="4400" b="0" i="0" dirty="0">
                <a:solidFill>
                  <a:srgbClr val="222222"/>
                </a:solidFill>
                <a:effectLst/>
                <a:latin typeface="Times New Roman" panose="02020603050405020304" pitchFamily="18" charset="0"/>
                <a:cs typeface="Times New Roman" panose="02020603050405020304" pitchFamily="18" charset="0"/>
              </a:rPr>
              <a:t>Different Evaluation Metrics for Clustering</a:t>
            </a:r>
            <a:endParaRPr lang="en-IN" sz="4400" dirty="0">
              <a:latin typeface="Times New Roman" panose="02020603050405020304" pitchFamily="18" charset="0"/>
              <a:cs typeface="Times New Roman" panose="02020603050405020304" pitchFamily="18" charset="0"/>
            </a:endParaRPr>
          </a:p>
        </p:txBody>
      </p:sp>
      <p:graphicFrame>
        <p:nvGraphicFramePr>
          <p:cNvPr id="6150" name="Content Placeholder 2">
            <a:extLst>
              <a:ext uri="{FF2B5EF4-FFF2-40B4-BE49-F238E27FC236}">
                <a16:creationId xmlns:a16="http://schemas.microsoft.com/office/drawing/2014/main" id="{1222F5A5-D8A2-093E-9654-CD192415EACE}"/>
              </a:ext>
            </a:extLst>
          </p:cNvPr>
          <p:cNvGraphicFramePr>
            <a:graphicFrameLocks noGrp="1"/>
          </p:cNvGraphicFramePr>
          <p:nvPr>
            <p:ph idx="1"/>
          </p:nvPr>
        </p:nvGraphicFramePr>
        <p:xfrm>
          <a:off x="470452" y="2334077"/>
          <a:ext cx="6102626" cy="375510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3600CB4C-9108-A0D3-0126-67E49773B2F8}"/>
              </a:ext>
            </a:extLst>
          </p:cNvPr>
          <p:cNvSpPr txBox="1"/>
          <p:nvPr/>
        </p:nvSpPr>
        <p:spPr>
          <a:xfrm>
            <a:off x="6960215" y="5442854"/>
            <a:ext cx="4890053" cy="646331"/>
          </a:xfrm>
          <a:prstGeom prst="rect">
            <a:avLst/>
          </a:prstGeom>
          <a:noFill/>
        </p:spPr>
        <p:txBody>
          <a:bodyPr wrap="square">
            <a:spAutoFit/>
          </a:bodyPr>
          <a:lstStyle/>
          <a:p>
            <a:pPr algn="ctr"/>
            <a:r>
              <a:rPr lang="en-US" b="1" dirty="0">
                <a:latin typeface="Times New Roman" panose="02020603050405020304" pitchFamily="18" charset="0"/>
                <a:cs typeface="Times New Roman" panose="02020603050405020304" pitchFamily="18" charset="0"/>
              </a:rPr>
              <a:t>The MORE the value of the Dunn index, the better the clusters will be</a:t>
            </a:r>
            <a:endParaRPr lang="en-IN" b="1" dirty="0">
              <a:latin typeface="Times New Roman" panose="02020603050405020304" pitchFamily="18" charset="0"/>
              <a:cs typeface="Times New Roman" panose="02020603050405020304" pitchFamily="18" charset="0"/>
            </a:endParaRPr>
          </a:p>
        </p:txBody>
      </p:sp>
      <p:sp>
        <p:nvSpPr>
          <p:cNvPr id="8" name="TextBox 7">
            <a:extLst>
              <a:ext uri="{FF2B5EF4-FFF2-40B4-BE49-F238E27FC236}">
                <a16:creationId xmlns:a16="http://schemas.microsoft.com/office/drawing/2014/main" id="{AB150638-88DD-93AD-914F-4CCCD1FDD03C}"/>
              </a:ext>
            </a:extLst>
          </p:cNvPr>
          <p:cNvSpPr txBox="1"/>
          <p:nvPr/>
        </p:nvSpPr>
        <p:spPr>
          <a:xfrm>
            <a:off x="1119603" y="1797605"/>
            <a:ext cx="7070240" cy="523220"/>
          </a:xfrm>
          <a:prstGeom prst="rect">
            <a:avLst/>
          </a:prstGeom>
          <a:noFill/>
        </p:spPr>
        <p:txBody>
          <a:bodyPr wrap="square">
            <a:spAutoFit/>
          </a:bodyPr>
          <a:lstStyle/>
          <a:p>
            <a:pPr marL="0" indent="0">
              <a:buNone/>
            </a:pPr>
            <a:r>
              <a:rPr lang="en-IN" sz="2800" b="1" i="0" u="sng" dirty="0">
                <a:effectLst/>
                <a:latin typeface="Times New Roman" panose="02020603050405020304" pitchFamily="18" charset="0"/>
                <a:cs typeface="Times New Roman" panose="02020603050405020304" pitchFamily="18" charset="0"/>
              </a:rPr>
              <a:t>Dunn Index:</a:t>
            </a:r>
            <a:r>
              <a:rPr lang="en-US" sz="2000" i="0" dirty="0">
                <a:effectLst/>
                <a:latin typeface="Times New Roman" panose="02020603050405020304" pitchFamily="18" charset="0"/>
                <a:cs typeface="Times New Roman" panose="02020603050405020304" pitchFamily="18" charset="0"/>
              </a:rPr>
              <a:t>. </a:t>
            </a:r>
            <a:endParaRPr lang="en-IN" sz="2800" i="0" dirty="0">
              <a:effectLst/>
              <a:latin typeface="Times New Roman" panose="02020603050405020304" pitchFamily="18" charset="0"/>
              <a:cs typeface="Times New Roman" panose="02020603050405020304" pitchFamily="18" charset="0"/>
            </a:endParaRPr>
          </a:p>
        </p:txBody>
      </p:sp>
      <p:pic>
        <p:nvPicPr>
          <p:cNvPr id="6146" name="Picture 2" descr="intra and inter cluster distance [k-means clustering]">
            <a:extLst>
              <a:ext uri="{FF2B5EF4-FFF2-40B4-BE49-F238E27FC236}">
                <a16:creationId xmlns:a16="http://schemas.microsoft.com/office/drawing/2014/main" id="{A11B8A44-F614-5052-60D0-DD64096A9EA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6665842" y="2339904"/>
            <a:ext cx="5526157" cy="2298357"/>
          </a:xfrm>
          <a:prstGeom prst="rect">
            <a:avLst/>
          </a:prstGeom>
          <a:noFill/>
          <a:extLst>
            <a:ext uri="{909E8E84-426E-40DD-AFC4-6F175D3DCCD1}">
              <a14:hiddenFill xmlns:a14="http://schemas.microsoft.com/office/drawing/2010/main">
                <a:solidFill>
                  <a:srgbClr val="FFFFFF"/>
                </a:solidFill>
              </a14:hiddenFill>
            </a:ext>
          </a:extLst>
        </p:spPr>
      </p:pic>
      <p:pic>
        <p:nvPicPr>
          <p:cNvPr id="6148" name="Picture 4" descr="Dunn index formula [k-means clustering]">
            <a:extLst>
              <a:ext uri="{FF2B5EF4-FFF2-40B4-BE49-F238E27FC236}">
                <a16:creationId xmlns:a16="http://schemas.microsoft.com/office/drawing/2014/main" id="{26653062-6119-A966-C9FE-E596FBB05FC4}"/>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1712015" y="5306763"/>
            <a:ext cx="3619500" cy="923925"/>
          </a:xfrm>
          <a:prstGeom prst="rect">
            <a:avLst/>
          </a:prstGeom>
          <a:noFill/>
          <a:ln w="28575">
            <a:solidFill>
              <a:srgbClr val="FFC000"/>
            </a:solidFill>
          </a:ln>
          <a:extLst>
            <a:ext uri="{909E8E84-426E-40DD-AFC4-6F175D3DCCD1}">
              <a14:hiddenFill xmlns:a14="http://schemas.microsoft.com/office/drawing/2010/main">
                <a:solidFill>
                  <a:srgbClr val="FFFFFF"/>
                </a:solidFill>
              </a14:hiddenFill>
            </a:ext>
          </a:extLst>
        </p:spPr>
      </p:pic>
      <mc:AlternateContent xmlns:mc="http://schemas.openxmlformats.org/markup-compatibility/2006">
        <mc:Choice xmlns:p14="http://schemas.microsoft.com/office/powerpoint/2010/main" Requires="p14">
          <p:contentPart p14:bwMode="auto" r:id="rId9">
            <p14:nvContentPartPr>
              <p14:cNvPr id="3" name="Ink 2">
                <a:extLst>
                  <a:ext uri="{FF2B5EF4-FFF2-40B4-BE49-F238E27FC236}">
                    <a16:creationId xmlns:a16="http://schemas.microsoft.com/office/drawing/2014/main" id="{C01571C2-E9C5-559B-CDC5-DEF614AA5248}"/>
                  </a:ext>
                </a:extLst>
              </p14:cNvPr>
              <p14:cNvContentPartPr/>
              <p14:nvPr/>
            </p14:nvContentPartPr>
            <p14:xfrm>
              <a:off x="309600" y="1887840"/>
              <a:ext cx="11445480" cy="4552920"/>
            </p14:xfrm>
          </p:contentPart>
        </mc:Choice>
        <mc:Fallback>
          <p:pic>
            <p:nvPicPr>
              <p:cNvPr id="3" name="Ink 2">
                <a:extLst>
                  <a:ext uri="{FF2B5EF4-FFF2-40B4-BE49-F238E27FC236}">
                    <a16:creationId xmlns:a16="http://schemas.microsoft.com/office/drawing/2014/main" id="{C01571C2-E9C5-559B-CDC5-DEF614AA5248}"/>
                  </a:ext>
                </a:extLst>
              </p:cNvPr>
              <p:cNvPicPr/>
              <p:nvPr/>
            </p:nvPicPr>
            <p:blipFill>
              <a:blip r:embed="rId10"/>
              <a:stretch>
                <a:fillRect/>
              </a:stretch>
            </p:blipFill>
            <p:spPr>
              <a:xfrm>
                <a:off x="300240" y="1878480"/>
                <a:ext cx="11464200" cy="4571640"/>
              </a:xfrm>
              <a:prstGeom prst="rect">
                <a:avLst/>
              </a:prstGeom>
            </p:spPr>
          </p:pic>
        </mc:Fallback>
      </mc:AlternateContent>
    </p:spTree>
    <p:extLst>
      <p:ext uri="{BB962C8B-B14F-4D97-AF65-F5344CB8AC3E}">
        <p14:creationId xmlns:p14="http://schemas.microsoft.com/office/powerpoint/2010/main" val="2376567802"/>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584A4A-C99B-FD9F-B9C1-6C4191BA384A}"/>
              </a:ext>
            </a:extLst>
          </p:cNvPr>
          <p:cNvSpPr>
            <a:spLocks noGrp="1"/>
          </p:cNvSpPr>
          <p:nvPr>
            <p:ph type="title"/>
          </p:nvPr>
        </p:nvSpPr>
        <p:spPr/>
        <p:txBody>
          <a:bodyPr>
            <a:noAutofit/>
          </a:bodyPr>
          <a:lstStyle/>
          <a:p>
            <a:pPr algn="ctr"/>
            <a:r>
              <a:rPr lang="en-US" sz="4400" b="0" i="0" dirty="0">
                <a:solidFill>
                  <a:srgbClr val="222222"/>
                </a:solidFill>
                <a:effectLst/>
                <a:latin typeface="Times New Roman" panose="02020603050405020304" pitchFamily="18" charset="0"/>
                <a:cs typeface="Times New Roman" panose="02020603050405020304" pitchFamily="18" charset="0"/>
              </a:rPr>
              <a:t>Different Evaluation Metrics for Clustering</a:t>
            </a:r>
            <a:endParaRPr lang="en-IN" sz="4400" dirty="0">
              <a:latin typeface="Times New Roman" panose="02020603050405020304" pitchFamily="18" charset="0"/>
              <a:cs typeface="Times New Roman" panose="02020603050405020304" pitchFamily="18" charset="0"/>
            </a:endParaRPr>
          </a:p>
        </p:txBody>
      </p:sp>
      <p:sp>
        <p:nvSpPr>
          <p:cNvPr id="3" name="Content Placeholder 2">
            <a:extLst>
              <a:ext uri="{FF2B5EF4-FFF2-40B4-BE49-F238E27FC236}">
                <a16:creationId xmlns:a16="http://schemas.microsoft.com/office/drawing/2014/main" id="{4BC28A99-1CB3-F78B-68AC-B52FF5F45E56}"/>
              </a:ext>
            </a:extLst>
          </p:cNvPr>
          <p:cNvSpPr>
            <a:spLocks noGrp="1"/>
          </p:cNvSpPr>
          <p:nvPr>
            <p:ph idx="1"/>
          </p:nvPr>
        </p:nvSpPr>
        <p:spPr>
          <a:xfrm>
            <a:off x="745434" y="2737767"/>
            <a:ext cx="6304722" cy="3755108"/>
          </a:xfrm>
        </p:spPr>
        <p:txBody>
          <a:bodyPr>
            <a:normAutofit/>
          </a:bodyPr>
          <a:lstStyle/>
          <a:p>
            <a:pPr algn="just"/>
            <a:r>
              <a:rPr lang="en-US" sz="2000" i="0" dirty="0">
                <a:solidFill>
                  <a:srgbClr val="222222"/>
                </a:solidFill>
                <a:effectLst/>
                <a:latin typeface="Times New Roman" panose="02020603050405020304" pitchFamily="18" charset="0"/>
                <a:cs typeface="Times New Roman" panose="02020603050405020304" pitchFamily="18" charset="0"/>
              </a:rPr>
              <a:t>Inertia </a:t>
            </a:r>
            <a:r>
              <a:rPr lang="en-US" sz="2000" i="0" dirty="0">
                <a:effectLst/>
                <a:latin typeface="Times New Roman" panose="02020603050405020304" pitchFamily="18" charset="0"/>
                <a:cs typeface="Times New Roman" panose="02020603050405020304" pitchFamily="18" charset="0"/>
              </a:rPr>
              <a:t>actually calculates the sum of distances of all the points within a cluster from the centroid of that cluster. </a:t>
            </a:r>
          </a:p>
          <a:p>
            <a:pPr algn="just"/>
            <a:r>
              <a:rPr lang="en-US" sz="2000" i="0" dirty="0">
                <a:solidFill>
                  <a:srgbClr val="222222"/>
                </a:solidFill>
                <a:effectLst/>
                <a:latin typeface="Times New Roman" panose="02020603050405020304" pitchFamily="18" charset="0"/>
                <a:cs typeface="Times New Roman" panose="02020603050405020304" pitchFamily="18" charset="0"/>
              </a:rPr>
              <a:t>Normally, we use Euclidean distance as the distance metric, as long as most of the features are numeric</a:t>
            </a:r>
          </a:p>
          <a:p>
            <a:pPr algn="just"/>
            <a:r>
              <a:rPr lang="en-US" sz="2000" i="0" dirty="0">
                <a:solidFill>
                  <a:srgbClr val="222222"/>
                </a:solidFill>
                <a:effectLst/>
                <a:latin typeface="Times New Roman" panose="02020603050405020304" pitchFamily="18" charset="0"/>
                <a:cs typeface="Times New Roman" panose="02020603050405020304" pitchFamily="18" charset="0"/>
              </a:rPr>
              <a:t>Manhattan distance in case most of the features are categorical.</a:t>
            </a:r>
          </a:p>
          <a:p>
            <a:pPr algn="just"/>
            <a:r>
              <a:rPr lang="en-US" sz="2000" i="0" dirty="0">
                <a:solidFill>
                  <a:srgbClr val="222222"/>
                </a:solidFill>
                <a:effectLst/>
                <a:latin typeface="Times New Roman" panose="02020603050405020304" pitchFamily="18" charset="0"/>
                <a:cs typeface="Times New Roman" panose="02020603050405020304" pitchFamily="18" charset="0"/>
              </a:rPr>
              <a:t>We calculate this for all the clusters</a:t>
            </a:r>
          </a:p>
          <a:p>
            <a:pPr algn="just"/>
            <a:r>
              <a:rPr lang="en-US" sz="2000" dirty="0">
                <a:solidFill>
                  <a:srgbClr val="222222"/>
                </a:solidFill>
                <a:latin typeface="Times New Roman" panose="02020603050405020304" pitchFamily="18" charset="0"/>
                <a:cs typeface="Times New Roman" panose="02020603050405020304" pitchFamily="18" charset="0"/>
              </a:rPr>
              <a:t>T</a:t>
            </a:r>
            <a:r>
              <a:rPr lang="en-US" sz="2000" i="0" dirty="0">
                <a:solidFill>
                  <a:srgbClr val="222222"/>
                </a:solidFill>
                <a:effectLst/>
                <a:latin typeface="Times New Roman" panose="02020603050405020304" pitchFamily="18" charset="0"/>
                <a:cs typeface="Times New Roman" panose="02020603050405020304" pitchFamily="18" charset="0"/>
              </a:rPr>
              <a:t>he final inertia value is the sum of all these distances. This distance within the clusters is known as </a:t>
            </a:r>
            <a:r>
              <a:rPr lang="en-US" sz="2000" i="0" dirty="0" err="1">
                <a:effectLst/>
                <a:latin typeface="Times New Roman" panose="02020603050405020304" pitchFamily="18" charset="0"/>
                <a:cs typeface="Times New Roman" panose="02020603050405020304" pitchFamily="18" charset="0"/>
              </a:rPr>
              <a:t>intracluster</a:t>
            </a:r>
            <a:r>
              <a:rPr lang="en-US" sz="2000" i="0" dirty="0">
                <a:effectLst/>
                <a:latin typeface="Times New Roman" panose="02020603050405020304" pitchFamily="18" charset="0"/>
                <a:cs typeface="Times New Roman" panose="02020603050405020304" pitchFamily="18" charset="0"/>
              </a:rPr>
              <a:t> distance. </a:t>
            </a:r>
            <a:endParaRPr lang="en-IN" sz="3200" dirty="0"/>
          </a:p>
        </p:txBody>
      </p:sp>
      <p:sp>
        <p:nvSpPr>
          <p:cNvPr id="5" name="TextBox 4">
            <a:extLst>
              <a:ext uri="{FF2B5EF4-FFF2-40B4-BE49-F238E27FC236}">
                <a16:creationId xmlns:a16="http://schemas.microsoft.com/office/drawing/2014/main" id="{3600CB4C-9108-A0D3-0126-67E49773B2F8}"/>
              </a:ext>
            </a:extLst>
          </p:cNvPr>
          <p:cNvSpPr txBox="1"/>
          <p:nvPr/>
        </p:nvSpPr>
        <p:spPr>
          <a:xfrm>
            <a:off x="7050156" y="4983598"/>
            <a:ext cx="4890053" cy="646331"/>
          </a:xfrm>
          <a:prstGeom prst="rect">
            <a:avLst/>
          </a:prstGeom>
          <a:noFill/>
        </p:spPr>
        <p:txBody>
          <a:bodyPr wrap="square">
            <a:spAutoFit/>
          </a:bodyPr>
          <a:lstStyle/>
          <a:p>
            <a:pPr algn="ctr"/>
            <a:r>
              <a:rPr lang="en-US" b="1" dirty="0">
                <a:solidFill>
                  <a:srgbClr val="222222"/>
                </a:solidFill>
                <a:latin typeface="Times New Roman" panose="02020603050405020304" pitchFamily="18" charset="0"/>
                <a:cs typeface="Times New Roman" panose="02020603050405020304" pitchFamily="18" charset="0"/>
              </a:rPr>
              <a:t>T</a:t>
            </a:r>
            <a:r>
              <a:rPr lang="en-US" b="1" i="0" dirty="0">
                <a:solidFill>
                  <a:srgbClr val="222222"/>
                </a:solidFill>
                <a:effectLst/>
                <a:latin typeface="Times New Roman" panose="02020603050405020304" pitchFamily="18" charset="0"/>
                <a:cs typeface="Times New Roman" panose="02020603050405020304" pitchFamily="18" charset="0"/>
              </a:rPr>
              <a:t>hat the </a:t>
            </a:r>
            <a:r>
              <a:rPr lang="en-US" b="1" dirty="0">
                <a:solidFill>
                  <a:srgbClr val="222222"/>
                </a:solidFill>
                <a:latin typeface="Times New Roman" panose="02020603050405020304" pitchFamily="18" charset="0"/>
                <a:cs typeface="Times New Roman" panose="02020603050405020304" pitchFamily="18" charset="0"/>
              </a:rPr>
              <a:t>LESSER</a:t>
            </a:r>
            <a:r>
              <a:rPr lang="en-US" b="1" i="0" dirty="0">
                <a:solidFill>
                  <a:srgbClr val="222222"/>
                </a:solidFill>
                <a:effectLst/>
                <a:latin typeface="Times New Roman" panose="02020603050405020304" pitchFamily="18" charset="0"/>
                <a:cs typeface="Times New Roman" panose="02020603050405020304" pitchFamily="18" charset="0"/>
              </a:rPr>
              <a:t> the inertia value, the BETTER our clusters are.</a:t>
            </a:r>
            <a:endParaRPr lang="en-IN" b="1" dirty="0">
              <a:latin typeface="Times New Roman" panose="02020603050405020304" pitchFamily="18" charset="0"/>
              <a:cs typeface="Times New Roman" panose="02020603050405020304" pitchFamily="18" charset="0"/>
            </a:endParaRPr>
          </a:p>
        </p:txBody>
      </p:sp>
      <p:pic>
        <p:nvPicPr>
          <p:cNvPr id="5122" name="Picture 2" descr="intra cluster distance [k-means clustering]">
            <a:extLst>
              <a:ext uri="{FF2B5EF4-FFF2-40B4-BE49-F238E27FC236}">
                <a16:creationId xmlns:a16="http://schemas.microsoft.com/office/drawing/2014/main" id="{2C950A9B-04A2-A7DF-D40F-922E5F13D8D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420803" y="2377938"/>
            <a:ext cx="3785115" cy="2313126"/>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B150638-88DD-93AD-914F-4CCCD1FDD03C}"/>
              </a:ext>
            </a:extLst>
          </p:cNvPr>
          <p:cNvSpPr txBox="1"/>
          <p:nvPr/>
        </p:nvSpPr>
        <p:spPr>
          <a:xfrm>
            <a:off x="639917" y="1690688"/>
            <a:ext cx="7070240" cy="523220"/>
          </a:xfrm>
          <a:prstGeom prst="rect">
            <a:avLst/>
          </a:prstGeom>
          <a:noFill/>
        </p:spPr>
        <p:txBody>
          <a:bodyPr wrap="square">
            <a:spAutoFit/>
          </a:bodyPr>
          <a:lstStyle/>
          <a:p>
            <a:pPr marL="0" indent="0">
              <a:buNone/>
            </a:pPr>
            <a:r>
              <a:rPr lang="en-IN" sz="2800" b="1" i="0" u="sng" dirty="0">
                <a:effectLst/>
                <a:latin typeface="Times New Roman" panose="02020603050405020304" pitchFamily="18" charset="0"/>
                <a:cs typeface="Times New Roman" panose="02020603050405020304" pitchFamily="18" charset="0"/>
              </a:rPr>
              <a:t>Inertia :</a:t>
            </a:r>
            <a:r>
              <a:rPr lang="en-IN" sz="2800" b="1" i="0" dirty="0">
                <a:effectLst/>
                <a:latin typeface="Times New Roman" panose="02020603050405020304" pitchFamily="18" charset="0"/>
                <a:cs typeface="Times New Roman" panose="02020603050405020304" pitchFamily="18" charset="0"/>
              </a:rPr>
              <a:t>  </a:t>
            </a:r>
            <a:r>
              <a:rPr lang="en-US" sz="2000" i="0" dirty="0">
                <a:effectLst/>
                <a:latin typeface="Times New Roman" panose="02020603050405020304" pitchFamily="18" charset="0"/>
                <a:cs typeface="Times New Roman" panose="02020603050405020304" pitchFamily="18" charset="0"/>
              </a:rPr>
              <a:t>It tells us how far the points within a cluster are. </a:t>
            </a:r>
            <a:endParaRPr lang="en-IN" sz="2800" i="0" dirty="0">
              <a:effectLst/>
              <a:latin typeface="Times New Roman" panose="02020603050405020304" pitchFamily="18" charset="0"/>
              <a:cs typeface="Times New Roman" panose="02020603050405020304" pitchFamily="18" charset="0"/>
            </a:endParaRPr>
          </a:p>
        </p:txBody>
      </p:sp>
      <mc:AlternateContent xmlns:mc="http://schemas.openxmlformats.org/markup-compatibility/2006">
        <mc:Choice xmlns:p14="http://schemas.microsoft.com/office/powerpoint/2010/main" Requires="p14">
          <p:contentPart p14:bwMode="auto" r:id="rId3">
            <p14:nvContentPartPr>
              <p14:cNvPr id="4" name="Ink 3">
                <a:extLst>
                  <a:ext uri="{FF2B5EF4-FFF2-40B4-BE49-F238E27FC236}">
                    <a16:creationId xmlns:a16="http://schemas.microsoft.com/office/drawing/2014/main" id="{7C6AB6C6-BCE7-7695-5AD8-DF41157723EF}"/>
                  </a:ext>
                </a:extLst>
              </p14:cNvPr>
              <p14:cNvContentPartPr/>
              <p14:nvPr/>
            </p14:nvContentPartPr>
            <p14:xfrm>
              <a:off x="507240" y="2079000"/>
              <a:ext cx="10064160" cy="3964320"/>
            </p14:xfrm>
          </p:contentPart>
        </mc:Choice>
        <mc:Fallback>
          <p:pic>
            <p:nvPicPr>
              <p:cNvPr id="4" name="Ink 3">
                <a:extLst>
                  <a:ext uri="{FF2B5EF4-FFF2-40B4-BE49-F238E27FC236}">
                    <a16:creationId xmlns:a16="http://schemas.microsoft.com/office/drawing/2014/main" id="{7C6AB6C6-BCE7-7695-5AD8-DF41157723EF}"/>
                  </a:ext>
                </a:extLst>
              </p:cNvPr>
              <p:cNvPicPr/>
              <p:nvPr/>
            </p:nvPicPr>
            <p:blipFill>
              <a:blip r:embed="rId4"/>
              <a:stretch>
                <a:fillRect/>
              </a:stretch>
            </p:blipFill>
            <p:spPr>
              <a:xfrm>
                <a:off x="497880" y="2069640"/>
                <a:ext cx="10082880" cy="3983040"/>
              </a:xfrm>
              <a:prstGeom prst="rect">
                <a:avLst/>
              </a:prstGeom>
            </p:spPr>
          </p:pic>
        </mc:Fallback>
      </mc:AlternateContent>
    </p:spTree>
    <p:extLst>
      <p:ext uri="{BB962C8B-B14F-4D97-AF65-F5344CB8AC3E}">
        <p14:creationId xmlns:p14="http://schemas.microsoft.com/office/powerpoint/2010/main" val="66824673"/>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Rectangle 2"/>
          <p:cNvSpPr>
            <a:spLocks noChangeArrowheads="1"/>
          </p:cNvSpPr>
          <p:nvPr/>
        </p:nvSpPr>
        <p:spPr bwMode="auto">
          <a:xfrm rot="20995170">
            <a:off x="2045160" y="2362983"/>
            <a:ext cx="7793037" cy="1462088"/>
          </a:xfrm>
          <a:prstGeom prst="rect">
            <a:avLst/>
          </a:prstGeom>
          <a:noFill/>
          <a:ln w="9525">
            <a:noFill/>
            <a:miter lim="800000"/>
            <a:headEnd/>
            <a:tailEnd/>
          </a:ln>
        </p:spPr>
        <p:txBody>
          <a:bodyPr anchor="ctr"/>
          <a:lstStyle/>
          <a:p>
            <a:pPr algn="ctr" defTabSz="1219170">
              <a:defRPr/>
            </a:pPr>
            <a:r>
              <a:rPr lang="en-US" sz="11100" b="1" i="1" dirty="0">
                <a:solidFill>
                  <a:srgbClr val="008000"/>
                </a:solidFill>
                <a:effectLst>
                  <a:outerShdw blurRad="38100" dist="38100" dir="2700000" algn="tl">
                    <a:srgbClr val="C0C0C0"/>
                  </a:outerShdw>
                </a:effectLst>
                <a:latin typeface="Monotype Corsiva" pitchFamily="66" charset="0"/>
              </a:rPr>
              <a:t>Thank You </a:t>
            </a:r>
          </a:p>
        </p:txBody>
      </p:sp>
      <p:sp>
        <p:nvSpPr>
          <p:cNvPr id="3" name="Slide Number Placeholder 2"/>
          <p:cNvSpPr>
            <a:spLocks noGrp="1"/>
          </p:cNvSpPr>
          <p:nvPr>
            <p:ph type="sldNum" sz="quarter" idx="12"/>
          </p:nvPr>
        </p:nvSpPr>
        <p:spPr/>
        <p:txBody>
          <a:bodyPr/>
          <a:lstStyle/>
          <a:p>
            <a:pPr defTabSz="1219170"/>
            <a:fld id="{B6F15528-21DE-4FAA-801E-634DDDAF4B2B}" type="slidenum">
              <a:rPr lang="en-US">
                <a:solidFill>
                  <a:prstClr val="black">
                    <a:tint val="75000"/>
                  </a:prstClr>
                </a:solidFill>
                <a:latin typeface="Calibri" panose="020F0502020204030204"/>
              </a:rPr>
              <a:pPr defTabSz="1219170"/>
              <a:t>14</a:t>
            </a:fld>
            <a:endParaRPr lang="en-US">
              <a:solidFill>
                <a:prstClr val="black">
                  <a:tint val="75000"/>
                </a:prstClr>
              </a:solidFill>
              <a:latin typeface="Calibri" panose="020F0502020204030204"/>
            </a:endParaRPr>
          </a:p>
        </p:txBody>
      </p:sp>
    </p:spTree>
  </p:cSld>
  <p:clrMapOvr>
    <a:masterClrMapping/>
  </p:clrMapOvr>
  <mc:AlternateContent xmlns:mc="http://schemas.openxmlformats.org/markup-compatibility/2006" xmlns:p14="http://schemas.microsoft.com/office/powerpoint/2010/main">
    <mc:Choice Requires="p14">
      <p:transition p14:dur="0" advClick="0"/>
    </mc:Choice>
    <mc:Fallback xmlns="">
      <p:transition advClick="0"/>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55" presetClass="entr" presetSubtype="0"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 calcmode="lin" valueType="num">
                                      <p:cBhvr>
                                        <p:cTn id="7" dur="1000" fill="hold"/>
                                        <p:tgtEl>
                                          <p:spTgt spid="6"/>
                                        </p:tgtEl>
                                        <p:attrNameLst>
                                          <p:attrName>ppt_w</p:attrName>
                                        </p:attrNameLst>
                                      </p:cBhvr>
                                      <p:tavLst>
                                        <p:tav tm="0">
                                          <p:val>
                                            <p:strVal val="#ppt_w*0.70"/>
                                          </p:val>
                                        </p:tav>
                                        <p:tav tm="100000">
                                          <p:val>
                                            <p:strVal val="#ppt_w"/>
                                          </p:val>
                                        </p:tav>
                                      </p:tavLst>
                                    </p:anim>
                                    <p:anim calcmode="lin" valueType="num">
                                      <p:cBhvr>
                                        <p:cTn id="8" dur="1000" fill="hold"/>
                                        <p:tgtEl>
                                          <p:spTgt spid="6"/>
                                        </p:tgtEl>
                                        <p:attrNameLst>
                                          <p:attrName>ppt_h</p:attrName>
                                        </p:attrNameLst>
                                      </p:cBhvr>
                                      <p:tavLst>
                                        <p:tav tm="0">
                                          <p:val>
                                            <p:strVal val="#ppt_h"/>
                                          </p:val>
                                        </p:tav>
                                        <p:tav tm="100000">
                                          <p:val>
                                            <p:strVal val="#ppt_h"/>
                                          </p:val>
                                        </p:tav>
                                      </p:tavLst>
                                    </p:anim>
                                    <p:animEffect transition="in" filter="fade">
                                      <p:cBhvr>
                                        <p:cTn id="9" dur="10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2013 - 2022 Theme">
  <a:themeElements>
    <a:clrScheme name="Office 2013 - 2022 Them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2013 - 2022 Them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2013 - 2022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2013 - 2022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
  <TotalTime>229</TotalTime>
  <Words>705</Words>
  <Application>Microsoft Office PowerPoint</Application>
  <PresentationFormat>Widescreen</PresentationFormat>
  <Paragraphs>56</Paragraphs>
  <Slides>14</Slides>
  <Notes>0</Notes>
  <HiddenSlides>0</HiddenSlides>
  <MMClips>0</MMClips>
  <ScaleCrop>false</ScaleCrop>
  <HeadingPairs>
    <vt:vector size="6" baseType="variant">
      <vt:variant>
        <vt:lpstr>Fonts Used</vt:lpstr>
      </vt:variant>
      <vt:variant>
        <vt:i4>8</vt:i4>
      </vt:variant>
      <vt:variant>
        <vt:lpstr>Theme</vt:lpstr>
      </vt:variant>
      <vt:variant>
        <vt:i4>2</vt:i4>
      </vt:variant>
      <vt:variant>
        <vt:lpstr>Slide Titles</vt:lpstr>
      </vt:variant>
      <vt:variant>
        <vt:i4>14</vt:i4>
      </vt:variant>
    </vt:vector>
  </HeadingPairs>
  <TitlesOfParts>
    <vt:vector size="24" baseType="lpstr">
      <vt:lpstr>Aptos</vt:lpstr>
      <vt:lpstr>Aptos Display</vt:lpstr>
      <vt:lpstr>Arial</vt:lpstr>
      <vt:lpstr>Calibri</vt:lpstr>
      <vt:lpstr>Calibri Light</vt:lpstr>
      <vt:lpstr>Cambria</vt:lpstr>
      <vt:lpstr>Monotype Corsiva</vt:lpstr>
      <vt:lpstr>Times New Roman</vt:lpstr>
      <vt:lpstr>Office Theme</vt:lpstr>
      <vt:lpstr>Office 2013 - 2022 Theme</vt:lpstr>
      <vt:lpstr>Unsupervised Learning</vt:lpstr>
      <vt:lpstr>Introduction to Unsupervised Learning </vt:lpstr>
      <vt:lpstr>Key Characteristics </vt:lpstr>
      <vt:lpstr>What is Clustering?</vt:lpstr>
      <vt:lpstr>Difference between Clustering and Classification</vt:lpstr>
      <vt:lpstr>Example</vt:lpstr>
      <vt:lpstr>How unsupervised algorithm helps</vt:lpstr>
      <vt:lpstr>How unsupervised algorithm helps</vt:lpstr>
      <vt:lpstr>Goal of Clustering</vt:lpstr>
      <vt:lpstr>Different distance measure</vt:lpstr>
      <vt:lpstr>Different distance measure</vt:lpstr>
      <vt:lpstr>Different Evaluation Metrics for Clustering</vt:lpstr>
      <vt:lpstr>Different Evaluation Metrics for Clustering</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Unsupervised Learning</dc:title>
  <dc:creator>Shubham Choudhary</dc:creator>
  <cp:lastModifiedBy>Deepika Vatsa</cp:lastModifiedBy>
  <cp:revision>24</cp:revision>
  <dcterms:created xsi:type="dcterms:W3CDTF">2025-07-24T05:27:57Z</dcterms:created>
  <dcterms:modified xsi:type="dcterms:W3CDTF">2025-09-17T11:36:25Z</dcterms:modified>
</cp:coreProperties>
</file>