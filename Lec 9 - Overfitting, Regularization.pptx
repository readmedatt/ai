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notesSlides/notesSlide8.xml" ContentType="application/vnd.openxmlformats-officedocument.presentationml.notesSlide+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notesSlides/notesSlide11.xml" ContentType="application/vnd.openxmlformats-officedocument.presentationml.notesSlide+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363.xml" ContentType="application/inkml+xml"/>
  <Override PartName="/ppt/ink/ink364.xml" ContentType="application/inkml+xml"/>
  <Override PartName="/ppt/notesSlides/notesSlide14.xml" ContentType="application/vnd.openxmlformats-officedocument.presentationml.notesSlide+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notesSlides/notesSlide17.xml" ContentType="application/vnd.openxmlformats-officedocument.presentationml.notesSlide+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notesSlides/notesSlide18.xml" ContentType="application/vnd.openxmlformats-officedocument.presentationml.notesSlide+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9" r:id="rId2"/>
  </p:sldMasterIdLst>
  <p:notesMasterIdLst>
    <p:notesMasterId r:id="rId24"/>
  </p:notesMasterIdLst>
  <p:sldIdLst>
    <p:sldId id="605" r:id="rId3"/>
    <p:sldId id="606" r:id="rId4"/>
    <p:sldId id="561" r:id="rId5"/>
    <p:sldId id="609" r:id="rId6"/>
    <p:sldId id="608" r:id="rId7"/>
    <p:sldId id="607" r:id="rId8"/>
    <p:sldId id="591" r:id="rId9"/>
    <p:sldId id="614" r:id="rId10"/>
    <p:sldId id="613" r:id="rId11"/>
    <p:sldId id="612" r:id="rId12"/>
    <p:sldId id="623" r:id="rId13"/>
    <p:sldId id="592" r:id="rId14"/>
    <p:sldId id="611" r:id="rId15"/>
    <p:sldId id="615" r:id="rId16"/>
    <p:sldId id="610" r:id="rId17"/>
    <p:sldId id="593" r:id="rId18"/>
    <p:sldId id="617" r:id="rId19"/>
    <p:sldId id="618" r:id="rId20"/>
    <p:sldId id="616" r:id="rId21"/>
    <p:sldId id="619" r:id="rId22"/>
    <p:sldId id="55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23" autoAdjust="0"/>
    <p:restoredTop sz="77323" autoAdjust="0"/>
  </p:normalViewPr>
  <p:slideViewPr>
    <p:cSldViewPr snapToGrid="0">
      <p:cViewPr varScale="1">
        <p:scale>
          <a:sx n="69" d="100"/>
          <a:sy n="69" d="100"/>
        </p:scale>
        <p:origin x="57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ika Vatsa" userId="f7100972-27fe-4ee6-8fb4-ec9b7931b409" providerId="ADAL" clId="{3291ADED-E722-4D72-B4E8-25130B6F1C00}"/>
    <pc:docChg chg="undo custSel addSld delSld modSld sldOrd">
      <pc:chgData name="Deepika Vatsa" userId="f7100972-27fe-4ee6-8fb4-ec9b7931b409" providerId="ADAL" clId="{3291ADED-E722-4D72-B4E8-25130B6F1C00}" dt="2022-08-04T09:36:26.211" v="13202" actId="20577"/>
      <pc:docMkLst>
        <pc:docMk/>
      </pc:docMkLst>
      <pc:sldChg chg="modSp mod">
        <pc:chgData name="Deepika Vatsa" userId="f7100972-27fe-4ee6-8fb4-ec9b7931b409" providerId="ADAL" clId="{3291ADED-E722-4D72-B4E8-25130B6F1C00}" dt="2022-08-03T07:51:45.010" v="7027" actId="113"/>
        <pc:sldMkLst>
          <pc:docMk/>
          <pc:sldMk cId="492309654" sldId="256"/>
        </pc:sldMkLst>
        <pc:spChg chg="mod">
          <ac:chgData name="Deepika Vatsa" userId="f7100972-27fe-4ee6-8fb4-ec9b7931b409" providerId="ADAL" clId="{3291ADED-E722-4D72-B4E8-25130B6F1C00}" dt="2022-08-02T04:23:47.475" v="176" actId="20577"/>
          <ac:spMkLst>
            <pc:docMk/>
            <pc:sldMk cId="492309654" sldId="256"/>
            <ac:spMk id="2" creationId="{E0C40C05-8385-48CA-92A2-DF37B0EE4230}"/>
          </ac:spMkLst>
        </pc:spChg>
        <pc:spChg chg="mod">
          <ac:chgData name="Deepika Vatsa" userId="f7100972-27fe-4ee6-8fb4-ec9b7931b409" providerId="ADAL" clId="{3291ADED-E722-4D72-B4E8-25130B6F1C00}" dt="2022-08-03T07:51:45.010" v="7027" actId="113"/>
          <ac:spMkLst>
            <pc:docMk/>
            <pc:sldMk cId="492309654" sldId="256"/>
            <ac:spMk id="3" creationId="{D11C1709-B620-47DC-9742-B9FB880F0527}"/>
          </ac:spMkLst>
        </pc:spChg>
      </pc:sldChg>
      <pc:sldChg chg="modSp mod">
        <pc:chgData name="Deepika Vatsa" userId="f7100972-27fe-4ee6-8fb4-ec9b7931b409" providerId="ADAL" clId="{3291ADED-E722-4D72-B4E8-25130B6F1C00}" dt="2022-08-02T05:22:27.112" v="717" actId="20577"/>
        <pc:sldMkLst>
          <pc:docMk/>
          <pc:sldMk cId="3472450693" sldId="257"/>
        </pc:sldMkLst>
        <pc:spChg chg="mod">
          <ac:chgData name="Deepika Vatsa" userId="f7100972-27fe-4ee6-8fb4-ec9b7931b409" providerId="ADAL" clId="{3291ADED-E722-4D72-B4E8-25130B6F1C00}" dt="2022-08-02T05:22:27.112" v="717" actId="20577"/>
          <ac:spMkLst>
            <pc:docMk/>
            <pc:sldMk cId="3472450693" sldId="257"/>
            <ac:spMk id="2" creationId="{62761FFB-B61B-4D55-81FD-2A4988EECDC9}"/>
          </ac:spMkLst>
        </pc:spChg>
        <pc:spChg chg="mod">
          <ac:chgData name="Deepika Vatsa" userId="f7100972-27fe-4ee6-8fb4-ec9b7931b409" providerId="ADAL" clId="{3291ADED-E722-4D72-B4E8-25130B6F1C00}" dt="2022-08-02T05:06:45.017" v="327" actId="20577"/>
          <ac:spMkLst>
            <pc:docMk/>
            <pc:sldMk cId="3472450693" sldId="257"/>
            <ac:spMk id="3" creationId="{80E36F94-92C5-49C4-89B0-FDCC3A53501B}"/>
          </ac:spMkLst>
        </pc:spChg>
      </pc:sldChg>
      <pc:sldChg chg="addSp modSp add mod modNotesTx">
        <pc:chgData name="Deepika Vatsa" userId="f7100972-27fe-4ee6-8fb4-ec9b7931b409" providerId="ADAL" clId="{3291ADED-E722-4D72-B4E8-25130B6F1C00}" dt="2022-08-02T10:04:30.526" v="5127" actId="20577"/>
        <pc:sldMkLst>
          <pc:docMk/>
          <pc:sldMk cId="0" sldId="260"/>
        </pc:sldMkLst>
        <pc:spChg chg="mod">
          <ac:chgData name="Deepika Vatsa" userId="f7100972-27fe-4ee6-8fb4-ec9b7931b409" providerId="ADAL" clId="{3291ADED-E722-4D72-B4E8-25130B6F1C00}" dt="2022-08-02T04:20:40.124" v="13" actId="1036"/>
          <ac:spMkLst>
            <pc:docMk/>
            <pc:sldMk cId="0" sldId="260"/>
            <ac:spMk id="9" creationId="{3FC51FE3-A4A7-458D-814C-D0DCC098464F}"/>
          </ac:spMkLst>
        </pc:spChg>
        <pc:spChg chg="mod">
          <ac:chgData name="Deepika Vatsa" userId="f7100972-27fe-4ee6-8fb4-ec9b7931b409" providerId="ADAL" clId="{3291ADED-E722-4D72-B4E8-25130B6F1C00}" dt="2022-08-02T04:21:39.212" v="44" actId="1036"/>
          <ac:spMkLst>
            <pc:docMk/>
            <pc:sldMk cId="0" sldId="260"/>
            <ac:spMk id="10" creationId="{BCB88034-3308-4C39-9DE6-E1200C70C5B9}"/>
          </ac:spMkLst>
        </pc:spChg>
        <pc:spChg chg="add mod">
          <ac:chgData name="Deepika Vatsa" userId="f7100972-27fe-4ee6-8fb4-ec9b7931b409" providerId="ADAL" clId="{3291ADED-E722-4D72-B4E8-25130B6F1C00}" dt="2022-08-02T04:22:03.721" v="93" actId="20577"/>
          <ac:spMkLst>
            <pc:docMk/>
            <pc:sldMk cId="0" sldId="260"/>
            <ac:spMk id="16" creationId="{CFB741DD-6D6A-4048-8211-A2948AF8B56B}"/>
          </ac:spMkLst>
        </pc:spChg>
        <pc:cxnChg chg="mod">
          <ac:chgData name="Deepika Vatsa" userId="f7100972-27fe-4ee6-8fb4-ec9b7931b409" providerId="ADAL" clId="{3291ADED-E722-4D72-B4E8-25130B6F1C00}" dt="2022-08-02T04:21:29.945" v="29" actId="13822"/>
          <ac:cxnSpMkLst>
            <pc:docMk/>
            <pc:sldMk cId="0" sldId="260"/>
            <ac:cxnSpMk id="11" creationId="{CB1315CC-DFEE-48D7-9E66-C3CD54A44B2B}"/>
          </ac:cxnSpMkLst>
        </pc:cxnChg>
        <pc:cxnChg chg="mod">
          <ac:chgData name="Deepika Vatsa" userId="f7100972-27fe-4ee6-8fb4-ec9b7931b409" providerId="ADAL" clId="{3291ADED-E722-4D72-B4E8-25130B6F1C00}" dt="2022-08-02T04:21:43.260" v="52" actId="1038"/>
          <ac:cxnSpMkLst>
            <pc:docMk/>
            <pc:sldMk cId="0" sldId="260"/>
            <ac:cxnSpMk id="13" creationId="{10A5614B-8041-438A-ADBE-CE3A4D27FA68}"/>
          </ac:cxnSpMkLst>
        </pc:cxnChg>
        <pc:cxnChg chg="mod">
          <ac:chgData name="Deepika Vatsa" userId="f7100972-27fe-4ee6-8fb4-ec9b7931b409" providerId="ADAL" clId="{3291ADED-E722-4D72-B4E8-25130B6F1C00}" dt="2022-08-02T04:20:40.124" v="13" actId="1036"/>
          <ac:cxnSpMkLst>
            <pc:docMk/>
            <pc:sldMk cId="0" sldId="260"/>
            <ac:cxnSpMk id="14" creationId="{143650B0-8620-4D0C-81AD-1E228DB707E3}"/>
          </ac:cxnSpMkLst>
        </pc:cxnChg>
      </pc:sldChg>
      <pc:sldChg chg="modSp add mod">
        <pc:chgData name="Deepika Vatsa" userId="f7100972-27fe-4ee6-8fb4-ec9b7931b409" providerId="ADAL" clId="{3291ADED-E722-4D72-B4E8-25130B6F1C00}" dt="2022-08-02T05:27:31.824" v="803" actId="20577"/>
        <pc:sldMkLst>
          <pc:docMk/>
          <pc:sldMk cId="0" sldId="444"/>
        </pc:sldMkLst>
        <pc:spChg chg="mod">
          <ac:chgData name="Deepika Vatsa" userId="f7100972-27fe-4ee6-8fb4-ec9b7931b409" providerId="ADAL" clId="{3291ADED-E722-4D72-B4E8-25130B6F1C00}" dt="2022-08-02T05:27:31.824" v="803" actId="20577"/>
          <ac:spMkLst>
            <pc:docMk/>
            <pc:sldMk cId="0" sldId="444"/>
            <ac:spMk id="3" creationId="{8742D992-CD80-4072-8891-5DE4E4E9A046}"/>
          </ac:spMkLst>
        </pc:spChg>
      </pc:sldChg>
      <pc:sldChg chg="addSp modSp add mod">
        <pc:chgData name="Deepika Vatsa" userId="f7100972-27fe-4ee6-8fb4-ec9b7931b409" providerId="ADAL" clId="{3291ADED-E722-4D72-B4E8-25130B6F1C00}" dt="2022-08-02T04:49:32.031" v="241" actId="1076"/>
        <pc:sldMkLst>
          <pc:docMk/>
          <pc:sldMk cId="0" sldId="446"/>
        </pc:sldMkLst>
        <pc:picChg chg="add mod ord">
          <ac:chgData name="Deepika Vatsa" userId="f7100972-27fe-4ee6-8fb4-ec9b7931b409" providerId="ADAL" clId="{3291ADED-E722-4D72-B4E8-25130B6F1C00}" dt="2022-08-02T04:49:32.031" v="241" actId="1076"/>
          <ac:picMkLst>
            <pc:docMk/>
            <pc:sldMk cId="0" sldId="446"/>
            <ac:picMk id="5" creationId="{C6A5244B-F656-4E88-A42A-3266EE91F6F3}"/>
          </ac:picMkLst>
        </pc:picChg>
        <pc:picChg chg="mod">
          <ac:chgData name="Deepika Vatsa" userId="f7100972-27fe-4ee6-8fb4-ec9b7931b409" providerId="ADAL" clId="{3291ADED-E722-4D72-B4E8-25130B6F1C00}" dt="2022-08-02T04:49:28.253" v="240" actId="1076"/>
          <ac:picMkLst>
            <pc:docMk/>
            <pc:sldMk cId="0" sldId="446"/>
            <ac:picMk id="10244" creationId="{33A2C098-77FB-498B-89C1-293A02B3BCFB}"/>
          </ac:picMkLst>
        </pc:picChg>
      </pc:sldChg>
      <pc:sldChg chg="modSp add mod ord">
        <pc:chgData name="Deepika Vatsa" userId="f7100972-27fe-4ee6-8fb4-ec9b7931b409" providerId="ADAL" clId="{3291ADED-E722-4D72-B4E8-25130B6F1C00}" dt="2022-08-02T10:15:49.873" v="6002"/>
        <pc:sldMkLst>
          <pc:docMk/>
          <pc:sldMk cId="0" sldId="454"/>
        </pc:sldMkLst>
        <pc:spChg chg="mod">
          <ac:chgData name="Deepika Vatsa" userId="f7100972-27fe-4ee6-8fb4-ec9b7931b409" providerId="ADAL" clId="{3291ADED-E722-4D72-B4E8-25130B6F1C00}" dt="2022-08-02T05:36:04.752" v="974" actId="20577"/>
          <ac:spMkLst>
            <pc:docMk/>
            <pc:sldMk cId="0" sldId="454"/>
            <ac:spMk id="3" creationId="{C205F30A-7C17-4484-8544-4186CC2C5D59}"/>
          </ac:spMkLst>
        </pc:spChg>
        <pc:spChg chg="mod">
          <ac:chgData name="Deepika Vatsa" userId="f7100972-27fe-4ee6-8fb4-ec9b7931b409" providerId="ADAL" clId="{3291ADED-E722-4D72-B4E8-25130B6F1C00}" dt="2022-08-02T05:35:35.807" v="972" actId="20577"/>
          <ac:spMkLst>
            <pc:docMk/>
            <pc:sldMk cId="0" sldId="454"/>
            <ac:spMk id="11266" creationId="{7D9174AF-1F1E-4E7D-A243-C1A8E99F08E4}"/>
          </ac:spMkLst>
        </pc:spChg>
      </pc:sldChg>
      <pc:sldChg chg="modSp add mod">
        <pc:chgData name="Deepika Vatsa" userId="f7100972-27fe-4ee6-8fb4-ec9b7931b409" providerId="ADAL" clId="{3291ADED-E722-4D72-B4E8-25130B6F1C00}" dt="2022-08-02T05:51:19.773" v="1476" actId="20577"/>
        <pc:sldMkLst>
          <pc:docMk/>
          <pc:sldMk cId="0" sldId="519"/>
        </pc:sldMkLst>
        <pc:spChg chg="mod">
          <ac:chgData name="Deepika Vatsa" userId="f7100972-27fe-4ee6-8fb4-ec9b7931b409" providerId="ADAL" clId="{3291ADED-E722-4D72-B4E8-25130B6F1C00}" dt="2022-08-02T05:51:19.773" v="1476" actId="20577"/>
          <ac:spMkLst>
            <pc:docMk/>
            <pc:sldMk cId="0" sldId="519"/>
            <ac:spMk id="13314" creationId="{CBAC7A8F-7EE2-476E-B83C-7B434D873662}"/>
          </ac:spMkLst>
        </pc:spChg>
      </pc:sldChg>
      <pc:sldChg chg="modSp add mod ord modNotesTx">
        <pc:chgData name="Deepika Vatsa" userId="f7100972-27fe-4ee6-8fb4-ec9b7931b409" providerId="ADAL" clId="{3291ADED-E722-4D72-B4E8-25130B6F1C00}" dt="2022-08-02T10:07:54.172" v="5433" actId="20577"/>
        <pc:sldMkLst>
          <pc:docMk/>
          <pc:sldMk cId="0" sldId="521"/>
        </pc:sldMkLst>
        <pc:spChg chg="mod">
          <ac:chgData name="Deepika Vatsa" userId="f7100972-27fe-4ee6-8fb4-ec9b7931b409" providerId="ADAL" clId="{3291ADED-E722-4D72-B4E8-25130B6F1C00}" dt="2022-08-02T10:05:28.796" v="5263" actId="20577"/>
          <ac:spMkLst>
            <pc:docMk/>
            <pc:sldMk cId="0" sldId="521"/>
            <ac:spMk id="9220" creationId="{91FFA14E-91B3-44B2-AF3A-49B6235ECEC6}"/>
          </ac:spMkLst>
        </pc:spChg>
      </pc:sldChg>
      <pc:sldChg chg="modSp add">
        <pc:chgData name="Deepika Vatsa" userId="f7100972-27fe-4ee6-8fb4-ec9b7931b409" providerId="ADAL" clId="{3291ADED-E722-4D72-B4E8-25130B6F1C00}" dt="2022-08-02T05:57:52.333" v="1653" actId="1036"/>
        <pc:sldMkLst>
          <pc:docMk/>
          <pc:sldMk cId="0" sldId="522"/>
        </pc:sldMkLst>
        <pc:spChg chg="mod">
          <ac:chgData name="Deepika Vatsa" userId="f7100972-27fe-4ee6-8fb4-ec9b7931b409" providerId="ADAL" clId="{3291ADED-E722-4D72-B4E8-25130B6F1C00}" dt="2022-08-02T05:57:45.673" v="1634" actId="1076"/>
          <ac:spMkLst>
            <pc:docMk/>
            <pc:sldMk cId="0" sldId="522"/>
            <ac:spMk id="14338" creationId="{FBD8693C-3A18-46C7-B80E-01E033CDECDC}"/>
          </ac:spMkLst>
        </pc:spChg>
        <pc:spChg chg="mod">
          <ac:chgData name="Deepika Vatsa" userId="f7100972-27fe-4ee6-8fb4-ec9b7931b409" providerId="ADAL" clId="{3291ADED-E722-4D72-B4E8-25130B6F1C00}" dt="2022-08-02T05:57:52.333" v="1653" actId="1036"/>
          <ac:spMkLst>
            <pc:docMk/>
            <pc:sldMk cId="0" sldId="522"/>
            <ac:spMk id="14344" creationId="{F3771709-78BD-404C-857F-78F9A6047677}"/>
          </ac:spMkLst>
        </pc:spChg>
        <pc:picChg chg="mod">
          <ac:chgData name="Deepika Vatsa" userId="f7100972-27fe-4ee6-8fb4-ec9b7931b409" providerId="ADAL" clId="{3291ADED-E722-4D72-B4E8-25130B6F1C00}" dt="2022-08-02T05:57:52.333" v="1653" actId="1036"/>
          <ac:picMkLst>
            <pc:docMk/>
            <pc:sldMk cId="0" sldId="522"/>
            <ac:picMk id="14342" creationId="{AED56A7C-E3E2-4205-BE15-2EBFD59166F0}"/>
          </ac:picMkLst>
        </pc:picChg>
      </pc:sldChg>
      <pc:sldChg chg="addSp modSp add">
        <pc:chgData name="Deepika Vatsa" userId="f7100972-27fe-4ee6-8fb4-ec9b7931b409" providerId="ADAL" clId="{3291ADED-E722-4D72-B4E8-25130B6F1C00}" dt="2022-08-02T05:57:34.884" v="1632" actId="1037"/>
        <pc:sldMkLst>
          <pc:docMk/>
          <pc:sldMk cId="0" sldId="523"/>
        </pc:sldMkLst>
        <pc:spChg chg="add mod">
          <ac:chgData name="Deepika Vatsa" userId="f7100972-27fe-4ee6-8fb4-ec9b7931b409" providerId="ADAL" clId="{3291ADED-E722-4D72-B4E8-25130B6F1C00}" dt="2022-08-02T05:57:34.884" v="1632" actId="1037"/>
          <ac:spMkLst>
            <pc:docMk/>
            <pc:sldMk cId="0" sldId="523"/>
            <ac:spMk id="9" creationId="{B17BC3F7-CA5E-4FEC-940A-2EC0774E93A3}"/>
          </ac:spMkLst>
        </pc:spChg>
        <pc:spChg chg="mod">
          <ac:chgData name="Deepika Vatsa" userId="f7100972-27fe-4ee6-8fb4-ec9b7931b409" providerId="ADAL" clId="{3291ADED-E722-4D72-B4E8-25130B6F1C00}" dt="2022-08-02T05:56:52.588" v="1477" actId="1076"/>
          <ac:spMkLst>
            <pc:docMk/>
            <pc:sldMk cId="0" sldId="523"/>
            <ac:spMk id="15362" creationId="{4733C1E2-24F3-4754-9834-2DBF479B7C27}"/>
          </ac:spMkLst>
        </pc:spChg>
        <pc:spChg chg="mod">
          <ac:chgData name="Deepika Vatsa" userId="f7100972-27fe-4ee6-8fb4-ec9b7931b409" providerId="ADAL" clId="{3291ADED-E722-4D72-B4E8-25130B6F1C00}" dt="2022-08-02T05:56:58.612" v="1501" actId="1035"/>
          <ac:spMkLst>
            <pc:docMk/>
            <pc:sldMk cId="0" sldId="523"/>
            <ac:spMk id="15367" creationId="{121C9651-2280-4086-A2C0-835AE7BDB729}"/>
          </ac:spMkLst>
        </pc:spChg>
        <pc:spChg chg="mod">
          <ac:chgData name="Deepika Vatsa" userId="f7100972-27fe-4ee6-8fb4-ec9b7931b409" providerId="ADAL" clId="{3291ADED-E722-4D72-B4E8-25130B6F1C00}" dt="2022-08-02T05:57:25.513" v="1611" actId="1036"/>
          <ac:spMkLst>
            <pc:docMk/>
            <pc:sldMk cId="0" sldId="523"/>
            <ac:spMk id="15368" creationId="{B2C3323A-ECE1-4DD1-BCE2-8341E5E14404}"/>
          </ac:spMkLst>
        </pc:spChg>
        <pc:picChg chg="add mod">
          <ac:chgData name="Deepika Vatsa" userId="f7100972-27fe-4ee6-8fb4-ec9b7931b409" providerId="ADAL" clId="{3291ADED-E722-4D72-B4E8-25130B6F1C00}" dt="2022-08-02T05:57:34.884" v="1632" actId="1037"/>
          <ac:picMkLst>
            <pc:docMk/>
            <pc:sldMk cId="0" sldId="523"/>
            <ac:picMk id="10" creationId="{FBA8AA4A-DF71-41F4-9D0A-AB3FBAB4F540}"/>
          </ac:picMkLst>
        </pc:picChg>
        <pc:picChg chg="mod">
          <ac:chgData name="Deepika Vatsa" userId="f7100972-27fe-4ee6-8fb4-ec9b7931b409" providerId="ADAL" clId="{3291ADED-E722-4D72-B4E8-25130B6F1C00}" dt="2022-08-02T05:56:58.612" v="1501" actId="1035"/>
          <ac:picMkLst>
            <pc:docMk/>
            <pc:sldMk cId="0" sldId="523"/>
            <ac:picMk id="15365" creationId="{831E7FDA-685A-491C-B34A-934B97194A84}"/>
          </ac:picMkLst>
        </pc:picChg>
        <pc:picChg chg="mod">
          <ac:chgData name="Deepika Vatsa" userId="f7100972-27fe-4ee6-8fb4-ec9b7931b409" providerId="ADAL" clId="{3291ADED-E722-4D72-B4E8-25130B6F1C00}" dt="2022-08-02T05:57:25.513" v="1611" actId="1036"/>
          <ac:picMkLst>
            <pc:docMk/>
            <pc:sldMk cId="0" sldId="523"/>
            <ac:picMk id="15366" creationId="{A1045A5C-B36F-4CE7-937A-5EFD0F56F6EC}"/>
          </ac:picMkLst>
        </pc:picChg>
      </pc:sldChg>
      <pc:sldChg chg="delSp add del">
        <pc:chgData name="Deepika Vatsa" userId="f7100972-27fe-4ee6-8fb4-ec9b7931b409" providerId="ADAL" clId="{3291ADED-E722-4D72-B4E8-25130B6F1C00}" dt="2022-08-02T05:57:39.918" v="1633" actId="47"/>
        <pc:sldMkLst>
          <pc:docMk/>
          <pc:sldMk cId="0" sldId="524"/>
        </pc:sldMkLst>
        <pc:spChg chg="del">
          <ac:chgData name="Deepika Vatsa" userId="f7100972-27fe-4ee6-8fb4-ec9b7931b409" providerId="ADAL" clId="{3291ADED-E722-4D72-B4E8-25130B6F1C00}" dt="2022-08-02T05:57:10.223" v="1531" actId="21"/>
          <ac:spMkLst>
            <pc:docMk/>
            <pc:sldMk cId="0" sldId="524"/>
            <ac:spMk id="16389" creationId="{A5E9E8B8-54AA-45CB-B630-7300EC928F5E}"/>
          </ac:spMkLst>
        </pc:spChg>
        <pc:picChg chg="del">
          <ac:chgData name="Deepika Vatsa" userId="f7100972-27fe-4ee6-8fb4-ec9b7931b409" providerId="ADAL" clId="{3291ADED-E722-4D72-B4E8-25130B6F1C00}" dt="2022-08-02T05:57:10.223" v="1531" actId="21"/>
          <ac:picMkLst>
            <pc:docMk/>
            <pc:sldMk cId="0" sldId="524"/>
            <ac:picMk id="16392" creationId="{DE8B858E-3707-4312-9838-072D5963F5C6}"/>
          </ac:picMkLst>
        </pc:picChg>
      </pc:sldChg>
      <pc:sldChg chg="modSp add mod">
        <pc:chgData name="Deepika Vatsa" userId="f7100972-27fe-4ee6-8fb4-ec9b7931b409" providerId="ADAL" clId="{3291ADED-E722-4D72-B4E8-25130B6F1C00}" dt="2022-08-02T05:37:15.306" v="989" actId="20577"/>
        <pc:sldMkLst>
          <pc:docMk/>
          <pc:sldMk cId="0" sldId="542"/>
        </pc:sldMkLst>
        <pc:spChg chg="mod">
          <ac:chgData name="Deepika Vatsa" userId="f7100972-27fe-4ee6-8fb4-ec9b7931b409" providerId="ADAL" clId="{3291ADED-E722-4D72-B4E8-25130B6F1C00}" dt="2022-08-02T05:37:15.306" v="989" actId="20577"/>
          <ac:spMkLst>
            <pc:docMk/>
            <pc:sldMk cId="0" sldId="542"/>
            <ac:spMk id="3" creationId="{73C816AA-8985-49DC-B97C-CF26B5B068D9}"/>
          </ac:spMkLst>
        </pc:spChg>
        <pc:spChg chg="mod">
          <ac:chgData name="Deepika Vatsa" userId="f7100972-27fe-4ee6-8fb4-ec9b7931b409" providerId="ADAL" clId="{3291ADED-E722-4D72-B4E8-25130B6F1C00}" dt="2022-08-02T05:36:58.583" v="984" actId="20577"/>
          <ac:spMkLst>
            <pc:docMk/>
            <pc:sldMk cId="0" sldId="542"/>
            <ac:spMk id="12290" creationId="{795297E3-61AF-419D-AA9F-FB176E051720}"/>
          </ac:spMkLst>
        </pc:spChg>
      </pc:sldChg>
      <pc:sldChg chg="addSp delSp modSp new mod modNotesTx">
        <pc:chgData name="Deepika Vatsa" userId="f7100972-27fe-4ee6-8fb4-ec9b7931b409" providerId="ADAL" clId="{3291ADED-E722-4D72-B4E8-25130B6F1C00}" dt="2022-08-02T09:58:53.141" v="5021" actId="20577"/>
        <pc:sldMkLst>
          <pc:docMk/>
          <pc:sldMk cId="2124192201" sldId="543"/>
        </pc:sldMkLst>
        <pc:spChg chg="del mod">
          <ac:chgData name="Deepika Vatsa" userId="f7100972-27fe-4ee6-8fb4-ec9b7931b409" providerId="ADAL" clId="{3291ADED-E722-4D72-B4E8-25130B6F1C00}" dt="2022-08-02T05:15:06.676" v="634" actId="478"/>
          <ac:spMkLst>
            <pc:docMk/>
            <pc:sldMk cId="2124192201" sldId="543"/>
            <ac:spMk id="2" creationId="{FB578C73-661F-4DC5-84B8-F64A212D389B}"/>
          </ac:spMkLst>
        </pc:spChg>
        <pc:spChg chg="del">
          <ac:chgData name="Deepika Vatsa" userId="f7100972-27fe-4ee6-8fb4-ec9b7931b409" providerId="ADAL" clId="{3291ADED-E722-4D72-B4E8-25130B6F1C00}" dt="2022-08-02T05:06:54.553" v="328" actId="478"/>
          <ac:spMkLst>
            <pc:docMk/>
            <pc:sldMk cId="2124192201" sldId="543"/>
            <ac:spMk id="3" creationId="{2B224D1B-5B72-4604-ACE4-DD246E53E398}"/>
          </ac:spMkLst>
        </pc:spChg>
        <pc:spChg chg="add mod">
          <ac:chgData name="Deepika Vatsa" userId="f7100972-27fe-4ee6-8fb4-ec9b7931b409" providerId="ADAL" clId="{3291ADED-E722-4D72-B4E8-25130B6F1C00}" dt="2022-08-02T09:50:59.852" v="4098" actId="6549"/>
          <ac:spMkLst>
            <pc:docMk/>
            <pc:sldMk cId="2124192201" sldId="543"/>
            <ac:spMk id="6" creationId="{47631036-3A0F-4E75-A879-957017069B49}"/>
          </ac:spMkLst>
        </pc:spChg>
        <pc:spChg chg="add mod">
          <ac:chgData name="Deepika Vatsa" userId="f7100972-27fe-4ee6-8fb4-ec9b7931b409" providerId="ADAL" clId="{3291ADED-E722-4D72-B4E8-25130B6F1C00}" dt="2022-08-02T09:51:03.842" v="4099" actId="6549"/>
          <ac:spMkLst>
            <pc:docMk/>
            <pc:sldMk cId="2124192201" sldId="543"/>
            <ac:spMk id="7" creationId="{8C8EC707-7EDD-44E3-9196-6FF5FB72B380}"/>
          </ac:spMkLst>
        </pc:spChg>
        <pc:spChg chg="add mod">
          <ac:chgData name="Deepika Vatsa" userId="f7100972-27fe-4ee6-8fb4-ec9b7931b409" providerId="ADAL" clId="{3291ADED-E722-4D72-B4E8-25130B6F1C00}" dt="2022-08-02T05:20:52.013" v="703" actId="1076"/>
          <ac:spMkLst>
            <pc:docMk/>
            <pc:sldMk cId="2124192201" sldId="543"/>
            <ac:spMk id="8" creationId="{4EDBCB09-D995-422D-87CD-70E194643C92}"/>
          </ac:spMkLst>
        </pc:spChg>
        <pc:spChg chg="add mod">
          <ac:chgData name="Deepika Vatsa" userId="f7100972-27fe-4ee6-8fb4-ec9b7931b409" providerId="ADAL" clId="{3291ADED-E722-4D72-B4E8-25130B6F1C00}" dt="2022-08-02T09:50:53.250" v="4097" actId="404"/>
          <ac:spMkLst>
            <pc:docMk/>
            <pc:sldMk cId="2124192201" sldId="543"/>
            <ac:spMk id="15" creationId="{BCBCDEEC-C4B5-4EB8-8B4B-EDA9E99D2F16}"/>
          </ac:spMkLst>
        </pc:spChg>
        <pc:picChg chg="add del mod ord modCrop">
          <ac:chgData name="Deepika Vatsa" userId="f7100972-27fe-4ee6-8fb4-ec9b7931b409" providerId="ADAL" clId="{3291ADED-E722-4D72-B4E8-25130B6F1C00}" dt="2022-08-02T05:08:51.252" v="333" actId="478"/>
          <ac:picMkLst>
            <pc:docMk/>
            <pc:sldMk cId="2124192201" sldId="543"/>
            <ac:picMk id="5" creationId="{EAA760CC-D0E1-431A-8755-A1CCFEED6C63}"/>
          </ac:picMkLst>
        </pc:picChg>
        <pc:picChg chg="add mod modCrop">
          <ac:chgData name="Deepika Vatsa" userId="f7100972-27fe-4ee6-8fb4-ec9b7931b409" providerId="ADAL" clId="{3291ADED-E722-4D72-B4E8-25130B6F1C00}" dt="2022-08-02T09:50:29.824" v="4070" actId="1076"/>
          <ac:picMkLst>
            <pc:docMk/>
            <pc:sldMk cId="2124192201" sldId="543"/>
            <ac:picMk id="10" creationId="{E22FD091-D2AC-48F7-854B-91EBD889B3F2}"/>
          </ac:picMkLst>
        </pc:picChg>
        <pc:picChg chg="add mod modCrop">
          <ac:chgData name="Deepika Vatsa" userId="f7100972-27fe-4ee6-8fb4-ec9b7931b409" providerId="ADAL" clId="{3291ADED-E722-4D72-B4E8-25130B6F1C00}" dt="2022-08-02T09:51:06.917" v="4100" actId="1076"/>
          <ac:picMkLst>
            <pc:docMk/>
            <pc:sldMk cId="2124192201" sldId="543"/>
            <ac:picMk id="12" creationId="{961DF107-8E6A-4173-8D7A-1EDDEDFF0A4D}"/>
          </ac:picMkLst>
        </pc:picChg>
        <pc:picChg chg="add mod">
          <ac:chgData name="Deepika Vatsa" userId="f7100972-27fe-4ee6-8fb4-ec9b7931b409" providerId="ADAL" clId="{3291ADED-E722-4D72-B4E8-25130B6F1C00}" dt="2022-08-02T05:22:06.922" v="710" actId="1076"/>
          <ac:picMkLst>
            <pc:docMk/>
            <pc:sldMk cId="2124192201" sldId="543"/>
            <ac:picMk id="14" creationId="{0DD799E7-7D4D-4C6B-92A7-A4277A6B985F}"/>
          </ac:picMkLst>
        </pc:picChg>
      </pc:sldChg>
      <pc:sldChg chg="addSp delSp modSp new del mod">
        <pc:chgData name="Deepika Vatsa" userId="f7100972-27fe-4ee6-8fb4-ec9b7931b409" providerId="ADAL" clId="{3291ADED-E722-4D72-B4E8-25130B6F1C00}" dt="2022-08-02T04:49:36.765" v="242" actId="47"/>
        <pc:sldMkLst>
          <pc:docMk/>
          <pc:sldMk cId="3812708689" sldId="543"/>
        </pc:sldMkLst>
        <pc:spChg chg="del">
          <ac:chgData name="Deepika Vatsa" userId="f7100972-27fe-4ee6-8fb4-ec9b7931b409" providerId="ADAL" clId="{3291ADED-E722-4D72-B4E8-25130B6F1C00}" dt="2022-08-02T04:48:59.826" v="233" actId="478"/>
          <ac:spMkLst>
            <pc:docMk/>
            <pc:sldMk cId="3812708689" sldId="543"/>
            <ac:spMk id="2" creationId="{27972EE3-664C-410B-AE5B-BD15536AEAB6}"/>
          </ac:spMkLst>
        </pc:spChg>
        <pc:picChg chg="add del mod modCrop">
          <ac:chgData name="Deepika Vatsa" userId="f7100972-27fe-4ee6-8fb4-ec9b7931b409" providerId="ADAL" clId="{3291ADED-E722-4D72-B4E8-25130B6F1C00}" dt="2022-08-02T04:49:11.965" v="236" actId="21"/>
          <ac:picMkLst>
            <pc:docMk/>
            <pc:sldMk cId="3812708689" sldId="543"/>
            <ac:picMk id="4" creationId="{8E850A99-AA6D-4EB0-9E72-CC82985C4DD4}"/>
          </ac:picMkLst>
        </pc:picChg>
      </pc:sldChg>
      <pc:sldChg chg="new del">
        <pc:chgData name="Deepika Vatsa" userId="f7100972-27fe-4ee6-8fb4-ec9b7931b409" providerId="ADAL" clId="{3291ADED-E722-4D72-B4E8-25130B6F1C00}" dt="2022-08-02T05:38:33.463" v="991" actId="47"/>
        <pc:sldMkLst>
          <pc:docMk/>
          <pc:sldMk cId="2707398985" sldId="544"/>
        </pc:sldMkLst>
      </pc:sldChg>
      <pc:sldChg chg="addSp modSp add mod modNotesTx">
        <pc:chgData name="Deepika Vatsa" userId="f7100972-27fe-4ee6-8fb4-ec9b7931b409" providerId="ADAL" clId="{3291ADED-E722-4D72-B4E8-25130B6F1C00}" dt="2022-08-02T10:25:31.588" v="6900" actId="20577"/>
        <pc:sldMkLst>
          <pc:docMk/>
          <pc:sldMk cId="3333838952" sldId="544"/>
        </pc:sldMkLst>
        <pc:spChg chg="add mod">
          <ac:chgData name="Deepika Vatsa" userId="f7100972-27fe-4ee6-8fb4-ec9b7931b409" providerId="ADAL" clId="{3291ADED-E722-4D72-B4E8-25130B6F1C00}" dt="2022-08-02T05:44:53.548" v="1437" actId="403"/>
          <ac:spMkLst>
            <pc:docMk/>
            <pc:sldMk cId="3333838952" sldId="544"/>
            <ac:spMk id="2" creationId="{876EC85A-9E98-431D-99DA-93047B6A1169}"/>
          </ac:spMkLst>
        </pc:spChg>
        <pc:spChg chg="mod">
          <ac:chgData name="Deepika Vatsa" userId="f7100972-27fe-4ee6-8fb4-ec9b7931b409" providerId="ADAL" clId="{3291ADED-E722-4D72-B4E8-25130B6F1C00}" dt="2022-08-02T10:17:30.436" v="6063" actId="20577"/>
          <ac:spMkLst>
            <pc:docMk/>
            <pc:sldMk cId="3333838952" sldId="544"/>
            <ac:spMk id="3" creationId="{73C816AA-8985-49DC-B97C-CF26B5B068D9}"/>
          </ac:spMkLst>
        </pc:spChg>
        <pc:spChg chg="add mod">
          <ac:chgData name="Deepika Vatsa" userId="f7100972-27fe-4ee6-8fb4-ec9b7931b409" providerId="ADAL" clId="{3291ADED-E722-4D72-B4E8-25130B6F1C00}" dt="2022-08-02T05:49:54.909" v="1466" actId="1037"/>
          <ac:spMkLst>
            <pc:docMk/>
            <pc:sldMk cId="3333838952" sldId="544"/>
            <ac:spMk id="7" creationId="{150361ED-11EB-47EB-B13D-82A3255775C2}"/>
          </ac:spMkLst>
        </pc:spChg>
        <pc:spChg chg="add mod">
          <ac:chgData name="Deepika Vatsa" userId="f7100972-27fe-4ee6-8fb4-ec9b7931b409" providerId="ADAL" clId="{3291ADED-E722-4D72-B4E8-25130B6F1C00}" dt="2022-08-02T05:44:42.431" v="1435" actId="403"/>
          <ac:spMkLst>
            <pc:docMk/>
            <pc:sldMk cId="3333838952" sldId="544"/>
            <ac:spMk id="8" creationId="{B24B5BFC-C5EC-4EEF-A678-F331A68AA639}"/>
          </ac:spMkLst>
        </pc:spChg>
        <pc:spChg chg="mod">
          <ac:chgData name="Deepika Vatsa" userId="f7100972-27fe-4ee6-8fb4-ec9b7931b409" providerId="ADAL" clId="{3291ADED-E722-4D72-B4E8-25130B6F1C00}" dt="2022-08-02T05:38:42.026" v="996" actId="20577"/>
          <ac:spMkLst>
            <pc:docMk/>
            <pc:sldMk cId="3333838952" sldId="544"/>
            <ac:spMk id="12290" creationId="{795297E3-61AF-419D-AA9F-FB176E051720}"/>
          </ac:spMkLst>
        </pc:spChg>
        <pc:picChg chg="add mod">
          <ac:chgData name="Deepika Vatsa" userId="f7100972-27fe-4ee6-8fb4-ec9b7931b409" providerId="ADAL" clId="{3291ADED-E722-4D72-B4E8-25130B6F1C00}" dt="2022-08-02T05:49:05.369" v="1440" actId="1076"/>
          <ac:picMkLst>
            <pc:docMk/>
            <pc:sldMk cId="3333838952" sldId="544"/>
            <ac:picMk id="5" creationId="{0633AD17-0538-493C-BF7B-FCBAD7595C07}"/>
          </ac:picMkLst>
        </pc:picChg>
        <pc:picChg chg="add mod">
          <ac:chgData name="Deepika Vatsa" userId="f7100972-27fe-4ee6-8fb4-ec9b7931b409" providerId="ADAL" clId="{3291ADED-E722-4D72-B4E8-25130B6F1C00}" dt="2022-08-02T05:50:01.106" v="1468" actId="1076"/>
          <ac:picMkLst>
            <pc:docMk/>
            <pc:sldMk cId="3333838952" sldId="544"/>
            <ac:picMk id="9" creationId="{22F66F09-6D24-4648-8D4B-04BBE4E1E515}"/>
          </ac:picMkLst>
        </pc:picChg>
        <pc:picChg chg="add mod">
          <ac:chgData name="Deepika Vatsa" userId="f7100972-27fe-4ee6-8fb4-ec9b7931b409" providerId="ADAL" clId="{3291ADED-E722-4D72-B4E8-25130B6F1C00}" dt="2022-08-02T05:51:06.210" v="1470" actId="1076"/>
          <ac:picMkLst>
            <pc:docMk/>
            <pc:sldMk cId="3333838952" sldId="544"/>
            <ac:picMk id="11" creationId="{9EF450B5-A787-4EA7-BA06-A5123E0609ED}"/>
          </ac:picMkLst>
        </pc:picChg>
      </pc:sldChg>
      <pc:sldChg chg="addSp delSp modSp new mod modNotesTx">
        <pc:chgData name="Deepika Vatsa" userId="f7100972-27fe-4ee6-8fb4-ec9b7931b409" providerId="ADAL" clId="{3291ADED-E722-4D72-B4E8-25130B6F1C00}" dt="2022-08-03T09:54:38.622" v="8918" actId="20577"/>
        <pc:sldMkLst>
          <pc:docMk/>
          <pc:sldMk cId="4255949818" sldId="545"/>
        </pc:sldMkLst>
        <pc:spChg chg="mod">
          <ac:chgData name="Deepika Vatsa" userId="f7100972-27fe-4ee6-8fb4-ec9b7931b409" providerId="ADAL" clId="{3291ADED-E722-4D72-B4E8-25130B6F1C00}" dt="2022-08-02T06:21:12.163" v="1857" actId="14100"/>
          <ac:spMkLst>
            <pc:docMk/>
            <pc:sldMk cId="4255949818" sldId="545"/>
            <ac:spMk id="2" creationId="{E198A5B3-AA77-4574-857A-B0BAF7ED7A51}"/>
          </ac:spMkLst>
        </pc:spChg>
        <pc:spChg chg="add mod">
          <ac:chgData name="Deepika Vatsa" userId="f7100972-27fe-4ee6-8fb4-ec9b7931b409" providerId="ADAL" clId="{3291ADED-E722-4D72-B4E8-25130B6F1C00}" dt="2022-08-02T06:03:15.895" v="1703" actId="14100"/>
          <ac:spMkLst>
            <pc:docMk/>
            <pc:sldMk cId="4255949818" sldId="545"/>
            <ac:spMk id="3" creationId="{7513A98B-7EE2-411B-9C45-C5B84E25262E}"/>
          </ac:spMkLst>
        </pc:spChg>
        <pc:spChg chg="add del mod">
          <ac:chgData name="Deepika Vatsa" userId="f7100972-27fe-4ee6-8fb4-ec9b7931b409" providerId="ADAL" clId="{3291ADED-E722-4D72-B4E8-25130B6F1C00}" dt="2022-08-02T06:25:40.535" v="1910" actId="478"/>
          <ac:spMkLst>
            <pc:docMk/>
            <pc:sldMk cId="4255949818" sldId="545"/>
            <ac:spMk id="6" creationId="{B521FFDF-D974-4507-AFF6-0CB68B7888C0}"/>
          </ac:spMkLst>
        </pc:spChg>
        <pc:spChg chg="add del mod">
          <ac:chgData name="Deepika Vatsa" userId="f7100972-27fe-4ee6-8fb4-ec9b7931b409" providerId="ADAL" clId="{3291ADED-E722-4D72-B4E8-25130B6F1C00}" dt="2022-08-02T06:25:40.535" v="1910" actId="478"/>
          <ac:spMkLst>
            <pc:docMk/>
            <pc:sldMk cId="4255949818" sldId="545"/>
            <ac:spMk id="7" creationId="{FA18092F-4840-404B-BFBD-0D6D40908BAF}"/>
          </ac:spMkLst>
        </pc:spChg>
        <pc:spChg chg="add del mod">
          <ac:chgData name="Deepika Vatsa" userId="f7100972-27fe-4ee6-8fb4-ec9b7931b409" providerId="ADAL" clId="{3291ADED-E722-4D72-B4E8-25130B6F1C00}" dt="2022-08-02T06:25:40.535" v="1910" actId="478"/>
          <ac:spMkLst>
            <pc:docMk/>
            <pc:sldMk cId="4255949818" sldId="545"/>
            <ac:spMk id="8" creationId="{E6C69D27-A4EF-4CC7-8D28-79879990C359}"/>
          </ac:spMkLst>
        </pc:spChg>
        <pc:spChg chg="add del mod">
          <ac:chgData name="Deepika Vatsa" userId="f7100972-27fe-4ee6-8fb4-ec9b7931b409" providerId="ADAL" clId="{3291ADED-E722-4D72-B4E8-25130B6F1C00}" dt="2022-08-02T06:25:40.535" v="1910" actId="478"/>
          <ac:spMkLst>
            <pc:docMk/>
            <pc:sldMk cId="4255949818" sldId="545"/>
            <ac:spMk id="9" creationId="{76E4AEF4-99F8-4669-84EB-1355F1DF246D}"/>
          </ac:spMkLst>
        </pc:spChg>
        <pc:picChg chg="add del mod">
          <ac:chgData name="Deepika Vatsa" userId="f7100972-27fe-4ee6-8fb4-ec9b7931b409" providerId="ADAL" clId="{3291ADED-E722-4D72-B4E8-25130B6F1C00}" dt="2022-08-02T06:25:33.173" v="1909" actId="478"/>
          <ac:picMkLst>
            <pc:docMk/>
            <pc:sldMk cId="4255949818" sldId="545"/>
            <ac:picMk id="5" creationId="{D39E487D-42BD-44B6-86D2-E1A0668F8BCA}"/>
          </ac:picMkLst>
        </pc:picChg>
        <pc:picChg chg="add del mod">
          <ac:chgData name="Deepika Vatsa" userId="f7100972-27fe-4ee6-8fb4-ec9b7931b409" providerId="ADAL" clId="{3291ADED-E722-4D72-B4E8-25130B6F1C00}" dt="2022-08-02T06:30:42.220" v="1918" actId="478"/>
          <ac:picMkLst>
            <pc:docMk/>
            <pc:sldMk cId="4255949818" sldId="545"/>
            <ac:picMk id="10" creationId="{88D4E2BA-BF81-4099-83C0-F70D1CCC3FFB}"/>
          </ac:picMkLst>
        </pc:picChg>
        <pc:picChg chg="add mod">
          <ac:chgData name="Deepika Vatsa" userId="f7100972-27fe-4ee6-8fb4-ec9b7931b409" providerId="ADAL" clId="{3291ADED-E722-4D72-B4E8-25130B6F1C00}" dt="2022-08-02T06:31:00.026" v="1925" actId="1076"/>
          <ac:picMkLst>
            <pc:docMk/>
            <pc:sldMk cId="4255949818" sldId="545"/>
            <ac:picMk id="12" creationId="{0582751B-1751-4F42-988E-8FD8C485FBDC}"/>
          </ac:picMkLst>
        </pc:picChg>
      </pc:sldChg>
      <pc:sldChg chg="addSp delSp modSp add del mod">
        <pc:chgData name="Deepika Vatsa" userId="f7100972-27fe-4ee6-8fb4-ec9b7931b409" providerId="ADAL" clId="{3291ADED-E722-4D72-B4E8-25130B6F1C00}" dt="2022-08-02T06:25:59.094" v="1917" actId="47"/>
        <pc:sldMkLst>
          <pc:docMk/>
          <pc:sldMk cId="1248345707" sldId="546"/>
        </pc:sldMkLst>
        <pc:picChg chg="del">
          <ac:chgData name="Deepika Vatsa" userId="f7100972-27fe-4ee6-8fb4-ec9b7931b409" providerId="ADAL" clId="{3291ADED-E722-4D72-B4E8-25130B6F1C00}" dt="2022-08-02T06:25:24.176" v="1906" actId="478"/>
          <ac:picMkLst>
            <pc:docMk/>
            <pc:sldMk cId="1248345707" sldId="546"/>
            <ac:picMk id="5" creationId="{D39E487D-42BD-44B6-86D2-E1A0668F8BCA}"/>
          </ac:picMkLst>
        </pc:picChg>
        <pc:picChg chg="add del mod">
          <ac:chgData name="Deepika Vatsa" userId="f7100972-27fe-4ee6-8fb4-ec9b7931b409" providerId="ADAL" clId="{3291ADED-E722-4D72-B4E8-25130B6F1C00}" dt="2022-08-02T06:25:44.813" v="1911" actId="21"/>
          <ac:picMkLst>
            <pc:docMk/>
            <pc:sldMk cId="1248345707" sldId="546"/>
            <ac:picMk id="10" creationId="{E485923E-3299-4004-A860-BA498B818011}"/>
          </ac:picMkLst>
        </pc:picChg>
      </pc:sldChg>
      <pc:sldChg chg="addSp delSp modSp new mod modNotesTx">
        <pc:chgData name="Deepika Vatsa" userId="f7100972-27fe-4ee6-8fb4-ec9b7931b409" providerId="ADAL" clId="{3291ADED-E722-4D72-B4E8-25130B6F1C00}" dt="2022-08-03T09:01:09.111" v="8136" actId="20577"/>
        <pc:sldMkLst>
          <pc:docMk/>
          <pc:sldMk cId="3134347243" sldId="546"/>
        </pc:sldMkLst>
        <pc:spChg chg="del mod">
          <ac:chgData name="Deepika Vatsa" userId="f7100972-27fe-4ee6-8fb4-ec9b7931b409" providerId="ADAL" clId="{3291ADED-E722-4D72-B4E8-25130B6F1C00}" dt="2022-08-02T07:15:45.072" v="1937" actId="478"/>
          <ac:spMkLst>
            <pc:docMk/>
            <pc:sldMk cId="3134347243" sldId="546"/>
            <ac:spMk id="2" creationId="{8A67B2D3-E82B-4A59-950C-83131B956037}"/>
          </ac:spMkLst>
        </pc:spChg>
        <pc:spChg chg="add mod">
          <ac:chgData name="Deepika Vatsa" userId="f7100972-27fe-4ee6-8fb4-ec9b7931b409" providerId="ADAL" clId="{3291ADED-E722-4D72-B4E8-25130B6F1C00}" dt="2022-08-03T08:59:32.327" v="8029"/>
          <ac:spMkLst>
            <pc:docMk/>
            <pc:sldMk cId="3134347243" sldId="546"/>
            <ac:spMk id="6" creationId="{4A2BBF6E-CEFD-4B3B-9213-771FB248BFDE}"/>
          </ac:spMkLst>
        </pc:spChg>
        <pc:picChg chg="add mod modCrop">
          <ac:chgData name="Deepika Vatsa" userId="f7100972-27fe-4ee6-8fb4-ec9b7931b409" providerId="ADAL" clId="{3291ADED-E722-4D72-B4E8-25130B6F1C00}" dt="2022-08-02T07:15:32.688" v="1935" actId="1076"/>
          <ac:picMkLst>
            <pc:docMk/>
            <pc:sldMk cId="3134347243" sldId="546"/>
            <ac:picMk id="4" creationId="{9E1038A7-A714-4537-AACF-317428CC9041}"/>
          </ac:picMkLst>
        </pc:picChg>
        <pc:picChg chg="add mod modCrop">
          <ac:chgData name="Deepika Vatsa" userId="f7100972-27fe-4ee6-8fb4-ec9b7931b409" providerId="ADAL" clId="{3291ADED-E722-4D72-B4E8-25130B6F1C00}" dt="2022-08-02T07:15:28.981" v="1934" actId="1076"/>
          <ac:picMkLst>
            <pc:docMk/>
            <pc:sldMk cId="3134347243" sldId="546"/>
            <ac:picMk id="5" creationId="{8BC749A2-F79D-459C-AFD0-819778A1F160}"/>
          </ac:picMkLst>
        </pc:picChg>
      </pc:sldChg>
      <pc:sldChg chg="addSp delSp modSp new mod">
        <pc:chgData name="Deepika Vatsa" userId="f7100972-27fe-4ee6-8fb4-ec9b7931b409" providerId="ADAL" clId="{3291ADED-E722-4D72-B4E8-25130B6F1C00}" dt="2022-08-03T10:11:14.517" v="9532" actId="1076"/>
        <pc:sldMkLst>
          <pc:docMk/>
          <pc:sldMk cId="1109385362" sldId="547"/>
        </pc:sldMkLst>
        <pc:spChg chg="add del">
          <ac:chgData name="Deepika Vatsa" userId="f7100972-27fe-4ee6-8fb4-ec9b7931b409" providerId="ADAL" clId="{3291ADED-E722-4D72-B4E8-25130B6F1C00}" dt="2022-08-02T07:29:45.273" v="1950" actId="478"/>
          <ac:spMkLst>
            <pc:docMk/>
            <pc:sldMk cId="1109385362" sldId="547"/>
            <ac:spMk id="2" creationId="{16647000-37EF-4977-9339-0B1B74C4DC3E}"/>
          </ac:spMkLst>
        </pc:spChg>
        <pc:spChg chg="add mod">
          <ac:chgData name="Deepika Vatsa" userId="f7100972-27fe-4ee6-8fb4-ec9b7931b409" providerId="ADAL" clId="{3291ADED-E722-4D72-B4E8-25130B6F1C00}" dt="2022-08-03T09:55:38.503" v="8932" actId="20577"/>
          <ac:spMkLst>
            <pc:docMk/>
            <pc:sldMk cId="1109385362" sldId="547"/>
            <ac:spMk id="3" creationId="{CE692883-A57E-4D91-884A-76AC513E9C94}"/>
          </ac:spMkLst>
        </pc:spChg>
        <pc:spChg chg="add mod">
          <ac:chgData name="Deepika Vatsa" userId="f7100972-27fe-4ee6-8fb4-ec9b7931b409" providerId="ADAL" clId="{3291ADED-E722-4D72-B4E8-25130B6F1C00}" dt="2022-08-03T10:11:14.517" v="9532" actId="1076"/>
          <ac:spMkLst>
            <pc:docMk/>
            <pc:sldMk cId="1109385362" sldId="547"/>
            <ac:spMk id="4" creationId="{2D57B701-10FD-461C-9863-7FD02A3164D8}"/>
          </ac:spMkLst>
        </pc:spChg>
      </pc:sldChg>
      <pc:sldChg chg="addSp delSp modSp new mod modNotesTx">
        <pc:chgData name="Deepika Vatsa" userId="f7100972-27fe-4ee6-8fb4-ec9b7931b409" providerId="ADAL" clId="{3291ADED-E722-4D72-B4E8-25130B6F1C00}" dt="2022-08-03T09:59:13.345" v="8976" actId="20577"/>
        <pc:sldMkLst>
          <pc:docMk/>
          <pc:sldMk cId="1888868402" sldId="548"/>
        </pc:sldMkLst>
        <pc:spChg chg="del">
          <ac:chgData name="Deepika Vatsa" userId="f7100972-27fe-4ee6-8fb4-ec9b7931b409" providerId="ADAL" clId="{3291ADED-E722-4D72-B4E8-25130B6F1C00}" dt="2022-08-02T07:34:38.295" v="2041" actId="478"/>
          <ac:spMkLst>
            <pc:docMk/>
            <pc:sldMk cId="1888868402" sldId="548"/>
            <ac:spMk id="2" creationId="{EEE392AC-8BD0-408E-A870-9EEFF6380150}"/>
          </ac:spMkLst>
        </pc:spChg>
        <pc:spChg chg="add mod">
          <ac:chgData name="Deepika Vatsa" userId="f7100972-27fe-4ee6-8fb4-ec9b7931b409" providerId="ADAL" clId="{3291ADED-E722-4D72-B4E8-25130B6F1C00}" dt="2022-08-03T09:59:13.345" v="8976" actId="20577"/>
          <ac:spMkLst>
            <pc:docMk/>
            <pc:sldMk cId="1888868402" sldId="548"/>
            <ac:spMk id="5" creationId="{0FDEED16-F3F7-444C-BA0B-6F43726B3E9D}"/>
          </ac:spMkLst>
        </pc:spChg>
        <pc:picChg chg="add mod modCrop">
          <ac:chgData name="Deepika Vatsa" userId="f7100972-27fe-4ee6-8fb4-ec9b7931b409" providerId="ADAL" clId="{3291ADED-E722-4D72-B4E8-25130B6F1C00}" dt="2022-08-03T09:17:01.925" v="8431" actId="14100"/>
          <ac:picMkLst>
            <pc:docMk/>
            <pc:sldMk cId="1888868402" sldId="548"/>
            <ac:picMk id="4" creationId="{0BA75463-27E0-4F69-A0DE-9CC524FCC1C3}"/>
          </ac:picMkLst>
        </pc:picChg>
      </pc:sldChg>
      <pc:sldChg chg="addSp delSp modSp new del mod">
        <pc:chgData name="Deepika Vatsa" userId="f7100972-27fe-4ee6-8fb4-ec9b7931b409" providerId="ADAL" clId="{3291ADED-E722-4D72-B4E8-25130B6F1C00}" dt="2022-08-03T10:17:50.603" v="9533" actId="47"/>
        <pc:sldMkLst>
          <pc:docMk/>
          <pc:sldMk cId="1000256191" sldId="549"/>
        </pc:sldMkLst>
        <pc:spChg chg="del">
          <ac:chgData name="Deepika Vatsa" userId="f7100972-27fe-4ee6-8fb4-ec9b7931b409" providerId="ADAL" clId="{3291ADED-E722-4D72-B4E8-25130B6F1C00}" dt="2022-08-02T07:34:58.188" v="2044" actId="478"/>
          <ac:spMkLst>
            <pc:docMk/>
            <pc:sldMk cId="1000256191" sldId="549"/>
            <ac:spMk id="2" creationId="{3330A2DE-C7D1-4794-A799-D99D78CBCF1B}"/>
          </ac:spMkLst>
        </pc:spChg>
        <pc:spChg chg="add mod">
          <ac:chgData name="Deepika Vatsa" userId="f7100972-27fe-4ee6-8fb4-ec9b7931b409" providerId="ADAL" clId="{3291ADED-E722-4D72-B4E8-25130B6F1C00}" dt="2022-08-02T07:35:19.257" v="2051" actId="404"/>
          <ac:spMkLst>
            <pc:docMk/>
            <pc:sldMk cId="1000256191" sldId="549"/>
            <ac:spMk id="4" creationId="{08D39C8E-BB5B-426A-99D1-448D577A44FE}"/>
          </ac:spMkLst>
        </pc:spChg>
      </pc:sldChg>
      <pc:sldChg chg="addSp modSp new del mod">
        <pc:chgData name="Deepika Vatsa" userId="f7100972-27fe-4ee6-8fb4-ec9b7931b409" providerId="ADAL" clId="{3291ADED-E722-4D72-B4E8-25130B6F1C00}" dt="2022-08-03T10:22:37.442" v="9655" actId="2696"/>
        <pc:sldMkLst>
          <pc:docMk/>
          <pc:sldMk cId="781658851" sldId="550"/>
        </pc:sldMkLst>
        <pc:spChg chg="mod">
          <ac:chgData name="Deepika Vatsa" userId="f7100972-27fe-4ee6-8fb4-ec9b7931b409" providerId="ADAL" clId="{3291ADED-E722-4D72-B4E8-25130B6F1C00}" dt="2022-08-02T07:40:47.077" v="2273" actId="20577"/>
          <ac:spMkLst>
            <pc:docMk/>
            <pc:sldMk cId="781658851" sldId="550"/>
            <ac:spMk id="2" creationId="{EC549642-0FBB-4ED8-92EA-65F7EBF2F73D}"/>
          </ac:spMkLst>
        </pc:spChg>
        <pc:spChg chg="add mod">
          <ac:chgData name="Deepika Vatsa" userId="f7100972-27fe-4ee6-8fb4-ec9b7931b409" providerId="ADAL" clId="{3291ADED-E722-4D72-B4E8-25130B6F1C00}" dt="2022-08-02T07:38:55.628" v="2092" actId="20577"/>
          <ac:spMkLst>
            <pc:docMk/>
            <pc:sldMk cId="781658851" sldId="550"/>
            <ac:spMk id="5" creationId="{05E18380-446B-4B6F-9EC6-98B449C15B4F}"/>
          </ac:spMkLst>
        </pc:spChg>
        <pc:picChg chg="add mod modCrop">
          <ac:chgData name="Deepika Vatsa" userId="f7100972-27fe-4ee6-8fb4-ec9b7931b409" providerId="ADAL" clId="{3291ADED-E722-4D72-B4E8-25130B6F1C00}" dt="2022-08-02T07:40:32.518" v="2265" actId="1076"/>
          <ac:picMkLst>
            <pc:docMk/>
            <pc:sldMk cId="781658851" sldId="550"/>
            <ac:picMk id="4" creationId="{BBFFEBB1-41B5-4F9C-B66C-FD24BDF1CEF6}"/>
          </ac:picMkLst>
        </pc:picChg>
      </pc:sldChg>
      <pc:sldChg chg="modSp add mod modNotesTx">
        <pc:chgData name="Deepika Vatsa" userId="f7100972-27fe-4ee6-8fb4-ec9b7931b409" providerId="ADAL" clId="{3291ADED-E722-4D72-B4E8-25130B6F1C00}" dt="2022-08-03T10:28:02.653" v="10199" actId="20577"/>
        <pc:sldMkLst>
          <pc:docMk/>
          <pc:sldMk cId="3934559713" sldId="550"/>
        </pc:sldMkLst>
        <pc:spChg chg="mod">
          <ac:chgData name="Deepika Vatsa" userId="f7100972-27fe-4ee6-8fb4-ec9b7931b409" providerId="ADAL" clId="{3291ADED-E722-4D72-B4E8-25130B6F1C00}" dt="2022-08-03T10:25:05.421" v="9755" actId="20577"/>
          <ac:spMkLst>
            <pc:docMk/>
            <pc:sldMk cId="3934559713" sldId="550"/>
            <ac:spMk id="5" creationId="{05E18380-446B-4B6F-9EC6-98B449C15B4F}"/>
          </ac:spMkLst>
        </pc:spChg>
      </pc:sldChg>
      <pc:sldChg chg="addSp modSp new del mod">
        <pc:chgData name="Deepika Vatsa" userId="f7100972-27fe-4ee6-8fb4-ec9b7931b409" providerId="ADAL" clId="{3291ADED-E722-4D72-B4E8-25130B6F1C00}" dt="2022-08-03T10:29:06.229" v="10200" actId="2696"/>
        <pc:sldMkLst>
          <pc:docMk/>
          <pc:sldMk cId="1474411663" sldId="551"/>
        </pc:sldMkLst>
        <pc:spChg chg="mod">
          <ac:chgData name="Deepika Vatsa" userId="f7100972-27fe-4ee6-8fb4-ec9b7931b409" providerId="ADAL" clId="{3291ADED-E722-4D72-B4E8-25130B6F1C00}" dt="2022-08-02T07:43:41.543" v="2375" actId="20577"/>
          <ac:spMkLst>
            <pc:docMk/>
            <pc:sldMk cId="1474411663" sldId="551"/>
            <ac:spMk id="2" creationId="{092D9BBE-F4BA-4CEA-9889-CD5E166FE24E}"/>
          </ac:spMkLst>
        </pc:spChg>
        <pc:spChg chg="add mod">
          <ac:chgData name="Deepika Vatsa" userId="f7100972-27fe-4ee6-8fb4-ec9b7931b409" providerId="ADAL" clId="{3291ADED-E722-4D72-B4E8-25130B6F1C00}" dt="2022-08-02T07:48:57.866" v="2493"/>
          <ac:spMkLst>
            <pc:docMk/>
            <pc:sldMk cId="1474411663" sldId="551"/>
            <ac:spMk id="5" creationId="{6246AC31-6A6E-4D74-9E39-0B2FA07C3FFF}"/>
          </ac:spMkLst>
        </pc:spChg>
        <pc:picChg chg="add mod modCrop">
          <ac:chgData name="Deepika Vatsa" userId="f7100972-27fe-4ee6-8fb4-ec9b7931b409" providerId="ADAL" clId="{3291ADED-E722-4D72-B4E8-25130B6F1C00}" dt="2022-08-02T07:44:30.224" v="2377" actId="14100"/>
          <ac:picMkLst>
            <pc:docMk/>
            <pc:sldMk cId="1474411663" sldId="551"/>
            <ac:picMk id="4" creationId="{E5F3E230-D84C-4FEF-9191-BA94AFF37035}"/>
          </ac:picMkLst>
        </pc:picChg>
      </pc:sldChg>
      <pc:sldChg chg="add modNotesTx">
        <pc:chgData name="Deepika Vatsa" userId="f7100972-27fe-4ee6-8fb4-ec9b7931b409" providerId="ADAL" clId="{3291ADED-E722-4D72-B4E8-25130B6F1C00}" dt="2022-08-03T10:32:29.907" v="10444" actId="20577"/>
        <pc:sldMkLst>
          <pc:docMk/>
          <pc:sldMk cId="2133940914" sldId="551"/>
        </pc:sldMkLst>
      </pc:sldChg>
      <pc:sldChg chg="addSp delSp modSp new del mod">
        <pc:chgData name="Deepika Vatsa" userId="f7100972-27fe-4ee6-8fb4-ec9b7931b409" providerId="ADAL" clId="{3291ADED-E722-4D72-B4E8-25130B6F1C00}" dt="2022-08-03T10:29:06.229" v="10200" actId="2696"/>
        <pc:sldMkLst>
          <pc:docMk/>
          <pc:sldMk cId="1618428373" sldId="552"/>
        </pc:sldMkLst>
        <pc:spChg chg="add del mod">
          <ac:chgData name="Deepika Vatsa" userId="f7100972-27fe-4ee6-8fb4-ec9b7931b409" providerId="ADAL" clId="{3291ADED-E722-4D72-B4E8-25130B6F1C00}" dt="2022-08-02T07:45:54.155" v="2477" actId="478"/>
          <ac:spMkLst>
            <pc:docMk/>
            <pc:sldMk cId="1618428373" sldId="552"/>
            <ac:spMk id="2" creationId="{5683F6F4-79F8-4442-8988-32A91B96D415}"/>
          </ac:spMkLst>
        </pc:spChg>
        <pc:spChg chg="add del">
          <ac:chgData name="Deepika Vatsa" userId="f7100972-27fe-4ee6-8fb4-ec9b7931b409" providerId="ADAL" clId="{3291ADED-E722-4D72-B4E8-25130B6F1C00}" dt="2022-08-02T07:45:57.269" v="2478" actId="478"/>
          <ac:spMkLst>
            <pc:docMk/>
            <pc:sldMk cId="1618428373" sldId="552"/>
            <ac:spMk id="3" creationId="{5271179C-A427-4F95-B6F9-C1731F04101D}"/>
          </ac:spMkLst>
        </pc:spChg>
        <pc:spChg chg="add del mod">
          <ac:chgData name="Deepika Vatsa" userId="f7100972-27fe-4ee6-8fb4-ec9b7931b409" providerId="ADAL" clId="{3291ADED-E722-4D72-B4E8-25130B6F1C00}" dt="2022-08-02T07:45:54.155" v="2477" actId="478"/>
          <ac:spMkLst>
            <pc:docMk/>
            <pc:sldMk cId="1618428373" sldId="552"/>
            <ac:spMk id="4" creationId="{DA53C79F-5592-4FE7-ADBC-F39F1B7A099A}"/>
          </ac:spMkLst>
        </pc:spChg>
        <pc:spChg chg="add mod">
          <ac:chgData name="Deepika Vatsa" userId="f7100972-27fe-4ee6-8fb4-ec9b7931b409" providerId="ADAL" clId="{3291ADED-E722-4D72-B4E8-25130B6F1C00}" dt="2022-08-02T07:48:59.431" v="2494"/>
          <ac:spMkLst>
            <pc:docMk/>
            <pc:sldMk cId="1618428373" sldId="552"/>
            <ac:spMk id="7" creationId="{923887D4-6EE8-4DE3-81C2-42ACFA588F0C}"/>
          </ac:spMkLst>
        </pc:spChg>
        <pc:picChg chg="add mod">
          <ac:chgData name="Deepika Vatsa" userId="f7100972-27fe-4ee6-8fb4-ec9b7931b409" providerId="ADAL" clId="{3291ADED-E722-4D72-B4E8-25130B6F1C00}" dt="2022-08-02T07:46:20.783" v="2487" actId="1076"/>
          <ac:picMkLst>
            <pc:docMk/>
            <pc:sldMk cId="1618428373" sldId="552"/>
            <ac:picMk id="6" creationId="{832F5D65-D7AA-4A3D-9AE9-7578A1DDFDCC}"/>
          </ac:picMkLst>
        </pc:picChg>
      </pc:sldChg>
      <pc:sldChg chg="add modNotesTx">
        <pc:chgData name="Deepika Vatsa" userId="f7100972-27fe-4ee6-8fb4-ec9b7931b409" providerId="ADAL" clId="{3291ADED-E722-4D72-B4E8-25130B6F1C00}" dt="2022-08-03T10:37:58.482" v="10958" actId="20577"/>
        <pc:sldMkLst>
          <pc:docMk/>
          <pc:sldMk cId="4272627569" sldId="552"/>
        </pc:sldMkLst>
      </pc:sldChg>
      <pc:sldChg chg="addSp delSp modSp new del mod">
        <pc:chgData name="Deepika Vatsa" userId="f7100972-27fe-4ee6-8fb4-ec9b7931b409" providerId="ADAL" clId="{3291ADED-E722-4D72-B4E8-25130B6F1C00}" dt="2022-08-03T10:29:06.229" v="10200" actId="2696"/>
        <pc:sldMkLst>
          <pc:docMk/>
          <pc:sldMk cId="900825494" sldId="553"/>
        </pc:sldMkLst>
        <pc:spChg chg="add del mod">
          <ac:chgData name="Deepika Vatsa" userId="f7100972-27fe-4ee6-8fb4-ec9b7931b409" providerId="ADAL" clId="{3291ADED-E722-4D72-B4E8-25130B6F1C00}" dt="2022-08-02T07:48:42.389" v="2492"/>
          <ac:spMkLst>
            <pc:docMk/>
            <pc:sldMk cId="900825494" sldId="553"/>
            <ac:spMk id="2" creationId="{32A92513-3495-4690-82EB-C3A07CA20CF9}"/>
          </ac:spMkLst>
        </pc:spChg>
        <pc:spChg chg="add del mod">
          <ac:chgData name="Deepika Vatsa" userId="f7100972-27fe-4ee6-8fb4-ec9b7931b409" providerId="ADAL" clId="{3291ADED-E722-4D72-B4E8-25130B6F1C00}" dt="2022-08-02T07:48:42.334" v="2490"/>
          <ac:spMkLst>
            <pc:docMk/>
            <pc:sldMk cId="900825494" sldId="553"/>
            <ac:spMk id="3" creationId="{09549FE9-176F-4809-BF15-685C8187CE43}"/>
          </ac:spMkLst>
        </pc:spChg>
        <pc:spChg chg="add mod">
          <ac:chgData name="Deepika Vatsa" userId="f7100972-27fe-4ee6-8fb4-ec9b7931b409" providerId="ADAL" clId="{3291ADED-E722-4D72-B4E8-25130B6F1C00}" dt="2022-08-02T07:49:00.989" v="2495"/>
          <ac:spMkLst>
            <pc:docMk/>
            <pc:sldMk cId="900825494" sldId="553"/>
            <ac:spMk id="4" creationId="{93C06BB6-9170-4357-A131-2DA4D117C6DE}"/>
          </ac:spMkLst>
        </pc:spChg>
      </pc:sldChg>
      <pc:sldChg chg="add">
        <pc:chgData name="Deepika Vatsa" userId="f7100972-27fe-4ee6-8fb4-ec9b7931b409" providerId="ADAL" clId="{3291ADED-E722-4D72-B4E8-25130B6F1C00}" dt="2022-08-03T10:29:12.558" v="10201"/>
        <pc:sldMkLst>
          <pc:docMk/>
          <pc:sldMk cId="3474017746" sldId="553"/>
        </pc:sldMkLst>
      </pc:sldChg>
      <pc:sldChg chg="addSp delSp modSp new mod modNotesTx">
        <pc:chgData name="Deepika Vatsa" userId="f7100972-27fe-4ee6-8fb4-ec9b7931b409" providerId="ADAL" clId="{3291ADED-E722-4D72-B4E8-25130B6F1C00}" dt="2022-08-04T08:57:53.348" v="11574" actId="20577"/>
        <pc:sldMkLst>
          <pc:docMk/>
          <pc:sldMk cId="3988423650" sldId="554"/>
        </pc:sldMkLst>
        <pc:spChg chg="del">
          <ac:chgData name="Deepika Vatsa" userId="f7100972-27fe-4ee6-8fb4-ec9b7931b409" providerId="ADAL" clId="{3291ADED-E722-4D72-B4E8-25130B6F1C00}" dt="2022-08-02T08:08:41.962" v="2539" actId="478"/>
          <ac:spMkLst>
            <pc:docMk/>
            <pc:sldMk cId="3988423650" sldId="554"/>
            <ac:spMk id="2" creationId="{84DCAB94-2473-4565-85CC-6C8E6775D491}"/>
          </ac:spMkLst>
        </pc:spChg>
        <pc:spChg chg="add mod">
          <ac:chgData name="Deepika Vatsa" userId="f7100972-27fe-4ee6-8fb4-ec9b7931b409" providerId="ADAL" clId="{3291ADED-E722-4D72-B4E8-25130B6F1C00}" dt="2022-08-02T08:11:28.132" v="2549" actId="20577"/>
          <ac:spMkLst>
            <pc:docMk/>
            <pc:sldMk cId="3988423650" sldId="554"/>
            <ac:spMk id="3" creationId="{5A68D9E4-772A-4335-A4B3-D5355BC8BB21}"/>
          </ac:spMkLst>
        </pc:spChg>
        <pc:spChg chg="add mod">
          <ac:chgData name="Deepika Vatsa" userId="f7100972-27fe-4ee6-8fb4-ec9b7931b409" providerId="ADAL" clId="{3291ADED-E722-4D72-B4E8-25130B6F1C00}" dt="2022-08-02T08:12:36.140" v="2643" actId="5793"/>
          <ac:spMkLst>
            <pc:docMk/>
            <pc:sldMk cId="3988423650" sldId="554"/>
            <ac:spMk id="8" creationId="{189FBF5D-5E19-4522-B903-7F6FD38BC976}"/>
          </ac:spMkLst>
        </pc:spChg>
        <pc:picChg chg="add del mod modCrop">
          <ac:chgData name="Deepika Vatsa" userId="f7100972-27fe-4ee6-8fb4-ec9b7931b409" providerId="ADAL" clId="{3291ADED-E722-4D72-B4E8-25130B6F1C00}" dt="2022-08-02T08:11:06.105" v="2543" actId="478"/>
          <ac:picMkLst>
            <pc:docMk/>
            <pc:sldMk cId="3988423650" sldId="554"/>
            <ac:picMk id="5" creationId="{F1ADB4E6-6A08-474C-B22E-44B99EE6D6AA}"/>
          </ac:picMkLst>
        </pc:picChg>
        <pc:picChg chg="add mod modCrop">
          <ac:chgData name="Deepika Vatsa" userId="f7100972-27fe-4ee6-8fb4-ec9b7931b409" providerId="ADAL" clId="{3291ADED-E722-4D72-B4E8-25130B6F1C00}" dt="2022-08-02T08:11:35.803" v="2551" actId="1076"/>
          <ac:picMkLst>
            <pc:docMk/>
            <pc:sldMk cId="3988423650" sldId="554"/>
            <ac:picMk id="7" creationId="{E07BF081-190D-44EE-B7F3-9C8DE7B14266}"/>
          </ac:picMkLst>
        </pc:picChg>
      </pc:sldChg>
      <pc:sldChg chg="addSp delSp modSp add mod modNotesTx">
        <pc:chgData name="Deepika Vatsa" userId="f7100972-27fe-4ee6-8fb4-ec9b7931b409" providerId="ADAL" clId="{3291ADED-E722-4D72-B4E8-25130B6F1C00}" dt="2022-08-04T09:10:34.445" v="12073" actId="20577"/>
        <pc:sldMkLst>
          <pc:docMk/>
          <pc:sldMk cId="2496126553" sldId="555"/>
        </pc:sldMkLst>
        <pc:spChg chg="mod">
          <ac:chgData name="Deepika Vatsa" userId="f7100972-27fe-4ee6-8fb4-ec9b7931b409" providerId="ADAL" clId="{3291ADED-E722-4D72-B4E8-25130B6F1C00}" dt="2022-08-02T08:31:34.707" v="2705" actId="20577"/>
          <ac:spMkLst>
            <pc:docMk/>
            <pc:sldMk cId="2496126553" sldId="555"/>
            <ac:spMk id="3" creationId="{5A68D9E4-772A-4335-A4B3-D5355BC8BB21}"/>
          </ac:spMkLst>
        </pc:spChg>
        <pc:picChg chg="add del mod modCrop">
          <ac:chgData name="Deepika Vatsa" userId="f7100972-27fe-4ee6-8fb4-ec9b7931b409" providerId="ADAL" clId="{3291ADED-E722-4D72-B4E8-25130B6F1C00}" dt="2022-08-04T09:08:37.290" v="11991" actId="478"/>
          <ac:picMkLst>
            <pc:docMk/>
            <pc:sldMk cId="2496126553" sldId="555"/>
            <ac:picMk id="4" creationId="{752A9B22-F617-44A3-91C5-FA700A0152F2}"/>
          </ac:picMkLst>
        </pc:picChg>
        <pc:picChg chg="add mod modCrop">
          <ac:chgData name="Deepika Vatsa" userId="f7100972-27fe-4ee6-8fb4-ec9b7931b409" providerId="ADAL" clId="{3291ADED-E722-4D72-B4E8-25130B6F1C00}" dt="2022-08-04T09:09:17.386" v="12000" actId="1076"/>
          <ac:picMkLst>
            <pc:docMk/>
            <pc:sldMk cId="2496126553" sldId="555"/>
            <ac:picMk id="5" creationId="{7FDC44E3-24BB-4DC5-A835-E1E563F0F38A}"/>
          </ac:picMkLst>
        </pc:picChg>
        <pc:picChg chg="del mod">
          <ac:chgData name="Deepika Vatsa" userId="f7100972-27fe-4ee6-8fb4-ec9b7931b409" providerId="ADAL" clId="{3291ADED-E722-4D72-B4E8-25130B6F1C00}" dt="2022-08-02T08:13:42.826" v="2646" actId="478"/>
          <ac:picMkLst>
            <pc:docMk/>
            <pc:sldMk cId="2496126553" sldId="555"/>
            <ac:picMk id="7" creationId="{E07BF081-190D-44EE-B7F3-9C8DE7B14266}"/>
          </ac:picMkLst>
        </pc:picChg>
      </pc:sldChg>
      <pc:sldChg chg="addSp delSp modSp add mod modNotesTx">
        <pc:chgData name="Deepika Vatsa" userId="f7100972-27fe-4ee6-8fb4-ec9b7931b409" providerId="ADAL" clId="{3291ADED-E722-4D72-B4E8-25130B6F1C00}" dt="2022-08-04T09:12:05.745" v="12117" actId="20577"/>
        <pc:sldMkLst>
          <pc:docMk/>
          <pc:sldMk cId="3542942855" sldId="556"/>
        </pc:sldMkLst>
        <pc:spChg chg="mod">
          <ac:chgData name="Deepika Vatsa" userId="f7100972-27fe-4ee6-8fb4-ec9b7931b409" providerId="ADAL" clId="{3291ADED-E722-4D72-B4E8-25130B6F1C00}" dt="2022-08-02T08:31:44.643" v="2732" actId="20577"/>
          <ac:spMkLst>
            <pc:docMk/>
            <pc:sldMk cId="3542942855" sldId="556"/>
            <ac:spMk id="3" creationId="{5A68D9E4-772A-4335-A4B3-D5355BC8BB21}"/>
          </ac:spMkLst>
        </pc:spChg>
        <pc:spChg chg="del mod">
          <ac:chgData name="Deepika Vatsa" userId="f7100972-27fe-4ee6-8fb4-ec9b7931b409" providerId="ADAL" clId="{3291ADED-E722-4D72-B4E8-25130B6F1C00}" dt="2022-08-02T08:31:47.956" v="2733" actId="478"/>
          <ac:spMkLst>
            <pc:docMk/>
            <pc:sldMk cId="3542942855" sldId="556"/>
            <ac:spMk id="8" creationId="{189FBF5D-5E19-4522-B903-7F6FD38BC976}"/>
          </ac:spMkLst>
        </pc:spChg>
        <pc:picChg chg="del">
          <ac:chgData name="Deepika Vatsa" userId="f7100972-27fe-4ee6-8fb4-ec9b7931b409" providerId="ADAL" clId="{3291ADED-E722-4D72-B4E8-25130B6F1C00}" dt="2022-08-02T08:14:53.066" v="2666" actId="478"/>
          <ac:picMkLst>
            <pc:docMk/>
            <pc:sldMk cId="3542942855" sldId="556"/>
            <ac:picMk id="4" creationId="{752A9B22-F617-44A3-91C5-FA700A0152F2}"/>
          </ac:picMkLst>
        </pc:picChg>
        <pc:picChg chg="add mod modCrop">
          <ac:chgData name="Deepika Vatsa" userId="f7100972-27fe-4ee6-8fb4-ec9b7931b409" providerId="ADAL" clId="{3291ADED-E722-4D72-B4E8-25130B6F1C00}" dt="2022-08-02T08:31:54.747" v="2736" actId="1076"/>
          <ac:picMkLst>
            <pc:docMk/>
            <pc:sldMk cId="3542942855" sldId="556"/>
            <ac:picMk id="5" creationId="{6BF35E3C-1F2B-42D7-BAD5-8F6472D5382C}"/>
          </ac:picMkLst>
        </pc:picChg>
      </pc:sldChg>
      <pc:sldChg chg="addSp delSp modSp new mod modNotesTx">
        <pc:chgData name="Deepika Vatsa" userId="f7100972-27fe-4ee6-8fb4-ec9b7931b409" providerId="ADAL" clId="{3291ADED-E722-4D72-B4E8-25130B6F1C00}" dt="2022-08-04T09:28:58.430" v="12726" actId="20577"/>
        <pc:sldMkLst>
          <pc:docMk/>
          <pc:sldMk cId="2762624031" sldId="557"/>
        </pc:sldMkLst>
        <pc:spChg chg="mod">
          <ac:chgData name="Deepika Vatsa" userId="f7100972-27fe-4ee6-8fb4-ec9b7931b409" providerId="ADAL" clId="{3291ADED-E722-4D72-B4E8-25130B6F1C00}" dt="2022-08-02T08:56:57.351" v="2826" actId="20577"/>
          <ac:spMkLst>
            <pc:docMk/>
            <pc:sldMk cId="2762624031" sldId="557"/>
            <ac:spMk id="2" creationId="{9888C39D-F166-4A1D-863D-8F9F17378625}"/>
          </ac:spMkLst>
        </pc:spChg>
        <pc:spChg chg="add mod">
          <ac:chgData name="Deepika Vatsa" userId="f7100972-27fe-4ee6-8fb4-ec9b7931b409" providerId="ADAL" clId="{3291ADED-E722-4D72-B4E8-25130B6F1C00}" dt="2022-08-02T08:55:50.311" v="2756" actId="20577"/>
          <ac:spMkLst>
            <pc:docMk/>
            <pc:sldMk cId="2762624031" sldId="557"/>
            <ac:spMk id="5" creationId="{B89011E9-2C6B-499A-90CC-F574276A9CCF}"/>
          </ac:spMkLst>
        </pc:spChg>
        <pc:picChg chg="add del mod modCrop">
          <ac:chgData name="Deepika Vatsa" userId="f7100972-27fe-4ee6-8fb4-ec9b7931b409" providerId="ADAL" clId="{3291ADED-E722-4D72-B4E8-25130B6F1C00}" dt="2022-08-02T08:59:09.163" v="2838" actId="478"/>
          <ac:picMkLst>
            <pc:docMk/>
            <pc:sldMk cId="2762624031" sldId="557"/>
            <ac:picMk id="4" creationId="{A91E4936-77DE-4AFB-A8D9-1A454EE8FF9D}"/>
          </ac:picMkLst>
        </pc:picChg>
        <pc:picChg chg="add del mod modCrop">
          <ac:chgData name="Deepika Vatsa" userId="f7100972-27fe-4ee6-8fb4-ec9b7931b409" providerId="ADAL" clId="{3291ADED-E722-4D72-B4E8-25130B6F1C00}" dt="2022-08-02T08:59:11.229" v="2839" actId="478"/>
          <ac:picMkLst>
            <pc:docMk/>
            <pc:sldMk cId="2762624031" sldId="557"/>
            <ac:picMk id="7" creationId="{AE59815B-A569-4C41-ABAF-29EDBAD9540E}"/>
          </ac:picMkLst>
        </pc:picChg>
        <pc:picChg chg="add mod modCrop">
          <ac:chgData name="Deepika Vatsa" userId="f7100972-27fe-4ee6-8fb4-ec9b7931b409" providerId="ADAL" clId="{3291ADED-E722-4D72-B4E8-25130B6F1C00}" dt="2022-08-02T08:59:38.896" v="2846" actId="14100"/>
          <ac:picMkLst>
            <pc:docMk/>
            <pc:sldMk cId="2762624031" sldId="557"/>
            <ac:picMk id="9" creationId="{C01BB7F5-2CA2-4385-9EFB-E4F3A1BBBBE3}"/>
          </ac:picMkLst>
        </pc:picChg>
      </pc:sldChg>
      <pc:sldChg chg="addSp delSp modSp new mod modNotesTx">
        <pc:chgData name="Deepika Vatsa" userId="f7100972-27fe-4ee6-8fb4-ec9b7931b409" providerId="ADAL" clId="{3291ADED-E722-4D72-B4E8-25130B6F1C00}" dt="2022-08-04T09:32:40.056" v="12908" actId="20577"/>
        <pc:sldMkLst>
          <pc:docMk/>
          <pc:sldMk cId="1537609984" sldId="558"/>
        </pc:sldMkLst>
        <pc:spChg chg="del">
          <ac:chgData name="Deepika Vatsa" userId="f7100972-27fe-4ee6-8fb4-ec9b7931b409" providerId="ADAL" clId="{3291ADED-E722-4D72-B4E8-25130B6F1C00}" dt="2022-08-02T08:58:33.400" v="2836" actId="22"/>
          <ac:spMkLst>
            <pc:docMk/>
            <pc:sldMk cId="1537609984" sldId="558"/>
            <ac:spMk id="2" creationId="{50158C4A-2F7F-4A25-A327-0C8428331654}"/>
          </ac:spMkLst>
        </pc:spChg>
        <pc:spChg chg="add mod">
          <ac:chgData name="Deepika Vatsa" userId="f7100972-27fe-4ee6-8fb4-ec9b7931b409" providerId="ADAL" clId="{3291ADED-E722-4D72-B4E8-25130B6F1C00}" dt="2022-08-02T08:59:43.356" v="2847" actId="478"/>
          <ac:spMkLst>
            <pc:docMk/>
            <pc:sldMk cId="1537609984" sldId="558"/>
            <ac:spMk id="6" creationId="{2C166842-AF8D-446D-BC43-0F1AAA1C25A1}"/>
          </ac:spMkLst>
        </pc:spChg>
        <pc:spChg chg="add mod">
          <ac:chgData name="Deepika Vatsa" userId="f7100972-27fe-4ee6-8fb4-ec9b7931b409" providerId="ADAL" clId="{3291ADED-E722-4D72-B4E8-25130B6F1C00}" dt="2022-08-02T09:00:50.460" v="2876" actId="20577"/>
          <ac:spMkLst>
            <pc:docMk/>
            <pc:sldMk cId="1537609984" sldId="558"/>
            <ac:spMk id="9" creationId="{45156CC4-0602-4FBE-89FF-A11A461B17F7}"/>
          </ac:spMkLst>
        </pc:spChg>
        <pc:picChg chg="add del mod ord modCrop">
          <ac:chgData name="Deepika Vatsa" userId="f7100972-27fe-4ee6-8fb4-ec9b7931b409" providerId="ADAL" clId="{3291ADED-E722-4D72-B4E8-25130B6F1C00}" dt="2022-08-02T08:59:43.356" v="2847" actId="478"/>
          <ac:picMkLst>
            <pc:docMk/>
            <pc:sldMk cId="1537609984" sldId="558"/>
            <ac:picMk id="4" creationId="{CFA671DB-3D7E-4D38-AEE2-4084AF349035}"/>
          </ac:picMkLst>
        </pc:picChg>
        <pc:picChg chg="add mod modCrop">
          <ac:chgData name="Deepika Vatsa" userId="f7100972-27fe-4ee6-8fb4-ec9b7931b409" providerId="ADAL" clId="{3291ADED-E722-4D72-B4E8-25130B6F1C00}" dt="2022-08-02T09:00:28.394" v="2854" actId="14100"/>
          <ac:picMkLst>
            <pc:docMk/>
            <pc:sldMk cId="1537609984" sldId="558"/>
            <ac:picMk id="8" creationId="{DA9EA2DD-7D88-4D1F-BAD8-F99317D38D5B}"/>
          </ac:picMkLst>
        </pc:picChg>
      </pc:sldChg>
      <pc:sldChg chg="addSp modSp new mod">
        <pc:chgData name="Deepika Vatsa" userId="f7100972-27fe-4ee6-8fb4-ec9b7931b409" providerId="ADAL" clId="{3291ADED-E722-4D72-B4E8-25130B6F1C00}" dt="2022-08-02T09:02:23.055" v="2978" actId="20577"/>
        <pc:sldMkLst>
          <pc:docMk/>
          <pc:sldMk cId="3962052602" sldId="559"/>
        </pc:sldMkLst>
        <pc:spChg chg="mod">
          <ac:chgData name="Deepika Vatsa" userId="f7100972-27fe-4ee6-8fb4-ec9b7931b409" providerId="ADAL" clId="{3291ADED-E722-4D72-B4E8-25130B6F1C00}" dt="2022-08-02T09:02:23.055" v="2978" actId="20577"/>
          <ac:spMkLst>
            <pc:docMk/>
            <pc:sldMk cId="3962052602" sldId="559"/>
            <ac:spMk id="2" creationId="{D3824733-69A3-4ABC-8F50-20BC8E4873AC}"/>
          </ac:spMkLst>
        </pc:spChg>
        <pc:spChg chg="add mod">
          <ac:chgData name="Deepika Vatsa" userId="f7100972-27fe-4ee6-8fb4-ec9b7931b409" providerId="ADAL" clId="{3291ADED-E722-4D72-B4E8-25130B6F1C00}" dt="2022-08-02T09:01:05.545" v="2894" actId="20577"/>
          <ac:spMkLst>
            <pc:docMk/>
            <pc:sldMk cId="3962052602" sldId="559"/>
            <ac:spMk id="3" creationId="{03FB8F68-31E1-4B1A-B435-DA5668BAF265}"/>
          </ac:spMkLst>
        </pc:spChg>
      </pc:sldChg>
      <pc:sldChg chg="modSp new mod">
        <pc:chgData name="Deepika Vatsa" userId="f7100972-27fe-4ee6-8fb4-ec9b7931b409" providerId="ADAL" clId="{3291ADED-E722-4D72-B4E8-25130B6F1C00}" dt="2022-08-04T04:06:12.018" v="10981" actId="20577"/>
        <pc:sldMkLst>
          <pc:docMk/>
          <pc:sldMk cId="2287077721" sldId="560"/>
        </pc:sldMkLst>
        <pc:spChg chg="mod">
          <ac:chgData name="Deepika Vatsa" userId="f7100972-27fe-4ee6-8fb4-ec9b7931b409" providerId="ADAL" clId="{3291ADED-E722-4D72-B4E8-25130B6F1C00}" dt="2022-08-04T04:06:12.018" v="10981" actId="20577"/>
          <ac:spMkLst>
            <pc:docMk/>
            <pc:sldMk cId="2287077721" sldId="560"/>
            <ac:spMk id="2" creationId="{1F066B02-0939-47B7-8058-E926BC315E43}"/>
          </ac:spMkLst>
        </pc:spChg>
      </pc:sldChg>
      <pc:sldChg chg="addSp delSp modSp add mod modNotesTx">
        <pc:chgData name="Deepika Vatsa" userId="f7100972-27fe-4ee6-8fb4-ec9b7931b409" providerId="ADAL" clId="{3291ADED-E722-4D72-B4E8-25130B6F1C00}" dt="2022-08-04T09:33:32.713" v="12973" actId="20577"/>
        <pc:sldMkLst>
          <pc:docMk/>
          <pc:sldMk cId="3322141314" sldId="561"/>
        </pc:sldMkLst>
        <pc:spChg chg="mod">
          <ac:chgData name="Deepika Vatsa" userId="f7100972-27fe-4ee6-8fb4-ec9b7931b409" providerId="ADAL" clId="{3291ADED-E722-4D72-B4E8-25130B6F1C00}" dt="2022-08-02T09:06:54.394" v="3139" actId="14100"/>
          <ac:spMkLst>
            <pc:docMk/>
            <pc:sldMk cId="3322141314" sldId="561"/>
            <ac:spMk id="6" creationId="{2C166842-AF8D-446D-BC43-0F1AAA1C25A1}"/>
          </ac:spMkLst>
        </pc:spChg>
        <pc:spChg chg="mod">
          <ac:chgData name="Deepika Vatsa" userId="f7100972-27fe-4ee6-8fb4-ec9b7931b409" providerId="ADAL" clId="{3291ADED-E722-4D72-B4E8-25130B6F1C00}" dt="2022-08-02T09:04:44.971" v="3017" actId="20577"/>
          <ac:spMkLst>
            <pc:docMk/>
            <pc:sldMk cId="3322141314" sldId="561"/>
            <ac:spMk id="9" creationId="{45156CC4-0602-4FBE-89FF-A11A461B17F7}"/>
          </ac:spMkLst>
        </pc:spChg>
        <pc:picChg chg="add mod modCrop">
          <ac:chgData name="Deepika Vatsa" userId="f7100972-27fe-4ee6-8fb4-ec9b7931b409" providerId="ADAL" clId="{3291ADED-E722-4D72-B4E8-25130B6F1C00}" dt="2022-08-02T09:04:30.607" v="2989" actId="1076"/>
          <ac:picMkLst>
            <pc:docMk/>
            <pc:sldMk cId="3322141314" sldId="561"/>
            <ac:picMk id="3" creationId="{A97908B4-0B7A-4239-9CC3-498D56B87664}"/>
          </ac:picMkLst>
        </pc:picChg>
        <pc:picChg chg="del">
          <ac:chgData name="Deepika Vatsa" userId="f7100972-27fe-4ee6-8fb4-ec9b7931b409" providerId="ADAL" clId="{3291ADED-E722-4D72-B4E8-25130B6F1C00}" dt="2022-08-02T09:04:01.292" v="2981" actId="478"/>
          <ac:picMkLst>
            <pc:docMk/>
            <pc:sldMk cId="3322141314" sldId="561"/>
            <ac:picMk id="8" creationId="{DA9EA2DD-7D88-4D1F-BAD8-F99317D38D5B}"/>
          </ac:picMkLst>
        </pc:picChg>
      </pc:sldChg>
      <pc:sldChg chg="addSp delSp modSp add mod modNotesTx">
        <pc:chgData name="Deepika Vatsa" userId="f7100972-27fe-4ee6-8fb4-ec9b7931b409" providerId="ADAL" clId="{3291ADED-E722-4D72-B4E8-25130B6F1C00}" dt="2022-08-04T09:36:26.211" v="13202" actId="20577"/>
        <pc:sldMkLst>
          <pc:docMk/>
          <pc:sldMk cId="3714429487" sldId="562"/>
        </pc:sldMkLst>
        <pc:spChg chg="mod">
          <ac:chgData name="Deepika Vatsa" userId="f7100972-27fe-4ee6-8fb4-ec9b7931b409" providerId="ADAL" clId="{3291ADED-E722-4D72-B4E8-25130B6F1C00}" dt="2022-08-02T09:06:22.208" v="3102" actId="14100"/>
          <ac:spMkLst>
            <pc:docMk/>
            <pc:sldMk cId="3714429487" sldId="562"/>
            <ac:spMk id="6" creationId="{2C166842-AF8D-446D-BC43-0F1AAA1C25A1}"/>
          </ac:spMkLst>
        </pc:spChg>
        <pc:spChg chg="mod">
          <ac:chgData name="Deepika Vatsa" userId="f7100972-27fe-4ee6-8fb4-ec9b7931b409" providerId="ADAL" clId="{3291ADED-E722-4D72-B4E8-25130B6F1C00}" dt="2022-08-02T09:05:52.078" v="3049" actId="20577"/>
          <ac:spMkLst>
            <pc:docMk/>
            <pc:sldMk cId="3714429487" sldId="562"/>
            <ac:spMk id="9" creationId="{45156CC4-0602-4FBE-89FF-A11A461B17F7}"/>
          </ac:spMkLst>
        </pc:spChg>
        <pc:picChg chg="del">
          <ac:chgData name="Deepika Vatsa" userId="f7100972-27fe-4ee6-8fb4-ec9b7931b409" providerId="ADAL" clId="{3291ADED-E722-4D72-B4E8-25130B6F1C00}" dt="2022-08-02T09:04:58.271" v="3031" actId="478"/>
          <ac:picMkLst>
            <pc:docMk/>
            <pc:sldMk cId="3714429487" sldId="562"/>
            <ac:picMk id="3" creationId="{A97908B4-0B7A-4239-9CC3-498D56B87664}"/>
          </ac:picMkLst>
        </pc:picChg>
        <pc:picChg chg="add mod modCrop">
          <ac:chgData name="Deepika Vatsa" userId="f7100972-27fe-4ee6-8fb4-ec9b7931b409" providerId="ADAL" clId="{3291ADED-E722-4D72-B4E8-25130B6F1C00}" dt="2022-08-02T09:05:41.930" v="3038" actId="1076"/>
          <ac:picMkLst>
            <pc:docMk/>
            <pc:sldMk cId="3714429487" sldId="562"/>
            <ac:picMk id="4" creationId="{FB326A48-5AF8-4D8A-A32C-1FBC456179CE}"/>
          </ac:picMkLst>
        </pc:picChg>
      </pc:sldChg>
      <pc:sldChg chg="addSp delSp modSp new mod modAnim modNotesTx">
        <pc:chgData name="Deepika Vatsa" userId="f7100972-27fe-4ee6-8fb4-ec9b7931b409" providerId="ADAL" clId="{3291ADED-E722-4D72-B4E8-25130B6F1C00}" dt="2022-08-02T09:48:46.839" v="4065" actId="404"/>
        <pc:sldMkLst>
          <pc:docMk/>
          <pc:sldMk cId="4122715105" sldId="563"/>
        </pc:sldMkLst>
        <pc:spChg chg="mod">
          <ac:chgData name="Deepika Vatsa" userId="f7100972-27fe-4ee6-8fb4-ec9b7931b409" providerId="ADAL" clId="{3291ADED-E722-4D72-B4E8-25130B6F1C00}" dt="2022-08-02T09:48:46.839" v="4065" actId="404"/>
          <ac:spMkLst>
            <pc:docMk/>
            <pc:sldMk cId="4122715105" sldId="563"/>
            <ac:spMk id="2" creationId="{C93A671A-1721-4DE1-B957-C07314B17682}"/>
          </ac:spMkLst>
        </pc:spChg>
        <pc:spChg chg="del">
          <ac:chgData name="Deepika Vatsa" userId="f7100972-27fe-4ee6-8fb4-ec9b7931b409" providerId="ADAL" clId="{3291ADED-E722-4D72-B4E8-25130B6F1C00}" dt="2022-08-02T09:27:42.049" v="3162"/>
          <ac:spMkLst>
            <pc:docMk/>
            <pc:sldMk cId="4122715105" sldId="563"/>
            <ac:spMk id="3" creationId="{19CAAA3D-2B4A-4B51-8B90-E09D9571968B}"/>
          </ac:spMkLst>
        </pc:spChg>
        <pc:picChg chg="add mod">
          <ac:chgData name="Deepika Vatsa" userId="f7100972-27fe-4ee6-8fb4-ec9b7931b409" providerId="ADAL" clId="{3291ADED-E722-4D72-B4E8-25130B6F1C00}" dt="2022-08-02T09:27:42.049" v="3162"/>
          <ac:picMkLst>
            <pc:docMk/>
            <pc:sldMk cId="4122715105" sldId="563"/>
            <ac:picMk id="4" creationId="{AFC9ED52-61E4-40D4-BF3A-6935F85E0C8E}"/>
          </ac:picMkLst>
        </pc:picChg>
      </pc:sldChg>
      <pc:sldChg chg="addSp delSp modSp add mod modNotesTx">
        <pc:chgData name="Deepika Vatsa" userId="f7100972-27fe-4ee6-8fb4-ec9b7931b409" providerId="ADAL" clId="{3291ADED-E722-4D72-B4E8-25130B6F1C00}" dt="2022-08-02T10:14:21.444" v="6000" actId="20577"/>
        <pc:sldMkLst>
          <pc:docMk/>
          <pc:sldMk cId="3320667722" sldId="564"/>
        </pc:sldMkLst>
        <pc:spChg chg="add mod">
          <ac:chgData name="Deepika Vatsa" userId="f7100972-27fe-4ee6-8fb4-ec9b7931b409" providerId="ADAL" clId="{3291ADED-E722-4D72-B4E8-25130B6F1C00}" dt="2022-08-02T10:08:48.046" v="5441" actId="1076"/>
          <ac:spMkLst>
            <pc:docMk/>
            <pc:sldMk cId="3320667722" sldId="564"/>
            <ac:spMk id="10" creationId="{95CD7F63-5203-405D-ACAB-5C3F8CC3A6C1}"/>
          </ac:spMkLst>
        </pc:spChg>
        <pc:spChg chg="del">
          <ac:chgData name="Deepika Vatsa" userId="f7100972-27fe-4ee6-8fb4-ec9b7931b409" providerId="ADAL" clId="{3291ADED-E722-4D72-B4E8-25130B6F1C00}" dt="2022-08-02T10:08:15.452" v="5435" actId="478"/>
          <ac:spMkLst>
            <pc:docMk/>
            <pc:sldMk cId="3320667722" sldId="564"/>
            <ac:spMk id="16" creationId="{62953A26-701A-418A-A04F-02F4B6603588}"/>
          </ac:spMkLst>
        </pc:spChg>
        <pc:spChg chg="del">
          <ac:chgData name="Deepika Vatsa" userId="f7100972-27fe-4ee6-8fb4-ec9b7931b409" providerId="ADAL" clId="{3291ADED-E722-4D72-B4E8-25130B6F1C00}" dt="2022-08-02T10:08:33.084" v="5438" actId="478"/>
          <ac:spMkLst>
            <pc:docMk/>
            <pc:sldMk cId="3320667722" sldId="564"/>
            <ac:spMk id="17" creationId="{66D4D783-0215-4CC2-80A7-8FD2F0FED8F0}"/>
          </ac:spMkLst>
        </pc:spChg>
        <pc:spChg chg="del">
          <ac:chgData name="Deepika Vatsa" userId="f7100972-27fe-4ee6-8fb4-ec9b7931b409" providerId="ADAL" clId="{3291ADED-E722-4D72-B4E8-25130B6F1C00}" dt="2022-08-02T10:08:33.084" v="5438" actId="478"/>
          <ac:spMkLst>
            <pc:docMk/>
            <pc:sldMk cId="3320667722" sldId="564"/>
            <ac:spMk id="9220" creationId="{91FFA14E-91B3-44B2-AF3A-49B6235ECEC6}"/>
          </ac:spMkLst>
        </pc:spChg>
        <pc:spChg chg="del">
          <ac:chgData name="Deepika Vatsa" userId="f7100972-27fe-4ee6-8fb4-ec9b7931b409" providerId="ADAL" clId="{3291ADED-E722-4D72-B4E8-25130B6F1C00}" dt="2022-08-02T10:08:33.084" v="5438" actId="478"/>
          <ac:spMkLst>
            <pc:docMk/>
            <pc:sldMk cId="3320667722" sldId="564"/>
            <ac:spMk id="9221" creationId="{79C111DE-5C2D-4864-B910-44A024C176B2}"/>
          </ac:spMkLst>
        </pc:spChg>
        <pc:spChg chg="del">
          <ac:chgData name="Deepika Vatsa" userId="f7100972-27fe-4ee6-8fb4-ec9b7931b409" providerId="ADAL" clId="{3291ADED-E722-4D72-B4E8-25130B6F1C00}" dt="2022-08-02T10:08:33.084" v="5438" actId="478"/>
          <ac:spMkLst>
            <pc:docMk/>
            <pc:sldMk cId="3320667722" sldId="564"/>
            <ac:spMk id="9222" creationId="{35B48C92-4549-4543-B46C-DE3FE2073E6F}"/>
          </ac:spMkLst>
        </pc:spChg>
        <pc:spChg chg="del">
          <ac:chgData name="Deepika Vatsa" userId="f7100972-27fe-4ee6-8fb4-ec9b7931b409" providerId="ADAL" clId="{3291ADED-E722-4D72-B4E8-25130B6F1C00}" dt="2022-08-02T10:08:26.472" v="5437" actId="478"/>
          <ac:spMkLst>
            <pc:docMk/>
            <pc:sldMk cId="3320667722" sldId="564"/>
            <ac:spMk id="9225" creationId="{DD6806A6-B1CD-43D6-8A30-7AF37D41D575}"/>
          </ac:spMkLst>
        </pc:spChg>
        <pc:graphicFrameChg chg="del mod">
          <ac:chgData name="Deepika Vatsa" userId="f7100972-27fe-4ee6-8fb4-ec9b7931b409" providerId="ADAL" clId="{3291ADED-E722-4D72-B4E8-25130B6F1C00}" dt="2022-08-02T10:08:33.084" v="5438" actId="478"/>
          <ac:graphicFrameMkLst>
            <pc:docMk/>
            <pc:sldMk cId="3320667722" sldId="564"/>
            <ac:graphicFrameMk id="13" creationId="{03F4E5F2-1679-4F98-A13A-11A90636D428}"/>
          </ac:graphicFrameMkLst>
        </pc:graphicFrameChg>
        <pc:graphicFrameChg chg="del">
          <ac:chgData name="Deepika Vatsa" userId="f7100972-27fe-4ee6-8fb4-ec9b7931b409" providerId="ADAL" clId="{3291ADED-E722-4D72-B4E8-25130B6F1C00}" dt="2022-08-02T10:08:33.084" v="5438" actId="478"/>
          <ac:graphicFrameMkLst>
            <pc:docMk/>
            <pc:sldMk cId="3320667722" sldId="564"/>
            <ac:graphicFrameMk id="15" creationId="{8DC750C3-D17D-4D48-922D-786C9EC08588}"/>
          </ac:graphicFrameMkLst>
        </pc:graphicFrameChg>
        <pc:picChg chg="add mod modCrop">
          <ac:chgData name="Deepika Vatsa" userId="f7100972-27fe-4ee6-8fb4-ec9b7931b409" providerId="ADAL" clId="{3291ADED-E722-4D72-B4E8-25130B6F1C00}" dt="2022-08-02T10:09:48.772" v="5449" actId="1076"/>
          <ac:picMkLst>
            <pc:docMk/>
            <pc:sldMk cId="3320667722" sldId="564"/>
            <ac:picMk id="3" creationId="{2F76B3E1-76DD-4B00-9FB5-4EDB963D9A44}"/>
          </ac:picMkLst>
        </pc:picChg>
      </pc:sldChg>
      <pc:sldChg chg="addSp modSp add mod">
        <pc:chgData name="Deepika Vatsa" userId="f7100972-27fe-4ee6-8fb4-ec9b7931b409" providerId="ADAL" clId="{3291ADED-E722-4D72-B4E8-25130B6F1C00}" dt="2022-08-03T09:15:02.740" v="8428" actId="27636"/>
        <pc:sldMkLst>
          <pc:docMk/>
          <pc:sldMk cId="2906569521" sldId="565"/>
        </pc:sldMkLst>
        <pc:spChg chg="add mod">
          <ac:chgData name="Deepika Vatsa" userId="f7100972-27fe-4ee6-8fb4-ec9b7931b409" providerId="ADAL" clId="{3291ADED-E722-4D72-B4E8-25130B6F1C00}" dt="2022-08-03T09:15:02.740" v="8428" actId="27636"/>
          <ac:spMkLst>
            <pc:docMk/>
            <pc:sldMk cId="2906569521" sldId="565"/>
            <ac:spMk id="3" creationId="{7CFE1DA2-F5A9-465D-9995-1C5AA292C499}"/>
          </ac:spMkLst>
        </pc:spChg>
        <pc:spChg chg="mod">
          <ac:chgData name="Deepika Vatsa" userId="f7100972-27fe-4ee6-8fb4-ec9b7931b409" providerId="ADAL" clId="{3291ADED-E722-4D72-B4E8-25130B6F1C00}" dt="2022-08-03T09:14:39.184" v="8380" actId="1076"/>
          <ac:spMkLst>
            <pc:docMk/>
            <pc:sldMk cId="2906569521" sldId="565"/>
            <ac:spMk id="4" creationId="{2D57B701-10FD-461C-9863-7FD02A3164D8}"/>
          </ac:spMkLst>
        </pc:spChg>
      </pc:sldChg>
      <pc:sldChg chg="addSp delSp modSp add del mod modNotesTx">
        <pc:chgData name="Deepika Vatsa" userId="f7100972-27fe-4ee6-8fb4-ec9b7931b409" providerId="ADAL" clId="{3291ADED-E722-4D72-B4E8-25130B6F1C00}" dt="2022-08-03T09:59:34.755" v="8977" actId="47"/>
        <pc:sldMkLst>
          <pc:docMk/>
          <pc:sldMk cId="2884417018" sldId="566"/>
        </pc:sldMkLst>
        <pc:spChg chg="mod">
          <ac:chgData name="Deepika Vatsa" userId="f7100972-27fe-4ee6-8fb4-ec9b7931b409" providerId="ADAL" clId="{3291ADED-E722-4D72-B4E8-25130B6F1C00}" dt="2022-08-03T09:47:05.540" v="8785" actId="27636"/>
          <ac:spMkLst>
            <pc:docMk/>
            <pc:sldMk cId="2884417018" sldId="566"/>
            <ac:spMk id="5" creationId="{0FDEED16-F3F7-444C-BA0B-6F43726B3E9D}"/>
          </ac:spMkLst>
        </pc:spChg>
        <pc:spChg chg="add mod">
          <ac:chgData name="Deepika Vatsa" userId="f7100972-27fe-4ee6-8fb4-ec9b7931b409" providerId="ADAL" clId="{3291ADED-E722-4D72-B4E8-25130B6F1C00}" dt="2022-08-03T09:51:48.407" v="8811" actId="113"/>
          <ac:spMkLst>
            <pc:docMk/>
            <pc:sldMk cId="2884417018" sldId="566"/>
            <ac:spMk id="6" creationId="{77BF17A9-34CD-4722-A21F-A29648B9496B}"/>
          </ac:spMkLst>
        </pc:spChg>
        <pc:picChg chg="del">
          <ac:chgData name="Deepika Vatsa" userId="f7100972-27fe-4ee6-8fb4-ec9b7931b409" providerId="ADAL" clId="{3291ADED-E722-4D72-B4E8-25130B6F1C00}" dt="2022-08-03T09:21:53.451" v="8694" actId="478"/>
          <ac:picMkLst>
            <pc:docMk/>
            <pc:sldMk cId="2884417018" sldId="566"/>
            <ac:picMk id="4" creationId="{0BA75463-27E0-4F69-A0DE-9CC524FCC1C3}"/>
          </ac:picMkLst>
        </pc:picChg>
      </pc:sldChg>
      <pc:sldChg chg="add del">
        <pc:chgData name="Deepika Vatsa" userId="f7100972-27fe-4ee6-8fb4-ec9b7931b409" providerId="ADAL" clId="{3291ADED-E722-4D72-B4E8-25130B6F1C00}" dt="2022-08-04T04:06:00.932" v="10968" actId="2696"/>
        <pc:sldMkLst>
          <pc:docMk/>
          <pc:sldMk cId="2784545357" sldId="567"/>
        </pc:sldMkLst>
      </pc:sldChg>
      <pc:sldChg chg="add">
        <pc:chgData name="Deepika Vatsa" userId="f7100972-27fe-4ee6-8fb4-ec9b7931b409" providerId="ADAL" clId="{3291ADED-E722-4D72-B4E8-25130B6F1C00}" dt="2022-08-04T04:06:06.118" v="10969"/>
        <pc:sldMkLst>
          <pc:docMk/>
          <pc:sldMk cId="3548862972" sldId="567"/>
        </pc:sldMkLst>
      </pc:sldChg>
      <pc:sldChg chg="add del">
        <pc:chgData name="Deepika Vatsa" userId="f7100972-27fe-4ee6-8fb4-ec9b7931b409" providerId="ADAL" clId="{3291ADED-E722-4D72-B4E8-25130B6F1C00}" dt="2022-08-03T10:10:27.433" v="9496" actId="2696"/>
        <pc:sldMkLst>
          <pc:docMk/>
          <pc:sldMk cId="3787983892" sldId="567"/>
        </pc:sldMkLst>
      </pc:sldChg>
      <pc:sldChg chg="addSp delSp modSp add mod">
        <pc:chgData name="Deepika Vatsa" userId="f7100972-27fe-4ee6-8fb4-ec9b7931b409" providerId="ADAL" clId="{3291ADED-E722-4D72-B4E8-25130B6F1C00}" dt="2022-08-03T10:20:09.479" v="9654"/>
        <pc:sldMkLst>
          <pc:docMk/>
          <pc:sldMk cId="903697734" sldId="568"/>
        </pc:sldMkLst>
        <pc:spChg chg="add del mod">
          <ac:chgData name="Deepika Vatsa" userId="f7100972-27fe-4ee6-8fb4-ec9b7931b409" providerId="ADAL" clId="{3291ADED-E722-4D72-B4E8-25130B6F1C00}" dt="2022-08-03T09:47:16.070" v="8787" actId="478"/>
          <ac:spMkLst>
            <pc:docMk/>
            <pc:sldMk cId="903697734" sldId="568"/>
            <ac:spMk id="4" creationId="{4AF1901C-45EE-42D2-BA5C-D3E229ABD086}"/>
          </ac:spMkLst>
        </pc:spChg>
        <pc:spChg chg="del">
          <ac:chgData name="Deepika Vatsa" userId="f7100972-27fe-4ee6-8fb4-ec9b7931b409" providerId="ADAL" clId="{3291ADED-E722-4D72-B4E8-25130B6F1C00}" dt="2022-08-03T09:47:19.126" v="8788" actId="478"/>
          <ac:spMkLst>
            <pc:docMk/>
            <pc:sldMk cId="903697734" sldId="568"/>
            <ac:spMk id="5" creationId="{0FDEED16-F3F7-444C-BA0B-6F43726B3E9D}"/>
          </ac:spMkLst>
        </pc:spChg>
        <pc:spChg chg="mod">
          <ac:chgData name="Deepika Vatsa" userId="f7100972-27fe-4ee6-8fb4-ec9b7931b409" providerId="ADAL" clId="{3291ADED-E722-4D72-B4E8-25130B6F1C00}" dt="2022-08-03T10:19:52.420" v="9640" actId="2711"/>
          <ac:spMkLst>
            <pc:docMk/>
            <pc:sldMk cId="903697734" sldId="568"/>
            <ac:spMk id="6" creationId="{77BF17A9-34CD-4722-A21F-A29648B9496B}"/>
          </ac:spMkLst>
        </pc:spChg>
        <pc:spChg chg="add mod">
          <ac:chgData name="Deepika Vatsa" userId="f7100972-27fe-4ee6-8fb4-ec9b7931b409" providerId="ADAL" clId="{3291ADED-E722-4D72-B4E8-25130B6F1C00}" dt="2022-08-03T10:20:09.479" v="9654"/>
          <ac:spMkLst>
            <pc:docMk/>
            <pc:sldMk cId="903697734" sldId="568"/>
            <ac:spMk id="7" creationId="{6E0E4260-E28C-412B-AD49-4D67840A5330}"/>
          </ac:spMkLst>
        </pc:spChg>
      </pc:sldChg>
      <pc:sldChg chg="modSp add del mod">
        <pc:chgData name="Deepika Vatsa" userId="f7100972-27fe-4ee6-8fb4-ec9b7931b409" providerId="ADAL" clId="{3291ADED-E722-4D72-B4E8-25130B6F1C00}" dt="2022-08-04T04:06:00.932" v="10968" actId="2696"/>
        <pc:sldMkLst>
          <pc:docMk/>
          <pc:sldMk cId="28580409" sldId="569"/>
        </pc:sldMkLst>
        <pc:spChg chg="mod">
          <ac:chgData name="Deepika Vatsa" userId="f7100972-27fe-4ee6-8fb4-ec9b7931b409" providerId="ADAL" clId="{3291ADED-E722-4D72-B4E8-25130B6F1C00}" dt="2022-08-03T10:10:46.895" v="9527" actId="20577"/>
          <ac:spMkLst>
            <pc:docMk/>
            <pc:sldMk cId="28580409" sldId="569"/>
            <ac:spMk id="7" creationId="{6E0E4260-E28C-412B-AD49-4D67840A5330}"/>
          </ac:spMkLst>
        </pc:spChg>
      </pc:sldChg>
      <pc:sldChg chg="modSp add del mod">
        <pc:chgData name="Deepika Vatsa" userId="f7100972-27fe-4ee6-8fb4-ec9b7931b409" providerId="ADAL" clId="{3291ADED-E722-4D72-B4E8-25130B6F1C00}" dt="2022-08-03T10:10:27.433" v="9496" actId="2696"/>
        <pc:sldMkLst>
          <pc:docMk/>
          <pc:sldMk cId="1672371624" sldId="569"/>
        </pc:sldMkLst>
        <pc:spChg chg="mod">
          <ac:chgData name="Deepika Vatsa" userId="f7100972-27fe-4ee6-8fb4-ec9b7931b409" providerId="ADAL" clId="{3291ADED-E722-4D72-B4E8-25130B6F1C00}" dt="2022-08-03T10:09:28.659" v="9495" actId="6549"/>
          <ac:spMkLst>
            <pc:docMk/>
            <pc:sldMk cId="1672371624" sldId="569"/>
            <ac:spMk id="6" creationId="{77BF17A9-34CD-4722-A21F-A29648B9496B}"/>
          </ac:spMkLst>
        </pc:spChg>
      </pc:sldChg>
      <pc:sldChg chg="add">
        <pc:chgData name="Deepika Vatsa" userId="f7100972-27fe-4ee6-8fb4-ec9b7931b409" providerId="ADAL" clId="{3291ADED-E722-4D72-B4E8-25130B6F1C00}" dt="2022-08-04T04:06:06.118" v="10969"/>
        <pc:sldMkLst>
          <pc:docMk/>
          <pc:sldMk cId="3078107687" sldId="569"/>
        </pc:sldMkLst>
      </pc:sldChg>
      <pc:sldChg chg="add del">
        <pc:chgData name="Deepika Vatsa" userId="f7100972-27fe-4ee6-8fb4-ec9b7931b409" providerId="ADAL" clId="{3291ADED-E722-4D72-B4E8-25130B6F1C00}" dt="2022-08-04T04:06:00.932" v="10968" actId="2696"/>
        <pc:sldMkLst>
          <pc:docMk/>
          <pc:sldMk cId="131134272" sldId="570"/>
        </pc:sldMkLst>
      </pc:sldChg>
      <pc:sldChg chg="add">
        <pc:chgData name="Deepika Vatsa" userId="f7100972-27fe-4ee6-8fb4-ec9b7931b409" providerId="ADAL" clId="{3291ADED-E722-4D72-B4E8-25130B6F1C00}" dt="2022-08-04T04:06:06.118" v="10969"/>
        <pc:sldMkLst>
          <pc:docMk/>
          <pc:sldMk cId="2887069432" sldId="570"/>
        </pc:sldMkLst>
      </pc:sldChg>
      <pc:sldChg chg="addSp delSp modSp add del mod">
        <pc:chgData name="Deepika Vatsa" userId="f7100972-27fe-4ee6-8fb4-ec9b7931b409" providerId="ADAL" clId="{3291ADED-E722-4D72-B4E8-25130B6F1C00}" dt="2022-08-03T10:10:27.433" v="9496" actId="2696"/>
        <pc:sldMkLst>
          <pc:docMk/>
          <pc:sldMk cId="3023373207" sldId="570"/>
        </pc:sldMkLst>
        <pc:spChg chg="add del">
          <ac:chgData name="Deepika Vatsa" userId="f7100972-27fe-4ee6-8fb4-ec9b7931b409" providerId="ADAL" clId="{3291ADED-E722-4D72-B4E8-25130B6F1C00}" dt="2022-08-03T09:48:10.099" v="8794"/>
          <ac:spMkLst>
            <pc:docMk/>
            <pc:sldMk cId="3023373207" sldId="570"/>
            <ac:spMk id="2" creationId="{C2AE34ED-4C01-4301-B2B5-CCCEBE8123EA}"/>
          </ac:spMkLst>
        </pc:spChg>
        <pc:spChg chg="add del">
          <ac:chgData name="Deepika Vatsa" userId="f7100972-27fe-4ee6-8fb4-ec9b7931b409" providerId="ADAL" clId="{3291ADED-E722-4D72-B4E8-25130B6F1C00}" dt="2022-08-03T09:48:14.035" v="8797"/>
          <ac:spMkLst>
            <pc:docMk/>
            <pc:sldMk cId="3023373207" sldId="570"/>
            <ac:spMk id="3" creationId="{A1901AD3-E555-4EF1-BB15-6A594A60EBA1}"/>
          </ac:spMkLst>
        </pc:spChg>
        <pc:spChg chg="add del mod">
          <ac:chgData name="Deepika Vatsa" userId="f7100972-27fe-4ee6-8fb4-ec9b7931b409" providerId="ADAL" clId="{3291ADED-E722-4D72-B4E8-25130B6F1C00}" dt="2022-08-03T09:48:37.869" v="8803"/>
          <ac:spMkLst>
            <pc:docMk/>
            <pc:sldMk cId="3023373207" sldId="570"/>
            <ac:spMk id="4" creationId="{BBE792CE-1A24-4E9E-B8F7-861563AFCE46}"/>
          </ac:spMkLst>
        </pc:spChg>
        <pc:spChg chg="add del">
          <ac:chgData name="Deepika Vatsa" userId="f7100972-27fe-4ee6-8fb4-ec9b7931b409" providerId="ADAL" clId="{3291ADED-E722-4D72-B4E8-25130B6F1C00}" dt="2022-08-03T09:48:45.723" v="8805"/>
          <ac:spMkLst>
            <pc:docMk/>
            <pc:sldMk cId="3023373207" sldId="570"/>
            <ac:spMk id="5" creationId="{5BCC875C-9B6B-49D8-849C-4FF92F2BFF9C}"/>
          </ac:spMkLst>
        </pc:spChg>
        <pc:spChg chg="add del mod">
          <ac:chgData name="Deepika Vatsa" userId="f7100972-27fe-4ee6-8fb4-ec9b7931b409" providerId="ADAL" clId="{3291ADED-E722-4D72-B4E8-25130B6F1C00}" dt="2022-08-03T09:48:45.777" v="8807"/>
          <ac:spMkLst>
            <pc:docMk/>
            <pc:sldMk cId="3023373207" sldId="570"/>
            <ac:spMk id="6" creationId="{77BF17A9-34CD-4722-A21F-A29648B9496B}"/>
          </ac:spMkLst>
        </pc:spChg>
      </pc:sldChg>
      <pc:sldChg chg="modSp add mod modNotesTx">
        <pc:chgData name="Deepika Vatsa" userId="f7100972-27fe-4ee6-8fb4-ec9b7931b409" providerId="ADAL" clId="{3291ADED-E722-4D72-B4E8-25130B6F1C00}" dt="2022-08-03T10:25:22.895" v="9830" actId="20577"/>
        <pc:sldMkLst>
          <pc:docMk/>
          <pc:sldMk cId="3015075479" sldId="571"/>
        </pc:sldMkLst>
        <pc:spChg chg="mod">
          <ac:chgData name="Deepika Vatsa" userId="f7100972-27fe-4ee6-8fb4-ec9b7931b409" providerId="ADAL" clId="{3291ADED-E722-4D72-B4E8-25130B6F1C00}" dt="2022-08-03T09:53:03.845" v="8834" actId="20577"/>
          <ac:spMkLst>
            <pc:docMk/>
            <pc:sldMk cId="3015075479" sldId="571"/>
            <ac:spMk id="5" creationId="{0FDEED16-F3F7-444C-BA0B-6F43726B3E9D}"/>
          </ac:spMkLst>
        </pc:spChg>
        <pc:spChg chg="mod">
          <ac:chgData name="Deepika Vatsa" userId="f7100972-27fe-4ee6-8fb4-ec9b7931b409" providerId="ADAL" clId="{3291ADED-E722-4D72-B4E8-25130B6F1C00}" dt="2022-08-03T09:57:35.051" v="8937" actId="113"/>
          <ac:spMkLst>
            <pc:docMk/>
            <pc:sldMk cId="3015075479" sldId="571"/>
            <ac:spMk id="6" creationId="{77BF17A9-34CD-4722-A21F-A29648B9496B}"/>
          </ac:spMkLst>
        </pc:spChg>
      </pc:sldChg>
      <pc:sldChg chg="modSp add del mod">
        <pc:chgData name="Deepika Vatsa" userId="f7100972-27fe-4ee6-8fb4-ec9b7931b409" providerId="ADAL" clId="{3291ADED-E722-4D72-B4E8-25130B6F1C00}" dt="2022-08-04T08:51:15.787" v="11030" actId="47"/>
        <pc:sldMkLst>
          <pc:docMk/>
          <pc:sldMk cId="3491494360" sldId="572"/>
        </pc:sldMkLst>
        <pc:spChg chg="mod">
          <ac:chgData name="Deepika Vatsa" userId="f7100972-27fe-4ee6-8fb4-ec9b7931b409" providerId="ADAL" clId="{3291ADED-E722-4D72-B4E8-25130B6F1C00}" dt="2022-08-03T10:20:04.244" v="9653" actId="20577"/>
          <ac:spMkLst>
            <pc:docMk/>
            <pc:sldMk cId="3491494360" sldId="572"/>
            <ac:spMk id="5" creationId="{0FDEED16-F3F7-444C-BA0B-6F43726B3E9D}"/>
          </ac:spMkLst>
        </pc:spChg>
      </pc:sldChg>
      <pc:sldChg chg="addSp delSp modSp add mod">
        <pc:chgData name="Deepika Vatsa" userId="f7100972-27fe-4ee6-8fb4-ec9b7931b409" providerId="ADAL" clId="{3291ADED-E722-4D72-B4E8-25130B6F1C00}" dt="2022-08-03T10:39:08.165" v="10967" actId="5793"/>
        <pc:sldMkLst>
          <pc:docMk/>
          <pc:sldMk cId="364232575" sldId="573"/>
        </pc:sldMkLst>
        <pc:spChg chg="mod">
          <ac:chgData name="Deepika Vatsa" userId="f7100972-27fe-4ee6-8fb4-ec9b7931b409" providerId="ADAL" clId="{3291ADED-E722-4D72-B4E8-25130B6F1C00}" dt="2022-08-03T10:39:08.165" v="10967" actId="5793"/>
          <ac:spMkLst>
            <pc:docMk/>
            <pc:sldMk cId="364232575" sldId="573"/>
            <ac:spMk id="2" creationId="{5683F6F4-79F8-4442-8988-32A91B96D415}"/>
          </ac:spMkLst>
        </pc:spChg>
        <pc:picChg chg="add mod modCrop">
          <ac:chgData name="Deepika Vatsa" userId="f7100972-27fe-4ee6-8fb4-ec9b7931b409" providerId="ADAL" clId="{3291ADED-E722-4D72-B4E8-25130B6F1C00}" dt="2022-08-03T10:39:02.130" v="10965" actId="1076"/>
          <ac:picMkLst>
            <pc:docMk/>
            <pc:sldMk cId="364232575" sldId="573"/>
            <ac:picMk id="4" creationId="{0FA52259-C317-4A3E-ABED-666C49EA67CB}"/>
          </ac:picMkLst>
        </pc:picChg>
        <pc:picChg chg="del">
          <ac:chgData name="Deepika Vatsa" userId="f7100972-27fe-4ee6-8fb4-ec9b7931b409" providerId="ADAL" clId="{3291ADED-E722-4D72-B4E8-25130B6F1C00}" dt="2022-08-03T10:38:56.581" v="10964" actId="478"/>
          <ac:picMkLst>
            <pc:docMk/>
            <pc:sldMk cId="364232575" sldId="573"/>
            <ac:picMk id="6" creationId="{832F5D65-D7AA-4A3D-9AE9-7578A1DDFDCC}"/>
          </ac:picMkLst>
        </pc:picChg>
      </pc:sldChg>
      <pc:sldChg chg="addSp delSp modSp new mod modNotesTx">
        <pc:chgData name="Deepika Vatsa" userId="f7100972-27fe-4ee6-8fb4-ec9b7931b409" providerId="ADAL" clId="{3291ADED-E722-4D72-B4E8-25130B6F1C00}" dt="2022-08-04T08:54:51.325" v="11221" actId="20577"/>
        <pc:sldMkLst>
          <pc:docMk/>
          <pc:sldMk cId="835221985" sldId="574"/>
        </pc:sldMkLst>
        <pc:spChg chg="del">
          <ac:chgData name="Deepika Vatsa" userId="f7100972-27fe-4ee6-8fb4-ec9b7931b409" providerId="ADAL" clId="{3291ADED-E722-4D72-B4E8-25130B6F1C00}" dt="2022-08-04T08:52:47.690" v="11032" actId="22"/>
          <ac:spMkLst>
            <pc:docMk/>
            <pc:sldMk cId="835221985" sldId="574"/>
            <ac:spMk id="2" creationId="{FB8C1725-BA1E-4BD6-A7FF-694DC61A0D45}"/>
          </ac:spMkLst>
        </pc:spChg>
        <pc:spChg chg="add mod">
          <ac:chgData name="Deepika Vatsa" userId="f7100972-27fe-4ee6-8fb4-ec9b7931b409" providerId="ADAL" clId="{3291ADED-E722-4D72-B4E8-25130B6F1C00}" dt="2022-08-04T08:54:10.817" v="11155" actId="5793"/>
          <ac:spMkLst>
            <pc:docMk/>
            <pc:sldMk cId="835221985" sldId="574"/>
            <ac:spMk id="5" creationId="{E9A6EA54-AA9E-4FC4-BE90-B990B93106FF}"/>
          </ac:spMkLst>
        </pc:spChg>
        <pc:picChg chg="add mod ord modCrop">
          <ac:chgData name="Deepika Vatsa" userId="f7100972-27fe-4ee6-8fb4-ec9b7931b409" providerId="ADAL" clId="{3291ADED-E722-4D72-B4E8-25130B6F1C00}" dt="2022-08-04T08:54:18.231" v="11157" actId="1076"/>
          <ac:picMkLst>
            <pc:docMk/>
            <pc:sldMk cId="835221985" sldId="574"/>
            <ac:picMk id="4" creationId="{946E8039-E9F5-4389-A5AB-23CFF355615D}"/>
          </ac:picMkLst>
        </pc:picChg>
      </pc:sldChg>
      <pc:sldChg chg="addSp delSp modSp add mod modNotesTx">
        <pc:chgData name="Deepika Vatsa" userId="f7100972-27fe-4ee6-8fb4-ec9b7931b409" providerId="ADAL" clId="{3291ADED-E722-4D72-B4E8-25130B6F1C00}" dt="2022-08-04T09:20:29.117" v="12392" actId="14100"/>
        <pc:sldMkLst>
          <pc:docMk/>
          <pc:sldMk cId="1570742894" sldId="575"/>
        </pc:sldMkLst>
        <pc:picChg chg="add del mod modCrop">
          <ac:chgData name="Deepika Vatsa" userId="f7100972-27fe-4ee6-8fb4-ec9b7931b409" providerId="ADAL" clId="{3291ADED-E722-4D72-B4E8-25130B6F1C00}" dt="2022-08-04T09:20:05.599" v="12386" actId="478"/>
          <ac:picMkLst>
            <pc:docMk/>
            <pc:sldMk cId="1570742894" sldId="575"/>
            <ac:picMk id="4" creationId="{52721FEC-A83D-4766-9442-DABEDA984876}"/>
          </ac:picMkLst>
        </pc:picChg>
        <pc:picChg chg="del">
          <ac:chgData name="Deepika Vatsa" userId="f7100972-27fe-4ee6-8fb4-ec9b7931b409" providerId="ADAL" clId="{3291ADED-E722-4D72-B4E8-25130B6F1C00}" dt="2022-08-04T09:13:54.607" v="12146" actId="478"/>
          <ac:picMkLst>
            <pc:docMk/>
            <pc:sldMk cId="1570742894" sldId="575"/>
            <ac:picMk id="5" creationId="{6BF35E3C-1F2B-42D7-BAD5-8F6472D5382C}"/>
          </ac:picMkLst>
        </pc:picChg>
        <pc:picChg chg="add mod modCrop">
          <ac:chgData name="Deepika Vatsa" userId="f7100972-27fe-4ee6-8fb4-ec9b7931b409" providerId="ADAL" clId="{3291ADED-E722-4D72-B4E8-25130B6F1C00}" dt="2022-08-04T09:20:29.117" v="12392" actId="14100"/>
          <ac:picMkLst>
            <pc:docMk/>
            <pc:sldMk cId="1570742894" sldId="575"/>
            <ac:picMk id="7" creationId="{6CDA8781-39A7-4E23-B58E-9126D96BA5B3}"/>
          </ac:picMkLst>
        </pc:picChg>
      </pc:sldChg>
      <pc:sldChg chg="addSp delSp modSp add mod modNotesTx">
        <pc:chgData name="Deepika Vatsa" userId="f7100972-27fe-4ee6-8fb4-ec9b7931b409" providerId="ADAL" clId="{3291ADED-E722-4D72-B4E8-25130B6F1C00}" dt="2022-08-04T09:21:13.806" v="12400" actId="14100"/>
        <pc:sldMkLst>
          <pc:docMk/>
          <pc:sldMk cId="1837020608" sldId="576"/>
        </pc:sldMkLst>
        <pc:picChg chg="del">
          <ac:chgData name="Deepika Vatsa" userId="f7100972-27fe-4ee6-8fb4-ec9b7931b409" providerId="ADAL" clId="{3291ADED-E722-4D72-B4E8-25130B6F1C00}" dt="2022-08-04T09:15:26.677" v="12273" actId="478"/>
          <ac:picMkLst>
            <pc:docMk/>
            <pc:sldMk cId="1837020608" sldId="576"/>
            <ac:picMk id="4" creationId="{52721FEC-A83D-4766-9442-DABEDA984876}"/>
          </ac:picMkLst>
        </pc:picChg>
        <pc:picChg chg="add del mod modCrop">
          <ac:chgData name="Deepika Vatsa" userId="f7100972-27fe-4ee6-8fb4-ec9b7931b409" providerId="ADAL" clId="{3291ADED-E722-4D72-B4E8-25130B6F1C00}" dt="2022-08-04T09:20:32.316" v="12393" actId="478"/>
          <ac:picMkLst>
            <pc:docMk/>
            <pc:sldMk cId="1837020608" sldId="576"/>
            <ac:picMk id="5" creationId="{2BB9F843-A737-45FB-A68D-73D398638239}"/>
          </ac:picMkLst>
        </pc:picChg>
        <pc:picChg chg="add mod modCrop">
          <ac:chgData name="Deepika Vatsa" userId="f7100972-27fe-4ee6-8fb4-ec9b7931b409" providerId="ADAL" clId="{3291ADED-E722-4D72-B4E8-25130B6F1C00}" dt="2022-08-04T09:21:13.806" v="12400" actId="14100"/>
          <ac:picMkLst>
            <pc:docMk/>
            <pc:sldMk cId="1837020608" sldId="576"/>
            <ac:picMk id="7" creationId="{F532A044-F3BB-4724-9436-B0EEBB7BCFB2}"/>
          </ac:picMkLst>
        </pc:picChg>
      </pc:sldChg>
      <pc:sldMasterChg chg="delSldLayout">
        <pc:chgData name="Deepika Vatsa" userId="f7100972-27fe-4ee6-8fb4-ec9b7931b409" providerId="ADAL" clId="{3291ADED-E722-4D72-B4E8-25130B6F1C00}" dt="2022-08-02T05:57:39.918" v="1633" actId="47"/>
        <pc:sldMasterMkLst>
          <pc:docMk/>
          <pc:sldMasterMk cId="3073119696" sldId="2147483648"/>
        </pc:sldMasterMkLst>
        <pc:sldLayoutChg chg="del">
          <pc:chgData name="Deepika Vatsa" userId="f7100972-27fe-4ee6-8fb4-ec9b7931b409" providerId="ADAL" clId="{3291ADED-E722-4D72-B4E8-25130B6F1C00}" dt="2022-08-02T05:57:39.918" v="1633" actId="47"/>
          <pc:sldLayoutMkLst>
            <pc:docMk/>
            <pc:sldMasterMk cId="3073119696" sldId="2147483648"/>
            <pc:sldLayoutMk cId="533581401" sldId="2147483669"/>
          </pc:sldLayoutMkLst>
        </pc:sldLayoutChg>
      </pc:sldMasterChg>
    </pc:docChg>
  </pc:docChgLst>
  <pc:docChgLst>
    <pc:chgData name="Deepika Vatsa" userId="f7100972-27fe-4ee6-8fb4-ec9b7931b409" providerId="ADAL" clId="{7DF3CB10-604D-4AF9-A25E-C11426117173}"/>
    <pc:docChg chg="undo custSel addSld delSld modSld">
      <pc:chgData name="Deepika Vatsa" userId="f7100972-27fe-4ee6-8fb4-ec9b7931b409" providerId="ADAL" clId="{7DF3CB10-604D-4AF9-A25E-C11426117173}" dt="2022-08-09T05:00:49.465" v="5549" actId="20577"/>
      <pc:docMkLst>
        <pc:docMk/>
      </pc:docMkLst>
      <pc:sldChg chg="modSp mod">
        <pc:chgData name="Deepika Vatsa" userId="f7100972-27fe-4ee6-8fb4-ec9b7931b409" providerId="ADAL" clId="{7DF3CB10-604D-4AF9-A25E-C11426117173}" dt="2022-08-04T09:45:47.241" v="38" actId="20577"/>
        <pc:sldMkLst>
          <pc:docMk/>
          <pc:sldMk cId="492309654" sldId="256"/>
        </pc:sldMkLst>
        <pc:spChg chg="mod">
          <ac:chgData name="Deepika Vatsa" userId="f7100972-27fe-4ee6-8fb4-ec9b7931b409" providerId="ADAL" clId="{7DF3CB10-604D-4AF9-A25E-C11426117173}" dt="2022-08-04T09:45:47.241" v="38" actId="20577"/>
          <ac:spMkLst>
            <pc:docMk/>
            <pc:sldMk cId="492309654" sldId="256"/>
            <ac:spMk id="3" creationId="{D11C1709-B620-47DC-9742-B9FB880F0527}"/>
          </ac:spMkLst>
        </pc:spChg>
      </pc:sldChg>
      <pc:sldChg chg="modSp mod">
        <pc:chgData name="Deepika Vatsa" userId="f7100972-27fe-4ee6-8fb4-ec9b7931b409" providerId="ADAL" clId="{7DF3CB10-604D-4AF9-A25E-C11426117173}" dt="2022-08-04T09:46:05.128" v="75" actId="20577"/>
        <pc:sldMkLst>
          <pc:docMk/>
          <pc:sldMk cId="3472450693" sldId="257"/>
        </pc:sldMkLst>
        <pc:spChg chg="mod">
          <ac:chgData name="Deepika Vatsa" userId="f7100972-27fe-4ee6-8fb4-ec9b7931b409" providerId="ADAL" clId="{7DF3CB10-604D-4AF9-A25E-C11426117173}" dt="2022-08-04T09:46:05.128" v="75" actId="20577"/>
          <ac:spMkLst>
            <pc:docMk/>
            <pc:sldMk cId="3472450693" sldId="257"/>
            <ac:spMk id="3" creationId="{80E36F94-92C5-49C4-89B0-FDCC3A53501B}"/>
          </ac:spMkLst>
        </pc:spChg>
      </pc:sldChg>
      <pc:sldChg chg="del">
        <pc:chgData name="Deepika Vatsa" userId="f7100972-27fe-4ee6-8fb4-ec9b7931b409" providerId="ADAL" clId="{7DF3CB10-604D-4AF9-A25E-C11426117173}" dt="2022-08-04T09:46:16.771" v="76" actId="47"/>
        <pc:sldMkLst>
          <pc:docMk/>
          <pc:sldMk cId="0" sldId="260"/>
        </pc:sldMkLst>
      </pc:sldChg>
      <pc:sldChg chg="del">
        <pc:chgData name="Deepika Vatsa" userId="f7100972-27fe-4ee6-8fb4-ec9b7931b409" providerId="ADAL" clId="{7DF3CB10-604D-4AF9-A25E-C11426117173}" dt="2022-08-04T09:46:16.771" v="76" actId="47"/>
        <pc:sldMkLst>
          <pc:docMk/>
          <pc:sldMk cId="0" sldId="444"/>
        </pc:sldMkLst>
      </pc:sldChg>
      <pc:sldChg chg="del">
        <pc:chgData name="Deepika Vatsa" userId="f7100972-27fe-4ee6-8fb4-ec9b7931b409" providerId="ADAL" clId="{7DF3CB10-604D-4AF9-A25E-C11426117173}" dt="2022-08-04T09:46:16.771" v="76" actId="47"/>
        <pc:sldMkLst>
          <pc:docMk/>
          <pc:sldMk cId="0" sldId="446"/>
        </pc:sldMkLst>
      </pc:sldChg>
      <pc:sldChg chg="del">
        <pc:chgData name="Deepika Vatsa" userId="f7100972-27fe-4ee6-8fb4-ec9b7931b409" providerId="ADAL" clId="{7DF3CB10-604D-4AF9-A25E-C11426117173}" dt="2022-08-04T09:46:16.771" v="76" actId="47"/>
        <pc:sldMkLst>
          <pc:docMk/>
          <pc:sldMk cId="0" sldId="454"/>
        </pc:sldMkLst>
      </pc:sldChg>
      <pc:sldChg chg="del">
        <pc:chgData name="Deepika Vatsa" userId="f7100972-27fe-4ee6-8fb4-ec9b7931b409" providerId="ADAL" clId="{7DF3CB10-604D-4AF9-A25E-C11426117173}" dt="2022-08-04T09:46:16.771" v="76" actId="47"/>
        <pc:sldMkLst>
          <pc:docMk/>
          <pc:sldMk cId="0" sldId="519"/>
        </pc:sldMkLst>
      </pc:sldChg>
      <pc:sldChg chg="del">
        <pc:chgData name="Deepika Vatsa" userId="f7100972-27fe-4ee6-8fb4-ec9b7931b409" providerId="ADAL" clId="{7DF3CB10-604D-4AF9-A25E-C11426117173}" dt="2022-08-04T09:46:16.771" v="76" actId="47"/>
        <pc:sldMkLst>
          <pc:docMk/>
          <pc:sldMk cId="0" sldId="521"/>
        </pc:sldMkLst>
      </pc:sldChg>
      <pc:sldChg chg="del">
        <pc:chgData name="Deepika Vatsa" userId="f7100972-27fe-4ee6-8fb4-ec9b7931b409" providerId="ADAL" clId="{7DF3CB10-604D-4AF9-A25E-C11426117173}" dt="2022-08-04T09:46:16.771" v="76" actId="47"/>
        <pc:sldMkLst>
          <pc:docMk/>
          <pc:sldMk cId="0" sldId="522"/>
        </pc:sldMkLst>
      </pc:sldChg>
      <pc:sldChg chg="del">
        <pc:chgData name="Deepika Vatsa" userId="f7100972-27fe-4ee6-8fb4-ec9b7931b409" providerId="ADAL" clId="{7DF3CB10-604D-4AF9-A25E-C11426117173}" dt="2022-08-04T09:46:16.771" v="76" actId="47"/>
        <pc:sldMkLst>
          <pc:docMk/>
          <pc:sldMk cId="0" sldId="523"/>
        </pc:sldMkLst>
      </pc:sldChg>
      <pc:sldChg chg="del">
        <pc:chgData name="Deepika Vatsa" userId="f7100972-27fe-4ee6-8fb4-ec9b7931b409" providerId="ADAL" clId="{7DF3CB10-604D-4AF9-A25E-C11426117173}" dt="2022-08-04T09:46:16.771" v="76" actId="47"/>
        <pc:sldMkLst>
          <pc:docMk/>
          <pc:sldMk cId="0" sldId="542"/>
        </pc:sldMkLst>
      </pc:sldChg>
      <pc:sldChg chg="del">
        <pc:chgData name="Deepika Vatsa" userId="f7100972-27fe-4ee6-8fb4-ec9b7931b409" providerId="ADAL" clId="{7DF3CB10-604D-4AF9-A25E-C11426117173}" dt="2022-08-04T09:46:16.771" v="76" actId="47"/>
        <pc:sldMkLst>
          <pc:docMk/>
          <pc:sldMk cId="2124192201" sldId="543"/>
        </pc:sldMkLst>
      </pc:sldChg>
      <pc:sldChg chg="del">
        <pc:chgData name="Deepika Vatsa" userId="f7100972-27fe-4ee6-8fb4-ec9b7931b409" providerId="ADAL" clId="{7DF3CB10-604D-4AF9-A25E-C11426117173}" dt="2022-08-04T09:46:16.771" v="76" actId="47"/>
        <pc:sldMkLst>
          <pc:docMk/>
          <pc:sldMk cId="3333838952" sldId="544"/>
        </pc:sldMkLst>
      </pc:sldChg>
      <pc:sldChg chg="del">
        <pc:chgData name="Deepika Vatsa" userId="f7100972-27fe-4ee6-8fb4-ec9b7931b409" providerId="ADAL" clId="{7DF3CB10-604D-4AF9-A25E-C11426117173}" dt="2022-08-04T09:46:16.771" v="76" actId="47"/>
        <pc:sldMkLst>
          <pc:docMk/>
          <pc:sldMk cId="4255949818" sldId="545"/>
        </pc:sldMkLst>
      </pc:sldChg>
      <pc:sldChg chg="del">
        <pc:chgData name="Deepika Vatsa" userId="f7100972-27fe-4ee6-8fb4-ec9b7931b409" providerId="ADAL" clId="{7DF3CB10-604D-4AF9-A25E-C11426117173}" dt="2022-08-04T09:46:16.771" v="76" actId="47"/>
        <pc:sldMkLst>
          <pc:docMk/>
          <pc:sldMk cId="3134347243" sldId="546"/>
        </pc:sldMkLst>
      </pc:sldChg>
      <pc:sldChg chg="del">
        <pc:chgData name="Deepika Vatsa" userId="f7100972-27fe-4ee6-8fb4-ec9b7931b409" providerId="ADAL" clId="{7DF3CB10-604D-4AF9-A25E-C11426117173}" dt="2022-08-04T09:46:16.771" v="76" actId="47"/>
        <pc:sldMkLst>
          <pc:docMk/>
          <pc:sldMk cId="1109385362" sldId="547"/>
        </pc:sldMkLst>
      </pc:sldChg>
      <pc:sldChg chg="del">
        <pc:chgData name="Deepika Vatsa" userId="f7100972-27fe-4ee6-8fb4-ec9b7931b409" providerId="ADAL" clId="{7DF3CB10-604D-4AF9-A25E-C11426117173}" dt="2022-08-04T09:46:16.771" v="76" actId="47"/>
        <pc:sldMkLst>
          <pc:docMk/>
          <pc:sldMk cId="1888868402" sldId="548"/>
        </pc:sldMkLst>
      </pc:sldChg>
      <pc:sldChg chg="del">
        <pc:chgData name="Deepika Vatsa" userId="f7100972-27fe-4ee6-8fb4-ec9b7931b409" providerId="ADAL" clId="{7DF3CB10-604D-4AF9-A25E-C11426117173}" dt="2022-08-04T09:46:16.771" v="76" actId="47"/>
        <pc:sldMkLst>
          <pc:docMk/>
          <pc:sldMk cId="3934559713" sldId="550"/>
        </pc:sldMkLst>
      </pc:sldChg>
      <pc:sldChg chg="del">
        <pc:chgData name="Deepika Vatsa" userId="f7100972-27fe-4ee6-8fb4-ec9b7931b409" providerId="ADAL" clId="{7DF3CB10-604D-4AF9-A25E-C11426117173}" dt="2022-08-04T09:46:16.771" v="76" actId="47"/>
        <pc:sldMkLst>
          <pc:docMk/>
          <pc:sldMk cId="2133940914" sldId="551"/>
        </pc:sldMkLst>
      </pc:sldChg>
      <pc:sldChg chg="del">
        <pc:chgData name="Deepika Vatsa" userId="f7100972-27fe-4ee6-8fb4-ec9b7931b409" providerId="ADAL" clId="{7DF3CB10-604D-4AF9-A25E-C11426117173}" dt="2022-08-04T09:46:16.771" v="76" actId="47"/>
        <pc:sldMkLst>
          <pc:docMk/>
          <pc:sldMk cId="4272627569" sldId="552"/>
        </pc:sldMkLst>
      </pc:sldChg>
      <pc:sldChg chg="del">
        <pc:chgData name="Deepika Vatsa" userId="f7100972-27fe-4ee6-8fb4-ec9b7931b409" providerId="ADAL" clId="{7DF3CB10-604D-4AF9-A25E-C11426117173}" dt="2022-08-04T09:46:16.771" v="76" actId="47"/>
        <pc:sldMkLst>
          <pc:docMk/>
          <pc:sldMk cId="3474017746" sldId="553"/>
        </pc:sldMkLst>
      </pc:sldChg>
      <pc:sldChg chg="del">
        <pc:chgData name="Deepika Vatsa" userId="f7100972-27fe-4ee6-8fb4-ec9b7931b409" providerId="ADAL" clId="{7DF3CB10-604D-4AF9-A25E-C11426117173}" dt="2022-08-04T09:46:16.771" v="76" actId="47"/>
        <pc:sldMkLst>
          <pc:docMk/>
          <pc:sldMk cId="3988423650" sldId="554"/>
        </pc:sldMkLst>
      </pc:sldChg>
      <pc:sldChg chg="del">
        <pc:chgData name="Deepika Vatsa" userId="f7100972-27fe-4ee6-8fb4-ec9b7931b409" providerId="ADAL" clId="{7DF3CB10-604D-4AF9-A25E-C11426117173}" dt="2022-08-04T09:46:16.771" v="76" actId="47"/>
        <pc:sldMkLst>
          <pc:docMk/>
          <pc:sldMk cId="2496126553" sldId="555"/>
        </pc:sldMkLst>
      </pc:sldChg>
      <pc:sldChg chg="del">
        <pc:chgData name="Deepika Vatsa" userId="f7100972-27fe-4ee6-8fb4-ec9b7931b409" providerId="ADAL" clId="{7DF3CB10-604D-4AF9-A25E-C11426117173}" dt="2022-08-04T09:46:16.771" v="76" actId="47"/>
        <pc:sldMkLst>
          <pc:docMk/>
          <pc:sldMk cId="3542942855" sldId="556"/>
        </pc:sldMkLst>
      </pc:sldChg>
      <pc:sldChg chg="del">
        <pc:chgData name="Deepika Vatsa" userId="f7100972-27fe-4ee6-8fb4-ec9b7931b409" providerId="ADAL" clId="{7DF3CB10-604D-4AF9-A25E-C11426117173}" dt="2022-08-04T09:46:16.771" v="76" actId="47"/>
        <pc:sldMkLst>
          <pc:docMk/>
          <pc:sldMk cId="2762624031" sldId="557"/>
        </pc:sldMkLst>
      </pc:sldChg>
      <pc:sldChg chg="del">
        <pc:chgData name="Deepika Vatsa" userId="f7100972-27fe-4ee6-8fb4-ec9b7931b409" providerId="ADAL" clId="{7DF3CB10-604D-4AF9-A25E-C11426117173}" dt="2022-08-04T09:46:16.771" v="76" actId="47"/>
        <pc:sldMkLst>
          <pc:docMk/>
          <pc:sldMk cId="1537609984" sldId="558"/>
        </pc:sldMkLst>
      </pc:sldChg>
      <pc:sldChg chg="del">
        <pc:chgData name="Deepika Vatsa" userId="f7100972-27fe-4ee6-8fb4-ec9b7931b409" providerId="ADAL" clId="{7DF3CB10-604D-4AF9-A25E-C11426117173}" dt="2022-08-04T09:46:20.647" v="77" actId="47"/>
        <pc:sldMkLst>
          <pc:docMk/>
          <pc:sldMk cId="2287077721" sldId="560"/>
        </pc:sldMkLst>
      </pc:sldChg>
      <pc:sldChg chg="addSp delSp modSp new mod modNotesTx">
        <pc:chgData name="Deepika Vatsa" userId="f7100972-27fe-4ee6-8fb4-ec9b7931b409" providerId="ADAL" clId="{7DF3CB10-604D-4AF9-A25E-C11426117173}" dt="2022-08-08T09:42:49.805" v="1250" actId="20577"/>
        <pc:sldMkLst>
          <pc:docMk/>
          <pc:sldMk cId="4184969250" sldId="560"/>
        </pc:sldMkLst>
        <pc:spChg chg="mod">
          <ac:chgData name="Deepika Vatsa" userId="f7100972-27fe-4ee6-8fb4-ec9b7931b409" providerId="ADAL" clId="{7DF3CB10-604D-4AF9-A25E-C11426117173}" dt="2022-08-04T09:48:05.432" v="101" actId="20577"/>
          <ac:spMkLst>
            <pc:docMk/>
            <pc:sldMk cId="4184969250" sldId="560"/>
            <ac:spMk id="2" creationId="{6167DC2D-0072-445E-8CB3-E53407061CE7}"/>
          </ac:spMkLst>
        </pc:spChg>
        <pc:spChg chg="del">
          <ac:chgData name="Deepika Vatsa" userId="f7100972-27fe-4ee6-8fb4-ec9b7931b409" providerId="ADAL" clId="{7DF3CB10-604D-4AF9-A25E-C11426117173}" dt="2022-08-04T09:50:26.660" v="309" actId="22"/>
          <ac:spMkLst>
            <pc:docMk/>
            <pc:sldMk cId="4184969250" sldId="560"/>
            <ac:spMk id="3" creationId="{D7DEA22E-3A1F-4DC7-9388-80145F29D1E6}"/>
          </ac:spMkLst>
        </pc:spChg>
        <pc:spChg chg="add mod">
          <ac:chgData name="Deepika Vatsa" userId="f7100972-27fe-4ee6-8fb4-ec9b7931b409" providerId="ADAL" clId="{7DF3CB10-604D-4AF9-A25E-C11426117173}" dt="2022-08-04T09:53:24.996" v="420" actId="20577"/>
          <ac:spMkLst>
            <pc:docMk/>
            <pc:sldMk cId="4184969250" sldId="560"/>
            <ac:spMk id="6" creationId="{98E0FE6E-8F22-4B9F-9E9F-E2B694DC96D4}"/>
          </ac:spMkLst>
        </pc:spChg>
        <pc:picChg chg="add mod ord modCrop">
          <ac:chgData name="Deepika Vatsa" userId="f7100972-27fe-4ee6-8fb4-ec9b7931b409" providerId="ADAL" clId="{7DF3CB10-604D-4AF9-A25E-C11426117173}" dt="2022-08-04T09:51:33.879" v="404" actId="1076"/>
          <ac:picMkLst>
            <pc:docMk/>
            <pc:sldMk cId="4184969250" sldId="560"/>
            <ac:picMk id="5" creationId="{D79DD659-0D69-439F-8DFB-E316F68747FE}"/>
          </ac:picMkLst>
        </pc:picChg>
      </pc:sldChg>
      <pc:sldChg chg="addSp delSp modSp add mod setBg modNotesTx">
        <pc:chgData name="Deepika Vatsa" userId="f7100972-27fe-4ee6-8fb4-ec9b7931b409" providerId="ADAL" clId="{7DF3CB10-604D-4AF9-A25E-C11426117173}" dt="2022-08-04T10:05:11.508" v="1023" actId="20577"/>
        <pc:sldMkLst>
          <pc:docMk/>
          <pc:sldMk cId="1127720626" sldId="561"/>
        </pc:sldMkLst>
        <pc:spChg chg="mod">
          <ac:chgData name="Deepika Vatsa" userId="f7100972-27fe-4ee6-8fb4-ec9b7931b409" providerId="ADAL" clId="{7DF3CB10-604D-4AF9-A25E-C11426117173}" dt="2022-08-04T10:05:11.508" v="1023" actId="20577"/>
          <ac:spMkLst>
            <pc:docMk/>
            <pc:sldMk cId="1127720626" sldId="561"/>
            <ac:spMk id="2" creationId="{6167DC2D-0072-445E-8CB3-E53407061CE7}"/>
          </ac:spMkLst>
        </pc:spChg>
        <pc:spChg chg="add del mod">
          <ac:chgData name="Deepika Vatsa" userId="f7100972-27fe-4ee6-8fb4-ec9b7931b409" providerId="ADAL" clId="{7DF3CB10-604D-4AF9-A25E-C11426117173}" dt="2022-08-04T09:55:28.382" v="449" actId="478"/>
          <ac:spMkLst>
            <pc:docMk/>
            <pc:sldMk cId="1127720626" sldId="561"/>
            <ac:spMk id="4" creationId="{23BA0E9F-8469-425C-890C-1CBE520B11DC}"/>
          </ac:spMkLst>
        </pc:spChg>
        <pc:spChg chg="mod ord">
          <ac:chgData name="Deepika Vatsa" userId="f7100972-27fe-4ee6-8fb4-ec9b7931b409" providerId="ADAL" clId="{7DF3CB10-604D-4AF9-A25E-C11426117173}" dt="2022-08-04T09:57:12.954" v="460" actId="26606"/>
          <ac:spMkLst>
            <pc:docMk/>
            <pc:sldMk cId="1127720626" sldId="561"/>
            <ac:spMk id="6" creationId="{98E0FE6E-8F22-4B9F-9E9F-E2B694DC96D4}"/>
          </ac:spMkLst>
        </pc:spChg>
        <pc:spChg chg="add">
          <ac:chgData name="Deepika Vatsa" userId="f7100972-27fe-4ee6-8fb4-ec9b7931b409" providerId="ADAL" clId="{7DF3CB10-604D-4AF9-A25E-C11426117173}" dt="2022-08-04T09:57:12.954" v="460" actId="26606"/>
          <ac:spMkLst>
            <pc:docMk/>
            <pc:sldMk cId="1127720626" sldId="561"/>
            <ac:spMk id="15" creationId="{A8384FB5-9ADC-4DDC-881B-597D56F5B15D}"/>
          </ac:spMkLst>
        </pc:spChg>
        <pc:spChg chg="add">
          <ac:chgData name="Deepika Vatsa" userId="f7100972-27fe-4ee6-8fb4-ec9b7931b409" providerId="ADAL" clId="{7DF3CB10-604D-4AF9-A25E-C11426117173}" dt="2022-08-04T09:57:12.954" v="460" actId="26606"/>
          <ac:spMkLst>
            <pc:docMk/>
            <pc:sldMk cId="1127720626" sldId="561"/>
            <ac:spMk id="17" creationId="{1199E1B1-A8C0-4FE8-A5A8-1CB41D69F857}"/>
          </ac:spMkLst>
        </pc:spChg>
        <pc:spChg chg="add">
          <ac:chgData name="Deepika Vatsa" userId="f7100972-27fe-4ee6-8fb4-ec9b7931b409" providerId="ADAL" clId="{7DF3CB10-604D-4AF9-A25E-C11426117173}" dt="2022-08-04T09:57:12.954" v="460" actId="26606"/>
          <ac:spMkLst>
            <pc:docMk/>
            <pc:sldMk cId="1127720626" sldId="561"/>
            <ac:spMk id="19" creationId="{84A8DE83-DE75-4B41-9DB4-A7EC0B0DEC0B}"/>
          </ac:spMkLst>
        </pc:spChg>
        <pc:spChg chg="add">
          <ac:chgData name="Deepika Vatsa" userId="f7100972-27fe-4ee6-8fb4-ec9b7931b409" providerId="ADAL" clId="{7DF3CB10-604D-4AF9-A25E-C11426117173}" dt="2022-08-04T09:57:12.954" v="460" actId="26606"/>
          <ac:spMkLst>
            <pc:docMk/>
            <pc:sldMk cId="1127720626" sldId="561"/>
            <ac:spMk id="21" creationId="{A7009A0A-BEF5-4EAC-AF15-E4F9F002E239}"/>
          </ac:spMkLst>
        </pc:spChg>
        <pc:picChg chg="del">
          <ac:chgData name="Deepika Vatsa" userId="f7100972-27fe-4ee6-8fb4-ec9b7931b409" providerId="ADAL" clId="{7DF3CB10-604D-4AF9-A25E-C11426117173}" dt="2022-08-04T09:54:54.018" v="447" actId="478"/>
          <ac:picMkLst>
            <pc:docMk/>
            <pc:sldMk cId="1127720626" sldId="561"/>
            <ac:picMk id="5" creationId="{D79DD659-0D69-439F-8DFB-E316F68747FE}"/>
          </ac:picMkLst>
        </pc:picChg>
        <pc:picChg chg="add mod modCrop">
          <ac:chgData name="Deepika Vatsa" userId="f7100972-27fe-4ee6-8fb4-ec9b7931b409" providerId="ADAL" clId="{7DF3CB10-604D-4AF9-A25E-C11426117173}" dt="2022-08-04T09:57:12.954" v="460" actId="26606"/>
          <ac:picMkLst>
            <pc:docMk/>
            <pc:sldMk cId="1127720626" sldId="561"/>
            <ac:picMk id="10" creationId="{01814F26-28FF-4083-AF5E-9A822C2993DA}"/>
          </ac:picMkLst>
        </pc:picChg>
      </pc:sldChg>
      <pc:sldChg chg="del">
        <pc:chgData name="Deepika Vatsa" userId="f7100972-27fe-4ee6-8fb4-ec9b7931b409" providerId="ADAL" clId="{7DF3CB10-604D-4AF9-A25E-C11426117173}" dt="2022-08-04T09:46:16.771" v="76" actId="47"/>
        <pc:sldMkLst>
          <pc:docMk/>
          <pc:sldMk cId="3322141314" sldId="561"/>
        </pc:sldMkLst>
      </pc:sldChg>
      <pc:sldChg chg="addSp delSp modSp add mod modNotesTx">
        <pc:chgData name="Deepika Vatsa" userId="f7100972-27fe-4ee6-8fb4-ec9b7931b409" providerId="ADAL" clId="{7DF3CB10-604D-4AF9-A25E-C11426117173}" dt="2022-08-08T09:46:10.326" v="1531" actId="20577"/>
        <pc:sldMkLst>
          <pc:docMk/>
          <pc:sldMk cId="1425229445" sldId="562"/>
        </pc:sldMkLst>
        <pc:spChg chg="mod">
          <ac:chgData name="Deepika Vatsa" userId="f7100972-27fe-4ee6-8fb4-ec9b7931b409" providerId="ADAL" clId="{7DF3CB10-604D-4AF9-A25E-C11426117173}" dt="2022-08-04T10:05:24.957" v="1024"/>
          <ac:spMkLst>
            <pc:docMk/>
            <pc:sldMk cId="1425229445" sldId="562"/>
            <ac:spMk id="2" creationId="{6167DC2D-0072-445E-8CB3-E53407061CE7}"/>
          </ac:spMkLst>
        </pc:spChg>
        <pc:picChg chg="add del mod modCrop">
          <ac:chgData name="Deepika Vatsa" userId="f7100972-27fe-4ee6-8fb4-ec9b7931b409" providerId="ADAL" clId="{7DF3CB10-604D-4AF9-A25E-C11426117173}" dt="2022-08-04T10:02:32.665" v="830" actId="478"/>
          <ac:picMkLst>
            <pc:docMk/>
            <pc:sldMk cId="1425229445" sldId="562"/>
            <ac:picMk id="4" creationId="{653EC175-E4F2-4CC2-9E03-D10C64FDE9CC}"/>
          </ac:picMkLst>
        </pc:picChg>
        <pc:picChg chg="add mod modCrop">
          <ac:chgData name="Deepika Vatsa" userId="f7100972-27fe-4ee6-8fb4-ec9b7931b409" providerId="ADAL" clId="{7DF3CB10-604D-4AF9-A25E-C11426117173}" dt="2022-08-04T10:02:57.964" v="835" actId="1076"/>
          <ac:picMkLst>
            <pc:docMk/>
            <pc:sldMk cId="1425229445" sldId="562"/>
            <ac:picMk id="7" creationId="{48E458B1-FD1A-49DC-879A-AF11C3B57A7F}"/>
          </ac:picMkLst>
        </pc:picChg>
        <pc:picChg chg="del">
          <ac:chgData name="Deepika Vatsa" userId="f7100972-27fe-4ee6-8fb4-ec9b7931b409" providerId="ADAL" clId="{7DF3CB10-604D-4AF9-A25E-C11426117173}" dt="2022-08-04T10:00:07.993" v="775" actId="478"/>
          <ac:picMkLst>
            <pc:docMk/>
            <pc:sldMk cId="1425229445" sldId="562"/>
            <ac:picMk id="10" creationId="{01814F26-28FF-4083-AF5E-9A822C2993DA}"/>
          </ac:picMkLst>
        </pc:picChg>
      </pc:sldChg>
      <pc:sldChg chg="del">
        <pc:chgData name="Deepika Vatsa" userId="f7100972-27fe-4ee6-8fb4-ec9b7931b409" providerId="ADAL" clId="{7DF3CB10-604D-4AF9-A25E-C11426117173}" dt="2022-08-04T09:46:16.771" v="76" actId="47"/>
        <pc:sldMkLst>
          <pc:docMk/>
          <pc:sldMk cId="3714429487" sldId="562"/>
        </pc:sldMkLst>
      </pc:sldChg>
      <pc:sldChg chg="addSp delSp modSp add mod modNotesTx">
        <pc:chgData name="Deepika Vatsa" userId="f7100972-27fe-4ee6-8fb4-ec9b7931b409" providerId="ADAL" clId="{7DF3CB10-604D-4AF9-A25E-C11426117173}" dt="2022-08-04T10:05:28.654" v="1025"/>
        <pc:sldMkLst>
          <pc:docMk/>
          <pc:sldMk cId="2638973260" sldId="563"/>
        </pc:sldMkLst>
        <pc:spChg chg="mod">
          <ac:chgData name="Deepika Vatsa" userId="f7100972-27fe-4ee6-8fb4-ec9b7931b409" providerId="ADAL" clId="{7DF3CB10-604D-4AF9-A25E-C11426117173}" dt="2022-08-04T10:05:28.654" v="1025"/>
          <ac:spMkLst>
            <pc:docMk/>
            <pc:sldMk cId="2638973260" sldId="563"/>
            <ac:spMk id="2" creationId="{6167DC2D-0072-445E-8CB3-E53407061CE7}"/>
          </ac:spMkLst>
        </pc:spChg>
        <pc:picChg chg="add mod modCrop">
          <ac:chgData name="Deepika Vatsa" userId="f7100972-27fe-4ee6-8fb4-ec9b7931b409" providerId="ADAL" clId="{7DF3CB10-604D-4AF9-A25E-C11426117173}" dt="2022-08-04T10:04:56.500" v="1006" actId="1076"/>
          <ac:picMkLst>
            <pc:docMk/>
            <pc:sldMk cId="2638973260" sldId="563"/>
            <ac:picMk id="4" creationId="{58143C11-1F00-4CE5-BE36-FD54215ACE5E}"/>
          </ac:picMkLst>
        </pc:picChg>
        <pc:picChg chg="del">
          <ac:chgData name="Deepika Vatsa" userId="f7100972-27fe-4ee6-8fb4-ec9b7931b409" providerId="ADAL" clId="{7DF3CB10-604D-4AF9-A25E-C11426117173}" dt="2022-08-04T10:04:26.967" v="999" actId="478"/>
          <ac:picMkLst>
            <pc:docMk/>
            <pc:sldMk cId="2638973260" sldId="563"/>
            <ac:picMk id="7" creationId="{48E458B1-FD1A-49DC-879A-AF11C3B57A7F}"/>
          </ac:picMkLst>
        </pc:picChg>
      </pc:sldChg>
      <pc:sldChg chg="del">
        <pc:chgData name="Deepika Vatsa" userId="f7100972-27fe-4ee6-8fb4-ec9b7931b409" providerId="ADAL" clId="{7DF3CB10-604D-4AF9-A25E-C11426117173}" dt="2022-08-04T09:45:51.237" v="39" actId="47"/>
        <pc:sldMkLst>
          <pc:docMk/>
          <pc:sldMk cId="4122715105" sldId="563"/>
        </pc:sldMkLst>
      </pc:sldChg>
      <pc:sldChg chg="del">
        <pc:chgData name="Deepika Vatsa" userId="f7100972-27fe-4ee6-8fb4-ec9b7931b409" providerId="ADAL" clId="{7DF3CB10-604D-4AF9-A25E-C11426117173}" dt="2022-08-04T09:46:16.771" v="76" actId="47"/>
        <pc:sldMkLst>
          <pc:docMk/>
          <pc:sldMk cId="3320667722" sldId="564"/>
        </pc:sldMkLst>
      </pc:sldChg>
      <pc:sldChg chg="addSp delSp modSp add mod modNotesTx">
        <pc:chgData name="Deepika Vatsa" userId="f7100972-27fe-4ee6-8fb4-ec9b7931b409" providerId="ADAL" clId="{7DF3CB10-604D-4AF9-A25E-C11426117173}" dt="2022-08-08T09:44:24.152" v="1398" actId="20577"/>
        <pc:sldMkLst>
          <pc:docMk/>
          <pc:sldMk cId="3588827055" sldId="564"/>
        </pc:sldMkLst>
        <pc:spChg chg="mod">
          <ac:chgData name="Deepika Vatsa" userId="f7100972-27fe-4ee6-8fb4-ec9b7931b409" providerId="ADAL" clId="{7DF3CB10-604D-4AF9-A25E-C11426117173}" dt="2022-08-04T10:05:39.451" v="1042" actId="20577"/>
          <ac:spMkLst>
            <pc:docMk/>
            <pc:sldMk cId="3588827055" sldId="564"/>
            <ac:spMk id="2" creationId="{6167DC2D-0072-445E-8CB3-E53407061CE7}"/>
          </ac:spMkLst>
        </pc:spChg>
        <pc:picChg chg="del">
          <ac:chgData name="Deepika Vatsa" userId="f7100972-27fe-4ee6-8fb4-ec9b7931b409" providerId="ADAL" clId="{7DF3CB10-604D-4AF9-A25E-C11426117173}" dt="2022-08-04T10:05:42.013" v="1043" actId="478"/>
          <ac:picMkLst>
            <pc:docMk/>
            <pc:sldMk cId="3588827055" sldId="564"/>
            <ac:picMk id="4" creationId="{58143C11-1F00-4CE5-BE36-FD54215ACE5E}"/>
          </ac:picMkLst>
        </pc:picChg>
        <pc:picChg chg="add mod modCrop">
          <ac:chgData name="Deepika Vatsa" userId="f7100972-27fe-4ee6-8fb4-ec9b7931b409" providerId="ADAL" clId="{7DF3CB10-604D-4AF9-A25E-C11426117173}" dt="2022-08-04T10:06:26.916" v="1048" actId="1076"/>
          <ac:picMkLst>
            <pc:docMk/>
            <pc:sldMk cId="3588827055" sldId="564"/>
            <ac:picMk id="5" creationId="{A86159EA-5C57-43E7-AC57-B8E131D6DB89}"/>
          </ac:picMkLst>
        </pc:picChg>
      </pc:sldChg>
      <pc:sldChg chg="addSp delSp modSp add mod modNotesTx">
        <pc:chgData name="Deepika Vatsa" userId="f7100972-27fe-4ee6-8fb4-ec9b7931b409" providerId="ADAL" clId="{7DF3CB10-604D-4AF9-A25E-C11426117173}" dt="2022-08-08T09:49:21.482" v="1647" actId="20577"/>
        <pc:sldMkLst>
          <pc:docMk/>
          <pc:sldMk cId="2324140379" sldId="565"/>
        </pc:sldMkLst>
        <pc:picChg chg="add mod modCrop">
          <ac:chgData name="Deepika Vatsa" userId="f7100972-27fe-4ee6-8fb4-ec9b7931b409" providerId="ADAL" clId="{7DF3CB10-604D-4AF9-A25E-C11426117173}" dt="2022-08-04T10:07:59.528" v="1147" actId="1076"/>
          <ac:picMkLst>
            <pc:docMk/>
            <pc:sldMk cId="2324140379" sldId="565"/>
            <ac:picMk id="4" creationId="{3A215E76-1486-48D1-A01E-9C5BAD8262B8}"/>
          </ac:picMkLst>
        </pc:picChg>
        <pc:picChg chg="del">
          <ac:chgData name="Deepika Vatsa" userId="f7100972-27fe-4ee6-8fb4-ec9b7931b409" providerId="ADAL" clId="{7DF3CB10-604D-4AF9-A25E-C11426117173}" dt="2022-08-04T10:07:39.044" v="1142" actId="478"/>
          <ac:picMkLst>
            <pc:docMk/>
            <pc:sldMk cId="2324140379" sldId="565"/>
            <ac:picMk id="5" creationId="{A86159EA-5C57-43E7-AC57-B8E131D6DB89}"/>
          </ac:picMkLst>
        </pc:picChg>
      </pc:sldChg>
      <pc:sldChg chg="del">
        <pc:chgData name="Deepika Vatsa" userId="f7100972-27fe-4ee6-8fb4-ec9b7931b409" providerId="ADAL" clId="{7DF3CB10-604D-4AF9-A25E-C11426117173}" dt="2022-08-04T09:46:16.771" v="76" actId="47"/>
        <pc:sldMkLst>
          <pc:docMk/>
          <pc:sldMk cId="2906569521" sldId="565"/>
        </pc:sldMkLst>
      </pc:sldChg>
      <pc:sldChg chg="addSp delSp modSp add del mod modNotesTx">
        <pc:chgData name="Deepika Vatsa" userId="f7100972-27fe-4ee6-8fb4-ec9b7931b409" providerId="ADAL" clId="{7DF3CB10-604D-4AF9-A25E-C11426117173}" dt="2022-08-08T10:35:12.898" v="3706" actId="2696"/>
        <pc:sldMkLst>
          <pc:docMk/>
          <pc:sldMk cId="275048096" sldId="566"/>
        </pc:sldMkLst>
        <pc:spChg chg="mod">
          <ac:chgData name="Deepika Vatsa" userId="f7100972-27fe-4ee6-8fb4-ec9b7931b409" providerId="ADAL" clId="{7DF3CB10-604D-4AF9-A25E-C11426117173}" dt="2022-08-08T10:31:58.182" v="3685" actId="20577"/>
          <ac:spMkLst>
            <pc:docMk/>
            <pc:sldMk cId="275048096" sldId="566"/>
            <ac:spMk id="2" creationId="{6167DC2D-0072-445E-8CB3-E53407061CE7}"/>
          </ac:spMkLst>
        </pc:spChg>
        <pc:picChg chg="del">
          <ac:chgData name="Deepika Vatsa" userId="f7100972-27fe-4ee6-8fb4-ec9b7931b409" providerId="ADAL" clId="{7DF3CB10-604D-4AF9-A25E-C11426117173}" dt="2022-08-08T09:49:36.221" v="1666" actId="478"/>
          <ac:picMkLst>
            <pc:docMk/>
            <pc:sldMk cId="275048096" sldId="566"/>
            <ac:picMk id="4" creationId="{3A215E76-1486-48D1-A01E-9C5BAD8262B8}"/>
          </ac:picMkLst>
        </pc:picChg>
        <pc:picChg chg="add mod modCrop">
          <ac:chgData name="Deepika Vatsa" userId="f7100972-27fe-4ee6-8fb4-ec9b7931b409" providerId="ADAL" clId="{7DF3CB10-604D-4AF9-A25E-C11426117173}" dt="2022-08-08T09:50:25.750" v="1672" actId="1076"/>
          <ac:picMkLst>
            <pc:docMk/>
            <pc:sldMk cId="275048096" sldId="566"/>
            <ac:picMk id="5" creationId="{3AF15D62-C287-4FF6-8A3E-345989DC418F}"/>
          </ac:picMkLst>
        </pc:picChg>
      </pc:sldChg>
      <pc:sldChg chg="add">
        <pc:chgData name="Deepika Vatsa" userId="f7100972-27fe-4ee6-8fb4-ec9b7931b409" providerId="ADAL" clId="{7DF3CB10-604D-4AF9-A25E-C11426117173}" dt="2022-08-08T10:35:26.201" v="3712"/>
        <pc:sldMkLst>
          <pc:docMk/>
          <pc:sldMk cId="1491287628" sldId="566"/>
        </pc:sldMkLst>
      </pc:sldChg>
      <pc:sldChg chg="addSp delSp add del setBg delDesignElem">
        <pc:chgData name="Deepika Vatsa" userId="f7100972-27fe-4ee6-8fb4-ec9b7931b409" providerId="ADAL" clId="{7DF3CB10-604D-4AF9-A25E-C11426117173}" dt="2022-08-08T10:35:26.120" v="3711"/>
        <pc:sldMkLst>
          <pc:docMk/>
          <pc:sldMk cId="2484627002" sldId="566"/>
        </pc:sldMkLst>
        <pc:spChg chg="add del">
          <ac:chgData name="Deepika Vatsa" userId="f7100972-27fe-4ee6-8fb4-ec9b7931b409" providerId="ADAL" clId="{7DF3CB10-604D-4AF9-A25E-C11426117173}" dt="2022-08-08T10:35:26.120" v="3711"/>
          <ac:spMkLst>
            <pc:docMk/>
            <pc:sldMk cId="2484627002" sldId="566"/>
            <ac:spMk id="15" creationId="{A8384FB5-9ADC-4DDC-881B-597D56F5B15D}"/>
          </ac:spMkLst>
        </pc:spChg>
        <pc:spChg chg="add del">
          <ac:chgData name="Deepika Vatsa" userId="f7100972-27fe-4ee6-8fb4-ec9b7931b409" providerId="ADAL" clId="{7DF3CB10-604D-4AF9-A25E-C11426117173}" dt="2022-08-08T10:35:26.120" v="3711"/>
          <ac:spMkLst>
            <pc:docMk/>
            <pc:sldMk cId="2484627002" sldId="566"/>
            <ac:spMk id="17" creationId="{1199E1B1-A8C0-4FE8-A5A8-1CB41D69F857}"/>
          </ac:spMkLst>
        </pc:spChg>
        <pc:spChg chg="add del">
          <ac:chgData name="Deepika Vatsa" userId="f7100972-27fe-4ee6-8fb4-ec9b7931b409" providerId="ADAL" clId="{7DF3CB10-604D-4AF9-A25E-C11426117173}" dt="2022-08-08T10:35:26.120" v="3711"/>
          <ac:spMkLst>
            <pc:docMk/>
            <pc:sldMk cId="2484627002" sldId="566"/>
            <ac:spMk id="19" creationId="{84A8DE83-DE75-4B41-9DB4-A7EC0B0DEC0B}"/>
          </ac:spMkLst>
        </pc:spChg>
        <pc:spChg chg="add del">
          <ac:chgData name="Deepika Vatsa" userId="f7100972-27fe-4ee6-8fb4-ec9b7931b409" providerId="ADAL" clId="{7DF3CB10-604D-4AF9-A25E-C11426117173}" dt="2022-08-08T10:35:26.120" v="3711"/>
          <ac:spMkLst>
            <pc:docMk/>
            <pc:sldMk cId="2484627002" sldId="566"/>
            <ac:spMk id="21" creationId="{A7009A0A-BEF5-4EAC-AF15-E4F9F002E239}"/>
          </ac:spMkLst>
        </pc:spChg>
      </pc:sldChg>
      <pc:sldChg chg="addSp delSp add del setBg delDesignElem">
        <pc:chgData name="Deepika Vatsa" userId="f7100972-27fe-4ee6-8fb4-ec9b7931b409" providerId="ADAL" clId="{7DF3CB10-604D-4AF9-A25E-C11426117173}" dt="2022-08-08T10:35:26.120" v="3711"/>
        <pc:sldMkLst>
          <pc:docMk/>
          <pc:sldMk cId="88701714" sldId="567"/>
        </pc:sldMkLst>
        <pc:spChg chg="add del">
          <ac:chgData name="Deepika Vatsa" userId="f7100972-27fe-4ee6-8fb4-ec9b7931b409" providerId="ADAL" clId="{7DF3CB10-604D-4AF9-A25E-C11426117173}" dt="2022-08-08T10:35:26.120" v="3711"/>
          <ac:spMkLst>
            <pc:docMk/>
            <pc:sldMk cId="88701714" sldId="567"/>
            <ac:spMk id="15" creationId="{A8384FB5-9ADC-4DDC-881B-597D56F5B15D}"/>
          </ac:spMkLst>
        </pc:spChg>
        <pc:spChg chg="add del">
          <ac:chgData name="Deepika Vatsa" userId="f7100972-27fe-4ee6-8fb4-ec9b7931b409" providerId="ADAL" clId="{7DF3CB10-604D-4AF9-A25E-C11426117173}" dt="2022-08-08T10:35:26.120" v="3711"/>
          <ac:spMkLst>
            <pc:docMk/>
            <pc:sldMk cId="88701714" sldId="567"/>
            <ac:spMk id="17" creationId="{1199E1B1-A8C0-4FE8-A5A8-1CB41D69F857}"/>
          </ac:spMkLst>
        </pc:spChg>
        <pc:spChg chg="add del">
          <ac:chgData name="Deepika Vatsa" userId="f7100972-27fe-4ee6-8fb4-ec9b7931b409" providerId="ADAL" clId="{7DF3CB10-604D-4AF9-A25E-C11426117173}" dt="2022-08-08T10:35:26.120" v="3711"/>
          <ac:spMkLst>
            <pc:docMk/>
            <pc:sldMk cId="88701714" sldId="567"/>
            <ac:spMk id="19" creationId="{84A8DE83-DE75-4B41-9DB4-A7EC0B0DEC0B}"/>
          </ac:spMkLst>
        </pc:spChg>
        <pc:spChg chg="add del">
          <ac:chgData name="Deepika Vatsa" userId="f7100972-27fe-4ee6-8fb4-ec9b7931b409" providerId="ADAL" clId="{7DF3CB10-604D-4AF9-A25E-C11426117173}" dt="2022-08-08T10:35:26.120" v="3711"/>
          <ac:spMkLst>
            <pc:docMk/>
            <pc:sldMk cId="88701714" sldId="567"/>
            <ac:spMk id="21" creationId="{A7009A0A-BEF5-4EAC-AF15-E4F9F002E239}"/>
          </ac:spMkLst>
        </pc:spChg>
      </pc:sldChg>
      <pc:sldChg chg="addSp delSp modSp add del mod modNotesTx">
        <pc:chgData name="Deepika Vatsa" userId="f7100972-27fe-4ee6-8fb4-ec9b7931b409" providerId="ADAL" clId="{7DF3CB10-604D-4AF9-A25E-C11426117173}" dt="2022-08-08T10:35:12.898" v="3706" actId="2696"/>
        <pc:sldMkLst>
          <pc:docMk/>
          <pc:sldMk cId="362831075" sldId="567"/>
        </pc:sldMkLst>
        <pc:spChg chg="del">
          <ac:chgData name="Deepika Vatsa" userId="f7100972-27fe-4ee6-8fb4-ec9b7931b409" providerId="ADAL" clId="{7DF3CB10-604D-4AF9-A25E-C11426117173}" dt="2022-08-08T10:32:32.641" v="3686" actId="478"/>
          <ac:spMkLst>
            <pc:docMk/>
            <pc:sldMk cId="362831075" sldId="567"/>
            <ac:spMk id="2" creationId="{6167DC2D-0072-445E-8CB3-E53407061CE7}"/>
          </ac:spMkLst>
        </pc:spChg>
        <pc:spChg chg="add del mod">
          <ac:chgData name="Deepika Vatsa" userId="f7100972-27fe-4ee6-8fb4-ec9b7931b409" providerId="ADAL" clId="{7DF3CB10-604D-4AF9-A25E-C11426117173}" dt="2022-08-08T10:32:39.113" v="3689" actId="478"/>
          <ac:spMkLst>
            <pc:docMk/>
            <pc:sldMk cId="362831075" sldId="567"/>
            <ac:spMk id="8" creationId="{7609A7C3-CB5A-452C-BE5D-B0C4FB7A6D17}"/>
          </ac:spMkLst>
        </pc:spChg>
        <pc:spChg chg="add mod">
          <ac:chgData name="Deepika Vatsa" userId="f7100972-27fe-4ee6-8fb4-ec9b7931b409" providerId="ADAL" clId="{7DF3CB10-604D-4AF9-A25E-C11426117173}" dt="2022-08-08T10:32:33.270" v="3688" actId="27636"/>
          <ac:spMkLst>
            <pc:docMk/>
            <pc:sldMk cId="362831075" sldId="567"/>
            <ac:spMk id="13" creationId="{1D4E646B-B48A-4751-B4FE-4A09DC06DD5F}"/>
          </ac:spMkLst>
        </pc:spChg>
        <pc:picChg chg="add mod modCrop">
          <ac:chgData name="Deepika Vatsa" userId="f7100972-27fe-4ee6-8fb4-ec9b7931b409" providerId="ADAL" clId="{7DF3CB10-604D-4AF9-A25E-C11426117173}" dt="2022-08-08T09:54:55.456" v="1931" actId="1076"/>
          <ac:picMkLst>
            <pc:docMk/>
            <pc:sldMk cId="362831075" sldId="567"/>
            <ac:picMk id="4" creationId="{BABDBA4B-489D-4B77-886E-BC192ABD938E}"/>
          </ac:picMkLst>
        </pc:picChg>
        <pc:picChg chg="del">
          <ac:chgData name="Deepika Vatsa" userId="f7100972-27fe-4ee6-8fb4-ec9b7931b409" providerId="ADAL" clId="{7DF3CB10-604D-4AF9-A25E-C11426117173}" dt="2022-08-08T09:54:34.775" v="1926" actId="478"/>
          <ac:picMkLst>
            <pc:docMk/>
            <pc:sldMk cId="362831075" sldId="567"/>
            <ac:picMk id="5" creationId="{3AF15D62-C287-4FF6-8A3E-345989DC418F}"/>
          </ac:picMkLst>
        </pc:picChg>
      </pc:sldChg>
      <pc:sldChg chg="add">
        <pc:chgData name="Deepika Vatsa" userId="f7100972-27fe-4ee6-8fb4-ec9b7931b409" providerId="ADAL" clId="{7DF3CB10-604D-4AF9-A25E-C11426117173}" dt="2022-08-08T10:35:26.201" v="3712"/>
        <pc:sldMkLst>
          <pc:docMk/>
          <pc:sldMk cId="382883145" sldId="567"/>
        </pc:sldMkLst>
      </pc:sldChg>
      <pc:sldChg chg="del">
        <pc:chgData name="Deepika Vatsa" userId="f7100972-27fe-4ee6-8fb4-ec9b7931b409" providerId="ADAL" clId="{7DF3CB10-604D-4AF9-A25E-C11426117173}" dt="2022-08-04T09:46:20.647" v="77" actId="47"/>
        <pc:sldMkLst>
          <pc:docMk/>
          <pc:sldMk cId="3548862972" sldId="567"/>
        </pc:sldMkLst>
      </pc:sldChg>
      <pc:sldChg chg="del">
        <pc:chgData name="Deepika Vatsa" userId="f7100972-27fe-4ee6-8fb4-ec9b7931b409" providerId="ADAL" clId="{7DF3CB10-604D-4AF9-A25E-C11426117173}" dt="2022-08-04T09:46:16.771" v="76" actId="47"/>
        <pc:sldMkLst>
          <pc:docMk/>
          <pc:sldMk cId="903697734" sldId="568"/>
        </pc:sldMkLst>
      </pc:sldChg>
      <pc:sldChg chg="addSp delSp add del setBg delDesignElem">
        <pc:chgData name="Deepika Vatsa" userId="f7100972-27fe-4ee6-8fb4-ec9b7931b409" providerId="ADAL" clId="{7DF3CB10-604D-4AF9-A25E-C11426117173}" dt="2022-08-08T10:35:26.120" v="3711"/>
        <pc:sldMkLst>
          <pc:docMk/>
          <pc:sldMk cId="1258238767" sldId="568"/>
        </pc:sldMkLst>
        <pc:spChg chg="add del">
          <ac:chgData name="Deepika Vatsa" userId="f7100972-27fe-4ee6-8fb4-ec9b7931b409" providerId="ADAL" clId="{7DF3CB10-604D-4AF9-A25E-C11426117173}" dt="2022-08-08T10:35:26.120" v="3711"/>
          <ac:spMkLst>
            <pc:docMk/>
            <pc:sldMk cId="1258238767" sldId="568"/>
            <ac:spMk id="15" creationId="{A8384FB5-9ADC-4DDC-881B-597D56F5B15D}"/>
          </ac:spMkLst>
        </pc:spChg>
        <pc:spChg chg="add del">
          <ac:chgData name="Deepika Vatsa" userId="f7100972-27fe-4ee6-8fb4-ec9b7931b409" providerId="ADAL" clId="{7DF3CB10-604D-4AF9-A25E-C11426117173}" dt="2022-08-08T10:35:26.120" v="3711"/>
          <ac:spMkLst>
            <pc:docMk/>
            <pc:sldMk cId="1258238767" sldId="568"/>
            <ac:spMk id="17" creationId="{1199E1B1-A8C0-4FE8-A5A8-1CB41D69F857}"/>
          </ac:spMkLst>
        </pc:spChg>
        <pc:spChg chg="add del">
          <ac:chgData name="Deepika Vatsa" userId="f7100972-27fe-4ee6-8fb4-ec9b7931b409" providerId="ADAL" clId="{7DF3CB10-604D-4AF9-A25E-C11426117173}" dt="2022-08-08T10:35:26.120" v="3711"/>
          <ac:spMkLst>
            <pc:docMk/>
            <pc:sldMk cId="1258238767" sldId="568"/>
            <ac:spMk id="19" creationId="{84A8DE83-DE75-4B41-9DB4-A7EC0B0DEC0B}"/>
          </ac:spMkLst>
        </pc:spChg>
        <pc:spChg chg="add del">
          <ac:chgData name="Deepika Vatsa" userId="f7100972-27fe-4ee6-8fb4-ec9b7931b409" providerId="ADAL" clId="{7DF3CB10-604D-4AF9-A25E-C11426117173}" dt="2022-08-08T10:35:26.120" v="3711"/>
          <ac:spMkLst>
            <pc:docMk/>
            <pc:sldMk cId="1258238767" sldId="568"/>
            <ac:spMk id="21" creationId="{A7009A0A-BEF5-4EAC-AF15-E4F9F002E239}"/>
          </ac:spMkLst>
        </pc:spChg>
      </pc:sldChg>
      <pc:sldChg chg="add">
        <pc:chgData name="Deepika Vatsa" userId="f7100972-27fe-4ee6-8fb4-ec9b7931b409" providerId="ADAL" clId="{7DF3CB10-604D-4AF9-A25E-C11426117173}" dt="2022-08-08T10:35:26.201" v="3712"/>
        <pc:sldMkLst>
          <pc:docMk/>
          <pc:sldMk cId="3914029419" sldId="568"/>
        </pc:sldMkLst>
      </pc:sldChg>
      <pc:sldChg chg="addSp delSp modSp add del mod modNotesTx">
        <pc:chgData name="Deepika Vatsa" userId="f7100972-27fe-4ee6-8fb4-ec9b7931b409" providerId="ADAL" clId="{7DF3CB10-604D-4AF9-A25E-C11426117173}" dt="2022-08-08T10:35:12.898" v="3706" actId="2696"/>
        <pc:sldMkLst>
          <pc:docMk/>
          <pc:sldMk cId="3987496133" sldId="568"/>
        </pc:sldMkLst>
        <pc:spChg chg="del">
          <ac:chgData name="Deepika Vatsa" userId="f7100972-27fe-4ee6-8fb4-ec9b7931b409" providerId="ADAL" clId="{7DF3CB10-604D-4AF9-A25E-C11426117173}" dt="2022-08-08T10:32:44.359" v="3690" actId="478"/>
          <ac:spMkLst>
            <pc:docMk/>
            <pc:sldMk cId="3987496133" sldId="568"/>
            <ac:spMk id="2" creationId="{6167DC2D-0072-445E-8CB3-E53407061CE7}"/>
          </ac:spMkLst>
        </pc:spChg>
        <pc:spChg chg="add del mod">
          <ac:chgData name="Deepika Vatsa" userId="f7100972-27fe-4ee6-8fb4-ec9b7931b409" providerId="ADAL" clId="{7DF3CB10-604D-4AF9-A25E-C11426117173}" dt="2022-08-08T10:32:48.102" v="3693" actId="478"/>
          <ac:spMkLst>
            <pc:docMk/>
            <pc:sldMk cId="3987496133" sldId="568"/>
            <ac:spMk id="8" creationId="{80B3EA73-2C6F-4391-B9C6-77FD62874D45}"/>
          </ac:spMkLst>
        </pc:spChg>
        <pc:spChg chg="add mod">
          <ac:chgData name="Deepika Vatsa" userId="f7100972-27fe-4ee6-8fb4-ec9b7931b409" providerId="ADAL" clId="{7DF3CB10-604D-4AF9-A25E-C11426117173}" dt="2022-08-08T10:32:45.576" v="3692" actId="27636"/>
          <ac:spMkLst>
            <pc:docMk/>
            <pc:sldMk cId="3987496133" sldId="568"/>
            <ac:spMk id="13" creationId="{83474153-1631-4E04-9DFE-9C390854F92F}"/>
          </ac:spMkLst>
        </pc:spChg>
        <pc:picChg chg="del">
          <ac:chgData name="Deepika Vatsa" userId="f7100972-27fe-4ee6-8fb4-ec9b7931b409" providerId="ADAL" clId="{7DF3CB10-604D-4AF9-A25E-C11426117173}" dt="2022-08-08T10:05:39.848" v="2079" actId="478"/>
          <ac:picMkLst>
            <pc:docMk/>
            <pc:sldMk cId="3987496133" sldId="568"/>
            <ac:picMk id="4" creationId="{BABDBA4B-489D-4B77-886E-BC192ABD938E}"/>
          </ac:picMkLst>
        </pc:picChg>
        <pc:picChg chg="add mod modCrop">
          <ac:chgData name="Deepika Vatsa" userId="f7100972-27fe-4ee6-8fb4-ec9b7931b409" providerId="ADAL" clId="{7DF3CB10-604D-4AF9-A25E-C11426117173}" dt="2022-08-08T10:05:59.892" v="2084" actId="1076"/>
          <ac:picMkLst>
            <pc:docMk/>
            <pc:sldMk cId="3987496133" sldId="568"/>
            <ac:picMk id="5" creationId="{F0E79B2C-F6C3-4453-9990-22A303EAFE7C}"/>
          </ac:picMkLst>
        </pc:picChg>
      </pc:sldChg>
      <pc:sldChg chg="delSp add del mod setBg delDesignElem">
        <pc:chgData name="Deepika Vatsa" userId="f7100972-27fe-4ee6-8fb4-ec9b7931b409" providerId="ADAL" clId="{7DF3CB10-604D-4AF9-A25E-C11426117173}" dt="2022-08-08T10:35:51.902" v="3719" actId="47"/>
        <pc:sldMkLst>
          <pc:docMk/>
          <pc:sldMk cId="1384638999" sldId="569"/>
        </pc:sldMkLst>
        <pc:spChg chg="del">
          <ac:chgData name="Deepika Vatsa" userId="f7100972-27fe-4ee6-8fb4-ec9b7931b409" providerId="ADAL" clId="{7DF3CB10-604D-4AF9-A25E-C11426117173}" dt="2022-08-08T10:33:14.653" v="3696"/>
          <ac:spMkLst>
            <pc:docMk/>
            <pc:sldMk cId="1384638999" sldId="569"/>
            <ac:spMk id="15" creationId="{A8384FB5-9ADC-4DDC-881B-597D56F5B15D}"/>
          </ac:spMkLst>
        </pc:spChg>
        <pc:spChg chg="del">
          <ac:chgData name="Deepika Vatsa" userId="f7100972-27fe-4ee6-8fb4-ec9b7931b409" providerId="ADAL" clId="{7DF3CB10-604D-4AF9-A25E-C11426117173}" dt="2022-08-08T10:33:14.653" v="3696"/>
          <ac:spMkLst>
            <pc:docMk/>
            <pc:sldMk cId="1384638999" sldId="569"/>
            <ac:spMk id="17" creationId="{1199E1B1-A8C0-4FE8-A5A8-1CB41D69F857}"/>
          </ac:spMkLst>
        </pc:spChg>
        <pc:spChg chg="del">
          <ac:chgData name="Deepika Vatsa" userId="f7100972-27fe-4ee6-8fb4-ec9b7931b409" providerId="ADAL" clId="{7DF3CB10-604D-4AF9-A25E-C11426117173}" dt="2022-08-08T10:33:14.653" v="3696"/>
          <ac:spMkLst>
            <pc:docMk/>
            <pc:sldMk cId="1384638999" sldId="569"/>
            <ac:spMk id="19" creationId="{84A8DE83-DE75-4B41-9DB4-A7EC0B0DEC0B}"/>
          </ac:spMkLst>
        </pc:spChg>
        <pc:spChg chg="del">
          <ac:chgData name="Deepika Vatsa" userId="f7100972-27fe-4ee6-8fb4-ec9b7931b409" providerId="ADAL" clId="{7DF3CB10-604D-4AF9-A25E-C11426117173}" dt="2022-08-08T10:33:14.653" v="3696"/>
          <ac:spMkLst>
            <pc:docMk/>
            <pc:sldMk cId="1384638999" sldId="569"/>
            <ac:spMk id="21" creationId="{A7009A0A-BEF5-4EAC-AF15-E4F9F002E239}"/>
          </ac:spMkLst>
        </pc:spChg>
        <pc:picChg chg="del">
          <ac:chgData name="Deepika Vatsa" userId="f7100972-27fe-4ee6-8fb4-ec9b7931b409" providerId="ADAL" clId="{7DF3CB10-604D-4AF9-A25E-C11426117173}" dt="2022-08-08T10:35:39.403" v="3714" actId="21"/>
          <ac:picMkLst>
            <pc:docMk/>
            <pc:sldMk cId="1384638999" sldId="569"/>
            <ac:picMk id="4" creationId="{CFAA9490-704E-46F6-A5F2-D9B7C8964714}"/>
          </ac:picMkLst>
        </pc:picChg>
      </pc:sldChg>
      <pc:sldChg chg="del">
        <pc:chgData name="Deepika Vatsa" userId="f7100972-27fe-4ee6-8fb4-ec9b7931b409" providerId="ADAL" clId="{7DF3CB10-604D-4AF9-A25E-C11426117173}" dt="2022-08-04T09:46:20.647" v="77" actId="47"/>
        <pc:sldMkLst>
          <pc:docMk/>
          <pc:sldMk cId="3078107687" sldId="569"/>
        </pc:sldMkLst>
      </pc:sldChg>
      <pc:sldChg chg="addSp delSp modSp add del mod modNotesTx">
        <pc:chgData name="Deepika Vatsa" userId="f7100972-27fe-4ee6-8fb4-ec9b7931b409" providerId="ADAL" clId="{7DF3CB10-604D-4AF9-A25E-C11426117173}" dt="2022-08-08T10:33:00.269" v="3694" actId="2696"/>
        <pc:sldMkLst>
          <pc:docMk/>
          <pc:sldMk cId="3092565799" sldId="569"/>
        </pc:sldMkLst>
        <pc:spChg chg="mod">
          <ac:chgData name="Deepika Vatsa" userId="f7100972-27fe-4ee6-8fb4-ec9b7931b409" providerId="ADAL" clId="{7DF3CB10-604D-4AF9-A25E-C11426117173}" dt="2022-08-08T10:09:22.234" v="2382" actId="20577"/>
          <ac:spMkLst>
            <pc:docMk/>
            <pc:sldMk cId="3092565799" sldId="569"/>
            <ac:spMk id="2" creationId="{6167DC2D-0072-445E-8CB3-E53407061CE7}"/>
          </ac:spMkLst>
        </pc:spChg>
        <pc:picChg chg="add mod modCrop">
          <ac:chgData name="Deepika Vatsa" userId="f7100972-27fe-4ee6-8fb4-ec9b7931b409" providerId="ADAL" clId="{7DF3CB10-604D-4AF9-A25E-C11426117173}" dt="2022-08-08T10:09:08.474" v="2344" actId="14100"/>
          <ac:picMkLst>
            <pc:docMk/>
            <pc:sldMk cId="3092565799" sldId="569"/>
            <ac:picMk id="4" creationId="{CFAA9490-704E-46F6-A5F2-D9B7C8964714}"/>
          </ac:picMkLst>
        </pc:picChg>
        <pc:picChg chg="del">
          <ac:chgData name="Deepika Vatsa" userId="f7100972-27fe-4ee6-8fb4-ec9b7931b409" providerId="ADAL" clId="{7DF3CB10-604D-4AF9-A25E-C11426117173}" dt="2022-08-08T10:08:45.584" v="2340" actId="478"/>
          <ac:picMkLst>
            <pc:docMk/>
            <pc:sldMk cId="3092565799" sldId="569"/>
            <ac:picMk id="5" creationId="{F0E79B2C-F6C3-4453-9990-22A303EAFE7C}"/>
          </ac:picMkLst>
        </pc:picChg>
      </pc:sldChg>
      <pc:sldChg chg="del">
        <pc:chgData name="Deepika Vatsa" userId="f7100972-27fe-4ee6-8fb4-ec9b7931b409" providerId="ADAL" clId="{7DF3CB10-604D-4AF9-A25E-C11426117173}" dt="2022-08-04T09:46:20.647" v="77" actId="47"/>
        <pc:sldMkLst>
          <pc:docMk/>
          <pc:sldMk cId="2887069432" sldId="570"/>
        </pc:sldMkLst>
      </pc:sldChg>
      <pc:sldChg chg="addSp delSp modSp add mod modNotesTx">
        <pc:chgData name="Deepika Vatsa" userId="f7100972-27fe-4ee6-8fb4-ec9b7931b409" providerId="ADAL" clId="{7DF3CB10-604D-4AF9-A25E-C11426117173}" dt="2022-08-08T10:34:53.871" v="3705" actId="1076"/>
        <pc:sldMkLst>
          <pc:docMk/>
          <pc:sldMk cId="2950905892" sldId="570"/>
        </pc:sldMkLst>
        <pc:spChg chg="mod">
          <ac:chgData name="Deepika Vatsa" userId="f7100972-27fe-4ee6-8fb4-ec9b7931b409" providerId="ADAL" clId="{7DF3CB10-604D-4AF9-A25E-C11426117173}" dt="2022-08-08T10:16:23.428" v="2522" actId="20577"/>
          <ac:spMkLst>
            <pc:docMk/>
            <pc:sldMk cId="2950905892" sldId="570"/>
            <ac:spMk id="2" creationId="{6167DC2D-0072-445E-8CB3-E53407061CE7}"/>
          </ac:spMkLst>
        </pc:spChg>
        <pc:spChg chg="del">
          <ac:chgData name="Deepika Vatsa" userId="f7100972-27fe-4ee6-8fb4-ec9b7931b409" providerId="ADAL" clId="{7DF3CB10-604D-4AF9-A25E-C11426117173}" dt="2022-08-08T10:33:29.415" v="3699" actId="478"/>
          <ac:spMkLst>
            <pc:docMk/>
            <pc:sldMk cId="2950905892" sldId="570"/>
            <ac:spMk id="6" creationId="{98E0FE6E-8F22-4B9F-9E9F-E2B694DC96D4}"/>
          </ac:spMkLst>
        </pc:spChg>
        <pc:picChg chg="del mod">
          <ac:chgData name="Deepika Vatsa" userId="f7100972-27fe-4ee6-8fb4-ec9b7931b409" providerId="ADAL" clId="{7DF3CB10-604D-4AF9-A25E-C11426117173}" dt="2022-08-08T10:15:38.557" v="2501" actId="478"/>
          <ac:picMkLst>
            <pc:docMk/>
            <pc:sldMk cId="2950905892" sldId="570"/>
            <ac:picMk id="4" creationId="{3A215E76-1486-48D1-A01E-9C5BAD8262B8}"/>
          </ac:picMkLst>
        </pc:picChg>
        <pc:picChg chg="add del mod modCrop">
          <ac:chgData name="Deepika Vatsa" userId="f7100972-27fe-4ee6-8fb4-ec9b7931b409" providerId="ADAL" clId="{7DF3CB10-604D-4AF9-A25E-C11426117173}" dt="2022-08-08T10:34:32.546" v="3700" actId="478"/>
          <ac:picMkLst>
            <pc:docMk/>
            <pc:sldMk cId="2950905892" sldId="570"/>
            <ac:picMk id="5" creationId="{7B53D12A-89A5-4757-9D04-7657F49E8EA9}"/>
          </ac:picMkLst>
        </pc:picChg>
        <pc:picChg chg="add mod modCrop">
          <ac:chgData name="Deepika Vatsa" userId="f7100972-27fe-4ee6-8fb4-ec9b7931b409" providerId="ADAL" clId="{7DF3CB10-604D-4AF9-A25E-C11426117173}" dt="2022-08-08T10:34:53.871" v="3705" actId="1076"/>
          <ac:picMkLst>
            <pc:docMk/>
            <pc:sldMk cId="2950905892" sldId="570"/>
            <ac:picMk id="8" creationId="{632B602B-3A99-4A31-AFBE-DC71A6406F35}"/>
          </ac:picMkLst>
        </pc:picChg>
      </pc:sldChg>
      <pc:sldChg chg="del">
        <pc:chgData name="Deepika Vatsa" userId="f7100972-27fe-4ee6-8fb4-ec9b7931b409" providerId="ADAL" clId="{7DF3CB10-604D-4AF9-A25E-C11426117173}" dt="2022-08-04T09:46:16.771" v="76" actId="47"/>
        <pc:sldMkLst>
          <pc:docMk/>
          <pc:sldMk cId="3015075479" sldId="571"/>
        </pc:sldMkLst>
      </pc:sldChg>
      <pc:sldChg chg="addSp delSp modSp add mod modNotesTx">
        <pc:chgData name="Deepika Vatsa" userId="f7100972-27fe-4ee6-8fb4-ec9b7931b409" providerId="ADAL" clId="{7DF3CB10-604D-4AF9-A25E-C11426117173}" dt="2022-08-08T10:18:49.768" v="2760" actId="20577"/>
        <pc:sldMkLst>
          <pc:docMk/>
          <pc:sldMk cId="3918142659" sldId="571"/>
        </pc:sldMkLst>
        <pc:picChg chg="add mod modCrop">
          <ac:chgData name="Deepika Vatsa" userId="f7100972-27fe-4ee6-8fb4-ec9b7931b409" providerId="ADAL" clId="{7DF3CB10-604D-4AF9-A25E-C11426117173}" dt="2022-08-08T10:18:13.428" v="2663" actId="1076"/>
          <ac:picMkLst>
            <pc:docMk/>
            <pc:sldMk cId="3918142659" sldId="571"/>
            <ac:picMk id="4" creationId="{09308707-0A5E-4464-A7C0-7172F662B14F}"/>
          </ac:picMkLst>
        </pc:picChg>
        <pc:picChg chg="del">
          <ac:chgData name="Deepika Vatsa" userId="f7100972-27fe-4ee6-8fb4-ec9b7931b409" providerId="ADAL" clId="{7DF3CB10-604D-4AF9-A25E-C11426117173}" dt="2022-08-08T10:17:03.595" v="2624" actId="478"/>
          <ac:picMkLst>
            <pc:docMk/>
            <pc:sldMk cId="3918142659" sldId="571"/>
            <ac:picMk id="5" creationId="{7B53D12A-89A5-4757-9D04-7657F49E8EA9}"/>
          </ac:picMkLst>
        </pc:picChg>
      </pc:sldChg>
      <pc:sldChg chg="addSp delSp modSp add mod modNotesTx">
        <pc:chgData name="Deepika Vatsa" userId="f7100972-27fe-4ee6-8fb4-ec9b7931b409" providerId="ADAL" clId="{7DF3CB10-604D-4AF9-A25E-C11426117173}" dt="2022-08-08T10:22:05.536" v="2997" actId="20577"/>
        <pc:sldMkLst>
          <pc:docMk/>
          <pc:sldMk cId="2848741207" sldId="572"/>
        </pc:sldMkLst>
        <pc:picChg chg="del">
          <ac:chgData name="Deepika Vatsa" userId="f7100972-27fe-4ee6-8fb4-ec9b7931b409" providerId="ADAL" clId="{7DF3CB10-604D-4AF9-A25E-C11426117173}" dt="2022-08-08T10:19:16.725" v="2762" actId="478"/>
          <ac:picMkLst>
            <pc:docMk/>
            <pc:sldMk cId="2848741207" sldId="572"/>
            <ac:picMk id="4" creationId="{09308707-0A5E-4464-A7C0-7172F662B14F}"/>
          </ac:picMkLst>
        </pc:picChg>
        <pc:picChg chg="add mod modCrop">
          <ac:chgData name="Deepika Vatsa" userId="f7100972-27fe-4ee6-8fb4-ec9b7931b409" providerId="ADAL" clId="{7DF3CB10-604D-4AF9-A25E-C11426117173}" dt="2022-08-08T10:19:40.852" v="2767" actId="1076"/>
          <ac:picMkLst>
            <pc:docMk/>
            <pc:sldMk cId="2848741207" sldId="572"/>
            <ac:picMk id="5" creationId="{019A47FE-767F-4C81-B39A-CD6B2BB2CFD6}"/>
          </ac:picMkLst>
        </pc:picChg>
      </pc:sldChg>
      <pc:sldChg chg="del">
        <pc:chgData name="Deepika Vatsa" userId="f7100972-27fe-4ee6-8fb4-ec9b7931b409" providerId="ADAL" clId="{7DF3CB10-604D-4AF9-A25E-C11426117173}" dt="2022-08-04T09:46:16.771" v="76" actId="47"/>
        <pc:sldMkLst>
          <pc:docMk/>
          <pc:sldMk cId="364232575" sldId="573"/>
        </pc:sldMkLst>
      </pc:sldChg>
      <pc:sldChg chg="addSp delSp modSp add mod modNotesTx">
        <pc:chgData name="Deepika Vatsa" userId="f7100972-27fe-4ee6-8fb4-ec9b7931b409" providerId="ADAL" clId="{7DF3CB10-604D-4AF9-A25E-C11426117173}" dt="2022-08-08T10:27:22.682" v="3335" actId="20577"/>
        <pc:sldMkLst>
          <pc:docMk/>
          <pc:sldMk cId="1559947821" sldId="573"/>
        </pc:sldMkLst>
        <pc:spChg chg="add mod">
          <ac:chgData name="Deepika Vatsa" userId="f7100972-27fe-4ee6-8fb4-ec9b7931b409" providerId="ADAL" clId="{7DF3CB10-604D-4AF9-A25E-C11426117173}" dt="2022-08-08T10:27:22.682" v="3335" actId="20577"/>
          <ac:spMkLst>
            <pc:docMk/>
            <pc:sldMk cId="1559947821" sldId="573"/>
            <ac:spMk id="9" creationId="{FDB2C1D4-0978-4D1B-AF76-F7F076E9E4EB}"/>
          </ac:spMkLst>
        </pc:spChg>
        <pc:picChg chg="del">
          <ac:chgData name="Deepika Vatsa" userId="f7100972-27fe-4ee6-8fb4-ec9b7931b409" providerId="ADAL" clId="{7DF3CB10-604D-4AF9-A25E-C11426117173}" dt="2022-08-08T10:23:35.911" v="2999" actId="478"/>
          <ac:picMkLst>
            <pc:docMk/>
            <pc:sldMk cId="1559947821" sldId="573"/>
            <ac:picMk id="5" creationId="{019A47FE-767F-4C81-B39A-CD6B2BB2CFD6}"/>
          </ac:picMkLst>
        </pc:picChg>
      </pc:sldChg>
      <pc:sldChg chg="modSp add mod">
        <pc:chgData name="Deepika Vatsa" userId="f7100972-27fe-4ee6-8fb4-ec9b7931b409" providerId="ADAL" clId="{7DF3CB10-604D-4AF9-A25E-C11426117173}" dt="2022-08-08T10:29:12.957" v="3518" actId="15"/>
        <pc:sldMkLst>
          <pc:docMk/>
          <pc:sldMk cId="167990248" sldId="574"/>
        </pc:sldMkLst>
        <pc:spChg chg="mod">
          <ac:chgData name="Deepika Vatsa" userId="f7100972-27fe-4ee6-8fb4-ec9b7931b409" providerId="ADAL" clId="{7DF3CB10-604D-4AF9-A25E-C11426117173}" dt="2022-08-08T10:29:12.957" v="3518" actId="15"/>
          <ac:spMkLst>
            <pc:docMk/>
            <pc:sldMk cId="167990248" sldId="574"/>
            <ac:spMk id="9" creationId="{FDB2C1D4-0978-4D1B-AF76-F7F076E9E4EB}"/>
          </ac:spMkLst>
        </pc:spChg>
      </pc:sldChg>
      <pc:sldChg chg="del">
        <pc:chgData name="Deepika Vatsa" userId="f7100972-27fe-4ee6-8fb4-ec9b7931b409" providerId="ADAL" clId="{7DF3CB10-604D-4AF9-A25E-C11426117173}" dt="2022-08-04T09:46:16.771" v="76" actId="47"/>
        <pc:sldMkLst>
          <pc:docMk/>
          <pc:sldMk cId="835221985" sldId="574"/>
        </pc:sldMkLst>
      </pc:sldChg>
      <pc:sldChg chg="modSp add mod">
        <pc:chgData name="Deepika Vatsa" userId="f7100972-27fe-4ee6-8fb4-ec9b7931b409" providerId="ADAL" clId="{7DF3CB10-604D-4AF9-A25E-C11426117173}" dt="2022-08-09T04:36:12.429" v="4283" actId="20577"/>
        <pc:sldMkLst>
          <pc:docMk/>
          <pc:sldMk cId="296850078" sldId="575"/>
        </pc:sldMkLst>
        <pc:spChg chg="mod">
          <ac:chgData name="Deepika Vatsa" userId="f7100972-27fe-4ee6-8fb4-ec9b7931b409" providerId="ADAL" clId="{7DF3CB10-604D-4AF9-A25E-C11426117173}" dt="2022-08-09T04:36:12.429" v="4283" actId="20577"/>
          <ac:spMkLst>
            <pc:docMk/>
            <pc:sldMk cId="296850078" sldId="575"/>
            <ac:spMk id="2" creationId="{6167DC2D-0072-445E-8CB3-E53407061CE7}"/>
          </ac:spMkLst>
        </pc:spChg>
        <pc:spChg chg="mod">
          <ac:chgData name="Deepika Vatsa" userId="f7100972-27fe-4ee6-8fb4-ec9b7931b409" providerId="ADAL" clId="{7DF3CB10-604D-4AF9-A25E-C11426117173}" dt="2022-08-09T04:35:48.519" v="4282" actId="20577"/>
          <ac:spMkLst>
            <pc:docMk/>
            <pc:sldMk cId="296850078" sldId="575"/>
            <ac:spMk id="9" creationId="{FDB2C1D4-0978-4D1B-AF76-F7F076E9E4EB}"/>
          </ac:spMkLst>
        </pc:spChg>
      </pc:sldChg>
      <pc:sldChg chg="del">
        <pc:chgData name="Deepika Vatsa" userId="f7100972-27fe-4ee6-8fb4-ec9b7931b409" providerId="ADAL" clId="{7DF3CB10-604D-4AF9-A25E-C11426117173}" dt="2022-08-04T09:46:16.771" v="76" actId="47"/>
        <pc:sldMkLst>
          <pc:docMk/>
          <pc:sldMk cId="1570742894" sldId="575"/>
        </pc:sldMkLst>
      </pc:sldChg>
      <pc:sldChg chg="addSp delSp modSp add mod modNotesTx">
        <pc:chgData name="Deepika Vatsa" userId="f7100972-27fe-4ee6-8fb4-ec9b7931b409" providerId="ADAL" clId="{7DF3CB10-604D-4AF9-A25E-C11426117173}" dt="2022-08-08T10:36:10.347" v="3762" actId="27636"/>
        <pc:sldMkLst>
          <pc:docMk/>
          <pc:sldMk cId="1530362619" sldId="576"/>
        </pc:sldMkLst>
        <pc:spChg chg="mod">
          <ac:chgData name="Deepika Vatsa" userId="f7100972-27fe-4ee6-8fb4-ec9b7931b409" providerId="ADAL" clId="{7DF3CB10-604D-4AF9-A25E-C11426117173}" dt="2022-08-08T10:36:10.347" v="3762" actId="27636"/>
          <ac:spMkLst>
            <pc:docMk/>
            <pc:sldMk cId="1530362619" sldId="576"/>
            <ac:spMk id="13" creationId="{83474153-1631-4E04-9DFE-9C390854F92F}"/>
          </ac:spMkLst>
        </pc:spChg>
        <pc:picChg chg="del mod">
          <ac:chgData name="Deepika Vatsa" userId="f7100972-27fe-4ee6-8fb4-ec9b7931b409" providerId="ADAL" clId="{7DF3CB10-604D-4AF9-A25E-C11426117173}" dt="2022-08-08T10:35:41.485" v="3716" actId="478"/>
          <ac:picMkLst>
            <pc:docMk/>
            <pc:sldMk cId="1530362619" sldId="576"/>
            <ac:picMk id="5" creationId="{F0E79B2C-F6C3-4453-9990-22A303EAFE7C}"/>
          </ac:picMkLst>
        </pc:picChg>
        <pc:picChg chg="add mod">
          <ac:chgData name="Deepika Vatsa" userId="f7100972-27fe-4ee6-8fb4-ec9b7931b409" providerId="ADAL" clId="{7DF3CB10-604D-4AF9-A25E-C11426117173}" dt="2022-08-08T10:35:42.018" v="3717"/>
          <ac:picMkLst>
            <pc:docMk/>
            <pc:sldMk cId="1530362619" sldId="576"/>
            <ac:picMk id="9" creationId="{8F1C50C3-A4CB-4815-AF13-10D269B0B5DD}"/>
          </ac:picMkLst>
        </pc:picChg>
      </pc:sldChg>
      <pc:sldChg chg="del">
        <pc:chgData name="Deepika Vatsa" userId="f7100972-27fe-4ee6-8fb4-ec9b7931b409" providerId="ADAL" clId="{7DF3CB10-604D-4AF9-A25E-C11426117173}" dt="2022-08-04T09:46:16.771" v="76" actId="47"/>
        <pc:sldMkLst>
          <pc:docMk/>
          <pc:sldMk cId="1837020608" sldId="576"/>
        </pc:sldMkLst>
      </pc:sldChg>
      <pc:sldChg chg="addSp delSp modSp add mod modNotesTx">
        <pc:chgData name="Deepika Vatsa" userId="f7100972-27fe-4ee6-8fb4-ec9b7931b409" providerId="ADAL" clId="{7DF3CB10-604D-4AF9-A25E-C11426117173}" dt="2022-08-09T04:55:20.135" v="5204" actId="1076"/>
        <pc:sldMkLst>
          <pc:docMk/>
          <pc:sldMk cId="2641734005" sldId="577"/>
        </pc:sldMkLst>
        <pc:spChg chg="mod">
          <ac:chgData name="Deepika Vatsa" userId="f7100972-27fe-4ee6-8fb4-ec9b7931b409" providerId="ADAL" clId="{7DF3CB10-604D-4AF9-A25E-C11426117173}" dt="2022-08-09T04:37:27.261" v="4284" actId="20577"/>
          <ac:spMkLst>
            <pc:docMk/>
            <pc:sldMk cId="2641734005" sldId="577"/>
            <ac:spMk id="2" creationId="{6167DC2D-0072-445E-8CB3-E53407061CE7}"/>
          </ac:spMkLst>
        </pc:spChg>
        <pc:spChg chg="mod">
          <ac:chgData name="Deepika Vatsa" userId="f7100972-27fe-4ee6-8fb4-ec9b7931b409" providerId="ADAL" clId="{7DF3CB10-604D-4AF9-A25E-C11426117173}" dt="2022-08-09T04:54:26.224" v="5198" actId="6549"/>
          <ac:spMkLst>
            <pc:docMk/>
            <pc:sldMk cId="2641734005" sldId="577"/>
            <ac:spMk id="9" creationId="{FDB2C1D4-0978-4D1B-AF76-F7F076E9E4EB}"/>
          </ac:spMkLst>
        </pc:spChg>
        <pc:picChg chg="add del mod modCrop">
          <ac:chgData name="Deepika Vatsa" userId="f7100972-27fe-4ee6-8fb4-ec9b7931b409" providerId="ADAL" clId="{7DF3CB10-604D-4AF9-A25E-C11426117173}" dt="2022-08-09T04:54:21.136" v="5197" actId="478"/>
          <ac:picMkLst>
            <pc:docMk/>
            <pc:sldMk cId="2641734005" sldId="577"/>
            <ac:picMk id="4" creationId="{E09EEA40-980F-4385-9D8A-96A4823B7FA0}"/>
          </ac:picMkLst>
        </pc:picChg>
        <pc:picChg chg="add mod modCrop">
          <ac:chgData name="Deepika Vatsa" userId="f7100972-27fe-4ee6-8fb4-ec9b7931b409" providerId="ADAL" clId="{7DF3CB10-604D-4AF9-A25E-C11426117173}" dt="2022-08-09T04:55:20.135" v="5204" actId="1076"/>
          <ac:picMkLst>
            <pc:docMk/>
            <pc:sldMk cId="2641734005" sldId="577"/>
            <ac:picMk id="7" creationId="{80BFCACC-746F-4C36-9BDB-AE268585A9C0}"/>
          </ac:picMkLst>
        </pc:picChg>
      </pc:sldChg>
      <pc:sldChg chg="modSp add mod modNotesTx">
        <pc:chgData name="Deepika Vatsa" userId="f7100972-27fe-4ee6-8fb4-ec9b7931b409" providerId="ADAL" clId="{7DF3CB10-604D-4AF9-A25E-C11426117173}" dt="2022-08-09T04:49:34.358" v="5062" actId="20577"/>
        <pc:sldMkLst>
          <pc:docMk/>
          <pc:sldMk cId="2988424122" sldId="578"/>
        </pc:sldMkLst>
        <pc:spChg chg="mod">
          <ac:chgData name="Deepika Vatsa" userId="f7100972-27fe-4ee6-8fb4-ec9b7931b409" providerId="ADAL" clId="{7DF3CB10-604D-4AF9-A25E-C11426117173}" dt="2022-08-09T04:49:34.358" v="5062" actId="20577"/>
          <ac:spMkLst>
            <pc:docMk/>
            <pc:sldMk cId="2988424122" sldId="578"/>
            <ac:spMk id="9" creationId="{FDB2C1D4-0978-4D1B-AF76-F7F076E9E4EB}"/>
          </ac:spMkLst>
        </pc:spChg>
      </pc:sldChg>
      <pc:sldChg chg="addSp delSp modSp add mod">
        <pc:chgData name="Deepika Vatsa" userId="f7100972-27fe-4ee6-8fb4-ec9b7931b409" providerId="ADAL" clId="{7DF3CB10-604D-4AF9-A25E-C11426117173}" dt="2022-08-09T04:56:38.026" v="5212" actId="1076"/>
        <pc:sldMkLst>
          <pc:docMk/>
          <pc:sldMk cId="3800443747" sldId="579"/>
        </pc:sldMkLst>
        <pc:spChg chg="mod">
          <ac:chgData name="Deepika Vatsa" userId="f7100972-27fe-4ee6-8fb4-ec9b7931b409" providerId="ADAL" clId="{7DF3CB10-604D-4AF9-A25E-C11426117173}" dt="2022-08-09T04:56:33.703" v="5211" actId="6549"/>
          <ac:spMkLst>
            <pc:docMk/>
            <pc:sldMk cId="3800443747" sldId="579"/>
            <ac:spMk id="9" creationId="{FDB2C1D4-0978-4D1B-AF76-F7F076E9E4EB}"/>
          </ac:spMkLst>
        </pc:spChg>
        <pc:picChg chg="del mod">
          <ac:chgData name="Deepika Vatsa" userId="f7100972-27fe-4ee6-8fb4-ec9b7931b409" providerId="ADAL" clId="{7DF3CB10-604D-4AF9-A25E-C11426117173}" dt="2022-08-09T04:55:24.299" v="5205" actId="478"/>
          <ac:picMkLst>
            <pc:docMk/>
            <pc:sldMk cId="3800443747" sldId="579"/>
            <ac:picMk id="4" creationId="{E09EEA40-980F-4385-9D8A-96A4823B7FA0}"/>
          </ac:picMkLst>
        </pc:picChg>
        <pc:picChg chg="add mod modCrop">
          <ac:chgData name="Deepika Vatsa" userId="f7100972-27fe-4ee6-8fb4-ec9b7931b409" providerId="ADAL" clId="{7DF3CB10-604D-4AF9-A25E-C11426117173}" dt="2022-08-09T04:56:38.026" v="5212" actId="1076"/>
          <ac:picMkLst>
            <pc:docMk/>
            <pc:sldMk cId="3800443747" sldId="579"/>
            <ac:picMk id="5" creationId="{81862486-D611-4033-BF1E-8BC2C7F5453C}"/>
          </ac:picMkLst>
        </pc:picChg>
      </pc:sldChg>
      <pc:sldChg chg="delSp modSp add mod modNotesTx">
        <pc:chgData name="Deepika Vatsa" userId="f7100972-27fe-4ee6-8fb4-ec9b7931b409" providerId="ADAL" clId="{7DF3CB10-604D-4AF9-A25E-C11426117173}" dt="2022-08-09T05:00:49.465" v="5549" actId="20577"/>
        <pc:sldMkLst>
          <pc:docMk/>
          <pc:sldMk cId="1721693448" sldId="580"/>
        </pc:sldMkLst>
        <pc:spChg chg="mod">
          <ac:chgData name="Deepika Vatsa" userId="f7100972-27fe-4ee6-8fb4-ec9b7931b409" providerId="ADAL" clId="{7DF3CB10-604D-4AF9-A25E-C11426117173}" dt="2022-08-09T05:00:49.465" v="5549" actId="20577"/>
          <ac:spMkLst>
            <pc:docMk/>
            <pc:sldMk cId="1721693448" sldId="580"/>
            <ac:spMk id="9" creationId="{FDB2C1D4-0978-4D1B-AF76-F7F076E9E4EB}"/>
          </ac:spMkLst>
        </pc:spChg>
        <pc:picChg chg="del">
          <ac:chgData name="Deepika Vatsa" userId="f7100972-27fe-4ee6-8fb4-ec9b7931b409" providerId="ADAL" clId="{7DF3CB10-604D-4AF9-A25E-C11426117173}" dt="2022-08-09T04:57:35.795" v="5215" actId="478"/>
          <ac:picMkLst>
            <pc:docMk/>
            <pc:sldMk cId="1721693448" sldId="580"/>
            <ac:picMk id="5" creationId="{81862486-D611-4033-BF1E-8BC2C7F5453C}"/>
          </ac:picMkLst>
        </pc:picChg>
      </pc:sldChg>
      <pc:sldMasterChg chg="delSldLayout">
        <pc:chgData name="Deepika Vatsa" userId="f7100972-27fe-4ee6-8fb4-ec9b7931b409" providerId="ADAL" clId="{7DF3CB10-604D-4AF9-A25E-C11426117173}" dt="2022-08-04T09:46:16.771" v="76" actId="47"/>
        <pc:sldMasterMkLst>
          <pc:docMk/>
          <pc:sldMasterMk cId="3073119696" sldId="2147483648"/>
        </pc:sldMasterMkLst>
        <pc:sldLayoutChg chg="del">
          <pc:chgData name="Deepika Vatsa" userId="f7100972-27fe-4ee6-8fb4-ec9b7931b409" providerId="ADAL" clId="{7DF3CB10-604D-4AF9-A25E-C11426117173}" dt="2022-08-04T09:46:16.771" v="76" actId="47"/>
          <pc:sldLayoutMkLst>
            <pc:docMk/>
            <pc:sldMasterMk cId="3073119696" sldId="2147483648"/>
            <pc:sldLayoutMk cId="2128605074" sldId="2147483660"/>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1804072144" sldId="2147483661"/>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3534519941" sldId="2147483662"/>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1607036142" sldId="2147483663"/>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4247484041" sldId="2147483664"/>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640320616" sldId="2147483665"/>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1251238540" sldId="2147483666"/>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1532045955" sldId="2147483667"/>
          </pc:sldLayoutMkLst>
        </pc:sldLayoutChg>
      </pc:sldMasterChg>
    </pc:docChg>
  </pc:docChgLst>
  <pc:docChgLst>
    <pc:chgData name="Deepika Vatsa" userId="f7100972-27fe-4ee6-8fb4-ec9b7931b409" providerId="ADAL" clId="{18AEA20C-BEAA-445F-A420-7499542A0D43}"/>
    <pc:docChg chg="undo redo custSel addSld delSld modSld">
      <pc:chgData name="Deepika Vatsa" userId="f7100972-27fe-4ee6-8fb4-ec9b7931b409" providerId="ADAL" clId="{18AEA20C-BEAA-445F-A420-7499542A0D43}" dt="2022-08-13T12:19:49.501" v="6363" actId="20577"/>
      <pc:docMkLst>
        <pc:docMk/>
      </pc:docMkLst>
      <pc:sldChg chg="modSp mod">
        <pc:chgData name="Deepika Vatsa" userId="f7100972-27fe-4ee6-8fb4-ec9b7931b409" providerId="ADAL" clId="{18AEA20C-BEAA-445F-A420-7499542A0D43}" dt="2022-08-13T12:19:49.501" v="6363" actId="20577"/>
        <pc:sldMkLst>
          <pc:docMk/>
          <pc:sldMk cId="492309654" sldId="256"/>
        </pc:sldMkLst>
        <pc:spChg chg="mod">
          <ac:chgData name="Deepika Vatsa" userId="f7100972-27fe-4ee6-8fb4-ec9b7931b409" providerId="ADAL" clId="{18AEA20C-BEAA-445F-A420-7499542A0D43}" dt="2022-08-13T12:19:49.501" v="6363" actId="20577"/>
          <ac:spMkLst>
            <pc:docMk/>
            <pc:sldMk cId="492309654" sldId="256"/>
            <ac:spMk id="3" creationId="{D11C1709-B620-47DC-9742-B9FB880F0527}"/>
          </ac:spMkLst>
        </pc:spChg>
      </pc:sldChg>
      <pc:sldChg chg="modSp mod">
        <pc:chgData name="Deepika Vatsa" userId="f7100972-27fe-4ee6-8fb4-ec9b7931b409" providerId="ADAL" clId="{18AEA20C-BEAA-445F-A420-7499542A0D43}" dt="2022-08-09T10:34:57.342" v="3644" actId="20577"/>
        <pc:sldMkLst>
          <pc:docMk/>
          <pc:sldMk cId="3472450693" sldId="257"/>
        </pc:sldMkLst>
        <pc:spChg chg="mod">
          <ac:chgData name="Deepika Vatsa" userId="f7100972-27fe-4ee6-8fb4-ec9b7931b409" providerId="ADAL" clId="{18AEA20C-BEAA-445F-A420-7499542A0D43}" dt="2022-08-09T10:34:57.342" v="3644" actId="20577"/>
          <ac:spMkLst>
            <pc:docMk/>
            <pc:sldMk cId="3472450693" sldId="257"/>
            <ac:spMk id="3" creationId="{80E36F94-92C5-49C4-89B0-FDCC3A53501B}"/>
          </ac:spMkLst>
        </pc:spChg>
      </pc:sldChg>
      <pc:sldChg chg="modSp mod">
        <pc:chgData name="Deepika Vatsa" userId="f7100972-27fe-4ee6-8fb4-ec9b7931b409" providerId="ADAL" clId="{18AEA20C-BEAA-445F-A420-7499542A0D43}" dt="2022-08-13T12:15:03.298" v="6334" actId="404"/>
        <pc:sldMkLst>
          <pc:docMk/>
          <pc:sldMk cId="3962052602" sldId="559"/>
        </pc:sldMkLst>
        <pc:spChg chg="mod">
          <ac:chgData name="Deepika Vatsa" userId="f7100972-27fe-4ee6-8fb4-ec9b7931b409" providerId="ADAL" clId="{18AEA20C-BEAA-445F-A420-7499542A0D43}" dt="2022-08-13T12:15:03.298" v="6334" actId="404"/>
          <ac:spMkLst>
            <pc:docMk/>
            <pc:sldMk cId="3962052602" sldId="559"/>
            <ac:spMk id="2" creationId="{D3824733-69A3-4ABC-8F50-20BC8E4873AC}"/>
          </ac:spMkLst>
        </pc:spChg>
        <pc:spChg chg="mod">
          <ac:chgData name="Deepika Vatsa" userId="f7100972-27fe-4ee6-8fb4-ec9b7931b409" providerId="ADAL" clId="{18AEA20C-BEAA-445F-A420-7499542A0D43}" dt="2022-08-13T12:14:53.088" v="6330" actId="20577"/>
          <ac:spMkLst>
            <pc:docMk/>
            <pc:sldMk cId="3962052602" sldId="559"/>
            <ac:spMk id="3" creationId="{03FB8F68-31E1-4B1A-B435-DA5668BAF265}"/>
          </ac:spMkLst>
        </pc:spChg>
      </pc:sldChg>
      <pc:sldChg chg="addSp delSp modSp mod modNotesTx">
        <pc:chgData name="Deepika Vatsa" userId="f7100972-27fe-4ee6-8fb4-ec9b7931b409" providerId="ADAL" clId="{18AEA20C-BEAA-445F-A420-7499542A0D43}" dt="2022-08-09T05:16:52.773" v="1130" actId="20577"/>
        <pc:sldMkLst>
          <pc:docMk/>
          <pc:sldMk cId="4184969250" sldId="560"/>
        </pc:sldMkLst>
        <pc:spChg chg="mod">
          <ac:chgData name="Deepika Vatsa" userId="f7100972-27fe-4ee6-8fb4-ec9b7931b409" providerId="ADAL" clId="{18AEA20C-BEAA-445F-A420-7499542A0D43}" dt="2022-08-09T05:07:40.290" v="192" actId="20577"/>
          <ac:spMkLst>
            <pc:docMk/>
            <pc:sldMk cId="4184969250" sldId="560"/>
            <ac:spMk id="2" creationId="{6167DC2D-0072-445E-8CB3-E53407061CE7}"/>
          </ac:spMkLst>
        </pc:spChg>
        <pc:spChg chg="add del mod">
          <ac:chgData name="Deepika Vatsa" userId="f7100972-27fe-4ee6-8fb4-ec9b7931b409" providerId="ADAL" clId="{18AEA20C-BEAA-445F-A420-7499542A0D43}" dt="2022-08-09T05:09:07.297" v="259" actId="478"/>
          <ac:spMkLst>
            <pc:docMk/>
            <pc:sldMk cId="4184969250" sldId="560"/>
            <ac:spMk id="4" creationId="{6E4E6CCF-E14E-417B-9C04-C29E5EEED8D4}"/>
          </ac:spMkLst>
        </pc:spChg>
        <pc:spChg chg="mod">
          <ac:chgData name="Deepika Vatsa" userId="f7100972-27fe-4ee6-8fb4-ec9b7931b409" providerId="ADAL" clId="{18AEA20C-BEAA-445F-A420-7499542A0D43}" dt="2022-08-09T05:09:09.843" v="260" actId="5793"/>
          <ac:spMkLst>
            <pc:docMk/>
            <pc:sldMk cId="4184969250" sldId="560"/>
            <ac:spMk id="6" creationId="{98E0FE6E-8F22-4B9F-9E9F-E2B694DC96D4}"/>
          </ac:spMkLst>
        </pc:spChg>
        <pc:picChg chg="del">
          <ac:chgData name="Deepika Vatsa" userId="f7100972-27fe-4ee6-8fb4-ec9b7931b409" providerId="ADAL" clId="{18AEA20C-BEAA-445F-A420-7499542A0D43}" dt="2022-08-09T05:08:27.595" v="251" actId="478"/>
          <ac:picMkLst>
            <pc:docMk/>
            <pc:sldMk cId="4184969250" sldId="560"/>
            <ac:picMk id="5" creationId="{D79DD659-0D69-439F-8DFB-E316F68747FE}"/>
          </ac:picMkLst>
        </pc:picChg>
        <pc:picChg chg="add mod modCrop">
          <ac:chgData name="Deepika Vatsa" userId="f7100972-27fe-4ee6-8fb4-ec9b7931b409" providerId="ADAL" clId="{18AEA20C-BEAA-445F-A420-7499542A0D43}" dt="2022-08-09T05:08:55.149" v="257" actId="1076"/>
          <ac:picMkLst>
            <pc:docMk/>
            <pc:sldMk cId="4184969250" sldId="560"/>
            <ac:picMk id="8" creationId="{DFE7DFCE-8DE5-4ACA-8112-DF2E5EE032CE}"/>
          </ac:picMkLst>
        </pc:picChg>
      </pc:sldChg>
      <pc:sldChg chg="addSp delSp modSp mod modNotesTx">
        <pc:chgData name="Deepika Vatsa" userId="f7100972-27fe-4ee6-8fb4-ec9b7931b409" providerId="ADAL" clId="{18AEA20C-BEAA-445F-A420-7499542A0D43}" dt="2022-08-09T10:29:09.375" v="3483" actId="20577"/>
        <pc:sldMkLst>
          <pc:docMk/>
          <pc:sldMk cId="1127720626" sldId="561"/>
        </pc:sldMkLst>
        <pc:spChg chg="mod">
          <ac:chgData name="Deepika Vatsa" userId="f7100972-27fe-4ee6-8fb4-ec9b7931b409" providerId="ADAL" clId="{18AEA20C-BEAA-445F-A420-7499542A0D43}" dt="2022-08-09T06:53:31.267" v="3074" actId="20577"/>
          <ac:spMkLst>
            <pc:docMk/>
            <pc:sldMk cId="1127720626" sldId="561"/>
            <ac:spMk id="2" creationId="{6167DC2D-0072-445E-8CB3-E53407061CE7}"/>
          </ac:spMkLst>
        </pc:spChg>
        <pc:spChg chg="add mod">
          <ac:chgData name="Deepika Vatsa" userId="f7100972-27fe-4ee6-8fb4-ec9b7931b409" providerId="ADAL" clId="{18AEA20C-BEAA-445F-A420-7499542A0D43}" dt="2022-08-09T10:29:09.375" v="3483" actId="20577"/>
          <ac:spMkLst>
            <pc:docMk/>
            <pc:sldMk cId="1127720626" sldId="561"/>
            <ac:spMk id="9" creationId="{55A5BFD8-4962-4C89-86F0-4A582AD35F41}"/>
          </ac:spMkLst>
        </pc:spChg>
        <pc:picChg chg="del">
          <ac:chgData name="Deepika Vatsa" userId="f7100972-27fe-4ee6-8fb4-ec9b7931b409" providerId="ADAL" clId="{18AEA20C-BEAA-445F-A420-7499542A0D43}" dt="2022-08-09T05:17:24.679" v="1151" actId="478"/>
          <ac:picMkLst>
            <pc:docMk/>
            <pc:sldMk cId="1127720626" sldId="561"/>
            <ac:picMk id="10" creationId="{01814F26-28FF-4083-AF5E-9A822C2993DA}"/>
          </ac:picMkLst>
        </pc:picChg>
      </pc:sldChg>
      <pc:sldChg chg="del">
        <pc:chgData name="Deepika Vatsa" userId="f7100972-27fe-4ee6-8fb4-ec9b7931b409" providerId="ADAL" clId="{18AEA20C-BEAA-445F-A420-7499542A0D43}" dt="2022-08-09T05:58:25.624" v="2957" actId="47"/>
        <pc:sldMkLst>
          <pc:docMk/>
          <pc:sldMk cId="1425229445" sldId="562"/>
        </pc:sldMkLst>
      </pc:sldChg>
      <pc:sldChg chg="del">
        <pc:chgData name="Deepika Vatsa" userId="f7100972-27fe-4ee6-8fb4-ec9b7931b409" providerId="ADAL" clId="{18AEA20C-BEAA-445F-A420-7499542A0D43}" dt="2022-08-09T05:58:25.624" v="2957" actId="47"/>
        <pc:sldMkLst>
          <pc:docMk/>
          <pc:sldMk cId="2638973260" sldId="563"/>
        </pc:sldMkLst>
      </pc:sldChg>
      <pc:sldChg chg="del">
        <pc:chgData name="Deepika Vatsa" userId="f7100972-27fe-4ee6-8fb4-ec9b7931b409" providerId="ADAL" clId="{18AEA20C-BEAA-445F-A420-7499542A0D43}" dt="2022-08-09T05:58:25.624" v="2957" actId="47"/>
        <pc:sldMkLst>
          <pc:docMk/>
          <pc:sldMk cId="3588827055" sldId="564"/>
        </pc:sldMkLst>
      </pc:sldChg>
      <pc:sldChg chg="del">
        <pc:chgData name="Deepika Vatsa" userId="f7100972-27fe-4ee6-8fb4-ec9b7931b409" providerId="ADAL" clId="{18AEA20C-BEAA-445F-A420-7499542A0D43}" dt="2022-08-09T05:58:25.624" v="2957" actId="47"/>
        <pc:sldMkLst>
          <pc:docMk/>
          <pc:sldMk cId="2324140379" sldId="565"/>
        </pc:sldMkLst>
      </pc:sldChg>
      <pc:sldChg chg="del">
        <pc:chgData name="Deepika Vatsa" userId="f7100972-27fe-4ee6-8fb4-ec9b7931b409" providerId="ADAL" clId="{18AEA20C-BEAA-445F-A420-7499542A0D43}" dt="2022-08-09T05:58:25.624" v="2957" actId="47"/>
        <pc:sldMkLst>
          <pc:docMk/>
          <pc:sldMk cId="1491287628" sldId="566"/>
        </pc:sldMkLst>
      </pc:sldChg>
      <pc:sldChg chg="del">
        <pc:chgData name="Deepika Vatsa" userId="f7100972-27fe-4ee6-8fb4-ec9b7931b409" providerId="ADAL" clId="{18AEA20C-BEAA-445F-A420-7499542A0D43}" dt="2022-08-09T05:58:25.624" v="2957" actId="47"/>
        <pc:sldMkLst>
          <pc:docMk/>
          <pc:sldMk cId="382883145" sldId="567"/>
        </pc:sldMkLst>
      </pc:sldChg>
      <pc:sldChg chg="del">
        <pc:chgData name="Deepika Vatsa" userId="f7100972-27fe-4ee6-8fb4-ec9b7931b409" providerId="ADAL" clId="{18AEA20C-BEAA-445F-A420-7499542A0D43}" dt="2022-08-09T05:58:25.624" v="2957" actId="47"/>
        <pc:sldMkLst>
          <pc:docMk/>
          <pc:sldMk cId="3914029419" sldId="568"/>
        </pc:sldMkLst>
      </pc:sldChg>
      <pc:sldChg chg="del">
        <pc:chgData name="Deepika Vatsa" userId="f7100972-27fe-4ee6-8fb4-ec9b7931b409" providerId="ADAL" clId="{18AEA20C-BEAA-445F-A420-7499542A0D43}" dt="2022-08-09T05:58:25.624" v="2957" actId="47"/>
        <pc:sldMkLst>
          <pc:docMk/>
          <pc:sldMk cId="2950905892" sldId="570"/>
        </pc:sldMkLst>
      </pc:sldChg>
      <pc:sldChg chg="del">
        <pc:chgData name="Deepika Vatsa" userId="f7100972-27fe-4ee6-8fb4-ec9b7931b409" providerId="ADAL" clId="{18AEA20C-BEAA-445F-A420-7499542A0D43}" dt="2022-08-09T05:58:25.624" v="2957" actId="47"/>
        <pc:sldMkLst>
          <pc:docMk/>
          <pc:sldMk cId="3918142659" sldId="571"/>
        </pc:sldMkLst>
      </pc:sldChg>
      <pc:sldChg chg="del">
        <pc:chgData name="Deepika Vatsa" userId="f7100972-27fe-4ee6-8fb4-ec9b7931b409" providerId="ADAL" clId="{18AEA20C-BEAA-445F-A420-7499542A0D43}" dt="2022-08-09T05:58:25.624" v="2957" actId="47"/>
        <pc:sldMkLst>
          <pc:docMk/>
          <pc:sldMk cId="2848741207" sldId="572"/>
        </pc:sldMkLst>
      </pc:sldChg>
      <pc:sldChg chg="del">
        <pc:chgData name="Deepika Vatsa" userId="f7100972-27fe-4ee6-8fb4-ec9b7931b409" providerId="ADAL" clId="{18AEA20C-BEAA-445F-A420-7499542A0D43}" dt="2022-08-09T05:58:25.624" v="2957" actId="47"/>
        <pc:sldMkLst>
          <pc:docMk/>
          <pc:sldMk cId="1559947821" sldId="573"/>
        </pc:sldMkLst>
      </pc:sldChg>
      <pc:sldChg chg="del">
        <pc:chgData name="Deepika Vatsa" userId="f7100972-27fe-4ee6-8fb4-ec9b7931b409" providerId="ADAL" clId="{18AEA20C-BEAA-445F-A420-7499542A0D43}" dt="2022-08-09T05:58:25.624" v="2957" actId="47"/>
        <pc:sldMkLst>
          <pc:docMk/>
          <pc:sldMk cId="167990248" sldId="574"/>
        </pc:sldMkLst>
      </pc:sldChg>
      <pc:sldChg chg="del">
        <pc:chgData name="Deepika Vatsa" userId="f7100972-27fe-4ee6-8fb4-ec9b7931b409" providerId="ADAL" clId="{18AEA20C-BEAA-445F-A420-7499542A0D43}" dt="2022-08-09T05:58:25.624" v="2957" actId="47"/>
        <pc:sldMkLst>
          <pc:docMk/>
          <pc:sldMk cId="296850078" sldId="575"/>
        </pc:sldMkLst>
      </pc:sldChg>
      <pc:sldChg chg="del">
        <pc:chgData name="Deepika Vatsa" userId="f7100972-27fe-4ee6-8fb4-ec9b7931b409" providerId="ADAL" clId="{18AEA20C-BEAA-445F-A420-7499542A0D43}" dt="2022-08-09T05:58:25.624" v="2957" actId="47"/>
        <pc:sldMkLst>
          <pc:docMk/>
          <pc:sldMk cId="1530362619" sldId="576"/>
        </pc:sldMkLst>
      </pc:sldChg>
      <pc:sldChg chg="del">
        <pc:chgData name="Deepika Vatsa" userId="f7100972-27fe-4ee6-8fb4-ec9b7931b409" providerId="ADAL" clId="{18AEA20C-BEAA-445F-A420-7499542A0D43}" dt="2022-08-09T05:58:25.624" v="2957" actId="47"/>
        <pc:sldMkLst>
          <pc:docMk/>
          <pc:sldMk cId="2641734005" sldId="577"/>
        </pc:sldMkLst>
      </pc:sldChg>
      <pc:sldChg chg="del">
        <pc:chgData name="Deepika Vatsa" userId="f7100972-27fe-4ee6-8fb4-ec9b7931b409" providerId="ADAL" clId="{18AEA20C-BEAA-445F-A420-7499542A0D43}" dt="2022-08-09T05:58:25.624" v="2957" actId="47"/>
        <pc:sldMkLst>
          <pc:docMk/>
          <pc:sldMk cId="2988424122" sldId="578"/>
        </pc:sldMkLst>
      </pc:sldChg>
      <pc:sldChg chg="del">
        <pc:chgData name="Deepika Vatsa" userId="f7100972-27fe-4ee6-8fb4-ec9b7931b409" providerId="ADAL" clId="{18AEA20C-BEAA-445F-A420-7499542A0D43}" dt="2022-08-09T05:58:25.624" v="2957" actId="47"/>
        <pc:sldMkLst>
          <pc:docMk/>
          <pc:sldMk cId="3800443747" sldId="579"/>
        </pc:sldMkLst>
      </pc:sldChg>
      <pc:sldChg chg="del">
        <pc:chgData name="Deepika Vatsa" userId="f7100972-27fe-4ee6-8fb4-ec9b7931b409" providerId="ADAL" clId="{18AEA20C-BEAA-445F-A420-7499542A0D43}" dt="2022-08-09T05:58:25.624" v="2957" actId="47"/>
        <pc:sldMkLst>
          <pc:docMk/>
          <pc:sldMk cId="1721693448" sldId="580"/>
        </pc:sldMkLst>
      </pc:sldChg>
      <pc:sldChg chg="add del">
        <pc:chgData name="Deepika Vatsa" userId="f7100972-27fe-4ee6-8fb4-ec9b7931b409" providerId="ADAL" clId="{18AEA20C-BEAA-445F-A420-7499542A0D43}" dt="2022-08-09T05:17:13.561" v="1132" actId="2890"/>
        <pc:sldMkLst>
          <pc:docMk/>
          <pc:sldMk cId="854580351" sldId="581"/>
        </pc:sldMkLst>
      </pc:sldChg>
      <pc:sldChg chg="addSp modSp add mod modNotesTx">
        <pc:chgData name="Deepika Vatsa" userId="f7100972-27fe-4ee6-8fb4-ec9b7931b409" providerId="ADAL" clId="{18AEA20C-BEAA-445F-A420-7499542A0D43}" dt="2022-08-09T05:33:58.021" v="1759" actId="1076"/>
        <pc:sldMkLst>
          <pc:docMk/>
          <pc:sldMk cId="4266152413" sldId="581"/>
        </pc:sldMkLst>
        <pc:spChg chg="mod">
          <ac:chgData name="Deepika Vatsa" userId="f7100972-27fe-4ee6-8fb4-ec9b7931b409" providerId="ADAL" clId="{18AEA20C-BEAA-445F-A420-7499542A0D43}" dt="2022-08-09T05:28:59.092" v="1394" actId="20577"/>
          <ac:spMkLst>
            <pc:docMk/>
            <pc:sldMk cId="4266152413" sldId="581"/>
            <ac:spMk id="2" creationId="{6167DC2D-0072-445E-8CB3-E53407061CE7}"/>
          </ac:spMkLst>
        </pc:spChg>
        <pc:spChg chg="mod">
          <ac:chgData name="Deepika Vatsa" userId="f7100972-27fe-4ee6-8fb4-ec9b7931b409" providerId="ADAL" clId="{18AEA20C-BEAA-445F-A420-7499542A0D43}" dt="2022-08-09T05:33:52.843" v="1758" actId="21"/>
          <ac:spMkLst>
            <pc:docMk/>
            <pc:sldMk cId="4266152413" sldId="581"/>
            <ac:spMk id="9" creationId="{55A5BFD8-4962-4C89-86F0-4A582AD35F41}"/>
          </ac:spMkLst>
        </pc:spChg>
        <pc:picChg chg="add mod modCrop">
          <ac:chgData name="Deepika Vatsa" userId="f7100972-27fe-4ee6-8fb4-ec9b7931b409" providerId="ADAL" clId="{18AEA20C-BEAA-445F-A420-7499542A0D43}" dt="2022-08-09T05:33:58.021" v="1759" actId="1076"/>
          <ac:picMkLst>
            <pc:docMk/>
            <pc:sldMk cId="4266152413" sldId="581"/>
            <ac:picMk id="4" creationId="{91EEECDA-1D61-4EBB-8842-01E837FB89F1}"/>
          </ac:picMkLst>
        </pc:picChg>
      </pc:sldChg>
      <pc:sldChg chg="addSp delSp modSp add mod modNotesTx">
        <pc:chgData name="Deepika Vatsa" userId="f7100972-27fe-4ee6-8fb4-ec9b7931b409" providerId="ADAL" clId="{18AEA20C-BEAA-445F-A420-7499542A0D43}" dt="2022-08-09T06:01:51.357" v="2982" actId="1076"/>
        <pc:sldMkLst>
          <pc:docMk/>
          <pc:sldMk cId="3109505439" sldId="582"/>
        </pc:sldMkLst>
        <pc:spChg chg="mod">
          <ac:chgData name="Deepika Vatsa" userId="f7100972-27fe-4ee6-8fb4-ec9b7931b409" providerId="ADAL" clId="{18AEA20C-BEAA-445F-A420-7499542A0D43}" dt="2022-08-09T05:36:22.819" v="1805" actId="6549"/>
          <ac:spMkLst>
            <pc:docMk/>
            <pc:sldMk cId="3109505439" sldId="582"/>
            <ac:spMk id="9" creationId="{55A5BFD8-4962-4C89-86F0-4A582AD35F41}"/>
          </ac:spMkLst>
        </pc:spChg>
        <pc:picChg chg="del">
          <ac:chgData name="Deepika Vatsa" userId="f7100972-27fe-4ee6-8fb4-ec9b7931b409" providerId="ADAL" clId="{18AEA20C-BEAA-445F-A420-7499542A0D43}" dt="2022-08-09T05:34:05.990" v="1762" actId="478"/>
          <ac:picMkLst>
            <pc:docMk/>
            <pc:sldMk cId="3109505439" sldId="582"/>
            <ac:picMk id="4" creationId="{91EEECDA-1D61-4EBB-8842-01E837FB89F1}"/>
          </ac:picMkLst>
        </pc:picChg>
        <pc:picChg chg="add mod modCrop">
          <ac:chgData name="Deepika Vatsa" userId="f7100972-27fe-4ee6-8fb4-ec9b7931b409" providerId="ADAL" clId="{18AEA20C-BEAA-445F-A420-7499542A0D43}" dt="2022-08-09T06:01:51.357" v="2982" actId="1076"/>
          <ac:picMkLst>
            <pc:docMk/>
            <pc:sldMk cId="3109505439" sldId="582"/>
            <ac:picMk id="5" creationId="{7C2DA91B-1EFF-45D4-AA81-8DD42B6DEAFC}"/>
          </ac:picMkLst>
        </pc:picChg>
        <pc:picChg chg="add del mod modCrop">
          <ac:chgData name="Deepika Vatsa" userId="f7100972-27fe-4ee6-8fb4-ec9b7931b409" providerId="ADAL" clId="{18AEA20C-BEAA-445F-A420-7499542A0D43}" dt="2022-08-09T06:01:46.841" v="2981" actId="478"/>
          <ac:picMkLst>
            <pc:docMk/>
            <pc:sldMk cId="3109505439" sldId="582"/>
            <ac:picMk id="8" creationId="{60A5C98E-2DCB-4A57-AC25-7403C64CB1FE}"/>
          </ac:picMkLst>
        </pc:picChg>
      </pc:sldChg>
      <pc:sldChg chg="addSp delSp modSp add mod modNotesTx">
        <pc:chgData name="Deepika Vatsa" userId="f7100972-27fe-4ee6-8fb4-ec9b7931b409" providerId="ADAL" clId="{18AEA20C-BEAA-445F-A420-7499542A0D43}" dt="2022-08-09T06:03:52.032" v="2995" actId="1076"/>
        <pc:sldMkLst>
          <pc:docMk/>
          <pc:sldMk cId="2722501262" sldId="583"/>
        </pc:sldMkLst>
        <pc:spChg chg="mod">
          <ac:chgData name="Deepika Vatsa" userId="f7100972-27fe-4ee6-8fb4-ec9b7931b409" providerId="ADAL" clId="{18AEA20C-BEAA-445F-A420-7499542A0D43}" dt="2022-08-09T05:37:32.279" v="1936" actId="20577"/>
          <ac:spMkLst>
            <pc:docMk/>
            <pc:sldMk cId="2722501262" sldId="583"/>
            <ac:spMk id="2" creationId="{6167DC2D-0072-445E-8CB3-E53407061CE7}"/>
          </ac:spMkLst>
        </pc:spChg>
        <pc:spChg chg="del mod">
          <ac:chgData name="Deepika Vatsa" userId="f7100972-27fe-4ee6-8fb4-ec9b7931b409" providerId="ADAL" clId="{18AEA20C-BEAA-445F-A420-7499542A0D43}" dt="2022-08-09T05:55:27.533" v="2760" actId="478"/>
          <ac:spMkLst>
            <pc:docMk/>
            <pc:sldMk cId="2722501262" sldId="583"/>
            <ac:spMk id="9" creationId="{55A5BFD8-4962-4C89-86F0-4A582AD35F41}"/>
          </ac:spMkLst>
        </pc:spChg>
        <pc:spChg chg="add mod">
          <ac:chgData name="Deepika Vatsa" userId="f7100972-27fe-4ee6-8fb4-ec9b7931b409" providerId="ADAL" clId="{18AEA20C-BEAA-445F-A420-7499542A0D43}" dt="2022-08-09T05:38:39.257" v="2043" actId="20577"/>
          <ac:spMkLst>
            <pc:docMk/>
            <pc:sldMk cId="2722501262" sldId="583"/>
            <ac:spMk id="11" creationId="{9F5D1653-CA60-43A9-B8A2-156757479F5A}"/>
          </ac:spMkLst>
        </pc:spChg>
        <pc:picChg chg="add del mod modCrop">
          <ac:chgData name="Deepika Vatsa" userId="f7100972-27fe-4ee6-8fb4-ec9b7931b409" providerId="ADAL" clId="{18AEA20C-BEAA-445F-A420-7499542A0D43}" dt="2022-08-09T05:54:58.350" v="2754" actId="478"/>
          <ac:picMkLst>
            <pc:docMk/>
            <pc:sldMk cId="2722501262" sldId="583"/>
            <ac:picMk id="4" creationId="{BB562E27-5254-4178-BD82-F1012FF27FC6}"/>
          </ac:picMkLst>
        </pc:picChg>
        <pc:picChg chg="del">
          <ac:chgData name="Deepika Vatsa" userId="f7100972-27fe-4ee6-8fb4-ec9b7931b409" providerId="ADAL" clId="{18AEA20C-BEAA-445F-A420-7499542A0D43}" dt="2022-08-09T05:37:35.870" v="1937" actId="478"/>
          <ac:picMkLst>
            <pc:docMk/>
            <pc:sldMk cId="2722501262" sldId="583"/>
            <ac:picMk id="5" creationId="{7C2DA91B-1EFF-45D4-AA81-8DD42B6DEAFC}"/>
          </ac:picMkLst>
        </pc:picChg>
        <pc:picChg chg="del">
          <ac:chgData name="Deepika Vatsa" userId="f7100972-27fe-4ee6-8fb4-ec9b7931b409" providerId="ADAL" clId="{18AEA20C-BEAA-445F-A420-7499542A0D43}" dt="2022-08-09T05:37:35.870" v="1937" actId="478"/>
          <ac:picMkLst>
            <pc:docMk/>
            <pc:sldMk cId="2722501262" sldId="583"/>
            <ac:picMk id="8" creationId="{60A5C98E-2DCB-4A57-AC25-7403C64CB1FE}"/>
          </ac:picMkLst>
        </pc:picChg>
        <pc:picChg chg="add del mod modCrop">
          <ac:chgData name="Deepika Vatsa" userId="f7100972-27fe-4ee6-8fb4-ec9b7931b409" providerId="ADAL" clId="{18AEA20C-BEAA-445F-A420-7499542A0D43}" dt="2022-08-09T06:02:28.187" v="2984" actId="478"/>
          <ac:picMkLst>
            <pc:docMk/>
            <pc:sldMk cId="2722501262" sldId="583"/>
            <ac:picMk id="10" creationId="{B0866FBD-F951-4829-9956-0F28839A1160}"/>
          </ac:picMkLst>
        </pc:picChg>
        <pc:picChg chg="add mod modCrop">
          <ac:chgData name="Deepika Vatsa" userId="f7100972-27fe-4ee6-8fb4-ec9b7931b409" providerId="ADAL" clId="{18AEA20C-BEAA-445F-A420-7499542A0D43}" dt="2022-08-09T06:03:52.032" v="2995" actId="1076"/>
          <ac:picMkLst>
            <pc:docMk/>
            <pc:sldMk cId="2722501262" sldId="583"/>
            <ac:picMk id="13" creationId="{A27E30B4-4B2C-440A-8755-A201E687B108}"/>
          </ac:picMkLst>
        </pc:picChg>
      </pc:sldChg>
      <pc:sldChg chg="addSp delSp modSp add mod modNotesTx">
        <pc:chgData name="Deepika Vatsa" userId="f7100972-27fe-4ee6-8fb4-ec9b7931b409" providerId="ADAL" clId="{18AEA20C-BEAA-445F-A420-7499542A0D43}" dt="2022-08-10T05:40:34.715" v="6212" actId="1076"/>
        <pc:sldMkLst>
          <pc:docMk/>
          <pc:sldMk cId="2142725904" sldId="584"/>
        </pc:sldMkLst>
        <pc:spChg chg="mod">
          <ac:chgData name="Deepika Vatsa" userId="f7100972-27fe-4ee6-8fb4-ec9b7931b409" providerId="ADAL" clId="{18AEA20C-BEAA-445F-A420-7499542A0D43}" dt="2022-08-09T05:56:28.668" v="2768" actId="20577"/>
          <ac:spMkLst>
            <pc:docMk/>
            <pc:sldMk cId="2142725904" sldId="584"/>
            <ac:spMk id="2" creationId="{6167DC2D-0072-445E-8CB3-E53407061CE7}"/>
          </ac:spMkLst>
        </pc:spChg>
        <pc:spChg chg="add mod">
          <ac:chgData name="Deepika Vatsa" userId="f7100972-27fe-4ee6-8fb4-ec9b7931b409" providerId="ADAL" clId="{18AEA20C-BEAA-445F-A420-7499542A0D43}" dt="2022-08-09T05:57:18.273" v="2783" actId="20577"/>
          <ac:spMkLst>
            <pc:docMk/>
            <pc:sldMk cId="2142725904" sldId="584"/>
            <ac:spMk id="3" creationId="{00E19117-BCAB-4527-9C32-ED111B23F178}"/>
          </ac:spMkLst>
        </pc:spChg>
        <pc:spChg chg="del mod">
          <ac:chgData name="Deepika Vatsa" userId="f7100972-27fe-4ee6-8fb4-ec9b7931b409" providerId="ADAL" clId="{18AEA20C-BEAA-445F-A420-7499542A0D43}" dt="2022-08-09T05:59:28.700" v="2966" actId="478"/>
          <ac:spMkLst>
            <pc:docMk/>
            <pc:sldMk cId="2142725904" sldId="584"/>
            <ac:spMk id="11" creationId="{9F5D1653-CA60-43A9-B8A2-156757479F5A}"/>
          </ac:spMkLst>
        </pc:spChg>
        <pc:spChg chg="add mod">
          <ac:chgData name="Deepika Vatsa" userId="f7100972-27fe-4ee6-8fb4-ec9b7931b409" providerId="ADAL" clId="{18AEA20C-BEAA-445F-A420-7499542A0D43}" dt="2022-08-10T05:40:29.521" v="6211" actId="1076"/>
          <ac:spMkLst>
            <pc:docMk/>
            <pc:sldMk cId="2142725904" sldId="584"/>
            <ac:spMk id="12" creationId="{96F74A69-DF63-4903-B517-88476B4C3420}"/>
          </ac:spMkLst>
        </pc:spChg>
        <pc:spChg chg="add mod">
          <ac:chgData name="Deepika Vatsa" userId="f7100972-27fe-4ee6-8fb4-ec9b7931b409" providerId="ADAL" clId="{18AEA20C-BEAA-445F-A420-7499542A0D43}" dt="2022-08-10T05:40:15.108" v="6207" actId="1076"/>
          <ac:spMkLst>
            <pc:docMk/>
            <pc:sldMk cId="2142725904" sldId="584"/>
            <ac:spMk id="13" creationId="{43AF77B1-ABD0-43F8-8FEF-77B21989A747}"/>
          </ac:spMkLst>
        </pc:spChg>
        <pc:picChg chg="del">
          <ac:chgData name="Deepika Vatsa" userId="f7100972-27fe-4ee6-8fb4-ec9b7931b409" providerId="ADAL" clId="{18AEA20C-BEAA-445F-A420-7499542A0D43}" dt="2022-08-09T05:56:30.569" v="2769" actId="478"/>
          <ac:picMkLst>
            <pc:docMk/>
            <pc:sldMk cId="2142725904" sldId="584"/>
            <ac:picMk id="10" creationId="{B0866FBD-F951-4829-9956-0F28839A1160}"/>
          </ac:picMkLst>
        </pc:picChg>
        <pc:picChg chg="add mod modCrop">
          <ac:chgData name="Deepika Vatsa" userId="f7100972-27fe-4ee6-8fb4-ec9b7931b409" providerId="ADAL" clId="{18AEA20C-BEAA-445F-A420-7499542A0D43}" dt="2022-08-09T05:58:52.391" v="2962" actId="1076"/>
          <ac:picMkLst>
            <pc:docMk/>
            <pc:sldMk cId="2142725904" sldId="584"/>
            <ac:picMk id="14" creationId="{5B6DE97F-AE13-4566-B788-0C242F45B6FE}"/>
          </ac:picMkLst>
        </pc:picChg>
        <pc:picChg chg="add mod">
          <ac:chgData name="Deepika Vatsa" userId="f7100972-27fe-4ee6-8fb4-ec9b7931b409" providerId="ADAL" clId="{18AEA20C-BEAA-445F-A420-7499542A0D43}" dt="2022-08-10T05:40:04.468" v="6203" actId="1076"/>
          <ac:picMkLst>
            <pc:docMk/>
            <pc:sldMk cId="2142725904" sldId="584"/>
            <ac:picMk id="16" creationId="{6C240AD0-E74A-4794-AD9B-3D7B20ED838E}"/>
          </ac:picMkLst>
        </pc:picChg>
        <pc:picChg chg="add mod modCrop">
          <ac:chgData name="Deepika Vatsa" userId="f7100972-27fe-4ee6-8fb4-ec9b7931b409" providerId="ADAL" clId="{18AEA20C-BEAA-445F-A420-7499542A0D43}" dt="2022-08-10T05:40:34.715" v="6212" actId="1076"/>
          <ac:picMkLst>
            <pc:docMk/>
            <pc:sldMk cId="2142725904" sldId="584"/>
            <ac:picMk id="18" creationId="{7FF919E1-3F23-4CC5-A407-0C569E0EBFBD}"/>
          </ac:picMkLst>
        </pc:picChg>
        <pc:picChg chg="add mod">
          <ac:chgData name="Deepika Vatsa" userId="f7100972-27fe-4ee6-8fb4-ec9b7931b409" providerId="ADAL" clId="{18AEA20C-BEAA-445F-A420-7499542A0D43}" dt="2022-08-10T05:40:24.625" v="6209" actId="1076"/>
          <ac:picMkLst>
            <pc:docMk/>
            <pc:sldMk cId="2142725904" sldId="584"/>
            <ac:picMk id="20" creationId="{4252B299-8687-4623-811E-DCF415577EB3}"/>
          </ac:picMkLst>
        </pc:picChg>
      </pc:sldChg>
      <pc:sldChg chg="delSp modSp add mod">
        <pc:chgData name="Deepika Vatsa" userId="f7100972-27fe-4ee6-8fb4-ec9b7931b409" providerId="ADAL" clId="{18AEA20C-BEAA-445F-A420-7499542A0D43}" dt="2022-08-09T06:01:43.499" v="2980" actId="1076"/>
        <pc:sldMkLst>
          <pc:docMk/>
          <pc:sldMk cId="3681918962" sldId="585"/>
        </pc:sldMkLst>
        <pc:picChg chg="del">
          <ac:chgData name="Deepika Vatsa" userId="f7100972-27fe-4ee6-8fb4-ec9b7931b409" providerId="ADAL" clId="{18AEA20C-BEAA-445F-A420-7499542A0D43}" dt="2022-08-09T06:01:34.783" v="2979" actId="478"/>
          <ac:picMkLst>
            <pc:docMk/>
            <pc:sldMk cId="3681918962" sldId="585"/>
            <ac:picMk id="5" creationId="{7C2DA91B-1EFF-45D4-AA81-8DD42B6DEAFC}"/>
          </ac:picMkLst>
        </pc:picChg>
        <pc:picChg chg="mod">
          <ac:chgData name="Deepika Vatsa" userId="f7100972-27fe-4ee6-8fb4-ec9b7931b409" providerId="ADAL" clId="{18AEA20C-BEAA-445F-A420-7499542A0D43}" dt="2022-08-09T06:01:43.499" v="2980" actId="1076"/>
          <ac:picMkLst>
            <pc:docMk/>
            <pc:sldMk cId="3681918962" sldId="585"/>
            <ac:picMk id="8" creationId="{60A5C98E-2DCB-4A57-AC25-7403C64CB1FE}"/>
          </ac:picMkLst>
        </pc:picChg>
      </pc:sldChg>
      <pc:sldChg chg="add">
        <pc:chgData name="Deepika Vatsa" userId="f7100972-27fe-4ee6-8fb4-ec9b7931b409" providerId="ADAL" clId="{18AEA20C-BEAA-445F-A420-7499542A0D43}" dt="2022-08-09T06:02:06.564" v="2983" actId="2890"/>
        <pc:sldMkLst>
          <pc:docMk/>
          <pc:sldMk cId="3136226123" sldId="586"/>
        </pc:sldMkLst>
      </pc:sldChg>
      <pc:sldChg chg="addSp delSp modSp add mod">
        <pc:chgData name="Deepika Vatsa" userId="f7100972-27fe-4ee6-8fb4-ec9b7931b409" providerId="ADAL" clId="{18AEA20C-BEAA-445F-A420-7499542A0D43}" dt="2022-08-09T06:05:06.158" v="3003" actId="1076"/>
        <pc:sldMkLst>
          <pc:docMk/>
          <pc:sldMk cId="2576216198" sldId="587"/>
        </pc:sldMkLst>
        <pc:picChg chg="add mod modCrop">
          <ac:chgData name="Deepika Vatsa" userId="f7100972-27fe-4ee6-8fb4-ec9b7931b409" providerId="ADAL" clId="{18AEA20C-BEAA-445F-A420-7499542A0D43}" dt="2022-08-09T06:05:06.158" v="3003" actId="1076"/>
          <ac:picMkLst>
            <pc:docMk/>
            <pc:sldMk cId="2576216198" sldId="587"/>
            <ac:picMk id="4" creationId="{10003914-DEA4-4E32-B10E-311FA2A656F4}"/>
          </ac:picMkLst>
        </pc:picChg>
        <pc:picChg chg="del">
          <ac:chgData name="Deepika Vatsa" userId="f7100972-27fe-4ee6-8fb4-ec9b7931b409" providerId="ADAL" clId="{18AEA20C-BEAA-445F-A420-7499542A0D43}" dt="2022-08-09T06:03:18.413" v="2990" actId="478"/>
          <ac:picMkLst>
            <pc:docMk/>
            <pc:sldMk cId="2576216198" sldId="587"/>
            <ac:picMk id="13" creationId="{A27E30B4-4B2C-440A-8755-A201E687B108}"/>
          </ac:picMkLst>
        </pc:picChg>
      </pc:sldChg>
      <pc:sldChg chg="addSp delSp modSp add mod">
        <pc:chgData name="Deepika Vatsa" userId="f7100972-27fe-4ee6-8fb4-ec9b7931b409" providerId="ADAL" clId="{18AEA20C-BEAA-445F-A420-7499542A0D43}" dt="2022-08-09T06:05:15.145" v="3004" actId="1076"/>
        <pc:sldMkLst>
          <pc:docMk/>
          <pc:sldMk cId="3660427837" sldId="588"/>
        </pc:sldMkLst>
        <pc:picChg chg="del">
          <ac:chgData name="Deepika Vatsa" userId="f7100972-27fe-4ee6-8fb4-ec9b7931b409" providerId="ADAL" clId="{18AEA20C-BEAA-445F-A420-7499542A0D43}" dt="2022-08-09T06:04:32.892" v="2998" actId="478"/>
          <ac:picMkLst>
            <pc:docMk/>
            <pc:sldMk cId="3660427837" sldId="588"/>
            <ac:picMk id="4" creationId="{10003914-DEA4-4E32-B10E-311FA2A656F4}"/>
          </ac:picMkLst>
        </pc:picChg>
        <pc:picChg chg="add mod modCrop">
          <ac:chgData name="Deepika Vatsa" userId="f7100972-27fe-4ee6-8fb4-ec9b7931b409" providerId="ADAL" clId="{18AEA20C-BEAA-445F-A420-7499542A0D43}" dt="2022-08-09T06:05:15.145" v="3004" actId="1076"/>
          <ac:picMkLst>
            <pc:docMk/>
            <pc:sldMk cId="3660427837" sldId="588"/>
            <ac:picMk id="5" creationId="{F4F68D8E-5AE0-44F4-9339-C057624557E8}"/>
          </ac:picMkLst>
        </pc:picChg>
      </pc:sldChg>
      <pc:sldChg chg="delSp modSp add mod modNotesTx">
        <pc:chgData name="Deepika Vatsa" userId="f7100972-27fe-4ee6-8fb4-ec9b7931b409" providerId="ADAL" clId="{18AEA20C-BEAA-445F-A420-7499542A0D43}" dt="2022-08-09T06:55:10.775" v="3149" actId="20577"/>
        <pc:sldMkLst>
          <pc:docMk/>
          <pc:sldMk cId="4154716115" sldId="589"/>
        </pc:sldMkLst>
        <pc:spChg chg="mod">
          <ac:chgData name="Deepika Vatsa" userId="f7100972-27fe-4ee6-8fb4-ec9b7931b409" providerId="ADAL" clId="{18AEA20C-BEAA-445F-A420-7499542A0D43}" dt="2022-08-09T06:47:46.340" v="3018" actId="20577"/>
          <ac:spMkLst>
            <pc:docMk/>
            <pc:sldMk cId="4154716115" sldId="589"/>
            <ac:spMk id="2" creationId="{6167DC2D-0072-445E-8CB3-E53407061CE7}"/>
          </ac:spMkLst>
        </pc:spChg>
        <pc:spChg chg="mod">
          <ac:chgData name="Deepika Vatsa" userId="f7100972-27fe-4ee6-8fb4-ec9b7931b409" providerId="ADAL" clId="{18AEA20C-BEAA-445F-A420-7499542A0D43}" dt="2022-08-09T06:55:10.775" v="3149" actId="20577"/>
          <ac:spMkLst>
            <pc:docMk/>
            <pc:sldMk cId="4154716115" sldId="589"/>
            <ac:spMk id="6" creationId="{98E0FE6E-8F22-4B9F-9E9F-E2B694DC96D4}"/>
          </ac:spMkLst>
        </pc:spChg>
        <pc:picChg chg="del">
          <ac:chgData name="Deepika Vatsa" userId="f7100972-27fe-4ee6-8fb4-ec9b7931b409" providerId="ADAL" clId="{18AEA20C-BEAA-445F-A420-7499542A0D43}" dt="2022-08-09T06:47:56.355" v="3022" actId="478"/>
          <ac:picMkLst>
            <pc:docMk/>
            <pc:sldMk cId="4154716115" sldId="589"/>
            <ac:picMk id="8" creationId="{DFE7DFCE-8DE5-4ACA-8112-DF2E5EE032CE}"/>
          </ac:picMkLst>
        </pc:picChg>
      </pc:sldChg>
      <pc:sldChg chg="addSp delSp modSp add mod">
        <pc:chgData name="Deepika Vatsa" userId="f7100972-27fe-4ee6-8fb4-ec9b7931b409" providerId="ADAL" clId="{18AEA20C-BEAA-445F-A420-7499542A0D43}" dt="2022-08-09T06:49:52.563" v="3045" actId="14100"/>
        <pc:sldMkLst>
          <pc:docMk/>
          <pc:sldMk cId="2174576397" sldId="590"/>
        </pc:sldMkLst>
        <pc:spChg chg="del">
          <ac:chgData name="Deepika Vatsa" userId="f7100972-27fe-4ee6-8fb4-ec9b7931b409" providerId="ADAL" clId="{18AEA20C-BEAA-445F-A420-7499542A0D43}" dt="2022-08-09T06:49:25.270" v="3038" actId="478"/>
          <ac:spMkLst>
            <pc:docMk/>
            <pc:sldMk cId="2174576397" sldId="590"/>
            <ac:spMk id="6" creationId="{98E0FE6E-8F22-4B9F-9E9F-E2B694DC96D4}"/>
          </ac:spMkLst>
        </pc:spChg>
        <pc:picChg chg="add mod modCrop">
          <ac:chgData name="Deepika Vatsa" userId="f7100972-27fe-4ee6-8fb4-ec9b7931b409" providerId="ADAL" clId="{18AEA20C-BEAA-445F-A420-7499542A0D43}" dt="2022-08-09T06:49:52.563" v="3045" actId="14100"/>
          <ac:picMkLst>
            <pc:docMk/>
            <pc:sldMk cId="2174576397" sldId="590"/>
            <ac:picMk id="4" creationId="{62AFE5BE-ADFC-49B8-BDFB-C642CCC9552A}"/>
          </ac:picMkLst>
        </pc:picChg>
      </pc:sldChg>
      <pc:sldChg chg="add">
        <pc:chgData name="Deepika Vatsa" userId="f7100972-27fe-4ee6-8fb4-ec9b7931b409" providerId="ADAL" clId="{18AEA20C-BEAA-445F-A420-7499542A0D43}" dt="2022-08-09T06:53:20.284" v="3046" actId="2890"/>
        <pc:sldMkLst>
          <pc:docMk/>
          <pc:sldMk cId="2579858776" sldId="591"/>
        </pc:sldMkLst>
      </pc:sldChg>
      <pc:sldChg chg="addSp delSp modSp add mod">
        <pc:chgData name="Deepika Vatsa" userId="f7100972-27fe-4ee6-8fb4-ec9b7931b409" providerId="ADAL" clId="{18AEA20C-BEAA-445F-A420-7499542A0D43}" dt="2022-08-10T05:16:07.697" v="5166" actId="20577"/>
        <pc:sldMkLst>
          <pc:docMk/>
          <pc:sldMk cId="989767306" sldId="592"/>
        </pc:sldMkLst>
        <pc:spChg chg="mod">
          <ac:chgData name="Deepika Vatsa" userId="f7100972-27fe-4ee6-8fb4-ec9b7931b409" providerId="ADAL" clId="{18AEA20C-BEAA-445F-A420-7499542A0D43}" dt="2022-08-09T10:29:28.610" v="3494" actId="20577"/>
          <ac:spMkLst>
            <pc:docMk/>
            <pc:sldMk cId="989767306" sldId="592"/>
            <ac:spMk id="2" creationId="{6167DC2D-0072-445E-8CB3-E53407061CE7}"/>
          </ac:spMkLst>
        </pc:spChg>
        <pc:spChg chg="mod">
          <ac:chgData name="Deepika Vatsa" userId="f7100972-27fe-4ee6-8fb4-ec9b7931b409" providerId="ADAL" clId="{18AEA20C-BEAA-445F-A420-7499542A0D43}" dt="2022-08-10T05:16:07.697" v="5166" actId="20577"/>
          <ac:spMkLst>
            <pc:docMk/>
            <pc:sldMk cId="989767306" sldId="592"/>
            <ac:spMk id="9" creationId="{55A5BFD8-4962-4C89-86F0-4A582AD35F41}"/>
          </ac:spMkLst>
        </pc:spChg>
        <pc:spChg chg="add del">
          <ac:chgData name="Deepika Vatsa" userId="f7100972-27fe-4ee6-8fb4-ec9b7931b409" providerId="ADAL" clId="{18AEA20C-BEAA-445F-A420-7499542A0D43}" dt="2022-08-09T10:31:14.525" v="3511" actId="22"/>
          <ac:spMkLst>
            <pc:docMk/>
            <pc:sldMk cId="989767306" sldId="592"/>
            <ac:spMk id="12" creationId="{4AF8EA18-FD04-42D0-971F-EB012104B042}"/>
          </ac:spMkLst>
        </pc:spChg>
        <pc:picChg chg="add mod modCrop">
          <ac:chgData name="Deepika Vatsa" userId="f7100972-27fe-4ee6-8fb4-ec9b7931b409" providerId="ADAL" clId="{18AEA20C-BEAA-445F-A420-7499542A0D43}" dt="2022-08-09T10:31:44.683" v="3526" actId="1076"/>
          <ac:picMkLst>
            <pc:docMk/>
            <pc:sldMk cId="989767306" sldId="592"/>
            <ac:picMk id="4" creationId="{BD33A323-1BBF-477B-B11E-32FFF3EE6D1B}"/>
          </ac:picMkLst>
        </pc:picChg>
      </pc:sldChg>
      <pc:sldChg chg="addSp delSp modSp add mod">
        <pc:chgData name="Deepika Vatsa" userId="f7100972-27fe-4ee6-8fb4-ec9b7931b409" providerId="ADAL" clId="{18AEA20C-BEAA-445F-A420-7499542A0D43}" dt="2022-08-09T10:34:28.764" v="3618" actId="1076"/>
        <pc:sldMkLst>
          <pc:docMk/>
          <pc:sldMk cId="2664121395" sldId="593"/>
        </pc:sldMkLst>
        <pc:spChg chg="mod">
          <ac:chgData name="Deepika Vatsa" userId="f7100972-27fe-4ee6-8fb4-ec9b7931b409" providerId="ADAL" clId="{18AEA20C-BEAA-445F-A420-7499542A0D43}" dt="2022-08-09T10:34:12.613" v="3616" actId="20577"/>
          <ac:spMkLst>
            <pc:docMk/>
            <pc:sldMk cId="2664121395" sldId="593"/>
            <ac:spMk id="9" creationId="{55A5BFD8-4962-4C89-86F0-4A582AD35F41}"/>
          </ac:spMkLst>
        </pc:spChg>
        <pc:picChg chg="del">
          <ac:chgData name="Deepika Vatsa" userId="f7100972-27fe-4ee6-8fb4-ec9b7931b409" providerId="ADAL" clId="{18AEA20C-BEAA-445F-A420-7499542A0D43}" dt="2022-08-09T10:32:20.992" v="3533" actId="478"/>
          <ac:picMkLst>
            <pc:docMk/>
            <pc:sldMk cId="2664121395" sldId="593"/>
            <ac:picMk id="4" creationId="{BD33A323-1BBF-477B-B11E-32FFF3EE6D1B}"/>
          </ac:picMkLst>
        </pc:picChg>
        <pc:picChg chg="add mod modCrop">
          <ac:chgData name="Deepika Vatsa" userId="f7100972-27fe-4ee6-8fb4-ec9b7931b409" providerId="ADAL" clId="{18AEA20C-BEAA-445F-A420-7499542A0D43}" dt="2022-08-09T10:34:28.764" v="3618" actId="1076"/>
          <ac:picMkLst>
            <pc:docMk/>
            <pc:sldMk cId="2664121395" sldId="593"/>
            <ac:picMk id="5" creationId="{EA9D5853-3535-4F78-99B7-3831A2C9175E}"/>
          </ac:picMkLst>
        </pc:picChg>
      </pc:sldChg>
      <pc:sldChg chg="addSp delSp modSp add mod modNotesTx">
        <pc:chgData name="Deepika Vatsa" userId="f7100972-27fe-4ee6-8fb4-ec9b7931b409" providerId="ADAL" clId="{18AEA20C-BEAA-445F-A420-7499542A0D43}" dt="2022-08-10T04:58:46.517" v="4664" actId="5793"/>
        <pc:sldMkLst>
          <pc:docMk/>
          <pc:sldMk cId="4178212524" sldId="594"/>
        </pc:sldMkLst>
        <pc:spChg chg="mod">
          <ac:chgData name="Deepika Vatsa" userId="f7100972-27fe-4ee6-8fb4-ec9b7931b409" providerId="ADAL" clId="{18AEA20C-BEAA-445F-A420-7499542A0D43}" dt="2022-08-09T10:38:36.442" v="3663" actId="20577"/>
          <ac:spMkLst>
            <pc:docMk/>
            <pc:sldMk cId="4178212524" sldId="594"/>
            <ac:spMk id="2" creationId="{6167DC2D-0072-445E-8CB3-E53407061CE7}"/>
          </ac:spMkLst>
        </pc:spChg>
        <pc:spChg chg="add del">
          <ac:chgData name="Deepika Vatsa" userId="f7100972-27fe-4ee6-8fb4-ec9b7931b409" providerId="ADAL" clId="{18AEA20C-BEAA-445F-A420-7499542A0D43}" dt="2022-08-10T04:35:30.844" v="3669"/>
          <ac:spMkLst>
            <pc:docMk/>
            <pc:sldMk cId="4178212524" sldId="594"/>
            <ac:spMk id="3" creationId="{10135057-368B-401B-8833-2C3199051870}"/>
          </ac:spMkLst>
        </pc:spChg>
        <pc:spChg chg="mod">
          <ac:chgData name="Deepika Vatsa" userId="f7100972-27fe-4ee6-8fb4-ec9b7931b409" providerId="ADAL" clId="{18AEA20C-BEAA-445F-A420-7499542A0D43}" dt="2022-08-10T04:58:46.517" v="4664" actId="5793"/>
          <ac:spMkLst>
            <pc:docMk/>
            <pc:sldMk cId="4178212524" sldId="594"/>
            <ac:spMk id="11" creationId="{9F5D1653-CA60-43A9-B8A2-156757479F5A}"/>
          </ac:spMkLst>
        </pc:spChg>
        <pc:picChg chg="del">
          <ac:chgData name="Deepika Vatsa" userId="f7100972-27fe-4ee6-8fb4-ec9b7931b409" providerId="ADAL" clId="{18AEA20C-BEAA-445F-A420-7499542A0D43}" dt="2022-08-09T10:38:29.663" v="3647" actId="478"/>
          <ac:picMkLst>
            <pc:docMk/>
            <pc:sldMk cId="4178212524" sldId="594"/>
            <ac:picMk id="10" creationId="{B0866FBD-F951-4829-9956-0F28839A1160}"/>
          </ac:picMkLst>
        </pc:picChg>
        <pc:picChg chg="add del">
          <ac:chgData name="Deepika Vatsa" userId="f7100972-27fe-4ee6-8fb4-ec9b7931b409" providerId="ADAL" clId="{18AEA20C-BEAA-445F-A420-7499542A0D43}" dt="2022-08-10T04:35:30.844" v="3669"/>
          <ac:picMkLst>
            <pc:docMk/>
            <pc:sldMk cId="4178212524" sldId="594"/>
            <ac:picMk id="1026" creationId="{47CEC4B1-2A6F-4E1C-9701-6CA5AA632929}"/>
          </ac:picMkLst>
        </pc:picChg>
        <pc:picChg chg="add del">
          <ac:chgData name="Deepika Vatsa" userId="f7100972-27fe-4ee6-8fb4-ec9b7931b409" providerId="ADAL" clId="{18AEA20C-BEAA-445F-A420-7499542A0D43}" dt="2022-08-10T04:35:30.844" v="3669"/>
          <ac:picMkLst>
            <pc:docMk/>
            <pc:sldMk cId="4178212524" sldId="594"/>
            <ac:picMk id="1027" creationId="{F2484EEB-8A0C-4BB2-81C4-2027449095D0}"/>
          </ac:picMkLst>
        </pc:picChg>
        <pc:picChg chg="add del">
          <ac:chgData name="Deepika Vatsa" userId="f7100972-27fe-4ee6-8fb4-ec9b7931b409" providerId="ADAL" clId="{18AEA20C-BEAA-445F-A420-7499542A0D43}" dt="2022-08-10T04:35:30.844" v="3669"/>
          <ac:picMkLst>
            <pc:docMk/>
            <pc:sldMk cId="4178212524" sldId="594"/>
            <ac:picMk id="1028" creationId="{F1481D68-C936-4A2D-A526-2420B5EE0743}"/>
          </ac:picMkLst>
        </pc:picChg>
        <pc:picChg chg="add del">
          <ac:chgData name="Deepika Vatsa" userId="f7100972-27fe-4ee6-8fb4-ec9b7931b409" providerId="ADAL" clId="{18AEA20C-BEAA-445F-A420-7499542A0D43}" dt="2022-08-10T04:35:30.844" v="3669"/>
          <ac:picMkLst>
            <pc:docMk/>
            <pc:sldMk cId="4178212524" sldId="594"/>
            <ac:picMk id="1029" creationId="{C188A7E9-AD91-4215-9078-644CA36C28D7}"/>
          </ac:picMkLst>
        </pc:picChg>
        <pc:picChg chg="add del">
          <ac:chgData name="Deepika Vatsa" userId="f7100972-27fe-4ee6-8fb4-ec9b7931b409" providerId="ADAL" clId="{18AEA20C-BEAA-445F-A420-7499542A0D43}" dt="2022-08-10T04:35:30.844" v="3669"/>
          <ac:picMkLst>
            <pc:docMk/>
            <pc:sldMk cId="4178212524" sldId="594"/>
            <ac:picMk id="1030" creationId="{CBCA5B98-F976-48C7-8050-7827CD7D04B6}"/>
          </ac:picMkLst>
        </pc:picChg>
        <pc:picChg chg="add del">
          <ac:chgData name="Deepika Vatsa" userId="f7100972-27fe-4ee6-8fb4-ec9b7931b409" providerId="ADAL" clId="{18AEA20C-BEAA-445F-A420-7499542A0D43}" dt="2022-08-10T04:35:30.844" v="3669"/>
          <ac:picMkLst>
            <pc:docMk/>
            <pc:sldMk cId="4178212524" sldId="594"/>
            <ac:picMk id="1031" creationId="{B2AC34BA-9874-4D6D-996A-8F6AAC8284DB}"/>
          </ac:picMkLst>
        </pc:picChg>
      </pc:sldChg>
      <pc:sldChg chg="modSp add mod">
        <pc:chgData name="Deepika Vatsa" userId="f7100972-27fe-4ee6-8fb4-ec9b7931b409" providerId="ADAL" clId="{18AEA20C-BEAA-445F-A420-7499542A0D43}" dt="2022-08-10T04:58:39.025" v="4662" actId="5793"/>
        <pc:sldMkLst>
          <pc:docMk/>
          <pc:sldMk cId="1734510123" sldId="595"/>
        </pc:sldMkLst>
        <pc:spChg chg="mod">
          <ac:chgData name="Deepika Vatsa" userId="f7100972-27fe-4ee6-8fb4-ec9b7931b409" providerId="ADAL" clId="{18AEA20C-BEAA-445F-A420-7499542A0D43}" dt="2022-08-10T04:58:39.025" v="4662" actId="5793"/>
          <ac:spMkLst>
            <pc:docMk/>
            <pc:sldMk cId="1734510123" sldId="595"/>
            <ac:spMk id="11" creationId="{9F5D1653-CA60-43A9-B8A2-156757479F5A}"/>
          </ac:spMkLst>
        </pc:spChg>
      </pc:sldChg>
      <pc:sldChg chg="addSp delSp modSp add mod modNotesTx">
        <pc:chgData name="Deepika Vatsa" userId="f7100972-27fe-4ee6-8fb4-ec9b7931b409" providerId="ADAL" clId="{18AEA20C-BEAA-445F-A420-7499542A0D43}" dt="2022-08-10T10:45:37.955" v="6320" actId="20577"/>
        <pc:sldMkLst>
          <pc:docMk/>
          <pc:sldMk cId="1867896786" sldId="596"/>
        </pc:sldMkLst>
        <pc:spChg chg="mod">
          <ac:chgData name="Deepika Vatsa" userId="f7100972-27fe-4ee6-8fb4-ec9b7931b409" providerId="ADAL" clId="{18AEA20C-BEAA-445F-A420-7499542A0D43}" dt="2022-08-10T04:37:36.034" v="3726" actId="26606"/>
          <ac:spMkLst>
            <pc:docMk/>
            <pc:sldMk cId="1867896786" sldId="596"/>
            <ac:spMk id="2" creationId="{6167DC2D-0072-445E-8CB3-E53407061CE7}"/>
          </ac:spMkLst>
        </pc:spChg>
        <pc:spChg chg="mod">
          <ac:chgData name="Deepika Vatsa" userId="f7100972-27fe-4ee6-8fb4-ec9b7931b409" providerId="ADAL" clId="{18AEA20C-BEAA-445F-A420-7499542A0D43}" dt="2022-08-10T04:37:11.176" v="3720" actId="6549"/>
          <ac:spMkLst>
            <pc:docMk/>
            <pc:sldMk cId="1867896786" sldId="596"/>
            <ac:spMk id="11" creationId="{9F5D1653-CA60-43A9-B8A2-156757479F5A}"/>
          </ac:spMkLst>
        </pc:spChg>
        <pc:spChg chg="del">
          <ac:chgData name="Deepika Vatsa" userId="f7100972-27fe-4ee6-8fb4-ec9b7931b409" providerId="ADAL" clId="{18AEA20C-BEAA-445F-A420-7499542A0D43}" dt="2022-08-10T04:37:36.034" v="3726" actId="26606"/>
          <ac:spMkLst>
            <pc:docMk/>
            <pc:sldMk cId="1867896786" sldId="596"/>
            <ac:spMk id="15" creationId="{A8384FB5-9ADC-4DDC-881B-597D56F5B15D}"/>
          </ac:spMkLst>
        </pc:spChg>
        <pc:spChg chg="del">
          <ac:chgData name="Deepika Vatsa" userId="f7100972-27fe-4ee6-8fb4-ec9b7931b409" providerId="ADAL" clId="{18AEA20C-BEAA-445F-A420-7499542A0D43}" dt="2022-08-10T04:37:36.034" v="3726" actId="26606"/>
          <ac:spMkLst>
            <pc:docMk/>
            <pc:sldMk cId="1867896786" sldId="596"/>
            <ac:spMk id="17" creationId="{1199E1B1-A8C0-4FE8-A5A8-1CB41D69F857}"/>
          </ac:spMkLst>
        </pc:spChg>
        <pc:spChg chg="del">
          <ac:chgData name="Deepika Vatsa" userId="f7100972-27fe-4ee6-8fb4-ec9b7931b409" providerId="ADAL" clId="{18AEA20C-BEAA-445F-A420-7499542A0D43}" dt="2022-08-10T04:37:36.034" v="3726" actId="26606"/>
          <ac:spMkLst>
            <pc:docMk/>
            <pc:sldMk cId="1867896786" sldId="596"/>
            <ac:spMk id="19" creationId="{84A8DE83-DE75-4B41-9DB4-A7EC0B0DEC0B}"/>
          </ac:spMkLst>
        </pc:spChg>
        <pc:spChg chg="del">
          <ac:chgData name="Deepika Vatsa" userId="f7100972-27fe-4ee6-8fb4-ec9b7931b409" providerId="ADAL" clId="{18AEA20C-BEAA-445F-A420-7499542A0D43}" dt="2022-08-10T04:37:36.034" v="3726" actId="26606"/>
          <ac:spMkLst>
            <pc:docMk/>
            <pc:sldMk cId="1867896786" sldId="596"/>
            <ac:spMk id="21" creationId="{A7009A0A-BEF5-4EAC-AF15-E4F9F002E239}"/>
          </ac:spMkLst>
        </pc:spChg>
        <pc:spChg chg="add">
          <ac:chgData name="Deepika Vatsa" userId="f7100972-27fe-4ee6-8fb4-ec9b7931b409" providerId="ADAL" clId="{18AEA20C-BEAA-445F-A420-7499542A0D43}" dt="2022-08-10T04:37:36.034" v="3726" actId="26606"/>
          <ac:spMkLst>
            <pc:docMk/>
            <pc:sldMk cId="1867896786" sldId="596"/>
            <ac:spMk id="26" creationId="{6753252F-4873-4F63-801D-CC719279A7D5}"/>
          </ac:spMkLst>
        </pc:spChg>
        <pc:spChg chg="add">
          <ac:chgData name="Deepika Vatsa" userId="f7100972-27fe-4ee6-8fb4-ec9b7931b409" providerId="ADAL" clId="{18AEA20C-BEAA-445F-A420-7499542A0D43}" dt="2022-08-10T04:37:36.034" v="3726" actId="26606"/>
          <ac:spMkLst>
            <pc:docMk/>
            <pc:sldMk cId="1867896786" sldId="596"/>
            <ac:spMk id="28" creationId="{047C8CCB-F95D-4249-92DD-651249D3535A}"/>
          </ac:spMkLst>
        </pc:spChg>
        <pc:picChg chg="add mod ord modCrop">
          <ac:chgData name="Deepika Vatsa" userId="f7100972-27fe-4ee6-8fb4-ec9b7931b409" providerId="ADAL" clId="{18AEA20C-BEAA-445F-A420-7499542A0D43}" dt="2022-08-10T04:37:57.885" v="3734" actId="1076"/>
          <ac:picMkLst>
            <pc:docMk/>
            <pc:sldMk cId="1867896786" sldId="596"/>
            <ac:picMk id="4" creationId="{DF8E9BDD-F99D-4042-B897-C02263C89138}"/>
          </ac:picMkLst>
        </pc:picChg>
      </pc:sldChg>
      <pc:sldChg chg="addSp delSp add del setBg delDesignElem">
        <pc:chgData name="Deepika Vatsa" userId="f7100972-27fe-4ee6-8fb4-ec9b7931b409" providerId="ADAL" clId="{18AEA20C-BEAA-445F-A420-7499542A0D43}" dt="2022-08-10T04:38:34.738" v="3737"/>
        <pc:sldMkLst>
          <pc:docMk/>
          <pc:sldMk cId="3221198999" sldId="597"/>
        </pc:sldMkLst>
        <pc:spChg chg="add del">
          <ac:chgData name="Deepika Vatsa" userId="f7100972-27fe-4ee6-8fb4-ec9b7931b409" providerId="ADAL" clId="{18AEA20C-BEAA-445F-A420-7499542A0D43}" dt="2022-08-10T04:38:34.738" v="3737"/>
          <ac:spMkLst>
            <pc:docMk/>
            <pc:sldMk cId="3221198999" sldId="597"/>
            <ac:spMk id="15" creationId="{A8384FB5-9ADC-4DDC-881B-597D56F5B15D}"/>
          </ac:spMkLst>
        </pc:spChg>
        <pc:spChg chg="add del">
          <ac:chgData name="Deepika Vatsa" userId="f7100972-27fe-4ee6-8fb4-ec9b7931b409" providerId="ADAL" clId="{18AEA20C-BEAA-445F-A420-7499542A0D43}" dt="2022-08-10T04:38:34.738" v="3737"/>
          <ac:spMkLst>
            <pc:docMk/>
            <pc:sldMk cId="3221198999" sldId="597"/>
            <ac:spMk id="17" creationId="{1199E1B1-A8C0-4FE8-A5A8-1CB41D69F857}"/>
          </ac:spMkLst>
        </pc:spChg>
        <pc:spChg chg="add del">
          <ac:chgData name="Deepika Vatsa" userId="f7100972-27fe-4ee6-8fb4-ec9b7931b409" providerId="ADAL" clId="{18AEA20C-BEAA-445F-A420-7499542A0D43}" dt="2022-08-10T04:38:34.738" v="3737"/>
          <ac:spMkLst>
            <pc:docMk/>
            <pc:sldMk cId="3221198999" sldId="597"/>
            <ac:spMk id="19" creationId="{84A8DE83-DE75-4B41-9DB4-A7EC0B0DEC0B}"/>
          </ac:spMkLst>
        </pc:spChg>
        <pc:spChg chg="add del">
          <ac:chgData name="Deepika Vatsa" userId="f7100972-27fe-4ee6-8fb4-ec9b7931b409" providerId="ADAL" clId="{18AEA20C-BEAA-445F-A420-7499542A0D43}" dt="2022-08-10T04:38:34.738" v="3737"/>
          <ac:spMkLst>
            <pc:docMk/>
            <pc:sldMk cId="3221198999" sldId="597"/>
            <ac:spMk id="21" creationId="{A7009A0A-BEF5-4EAC-AF15-E4F9F002E239}"/>
          </ac:spMkLst>
        </pc:spChg>
      </pc:sldChg>
      <pc:sldChg chg="addSp modSp add mod">
        <pc:chgData name="Deepika Vatsa" userId="f7100972-27fe-4ee6-8fb4-ec9b7931b409" providerId="ADAL" clId="{18AEA20C-BEAA-445F-A420-7499542A0D43}" dt="2022-08-10T04:39:18.601" v="3749" actId="1076"/>
        <pc:sldMkLst>
          <pc:docMk/>
          <pc:sldMk cId="3441028822" sldId="597"/>
        </pc:sldMkLst>
        <pc:spChg chg="mod">
          <ac:chgData name="Deepika Vatsa" userId="f7100972-27fe-4ee6-8fb4-ec9b7931b409" providerId="ADAL" clId="{18AEA20C-BEAA-445F-A420-7499542A0D43}" dt="2022-08-10T04:38:42.877" v="3739" actId="6549"/>
          <ac:spMkLst>
            <pc:docMk/>
            <pc:sldMk cId="3441028822" sldId="597"/>
            <ac:spMk id="11" creationId="{9F5D1653-CA60-43A9-B8A2-156757479F5A}"/>
          </ac:spMkLst>
        </pc:spChg>
        <pc:picChg chg="add mod modCrop">
          <ac:chgData name="Deepika Vatsa" userId="f7100972-27fe-4ee6-8fb4-ec9b7931b409" providerId="ADAL" clId="{18AEA20C-BEAA-445F-A420-7499542A0D43}" dt="2022-08-10T04:39:18.601" v="3749" actId="1076"/>
          <ac:picMkLst>
            <pc:docMk/>
            <pc:sldMk cId="3441028822" sldId="597"/>
            <ac:picMk id="4" creationId="{05AE7B58-517F-40C3-B671-28A02ED5C599}"/>
          </ac:picMkLst>
        </pc:picChg>
      </pc:sldChg>
      <pc:sldChg chg="add">
        <pc:chgData name="Deepika Vatsa" userId="f7100972-27fe-4ee6-8fb4-ec9b7931b409" providerId="ADAL" clId="{18AEA20C-BEAA-445F-A420-7499542A0D43}" dt="2022-08-10T05:03:42.636" v="4853"/>
        <pc:sldMkLst>
          <pc:docMk/>
          <pc:sldMk cId="166715966" sldId="598"/>
        </pc:sldMkLst>
      </pc:sldChg>
      <pc:sldChg chg="addSp delSp add del setBg delDesignElem">
        <pc:chgData name="Deepika Vatsa" userId="f7100972-27fe-4ee6-8fb4-ec9b7931b409" providerId="ADAL" clId="{18AEA20C-BEAA-445F-A420-7499542A0D43}" dt="2022-08-10T05:03:42.597" v="4852"/>
        <pc:sldMkLst>
          <pc:docMk/>
          <pc:sldMk cId="1876794863" sldId="598"/>
        </pc:sldMkLst>
        <pc:spChg chg="add del">
          <ac:chgData name="Deepika Vatsa" userId="f7100972-27fe-4ee6-8fb4-ec9b7931b409" providerId="ADAL" clId="{18AEA20C-BEAA-445F-A420-7499542A0D43}" dt="2022-08-10T05:03:42.597" v="4852"/>
          <ac:spMkLst>
            <pc:docMk/>
            <pc:sldMk cId="1876794863" sldId="598"/>
            <ac:spMk id="15" creationId="{A8384FB5-9ADC-4DDC-881B-597D56F5B15D}"/>
          </ac:spMkLst>
        </pc:spChg>
        <pc:spChg chg="add del">
          <ac:chgData name="Deepika Vatsa" userId="f7100972-27fe-4ee6-8fb4-ec9b7931b409" providerId="ADAL" clId="{18AEA20C-BEAA-445F-A420-7499542A0D43}" dt="2022-08-10T05:03:42.597" v="4852"/>
          <ac:spMkLst>
            <pc:docMk/>
            <pc:sldMk cId="1876794863" sldId="598"/>
            <ac:spMk id="17" creationId="{1199E1B1-A8C0-4FE8-A5A8-1CB41D69F857}"/>
          </ac:spMkLst>
        </pc:spChg>
        <pc:spChg chg="add del">
          <ac:chgData name="Deepika Vatsa" userId="f7100972-27fe-4ee6-8fb4-ec9b7931b409" providerId="ADAL" clId="{18AEA20C-BEAA-445F-A420-7499542A0D43}" dt="2022-08-10T05:03:42.597" v="4852"/>
          <ac:spMkLst>
            <pc:docMk/>
            <pc:sldMk cId="1876794863" sldId="598"/>
            <ac:spMk id="19" creationId="{84A8DE83-DE75-4B41-9DB4-A7EC0B0DEC0B}"/>
          </ac:spMkLst>
        </pc:spChg>
        <pc:spChg chg="add del">
          <ac:chgData name="Deepika Vatsa" userId="f7100972-27fe-4ee6-8fb4-ec9b7931b409" providerId="ADAL" clId="{18AEA20C-BEAA-445F-A420-7499542A0D43}" dt="2022-08-10T05:03:42.597" v="4852"/>
          <ac:spMkLst>
            <pc:docMk/>
            <pc:sldMk cId="1876794863" sldId="598"/>
            <ac:spMk id="21" creationId="{A7009A0A-BEF5-4EAC-AF15-E4F9F002E239}"/>
          </ac:spMkLst>
        </pc:spChg>
      </pc:sldChg>
      <pc:sldChg chg="addSp delSp add del setBg delDesignElem">
        <pc:chgData name="Deepika Vatsa" userId="f7100972-27fe-4ee6-8fb4-ec9b7931b409" providerId="ADAL" clId="{18AEA20C-BEAA-445F-A420-7499542A0D43}" dt="2022-08-10T04:38:45.393" v="3742"/>
        <pc:sldMkLst>
          <pc:docMk/>
          <pc:sldMk cId="3532730297" sldId="598"/>
        </pc:sldMkLst>
        <pc:spChg chg="add del">
          <ac:chgData name="Deepika Vatsa" userId="f7100972-27fe-4ee6-8fb4-ec9b7931b409" providerId="ADAL" clId="{18AEA20C-BEAA-445F-A420-7499542A0D43}" dt="2022-08-10T04:38:45.393" v="3742"/>
          <ac:spMkLst>
            <pc:docMk/>
            <pc:sldMk cId="3532730297" sldId="598"/>
            <ac:spMk id="15" creationId="{A8384FB5-9ADC-4DDC-881B-597D56F5B15D}"/>
          </ac:spMkLst>
        </pc:spChg>
        <pc:spChg chg="add del">
          <ac:chgData name="Deepika Vatsa" userId="f7100972-27fe-4ee6-8fb4-ec9b7931b409" providerId="ADAL" clId="{18AEA20C-BEAA-445F-A420-7499542A0D43}" dt="2022-08-10T04:38:45.393" v="3742"/>
          <ac:spMkLst>
            <pc:docMk/>
            <pc:sldMk cId="3532730297" sldId="598"/>
            <ac:spMk id="17" creationId="{1199E1B1-A8C0-4FE8-A5A8-1CB41D69F857}"/>
          </ac:spMkLst>
        </pc:spChg>
        <pc:spChg chg="add del">
          <ac:chgData name="Deepika Vatsa" userId="f7100972-27fe-4ee6-8fb4-ec9b7931b409" providerId="ADAL" clId="{18AEA20C-BEAA-445F-A420-7499542A0D43}" dt="2022-08-10T04:38:45.393" v="3742"/>
          <ac:spMkLst>
            <pc:docMk/>
            <pc:sldMk cId="3532730297" sldId="598"/>
            <ac:spMk id="19" creationId="{84A8DE83-DE75-4B41-9DB4-A7EC0B0DEC0B}"/>
          </ac:spMkLst>
        </pc:spChg>
        <pc:spChg chg="add del">
          <ac:chgData name="Deepika Vatsa" userId="f7100972-27fe-4ee6-8fb4-ec9b7931b409" providerId="ADAL" clId="{18AEA20C-BEAA-445F-A420-7499542A0D43}" dt="2022-08-10T04:38:45.393" v="3742"/>
          <ac:spMkLst>
            <pc:docMk/>
            <pc:sldMk cId="3532730297" sldId="598"/>
            <ac:spMk id="21" creationId="{A7009A0A-BEF5-4EAC-AF15-E4F9F002E239}"/>
          </ac:spMkLst>
        </pc:spChg>
      </pc:sldChg>
      <pc:sldChg chg="addSp delSp modSp add del mod modNotesTx">
        <pc:chgData name="Deepika Vatsa" userId="f7100972-27fe-4ee6-8fb4-ec9b7931b409" providerId="ADAL" clId="{18AEA20C-BEAA-445F-A420-7499542A0D43}" dt="2022-08-10T05:03:38.100" v="4849" actId="2696"/>
        <pc:sldMkLst>
          <pc:docMk/>
          <pc:sldMk cId="4275091096" sldId="598"/>
        </pc:sldMkLst>
        <pc:spChg chg="mod">
          <ac:chgData name="Deepika Vatsa" userId="f7100972-27fe-4ee6-8fb4-ec9b7931b409" providerId="ADAL" clId="{18AEA20C-BEAA-445F-A420-7499542A0D43}" dt="2022-08-10T04:48:06.053" v="3845" actId="20577"/>
          <ac:spMkLst>
            <pc:docMk/>
            <pc:sldMk cId="4275091096" sldId="598"/>
            <ac:spMk id="2" creationId="{6167DC2D-0072-445E-8CB3-E53407061CE7}"/>
          </ac:spMkLst>
        </pc:spChg>
        <pc:picChg chg="del">
          <ac:chgData name="Deepika Vatsa" userId="f7100972-27fe-4ee6-8fb4-ec9b7931b409" providerId="ADAL" clId="{18AEA20C-BEAA-445F-A420-7499542A0D43}" dt="2022-08-10T04:47:23.144" v="3792" actId="478"/>
          <ac:picMkLst>
            <pc:docMk/>
            <pc:sldMk cId="4275091096" sldId="598"/>
            <ac:picMk id="4" creationId="{05AE7B58-517F-40C3-B671-28A02ED5C599}"/>
          </ac:picMkLst>
        </pc:picChg>
        <pc:picChg chg="add mod modCrop">
          <ac:chgData name="Deepika Vatsa" userId="f7100972-27fe-4ee6-8fb4-ec9b7931b409" providerId="ADAL" clId="{18AEA20C-BEAA-445F-A420-7499542A0D43}" dt="2022-08-10T04:47:50.946" v="3798" actId="1076"/>
          <ac:picMkLst>
            <pc:docMk/>
            <pc:sldMk cId="4275091096" sldId="598"/>
            <ac:picMk id="5" creationId="{49127664-B5D7-418C-AA26-A741772CC05D}"/>
          </ac:picMkLst>
        </pc:picChg>
      </pc:sldChg>
      <pc:sldChg chg="addSp delSp modSp add del mod modNotesTx">
        <pc:chgData name="Deepika Vatsa" userId="f7100972-27fe-4ee6-8fb4-ec9b7931b409" providerId="ADAL" clId="{18AEA20C-BEAA-445F-A420-7499542A0D43}" dt="2022-08-10T05:03:25.895" v="4844" actId="2696"/>
        <pc:sldMkLst>
          <pc:docMk/>
          <pc:sldMk cId="1845320860" sldId="599"/>
        </pc:sldMkLst>
        <pc:spChg chg="mod">
          <ac:chgData name="Deepika Vatsa" userId="f7100972-27fe-4ee6-8fb4-ec9b7931b409" providerId="ADAL" clId="{18AEA20C-BEAA-445F-A420-7499542A0D43}" dt="2022-08-10T05:02:33.236" v="4752" actId="20577"/>
          <ac:spMkLst>
            <pc:docMk/>
            <pc:sldMk cId="1845320860" sldId="599"/>
            <ac:spMk id="2" creationId="{6167DC2D-0072-445E-8CB3-E53407061CE7}"/>
          </ac:spMkLst>
        </pc:spChg>
        <pc:picChg chg="add del mod modCrop">
          <ac:chgData name="Deepika Vatsa" userId="f7100972-27fe-4ee6-8fb4-ec9b7931b409" providerId="ADAL" clId="{18AEA20C-BEAA-445F-A420-7499542A0D43}" dt="2022-08-10T05:01:24.090" v="4715" actId="22"/>
          <ac:picMkLst>
            <pc:docMk/>
            <pc:sldMk cId="1845320860" sldId="599"/>
            <ac:picMk id="4" creationId="{BFFC348F-8175-43C5-AC50-5A16D3D6E8BB}"/>
          </ac:picMkLst>
        </pc:picChg>
        <pc:picChg chg="del">
          <ac:chgData name="Deepika Vatsa" userId="f7100972-27fe-4ee6-8fb4-ec9b7931b409" providerId="ADAL" clId="{18AEA20C-BEAA-445F-A420-7499542A0D43}" dt="2022-08-10T05:00:48.421" v="4701" actId="478"/>
          <ac:picMkLst>
            <pc:docMk/>
            <pc:sldMk cId="1845320860" sldId="599"/>
            <ac:picMk id="5" creationId="{49127664-B5D7-418C-AA26-A741772CC05D}"/>
          </ac:picMkLst>
        </pc:picChg>
        <pc:picChg chg="add del mod modCrop">
          <ac:chgData name="Deepika Vatsa" userId="f7100972-27fe-4ee6-8fb4-ec9b7931b409" providerId="ADAL" clId="{18AEA20C-BEAA-445F-A420-7499542A0D43}" dt="2022-08-10T05:01:51.981" v="4725" actId="22"/>
          <ac:picMkLst>
            <pc:docMk/>
            <pc:sldMk cId="1845320860" sldId="599"/>
            <ac:picMk id="8" creationId="{846FD833-D073-4564-B981-96614B89C315}"/>
          </ac:picMkLst>
        </pc:picChg>
        <pc:picChg chg="add mod modCrop">
          <ac:chgData name="Deepika Vatsa" userId="f7100972-27fe-4ee6-8fb4-ec9b7931b409" providerId="ADAL" clId="{18AEA20C-BEAA-445F-A420-7499542A0D43}" dt="2022-08-10T05:02:23.219" v="4729" actId="1076"/>
          <ac:picMkLst>
            <pc:docMk/>
            <pc:sldMk cId="1845320860" sldId="599"/>
            <ac:picMk id="10" creationId="{CC4BA9E0-B325-40F5-A4B3-D944419DE46D}"/>
          </ac:picMkLst>
        </pc:picChg>
      </pc:sldChg>
      <pc:sldChg chg="addSp delSp add del setBg delDesignElem">
        <pc:chgData name="Deepika Vatsa" userId="f7100972-27fe-4ee6-8fb4-ec9b7931b409" providerId="ADAL" clId="{18AEA20C-BEAA-445F-A420-7499542A0D43}" dt="2022-08-10T05:03:32.230" v="4847"/>
        <pc:sldMkLst>
          <pc:docMk/>
          <pc:sldMk cId="2655265670" sldId="599"/>
        </pc:sldMkLst>
        <pc:spChg chg="add del">
          <ac:chgData name="Deepika Vatsa" userId="f7100972-27fe-4ee6-8fb4-ec9b7931b409" providerId="ADAL" clId="{18AEA20C-BEAA-445F-A420-7499542A0D43}" dt="2022-08-10T05:03:32.230" v="4847"/>
          <ac:spMkLst>
            <pc:docMk/>
            <pc:sldMk cId="2655265670" sldId="599"/>
            <ac:spMk id="15" creationId="{A8384FB5-9ADC-4DDC-881B-597D56F5B15D}"/>
          </ac:spMkLst>
        </pc:spChg>
        <pc:spChg chg="add del">
          <ac:chgData name="Deepika Vatsa" userId="f7100972-27fe-4ee6-8fb4-ec9b7931b409" providerId="ADAL" clId="{18AEA20C-BEAA-445F-A420-7499542A0D43}" dt="2022-08-10T05:03:32.230" v="4847"/>
          <ac:spMkLst>
            <pc:docMk/>
            <pc:sldMk cId="2655265670" sldId="599"/>
            <ac:spMk id="17" creationId="{1199E1B1-A8C0-4FE8-A5A8-1CB41D69F857}"/>
          </ac:spMkLst>
        </pc:spChg>
        <pc:spChg chg="add del">
          <ac:chgData name="Deepika Vatsa" userId="f7100972-27fe-4ee6-8fb4-ec9b7931b409" providerId="ADAL" clId="{18AEA20C-BEAA-445F-A420-7499542A0D43}" dt="2022-08-10T05:03:32.230" v="4847"/>
          <ac:spMkLst>
            <pc:docMk/>
            <pc:sldMk cId="2655265670" sldId="599"/>
            <ac:spMk id="19" creationId="{84A8DE83-DE75-4B41-9DB4-A7EC0B0DEC0B}"/>
          </ac:spMkLst>
        </pc:spChg>
        <pc:spChg chg="add del">
          <ac:chgData name="Deepika Vatsa" userId="f7100972-27fe-4ee6-8fb4-ec9b7931b409" providerId="ADAL" clId="{18AEA20C-BEAA-445F-A420-7499542A0D43}" dt="2022-08-10T05:03:32.230" v="4847"/>
          <ac:spMkLst>
            <pc:docMk/>
            <pc:sldMk cId="2655265670" sldId="599"/>
            <ac:spMk id="21" creationId="{A7009A0A-BEF5-4EAC-AF15-E4F9F002E239}"/>
          </ac:spMkLst>
        </pc:spChg>
      </pc:sldChg>
      <pc:sldChg chg="add">
        <pc:chgData name="Deepika Vatsa" userId="f7100972-27fe-4ee6-8fb4-ec9b7931b409" providerId="ADAL" clId="{18AEA20C-BEAA-445F-A420-7499542A0D43}" dt="2022-08-10T05:03:32.282" v="4848"/>
        <pc:sldMkLst>
          <pc:docMk/>
          <pc:sldMk cId="3192749011" sldId="599"/>
        </pc:sldMkLst>
      </pc:sldChg>
      <pc:sldChg chg="addSp delSp modSp add mod modNotesTx">
        <pc:chgData name="Deepika Vatsa" userId="f7100972-27fe-4ee6-8fb4-ec9b7931b409" providerId="ADAL" clId="{18AEA20C-BEAA-445F-A420-7499542A0D43}" dt="2022-08-10T05:05:39.605" v="4932" actId="20577"/>
        <pc:sldMkLst>
          <pc:docMk/>
          <pc:sldMk cId="829392238" sldId="600"/>
        </pc:sldMkLst>
        <pc:spChg chg="mod">
          <ac:chgData name="Deepika Vatsa" userId="f7100972-27fe-4ee6-8fb4-ec9b7931b409" providerId="ADAL" clId="{18AEA20C-BEAA-445F-A420-7499542A0D43}" dt="2022-08-10T05:05:39.605" v="4932" actId="20577"/>
          <ac:spMkLst>
            <pc:docMk/>
            <pc:sldMk cId="829392238" sldId="600"/>
            <ac:spMk id="2" creationId="{6167DC2D-0072-445E-8CB3-E53407061CE7}"/>
          </ac:spMkLst>
        </pc:spChg>
        <pc:picChg chg="add mod modCrop">
          <ac:chgData name="Deepika Vatsa" userId="f7100972-27fe-4ee6-8fb4-ec9b7931b409" providerId="ADAL" clId="{18AEA20C-BEAA-445F-A420-7499542A0D43}" dt="2022-08-10T05:05:17.972" v="4861" actId="1076"/>
          <ac:picMkLst>
            <pc:docMk/>
            <pc:sldMk cId="829392238" sldId="600"/>
            <ac:picMk id="4" creationId="{38446A62-73CE-4D28-AF4E-5D4FC6675053}"/>
          </ac:picMkLst>
        </pc:picChg>
        <pc:picChg chg="del">
          <ac:chgData name="Deepika Vatsa" userId="f7100972-27fe-4ee6-8fb4-ec9b7931b409" providerId="ADAL" clId="{18AEA20C-BEAA-445F-A420-7499542A0D43}" dt="2022-08-10T05:04:50.608" v="4855" actId="478"/>
          <ac:picMkLst>
            <pc:docMk/>
            <pc:sldMk cId="829392238" sldId="600"/>
            <ac:picMk id="5" creationId="{49127664-B5D7-418C-AA26-A741772CC05D}"/>
          </ac:picMkLst>
        </pc:picChg>
      </pc:sldChg>
      <pc:sldChg chg="addSp delSp modSp add mod modNotesTx">
        <pc:chgData name="Deepika Vatsa" userId="f7100972-27fe-4ee6-8fb4-ec9b7931b409" providerId="ADAL" clId="{18AEA20C-BEAA-445F-A420-7499542A0D43}" dt="2022-08-10T05:33:10.061" v="5929" actId="20577"/>
        <pc:sldMkLst>
          <pc:docMk/>
          <pc:sldMk cId="573867450" sldId="601"/>
        </pc:sldMkLst>
        <pc:spChg chg="mod">
          <ac:chgData name="Deepika Vatsa" userId="f7100972-27fe-4ee6-8fb4-ec9b7931b409" providerId="ADAL" clId="{18AEA20C-BEAA-445F-A420-7499542A0D43}" dt="2022-08-10T05:33:10.061" v="5929" actId="20577"/>
          <ac:spMkLst>
            <pc:docMk/>
            <pc:sldMk cId="573867450" sldId="601"/>
            <ac:spMk id="2" creationId="{6167DC2D-0072-445E-8CB3-E53407061CE7}"/>
          </ac:spMkLst>
        </pc:spChg>
        <pc:picChg chg="del">
          <ac:chgData name="Deepika Vatsa" userId="f7100972-27fe-4ee6-8fb4-ec9b7931b409" providerId="ADAL" clId="{18AEA20C-BEAA-445F-A420-7499542A0D43}" dt="2022-08-10T05:23:58.002" v="5168" actId="478"/>
          <ac:picMkLst>
            <pc:docMk/>
            <pc:sldMk cId="573867450" sldId="601"/>
            <ac:picMk id="4" creationId="{05AE7B58-517F-40C3-B671-28A02ED5C599}"/>
          </ac:picMkLst>
        </pc:picChg>
        <pc:picChg chg="add mod modCrop">
          <ac:chgData name="Deepika Vatsa" userId="f7100972-27fe-4ee6-8fb4-ec9b7931b409" providerId="ADAL" clId="{18AEA20C-BEAA-445F-A420-7499542A0D43}" dt="2022-08-10T05:24:50.498" v="5200" actId="1076"/>
          <ac:picMkLst>
            <pc:docMk/>
            <pc:sldMk cId="573867450" sldId="601"/>
            <ac:picMk id="5" creationId="{30312C3A-677A-482F-A98F-CF583EE27487}"/>
          </ac:picMkLst>
        </pc:picChg>
      </pc:sldChg>
      <pc:sldChg chg="addSp delSp modSp add mod modNotesTx">
        <pc:chgData name="Deepika Vatsa" userId="f7100972-27fe-4ee6-8fb4-ec9b7931b409" providerId="ADAL" clId="{18AEA20C-BEAA-445F-A420-7499542A0D43}" dt="2022-08-10T05:32:59.168" v="5896" actId="20577"/>
        <pc:sldMkLst>
          <pc:docMk/>
          <pc:sldMk cId="2339495179" sldId="602"/>
        </pc:sldMkLst>
        <pc:spChg chg="mod">
          <ac:chgData name="Deepika Vatsa" userId="f7100972-27fe-4ee6-8fb4-ec9b7931b409" providerId="ADAL" clId="{18AEA20C-BEAA-445F-A420-7499542A0D43}" dt="2022-08-10T05:32:59.168" v="5896" actId="20577"/>
          <ac:spMkLst>
            <pc:docMk/>
            <pc:sldMk cId="2339495179" sldId="602"/>
            <ac:spMk id="2" creationId="{6167DC2D-0072-445E-8CB3-E53407061CE7}"/>
          </ac:spMkLst>
        </pc:spChg>
        <pc:picChg chg="add mod modCrop">
          <ac:chgData name="Deepika Vatsa" userId="f7100972-27fe-4ee6-8fb4-ec9b7931b409" providerId="ADAL" clId="{18AEA20C-BEAA-445F-A420-7499542A0D43}" dt="2022-08-10T05:25:34.089" v="5207" actId="1076"/>
          <ac:picMkLst>
            <pc:docMk/>
            <pc:sldMk cId="2339495179" sldId="602"/>
            <ac:picMk id="4" creationId="{514D486F-82FB-40DB-9433-D8233988356F}"/>
          </ac:picMkLst>
        </pc:picChg>
        <pc:picChg chg="del">
          <ac:chgData name="Deepika Vatsa" userId="f7100972-27fe-4ee6-8fb4-ec9b7931b409" providerId="ADAL" clId="{18AEA20C-BEAA-445F-A420-7499542A0D43}" dt="2022-08-10T05:25:12.919" v="5202" actId="478"/>
          <ac:picMkLst>
            <pc:docMk/>
            <pc:sldMk cId="2339495179" sldId="602"/>
            <ac:picMk id="5" creationId="{30312C3A-677A-482F-A98F-CF583EE27487}"/>
          </ac:picMkLst>
        </pc:picChg>
      </pc:sldChg>
      <pc:sldChg chg="addSp delSp modSp add mod modNotesTx">
        <pc:chgData name="Deepika Vatsa" userId="f7100972-27fe-4ee6-8fb4-ec9b7931b409" providerId="ADAL" clId="{18AEA20C-BEAA-445F-A420-7499542A0D43}" dt="2022-08-10T05:36:43.842" v="6060" actId="1076"/>
        <pc:sldMkLst>
          <pc:docMk/>
          <pc:sldMk cId="4267505518" sldId="603"/>
        </pc:sldMkLst>
        <pc:spChg chg="mod">
          <ac:chgData name="Deepika Vatsa" userId="f7100972-27fe-4ee6-8fb4-ec9b7931b409" providerId="ADAL" clId="{18AEA20C-BEAA-445F-A420-7499542A0D43}" dt="2022-08-10T05:34:47.080" v="5975" actId="20577"/>
          <ac:spMkLst>
            <pc:docMk/>
            <pc:sldMk cId="4267505518" sldId="603"/>
            <ac:spMk id="2" creationId="{6167DC2D-0072-445E-8CB3-E53407061CE7}"/>
          </ac:spMkLst>
        </pc:spChg>
        <pc:picChg chg="del">
          <ac:chgData name="Deepika Vatsa" userId="f7100972-27fe-4ee6-8fb4-ec9b7931b409" providerId="ADAL" clId="{18AEA20C-BEAA-445F-A420-7499542A0D43}" dt="2022-08-10T05:33:44.611" v="5932" actId="478"/>
          <ac:picMkLst>
            <pc:docMk/>
            <pc:sldMk cId="4267505518" sldId="603"/>
            <ac:picMk id="4" creationId="{514D486F-82FB-40DB-9433-D8233988356F}"/>
          </ac:picMkLst>
        </pc:picChg>
        <pc:picChg chg="add del mod modCrop">
          <ac:chgData name="Deepika Vatsa" userId="f7100972-27fe-4ee6-8fb4-ec9b7931b409" providerId="ADAL" clId="{18AEA20C-BEAA-445F-A420-7499542A0D43}" dt="2022-08-10T05:35:32.744" v="6048" actId="478"/>
          <ac:picMkLst>
            <pc:docMk/>
            <pc:sldMk cId="4267505518" sldId="603"/>
            <ac:picMk id="5" creationId="{975A5F0C-68CC-448F-BDF5-37697651E8CF}"/>
          </ac:picMkLst>
        </pc:picChg>
        <pc:picChg chg="add del mod modCrop">
          <ac:chgData name="Deepika Vatsa" userId="f7100972-27fe-4ee6-8fb4-ec9b7931b409" providerId="ADAL" clId="{18AEA20C-BEAA-445F-A420-7499542A0D43}" dt="2022-08-10T05:36:19.734" v="6055" actId="478"/>
          <ac:picMkLst>
            <pc:docMk/>
            <pc:sldMk cId="4267505518" sldId="603"/>
            <ac:picMk id="8" creationId="{25716DB5-31C0-4159-BD1E-2DB0F9F3B5D9}"/>
          </ac:picMkLst>
        </pc:picChg>
        <pc:picChg chg="add mod modCrop">
          <ac:chgData name="Deepika Vatsa" userId="f7100972-27fe-4ee6-8fb4-ec9b7931b409" providerId="ADAL" clId="{18AEA20C-BEAA-445F-A420-7499542A0D43}" dt="2022-08-10T05:36:43.842" v="6060" actId="1076"/>
          <ac:picMkLst>
            <pc:docMk/>
            <pc:sldMk cId="4267505518" sldId="603"/>
            <ac:picMk id="10" creationId="{19BA0B03-7793-4AC5-8737-CC666C6E2402}"/>
          </ac:picMkLst>
        </pc:picChg>
      </pc:sldChg>
      <pc:sldChg chg="add modNotesTx">
        <pc:chgData name="Deepika Vatsa" userId="f7100972-27fe-4ee6-8fb4-ec9b7931b409" providerId="ADAL" clId="{18AEA20C-BEAA-445F-A420-7499542A0D43}" dt="2022-08-10T05:37:35.544" v="6189" actId="20577"/>
        <pc:sldMkLst>
          <pc:docMk/>
          <pc:sldMk cId="2585325527" sldId="604"/>
        </pc:sldMkLst>
      </pc:sldChg>
    </pc:docChg>
  </pc:docChgLst>
  <pc:docChgLst>
    <pc:chgData name="Deepika Vatsa" userId="f7100972-27fe-4ee6-8fb4-ec9b7931b409" providerId="ADAL" clId="{F37C4974-F220-459F-95C5-71112429BD42}"/>
    <pc:docChg chg="undo custSel addSld delSld modSld sldOrd">
      <pc:chgData name="Deepika Vatsa" userId="f7100972-27fe-4ee6-8fb4-ec9b7931b409" providerId="ADAL" clId="{F37C4974-F220-459F-95C5-71112429BD42}" dt="2022-09-19T17:37:15.902" v="3949"/>
      <pc:docMkLst>
        <pc:docMk/>
      </pc:docMkLst>
      <pc:sldChg chg="del">
        <pc:chgData name="Deepika Vatsa" userId="f7100972-27fe-4ee6-8fb4-ec9b7931b409" providerId="ADAL" clId="{F37C4974-F220-459F-95C5-71112429BD42}" dt="2022-09-19T04:49:04.878" v="5" actId="47"/>
        <pc:sldMkLst>
          <pc:docMk/>
          <pc:sldMk cId="492309654" sldId="256"/>
        </pc:sldMkLst>
      </pc:sldChg>
      <pc:sldChg chg="del">
        <pc:chgData name="Deepika Vatsa" userId="f7100972-27fe-4ee6-8fb4-ec9b7931b409" providerId="ADAL" clId="{F37C4974-F220-459F-95C5-71112429BD42}" dt="2022-09-19T04:49:24.539" v="11" actId="47"/>
        <pc:sldMkLst>
          <pc:docMk/>
          <pc:sldMk cId="3472450693" sldId="257"/>
        </pc:sldMkLst>
      </pc:sldChg>
      <pc:sldChg chg="delSp del mod">
        <pc:chgData name="Deepika Vatsa" userId="f7100972-27fe-4ee6-8fb4-ec9b7931b409" providerId="ADAL" clId="{F37C4974-F220-459F-95C5-71112429BD42}" dt="2022-09-19T04:51:00.055" v="36" actId="47"/>
        <pc:sldMkLst>
          <pc:docMk/>
          <pc:sldMk cId="4184969250" sldId="560"/>
        </pc:sldMkLst>
        <pc:spChg chg="del">
          <ac:chgData name="Deepika Vatsa" userId="f7100972-27fe-4ee6-8fb4-ec9b7931b409" providerId="ADAL" clId="{F37C4974-F220-459F-95C5-71112429BD42}" dt="2022-09-19T04:50:49.962" v="33" actId="21"/>
          <ac:spMkLst>
            <pc:docMk/>
            <pc:sldMk cId="4184969250" sldId="560"/>
            <ac:spMk id="6" creationId="{98E0FE6E-8F22-4B9F-9E9F-E2B694DC96D4}"/>
          </ac:spMkLst>
        </pc:spChg>
        <pc:picChg chg="del">
          <ac:chgData name="Deepika Vatsa" userId="f7100972-27fe-4ee6-8fb4-ec9b7931b409" providerId="ADAL" clId="{F37C4974-F220-459F-95C5-71112429BD42}" dt="2022-09-19T04:50:43.792" v="31" actId="21"/>
          <ac:picMkLst>
            <pc:docMk/>
            <pc:sldMk cId="4184969250" sldId="560"/>
            <ac:picMk id="8" creationId="{DFE7DFCE-8DE5-4ACA-8112-DF2E5EE032CE}"/>
          </ac:picMkLst>
        </pc:picChg>
      </pc:sldChg>
      <pc:sldChg chg="addSp delSp modSp mod modNotesTx">
        <pc:chgData name="Deepika Vatsa" userId="f7100972-27fe-4ee6-8fb4-ec9b7931b409" providerId="ADAL" clId="{F37C4974-F220-459F-95C5-71112429BD42}" dt="2022-09-19T04:58:20.648" v="55" actId="113"/>
        <pc:sldMkLst>
          <pc:docMk/>
          <pc:sldMk cId="1127720626" sldId="561"/>
        </pc:sldMkLst>
        <pc:spChg chg="mod">
          <ac:chgData name="Deepika Vatsa" userId="f7100972-27fe-4ee6-8fb4-ec9b7931b409" providerId="ADAL" clId="{F37C4974-F220-459F-95C5-71112429BD42}" dt="2022-09-19T04:50:40.886" v="30" actId="6549"/>
          <ac:spMkLst>
            <pc:docMk/>
            <pc:sldMk cId="1127720626" sldId="561"/>
            <ac:spMk id="2" creationId="{6167DC2D-0072-445E-8CB3-E53407061CE7}"/>
          </ac:spMkLst>
        </pc:spChg>
        <pc:spChg chg="del">
          <ac:chgData name="Deepika Vatsa" userId="f7100972-27fe-4ee6-8fb4-ec9b7931b409" providerId="ADAL" clId="{F37C4974-F220-459F-95C5-71112429BD42}" dt="2022-09-19T04:50:02.680" v="15" actId="478"/>
          <ac:spMkLst>
            <pc:docMk/>
            <pc:sldMk cId="1127720626" sldId="561"/>
            <ac:spMk id="9" creationId="{55A5BFD8-4962-4C89-86F0-4A582AD35F41}"/>
          </ac:spMkLst>
        </pc:spChg>
        <pc:spChg chg="add del mod">
          <ac:chgData name="Deepika Vatsa" userId="f7100972-27fe-4ee6-8fb4-ec9b7931b409" providerId="ADAL" clId="{F37C4974-F220-459F-95C5-71112429BD42}" dt="2022-09-19T04:50:37.470" v="29" actId="478"/>
          <ac:spMkLst>
            <pc:docMk/>
            <pc:sldMk cId="1127720626" sldId="561"/>
            <ac:spMk id="11" creationId="{2F2CF578-B636-43E7-91B0-1E60F93036BC}"/>
          </ac:spMkLst>
        </pc:spChg>
        <pc:spChg chg="add mod">
          <ac:chgData name="Deepika Vatsa" userId="f7100972-27fe-4ee6-8fb4-ec9b7931b409" providerId="ADAL" clId="{F37C4974-F220-459F-95C5-71112429BD42}" dt="2022-09-19T04:58:20.648" v="55" actId="113"/>
          <ac:spMkLst>
            <pc:docMk/>
            <pc:sldMk cId="1127720626" sldId="561"/>
            <ac:spMk id="13" creationId="{6DB75822-3CA7-436B-B52A-22577AA8FB63}"/>
          </ac:spMkLst>
        </pc:spChg>
        <pc:picChg chg="add del mod">
          <ac:chgData name="Deepika Vatsa" userId="f7100972-27fe-4ee6-8fb4-ec9b7931b409" providerId="ADAL" clId="{F37C4974-F220-459F-95C5-71112429BD42}" dt="2022-09-19T04:50:24.039" v="24" actId="478"/>
          <ac:picMkLst>
            <pc:docMk/>
            <pc:sldMk cId="1127720626" sldId="561"/>
            <ac:picMk id="10" creationId="{99D03AE6-483B-4DF4-AD52-6F8714FD334D}"/>
          </ac:picMkLst>
        </pc:picChg>
        <pc:picChg chg="add mod">
          <ac:chgData name="Deepika Vatsa" userId="f7100972-27fe-4ee6-8fb4-ec9b7931b409" providerId="ADAL" clId="{F37C4974-F220-459F-95C5-71112429BD42}" dt="2022-09-19T04:50:45.495" v="32"/>
          <ac:picMkLst>
            <pc:docMk/>
            <pc:sldMk cId="1127720626" sldId="561"/>
            <ac:picMk id="12" creationId="{5E9DAC2E-B8A2-4DA6-BEF4-2C993E7C754E}"/>
          </ac:picMkLst>
        </pc:picChg>
      </pc:sldChg>
      <pc:sldChg chg="modSp mod">
        <pc:chgData name="Deepika Vatsa" userId="f7100972-27fe-4ee6-8fb4-ec9b7931b409" providerId="ADAL" clId="{F37C4974-F220-459F-95C5-71112429BD42}" dt="2022-09-19T10:37:04.366" v="3788" actId="113"/>
        <pc:sldMkLst>
          <pc:docMk/>
          <pc:sldMk cId="2722501262" sldId="583"/>
        </pc:sldMkLst>
        <pc:spChg chg="mod">
          <ac:chgData name="Deepika Vatsa" userId="f7100972-27fe-4ee6-8fb4-ec9b7931b409" providerId="ADAL" clId="{F37C4974-F220-459F-95C5-71112429BD42}" dt="2022-09-19T10:37:04.366" v="3788" actId="113"/>
          <ac:spMkLst>
            <pc:docMk/>
            <pc:sldMk cId="2722501262" sldId="583"/>
            <ac:spMk id="11" creationId="{9F5D1653-CA60-43A9-B8A2-156757479F5A}"/>
          </ac:spMkLst>
        </pc:spChg>
      </pc:sldChg>
      <pc:sldChg chg="delSp del mod">
        <pc:chgData name="Deepika Vatsa" userId="f7100972-27fe-4ee6-8fb4-ec9b7931b409" providerId="ADAL" clId="{F37C4974-F220-459F-95C5-71112429BD42}" dt="2022-09-19T04:50:32.206" v="27" actId="47"/>
        <pc:sldMkLst>
          <pc:docMk/>
          <pc:sldMk cId="4154716115" sldId="589"/>
        </pc:sldMkLst>
        <pc:spChg chg="del">
          <ac:chgData name="Deepika Vatsa" userId="f7100972-27fe-4ee6-8fb4-ec9b7931b409" providerId="ADAL" clId="{F37C4974-F220-459F-95C5-71112429BD42}" dt="2022-09-19T04:50:28.520" v="25" actId="21"/>
          <ac:spMkLst>
            <pc:docMk/>
            <pc:sldMk cId="4154716115" sldId="589"/>
            <ac:spMk id="6" creationId="{98E0FE6E-8F22-4B9F-9E9F-E2B694DC96D4}"/>
          </ac:spMkLst>
        </pc:spChg>
      </pc:sldChg>
      <pc:sldChg chg="delSp modSp del mod">
        <pc:chgData name="Deepika Vatsa" userId="f7100972-27fe-4ee6-8fb4-ec9b7931b409" providerId="ADAL" clId="{F37C4974-F220-459F-95C5-71112429BD42}" dt="2022-09-19T04:50:18.836" v="22" actId="47"/>
        <pc:sldMkLst>
          <pc:docMk/>
          <pc:sldMk cId="2174576397" sldId="590"/>
        </pc:sldMkLst>
        <pc:spChg chg="mod">
          <ac:chgData name="Deepika Vatsa" userId="f7100972-27fe-4ee6-8fb4-ec9b7931b409" providerId="ADAL" clId="{F37C4974-F220-459F-95C5-71112429BD42}" dt="2022-09-19T04:50:10.881" v="18" actId="21"/>
          <ac:spMkLst>
            <pc:docMk/>
            <pc:sldMk cId="2174576397" sldId="590"/>
            <ac:spMk id="2" creationId="{6167DC2D-0072-445E-8CB3-E53407061CE7}"/>
          </ac:spMkLst>
        </pc:spChg>
        <pc:picChg chg="del mod">
          <ac:chgData name="Deepika Vatsa" userId="f7100972-27fe-4ee6-8fb4-ec9b7931b409" providerId="ADAL" clId="{F37C4974-F220-459F-95C5-71112429BD42}" dt="2022-09-19T04:49:59.662" v="14" actId="21"/>
          <ac:picMkLst>
            <pc:docMk/>
            <pc:sldMk cId="2174576397" sldId="590"/>
            <ac:picMk id="4" creationId="{62AFE5BE-ADFC-49B8-BDFB-C642CCC9552A}"/>
          </ac:picMkLst>
        </pc:picChg>
      </pc:sldChg>
      <pc:sldChg chg="addSp modSp mod">
        <pc:chgData name="Deepika Vatsa" userId="f7100972-27fe-4ee6-8fb4-ec9b7931b409" providerId="ADAL" clId="{F37C4974-F220-459F-95C5-71112429BD42}" dt="2022-09-19T05:24:25.372" v="288" actId="14100"/>
        <pc:sldMkLst>
          <pc:docMk/>
          <pc:sldMk cId="2579858776" sldId="591"/>
        </pc:sldMkLst>
        <pc:spChg chg="mod">
          <ac:chgData name="Deepika Vatsa" userId="f7100972-27fe-4ee6-8fb4-ec9b7931b409" providerId="ADAL" clId="{F37C4974-F220-459F-95C5-71112429BD42}" dt="2022-09-19T05:11:15.118" v="119" actId="6549"/>
          <ac:spMkLst>
            <pc:docMk/>
            <pc:sldMk cId="2579858776" sldId="591"/>
            <ac:spMk id="9" creationId="{55A5BFD8-4962-4C89-86F0-4A582AD35F41}"/>
          </ac:spMkLst>
        </pc:spChg>
        <pc:picChg chg="add mod modCrop">
          <ac:chgData name="Deepika Vatsa" userId="f7100972-27fe-4ee6-8fb4-ec9b7931b409" providerId="ADAL" clId="{F37C4974-F220-459F-95C5-71112429BD42}" dt="2022-09-19T05:24:25.372" v="288" actId="14100"/>
          <ac:picMkLst>
            <pc:docMk/>
            <pc:sldMk cId="2579858776" sldId="591"/>
            <ac:picMk id="4" creationId="{05A48E4F-27E6-44B4-AE0B-E5C3E58572AB}"/>
          </ac:picMkLst>
        </pc:picChg>
      </pc:sldChg>
      <pc:sldChg chg="addSp delSp modSp mod modNotesTx">
        <pc:chgData name="Deepika Vatsa" userId="f7100972-27fe-4ee6-8fb4-ec9b7931b409" providerId="ADAL" clId="{F37C4974-F220-459F-95C5-71112429BD42}" dt="2022-09-19T17:35:43.665" v="3948" actId="20577"/>
        <pc:sldMkLst>
          <pc:docMk/>
          <pc:sldMk cId="989767306" sldId="592"/>
        </pc:sldMkLst>
        <pc:spChg chg="mod">
          <ac:chgData name="Deepika Vatsa" userId="f7100972-27fe-4ee6-8fb4-ec9b7931b409" providerId="ADAL" clId="{F37C4974-F220-459F-95C5-71112429BD42}" dt="2022-09-19T05:55:54.135" v="711" actId="20577"/>
          <ac:spMkLst>
            <pc:docMk/>
            <pc:sldMk cId="989767306" sldId="592"/>
            <ac:spMk id="2" creationId="{6167DC2D-0072-445E-8CB3-E53407061CE7}"/>
          </ac:spMkLst>
        </pc:spChg>
        <pc:spChg chg="mod">
          <ac:chgData name="Deepika Vatsa" userId="f7100972-27fe-4ee6-8fb4-ec9b7931b409" providerId="ADAL" clId="{F37C4974-F220-459F-95C5-71112429BD42}" dt="2022-09-19T17:35:43.665" v="3948" actId="20577"/>
          <ac:spMkLst>
            <pc:docMk/>
            <pc:sldMk cId="989767306" sldId="592"/>
            <ac:spMk id="9" creationId="{55A5BFD8-4962-4C89-86F0-4A582AD35F41}"/>
          </ac:spMkLst>
        </pc:spChg>
        <pc:grpChg chg="del mod">
          <ac:chgData name="Deepika Vatsa" userId="f7100972-27fe-4ee6-8fb4-ec9b7931b409" providerId="ADAL" clId="{F37C4974-F220-459F-95C5-71112429BD42}" dt="2022-09-19T08:20:06.357" v="968" actId="478"/>
          <ac:grpSpMkLst>
            <pc:docMk/>
            <pc:sldMk cId="989767306" sldId="592"/>
            <ac:grpSpMk id="7" creationId="{90D64251-1867-49A6-A318-03689CF78AD5}"/>
          </ac:grpSpMkLst>
        </pc:grpChg>
        <pc:grpChg chg="del mod">
          <ac:chgData name="Deepika Vatsa" userId="f7100972-27fe-4ee6-8fb4-ec9b7931b409" providerId="ADAL" clId="{F37C4974-F220-459F-95C5-71112429BD42}" dt="2022-09-19T08:20:50.912" v="983"/>
          <ac:grpSpMkLst>
            <pc:docMk/>
            <pc:sldMk cId="989767306" sldId="592"/>
            <ac:grpSpMk id="16" creationId="{EBB8CB73-55F8-4813-BB25-56EF746F027F}"/>
          </ac:grpSpMkLst>
        </pc:grpChg>
        <pc:grpChg chg="del mod">
          <ac:chgData name="Deepika Vatsa" userId="f7100972-27fe-4ee6-8fb4-ec9b7931b409" providerId="ADAL" clId="{F37C4974-F220-459F-95C5-71112429BD42}" dt="2022-09-19T08:20:51.928" v="985"/>
          <ac:grpSpMkLst>
            <pc:docMk/>
            <pc:sldMk cId="989767306" sldId="592"/>
            <ac:grpSpMk id="26" creationId="{4F6998EB-7B9C-4C92-9A89-B8067C23481F}"/>
          </ac:grpSpMkLst>
        </pc:grpChg>
        <pc:grpChg chg="del mod">
          <ac:chgData name="Deepika Vatsa" userId="f7100972-27fe-4ee6-8fb4-ec9b7931b409" providerId="ADAL" clId="{F37C4974-F220-459F-95C5-71112429BD42}" dt="2022-09-19T08:20:53.740" v="988"/>
          <ac:grpSpMkLst>
            <pc:docMk/>
            <pc:sldMk cId="989767306" sldId="592"/>
            <ac:grpSpMk id="28" creationId="{0DE9C288-D827-48AE-84A5-7DC21461BFA7}"/>
          </ac:grpSpMkLst>
        </pc:grpChg>
        <pc:grpChg chg="del mod">
          <ac:chgData name="Deepika Vatsa" userId="f7100972-27fe-4ee6-8fb4-ec9b7931b409" providerId="ADAL" clId="{F37C4974-F220-459F-95C5-71112429BD42}" dt="2022-09-19T08:21:23.550" v="990" actId="478"/>
          <ac:grpSpMkLst>
            <pc:docMk/>
            <pc:sldMk cId="989767306" sldId="592"/>
            <ac:grpSpMk id="31" creationId="{EBD3BD36-5FDC-4BD1-A9E4-AF1AA3EF3965}"/>
          </ac:grpSpMkLst>
        </pc:grpChg>
        <pc:grpChg chg="del mod">
          <ac:chgData name="Deepika Vatsa" userId="f7100972-27fe-4ee6-8fb4-ec9b7931b409" providerId="ADAL" clId="{F37C4974-F220-459F-95C5-71112429BD42}" dt="2022-09-19T08:22:13.423" v="999"/>
          <ac:grpSpMkLst>
            <pc:docMk/>
            <pc:sldMk cId="989767306" sldId="592"/>
            <ac:grpSpMk id="36" creationId="{3CB5C02B-124B-4094-8FF6-1858F5C2A705}"/>
          </ac:grpSpMkLst>
        </pc:grpChg>
        <pc:grpChg chg="del mod">
          <ac:chgData name="Deepika Vatsa" userId="f7100972-27fe-4ee6-8fb4-ec9b7931b409" providerId="ADAL" clId="{F37C4974-F220-459F-95C5-71112429BD42}" dt="2022-09-19T08:23:22.260" v="1037"/>
          <ac:grpSpMkLst>
            <pc:docMk/>
            <pc:sldMk cId="989767306" sldId="592"/>
            <ac:grpSpMk id="39" creationId="{AFAD0FEA-04CC-4F55-BAE5-66B581899855}"/>
          </ac:grpSpMkLst>
        </pc:grpChg>
        <pc:grpChg chg="del mod">
          <ac:chgData name="Deepika Vatsa" userId="f7100972-27fe-4ee6-8fb4-ec9b7931b409" providerId="ADAL" clId="{F37C4974-F220-459F-95C5-71112429BD42}" dt="2022-09-19T08:22:19.527" v="1008"/>
          <ac:grpSpMkLst>
            <pc:docMk/>
            <pc:sldMk cId="989767306" sldId="592"/>
            <ac:grpSpMk id="43" creationId="{A8F2CC08-913E-4B35-AAB9-AE2A6533B4F7}"/>
          </ac:grpSpMkLst>
        </pc:grpChg>
        <pc:grpChg chg="del mod">
          <ac:chgData name="Deepika Vatsa" userId="f7100972-27fe-4ee6-8fb4-ec9b7931b409" providerId="ADAL" clId="{F37C4974-F220-459F-95C5-71112429BD42}" dt="2022-09-19T08:23:22.260" v="1037"/>
          <ac:grpSpMkLst>
            <pc:docMk/>
            <pc:sldMk cId="989767306" sldId="592"/>
            <ac:grpSpMk id="48" creationId="{81021328-8D7A-411F-A6CB-E7DC1D4D6DF0}"/>
          </ac:grpSpMkLst>
        </pc:grpChg>
        <pc:grpChg chg="del mod">
          <ac:chgData name="Deepika Vatsa" userId="f7100972-27fe-4ee6-8fb4-ec9b7931b409" providerId="ADAL" clId="{F37C4974-F220-459F-95C5-71112429BD42}" dt="2022-09-19T08:22:22.539" v="1013"/>
          <ac:grpSpMkLst>
            <pc:docMk/>
            <pc:sldMk cId="989767306" sldId="592"/>
            <ac:grpSpMk id="51" creationId="{2ABABE4D-20B3-437B-986A-CFED9570F07B}"/>
          </ac:grpSpMkLst>
        </pc:grpChg>
        <pc:grpChg chg="del mod">
          <ac:chgData name="Deepika Vatsa" userId="f7100972-27fe-4ee6-8fb4-ec9b7931b409" providerId="ADAL" clId="{F37C4974-F220-459F-95C5-71112429BD42}" dt="2022-09-19T08:23:22.260" v="1037"/>
          <ac:grpSpMkLst>
            <pc:docMk/>
            <pc:sldMk cId="989767306" sldId="592"/>
            <ac:grpSpMk id="53" creationId="{B95843E8-7043-4BA2-BE1E-C8571E50AF8F}"/>
          </ac:grpSpMkLst>
        </pc:grpChg>
        <pc:grpChg chg="del mod">
          <ac:chgData name="Deepika Vatsa" userId="f7100972-27fe-4ee6-8fb4-ec9b7931b409" providerId="ADAL" clId="{F37C4974-F220-459F-95C5-71112429BD42}" dt="2022-09-19T08:23:56.058" v="1051"/>
          <ac:grpSpMkLst>
            <pc:docMk/>
            <pc:sldMk cId="989767306" sldId="592"/>
            <ac:grpSpMk id="58" creationId="{3494EF5C-2AF3-4714-817E-B2A92AAA2DA0}"/>
          </ac:grpSpMkLst>
        </pc:grpChg>
        <pc:grpChg chg="del mod">
          <ac:chgData name="Deepika Vatsa" userId="f7100972-27fe-4ee6-8fb4-ec9b7931b409" providerId="ADAL" clId="{F37C4974-F220-459F-95C5-71112429BD42}" dt="2022-09-19T08:23:56.058" v="1051"/>
          <ac:grpSpMkLst>
            <pc:docMk/>
            <pc:sldMk cId="989767306" sldId="592"/>
            <ac:grpSpMk id="64" creationId="{D09428B5-A9D7-4477-910D-B15E3CE6F0CE}"/>
          </ac:grpSpMkLst>
        </pc:grpChg>
        <pc:grpChg chg="mod">
          <ac:chgData name="Deepika Vatsa" userId="f7100972-27fe-4ee6-8fb4-ec9b7931b409" providerId="ADAL" clId="{F37C4974-F220-459F-95C5-71112429BD42}" dt="2022-09-19T08:24:16.114" v="1097" actId="1036"/>
          <ac:grpSpMkLst>
            <pc:docMk/>
            <pc:sldMk cId="989767306" sldId="592"/>
            <ac:grpSpMk id="71" creationId="{3B54604F-86B2-42EB-AA43-86981D44A1DA}"/>
          </ac:grpSpMkLst>
        </pc:grpChg>
        <pc:grpChg chg="del mod">
          <ac:chgData name="Deepika Vatsa" userId="f7100972-27fe-4ee6-8fb4-ec9b7931b409" providerId="ADAL" clId="{F37C4974-F220-459F-95C5-71112429BD42}" dt="2022-09-19T08:24:00.279" v="1055"/>
          <ac:grpSpMkLst>
            <pc:docMk/>
            <pc:sldMk cId="989767306" sldId="592"/>
            <ac:grpSpMk id="74" creationId="{2A8FF2C1-F054-4679-B74A-5050E45562F7}"/>
          </ac:grpSpMkLst>
        </pc:grpChg>
        <pc:grpChg chg="del mod">
          <ac:chgData name="Deepika Vatsa" userId="f7100972-27fe-4ee6-8fb4-ec9b7931b409" providerId="ADAL" clId="{F37C4974-F220-459F-95C5-71112429BD42}" dt="2022-09-19T08:23:29.243" v="1044"/>
          <ac:grpSpMkLst>
            <pc:docMk/>
            <pc:sldMk cId="989767306" sldId="592"/>
            <ac:grpSpMk id="81" creationId="{8E85D32F-C34D-4650-A8AA-15D75533BF95}"/>
          </ac:grpSpMkLst>
        </pc:grpChg>
        <pc:grpChg chg="mod">
          <ac:chgData name="Deepika Vatsa" userId="f7100972-27fe-4ee6-8fb4-ec9b7931b409" providerId="ADAL" clId="{F37C4974-F220-459F-95C5-71112429BD42}" dt="2022-09-19T08:24:16.114" v="1097" actId="1036"/>
          <ac:grpSpMkLst>
            <pc:docMk/>
            <pc:sldMk cId="989767306" sldId="592"/>
            <ac:grpSpMk id="82" creationId="{D41D372D-E285-4AF0-8CDD-1C89C788AE1A}"/>
          </ac:grpSpMkLst>
        </pc:grpChg>
        <pc:grpChg chg="del mod">
          <ac:chgData name="Deepika Vatsa" userId="f7100972-27fe-4ee6-8fb4-ec9b7931b409" providerId="ADAL" clId="{F37C4974-F220-459F-95C5-71112429BD42}" dt="2022-09-19T08:24:00.279" v="1055"/>
          <ac:grpSpMkLst>
            <pc:docMk/>
            <pc:sldMk cId="989767306" sldId="592"/>
            <ac:grpSpMk id="89" creationId="{E6634734-A900-4BEE-B264-9CA8D7C9B2A8}"/>
          </ac:grpSpMkLst>
        </pc:grpChg>
        <pc:grpChg chg="mod">
          <ac:chgData name="Deepika Vatsa" userId="f7100972-27fe-4ee6-8fb4-ec9b7931b409" providerId="ADAL" clId="{F37C4974-F220-459F-95C5-71112429BD42}" dt="2022-09-19T08:24:16.114" v="1097" actId="1036"/>
          <ac:grpSpMkLst>
            <pc:docMk/>
            <pc:sldMk cId="989767306" sldId="592"/>
            <ac:grpSpMk id="93" creationId="{A6AE6F69-13F2-4A69-83BF-76522F784E03}"/>
          </ac:grpSpMkLst>
        </pc:grpChg>
        <pc:picChg chg="del mod modCrop">
          <ac:chgData name="Deepika Vatsa" userId="f7100972-27fe-4ee6-8fb4-ec9b7931b409" providerId="ADAL" clId="{F37C4974-F220-459F-95C5-71112429BD42}" dt="2022-09-19T08:24:04.531" v="1056" actId="478"/>
          <ac:picMkLst>
            <pc:docMk/>
            <pc:sldMk cId="989767306" sldId="592"/>
            <ac:picMk id="4" creationId="{BD33A323-1BBF-477B-B11E-32FFF3EE6D1B}"/>
          </ac:picMkLst>
        </pc:picChg>
        <pc:inkChg chg="add mod">
          <ac:chgData name="Deepika Vatsa" userId="f7100972-27fe-4ee6-8fb4-ec9b7931b409" providerId="ADAL" clId="{F37C4974-F220-459F-95C5-71112429BD42}" dt="2022-09-19T08:20:03.310" v="967"/>
          <ac:inkMkLst>
            <pc:docMk/>
            <pc:sldMk cId="989767306" sldId="592"/>
            <ac:inkMk id="3" creationId="{4442A4E7-5319-467E-9D7F-3609A871FB39}"/>
          </ac:inkMkLst>
        </pc:inkChg>
        <pc:inkChg chg="add mod">
          <ac:chgData name="Deepika Vatsa" userId="f7100972-27fe-4ee6-8fb4-ec9b7931b409" providerId="ADAL" clId="{F37C4974-F220-459F-95C5-71112429BD42}" dt="2022-09-19T08:20:03.310" v="967"/>
          <ac:inkMkLst>
            <pc:docMk/>
            <pc:sldMk cId="989767306" sldId="592"/>
            <ac:inkMk id="5" creationId="{889728C2-4C08-4F29-945B-8E762DE32893}"/>
          </ac:inkMkLst>
        </pc:inkChg>
        <pc:inkChg chg="add del">
          <ac:chgData name="Deepika Vatsa" userId="f7100972-27fe-4ee6-8fb4-ec9b7931b409" providerId="ADAL" clId="{F37C4974-F220-459F-95C5-71112429BD42}" dt="2022-09-19T08:20:14.626" v="970" actId="478"/>
          <ac:inkMkLst>
            <pc:docMk/>
            <pc:sldMk cId="989767306" sldId="592"/>
            <ac:inkMk id="8" creationId="{59F75CA1-D98F-4194-B346-EB548D37D84A}"/>
          </ac:inkMkLst>
        </pc:inkChg>
        <pc:inkChg chg="add mod">
          <ac:chgData name="Deepika Vatsa" userId="f7100972-27fe-4ee6-8fb4-ec9b7931b409" providerId="ADAL" clId="{F37C4974-F220-459F-95C5-71112429BD42}" dt="2022-09-19T08:20:53.740" v="988"/>
          <ac:inkMkLst>
            <pc:docMk/>
            <pc:sldMk cId="989767306" sldId="592"/>
            <ac:inkMk id="10" creationId="{72C4F267-EEEE-4B21-8C28-B069A58B2898}"/>
          </ac:inkMkLst>
        </pc:inkChg>
        <pc:inkChg chg="add mod">
          <ac:chgData name="Deepika Vatsa" userId="f7100972-27fe-4ee6-8fb4-ec9b7931b409" providerId="ADAL" clId="{F37C4974-F220-459F-95C5-71112429BD42}" dt="2022-09-19T08:20:53.740" v="988"/>
          <ac:inkMkLst>
            <pc:docMk/>
            <pc:sldMk cId="989767306" sldId="592"/>
            <ac:inkMk id="11" creationId="{DDD9A7B6-4F0A-4A2F-8622-E6483DBECF0D}"/>
          </ac:inkMkLst>
        </pc:inkChg>
        <pc:inkChg chg="add mod">
          <ac:chgData name="Deepika Vatsa" userId="f7100972-27fe-4ee6-8fb4-ec9b7931b409" providerId="ADAL" clId="{F37C4974-F220-459F-95C5-71112429BD42}" dt="2022-09-19T08:20:53.740" v="988"/>
          <ac:inkMkLst>
            <pc:docMk/>
            <pc:sldMk cId="989767306" sldId="592"/>
            <ac:inkMk id="12" creationId="{720C7219-A2CA-4EE1-991E-E1B1CE3AE0C8}"/>
          </ac:inkMkLst>
        </pc:inkChg>
        <pc:inkChg chg="add mod">
          <ac:chgData name="Deepika Vatsa" userId="f7100972-27fe-4ee6-8fb4-ec9b7931b409" providerId="ADAL" clId="{F37C4974-F220-459F-95C5-71112429BD42}" dt="2022-09-19T08:20:53.740" v="988"/>
          <ac:inkMkLst>
            <pc:docMk/>
            <pc:sldMk cId="989767306" sldId="592"/>
            <ac:inkMk id="13" creationId="{55FC6688-52AB-4724-917D-02F699D8043B}"/>
          </ac:inkMkLst>
        </pc:inkChg>
        <pc:inkChg chg="add mod">
          <ac:chgData name="Deepika Vatsa" userId="f7100972-27fe-4ee6-8fb4-ec9b7931b409" providerId="ADAL" clId="{F37C4974-F220-459F-95C5-71112429BD42}" dt="2022-09-19T08:20:53.740" v="988"/>
          <ac:inkMkLst>
            <pc:docMk/>
            <pc:sldMk cId="989767306" sldId="592"/>
            <ac:inkMk id="14" creationId="{D4DA429E-E6D0-4B13-A089-E18132B74680}"/>
          </ac:inkMkLst>
        </pc:inkChg>
        <pc:inkChg chg="add del">
          <ac:chgData name="Deepika Vatsa" userId="f7100972-27fe-4ee6-8fb4-ec9b7931b409" providerId="ADAL" clId="{F37C4974-F220-459F-95C5-71112429BD42}" dt="2022-09-19T08:21:26.079" v="991" actId="478"/>
          <ac:inkMkLst>
            <pc:docMk/>
            <pc:sldMk cId="989767306" sldId="592"/>
            <ac:inkMk id="18" creationId="{FBB1F56E-44AC-40BE-93A5-7155114C2DDE}"/>
          </ac:inkMkLst>
        </pc:inkChg>
        <pc:inkChg chg="add mod">
          <ac:chgData name="Deepika Vatsa" userId="f7100972-27fe-4ee6-8fb4-ec9b7931b409" providerId="ADAL" clId="{F37C4974-F220-459F-95C5-71112429BD42}" dt="2022-09-19T08:20:53.740" v="988"/>
          <ac:inkMkLst>
            <pc:docMk/>
            <pc:sldMk cId="989767306" sldId="592"/>
            <ac:inkMk id="20" creationId="{E884E46E-FF19-412E-98A8-2FEA592F877B}"/>
          </ac:inkMkLst>
        </pc:inkChg>
        <pc:inkChg chg="add mod">
          <ac:chgData name="Deepika Vatsa" userId="f7100972-27fe-4ee6-8fb4-ec9b7931b409" providerId="ADAL" clId="{F37C4974-F220-459F-95C5-71112429BD42}" dt="2022-09-19T08:20:53.740" v="988"/>
          <ac:inkMkLst>
            <pc:docMk/>
            <pc:sldMk cId="989767306" sldId="592"/>
            <ac:inkMk id="22" creationId="{C3921919-4138-45CE-A408-0CD68A0A1F1C}"/>
          </ac:inkMkLst>
        </pc:inkChg>
        <pc:inkChg chg="add mod">
          <ac:chgData name="Deepika Vatsa" userId="f7100972-27fe-4ee6-8fb4-ec9b7931b409" providerId="ADAL" clId="{F37C4974-F220-459F-95C5-71112429BD42}" dt="2022-09-19T08:20:53.740" v="988"/>
          <ac:inkMkLst>
            <pc:docMk/>
            <pc:sldMk cId="989767306" sldId="592"/>
            <ac:inkMk id="23" creationId="{5C1D2FEF-8047-4B70-96CD-5C67E91800BD}"/>
          </ac:inkMkLst>
        </pc:inkChg>
        <pc:inkChg chg="add mod">
          <ac:chgData name="Deepika Vatsa" userId="f7100972-27fe-4ee6-8fb4-ec9b7931b409" providerId="ADAL" clId="{F37C4974-F220-459F-95C5-71112429BD42}" dt="2022-09-19T08:20:53.740" v="988"/>
          <ac:inkMkLst>
            <pc:docMk/>
            <pc:sldMk cId="989767306" sldId="592"/>
            <ac:inkMk id="24" creationId="{E4AC051E-3D1E-4351-94B7-F667E476E9E2}"/>
          </ac:inkMkLst>
        </pc:inkChg>
        <pc:inkChg chg="add mod">
          <ac:chgData name="Deepika Vatsa" userId="f7100972-27fe-4ee6-8fb4-ec9b7931b409" providerId="ADAL" clId="{F37C4974-F220-459F-95C5-71112429BD42}" dt="2022-09-19T08:20:53.740" v="988"/>
          <ac:inkMkLst>
            <pc:docMk/>
            <pc:sldMk cId="989767306" sldId="592"/>
            <ac:inkMk id="25" creationId="{D564CBF8-021B-4DD6-AD19-7E8B0278CC05}"/>
          </ac:inkMkLst>
        </pc:inkChg>
        <pc:inkChg chg="add mod">
          <ac:chgData name="Deepika Vatsa" userId="f7100972-27fe-4ee6-8fb4-ec9b7931b409" providerId="ADAL" clId="{F37C4974-F220-459F-95C5-71112429BD42}" dt="2022-09-19T08:20:53.740" v="988"/>
          <ac:inkMkLst>
            <pc:docMk/>
            <pc:sldMk cId="989767306" sldId="592"/>
            <ac:inkMk id="27" creationId="{14961A5F-0023-4B31-A7C9-9729BD907561}"/>
          </ac:inkMkLst>
        </pc:inkChg>
        <pc:inkChg chg="add mod">
          <ac:chgData name="Deepika Vatsa" userId="f7100972-27fe-4ee6-8fb4-ec9b7931b409" providerId="ADAL" clId="{F37C4974-F220-459F-95C5-71112429BD42}" dt="2022-09-19T08:20:53.740" v="988"/>
          <ac:inkMkLst>
            <pc:docMk/>
            <pc:sldMk cId="989767306" sldId="592"/>
            <ac:inkMk id="29" creationId="{B4BD5A70-7BEF-4129-8E0A-F9AD6E9FAF6B}"/>
          </ac:inkMkLst>
        </pc:inkChg>
        <pc:inkChg chg="add mod">
          <ac:chgData name="Deepika Vatsa" userId="f7100972-27fe-4ee6-8fb4-ec9b7931b409" providerId="ADAL" clId="{F37C4974-F220-459F-95C5-71112429BD42}" dt="2022-09-19T08:20:53.740" v="988"/>
          <ac:inkMkLst>
            <pc:docMk/>
            <pc:sldMk cId="989767306" sldId="592"/>
            <ac:inkMk id="30" creationId="{BC668E33-DC90-4161-BE89-76D5DA5CFB65}"/>
          </ac:inkMkLst>
        </pc:inkChg>
        <pc:inkChg chg="add mod">
          <ac:chgData name="Deepika Vatsa" userId="f7100972-27fe-4ee6-8fb4-ec9b7931b409" providerId="ADAL" clId="{F37C4974-F220-459F-95C5-71112429BD42}" dt="2022-09-19T08:24:16.114" v="1097" actId="1036"/>
          <ac:inkMkLst>
            <pc:docMk/>
            <pc:sldMk cId="989767306" sldId="592"/>
            <ac:inkMk id="32" creationId="{0C92AE92-30AA-40E9-AF27-03A4D671179E}"/>
          </ac:inkMkLst>
        </pc:inkChg>
        <pc:inkChg chg="add mod">
          <ac:chgData name="Deepika Vatsa" userId="f7100972-27fe-4ee6-8fb4-ec9b7931b409" providerId="ADAL" clId="{F37C4974-F220-459F-95C5-71112429BD42}" dt="2022-09-19T08:24:16.114" v="1097" actId="1036"/>
          <ac:inkMkLst>
            <pc:docMk/>
            <pc:sldMk cId="989767306" sldId="592"/>
            <ac:inkMk id="33" creationId="{A9ACA8FF-DB33-4637-8938-D678A141C41C}"/>
          </ac:inkMkLst>
        </pc:inkChg>
        <pc:inkChg chg="add mod">
          <ac:chgData name="Deepika Vatsa" userId="f7100972-27fe-4ee6-8fb4-ec9b7931b409" providerId="ADAL" clId="{F37C4974-F220-459F-95C5-71112429BD42}" dt="2022-09-19T08:24:16.114" v="1097" actId="1036"/>
          <ac:inkMkLst>
            <pc:docMk/>
            <pc:sldMk cId="989767306" sldId="592"/>
            <ac:inkMk id="34" creationId="{6C6F0FB8-6825-4FB8-95FD-A9714E410C04}"/>
          </ac:inkMkLst>
        </pc:inkChg>
        <pc:inkChg chg="add mod">
          <ac:chgData name="Deepika Vatsa" userId="f7100972-27fe-4ee6-8fb4-ec9b7931b409" providerId="ADAL" clId="{F37C4974-F220-459F-95C5-71112429BD42}" dt="2022-09-19T08:24:16.114" v="1097" actId="1036"/>
          <ac:inkMkLst>
            <pc:docMk/>
            <pc:sldMk cId="989767306" sldId="592"/>
            <ac:inkMk id="35" creationId="{D57615D3-1669-48F1-9403-24FCA1389B8D}"/>
          </ac:inkMkLst>
        </pc:inkChg>
        <pc:inkChg chg="add mod">
          <ac:chgData name="Deepika Vatsa" userId="f7100972-27fe-4ee6-8fb4-ec9b7931b409" providerId="ADAL" clId="{F37C4974-F220-459F-95C5-71112429BD42}" dt="2022-09-19T08:24:16.114" v="1097" actId="1036"/>
          <ac:inkMkLst>
            <pc:docMk/>
            <pc:sldMk cId="989767306" sldId="592"/>
            <ac:inkMk id="37" creationId="{1412F487-5C3E-4F2E-8589-9C4B3B15888C}"/>
          </ac:inkMkLst>
        </pc:inkChg>
        <pc:inkChg chg="add mod">
          <ac:chgData name="Deepika Vatsa" userId="f7100972-27fe-4ee6-8fb4-ec9b7931b409" providerId="ADAL" clId="{F37C4974-F220-459F-95C5-71112429BD42}" dt="2022-09-19T08:24:16.114" v="1097" actId="1036"/>
          <ac:inkMkLst>
            <pc:docMk/>
            <pc:sldMk cId="989767306" sldId="592"/>
            <ac:inkMk id="38" creationId="{8FFDB4A8-AF20-4DB2-8F35-60195E1CC517}"/>
          </ac:inkMkLst>
        </pc:inkChg>
        <pc:inkChg chg="add mod">
          <ac:chgData name="Deepika Vatsa" userId="f7100972-27fe-4ee6-8fb4-ec9b7931b409" providerId="ADAL" clId="{F37C4974-F220-459F-95C5-71112429BD42}" dt="2022-09-19T08:24:00.279" v="1055"/>
          <ac:inkMkLst>
            <pc:docMk/>
            <pc:sldMk cId="989767306" sldId="592"/>
            <ac:inkMk id="40" creationId="{392E0537-DFD0-486F-A87A-8FA0A0C94A06}"/>
          </ac:inkMkLst>
        </pc:inkChg>
        <pc:inkChg chg="add mod">
          <ac:chgData name="Deepika Vatsa" userId="f7100972-27fe-4ee6-8fb4-ec9b7931b409" providerId="ADAL" clId="{F37C4974-F220-459F-95C5-71112429BD42}" dt="2022-09-19T08:24:00.279" v="1055"/>
          <ac:inkMkLst>
            <pc:docMk/>
            <pc:sldMk cId="989767306" sldId="592"/>
            <ac:inkMk id="41" creationId="{078C8D79-C9E1-4123-956B-79654DEB43BA}"/>
          </ac:inkMkLst>
        </pc:inkChg>
        <pc:inkChg chg="add mod">
          <ac:chgData name="Deepika Vatsa" userId="f7100972-27fe-4ee6-8fb4-ec9b7931b409" providerId="ADAL" clId="{F37C4974-F220-459F-95C5-71112429BD42}" dt="2022-09-19T08:24:00.279" v="1055"/>
          <ac:inkMkLst>
            <pc:docMk/>
            <pc:sldMk cId="989767306" sldId="592"/>
            <ac:inkMk id="42" creationId="{45C7DC4D-FE58-4F2B-8EC8-6D40677482F1}"/>
          </ac:inkMkLst>
        </pc:inkChg>
        <pc:inkChg chg="add mod">
          <ac:chgData name="Deepika Vatsa" userId="f7100972-27fe-4ee6-8fb4-ec9b7931b409" providerId="ADAL" clId="{F37C4974-F220-459F-95C5-71112429BD42}" dt="2022-09-19T08:24:00.279" v="1055"/>
          <ac:inkMkLst>
            <pc:docMk/>
            <pc:sldMk cId="989767306" sldId="592"/>
            <ac:inkMk id="44" creationId="{1C9A9C3B-1441-48F6-9838-5F9C05C13FB8}"/>
          </ac:inkMkLst>
        </pc:inkChg>
        <pc:inkChg chg="add mod">
          <ac:chgData name="Deepika Vatsa" userId="f7100972-27fe-4ee6-8fb4-ec9b7931b409" providerId="ADAL" clId="{F37C4974-F220-459F-95C5-71112429BD42}" dt="2022-09-19T08:24:00.279" v="1055"/>
          <ac:inkMkLst>
            <pc:docMk/>
            <pc:sldMk cId="989767306" sldId="592"/>
            <ac:inkMk id="45" creationId="{8CB60A9E-A54C-4226-9C0B-EE973580CA59}"/>
          </ac:inkMkLst>
        </pc:inkChg>
        <pc:inkChg chg="add mod">
          <ac:chgData name="Deepika Vatsa" userId="f7100972-27fe-4ee6-8fb4-ec9b7931b409" providerId="ADAL" clId="{F37C4974-F220-459F-95C5-71112429BD42}" dt="2022-09-19T08:24:00.279" v="1055"/>
          <ac:inkMkLst>
            <pc:docMk/>
            <pc:sldMk cId="989767306" sldId="592"/>
            <ac:inkMk id="46" creationId="{AD39DC56-512E-4597-91FD-26875647BDC8}"/>
          </ac:inkMkLst>
        </pc:inkChg>
        <pc:inkChg chg="add mod">
          <ac:chgData name="Deepika Vatsa" userId="f7100972-27fe-4ee6-8fb4-ec9b7931b409" providerId="ADAL" clId="{F37C4974-F220-459F-95C5-71112429BD42}" dt="2022-09-19T08:24:00.279" v="1055"/>
          <ac:inkMkLst>
            <pc:docMk/>
            <pc:sldMk cId="989767306" sldId="592"/>
            <ac:inkMk id="47" creationId="{28DCBBAA-2930-40AA-B065-1D0683573567}"/>
          </ac:inkMkLst>
        </pc:inkChg>
        <pc:inkChg chg="add mod">
          <ac:chgData name="Deepika Vatsa" userId="f7100972-27fe-4ee6-8fb4-ec9b7931b409" providerId="ADAL" clId="{F37C4974-F220-459F-95C5-71112429BD42}" dt="2022-09-19T08:24:00.279" v="1055"/>
          <ac:inkMkLst>
            <pc:docMk/>
            <pc:sldMk cId="989767306" sldId="592"/>
            <ac:inkMk id="49" creationId="{927D4B11-3D5E-40E1-8891-E5843C89BF01}"/>
          </ac:inkMkLst>
        </pc:inkChg>
        <pc:inkChg chg="add mod">
          <ac:chgData name="Deepika Vatsa" userId="f7100972-27fe-4ee6-8fb4-ec9b7931b409" providerId="ADAL" clId="{F37C4974-F220-459F-95C5-71112429BD42}" dt="2022-09-19T08:24:00.279" v="1055"/>
          <ac:inkMkLst>
            <pc:docMk/>
            <pc:sldMk cId="989767306" sldId="592"/>
            <ac:inkMk id="50" creationId="{6237BE77-392E-402C-87FC-CCD4EF0E8DDF}"/>
          </ac:inkMkLst>
        </pc:inkChg>
        <pc:inkChg chg="add mod">
          <ac:chgData name="Deepika Vatsa" userId="f7100972-27fe-4ee6-8fb4-ec9b7931b409" providerId="ADAL" clId="{F37C4974-F220-459F-95C5-71112429BD42}" dt="2022-09-19T08:24:00.279" v="1055"/>
          <ac:inkMkLst>
            <pc:docMk/>
            <pc:sldMk cId="989767306" sldId="592"/>
            <ac:inkMk id="52" creationId="{F9A677DF-23A9-44A2-9A19-F67DFE25340A}"/>
          </ac:inkMkLst>
        </pc:inkChg>
        <pc:inkChg chg="add mod">
          <ac:chgData name="Deepika Vatsa" userId="f7100972-27fe-4ee6-8fb4-ec9b7931b409" providerId="ADAL" clId="{F37C4974-F220-459F-95C5-71112429BD42}" dt="2022-09-19T08:24:00.279" v="1055"/>
          <ac:inkMkLst>
            <pc:docMk/>
            <pc:sldMk cId="989767306" sldId="592"/>
            <ac:inkMk id="54" creationId="{E110BA66-F576-4B29-AE76-4F519201272E}"/>
          </ac:inkMkLst>
        </pc:inkChg>
        <pc:inkChg chg="add mod">
          <ac:chgData name="Deepika Vatsa" userId="f7100972-27fe-4ee6-8fb4-ec9b7931b409" providerId="ADAL" clId="{F37C4974-F220-459F-95C5-71112429BD42}" dt="2022-09-19T08:24:00.279" v="1055"/>
          <ac:inkMkLst>
            <pc:docMk/>
            <pc:sldMk cId="989767306" sldId="592"/>
            <ac:inkMk id="55" creationId="{E6E992A5-4541-47F1-97BA-2BF2B0C20BFC}"/>
          </ac:inkMkLst>
        </pc:inkChg>
        <pc:inkChg chg="add mod">
          <ac:chgData name="Deepika Vatsa" userId="f7100972-27fe-4ee6-8fb4-ec9b7931b409" providerId="ADAL" clId="{F37C4974-F220-459F-95C5-71112429BD42}" dt="2022-09-19T08:24:00.279" v="1055"/>
          <ac:inkMkLst>
            <pc:docMk/>
            <pc:sldMk cId="989767306" sldId="592"/>
            <ac:inkMk id="56" creationId="{CAB09379-0CAA-4EC6-9B6D-C5E56F2B908F}"/>
          </ac:inkMkLst>
        </pc:inkChg>
        <pc:inkChg chg="add mod">
          <ac:chgData name="Deepika Vatsa" userId="f7100972-27fe-4ee6-8fb4-ec9b7931b409" providerId="ADAL" clId="{F37C4974-F220-459F-95C5-71112429BD42}" dt="2022-09-19T08:24:00.279" v="1055"/>
          <ac:inkMkLst>
            <pc:docMk/>
            <pc:sldMk cId="989767306" sldId="592"/>
            <ac:inkMk id="57" creationId="{4A4CEFFE-449D-4357-97BB-6AA2339DF709}"/>
          </ac:inkMkLst>
        </pc:inkChg>
        <pc:inkChg chg="add mod">
          <ac:chgData name="Deepika Vatsa" userId="f7100972-27fe-4ee6-8fb4-ec9b7931b409" providerId="ADAL" clId="{F37C4974-F220-459F-95C5-71112429BD42}" dt="2022-09-19T08:24:00.279" v="1055"/>
          <ac:inkMkLst>
            <pc:docMk/>
            <pc:sldMk cId="989767306" sldId="592"/>
            <ac:inkMk id="59" creationId="{01725A29-1226-4CCF-9E1C-97EF3B408888}"/>
          </ac:inkMkLst>
        </pc:inkChg>
        <pc:inkChg chg="add mod">
          <ac:chgData name="Deepika Vatsa" userId="f7100972-27fe-4ee6-8fb4-ec9b7931b409" providerId="ADAL" clId="{F37C4974-F220-459F-95C5-71112429BD42}" dt="2022-09-19T08:24:00.279" v="1055"/>
          <ac:inkMkLst>
            <pc:docMk/>
            <pc:sldMk cId="989767306" sldId="592"/>
            <ac:inkMk id="60" creationId="{3314519E-F656-47B9-8450-AE90012DF8EB}"/>
          </ac:inkMkLst>
        </pc:inkChg>
        <pc:inkChg chg="add mod">
          <ac:chgData name="Deepika Vatsa" userId="f7100972-27fe-4ee6-8fb4-ec9b7931b409" providerId="ADAL" clId="{F37C4974-F220-459F-95C5-71112429BD42}" dt="2022-09-19T08:24:00.279" v="1055"/>
          <ac:inkMkLst>
            <pc:docMk/>
            <pc:sldMk cId="989767306" sldId="592"/>
            <ac:inkMk id="61" creationId="{9B57E074-86D2-4634-905F-A9A984949CDB}"/>
          </ac:inkMkLst>
        </pc:inkChg>
        <pc:inkChg chg="add mod">
          <ac:chgData name="Deepika Vatsa" userId="f7100972-27fe-4ee6-8fb4-ec9b7931b409" providerId="ADAL" clId="{F37C4974-F220-459F-95C5-71112429BD42}" dt="2022-09-19T08:24:00.279" v="1055"/>
          <ac:inkMkLst>
            <pc:docMk/>
            <pc:sldMk cId="989767306" sldId="592"/>
            <ac:inkMk id="62" creationId="{61AB938E-70E9-420F-83E0-43D14CD8ADBE}"/>
          </ac:inkMkLst>
        </pc:inkChg>
        <pc:inkChg chg="add mod">
          <ac:chgData name="Deepika Vatsa" userId="f7100972-27fe-4ee6-8fb4-ec9b7931b409" providerId="ADAL" clId="{F37C4974-F220-459F-95C5-71112429BD42}" dt="2022-09-19T08:24:00.279" v="1055"/>
          <ac:inkMkLst>
            <pc:docMk/>
            <pc:sldMk cId="989767306" sldId="592"/>
            <ac:inkMk id="63" creationId="{AF0D1A91-FAC1-4C24-A494-C7791E71B744}"/>
          </ac:inkMkLst>
        </pc:inkChg>
        <pc:inkChg chg="add mod">
          <ac:chgData name="Deepika Vatsa" userId="f7100972-27fe-4ee6-8fb4-ec9b7931b409" providerId="ADAL" clId="{F37C4974-F220-459F-95C5-71112429BD42}" dt="2022-09-19T08:24:16.114" v="1097" actId="1036"/>
          <ac:inkMkLst>
            <pc:docMk/>
            <pc:sldMk cId="989767306" sldId="592"/>
            <ac:inkMk id="65" creationId="{BB566996-2F4A-4847-9B12-2F949A3B4E08}"/>
          </ac:inkMkLst>
        </pc:inkChg>
        <pc:inkChg chg="add mod">
          <ac:chgData name="Deepika Vatsa" userId="f7100972-27fe-4ee6-8fb4-ec9b7931b409" providerId="ADAL" clId="{F37C4974-F220-459F-95C5-71112429BD42}" dt="2022-09-19T08:23:15.118" v="1034"/>
          <ac:inkMkLst>
            <pc:docMk/>
            <pc:sldMk cId="989767306" sldId="592"/>
            <ac:inkMk id="66" creationId="{BD276D67-E5E6-4324-A6C7-99B6FC5B561F}"/>
          </ac:inkMkLst>
        </pc:inkChg>
        <pc:inkChg chg="add mod">
          <ac:chgData name="Deepika Vatsa" userId="f7100972-27fe-4ee6-8fb4-ec9b7931b409" providerId="ADAL" clId="{F37C4974-F220-459F-95C5-71112429BD42}" dt="2022-09-19T08:23:15.118" v="1034"/>
          <ac:inkMkLst>
            <pc:docMk/>
            <pc:sldMk cId="989767306" sldId="592"/>
            <ac:inkMk id="67" creationId="{B773CB0B-C159-49B2-B713-6B6470F3181C}"/>
          </ac:inkMkLst>
        </pc:inkChg>
        <pc:inkChg chg="add mod">
          <ac:chgData name="Deepika Vatsa" userId="f7100972-27fe-4ee6-8fb4-ec9b7931b409" providerId="ADAL" clId="{F37C4974-F220-459F-95C5-71112429BD42}" dt="2022-09-19T08:23:15.118" v="1034"/>
          <ac:inkMkLst>
            <pc:docMk/>
            <pc:sldMk cId="989767306" sldId="592"/>
            <ac:inkMk id="68" creationId="{786BD401-7E13-4C9F-9A80-B6F6AC58035D}"/>
          </ac:inkMkLst>
        </pc:inkChg>
        <pc:inkChg chg="add mod">
          <ac:chgData name="Deepika Vatsa" userId="f7100972-27fe-4ee6-8fb4-ec9b7931b409" providerId="ADAL" clId="{F37C4974-F220-459F-95C5-71112429BD42}" dt="2022-09-19T08:23:15.118" v="1034"/>
          <ac:inkMkLst>
            <pc:docMk/>
            <pc:sldMk cId="989767306" sldId="592"/>
            <ac:inkMk id="69" creationId="{A0EF6D4F-C2C8-4BF4-B257-F6A6BBB01457}"/>
          </ac:inkMkLst>
        </pc:inkChg>
        <pc:inkChg chg="add mod">
          <ac:chgData name="Deepika Vatsa" userId="f7100972-27fe-4ee6-8fb4-ec9b7931b409" providerId="ADAL" clId="{F37C4974-F220-459F-95C5-71112429BD42}" dt="2022-09-19T08:23:15.118" v="1034"/>
          <ac:inkMkLst>
            <pc:docMk/>
            <pc:sldMk cId="989767306" sldId="592"/>
            <ac:inkMk id="70" creationId="{A68EC9D7-72C8-461F-ABD9-151096A4FF4E}"/>
          </ac:inkMkLst>
        </pc:inkChg>
        <pc:inkChg chg="add mod">
          <ac:chgData name="Deepika Vatsa" userId="f7100972-27fe-4ee6-8fb4-ec9b7931b409" providerId="ADAL" clId="{F37C4974-F220-459F-95C5-71112429BD42}" dt="2022-09-19T08:24:16.114" v="1097" actId="1036"/>
          <ac:inkMkLst>
            <pc:docMk/>
            <pc:sldMk cId="989767306" sldId="592"/>
            <ac:inkMk id="72" creationId="{7DBE6839-6900-4DC2-A449-EC42F2450A5C}"/>
          </ac:inkMkLst>
        </pc:inkChg>
        <pc:inkChg chg="add mod">
          <ac:chgData name="Deepika Vatsa" userId="f7100972-27fe-4ee6-8fb4-ec9b7931b409" providerId="ADAL" clId="{F37C4974-F220-459F-95C5-71112429BD42}" dt="2022-09-19T08:24:16.114" v="1097" actId="1036"/>
          <ac:inkMkLst>
            <pc:docMk/>
            <pc:sldMk cId="989767306" sldId="592"/>
            <ac:inkMk id="73" creationId="{B1D1D3FB-78BB-404E-A193-F9D7DBAD52E4}"/>
          </ac:inkMkLst>
        </pc:inkChg>
        <pc:inkChg chg="add mod">
          <ac:chgData name="Deepika Vatsa" userId="f7100972-27fe-4ee6-8fb4-ec9b7931b409" providerId="ADAL" clId="{F37C4974-F220-459F-95C5-71112429BD42}" dt="2022-09-19T08:24:16.114" v="1097" actId="1036"/>
          <ac:inkMkLst>
            <pc:docMk/>
            <pc:sldMk cId="989767306" sldId="592"/>
            <ac:inkMk id="75" creationId="{3913F340-908C-4A0B-86E7-5E6A16AD81CB}"/>
          </ac:inkMkLst>
        </pc:inkChg>
        <pc:inkChg chg="add mod">
          <ac:chgData name="Deepika Vatsa" userId="f7100972-27fe-4ee6-8fb4-ec9b7931b409" providerId="ADAL" clId="{F37C4974-F220-459F-95C5-71112429BD42}" dt="2022-09-19T08:23:29.243" v="1044"/>
          <ac:inkMkLst>
            <pc:docMk/>
            <pc:sldMk cId="989767306" sldId="592"/>
            <ac:inkMk id="76" creationId="{91B76ED8-E90C-4E29-9E0A-9C129D1603AA}"/>
          </ac:inkMkLst>
        </pc:inkChg>
        <pc:inkChg chg="add mod">
          <ac:chgData name="Deepika Vatsa" userId="f7100972-27fe-4ee6-8fb4-ec9b7931b409" providerId="ADAL" clId="{F37C4974-F220-459F-95C5-71112429BD42}" dt="2022-09-19T08:23:29.243" v="1044"/>
          <ac:inkMkLst>
            <pc:docMk/>
            <pc:sldMk cId="989767306" sldId="592"/>
            <ac:inkMk id="77" creationId="{175E5D99-B8B4-4033-8576-502E65B41AD5}"/>
          </ac:inkMkLst>
        </pc:inkChg>
        <pc:inkChg chg="add mod">
          <ac:chgData name="Deepika Vatsa" userId="f7100972-27fe-4ee6-8fb4-ec9b7931b409" providerId="ADAL" clId="{F37C4974-F220-459F-95C5-71112429BD42}" dt="2022-09-19T08:23:29.243" v="1044"/>
          <ac:inkMkLst>
            <pc:docMk/>
            <pc:sldMk cId="989767306" sldId="592"/>
            <ac:inkMk id="78" creationId="{FF06867E-4E43-4B85-9911-CA151CA2279B}"/>
          </ac:inkMkLst>
        </pc:inkChg>
        <pc:inkChg chg="add mod">
          <ac:chgData name="Deepika Vatsa" userId="f7100972-27fe-4ee6-8fb4-ec9b7931b409" providerId="ADAL" clId="{F37C4974-F220-459F-95C5-71112429BD42}" dt="2022-09-19T08:23:29.243" v="1044"/>
          <ac:inkMkLst>
            <pc:docMk/>
            <pc:sldMk cId="989767306" sldId="592"/>
            <ac:inkMk id="79" creationId="{72AEEAA1-F952-4C03-AB4D-2879F64C2784}"/>
          </ac:inkMkLst>
        </pc:inkChg>
        <pc:inkChg chg="add mod">
          <ac:chgData name="Deepika Vatsa" userId="f7100972-27fe-4ee6-8fb4-ec9b7931b409" providerId="ADAL" clId="{F37C4974-F220-459F-95C5-71112429BD42}" dt="2022-09-19T08:23:29.243" v="1044"/>
          <ac:inkMkLst>
            <pc:docMk/>
            <pc:sldMk cId="989767306" sldId="592"/>
            <ac:inkMk id="80" creationId="{AB53FFD2-39A1-4FEA-837F-599E209B07DE}"/>
          </ac:inkMkLst>
        </pc:inkChg>
        <pc:inkChg chg="add mod">
          <ac:chgData name="Deepika Vatsa" userId="f7100972-27fe-4ee6-8fb4-ec9b7931b409" providerId="ADAL" clId="{F37C4974-F220-459F-95C5-71112429BD42}" dt="2022-09-19T08:24:00.279" v="1055"/>
          <ac:inkMkLst>
            <pc:docMk/>
            <pc:sldMk cId="989767306" sldId="592"/>
            <ac:inkMk id="83" creationId="{EA289B55-E498-44E0-BBC6-F361EDB4F411}"/>
          </ac:inkMkLst>
        </pc:inkChg>
        <pc:inkChg chg="add mod">
          <ac:chgData name="Deepika Vatsa" userId="f7100972-27fe-4ee6-8fb4-ec9b7931b409" providerId="ADAL" clId="{F37C4974-F220-459F-95C5-71112429BD42}" dt="2022-09-19T08:24:00.279" v="1055"/>
          <ac:inkMkLst>
            <pc:docMk/>
            <pc:sldMk cId="989767306" sldId="592"/>
            <ac:inkMk id="84" creationId="{548EA6BD-BD0D-4F4F-9EFE-08317FD128FF}"/>
          </ac:inkMkLst>
        </pc:inkChg>
        <pc:inkChg chg="add mod">
          <ac:chgData name="Deepika Vatsa" userId="f7100972-27fe-4ee6-8fb4-ec9b7931b409" providerId="ADAL" clId="{F37C4974-F220-459F-95C5-71112429BD42}" dt="2022-09-19T08:24:00.279" v="1055"/>
          <ac:inkMkLst>
            <pc:docMk/>
            <pc:sldMk cId="989767306" sldId="592"/>
            <ac:inkMk id="85" creationId="{4FEF3BEF-170B-47CF-882C-1941A7B15C52}"/>
          </ac:inkMkLst>
        </pc:inkChg>
        <pc:inkChg chg="add mod">
          <ac:chgData name="Deepika Vatsa" userId="f7100972-27fe-4ee6-8fb4-ec9b7931b409" providerId="ADAL" clId="{F37C4974-F220-459F-95C5-71112429BD42}" dt="2022-09-19T08:24:00.279" v="1055"/>
          <ac:inkMkLst>
            <pc:docMk/>
            <pc:sldMk cId="989767306" sldId="592"/>
            <ac:inkMk id="86" creationId="{67156C44-9671-4BB2-98DA-C666291A9854}"/>
          </ac:inkMkLst>
        </pc:inkChg>
        <pc:inkChg chg="add mod">
          <ac:chgData name="Deepika Vatsa" userId="f7100972-27fe-4ee6-8fb4-ec9b7931b409" providerId="ADAL" clId="{F37C4974-F220-459F-95C5-71112429BD42}" dt="2022-09-19T08:24:00.279" v="1055"/>
          <ac:inkMkLst>
            <pc:docMk/>
            <pc:sldMk cId="989767306" sldId="592"/>
            <ac:inkMk id="87" creationId="{9CEC02A1-4DCC-4D7C-881D-162DB8927F19}"/>
          </ac:inkMkLst>
        </pc:inkChg>
        <pc:inkChg chg="add mod">
          <ac:chgData name="Deepika Vatsa" userId="f7100972-27fe-4ee6-8fb4-ec9b7931b409" providerId="ADAL" clId="{F37C4974-F220-459F-95C5-71112429BD42}" dt="2022-09-19T08:24:00.279" v="1055"/>
          <ac:inkMkLst>
            <pc:docMk/>
            <pc:sldMk cId="989767306" sldId="592"/>
            <ac:inkMk id="88" creationId="{1BA710C0-F48A-4D94-A2F0-8A0378C74BF0}"/>
          </ac:inkMkLst>
        </pc:inkChg>
        <pc:inkChg chg="add mod">
          <ac:chgData name="Deepika Vatsa" userId="f7100972-27fe-4ee6-8fb4-ec9b7931b409" providerId="ADAL" clId="{F37C4974-F220-459F-95C5-71112429BD42}" dt="2022-09-19T08:24:00.279" v="1055"/>
          <ac:inkMkLst>
            <pc:docMk/>
            <pc:sldMk cId="989767306" sldId="592"/>
            <ac:inkMk id="90" creationId="{5BCEB39B-E03D-48E6-9364-2DF4C42481FA}"/>
          </ac:inkMkLst>
        </pc:inkChg>
        <pc:inkChg chg="add mod">
          <ac:chgData name="Deepika Vatsa" userId="f7100972-27fe-4ee6-8fb4-ec9b7931b409" providerId="ADAL" clId="{F37C4974-F220-459F-95C5-71112429BD42}" dt="2022-09-19T08:24:00.279" v="1055"/>
          <ac:inkMkLst>
            <pc:docMk/>
            <pc:sldMk cId="989767306" sldId="592"/>
            <ac:inkMk id="91" creationId="{6089D678-AED8-47D4-B07A-B519D3084BAD}"/>
          </ac:inkMkLst>
        </pc:inkChg>
        <pc:inkChg chg="add mod">
          <ac:chgData name="Deepika Vatsa" userId="f7100972-27fe-4ee6-8fb4-ec9b7931b409" providerId="ADAL" clId="{F37C4974-F220-459F-95C5-71112429BD42}" dt="2022-09-19T08:24:00.279" v="1055"/>
          <ac:inkMkLst>
            <pc:docMk/>
            <pc:sldMk cId="989767306" sldId="592"/>
            <ac:inkMk id="92" creationId="{A28EBF44-CD99-4FCD-A9C9-27E320AA845A}"/>
          </ac:inkMkLst>
        </pc:inkChg>
      </pc:sldChg>
      <pc:sldChg chg="modSp mod ord">
        <pc:chgData name="Deepika Vatsa" userId="f7100972-27fe-4ee6-8fb4-ec9b7931b409" providerId="ADAL" clId="{F37C4974-F220-459F-95C5-71112429BD42}" dt="2022-09-19T08:32:40.439" v="1505"/>
        <pc:sldMkLst>
          <pc:docMk/>
          <pc:sldMk cId="2664121395" sldId="593"/>
        </pc:sldMkLst>
        <pc:spChg chg="mod">
          <ac:chgData name="Deepika Vatsa" userId="f7100972-27fe-4ee6-8fb4-ec9b7931b409" providerId="ADAL" clId="{F37C4974-F220-459F-95C5-71112429BD42}" dt="2022-09-19T05:58:36.195" v="793" actId="113"/>
          <ac:spMkLst>
            <pc:docMk/>
            <pc:sldMk cId="2664121395" sldId="593"/>
            <ac:spMk id="9" creationId="{55A5BFD8-4962-4C89-86F0-4A582AD35F41}"/>
          </ac:spMkLst>
        </pc:spChg>
      </pc:sldChg>
      <pc:sldChg chg="addSp delSp modSp mod addAnim">
        <pc:chgData name="Deepika Vatsa" userId="f7100972-27fe-4ee6-8fb4-ec9b7931b409" providerId="ADAL" clId="{F37C4974-F220-459F-95C5-71112429BD42}" dt="2022-09-19T17:15:59.459" v="3885" actId="403"/>
        <pc:sldMkLst>
          <pc:docMk/>
          <pc:sldMk cId="4178212524" sldId="594"/>
        </pc:sldMkLst>
        <pc:spChg chg="mod">
          <ac:chgData name="Deepika Vatsa" userId="f7100972-27fe-4ee6-8fb4-ec9b7931b409" providerId="ADAL" clId="{F37C4974-F220-459F-95C5-71112429BD42}" dt="2022-09-19T17:15:46.260" v="3875" actId="14100"/>
          <ac:spMkLst>
            <pc:docMk/>
            <pc:sldMk cId="4178212524" sldId="594"/>
            <ac:spMk id="2" creationId="{6167DC2D-0072-445E-8CB3-E53407061CE7}"/>
          </ac:spMkLst>
        </pc:spChg>
        <pc:spChg chg="del">
          <ac:chgData name="Deepika Vatsa" userId="f7100972-27fe-4ee6-8fb4-ec9b7931b409" providerId="ADAL" clId="{F37C4974-F220-459F-95C5-71112429BD42}" dt="2022-09-19T17:12:35.037" v="3790" actId="478"/>
          <ac:spMkLst>
            <pc:docMk/>
            <pc:sldMk cId="4178212524" sldId="594"/>
            <ac:spMk id="11" creationId="{9F5D1653-CA60-43A9-B8A2-156757479F5A}"/>
          </ac:spMkLst>
        </pc:spChg>
        <pc:spChg chg="add mod">
          <ac:chgData name="Deepika Vatsa" userId="f7100972-27fe-4ee6-8fb4-ec9b7931b409" providerId="ADAL" clId="{F37C4974-F220-459F-95C5-71112429BD42}" dt="2022-09-19T17:15:59.459" v="3885" actId="403"/>
          <ac:spMkLst>
            <pc:docMk/>
            <pc:sldMk cId="4178212524" sldId="594"/>
            <ac:spMk id="12" creationId="{64DD200A-3209-472C-99C0-7DBE91E5516A}"/>
          </ac:spMkLst>
        </pc:spChg>
        <pc:spChg chg="del">
          <ac:chgData name="Deepika Vatsa" userId="f7100972-27fe-4ee6-8fb4-ec9b7931b409" providerId="ADAL" clId="{F37C4974-F220-459F-95C5-71112429BD42}" dt="2022-09-19T17:12:52.406" v="3793" actId="26606"/>
          <ac:spMkLst>
            <pc:docMk/>
            <pc:sldMk cId="4178212524" sldId="594"/>
            <ac:spMk id="15" creationId="{A8384FB5-9ADC-4DDC-881B-597D56F5B15D}"/>
          </ac:spMkLst>
        </pc:spChg>
        <pc:spChg chg="del">
          <ac:chgData name="Deepika Vatsa" userId="f7100972-27fe-4ee6-8fb4-ec9b7931b409" providerId="ADAL" clId="{F37C4974-F220-459F-95C5-71112429BD42}" dt="2022-09-19T17:12:52.406" v="3793" actId="26606"/>
          <ac:spMkLst>
            <pc:docMk/>
            <pc:sldMk cId="4178212524" sldId="594"/>
            <ac:spMk id="17" creationId="{1199E1B1-A8C0-4FE8-A5A8-1CB41D69F857}"/>
          </ac:spMkLst>
        </pc:spChg>
        <pc:spChg chg="del">
          <ac:chgData name="Deepika Vatsa" userId="f7100972-27fe-4ee6-8fb4-ec9b7931b409" providerId="ADAL" clId="{F37C4974-F220-459F-95C5-71112429BD42}" dt="2022-09-19T17:12:52.406" v="3793" actId="26606"/>
          <ac:spMkLst>
            <pc:docMk/>
            <pc:sldMk cId="4178212524" sldId="594"/>
            <ac:spMk id="19" creationId="{84A8DE83-DE75-4B41-9DB4-A7EC0B0DEC0B}"/>
          </ac:spMkLst>
        </pc:spChg>
        <pc:spChg chg="del">
          <ac:chgData name="Deepika Vatsa" userId="f7100972-27fe-4ee6-8fb4-ec9b7931b409" providerId="ADAL" clId="{F37C4974-F220-459F-95C5-71112429BD42}" dt="2022-09-19T17:12:52.406" v="3793" actId="26606"/>
          <ac:spMkLst>
            <pc:docMk/>
            <pc:sldMk cId="4178212524" sldId="594"/>
            <ac:spMk id="21" creationId="{A7009A0A-BEF5-4EAC-AF15-E4F9F002E239}"/>
          </ac:spMkLst>
        </pc:spChg>
        <pc:picChg chg="add">
          <ac:chgData name="Deepika Vatsa" userId="f7100972-27fe-4ee6-8fb4-ec9b7931b409" providerId="ADAL" clId="{F37C4974-F220-459F-95C5-71112429BD42}" dt="2022-09-19T17:12:52.406" v="3793" actId="26606"/>
          <ac:picMkLst>
            <pc:docMk/>
            <pc:sldMk cId="4178212524" sldId="594"/>
            <ac:picMk id="23" creationId="{8513962D-CE28-7146-D51A-A6C178D584CE}"/>
          </ac:picMkLst>
        </pc:picChg>
      </pc:sldChg>
      <pc:sldChg chg="addSp delSp modSp add del mod setBg delDesignElem">
        <pc:chgData name="Deepika Vatsa" userId="f7100972-27fe-4ee6-8fb4-ec9b7931b409" providerId="ADAL" clId="{F37C4974-F220-459F-95C5-71112429BD42}" dt="2022-09-19T04:49:02.617" v="4"/>
        <pc:sldMkLst>
          <pc:docMk/>
          <pc:sldMk cId="5157100" sldId="605"/>
        </pc:sldMkLst>
        <pc:spChg chg="mod">
          <ac:chgData name="Deepika Vatsa" userId="f7100972-27fe-4ee6-8fb4-ec9b7931b409" providerId="ADAL" clId="{F37C4974-F220-459F-95C5-71112429BD42}" dt="2022-09-19T04:49:02.617" v="4"/>
          <ac:spMkLst>
            <pc:docMk/>
            <pc:sldMk cId="5157100" sldId="605"/>
            <ac:spMk id="3" creationId="{D11C1709-B620-47DC-9742-B9FB880F0527}"/>
          </ac:spMkLst>
        </pc:spChg>
        <pc:spChg chg="add del">
          <ac:chgData name="Deepika Vatsa" userId="f7100972-27fe-4ee6-8fb4-ec9b7931b409" providerId="ADAL" clId="{F37C4974-F220-459F-95C5-71112429BD42}" dt="2022-09-19T04:48:55.061" v="2"/>
          <ac:spMkLst>
            <pc:docMk/>
            <pc:sldMk cId="5157100" sldId="605"/>
            <ac:spMk id="24" creationId="{2A8AA5BC-4F7A-4226-8F99-6D824B226A97}"/>
          </ac:spMkLst>
        </pc:spChg>
        <pc:spChg chg="add del">
          <ac:chgData name="Deepika Vatsa" userId="f7100972-27fe-4ee6-8fb4-ec9b7931b409" providerId="ADAL" clId="{F37C4974-F220-459F-95C5-71112429BD42}" dt="2022-09-19T04:48:55.061" v="2"/>
          <ac:spMkLst>
            <pc:docMk/>
            <pc:sldMk cId="5157100" sldId="605"/>
            <ac:spMk id="26" creationId="{5BC87C3E-1040-4EE4-9BDB-9537F7A1B335}"/>
          </ac:spMkLst>
        </pc:spChg>
        <pc:cxnChg chg="add del">
          <ac:chgData name="Deepika Vatsa" userId="f7100972-27fe-4ee6-8fb4-ec9b7931b409" providerId="ADAL" clId="{F37C4974-F220-459F-95C5-71112429BD42}" dt="2022-09-19T04:48:55.061" v="2"/>
          <ac:cxnSpMkLst>
            <pc:docMk/>
            <pc:sldMk cId="5157100" sldId="605"/>
            <ac:cxnSpMk id="25" creationId="{911DBBF1-3229-4BD9-B3D1-B4CA571E7431}"/>
          </ac:cxnSpMkLst>
        </pc:cxnChg>
        <pc:cxnChg chg="add del">
          <ac:chgData name="Deepika Vatsa" userId="f7100972-27fe-4ee6-8fb4-ec9b7931b409" providerId="ADAL" clId="{F37C4974-F220-459F-95C5-71112429BD42}" dt="2022-09-19T04:48:55.061" v="2"/>
          <ac:cxnSpMkLst>
            <pc:docMk/>
            <pc:sldMk cId="5157100" sldId="605"/>
            <ac:cxnSpMk id="27" creationId="{42CDBECE-872A-4C73-9DC1-BB4E805E2CF5}"/>
          </ac:cxnSpMkLst>
        </pc:cxnChg>
        <pc:cxnChg chg="add del">
          <ac:chgData name="Deepika Vatsa" userId="f7100972-27fe-4ee6-8fb4-ec9b7931b409" providerId="ADAL" clId="{F37C4974-F220-459F-95C5-71112429BD42}" dt="2022-09-19T04:48:55.061" v="2"/>
          <ac:cxnSpMkLst>
            <pc:docMk/>
            <pc:sldMk cId="5157100" sldId="605"/>
            <ac:cxnSpMk id="28" creationId="{F5CD5A0B-CDD7-427C-AA42-2EECFDFA1811}"/>
          </ac:cxnSpMkLst>
        </pc:cxnChg>
      </pc:sldChg>
      <pc:sldChg chg="addSp delSp modSp add del mod setBg delDesignElem">
        <pc:chgData name="Deepika Vatsa" userId="f7100972-27fe-4ee6-8fb4-ec9b7931b409" providerId="ADAL" clId="{F37C4974-F220-459F-95C5-71112429BD42}" dt="2022-09-19T04:49:22.477" v="10"/>
        <pc:sldMkLst>
          <pc:docMk/>
          <pc:sldMk cId="3877813117" sldId="606"/>
        </pc:sldMkLst>
        <pc:spChg chg="mod">
          <ac:chgData name="Deepika Vatsa" userId="f7100972-27fe-4ee6-8fb4-ec9b7931b409" providerId="ADAL" clId="{F37C4974-F220-459F-95C5-71112429BD42}" dt="2022-09-19T04:49:22.477" v="10"/>
          <ac:spMkLst>
            <pc:docMk/>
            <pc:sldMk cId="3877813117" sldId="606"/>
            <ac:spMk id="3" creationId="{80E36F94-92C5-49C4-89B0-FDCC3A53501B}"/>
          </ac:spMkLst>
        </pc:spChg>
        <pc:spChg chg="add del">
          <ac:chgData name="Deepika Vatsa" userId="f7100972-27fe-4ee6-8fb4-ec9b7931b409" providerId="ADAL" clId="{F37C4974-F220-459F-95C5-71112429BD42}" dt="2022-09-19T04:49:16.231" v="8"/>
          <ac:spMkLst>
            <pc:docMk/>
            <pc:sldMk cId="3877813117" sldId="606"/>
            <ac:spMk id="8" creationId="{100EDD19-6802-4EC3-95CE-CFFAB042CFD6}"/>
          </ac:spMkLst>
        </pc:spChg>
        <pc:spChg chg="add del">
          <ac:chgData name="Deepika Vatsa" userId="f7100972-27fe-4ee6-8fb4-ec9b7931b409" providerId="ADAL" clId="{F37C4974-F220-459F-95C5-71112429BD42}" dt="2022-09-19T04:49:16.231" v="8"/>
          <ac:spMkLst>
            <pc:docMk/>
            <pc:sldMk cId="3877813117" sldId="606"/>
            <ac:spMk id="10" creationId="{DB17E863-922E-4C26-BD64-E8FD41D28661}"/>
          </ac:spMkLst>
        </pc:spChg>
      </pc:sldChg>
      <pc:sldChg chg="modSp add mod">
        <pc:chgData name="Deepika Vatsa" userId="f7100972-27fe-4ee6-8fb4-ec9b7931b409" providerId="ADAL" clId="{F37C4974-F220-459F-95C5-71112429BD42}" dt="2022-09-19T08:01:37.914" v="820" actId="113"/>
        <pc:sldMkLst>
          <pc:docMk/>
          <pc:sldMk cId="2408381622" sldId="607"/>
        </pc:sldMkLst>
        <pc:spChg chg="mod">
          <ac:chgData name="Deepika Vatsa" userId="f7100972-27fe-4ee6-8fb4-ec9b7931b409" providerId="ADAL" clId="{F37C4974-F220-459F-95C5-71112429BD42}" dt="2022-09-19T08:01:37.914" v="820" actId="113"/>
          <ac:spMkLst>
            <pc:docMk/>
            <pc:sldMk cId="2408381622" sldId="607"/>
            <ac:spMk id="9" creationId="{55A5BFD8-4962-4C89-86F0-4A582AD35F41}"/>
          </ac:spMkLst>
        </pc:spChg>
      </pc:sldChg>
      <pc:sldChg chg="add">
        <pc:chgData name="Deepika Vatsa" userId="f7100972-27fe-4ee6-8fb4-ec9b7931b409" providerId="ADAL" clId="{F37C4974-F220-459F-95C5-71112429BD42}" dt="2022-09-19T04:50:22.054" v="23" actId="2890"/>
        <pc:sldMkLst>
          <pc:docMk/>
          <pc:sldMk cId="2303687208" sldId="608"/>
        </pc:sldMkLst>
      </pc:sldChg>
      <pc:sldChg chg="modSp add mod">
        <pc:chgData name="Deepika Vatsa" userId="f7100972-27fe-4ee6-8fb4-ec9b7931b409" providerId="ADAL" clId="{F37C4974-F220-459F-95C5-71112429BD42}" dt="2022-09-19T04:59:21.053" v="56" actId="113"/>
        <pc:sldMkLst>
          <pc:docMk/>
          <pc:sldMk cId="2973027526" sldId="609"/>
        </pc:sldMkLst>
        <pc:spChg chg="mod">
          <ac:chgData name="Deepika Vatsa" userId="f7100972-27fe-4ee6-8fb4-ec9b7931b409" providerId="ADAL" clId="{F37C4974-F220-459F-95C5-71112429BD42}" dt="2022-09-19T04:59:21.053" v="56" actId="113"/>
          <ac:spMkLst>
            <pc:docMk/>
            <pc:sldMk cId="2973027526" sldId="609"/>
            <ac:spMk id="11" creationId="{2F2CF578-B636-43E7-91B0-1E60F93036BC}"/>
          </ac:spMkLst>
        </pc:spChg>
      </pc:sldChg>
      <pc:sldChg chg="addSp delSp modSp add mod modNotesTx">
        <pc:chgData name="Deepika Vatsa" userId="f7100972-27fe-4ee6-8fb4-ec9b7931b409" providerId="ADAL" clId="{F37C4974-F220-459F-95C5-71112429BD42}" dt="2022-09-19T08:32:52.253" v="1507" actId="1076"/>
        <pc:sldMkLst>
          <pc:docMk/>
          <pc:sldMk cId="2821349526" sldId="610"/>
        </pc:sldMkLst>
        <pc:spChg chg="mod">
          <ac:chgData name="Deepika Vatsa" userId="f7100972-27fe-4ee6-8fb4-ec9b7931b409" providerId="ADAL" clId="{F37C4974-F220-459F-95C5-71112429BD42}" dt="2022-09-19T08:32:47.839" v="1506" actId="1076"/>
          <ac:spMkLst>
            <pc:docMk/>
            <pc:sldMk cId="2821349526" sldId="610"/>
            <ac:spMk id="2" creationId="{6167DC2D-0072-445E-8CB3-E53407061CE7}"/>
          </ac:spMkLst>
        </pc:spChg>
        <pc:spChg chg="ord">
          <ac:chgData name="Deepika Vatsa" userId="f7100972-27fe-4ee6-8fb4-ec9b7931b409" providerId="ADAL" clId="{F37C4974-F220-459F-95C5-71112429BD42}" dt="2022-09-19T05:49:36.611" v="515" actId="26606"/>
          <ac:spMkLst>
            <pc:docMk/>
            <pc:sldMk cId="2821349526" sldId="610"/>
            <ac:spMk id="6" creationId="{98E0FE6E-8F22-4B9F-9E9F-E2B694DC96D4}"/>
          </ac:spMkLst>
        </pc:spChg>
        <pc:spChg chg="del">
          <ac:chgData name="Deepika Vatsa" userId="f7100972-27fe-4ee6-8fb4-ec9b7931b409" providerId="ADAL" clId="{F37C4974-F220-459F-95C5-71112429BD42}" dt="2022-09-19T05:49:09.411" v="509" actId="478"/>
          <ac:spMkLst>
            <pc:docMk/>
            <pc:sldMk cId="2821349526" sldId="610"/>
            <ac:spMk id="9" creationId="{55A5BFD8-4962-4C89-86F0-4A582AD35F41}"/>
          </ac:spMkLst>
        </pc:spChg>
        <pc:spChg chg="del">
          <ac:chgData name="Deepika Vatsa" userId="f7100972-27fe-4ee6-8fb4-ec9b7931b409" providerId="ADAL" clId="{F37C4974-F220-459F-95C5-71112429BD42}" dt="2022-09-19T05:49:36.611" v="515" actId="26606"/>
          <ac:spMkLst>
            <pc:docMk/>
            <pc:sldMk cId="2821349526" sldId="610"/>
            <ac:spMk id="15" creationId="{A8384FB5-9ADC-4DDC-881B-597D56F5B15D}"/>
          </ac:spMkLst>
        </pc:spChg>
        <pc:spChg chg="add mod">
          <ac:chgData name="Deepika Vatsa" userId="f7100972-27fe-4ee6-8fb4-ec9b7931b409" providerId="ADAL" clId="{F37C4974-F220-459F-95C5-71112429BD42}" dt="2022-09-19T08:32:52.253" v="1507" actId="1076"/>
          <ac:spMkLst>
            <pc:docMk/>
            <pc:sldMk cId="2821349526" sldId="610"/>
            <ac:spMk id="16" creationId="{056DD194-5DA5-425D-83F2-042DE1DB844D}"/>
          </ac:spMkLst>
        </pc:spChg>
        <pc:spChg chg="del">
          <ac:chgData name="Deepika Vatsa" userId="f7100972-27fe-4ee6-8fb4-ec9b7931b409" providerId="ADAL" clId="{F37C4974-F220-459F-95C5-71112429BD42}" dt="2022-09-19T05:49:36.611" v="515" actId="26606"/>
          <ac:spMkLst>
            <pc:docMk/>
            <pc:sldMk cId="2821349526" sldId="610"/>
            <ac:spMk id="17" creationId="{1199E1B1-A8C0-4FE8-A5A8-1CB41D69F857}"/>
          </ac:spMkLst>
        </pc:spChg>
        <pc:spChg chg="del">
          <ac:chgData name="Deepika Vatsa" userId="f7100972-27fe-4ee6-8fb4-ec9b7931b409" providerId="ADAL" clId="{F37C4974-F220-459F-95C5-71112429BD42}" dt="2022-09-19T05:49:36.611" v="515" actId="26606"/>
          <ac:spMkLst>
            <pc:docMk/>
            <pc:sldMk cId="2821349526" sldId="610"/>
            <ac:spMk id="19" creationId="{84A8DE83-DE75-4B41-9DB4-A7EC0B0DEC0B}"/>
          </ac:spMkLst>
        </pc:spChg>
        <pc:spChg chg="del">
          <ac:chgData name="Deepika Vatsa" userId="f7100972-27fe-4ee6-8fb4-ec9b7931b409" providerId="ADAL" clId="{F37C4974-F220-459F-95C5-71112429BD42}" dt="2022-09-19T05:49:36.611" v="515" actId="26606"/>
          <ac:spMkLst>
            <pc:docMk/>
            <pc:sldMk cId="2821349526" sldId="610"/>
            <ac:spMk id="21" creationId="{A7009A0A-BEF5-4EAC-AF15-E4F9F002E239}"/>
          </ac:spMkLst>
        </pc:spChg>
        <pc:spChg chg="add del">
          <ac:chgData name="Deepika Vatsa" userId="f7100972-27fe-4ee6-8fb4-ec9b7931b409" providerId="ADAL" clId="{F37C4974-F220-459F-95C5-71112429BD42}" dt="2022-09-19T05:49:49.332" v="519" actId="26606"/>
          <ac:spMkLst>
            <pc:docMk/>
            <pc:sldMk cId="2821349526" sldId="610"/>
            <ac:spMk id="26" creationId="{D4771268-CB57-404A-9271-370EB28F6090}"/>
          </ac:spMkLst>
        </pc:spChg>
        <pc:spChg chg="add del">
          <ac:chgData name="Deepika Vatsa" userId="f7100972-27fe-4ee6-8fb4-ec9b7931b409" providerId="ADAL" clId="{F37C4974-F220-459F-95C5-71112429BD42}" dt="2022-09-19T05:49:56.628" v="522" actId="26606"/>
          <ac:spMkLst>
            <pc:docMk/>
            <pc:sldMk cId="2821349526" sldId="610"/>
            <ac:spMk id="31" creationId="{A4AC5506-6312-4701-8D3C-40187889A947}"/>
          </ac:spMkLst>
        </pc:spChg>
        <pc:picChg chg="del">
          <ac:chgData name="Deepika Vatsa" userId="f7100972-27fe-4ee6-8fb4-ec9b7931b409" providerId="ADAL" clId="{F37C4974-F220-459F-95C5-71112429BD42}" dt="2022-09-19T05:49:12.029" v="510" actId="478"/>
          <ac:picMkLst>
            <pc:docMk/>
            <pc:sldMk cId="2821349526" sldId="610"/>
            <ac:picMk id="4" creationId="{BD33A323-1BBF-477B-B11E-32FFF3EE6D1B}"/>
          </ac:picMkLst>
        </pc:picChg>
        <pc:picChg chg="add mod modCrop">
          <ac:chgData name="Deepika Vatsa" userId="f7100972-27fe-4ee6-8fb4-ec9b7931b409" providerId="ADAL" clId="{F37C4974-F220-459F-95C5-71112429BD42}" dt="2022-09-19T05:50:11.314" v="527" actId="1076"/>
          <ac:picMkLst>
            <pc:docMk/>
            <pc:sldMk cId="2821349526" sldId="610"/>
            <ac:picMk id="5" creationId="{D94C8376-7DF5-4BB2-AC19-701E6DD9B2EA}"/>
          </ac:picMkLst>
        </pc:picChg>
      </pc:sldChg>
      <pc:sldChg chg="addSp delSp modSp add mod modNotesTx">
        <pc:chgData name="Deepika Vatsa" userId="f7100972-27fe-4ee6-8fb4-ec9b7931b409" providerId="ADAL" clId="{F37C4974-F220-459F-95C5-71112429BD42}" dt="2022-09-19T17:33:54.354" v="3927" actId="20577"/>
        <pc:sldMkLst>
          <pc:docMk/>
          <pc:sldMk cId="3530607956" sldId="611"/>
        </pc:sldMkLst>
        <pc:spChg chg="mod">
          <ac:chgData name="Deepika Vatsa" userId="f7100972-27fe-4ee6-8fb4-ec9b7931b409" providerId="ADAL" clId="{F37C4974-F220-459F-95C5-71112429BD42}" dt="2022-09-19T05:57:05.685" v="770" actId="6549"/>
          <ac:spMkLst>
            <pc:docMk/>
            <pc:sldMk cId="3530607956" sldId="611"/>
            <ac:spMk id="2" creationId="{6167DC2D-0072-445E-8CB3-E53407061CE7}"/>
          </ac:spMkLst>
        </pc:spChg>
        <pc:spChg chg="mod">
          <ac:chgData name="Deepika Vatsa" userId="f7100972-27fe-4ee6-8fb4-ec9b7931b409" providerId="ADAL" clId="{F37C4974-F220-459F-95C5-71112429BD42}" dt="2022-09-19T17:33:54.354" v="3927" actId="20577"/>
          <ac:spMkLst>
            <pc:docMk/>
            <pc:sldMk cId="3530607956" sldId="611"/>
            <ac:spMk id="9" creationId="{55A5BFD8-4962-4C89-86F0-4A582AD35F41}"/>
          </ac:spMkLst>
        </pc:spChg>
        <pc:grpChg chg="add mod">
          <ac:chgData name="Deepika Vatsa" userId="f7100972-27fe-4ee6-8fb4-ec9b7931b409" providerId="ADAL" clId="{F37C4974-F220-459F-95C5-71112429BD42}" dt="2022-09-19T08:24:48.762" v="1112" actId="1035"/>
          <ac:grpSpMkLst>
            <pc:docMk/>
            <pc:sldMk cId="3530607956" sldId="611"/>
            <ac:grpSpMk id="11" creationId="{5DF77B19-4A2D-4FCF-9DD5-D296D44120CA}"/>
          </ac:grpSpMkLst>
        </pc:grpChg>
        <pc:grpChg chg="add mod">
          <ac:chgData name="Deepika Vatsa" userId="f7100972-27fe-4ee6-8fb4-ec9b7931b409" providerId="ADAL" clId="{F37C4974-F220-459F-95C5-71112429BD42}" dt="2022-09-19T08:26:09.475" v="1135" actId="1036"/>
          <ac:grpSpMkLst>
            <pc:docMk/>
            <pc:sldMk cId="3530607956" sldId="611"/>
            <ac:grpSpMk id="30" creationId="{4022B360-6B9B-441D-A01C-062311B42232}"/>
          </ac:grpSpMkLst>
        </pc:grpChg>
        <pc:grpChg chg="add mod">
          <ac:chgData name="Deepika Vatsa" userId="f7100972-27fe-4ee6-8fb4-ec9b7931b409" providerId="ADAL" clId="{F37C4974-F220-459F-95C5-71112429BD42}" dt="2022-09-19T08:24:48.762" v="1112" actId="1035"/>
          <ac:grpSpMkLst>
            <pc:docMk/>
            <pc:sldMk cId="3530607956" sldId="611"/>
            <ac:grpSpMk id="36" creationId="{5E3AF900-B5D8-41B6-A3B9-9913BDC5C40A}"/>
          </ac:grpSpMkLst>
        </pc:grpChg>
        <pc:grpChg chg="mod">
          <ac:chgData name="Deepika Vatsa" userId="f7100972-27fe-4ee6-8fb4-ec9b7931b409" providerId="ADAL" clId="{F37C4974-F220-459F-95C5-71112429BD42}" dt="2022-09-19T08:25:42.966" v="1117"/>
          <ac:grpSpMkLst>
            <pc:docMk/>
            <pc:sldMk cId="3530607956" sldId="611"/>
            <ac:grpSpMk id="65" creationId="{1931492C-5E37-4358-BB05-B3F488A78104}"/>
          </ac:grpSpMkLst>
        </pc:grpChg>
        <pc:grpChg chg="del mod">
          <ac:chgData name="Deepika Vatsa" userId="f7100972-27fe-4ee6-8fb4-ec9b7931b409" providerId="ADAL" clId="{F37C4974-F220-459F-95C5-71112429BD42}" dt="2022-09-19T08:26:25.678" v="1136" actId="478"/>
          <ac:grpSpMkLst>
            <pc:docMk/>
            <pc:sldMk cId="3530607956" sldId="611"/>
            <ac:grpSpMk id="68" creationId="{BBAD198F-D704-4042-BFCE-AC408010591D}"/>
          </ac:grpSpMkLst>
        </pc:grpChg>
        <pc:picChg chg="del mod modCrop">
          <ac:chgData name="Deepika Vatsa" userId="f7100972-27fe-4ee6-8fb4-ec9b7931b409" providerId="ADAL" clId="{F37C4974-F220-459F-95C5-71112429BD42}" dt="2022-09-19T08:24:37.254" v="1098" actId="478"/>
          <ac:picMkLst>
            <pc:docMk/>
            <pc:sldMk cId="3530607956" sldId="611"/>
            <ac:picMk id="4" creationId="{BD33A323-1BBF-477B-B11E-32FFF3EE6D1B}"/>
          </ac:picMkLst>
        </pc:picChg>
        <pc:inkChg chg="add">
          <ac:chgData name="Deepika Vatsa" userId="f7100972-27fe-4ee6-8fb4-ec9b7931b409" providerId="ADAL" clId="{F37C4974-F220-459F-95C5-71112429BD42}" dt="2022-09-19T08:25:38.899" v="1113" actId="9405"/>
          <ac:inkMkLst>
            <pc:docMk/>
            <pc:sldMk cId="3530607956" sldId="611"/>
            <ac:inkMk id="3" creationId="{B595A79F-F76F-4835-B8B2-186020726418}"/>
          </ac:inkMkLst>
        </pc:inkChg>
        <pc:inkChg chg="add mod">
          <ac:chgData name="Deepika Vatsa" userId="f7100972-27fe-4ee6-8fb4-ec9b7931b409" providerId="ADAL" clId="{F37C4974-F220-459F-95C5-71112429BD42}" dt="2022-09-19T08:25:42.966" v="1117"/>
          <ac:inkMkLst>
            <pc:docMk/>
            <pc:sldMk cId="3530607956" sldId="611"/>
            <ac:inkMk id="5" creationId="{6883C108-2D65-49D6-B428-BEADDCD7A487}"/>
          </ac:inkMkLst>
        </pc:inkChg>
        <pc:inkChg chg="add mod">
          <ac:chgData name="Deepika Vatsa" userId="f7100972-27fe-4ee6-8fb4-ec9b7931b409" providerId="ADAL" clId="{F37C4974-F220-459F-95C5-71112429BD42}" dt="2022-09-19T08:25:42.966" v="1117"/>
          <ac:inkMkLst>
            <pc:docMk/>
            <pc:sldMk cId="3530607956" sldId="611"/>
            <ac:inkMk id="7" creationId="{D24305F1-F8E8-488C-B2DC-8E4BD96351C9}"/>
          </ac:inkMkLst>
        </pc:inkChg>
        <pc:inkChg chg="add mod">
          <ac:chgData name="Deepika Vatsa" userId="f7100972-27fe-4ee6-8fb4-ec9b7931b409" providerId="ADAL" clId="{F37C4974-F220-459F-95C5-71112429BD42}" dt="2022-09-19T08:25:42.966" v="1117"/>
          <ac:inkMkLst>
            <pc:docMk/>
            <pc:sldMk cId="3530607956" sldId="611"/>
            <ac:inkMk id="8" creationId="{0B054D40-0E25-43EC-9FE0-F2F2CE9A610D}"/>
          </ac:inkMkLst>
        </pc:inkChg>
        <pc:inkChg chg="add mod">
          <ac:chgData name="Deepika Vatsa" userId="f7100972-27fe-4ee6-8fb4-ec9b7931b409" providerId="ADAL" clId="{F37C4974-F220-459F-95C5-71112429BD42}" dt="2022-09-19T08:24:48.762" v="1112" actId="1035"/>
          <ac:inkMkLst>
            <pc:docMk/>
            <pc:sldMk cId="3530607956" sldId="611"/>
            <ac:inkMk id="10" creationId="{0FAF5AA0-C389-4EAD-8B16-72A2BAF4AC54}"/>
          </ac:inkMkLst>
        </pc:inkChg>
        <pc:inkChg chg="mod">
          <ac:chgData name="Deepika Vatsa" userId="f7100972-27fe-4ee6-8fb4-ec9b7931b409" providerId="ADAL" clId="{F37C4974-F220-459F-95C5-71112429BD42}" dt="2022-09-19T08:24:44.766" v="1100"/>
          <ac:inkMkLst>
            <pc:docMk/>
            <pc:sldMk cId="3530607956" sldId="611"/>
            <ac:inkMk id="12" creationId="{C0883D44-DF62-40E8-A203-690CA3B5218D}"/>
          </ac:inkMkLst>
        </pc:inkChg>
        <pc:inkChg chg="mod">
          <ac:chgData name="Deepika Vatsa" userId="f7100972-27fe-4ee6-8fb4-ec9b7931b409" providerId="ADAL" clId="{F37C4974-F220-459F-95C5-71112429BD42}" dt="2022-09-19T08:24:44.766" v="1100"/>
          <ac:inkMkLst>
            <pc:docMk/>
            <pc:sldMk cId="3530607956" sldId="611"/>
            <ac:inkMk id="13" creationId="{E10426D5-A006-4D21-B806-837D0449D16A}"/>
          </ac:inkMkLst>
        </pc:inkChg>
        <pc:inkChg chg="mod">
          <ac:chgData name="Deepika Vatsa" userId="f7100972-27fe-4ee6-8fb4-ec9b7931b409" providerId="ADAL" clId="{F37C4974-F220-459F-95C5-71112429BD42}" dt="2022-09-19T08:24:44.766" v="1100"/>
          <ac:inkMkLst>
            <pc:docMk/>
            <pc:sldMk cId="3530607956" sldId="611"/>
            <ac:inkMk id="14" creationId="{55BA9EC2-9B17-46B5-982A-8EA2379BBFF7}"/>
          </ac:inkMkLst>
        </pc:inkChg>
        <pc:inkChg chg="mod">
          <ac:chgData name="Deepika Vatsa" userId="f7100972-27fe-4ee6-8fb4-ec9b7931b409" providerId="ADAL" clId="{F37C4974-F220-459F-95C5-71112429BD42}" dt="2022-09-19T08:24:44.766" v="1100"/>
          <ac:inkMkLst>
            <pc:docMk/>
            <pc:sldMk cId="3530607956" sldId="611"/>
            <ac:inkMk id="16" creationId="{2B366834-83AB-4F18-9D18-D4B25B56A514}"/>
          </ac:inkMkLst>
        </pc:inkChg>
        <pc:inkChg chg="mod">
          <ac:chgData name="Deepika Vatsa" userId="f7100972-27fe-4ee6-8fb4-ec9b7931b409" providerId="ADAL" clId="{F37C4974-F220-459F-95C5-71112429BD42}" dt="2022-09-19T08:24:44.766" v="1100"/>
          <ac:inkMkLst>
            <pc:docMk/>
            <pc:sldMk cId="3530607956" sldId="611"/>
            <ac:inkMk id="18" creationId="{171F5AA4-3C7C-45DC-BB2D-28A7B4967A0E}"/>
          </ac:inkMkLst>
        </pc:inkChg>
        <pc:inkChg chg="add mod">
          <ac:chgData name="Deepika Vatsa" userId="f7100972-27fe-4ee6-8fb4-ec9b7931b409" providerId="ADAL" clId="{F37C4974-F220-459F-95C5-71112429BD42}" dt="2022-09-19T08:24:48.762" v="1112" actId="1035"/>
          <ac:inkMkLst>
            <pc:docMk/>
            <pc:sldMk cId="3530607956" sldId="611"/>
            <ac:inkMk id="20" creationId="{8A4F915C-86E1-488E-8B54-913B2BEA261A}"/>
          </ac:inkMkLst>
        </pc:inkChg>
        <pc:inkChg chg="add mod">
          <ac:chgData name="Deepika Vatsa" userId="f7100972-27fe-4ee6-8fb4-ec9b7931b409" providerId="ADAL" clId="{F37C4974-F220-459F-95C5-71112429BD42}" dt="2022-09-19T08:24:48.762" v="1112" actId="1035"/>
          <ac:inkMkLst>
            <pc:docMk/>
            <pc:sldMk cId="3530607956" sldId="611"/>
            <ac:inkMk id="22" creationId="{DE6620DA-D536-4366-ACD7-1226C0FFA48F}"/>
          </ac:inkMkLst>
        </pc:inkChg>
        <pc:inkChg chg="add mod">
          <ac:chgData name="Deepika Vatsa" userId="f7100972-27fe-4ee6-8fb4-ec9b7931b409" providerId="ADAL" clId="{F37C4974-F220-459F-95C5-71112429BD42}" dt="2022-09-19T08:24:48.762" v="1112" actId="1035"/>
          <ac:inkMkLst>
            <pc:docMk/>
            <pc:sldMk cId="3530607956" sldId="611"/>
            <ac:inkMk id="23" creationId="{C35E46F3-7AA5-4634-B474-80340ED20F20}"/>
          </ac:inkMkLst>
        </pc:inkChg>
        <pc:inkChg chg="add mod">
          <ac:chgData name="Deepika Vatsa" userId="f7100972-27fe-4ee6-8fb4-ec9b7931b409" providerId="ADAL" clId="{F37C4974-F220-459F-95C5-71112429BD42}" dt="2022-09-19T08:24:48.762" v="1112" actId="1035"/>
          <ac:inkMkLst>
            <pc:docMk/>
            <pc:sldMk cId="3530607956" sldId="611"/>
            <ac:inkMk id="24" creationId="{7679B4EC-A1DE-490F-9807-DD2533BFEB5C}"/>
          </ac:inkMkLst>
        </pc:inkChg>
        <pc:inkChg chg="add mod">
          <ac:chgData name="Deepika Vatsa" userId="f7100972-27fe-4ee6-8fb4-ec9b7931b409" providerId="ADAL" clId="{F37C4974-F220-459F-95C5-71112429BD42}" dt="2022-09-19T08:24:48.762" v="1112" actId="1035"/>
          <ac:inkMkLst>
            <pc:docMk/>
            <pc:sldMk cId="3530607956" sldId="611"/>
            <ac:inkMk id="25" creationId="{B192EB5E-3796-47B2-A905-4CFFF7B7D7AA}"/>
          </ac:inkMkLst>
        </pc:inkChg>
        <pc:inkChg chg="add mod">
          <ac:chgData name="Deepika Vatsa" userId="f7100972-27fe-4ee6-8fb4-ec9b7931b409" providerId="ADAL" clId="{F37C4974-F220-459F-95C5-71112429BD42}" dt="2022-09-19T08:24:48.762" v="1112" actId="1035"/>
          <ac:inkMkLst>
            <pc:docMk/>
            <pc:sldMk cId="3530607956" sldId="611"/>
            <ac:inkMk id="26" creationId="{6667FEB3-A438-4D71-8CD7-30225B37FFDF}"/>
          </ac:inkMkLst>
        </pc:inkChg>
        <pc:inkChg chg="add mod">
          <ac:chgData name="Deepika Vatsa" userId="f7100972-27fe-4ee6-8fb4-ec9b7931b409" providerId="ADAL" clId="{F37C4974-F220-459F-95C5-71112429BD42}" dt="2022-09-19T08:26:09.475" v="1135" actId="1036"/>
          <ac:inkMkLst>
            <pc:docMk/>
            <pc:sldMk cId="3530607956" sldId="611"/>
            <ac:inkMk id="27" creationId="{73988484-511B-473E-A2BF-76A3223AA16E}"/>
          </ac:inkMkLst>
        </pc:inkChg>
        <pc:inkChg chg="add mod">
          <ac:chgData name="Deepika Vatsa" userId="f7100972-27fe-4ee6-8fb4-ec9b7931b409" providerId="ADAL" clId="{F37C4974-F220-459F-95C5-71112429BD42}" dt="2022-09-19T08:26:09.475" v="1135" actId="1036"/>
          <ac:inkMkLst>
            <pc:docMk/>
            <pc:sldMk cId="3530607956" sldId="611"/>
            <ac:inkMk id="28" creationId="{36F42329-A3AD-447E-87DF-10BF16FDB73B}"/>
          </ac:inkMkLst>
        </pc:inkChg>
        <pc:inkChg chg="add mod">
          <ac:chgData name="Deepika Vatsa" userId="f7100972-27fe-4ee6-8fb4-ec9b7931b409" providerId="ADAL" clId="{F37C4974-F220-459F-95C5-71112429BD42}" dt="2022-09-19T08:26:09.475" v="1135" actId="1036"/>
          <ac:inkMkLst>
            <pc:docMk/>
            <pc:sldMk cId="3530607956" sldId="611"/>
            <ac:inkMk id="29" creationId="{C6CA5041-FF17-4897-BBE1-90B9D5E91986}"/>
          </ac:inkMkLst>
        </pc:inkChg>
        <pc:inkChg chg="mod">
          <ac:chgData name="Deepika Vatsa" userId="f7100972-27fe-4ee6-8fb4-ec9b7931b409" providerId="ADAL" clId="{F37C4974-F220-459F-95C5-71112429BD42}" dt="2022-09-19T08:24:44.766" v="1100"/>
          <ac:inkMkLst>
            <pc:docMk/>
            <pc:sldMk cId="3530607956" sldId="611"/>
            <ac:inkMk id="31" creationId="{541A4359-6606-43BC-97F1-746AC2156E54}"/>
          </ac:inkMkLst>
        </pc:inkChg>
        <pc:inkChg chg="del mod">
          <ac:chgData name="Deepika Vatsa" userId="f7100972-27fe-4ee6-8fb4-ec9b7931b409" providerId="ADAL" clId="{F37C4974-F220-459F-95C5-71112429BD42}" dt="2022-09-19T08:26:30.666" v="1137" actId="478"/>
          <ac:inkMkLst>
            <pc:docMk/>
            <pc:sldMk cId="3530607956" sldId="611"/>
            <ac:inkMk id="32" creationId="{0D0426A3-391A-4A2F-A170-026A9BF6F520}"/>
          </ac:inkMkLst>
        </pc:inkChg>
        <pc:inkChg chg="mod">
          <ac:chgData name="Deepika Vatsa" userId="f7100972-27fe-4ee6-8fb4-ec9b7931b409" providerId="ADAL" clId="{F37C4974-F220-459F-95C5-71112429BD42}" dt="2022-09-19T08:24:44.766" v="1100"/>
          <ac:inkMkLst>
            <pc:docMk/>
            <pc:sldMk cId="3530607956" sldId="611"/>
            <ac:inkMk id="33" creationId="{3CD8978F-D40C-45C6-902E-74D7AB00EE09}"/>
          </ac:inkMkLst>
        </pc:inkChg>
        <pc:inkChg chg="mod">
          <ac:chgData name="Deepika Vatsa" userId="f7100972-27fe-4ee6-8fb4-ec9b7931b409" providerId="ADAL" clId="{F37C4974-F220-459F-95C5-71112429BD42}" dt="2022-09-19T08:24:44.766" v="1100"/>
          <ac:inkMkLst>
            <pc:docMk/>
            <pc:sldMk cId="3530607956" sldId="611"/>
            <ac:inkMk id="34" creationId="{613B6F62-92B0-4533-B63E-321EE8495347}"/>
          </ac:inkMkLst>
        </pc:inkChg>
        <pc:inkChg chg="mod">
          <ac:chgData name="Deepika Vatsa" userId="f7100972-27fe-4ee6-8fb4-ec9b7931b409" providerId="ADAL" clId="{F37C4974-F220-459F-95C5-71112429BD42}" dt="2022-09-19T08:24:44.766" v="1100"/>
          <ac:inkMkLst>
            <pc:docMk/>
            <pc:sldMk cId="3530607956" sldId="611"/>
            <ac:inkMk id="35" creationId="{032F3B6A-1F52-4263-82AF-CCE16292F246}"/>
          </ac:inkMkLst>
        </pc:inkChg>
        <pc:inkChg chg="mod">
          <ac:chgData name="Deepika Vatsa" userId="f7100972-27fe-4ee6-8fb4-ec9b7931b409" providerId="ADAL" clId="{F37C4974-F220-459F-95C5-71112429BD42}" dt="2022-09-19T08:24:44.766" v="1100"/>
          <ac:inkMkLst>
            <pc:docMk/>
            <pc:sldMk cId="3530607956" sldId="611"/>
            <ac:inkMk id="37" creationId="{A2FA703C-5694-4AA8-B97B-1CDC023A9A2B}"/>
          </ac:inkMkLst>
        </pc:inkChg>
        <pc:inkChg chg="mod">
          <ac:chgData name="Deepika Vatsa" userId="f7100972-27fe-4ee6-8fb4-ec9b7931b409" providerId="ADAL" clId="{F37C4974-F220-459F-95C5-71112429BD42}" dt="2022-09-19T08:24:44.766" v="1100"/>
          <ac:inkMkLst>
            <pc:docMk/>
            <pc:sldMk cId="3530607956" sldId="611"/>
            <ac:inkMk id="38" creationId="{28F8D8F3-8A9D-4E4D-90A3-497D6AEED2F1}"/>
          </ac:inkMkLst>
        </pc:inkChg>
        <pc:inkChg chg="mod">
          <ac:chgData name="Deepika Vatsa" userId="f7100972-27fe-4ee6-8fb4-ec9b7931b409" providerId="ADAL" clId="{F37C4974-F220-459F-95C5-71112429BD42}" dt="2022-09-19T08:24:44.766" v="1100"/>
          <ac:inkMkLst>
            <pc:docMk/>
            <pc:sldMk cId="3530607956" sldId="611"/>
            <ac:inkMk id="39" creationId="{DDBC52D1-3BB5-498D-888B-EFB9CE47CDB9}"/>
          </ac:inkMkLst>
        </pc:inkChg>
        <pc:inkChg chg="mod">
          <ac:chgData name="Deepika Vatsa" userId="f7100972-27fe-4ee6-8fb4-ec9b7931b409" providerId="ADAL" clId="{F37C4974-F220-459F-95C5-71112429BD42}" dt="2022-09-19T08:24:44.766" v="1100"/>
          <ac:inkMkLst>
            <pc:docMk/>
            <pc:sldMk cId="3530607956" sldId="611"/>
            <ac:inkMk id="40" creationId="{082B15A7-78F9-4708-9A08-B1CC0361D12B}"/>
          </ac:inkMkLst>
        </pc:inkChg>
        <pc:inkChg chg="mod">
          <ac:chgData name="Deepika Vatsa" userId="f7100972-27fe-4ee6-8fb4-ec9b7931b409" providerId="ADAL" clId="{F37C4974-F220-459F-95C5-71112429BD42}" dt="2022-09-19T08:24:44.766" v="1100"/>
          <ac:inkMkLst>
            <pc:docMk/>
            <pc:sldMk cId="3530607956" sldId="611"/>
            <ac:inkMk id="41" creationId="{98CE2FD3-390B-499D-B4FF-3E633BA53394}"/>
          </ac:inkMkLst>
        </pc:inkChg>
        <pc:inkChg chg="mod">
          <ac:chgData name="Deepika Vatsa" userId="f7100972-27fe-4ee6-8fb4-ec9b7931b409" providerId="ADAL" clId="{F37C4974-F220-459F-95C5-71112429BD42}" dt="2022-09-19T08:24:44.766" v="1100"/>
          <ac:inkMkLst>
            <pc:docMk/>
            <pc:sldMk cId="3530607956" sldId="611"/>
            <ac:inkMk id="42" creationId="{AAD3B6E6-C426-4213-B6A6-947FB883C3CF}"/>
          </ac:inkMkLst>
        </pc:inkChg>
        <pc:inkChg chg="mod">
          <ac:chgData name="Deepika Vatsa" userId="f7100972-27fe-4ee6-8fb4-ec9b7931b409" providerId="ADAL" clId="{F37C4974-F220-459F-95C5-71112429BD42}" dt="2022-09-19T08:24:44.766" v="1100"/>
          <ac:inkMkLst>
            <pc:docMk/>
            <pc:sldMk cId="3530607956" sldId="611"/>
            <ac:inkMk id="43" creationId="{8310F350-A6C0-4DE2-B579-C2A686E51084}"/>
          </ac:inkMkLst>
        </pc:inkChg>
        <pc:inkChg chg="mod">
          <ac:chgData name="Deepika Vatsa" userId="f7100972-27fe-4ee6-8fb4-ec9b7931b409" providerId="ADAL" clId="{F37C4974-F220-459F-95C5-71112429BD42}" dt="2022-09-19T08:24:44.766" v="1100"/>
          <ac:inkMkLst>
            <pc:docMk/>
            <pc:sldMk cId="3530607956" sldId="611"/>
            <ac:inkMk id="44" creationId="{CEB43337-7F6B-4F85-9675-A629D9B0D596}"/>
          </ac:inkMkLst>
        </pc:inkChg>
        <pc:inkChg chg="mod">
          <ac:chgData name="Deepika Vatsa" userId="f7100972-27fe-4ee6-8fb4-ec9b7931b409" providerId="ADAL" clId="{F37C4974-F220-459F-95C5-71112429BD42}" dt="2022-09-19T08:24:44.766" v="1100"/>
          <ac:inkMkLst>
            <pc:docMk/>
            <pc:sldMk cId="3530607956" sldId="611"/>
            <ac:inkMk id="45" creationId="{311738D8-A6C8-4728-908F-D51150A8763E}"/>
          </ac:inkMkLst>
        </pc:inkChg>
        <pc:inkChg chg="mod">
          <ac:chgData name="Deepika Vatsa" userId="f7100972-27fe-4ee6-8fb4-ec9b7931b409" providerId="ADAL" clId="{F37C4974-F220-459F-95C5-71112429BD42}" dt="2022-09-19T08:24:44.766" v="1100"/>
          <ac:inkMkLst>
            <pc:docMk/>
            <pc:sldMk cId="3530607956" sldId="611"/>
            <ac:inkMk id="46" creationId="{E9E0A257-78E1-4299-BD88-7940F5C6FABF}"/>
          </ac:inkMkLst>
        </pc:inkChg>
        <pc:inkChg chg="mod">
          <ac:chgData name="Deepika Vatsa" userId="f7100972-27fe-4ee6-8fb4-ec9b7931b409" providerId="ADAL" clId="{F37C4974-F220-459F-95C5-71112429BD42}" dt="2022-09-19T08:24:44.766" v="1100"/>
          <ac:inkMkLst>
            <pc:docMk/>
            <pc:sldMk cId="3530607956" sldId="611"/>
            <ac:inkMk id="47" creationId="{6D5579AF-B05A-4BC5-8933-BCC0E67AAF72}"/>
          </ac:inkMkLst>
        </pc:inkChg>
        <pc:inkChg chg="mod">
          <ac:chgData name="Deepika Vatsa" userId="f7100972-27fe-4ee6-8fb4-ec9b7931b409" providerId="ADAL" clId="{F37C4974-F220-459F-95C5-71112429BD42}" dt="2022-09-19T08:24:44.766" v="1100"/>
          <ac:inkMkLst>
            <pc:docMk/>
            <pc:sldMk cId="3530607956" sldId="611"/>
            <ac:inkMk id="48" creationId="{333EF66B-65C1-48C6-8A0E-FDEF0BF4B0F0}"/>
          </ac:inkMkLst>
        </pc:inkChg>
        <pc:inkChg chg="mod">
          <ac:chgData name="Deepika Vatsa" userId="f7100972-27fe-4ee6-8fb4-ec9b7931b409" providerId="ADAL" clId="{F37C4974-F220-459F-95C5-71112429BD42}" dt="2022-09-19T08:24:44.766" v="1100"/>
          <ac:inkMkLst>
            <pc:docMk/>
            <pc:sldMk cId="3530607956" sldId="611"/>
            <ac:inkMk id="49" creationId="{32F2C771-1DB1-4F42-BA53-20CB6C86E88B}"/>
          </ac:inkMkLst>
        </pc:inkChg>
        <pc:inkChg chg="mod">
          <ac:chgData name="Deepika Vatsa" userId="f7100972-27fe-4ee6-8fb4-ec9b7931b409" providerId="ADAL" clId="{F37C4974-F220-459F-95C5-71112429BD42}" dt="2022-09-19T08:24:44.766" v="1100"/>
          <ac:inkMkLst>
            <pc:docMk/>
            <pc:sldMk cId="3530607956" sldId="611"/>
            <ac:inkMk id="50" creationId="{E6202A82-EAB4-4E07-B07B-66612A5ACEFB}"/>
          </ac:inkMkLst>
        </pc:inkChg>
        <pc:inkChg chg="mod">
          <ac:chgData name="Deepika Vatsa" userId="f7100972-27fe-4ee6-8fb4-ec9b7931b409" providerId="ADAL" clId="{F37C4974-F220-459F-95C5-71112429BD42}" dt="2022-09-19T08:24:44.766" v="1100"/>
          <ac:inkMkLst>
            <pc:docMk/>
            <pc:sldMk cId="3530607956" sldId="611"/>
            <ac:inkMk id="51" creationId="{27BE3843-9EA7-4983-8ABD-DECA6EE7CAF5}"/>
          </ac:inkMkLst>
        </pc:inkChg>
        <pc:inkChg chg="mod">
          <ac:chgData name="Deepika Vatsa" userId="f7100972-27fe-4ee6-8fb4-ec9b7931b409" providerId="ADAL" clId="{F37C4974-F220-459F-95C5-71112429BD42}" dt="2022-09-19T08:24:44.766" v="1100"/>
          <ac:inkMkLst>
            <pc:docMk/>
            <pc:sldMk cId="3530607956" sldId="611"/>
            <ac:inkMk id="52" creationId="{B2D44089-CE9E-425A-8043-10116C3C212A}"/>
          </ac:inkMkLst>
        </pc:inkChg>
        <pc:inkChg chg="mod">
          <ac:chgData name="Deepika Vatsa" userId="f7100972-27fe-4ee6-8fb4-ec9b7931b409" providerId="ADAL" clId="{F37C4974-F220-459F-95C5-71112429BD42}" dt="2022-09-19T08:24:44.766" v="1100"/>
          <ac:inkMkLst>
            <pc:docMk/>
            <pc:sldMk cId="3530607956" sldId="611"/>
            <ac:inkMk id="53" creationId="{03E07B93-933F-414D-9330-D5C7E05B839F}"/>
          </ac:inkMkLst>
        </pc:inkChg>
        <pc:inkChg chg="mod">
          <ac:chgData name="Deepika Vatsa" userId="f7100972-27fe-4ee6-8fb4-ec9b7931b409" providerId="ADAL" clId="{F37C4974-F220-459F-95C5-71112429BD42}" dt="2022-09-19T08:24:44.766" v="1100"/>
          <ac:inkMkLst>
            <pc:docMk/>
            <pc:sldMk cId="3530607956" sldId="611"/>
            <ac:inkMk id="54" creationId="{7273867D-632D-46BE-9FB1-3A60C3CC82EF}"/>
          </ac:inkMkLst>
        </pc:inkChg>
        <pc:inkChg chg="mod">
          <ac:chgData name="Deepika Vatsa" userId="f7100972-27fe-4ee6-8fb4-ec9b7931b409" providerId="ADAL" clId="{F37C4974-F220-459F-95C5-71112429BD42}" dt="2022-09-19T08:24:44.766" v="1100"/>
          <ac:inkMkLst>
            <pc:docMk/>
            <pc:sldMk cId="3530607956" sldId="611"/>
            <ac:inkMk id="55" creationId="{67B3C350-980B-4AE3-8062-EF1CC12F8991}"/>
          </ac:inkMkLst>
        </pc:inkChg>
        <pc:inkChg chg="mod">
          <ac:chgData name="Deepika Vatsa" userId="f7100972-27fe-4ee6-8fb4-ec9b7931b409" providerId="ADAL" clId="{F37C4974-F220-459F-95C5-71112429BD42}" dt="2022-09-19T08:24:44.766" v="1100"/>
          <ac:inkMkLst>
            <pc:docMk/>
            <pc:sldMk cId="3530607956" sldId="611"/>
            <ac:inkMk id="56" creationId="{85704CFD-04EF-4832-BC2C-B808E4D879FE}"/>
          </ac:inkMkLst>
        </pc:inkChg>
        <pc:inkChg chg="mod">
          <ac:chgData name="Deepika Vatsa" userId="f7100972-27fe-4ee6-8fb4-ec9b7931b409" providerId="ADAL" clId="{F37C4974-F220-459F-95C5-71112429BD42}" dt="2022-09-19T08:24:44.766" v="1100"/>
          <ac:inkMkLst>
            <pc:docMk/>
            <pc:sldMk cId="3530607956" sldId="611"/>
            <ac:inkMk id="57" creationId="{2DF503C6-9A6B-4C6D-842A-0D8FE6A8E6CF}"/>
          </ac:inkMkLst>
        </pc:inkChg>
        <pc:inkChg chg="mod">
          <ac:chgData name="Deepika Vatsa" userId="f7100972-27fe-4ee6-8fb4-ec9b7931b409" providerId="ADAL" clId="{F37C4974-F220-459F-95C5-71112429BD42}" dt="2022-09-19T08:24:44.766" v="1100"/>
          <ac:inkMkLst>
            <pc:docMk/>
            <pc:sldMk cId="3530607956" sldId="611"/>
            <ac:inkMk id="58" creationId="{4F179313-63A8-44ED-AB17-6A2339A93D74}"/>
          </ac:inkMkLst>
        </pc:inkChg>
        <pc:inkChg chg="mod">
          <ac:chgData name="Deepika Vatsa" userId="f7100972-27fe-4ee6-8fb4-ec9b7931b409" providerId="ADAL" clId="{F37C4974-F220-459F-95C5-71112429BD42}" dt="2022-09-19T08:24:44.766" v="1100"/>
          <ac:inkMkLst>
            <pc:docMk/>
            <pc:sldMk cId="3530607956" sldId="611"/>
            <ac:inkMk id="59" creationId="{28B7CDF7-3BE9-4E60-A862-CA910EC0F9EE}"/>
          </ac:inkMkLst>
        </pc:inkChg>
        <pc:inkChg chg="mod">
          <ac:chgData name="Deepika Vatsa" userId="f7100972-27fe-4ee6-8fb4-ec9b7931b409" providerId="ADAL" clId="{F37C4974-F220-459F-95C5-71112429BD42}" dt="2022-09-19T08:24:44.766" v="1100"/>
          <ac:inkMkLst>
            <pc:docMk/>
            <pc:sldMk cId="3530607956" sldId="611"/>
            <ac:inkMk id="60" creationId="{05846CFC-1CC4-4E0B-8E6B-BF92C75F7F3A}"/>
          </ac:inkMkLst>
        </pc:inkChg>
        <pc:inkChg chg="mod">
          <ac:chgData name="Deepika Vatsa" userId="f7100972-27fe-4ee6-8fb4-ec9b7931b409" providerId="ADAL" clId="{F37C4974-F220-459F-95C5-71112429BD42}" dt="2022-09-19T08:24:44.766" v="1100"/>
          <ac:inkMkLst>
            <pc:docMk/>
            <pc:sldMk cId="3530607956" sldId="611"/>
            <ac:inkMk id="61" creationId="{6D35D397-F1AD-41B3-A3C7-B0152EFF0FD4}"/>
          </ac:inkMkLst>
        </pc:inkChg>
        <pc:inkChg chg="mod">
          <ac:chgData name="Deepika Vatsa" userId="f7100972-27fe-4ee6-8fb4-ec9b7931b409" providerId="ADAL" clId="{F37C4974-F220-459F-95C5-71112429BD42}" dt="2022-09-19T08:24:44.766" v="1100"/>
          <ac:inkMkLst>
            <pc:docMk/>
            <pc:sldMk cId="3530607956" sldId="611"/>
            <ac:inkMk id="62" creationId="{D5BCAA00-4AC6-4D4A-B49A-89F2B6C64A05}"/>
          </ac:inkMkLst>
        </pc:inkChg>
        <pc:inkChg chg="mod">
          <ac:chgData name="Deepika Vatsa" userId="f7100972-27fe-4ee6-8fb4-ec9b7931b409" providerId="ADAL" clId="{F37C4974-F220-459F-95C5-71112429BD42}" dt="2022-09-19T08:24:44.766" v="1100"/>
          <ac:inkMkLst>
            <pc:docMk/>
            <pc:sldMk cId="3530607956" sldId="611"/>
            <ac:inkMk id="63" creationId="{AFB8559C-66B5-4024-8981-E2B51C2B23FB}"/>
          </ac:inkMkLst>
        </pc:inkChg>
        <pc:inkChg chg="mod">
          <ac:chgData name="Deepika Vatsa" userId="f7100972-27fe-4ee6-8fb4-ec9b7931b409" providerId="ADAL" clId="{F37C4974-F220-459F-95C5-71112429BD42}" dt="2022-09-19T08:24:44.766" v="1100"/>
          <ac:inkMkLst>
            <pc:docMk/>
            <pc:sldMk cId="3530607956" sldId="611"/>
            <ac:inkMk id="64" creationId="{B9EF46E0-1C50-4E5B-8C98-88AB5DA4ABA3}"/>
          </ac:inkMkLst>
        </pc:inkChg>
        <pc:inkChg chg="add mod">
          <ac:chgData name="Deepika Vatsa" userId="f7100972-27fe-4ee6-8fb4-ec9b7931b409" providerId="ADAL" clId="{F37C4974-F220-459F-95C5-71112429BD42}" dt="2022-09-19T08:25:46.542" v="1120"/>
          <ac:inkMkLst>
            <pc:docMk/>
            <pc:sldMk cId="3530607956" sldId="611"/>
            <ac:inkMk id="66" creationId="{941A8BD8-A5E7-4F7A-9603-91BDBFD3C0EF}"/>
          </ac:inkMkLst>
        </pc:inkChg>
        <pc:inkChg chg="add mod">
          <ac:chgData name="Deepika Vatsa" userId="f7100972-27fe-4ee6-8fb4-ec9b7931b409" providerId="ADAL" clId="{F37C4974-F220-459F-95C5-71112429BD42}" dt="2022-09-19T08:25:46.542" v="1120"/>
          <ac:inkMkLst>
            <pc:docMk/>
            <pc:sldMk cId="3530607956" sldId="611"/>
            <ac:inkMk id="67" creationId="{2FA5A166-ABB3-4C6F-B106-36D57D361B11}"/>
          </ac:inkMkLst>
        </pc:inkChg>
        <pc:inkChg chg="add">
          <ac:chgData name="Deepika Vatsa" userId="f7100972-27fe-4ee6-8fb4-ec9b7931b409" providerId="ADAL" clId="{F37C4974-F220-459F-95C5-71112429BD42}" dt="2022-09-19T08:26:34.631" v="1138" actId="9405"/>
          <ac:inkMkLst>
            <pc:docMk/>
            <pc:sldMk cId="3530607956" sldId="611"/>
            <ac:inkMk id="69" creationId="{EA3A34DB-8758-4540-B821-7293D7031AF5}"/>
          </ac:inkMkLst>
        </pc:inkChg>
      </pc:sldChg>
      <pc:sldChg chg="addSp delSp modSp add mod modNotesTx">
        <pc:chgData name="Deepika Vatsa" userId="f7100972-27fe-4ee6-8fb4-ec9b7931b409" providerId="ADAL" clId="{F37C4974-F220-459F-95C5-71112429BD42}" dt="2022-09-19T17:37:15.902" v="3949"/>
        <pc:sldMkLst>
          <pc:docMk/>
          <pc:sldMk cId="3675182161" sldId="612"/>
        </pc:sldMkLst>
        <pc:spChg chg="mod">
          <ac:chgData name="Deepika Vatsa" userId="f7100972-27fe-4ee6-8fb4-ec9b7931b409" providerId="ADAL" clId="{F37C4974-F220-459F-95C5-71112429BD42}" dt="2022-09-19T06:36:48.953" v="799"/>
          <ac:spMkLst>
            <pc:docMk/>
            <pc:sldMk cId="3675182161" sldId="612"/>
            <ac:spMk id="9" creationId="{55A5BFD8-4962-4C89-86F0-4A582AD35F41}"/>
          </ac:spMkLst>
        </pc:spChg>
        <pc:picChg chg="del">
          <ac:chgData name="Deepika Vatsa" userId="f7100972-27fe-4ee6-8fb4-ec9b7931b409" providerId="ADAL" clId="{F37C4974-F220-459F-95C5-71112429BD42}" dt="2022-09-19T06:37:01.505" v="800" actId="478"/>
          <ac:picMkLst>
            <pc:docMk/>
            <pc:sldMk cId="3675182161" sldId="612"/>
            <ac:picMk id="4" creationId="{05A48E4F-27E6-44B4-AE0B-E5C3E58572AB}"/>
          </ac:picMkLst>
        </pc:picChg>
        <pc:picChg chg="add mod modCrop">
          <ac:chgData name="Deepika Vatsa" userId="f7100972-27fe-4ee6-8fb4-ec9b7931b409" providerId="ADAL" clId="{F37C4974-F220-459F-95C5-71112429BD42}" dt="2022-09-19T06:37:22.791" v="806" actId="1076"/>
          <ac:picMkLst>
            <pc:docMk/>
            <pc:sldMk cId="3675182161" sldId="612"/>
            <ac:picMk id="5" creationId="{6C09CA08-7C73-4BCD-9E4A-B0A4FFBFBCD7}"/>
          </ac:picMkLst>
        </pc:picChg>
      </pc:sldChg>
      <pc:sldChg chg="addSp delSp modSp add mod">
        <pc:chgData name="Deepika Vatsa" userId="f7100972-27fe-4ee6-8fb4-ec9b7931b409" providerId="ADAL" clId="{F37C4974-F220-459F-95C5-71112429BD42}" dt="2022-09-19T08:14:01.948" v="964"/>
        <pc:sldMkLst>
          <pc:docMk/>
          <pc:sldMk cId="269648014" sldId="613"/>
        </pc:sldMkLst>
        <pc:spChg chg="del mod">
          <ac:chgData name="Deepika Vatsa" userId="f7100972-27fe-4ee6-8fb4-ec9b7931b409" providerId="ADAL" clId="{F37C4974-F220-459F-95C5-71112429BD42}" dt="2022-09-19T08:08:07.558" v="823" actId="478"/>
          <ac:spMkLst>
            <pc:docMk/>
            <pc:sldMk cId="269648014" sldId="613"/>
            <ac:spMk id="9" creationId="{55A5BFD8-4962-4C89-86F0-4A582AD35F41}"/>
          </ac:spMkLst>
        </pc:spChg>
        <pc:grpChg chg="del mod">
          <ac:chgData name="Deepika Vatsa" userId="f7100972-27fe-4ee6-8fb4-ec9b7931b409" providerId="ADAL" clId="{F37C4974-F220-459F-95C5-71112429BD42}" dt="2022-09-19T08:13:56.906" v="962"/>
          <ac:grpSpMkLst>
            <pc:docMk/>
            <pc:sldMk cId="269648014" sldId="613"/>
            <ac:grpSpMk id="7" creationId="{D42D22B4-CD9E-4467-BC5A-72F08C82CEAE}"/>
          </ac:grpSpMkLst>
        </pc:grpChg>
        <pc:grpChg chg="del mod">
          <ac:chgData name="Deepika Vatsa" userId="f7100972-27fe-4ee6-8fb4-ec9b7931b409" providerId="ADAL" clId="{F37C4974-F220-459F-95C5-71112429BD42}" dt="2022-09-19T08:08:27.342" v="843"/>
          <ac:grpSpMkLst>
            <pc:docMk/>
            <pc:sldMk cId="269648014" sldId="613"/>
            <ac:grpSpMk id="23" creationId="{4D5E75EA-4381-4A38-B0B6-B475CFC6AD1F}"/>
          </ac:grpSpMkLst>
        </pc:grpChg>
        <pc:grpChg chg="del mod">
          <ac:chgData name="Deepika Vatsa" userId="f7100972-27fe-4ee6-8fb4-ec9b7931b409" providerId="ADAL" clId="{F37C4974-F220-459F-95C5-71112429BD42}" dt="2022-09-19T08:13:56.906" v="962"/>
          <ac:grpSpMkLst>
            <pc:docMk/>
            <pc:sldMk cId="269648014" sldId="613"/>
            <ac:grpSpMk id="24" creationId="{8CC11217-560A-478A-B1DC-D30BEC1A71A4}"/>
          </ac:grpSpMkLst>
        </pc:grpChg>
        <pc:grpChg chg="del mod">
          <ac:chgData name="Deepika Vatsa" userId="f7100972-27fe-4ee6-8fb4-ec9b7931b409" providerId="ADAL" clId="{F37C4974-F220-459F-95C5-71112429BD42}" dt="2022-09-19T08:08:29.562" v="847"/>
          <ac:grpSpMkLst>
            <pc:docMk/>
            <pc:sldMk cId="269648014" sldId="613"/>
            <ac:grpSpMk id="29" creationId="{D3F15F1C-FC71-484D-A549-07D624421E20}"/>
          </ac:grpSpMkLst>
        </pc:grpChg>
        <pc:grpChg chg="del mod">
          <ac:chgData name="Deepika Vatsa" userId="f7100972-27fe-4ee6-8fb4-ec9b7931b409" providerId="ADAL" clId="{F37C4974-F220-459F-95C5-71112429BD42}" dt="2022-09-19T08:13:56.906" v="962"/>
          <ac:grpSpMkLst>
            <pc:docMk/>
            <pc:sldMk cId="269648014" sldId="613"/>
            <ac:grpSpMk id="30" creationId="{8611FA3B-ADB0-4C8A-AD60-AA5BE97A73B7}"/>
          </ac:grpSpMkLst>
        </pc:grpChg>
        <pc:grpChg chg="del mod">
          <ac:chgData name="Deepika Vatsa" userId="f7100972-27fe-4ee6-8fb4-ec9b7931b409" providerId="ADAL" clId="{F37C4974-F220-459F-95C5-71112429BD42}" dt="2022-09-19T08:08:37.944" v="862"/>
          <ac:grpSpMkLst>
            <pc:docMk/>
            <pc:sldMk cId="269648014" sldId="613"/>
            <ac:grpSpMk id="34" creationId="{88D6D15E-B34F-493C-BE1F-7542E8C641C5}"/>
          </ac:grpSpMkLst>
        </pc:grpChg>
        <pc:grpChg chg="del mod">
          <ac:chgData name="Deepika Vatsa" userId="f7100972-27fe-4ee6-8fb4-ec9b7931b409" providerId="ADAL" clId="{F37C4974-F220-459F-95C5-71112429BD42}" dt="2022-09-19T08:13:56.906" v="962"/>
          <ac:grpSpMkLst>
            <pc:docMk/>
            <pc:sldMk cId="269648014" sldId="613"/>
            <ac:grpSpMk id="49" creationId="{47AC733E-CB53-4D1B-98D8-5A3F128995E9}"/>
          </ac:grpSpMkLst>
        </pc:grpChg>
        <pc:grpChg chg="del mod">
          <ac:chgData name="Deepika Vatsa" userId="f7100972-27fe-4ee6-8fb4-ec9b7931b409" providerId="ADAL" clId="{F37C4974-F220-459F-95C5-71112429BD42}" dt="2022-09-19T08:13:56.906" v="962"/>
          <ac:grpSpMkLst>
            <pc:docMk/>
            <pc:sldMk cId="269648014" sldId="613"/>
            <ac:grpSpMk id="50" creationId="{3C186FE6-BBC8-4022-A962-A66A0B143718}"/>
          </ac:grpSpMkLst>
        </pc:grpChg>
        <pc:grpChg chg="del mod">
          <ac:chgData name="Deepika Vatsa" userId="f7100972-27fe-4ee6-8fb4-ec9b7931b409" providerId="ADAL" clId="{F37C4974-F220-459F-95C5-71112429BD42}" dt="2022-09-19T08:13:56.906" v="962"/>
          <ac:grpSpMkLst>
            <pc:docMk/>
            <pc:sldMk cId="269648014" sldId="613"/>
            <ac:grpSpMk id="51" creationId="{97A2D23E-AF4B-4AFB-9EBD-D0F3E2240B68}"/>
          </ac:grpSpMkLst>
        </pc:grpChg>
        <pc:grpChg chg="mod">
          <ac:chgData name="Deepika Vatsa" userId="f7100972-27fe-4ee6-8fb4-ec9b7931b409" providerId="ADAL" clId="{F37C4974-F220-459F-95C5-71112429BD42}" dt="2022-09-19T08:08:49.547" v="872"/>
          <ac:grpSpMkLst>
            <pc:docMk/>
            <pc:sldMk cId="269648014" sldId="613"/>
            <ac:grpSpMk id="61" creationId="{60CB7C99-FF1F-4531-8BFC-12153036C5E2}"/>
          </ac:grpSpMkLst>
        </pc:grpChg>
        <pc:grpChg chg="mod">
          <ac:chgData name="Deepika Vatsa" userId="f7100972-27fe-4ee6-8fb4-ec9b7931b409" providerId="ADAL" clId="{F37C4974-F220-459F-95C5-71112429BD42}" dt="2022-09-19T08:09:16.556" v="877"/>
          <ac:grpSpMkLst>
            <pc:docMk/>
            <pc:sldMk cId="269648014" sldId="613"/>
            <ac:grpSpMk id="66" creationId="{A437F3F4-3312-4EF0-A8E1-14004E72F8D7}"/>
          </ac:grpSpMkLst>
        </pc:grpChg>
        <pc:grpChg chg="mod">
          <ac:chgData name="Deepika Vatsa" userId="f7100972-27fe-4ee6-8fb4-ec9b7931b409" providerId="ADAL" clId="{F37C4974-F220-459F-95C5-71112429BD42}" dt="2022-09-19T08:09:22.480" v="881"/>
          <ac:grpSpMkLst>
            <pc:docMk/>
            <pc:sldMk cId="269648014" sldId="613"/>
            <ac:grpSpMk id="70" creationId="{C86D1B8D-6524-425F-8CFF-839B0F300A9F}"/>
          </ac:grpSpMkLst>
        </pc:grpChg>
        <pc:grpChg chg="mod">
          <ac:chgData name="Deepika Vatsa" userId="f7100972-27fe-4ee6-8fb4-ec9b7931b409" providerId="ADAL" clId="{F37C4974-F220-459F-95C5-71112429BD42}" dt="2022-09-19T08:11:44.767" v="894"/>
          <ac:grpSpMkLst>
            <pc:docMk/>
            <pc:sldMk cId="269648014" sldId="613"/>
            <ac:grpSpMk id="73" creationId="{7072C599-248A-431B-A277-CDB7DAE3421F}"/>
          </ac:grpSpMkLst>
        </pc:grpChg>
        <pc:grpChg chg="mod">
          <ac:chgData name="Deepika Vatsa" userId="f7100972-27fe-4ee6-8fb4-ec9b7931b409" providerId="ADAL" clId="{F37C4974-F220-459F-95C5-71112429BD42}" dt="2022-09-19T08:11:48.238" v="899"/>
          <ac:grpSpMkLst>
            <pc:docMk/>
            <pc:sldMk cId="269648014" sldId="613"/>
            <ac:grpSpMk id="78" creationId="{660A6B04-902A-4CE7-825A-95169F960016}"/>
          </ac:grpSpMkLst>
        </pc:grpChg>
        <pc:grpChg chg="del mod">
          <ac:chgData name="Deepika Vatsa" userId="f7100972-27fe-4ee6-8fb4-ec9b7931b409" providerId="ADAL" clId="{F37C4974-F220-459F-95C5-71112429BD42}" dt="2022-09-19T08:11:58.114" v="905"/>
          <ac:grpSpMkLst>
            <pc:docMk/>
            <pc:sldMk cId="269648014" sldId="613"/>
            <ac:grpSpMk id="82" creationId="{56C44484-6A0F-4271-9BA5-9D94BF600C7A}"/>
          </ac:grpSpMkLst>
        </pc:grpChg>
        <pc:grpChg chg="mod">
          <ac:chgData name="Deepika Vatsa" userId="f7100972-27fe-4ee6-8fb4-ec9b7931b409" providerId="ADAL" clId="{F37C4974-F220-459F-95C5-71112429BD42}" dt="2022-09-19T08:11:58.114" v="905"/>
          <ac:grpSpMkLst>
            <pc:docMk/>
            <pc:sldMk cId="269648014" sldId="613"/>
            <ac:grpSpMk id="84" creationId="{0D959AE1-5ECA-44E0-9526-1F239165AEBB}"/>
          </ac:grpSpMkLst>
        </pc:grpChg>
        <pc:grpChg chg="mod">
          <ac:chgData name="Deepika Vatsa" userId="f7100972-27fe-4ee6-8fb4-ec9b7931b409" providerId="ADAL" clId="{F37C4974-F220-459F-95C5-71112429BD42}" dt="2022-09-19T08:12:07.453" v="909"/>
          <ac:grpSpMkLst>
            <pc:docMk/>
            <pc:sldMk cId="269648014" sldId="613"/>
            <ac:grpSpMk id="88" creationId="{362F9277-ABFF-417A-B669-69F1DED9AE6F}"/>
          </ac:grpSpMkLst>
        </pc:grpChg>
        <pc:grpChg chg="del mod">
          <ac:chgData name="Deepika Vatsa" userId="f7100972-27fe-4ee6-8fb4-ec9b7931b409" providerId="ADAL" clId="{F37C4974-F220-459F-95C5-71112429BD42}" dt="2022-09-19T08:13:56.906" v="962"/>
          <ac:grpSpMkLst>
            <pc:docMk/>
            <pc:sldMk cId="269648014" sldId="613"/>
            <ac:grpSpMk id="105" creationId="{CB62BA23-C34F-4380-A297-E2AA5D409B23}"/>
          </ac:grpSpMkLst>
        </pc:grpChg>
        <pc:grpChg chg="del mod">
          <ac:chgData name="Deepika Vatsa" userId="f7100972-27fe-4ee6-8fb4-ec9b7931b409" providerId="ADAL" clId="{F37C4974-F220-459F-95C5-71112429BD42}" dt="2022-09-19T08:13:56.906" v="962"/>
          <ac:grpSpMkLst>
            <pc:docMk/>
            <pc:sldMk cId="269648014" sldId="613"/>
            <ac:grpSpMk id="106" creationId="{246B827B-BF2C-4A5E-87F4-CCDEE269D89E}"/>
          </ac:grpSpMkLst>
        </pc:grpChg>
        <pc:grpChg chg="del mod">
          <ac:chgData name="Deepika Vatsa" userId="f7100972-27fe-4ee6-8fb4-ec9b7931b409" providerId="ADAL" clId="{F37C4974-F220-459F-95C5-71112429BD42}" dt="2022-09-19T08:13:56.906" v="962"/>
          <ac:grpSpMkLst>
            <pc:docMk/>
            <pc:sldMk cId="269648014" sldId="613"/>
            <ac:grpSpMk id="107" creationId="{A5A291BE-40BA-42D9-BB54-A59777475A67}"/>
          </ac:grpSpMkLst>
        </pc:grpChg>
        <pc:grpChg chg="del mod">
          <ac:chgData name="Deepika Vatsa" userId="f7100972-27fe-4ee6-8fb4-ec9b7931b409" providerId="ADAL" clId="{F37C4974-F220-459F-95C5-71112429BD42}" dt="2022-09-19T08:13:56.906" v="962"/>
          <ac:grpSpMkLst>
            <pc:docMk/>
            <pc:sldMk cId="269648014" sldId="613"/>
            <ac:grpSpMk id="108" creationId="{B5F78E66-8DBD-466B-8CED-4F415A746E88}"/>
          </ac:grpSpMkLst>
        </pc:grpChg>
        <pc:grpChg chg="del mod">
          <ac:chgData name="Deepika Vatsa" userId="f7100972-27fe-4ee6-8fb4-ec9b7931b409" providerId="ADAL" clId="{F37C4974-F220-459F-95C5-71112429BD42}" dt="2022-09-19T08:13:56.906" v="962"/>
          <ac:grpSpMkLst>
            <pc:docMk/>
            <pc:sldMk cId="269648014" sldId="613"/>
            <ac:grpSpMk id="109" creationId="{DB3089DD-C4FE-4816-92D5-646CB5E715B2}"/>
          </ac:grpSpMkLst>
        </pc:grpChg>
        <pc:grpChg chg="mod">
          <ac:chgData name="Deepika Vatsa" userId="f7100972-27fe-4ee6-8fb4-ec9b7931b409" providerId="ADAL" clId="{F37C4974-F220-459F-95C5-71112429BD42}" dt="2022-09-19T08:12:47.367" v="934"/>
          <ac:grpSpMkLst>
            <pc:docMk/>
            <pc:sldMk cId="269648014" sldId="613"/>
            <ac:grpSpMk id="117" creationId="{314AE989-BFFC-427A-837B-7696290FDBF8}"/>
          </ac:grpSpMkLst>
        </pc:grpChg>
        <pc:grpChg chg="mod">
          <ac:chgData name="Deepika Vatsa" userId="f7100972-27fe-4ee6-8fb4-ec9b7931b409" providerId="ADAL" clId="{F37C4974-F220-459F-95C5-71112429BD42}" dt="2022-09-19T08:12:47.367" v="934"/>
          <ac:grpSpMkLst>
            <pc:docMk/>
            <pc:sldMk cId="269648014" sldId="613"/>
            <ac:grpSpMk id="118" creationId="{3627D3B7-9047-4999-92FE-B0625BE14511}"/>
          </ac:grpSpMkLst>
        </pc:grpChg>
        <pc:grpChg chg="mod">
          <ac:chgData name="Deepika Vatsa" userId="f7100972-27fe-4ee6-8fb4-ec9b7931b409" providerId="ADAL" clId="{F37C4974-F220-459F-95C5-71112429BD42}" dt="2022-09-19T08:12:47.367" v="934"/>
          <ac:grpSpMkLst>
            <pc:docMk/>
            <pc:sldMk cId="269648014" sldId="613"/>
            <ac:grpSpMk id="119" creationId="{C54FED58-8C42-4129-B5D4-99644361E9D9}"/>
          </ac:grpSpMkLst>
        </pc:grpChg>
        <pc:grpChg chg="del mod">
          <ac:chgData name="Deepika Vatsa" userId="f7100972-27fe-4ee6-8fb4-ec9b7931b409" providerId="ADAL" clId="{F37C4974-F220-459F-95C5-71112429BD42}" dt="2022-09-19T08:13:56.906" v="962"/>
          <ac:grpSpMkLst>
            <pc:docMk/>
            <pc:sldMk cId="269648014" sldId="613"/>
            <ac:grpSpMk id="135" creationId="{5A4A3338-8E95-4FD2-8CD8-93EFBFB6E8C2}"/>
          </ac:grpSpMkLst>
        </pc:grpChg>
        <pc:grpChg chg="del mod">
          <ac:chgData name="Deepika Vatsa" userId="f7100972-27fe-4ee6-8fb4-ec9b7931b409" providerId="ADAL" clId="{F37C4974-F220-459F-95C5-71112429BD42}" dt="2022-09-19T08:13:56.906" v="962"/>
          <ac:grpSpMkLst>
            <pc:docMk/>
            <pc:sldMk cId="269648014" sldId="613"/>
            <ac:grpSpMk id="136" creationId="{D3C87EE6-DD53-4BEE-8CF3-57C7F2840BD7}"/>
          </ac:grpSpMkLst>
        </pc:grpChg>
        <pc:grpChg chg="del mod">
          <ac:chgData name="Deepika Vatsa" userId="f7100972-27fe-4ee6-8fb4-ec9b7931b409" providerId="ADAL" clId="{F37C4974-F220-459F-95C5-71112429BD42}" dt="2022-09-19T08:13:56.906" v="962"/>
          <ac:grpSpMkLst>
            <pc:docMk/>
            <pc:sldMk cId="269648014" sldId="613"/>
            <ac:grpSpMk id="137" creationId="{B0F5BC55-5ED2-4A92-8235-76D7BB26098C}"/>
          </ac:grpSpMkLst>
        </pc:grpChg>
        <pc:grpChg chg="del mod">
          <ac:chgData name="Deepika Vatsa" userId="f7100972-27fe-4ee6-8fb4-ec9b7931b409" providerId="ADAL" clId="{F37C4974-F220-459F-95C5-71112429BD42}" dt="2022-09-19T08:13:56.906" v="962"/>
          <ac:grpSpMkLst>
            <pc:docMk/>
            <pc:sldMk cId="269648014" sldId="613"/>
            <ac:grpSpMk id="138" creationId="{E250D120-C1D1-44A9-9B76-4758B1565F0F}"/>
          </ac:grpSpMkLst>
        </pc:grpChg>
        <pc:grpChg chg="del mod">
          <ac:chgData name="Deepika Vatsa" userId="f7100972-27fe-4ee6-8fb4-ec9b7931b409" providerId="ADAL" clId="{F37C4974-F220-459F-95C5-71112429BD42}" dt="2022-09-19T08:13:56.906" v="962"/>
          <ac:grpSpMkLst>
            <pc:docMk/>
            <pc:sldMk cId="269648014" sldId="613"/>
            <ac:grpSpMk id="150" creationId="{5C94EA8E-7A62-4972-8AE6-ED68E015BA1D}"/>
          </ac:grpSpMkLst>
        </pc:grpChg>
        <pc:grpChg chg="del mod">
          <ac:chgData name="Deepika Vatsa" userId="f7100972-27fe-4ee6-8fb4-ec9b7931b409" providerId="ADAL" clId="{F37C4974-F220-459F-95C5-71112429BD42}" dt="2022-09-19T08:14:01.948" v="964"/>
          <ac:grpSpMkLst>
            <pc:docMk/>
            <pc:sldMk cId="269648014" sldId="613"/>
            <ac:grpSpMk id="151" creationId="{47A566CF-B3C4-40A1-8C08-587C2DDD36E5}"/>
          </ac:grpSpMkLst>
        </pc:grpChg>
        <pc:grpChg chg="mod">
          <ac:chgData name="Deepika Vatsa" userId="f7100972-27fe-4ee6-8fb4-ec9b7931b409" providerId="ADAL" clId="{F37C4974-F220-459F-95C5-71112429BD42}" dt="2022-09-19T08:14:01.948" v="964"/>
          <ac:grpSpMkLst>
            <pc:docMk/>
            <pc:sldMk cId="269648014" sldId="613"/>
            <ac:grpSpMk id="153" creationId="{DB1ED085-AE6E-4168-833A-9CACBD249051}"/>
          </ac:grpSpMkLst>
        </pc:grpChg>
        <pc:picChg chg="mod">
          <ac:chgData name="Deepika Vatsa" userId="f7100972-27fe-4ee6-8fb4-ec9b7931b409" providerId="ADAL" clId="{F37C4974-F220-459F-95C5-71112429BD42}" dt="2022-09-19T08:08:11.020" v="824" actId="1076"/>
          <ac:picMkLst>
            <pc:docMk/>
            <pc:sldMk cId="269648014" sldId="613"/>
            <ac:picMk id="4" creationId="{05A48E4F-27E6-44B4-AE0B-E5C3E58572AB}"/>
          </ac:picMkLst>
        </pc:picChg>
        <pc:inkChg chg="add mod">
          <ac:chgData name="Deepika Vatsa" userId="f7100972-27fe-4ee6-8fb4-ec9b7931b409" providerId="ADAL" clId="{F37C4974-F220-459F-95C5-71112429BD42}" dt="2022-09-19T08:14:01.948" v="964"/>
          <ac:inkMkLst>
            <pc:docMk/>
            <pc:sldMk cId="269648014" sldId="613"/>
            <ac:inkMk id="3" creationId="{761EC803-50E7-4450-BC14-352546ACEA27}"/>
          </ac:inkMkLst>
        </pc:inkChg>
        <pc:inkChg chg="add mod">
          <ac:chgData name="Deepika Vatsa" userId="f7100972-27fe-4ee6-8fb4-ec9b7931b409" providerId="ADAL" clId="{F37C4974-F220-459F-95C5-71112429BD42}" dt="2022-09-19T08:14:01.948" v="964"/>
          <ac:inkMkLst>
            <pc:docMk/>
            <pc:sldMk cId="269648014" sldId="613"/>
            <ac:inkMk id="5" creationId="{57D1CE33-C583-431A-BBB8-5FF126944DD2}"/>
          </ac:inkMkLst>
        </pc:inkChg>
        <pc:inkChg chg="add mod">
          <ac:chgData name="Deepika Vatsa" userId="f7100972-27fe-4ee6-8fb4-ec9b7931b409" providerId="ADAL" clId="{F37C4974-F220-459F-95C5-71112429BD42}" dt="2022-09-19T08:14:01.948" v="964"/>
          <ac:inkMkLst>
            <pc:docMk/>
            <pc:sldMk cId="269648014" sldId="613"/>
            <ac:inkMk id="8" creationId="{B01E1EBC-A294-4056-905E-A4B0FAC5F2D9}"/>
          </ac:inkMkLst>
        </pc:inkChg>
        <pc:inkChg chg="add mod">
          <ac:chgData name="Deepika Vatsa" userId="f7100972-27fe-4ee6-8fb4-ec9b7931b409" providerId="ADAL" clId="{F37C4974-F220-459F-95C5-71112429BD42}" dt="2022-09-19T08:14:01.948" v="964"/>
          <ac:inkMkLst>
            <pc:docMk/>
            <pc:sldMk cId="269648014" sldId="613"/>
            <ac:inkMk id="10" creationId="{5A063968-57A2-42A9-AAA9-28DABACEC89E}"/>
          </ac:inkMkLst>
        </pc:inkChg>
        <pc:inkChg chg="add mod">
          <ac:chgData name="Deepika Vatsa" userId="f7100972-27fe-4ee6-8fb4-ec9b7931b409" providerId="ADAL" clId="{F37C4974-F220-459F-95C5-71112429BD42}" dt="2022-09-19T08:14:01.948" v="964"/>
          <ac:inkMkLst>
            <pc:docMk/>
            <pc:sldMk cId="269648014" sldId="613"/>
            <ac:inkMk id="11" creationId="{75818454-FCA6-4903-AA39-217F01C3CE56}"/>
          </ac:inkMkLst>
        </pc:inkChg>
        <pc:inkChg chg="add mod">
          <ac:chgData name="Deepika Vatsa" userId="f7100972-27fe-4ee6-8fb4-ec9b7931b409" providerId="ADAL" clId="{F37C4974-F220-459F-95C5-71112429BD42}" dt="2022-09-19T08:14:01.948" v="964"/>
          <ac:inkMkLst>
            <pc:docMk/>
            <pc:sldMk cId="269648014" sldId="613"/>
            <ac:inkMk id="12" creationId="{6D7D1178-887E-41E2-B740-2D2621065D09}"/>
          </ac:inkMkLst>
        </pc:inkChg>
        <pc:inkChg chg="add mod">
          <ac:chgData name="Deepika Vatsa" userId="f7100972-27fe-4ee6-8fb4-ec9b7931b409" providerId="ADAL" clId="{F37C4974-F220-459F-95C5-71112429BD42}" dt="2022-09-19T08:14:01.948" v="964"/>
          <ac:inkMkLst>
            <pc:docMk/>
            <pc:sldMk cId="269648014" sldId="613"/>
            <ac:inkMk id="13" creationId="{81917DA3-5FB9-4F5A-85AF-96615291BFF9}"/>
          </ac:inkMkLst>
        </pc:inkChg>
        <pc:inkChg chg="add mod">
          <ac:chgData name="Deepika Vatsa" userId="f7100972-27fe-4ee6-8fb4-ec9b7931b409" providerId="ADAL" clId="{F37C4974-F220-459F-95C5-71112429BD42}" dt="2022-09-19T08:14:01.948" v="964"/>
          <ac:inkMkLst>
            <pc:docMk/>
            <pc:sldMk cId="269648014" sldId="613"/>
            <ac:inkMk id="14" creationId="{E0CF9FF8-8AE2-4E7D-94E0-2010859B4B34}"/>
          </ac:inkMkLst>
        </pc:inkChg>
        <pc:inkChg chg="add mod">
          <ac:chgData name="Deepika Vatsa" userId="f7100972-27fe-4ee6-8fb4-ec9b7931b409" providerId="ADAL" clId="{F37C4974-F220-459F-95C5-71112429BD42}" dt="2022-09-19T08:14:01.948" v="964"/>
          <ac:inkMkLst>
            <pc:docMk/>
            <pc:sldMk cId="269648014" sldId="613"/>
            <ac:inkMk id="16" creationId="{64B3119E-76B4-4633-92E4-172649E578EA}"/>
          </ac:inkMkLst>
        </pc:inkChg>
        <pc:inkChg chg="add mod">
          <ac:chgData name="Deepika Vatsa" userId="f7100972-27fe-4ee6-8fb4-ec9b7931b409" providerId="ADAL" clId="{F37C4974-F220-459F-95C5-71112429BD42}" dt="2022-09-19T08:14:01.948" v="964"/>
          <ac:inkMkLst>
            <pc:docMk/>
            <pc:sldMk cId="269648014" sldId="613"/>
            <ac:inkMk id="18" creationId="{0A2F96F7-02ED-43EF-ADEB-8BA60EA92CF9}"/>
          </ac:inkMkLst>
        </pc:inkChg>
        <pc:inkChg chg="add mod">
          <ac:chgData name="Deepika Vatsa" userId="f7100972-27fe-4ee6-8fb4-ec9b7931b409" providerId="ADAL" clId="{F37C4974-F220-459F-95C5-71112429BD42}" dt="2022-09-19T08:14:01.948" v="964"/>
          <ac:inkMkLst>
            <pc:docMk/>
            <pc:sldMk cId="269648014" sldId="613"/>
            <ac:inkMk id="20" creationId="{C40DBD59-3494-411C-B12C-D411A694A447}"/>
          </ac:inkMkLst>
        </pc:inkChg>
        <pc:inkChg chg="add mod">
          <ac:chgData name="Deepika Vatsa" userId="f7100972-27fe-4ee6-8fb4-ec9b7931b409" providerId="ADAL" clId="{F37C4974-F220-459F-95C5-71112429BD42}" dt="2022-09-19T08:14:01.948" v="964"/>
          <ac:inkMkLst>
            <pc:docMk/>
            <pc:sldMk cId="269648014" sldId="613"/>
            <ac:inkMk id="22" creationId="{854A7137-F646-4D58-A99C-76A902C20A51}"/>
          </ac:inkMkLst>
        </pc:inkChg>
        <pc:inkChg chg="add mod">
          <ac:chgData name="Deepika Vatsa" userId="f7100972-27fe-4ee6-8fb4-ec9b7931b409" providerId="ADAL" clId="{F37C4974-F220-459F-95C5-71112429BD42}" dt="2022-09-19T08:14:01.948" v="964"/>
          <ac:inkMkLst>
            <pc:docMk/>
            <pc:sldMk cId="269648014" sldId="613"/>
            <ac:inkMk id="25" creationId="{6A1D667A-AB29-4FB3-A6E3-51C02B28F98B}"/>
          </ac:inkMkLst>
        </pc:inkChg>
        <pc:inkChg chg="add mod">
          <ac:chgData name="Deepika Vatsa" userId="f7100972-27fe-4ee6-8fb4-ec9b7931b409" providerId="ADAL" clId="{F37C4974-F220-459F-95C5-71112429BD42}" dt="2022-09-19T08:14:01.948" v="964"/>
          <ac:inkMkLst>
            <pc:docMk/>
            <pc:sldMk cId="269648014" sldId="613"/>
            <ac:inkMk id="26" creationId="{0C1C3916-D1FE-46D6-A556-151616B04CD9}"/>
          </ac:inkMkLst>
        </pc:inkChg>
        <pc:inkChg chg="add mod">
          <ac:chgData name="Deepika Vatsa" userId="f7100972-27fe-4ee6-8fb4-ec9b7931b409" providerId="ADAL" clId="{F37C4974-F220-459F-95C5-71112429BD42}" dt="2022-09-19T08:14:01.948" v="964"/>
          <ac:inkMkLst>
            <pc:docMk/>
            <pc:sldMk cId="269648014" sldId="613"/>
            <ac:inkMk id="27" creationId="{266AFDAF-B3B0-41CB-B317-EA7FB9FB2B8C}"/>
          </ac:inkMkLst>
        </pc:inkChg>
        <pc:inkChg chg="add mod">
          <ac:chgData name="Deepika Vatsa" userId="f7100972-27fe-4ee6-8fb4-ec9b7931b409" providerId="ADAL" clId="{F37C4974-F220-459F-95C5-71112429BD42}" dt="2022-09-19T08:14:01.948" v="964"/>
          <ac:inkMkLst>
            <pc:docMk/>
            <pc:sldMk cId="269648014" sldId="613"/>
            <ac:inkMk id="28" creationId="{1A84A4C4-7CE0-48DD-81A5-E5895C2C2461}"/>
          </ac:inkMkLst>
        </pc:inkChg>
        <pc:inkChg chg="add mod">
          <ac:chgData name="Deepika Vatsa" userId="f7100972-27fe-4ee6-8fb4-ec9b7931b409" providerId="ADAL" clId="{F37C4974-F220-459F-95C5-71112429BD42}" dt="2022-09-19T08:14:01.948" v="964"/>
          <ac:inkMkLst>
            <pc:docMk/>
            <pc:sldMk cId="269648014" sldId="613"/>
            <ac:inkMk id="31" creationId="{18B0E2F6-925A-4164-A701-21BABC42A1E3}"/>
          </ac:inkMkLst>
        </pc:inkChg>
        <pc:inkChg chg="add mod">
          <ac:chgData name="Deepika Vatsa" userId="f7100972-27fe-4ee6-8fb4-ec9b7931b409" providerId="ADAL" clId="{F37C4974-F220-459F-95C5-71112429BD42}" dt="2022-09-19T08:14:01.948" v="964"/>
          <ac:inkMkLst>
            <pc:docMk/>
            <pc:sldMk cId="269648014" sldId="613"/>
            <ac:inkMk id="32" creationId="{E33F5298-F5A4-46B1-BB82-17DBA471DA65}"/>
          </ac:inkMkLst>
        </pc:inkChg>
        <pc:inkChg chg="add mod">
          <ac:chgData name="Deepika Vatsa" userId="f7100972-27fe-4ee6-8fb4-ec9b7931b409" providerId="ADAL" clId="{F37C4974-F220-459F-95C5-71112429BD42}" dt="2022-09-19T08:14:01.948" v="964"/>
          <ac:inkMkLst>
            <pc:docMk/>
            <pc:sldMk cId="269648014" sldId="613"/>
            <ac:inkMk id="33" creationId="{9DB1B32E-5DC7-4AB1-8FD1-AE1A7AE4EAC2}"/>
          </ac:inkMkLst>
        </pc:inkChg>
        <pc:inkChg chg="add mod">
          <ac:chgData name="Deepika Vatsa" userId="f7100972-27fe-4ee6-8fb4-ec9b7931b409" providerId="ADAL" clId="{F37C4974-F220-459F-95C5-71112429BD42}" dt="2022-09-19T08:14:01.948" v="964"/>
          <ac:inkMkLst>
            <pc:docMk/>
            <pc:sldMk cId="269648014" sldId="613"/>
            <ac:inkMk id="35" creationId="{8C32C3AD-2FBD-4EC3-BF9D-AB241BC2F995}"/>
          </ac:inkMkLst>
        </pc:inkChg>
        <pc:inkChg chg="add mod">
          <ac:chgData name="Deepika Vatsa" userId="f7100972-27fe-4ee6-8fb4-ec9b7931b409" providerId="ADAL" clId="{F37C4974-F220-459F-95C5-71112429BD42}" dt="2022-09-19T08:14:01.948" v="964"/>
          <ac:inkMkLst>
            <pc:docMk/>
            <pc:sldMk cId="269648014" sldId="613"/>
            <ac:inkMk id="36" creationId="{197960C5-49E5-41A1-9F49-54358A8243F6}"/>
          </ac:inkMkLst>
        </pc:inkChg>
        <pc:inkChg chg="add mod">
          <ac:chgData name="Deepika Vatsa" userId="f7100972-27fe-4ee6-8fb4-ec9b7931b409" providerId="ADAL" clId="{F37C4974-F220-459F-95C5-71112429BD42}" dt="2022-09-19T08:14:01.948" v="964"/>
          <ac:inkMkLst>
            <pc:docMk/>
            <pc:sldMk cId="269648014" sldId="613"/>
            <ac:inkMk id="37" creationId="{B1C1E948-7A78-4266-8DB5-882B1E2A7748}"/>
          </ac:inkMkLst>
        </pc:inkChg>
        <pc:inkChg chg="add mod">
          <ac:chgData name="Deepika Vatsa" userId="f7100972-27fe-4ee6-8fb4-ec9b7931b409" providerId="ADAL" clId="{F37C4974-F220-459F-95C5-71112429BD42}" dt="2022-09-19T08:14:01.948" v="964"/>
          <ac:inkMkLst>
            <pc:docMk/>
            <pc:sldMk cId="269648014" sldId="613"/>
            <ac:inkMk id="38" creationId="{5AB62F0A-596C-44B7-8A7D-0172B745F405}"/>
          </ac:inkMkLst>
        </pc:inkChg>
        <pc:inkChg chg="add mod">
          <ac:chgData name="Deepika Vatsa" userId="f7100972-27fe-4ee6-8fb4-ec9b7931b409" providerId="ADAL" clId="{F37C4974-F220-459F-95C5-71112429BD42}" dt="2022-09-19T08:14:01.948" v="964"/>
          <ac:inkMkLst>
            <pc:docMk/>
            <pc:sldMk cId="269648014" sldId="613"/>
            <ac:inkMk id="39" creationId="{98E69DE5-34D0-472A-9D03-3838430E343C}"/>
          </ac:inkMkLst>
        </pc:inkChg>
        <pc:inkChg chg="add mod">
          <ac:chgData name="Deepika Vatsa" userId="f7100972-27fe-4ee6-8fb4-ec9b7931b409" providerId="ADAL" clId="{F37C4974-F220-459F-95C5-71112429BD42}" dt="2022-09-19T08:14:01.948" v="964"/>
          <ac:inkMkLst>
            <pc:docMk/>
            <pc:sldMk cId="269648014" sldId="613"/>
            <ac:inkMk id="40" creationId="{C3E629EA-A36E-429F-88B3-4DD44C732D4B}"/>
          </ac:inkMkLst>
        </pc:inkChg>
        <pc:inkChg chg="add mod">
          <ac:chgData name="Deepika Vatsa" userId="f7100972-27fe-4ee6-8fb4-ec9b7931b409" providerId="ADAL" clId="{F37C4974-F220-459F-95C5-71112429BD42}" dt="2022-09-19T08:14:01.948" v="964"/>
          <ac:inkMkLst>
            <pc:docMk/>
            <pc:sldMk cId="269648014" sldId="613"/>
            <ac:inkMk id="41" creationId="{26AC5008-CF22-4276-959F-F276C2293C98}"/>
          </ac:inkMkLst>
        </pc:inkChg>
        <pc:inkChg chg="add mod">
          <ac:chgData name="Deepika Vatsa" userId="f7100972-27fe-4ee6-8fb4-ec9b7931b409" providerId="ADAL" clId="{F37C4974-F220-459F-95C5-71112429BD42}" dt="2022-09-19T08:14:01.948" v="964"/>
          <ac:inkMkLst>
            <pc:docMk/>
            <pc:sldMk cId="269648014" sldId="613"/>
            <ac:inkMk id="42" creationId="{B0E75CB0-A9DB-4B7E-9EDD-5F09BF9C613A}"/>
          </ac:inkMkLst>
        </pc:inkChg>
        <pc:inkChg chg="add mod">
          <ac:chgData name="Deepika Vatsa" userId="f7100972-27fe-4ee6-8fb4-ec9b7931b409" providerId="ADAL" clId="{F37C4974-F220-459F-95C5-71112429BD42}" dt="2022-09-19T08:14:01.948" v="964"/>
          <ac:inkMkLst>
            <pc:docMk/>
            <pc:sldMk cId="269648014" sldId="613"/>
            <ac:inkMk id="43" creationId="{F172D0FA-F48B-4E58-B674-4ED97636F451}"/>
          </ac:inkMkLst>
        </pc:inkChg>
        <pc:inkChg chg="add mod">
          <ac:chgData name="Deepika Vatsa" userId="f7100972-27fe-4ee6-8fb4-ec9b7931b409" providerId="ADAL" clId="{F37C4974-F220-459F-95C5-71112429BD42}" dt="2022-09-19T08:14:01.948" v="964"/>
          <ac:inkMkLst>
            <pc:docMk/>
            <pc:sldMk cId="269648014" sldId="613"/>
            <ac:inkMk id="44" creationId="{5C06D8AD-79FB-42C3-A80A-13C3E50F53A2}"/>
          </ac:inkMkLst>
        </pc:inkChg>
        <pc:inkChg chg="add mod">
          <ac:chgData name="Deepika Vatsa" userId="f7100972-27fe-4ee6-8fb4-ec9b7931b409" providerId="ADAL" clId="{F37C4974-F220-459F-95C5-71112429BD42}" dt="2022-09-19T08:14:01.948" v="964"/>
          <ac:inkMkLst>
            <pc:docMk/>
            <pc:sldMk cId="269648014" sldId="613"/>
            <ac:inkMk id="45" creationId="{DC0595D8-AC14-42DF-A569-31D846DDE6A7}"/>
          </ac:inkMkLst>
        </pc:inkChg>
        <pc:inkChg chg="add mod">
          <ac:chgData name="Deepika Vatsa" userId="f7100972-27fe-4ee6-8fb4-ec9b7931b409" providerId="ADAL" clId="{F37C4974-F220-459F-95C5-71112429BD42}" dt="2022-09-19T08:14:01.948" v="964"/>
          <ac:inkMkLst>
            <pc:docMk/>
            <pc:sldMk cId="269648014" sldId="613"/>
            <ac:inkMk id="46" creationId="{B246A44C-AC53-4F25-A30E-231513D881A6}"/>
          </ac:inkMkLst>
        </pc:inkChg>
        <pc:inkChg chg="add mod">
          <ac:chgData name="Deepika Vatsa" userId="f7100972-27fe-4ee6-8fb4-ec9b7931b409" providerId="ADAL" clId="{F37C4974-F220-459F-95C5-71112429BD42}" dt="2022-09-19T08:14:01.948" v="964"/>
          <ac:inkMkLst>
            <pc:docMk/>
            <pc:sldMk cId="269648014" sldId="613"/>
            <ac:inkMk id="47" creationId="{69EAB268-07CF-4E95-965A-2BE2A2B5177B}"/>
          </ac:inkMkLst>
        </pc:inkChg>
        <pc:inkChg chg="add mod">
          <ac:chgData name="Deepika Vatsa" userId="f7100972-27fe-4ee6-8fb4-ec9b7931b409" providerId="ADAL" clId="{F37C4974-F220-459F-95C5-71112429BD42}" dt="2022-09-19T08:14:01.948" v="964"/>
          <ac:inkMkLst>
            <pc:docMk/>
            <pc:sldMk cId="269648014" sldId="613"/>
            <ac:inkMk id="48" creationId="{083F089E-9669-4FE7-B5E4-EA3E6380A628}"/>
          </ac:inkMkLst>
        </pc:inkChg>
        <pc:inkChg chg="add mod">
          <ac:chgData name="Deepika Vatsa" userId="f7100972-27fe-4ee6-8fb4-ec9b7931b409" providerId="ADAL" clId="{F37C4974-F220-459F-95C5-71112429BD42}" dt="2022-09-19T08:08:49.547" v="872"/>
          <ac:inkMkLst>
            <pc:docMk/>
            <pc:sldMk cId="269648014" sldId="613"/>
            <ac:inkMk id="52" creationId="{17E200D1-3AD3-45EA-A3DB-1050C7A7A449}"/>
          </ac:inkMkLst>
        </pc:inkChg>
        <pc:inkChg chg="add mod">
          <ac:chgData name="Deepika Vatsa" userId="f7100972-27fe-4ee6-8fb4-ec9b7931b409" providerId="ADAL" clId="{F37C4974-F220-459F-95C5-71112429BD42}" dt="2022-09-19T08:08:49.547" v="872"/>
          <ac:inkMkLst>
            <pc:docMk/>
            <pc:sldMk cId="269648014" sldId="613"/>
            <ac:inkMk id="53" creationId="{229B69F4-9875-4837-8BE4-6CA0C1BF78B4}"/>
          </ac:inkMkLst>
        </pc:inkChg>
        <pc:inkChg chg="add mod">
          <ac:chgData name="Deepika Vatsa" userId="f7100972-27fe-4ee6-8fb4-ec9b7931b409" providerId="ADAL" clId="{F37C4974-F220-459F-95C5-71112429BD42}" dt="2022-09-19T08:08:49.547" v="872"/>
          <ac:inkMkLst>
            <pc:docMk/>
            <pc:sldMk cId="269648014" sldId="613"/>
            <ac:inkMk id="54" creationId="{BBB9566D-9579-4324-A577-C844F54AD6C4}"/>
          </ac:inkMkLst>
        </pc:inkChg>
        <pc:inkChg chg="add mod">
          <ac:chgData name="Deepika Vatsa" userId="f7100972-27fe-4ee6-8fb4-ec9b7931b409" providerId="ADAL" clId="{F37C4974-F220-459F-95C5-71112429BD42}" dt="2022-09-19T08:08:49.547" v="872"/>
          <ac:inkMkLst>
            <pc:docMk/>
            <pc:sldMk cId="269648014" sldId="613"/>
            <ac:inkMk id="55" creationId="{4D190C14-6BD1-4458-8866-FA7CB4B1A3C0}"/>
          </ac:inkMkLst>
        </pc:inkChg>
        <pc:inkChg chg="add mod">
          <ac:chgData name="Deepika Vatsa" userId="f7100972-27fe-4ee6-8fb4-ec9b7931b409" providerId="ADAL" clId="{F37C4974-F220-459F-95C5-71112429BD42}" dt="2022-09-19T08:08:49.547" v="872"/>
          <ac:inkMkLst>
            <pc:docMk/>
            <pc:sldMk cId="269648014" sldId="613"/>
            <ac:inkMk id="56" creationId="{8EA920F4-4D63-4E35-AF1B-1E8B9D1204B3}"/>
          </ac:inkMkLst>
        </pc:inkChg>
        <pc:inkChg chg="add mod">
          <ac:chgData name="Deepika Vatsa" userId="f7100972-27fe-4ee6-8fb4-ec9b7931b409" providerId="ADAL" clId="{F37C4974-F220-459F-95C5-71112429BD42}" dt="2022-09-19T08:08:49.547" v="872"/>
          <ac:inkMkLst>
            <pc:docMk/>
            <pc:sldMk cId="269648014" sldId="613"/>
            <ac:inkMk id="57" creationId="{57191839-2FC1-441E-942C-2D0E889669B4}"/>
          </ac:inkMkLst>
        </pc:inkChg>
        <pc:inkChg chg="add mod">
          <ac:chgData name="Deepika Vatsa" userId="f7100972-27fe-4ee6-8fb4-ec9b7931b409" providerId="ADAL" clId="{F37C4974-F220-459F-95C5-71112429BD42}" dt="2022-09-19T08:08:49.547" v="872"/>
          <ac:inkMkLst>
            <pc:docMk/>
            <pc:sldMk cId="269648014" sldId="613"/>
            <ac:inkMk id="58" creationId="{E2E35FF6-3DC7-4BC5-B846-44B1C36ED1F7}"/>
          </ac:inkMkLst>
        </pc:inkChg>
        <pc:inkChg chg="add mod">
          <ac:chgData name="Deepika Vatsa" userId="f7100972-27fe-4ee6-8fb4-ec9b7931b409" providerId="ADAL" clId="{F37C4974-F220-459F-95C5-71112429BD42}" dt="2022-09-19T08:08:49.547" v="872"/>
          <ac:inkMkLst>
            <pc:docMk/>
            <pc:sldMk cId="269648014" sldId="613"/>
            <ac:inkMk id="59" creationId="{574BA270-21F2-4760-ABDD-B09EDFEADA77}"/>
          </ac:inkMkLst>
        </pc:inkChg>
        <pc:inkChg chg="add mod">
          <ac:chgData name="Deepika Vatsa" userId="f7100972-27fe-4ee6-8fb4-ec9b7931b409" providerId="ADAL" clId="{F37C4974-F220-459F-95C5-71112429BD42}" dt="2022-09-19T08:08:49.547" v="872"/>
          <ac:inkMkLst>
            <pc:docMk/>
            <pc:sldMk cId="269648014" sldId="613"/>
            <ac:inkMk id="60" creationId="{E81FBEAC-812C-42C0-A95D-51D8C7E447C7}"/>
          </ac:inkMkLst>
        </pc:inkChg>
        <pc:inkChg chg="add">
          <ac:chgData name="Deepika Vatsa" userId="f7100972-27fe-4ee6-8fb4-ec9b7931b409" providerId="ADAL" clId="{F37C4974-F220-459F-95C5-71112429BD42}" dt="2022-09-19T08:08:50.047" v="873" actId="9405"/>
          <ac:inkMkLst>
            <pc:docMk/>
            <pc:sldMk cId="269648014" sldId="613"/>
            <ac:inkMk id="62" creationId="{F3D92878-B160-45A0-9F2F-C21487712290}"/>
          </ac:inkMkLst>
        </pc:inkChg>
        <pc:inkChg chg="add mod">
          <ac:chgData name="Deepika Vatsa" userId="f7100972-27fe-4ee6-8fb4-ec9b7931b409" providerId="ADAL" clId="{F37C4974-F220-459F-95C5-71112429BD42}" dt="2022-09-19T08:09:16.556" v="877"/>
          <ac:inkMkLst>
            <pc:docMk/>
            <pc:sldMk cId="269648014" sldId="613"/>
            <ac:inkMk id="63" creationId="{9A2A4068-B72A-4AC1-93B0-E743DBA2E68F}"/>
          </ac:inkMkLst>
        </pc:inkChg>
        <pc:inkChg chg="add mod">
          <ac:chgData name="Deepika Vatsa" userId="f7100972-27fe-4ee6-8fb4-ec9b7931b409" providerId="ADAL" clId="{F37C4974-F220-459F-95C5-71112429BD42}" dt="2022-09-19T08:09:16.556" v="877"/>
          <ac:inkMkLst>
            <pc:docMk/>
            <pc:sldMk cId="269648014" sldId="613"/>
            <ac:inkMk id="64" creationId="{F3E7D1EC-11E9-4751-9B99-FE993CB92FF1}"/>
          </ac:inkMkLst>
        </pc:inkChg>
        <pc:inkChg chg="add mod">
          <ac:chgData name="Deepika Vatsa" userId="f7100972-27fe-4ee6-8fb4-ec9b7931b409" providerId="ADAL" clId="{F37C4974-F220-459F-95C5-71112429BD42}" dt="2022-09-19T08:09:16.556" v="877"/>
          <ac:inkMkLst>
            <pc:docMk/>
            <pc:sldMk cId="269648014" sldId="613"/>
            <ac:inkMk id="65" creationId="{18FF4495-6983-4EDF-AB27-2C52B71D4E13}"/>
          </ac:inkMkLst>
        </pc:inkChg>
        <pc:inkChg chg="add">
          <ac:chgData name="Deepika Vatsa" userId="f7100972-27fe-4ee6-8fb4-ec9b7931b409" providerId="ADAL" clId="{F37C4974-F220-459F-95C5-71112429BD42}" dt="2022-09-19T08:09:17.556" v="878" actId="9405"/>
          <ac:inkMkLst>
            <pc:docMk/>
            <pc:sldMk cId="269648014" sldId="613"/>
            <ac:inkMk id="67" creationId="{F5F4849F-0621-4062-95D6-F2B19A166EA5}"/>
          </ac:inkMkLst>
        </pc:inkChg>
        <pc:inkChg chg="add mod">
          <ac:chgData name="Deepika Vatsa" userId="f7100972-27fe-4ee6-8fb4-ec9b7931b409" providerId="ADAL" clId="{F37C4974-F220-459F-95C5-71112429BD42}" dt="2022-09-19T08:09:22.480" v="881"/>
          <ac:inkMkLst>
            <pc:docMk/>
            <pc:sldMk cId="269648014" sldId="613"/>
            <ac:inkMk id="68" creationId="{C99B7EE7-52BF-4506-B51E-AB25E73868DF}"/>
          </ac:inkMkLst>
        </pc:inkChg>
        <pc:inkChg chg="add mod">
          <ac:chgData name="Deepika Vatsa" userId="f7100972-27fe-4ee6-8fb4-ec9b7931b409" providerId="ADAL" clId="{F37C4974-F220-459F-95C5-71112429BD42}" dt="2022-09-19T08:09:22.480" v="881"/>
          <ac:inkMkLst>
            <pc:docMk/>
            <pc:sldMk cId="269648014" sldId="613"/>
            <ac:inkMk id="69" creationId="{CF290C49-79D8-445A-98C0-37E07A258AE1}"/>
          </ac:inkMkLst>
        </pc:inkChg>
        <pc:inkChg chg="add mod">
          <ac:chgData name="Deepika Vatsa" userId="f7100972-27fe-4ee6-8fb4-ec9b7931b409" providerId="ADAL" clId="{F37C4974-F220-459F-95C5-71112429BD42}" dt="2022-09-19T08:11:44.767" v="894"/>
          <ac:inkMkLst>
            <pc:docMk/>
            <pc:sldMk cId="269648014" sldId="613"/>
            <ac:inkMk id="71" creationId="{20403C09-E84F-4DA4-B4AF-BCC359802E4A}"/>
          </ac:inkMkLst>
        </pc:inkChg>
        <pc:inkChg chg="add mod">
          <ac:chgData name="Deepika Vatsa" userId="f7100972-27fe-4ee6-8fb4-ec9b7931b409" providerId="ADAL" clId="{F37C4974-F220-459F-95C5-71112429BD42}" dt="2022-09-19T08:11:44.767" v="894"/>
          <ac:inkMkLst>
            <pc:docMk/>
            <pc:sldMk cId="269648014" sldId="613"/>
            <ac:inkMk id="72" creationId="{68FD396A-450B-4EAC-9F23-5E4CE17E43DA}"/>
          </ac:inkMkLst>
        </pc:inkChg>
        <pc:inkChg chg="add mod">
          <ac:chgData name="Deepika Vatsa" userId="f7100972-27fe-4ee6-8fb4-ec9b7931b409" providerId="ADAL" clId="{F37C4974-F220-459F-95C5-71112429BD42}" dt="2022-09-19T08:11:48.238" v="899"/>
          <ac:inkMkLst>
            <pc:docMk/>
            <pc:sldMk cId="269648014" sldId="613"/>
            <ac:inkMk id="74" creationId="{AA484A0C-6055-4607-85DE-DBD6B3EF229E}"/>
          </ac:inkMkLst>
        </pc:inkChg>
        <pc:inkChg chg="add mod">
          <ac:chgData name="Deepika Vatsa" userId="f7100972-27fe-4ee6-8fb4-ec9b7931b409" providerId="ADAL" clId="{F37C4974-F220-459F-95C5-71112429BD42}" dt="2022-09-19T08:11:48.238" v="899"/>
          <ac:inkMkLst>
            <pc:docMk/>
            <pc:sldMk cId="269648014" sldId="613"/>
            <ac:inkMk id="75" creationId="{702390F2-58AA-4C4A-8F34-527FC2188C2E}"/>
          </ac:inkMkLst>
        </pc:inkChg>
        <pc:inkChg chg="add mod">
          <ac:chgData name="Deepika Vatsa" userId="f7100972-27fe-4ee6-8fb4-ec9b7931b409" providerId="ADAL" clId="{F37C4974-F220-459F-95C5-71112429BD42}" dt="2022-09-19T08:11:48.238" v="899"/>
          <ac:inkMkLst>
            <pc:docMk/>
            <pc:sldMk cId="269648014" sldId="613"/>
            <ac:inkMk id="76" creationId="{CC3CA776-C387-428B-8B1C-97BADBF48A22}"/>
          </ac:inkMkLst>
        </pc:inkChg>
        <pc:inkChg chg="add mod">
          <ac:chgData name="Deepika Vatsa" userId="f7100972-27fe-4ee6-8fb4-ec9b7931b409" providerId="ADAL" clId="{F37C4974-F220-459F-95C5-71112429BD42}" dt="2022-09-19T08:11:48.238" v="899"/>
          <ac:inkMkLst>
            <pc:docMk/>
            <pc:sldMk cId="269648014" sldId="613"/>
            <ac:inkMk id="77" creationId="{B966F8EB-8188-4162-AB1B-1B23F5DFCE80}"/>
          </ac:inkMkLst>
        </pc:inkChg>
        <pc:inkChg chg="add mod">
          <ac:chgData name="Deepika Vatsa" userId="f7100972-27fe-4ee6-8fb4-ec9b7931b409" providerId="ADAL" clId="{F37C4974-F220-459F-95C5-71112429BD42}" dt="2022-09-19T08:11:58.114" v="905"/>
          <ac:inkMkLst>
            <pc:docMk/>
            <pc:sldMk cId="269648014" sldId="613"/>
            <ac:inkMk id="79" creationId="{5F7924A7-C395-4F17-9D44-B82AAB51D050}"/>
          </ac:inkMkLst>
        </pc:inkChg>
        <pc:inkChg chg="add mod">
          <ac:chgData name="Deepika Vatsa" userId="f7100972-27fe-4ee6-8fb4-ec9b7931b409" providerId="ADAL" clId="{F37C4974-F220-459F-95C5-71112429BD42}" dt="2022-09-19T08:11:58.114" v="905"/>
          <ac:inkMkLst>
            <pc:docMk/>
            <pc:sldMk cId="269648014" sldId="613"/>
            <ac:inkMk id="80" creationId="{25B1EE90-FD9B-4441-AAEB-1922935D7361}"/>
          </ac:inkMkLst>
        </pc:inkChg>
        <pc:inkChg chg="add mod">
          <ac:chgData name="Deepika Vatsa" userId="f7100972-27fe-4ee6-8fb4-ec9b7931b409" providerId="ADAL" clId="{F37C4974-F220-459F-95C5-71112429BD42}" dt="2022-09-19T08:11:58.114" v="905"/>
          <ac:inkMkLst>
            <pc:docMk/>
            <pc:sldMk cId="269648014" sldId="613"/>
            <ac:inkMk id="81" creationId="{F0588423-EF8F-47EF-95F7-C714F03E0ABF}"/>
          </ac:inkMkLst>
        </pc:inkChg>
        <pc:inkChg chg="add mod">
          <ac:chgData name="Deepika Vatsa" userId="f7100972-27fe-4ee6-8fb4-ec9b7931b409" providerId="ADAL" clId="{F37C4974-F220-459F-95C5-71112429BD42}" dt="2022-09-19T08:11:58.114" v="905"/>
          <ac:inkMkLst>
            <pc:docMk/>
            <pc:sldMk cId="269648014" sldId="613"/>
            <ac:inkMk id="83" creationId="{EE675636-072E-477C-AE4F-AB9DA1B29514}"/>
          </ac:inkMkLst>
        </pc:inkChg>
        <pc:inkChg chg="add mod">
          <ac:chgData name="Deepika Vatsa" userId="f7100972-27fe-4ee6-8fb4-ec9b7931b409" providerId="ADAL" clId="{F37C4974-F220-459F-95C5-71112429BD42}" dt="2022-09-19T08:12:07.453" v="909"/>
          <ac:inkMkLst>
            <pc:docMk/>
            <pc:sldMk cId="269648014" sldId="613"/>
            <ac:inkMk id="85" creationId="{DA11688A-C061-42E2-A588-0AD072F95DDE}"/>
          </ac:inkMkLst>
        </pc:inkChg>
        <pc:inkChg chg="add mod">
          <ac:chgData name="Deepika Vatsa" userId="f7100972-27fe-4ee6-8fb4-ec9b7931b409" providerId="ADAL" clId="{F37C4974-F220-459F-95C5-71112429BD42}" dt="2022-09-19T08:12:07.453" v="909"/>
          <ac:inkMkLst>
            <pc:docMk/>
            <pc:sldMk cId="269648014" sldId="613"/>
            <ac:inkMk id="86" creationId="{A465A27A-3DA3-4A98-920A-8C28C70669B8}"/>
          </ac:inkMkLst>
        </pc:inkChg>
        <pc:inkChg chg="add mod">
          <ac:chgData name="Deepika Vatsa" userId="f7100972-27fe-4ee6-8fb4-ec9b7931b409" providerId="ADAL" clId="{F37C4974-F220-459F-95C5-71112429BD42}" dt="2022-09-19T08:12:07.453" v="909"/>
          <ac:inkMkLst>
            <pc:docMk/>
            <pc:sldMk cId="269648014" sldId="613"/>
            <ac:inkMk id="87" creationId="{67B5E534-4846-4B08-9E99-29CED963D67D}"/>
          </ac:inkMkLst>
        </pc:inkChg>
        <pc:inkChg chg="add mod">
          <ac:chgData name="Deepika Vatsa" userId="f7100972-27fe-4ee6-8fb4-ec9b7931b409" providerId="ADAL" clId="{F37C4974-F220-459F-95C5-71112429BD42}" dt="2022-09-19T08:14:01.948" v="964"/>
          <ac:inkMkLst>
            <pc:docMk/>
            <pc:sldMk cId="269648014" sldId="613"/>
            <ac:inkMk id="89" creationId="{517B50D8-5ADD-41BC-B8BB-EA8BA0E9AD74}"/>
          </ac:inkMkLst>
        </pc:inkChg>
        <pc:inkChg chg="add mod">
          <ac:chgData name="Deepika Vatsa" userId="f7100972-27fe-4ee6-8fb4-ec9b7931b409" providerId="ADAL" clId="{F37C4974-F220-459F-95C5-71112429BD42}" dt="2022-09-19T08:14:01.948" v="964"/>
          <ac:inkMkLst>
            <pc:docMk/>
            <pc:sldMk cId="269648014" sldId="613"/>
            <ac:inkMk id="90" creationId="{90E92BA8-87A3-4E82-A1CB-3DAF21BDB23D}"/>
          </ac:inkMkLst>
        </pc:inkChg>
        <pc:inkChg chg="add mod">
          <ac:chgData name="Deepika Vatsa" userId="f7100972-27fe-4ee6-8fb4-ec9b7931b409" providerId="ADAL" clId="{F37C4974-F220-459F-95C5-71112429BD42}" dt="2022-09-19T08:14:01.948" v="964"/>
          <ac:inkMkLst>
            <pc:docMk/>
            <pc:sldMk cId="269648014" sldId="613"/>
            <ac:inkMk id="91" creationId="{C809B65B-CB1E-4D2B-AE11-9E58618AB2AD}"/>
          </ac:inkMkLst>
        </pc:inkChg>
        <pc:inkChg chg="add mod">
          <ac:chgData name="Deepika Vatsa" userId="f7100972-27fe-4ee6-8fb4-ec9b7931b409" providerId="ADAL" clId="{F37C4974-F220-459F-95C5-71112429BD42}" dt="2022-09-19T08:14:01.948" v="964"/>
          <ac:inkMkLst>
            <pc:docMk/>
            <pc:sldMk cId="269648014" sldId="613"/>
            <ac:inkMk id="92" creationId="{7105899F-FAB0-43D6-9B9A-4DDCA786613B}"/>
          </ac:inkMkLst>
        </pc:inkChg>
        <pc:inkChg chg="add mod">
          <ac:chgData name="Deepika Vatsa" userId="f7100972-27fe-4ee6-8fb4-ec9b7931b409" providerId="ADAL" clId="{F37C4974-F220-459F-95C5-71112429BD42}" dt="2022-09-19T08:14:01.948" v="964"/>
          <ac:inkMkLst>
            <pc:docMk/>
            <pc:sldMk cId="269648014" sldId="613"/>
            <ac:inkMk id="93" creationId="{507C5F5E-82B9-405F-8EE1-08FFC2F58240}"/>
          </ac:inkMkLst>
        </pc:inkChg>
        <pc:inkChg chg="add mod">
          <ac:chgData name="Deepika Vatsa" userId="f7100972-27fe-4ee6-8fb4-ec9b7931b409" providerId="ADAL" clId="{F37C4974-F220-459F-95C5-71112429BD42}" dt="2022-09-19T08:14:01.948" v="964"/>
          <ac:inkMkLst>
            <pc:docMk/>
            <pc:sldMk cId="269648014" sldId="613"/>
            <ac:inkMk id="94" creationId="{58F12BFE-248A-4289-87C8-4589119EAF4D}"/>
          </ac:inkMkLst>
        </pc:inkChg>
        <pc:inkChg chg="add mod">
          <ac:chgData name="Deepika Vatsa" userId="f7100972-27fe-4ee6-8fb4-ec9b7931b409" providerId="ADAL" clId="{F37C4974-F220-459F-95C5-71112429BD42}" dt="2022-09-19T08:14:01.948" v="964"/>
          <ac:inkMkLst>
            <pc:docMk/>
            <pc:sldMk cId="269648014" sldId="613"/>
            <ac:inkMk id="95" creationId="{74038D49-1512-4979-B555-3186CB855625}"/>
          </ac:inkMkLst>
        </pc:inkChg>
        <pc:inkChg chg="add mod">
          <ac:chgData name="Deepika Vatsa" userId="f7100972-27fe-4ee6-8fb4-ec9b7931b409" providerId="ADAL" clId="{F37C4974-F220-459F-95C5-71112429BD42}" dt="2022-09-19T08:14:01.948" v="964"/>
          <ac:inkMkLst>
            <pc:docMk/>
            <pc:sldMk cId="269648014" sldId="613"/>
            <ac:inkMk id="96" creationId="{E9A0E426-8322-4A86-9784-A1594DBA2F85}"/>
          </ac:inkMkLst>
        </pc:inkChg>
        <pc:inkChg chg="add mod">
          <ac:chgData name="Deepika Vatsa" userId="f7100972-27fe-4ee6-8fb4-ec9b7931b409" providerId="ADAL" clId="{F37C4974-F220-459F-95C5-71112429BD42}" dt="2022-09-19T08:14:01.948" v="964"/>
          <ac:inkMkLst>
            <pc:docMk/>
            <pc:sldMk cId="269648014" sldId="613"/>
            <ac:inkMk id="97" creationId="{300D4208-B573-4A6E-83DB-2EE2C67454FC}"/>
          </ac:inkMkLst>
        </pc:inkChg>
        <pc:inkChg chg="add mod">
          <ac:chgData name="Deepika Vatsa" userId="f7100972-27fe-4ee6-8fb4-ec9b7931b409" providerId="ADAL" clId="{F37C4974-F220-459F-95C5-71112429BD42}" dt="2022-09-19T08:14:01.948" v="964"/>
          <ac:inkMkLst>
            <pc:docMk/>
            <pc:sldMk cId="269648014" sldId="613"/>
            <ac:inkMk id="98" creationId="{52C8654E-D543-48A0-9EB2-B74D5C72634E}"/>
          </ac:inkMkLst>
        </pc:inkChg>
        <pc:inkChg chg="add mod">
          <ac:chgData name="Deepika Vatsa" userId="f7100972-27fe-4ee6-8fb4-ec9b7931b409" providerId="ADAL" clId="{F37C4974-F220-459F-95C5-71112429BD42}" dt="2022-09-19T08:14:01.948" v="964"/>
          <ac:inkMkLst>
            <pc:docMk/>
            <pc:sldMk cId="269648014" sldId="613"/>
            <ac:inkMk id="99" creationId="{DC02903A-54C9-42C0-9C87-ACC61F073F32}"/>
          </ac:inkMkLst>
        </pc:inkChg>
        <pc:inkChg chg="add mod">
          <ac:chgData name="Deepika Vatsa" userId="f7100972-27fe-4ee6-8fb4-ec9b7931b409" providerId="ADAL" clId="{F37C4974-F220-459F-95C5-71112429BD42}" dt="2022-09-19T08:14:01.948" v="964"/>
          <ac:inkMkLst>
            <pc:docMk/>
            <pc:sldMk cId="269648014" sldId="613"/>
            <ac:inkMk id="100" creationId="{1911343D-66E6-434E-97D4-7BDCB19226A9}"/>
          </ac:inkMkLst>
        </pc:inkChg>
        <pc:inkChg chg="add mod">
          <ac:chgData name="Deepika Vatsa" userId="f7100972-27fe-4ee6-8fb4-ec9b7931b409" providerId="ADAL" clId="{F37C4974-F220-459F-95C5-71112429BD42}" dt="2022-09-19T08:14:01.948" v="964"/>
          <ac:inkMkLst>
            <pc:docMk/>
            <pc:sldMk cId="269648014" sldId="613"/>
            <ac:inkMk id="101" creationId="{6517866C-072A-42FE-977D-660E8203F1F1}"/>
          </ac:inkMkLst>
        </pc:inkChg>
        <pc:inkChg chg="add mod">
          <ac:chgData name="Deepika Vatsa" userId="f7100972-27fe-4ee6-8fb4-ec9b7931b409" providerId="ADAL" clId="{F37C4974-F220-459F-95C5-71112429BD42}" dt="2022-09-19T08:14:01.948" v="964"/>
          <ac:inkMkLst>
            <pc:docMk/>
            <pc:sldMk cId="269648014" sldId="613"/>
            <ac:inkMk id="102" creationId="{0E4CF9E1-952E-4AB6-AD10-8BC44CCC1245}"/>
          </ac:inkMkLst>
        </pc:inkChg>
        <pc:inkChg chg="add mod">
          <ac:chgData name="Deepika Vatsa" userId="f7100972-27fe-4ee6-8fb4-ec9b7931b409" providerId="ADAL" clId="{F37C4974-F220-459F-95C5-71112429BD42}" dt="2022-09-19T08:14:01.948" v="964"/>
          <ac:inkMkLst>
            <pc:docMk/>
            <pc:sldMk cId="269648014" sldId="613"/>
            <ac:inkMk id="103" creationId="{3D983410-4E9D-499D-AD6C-808FE5B1694F}"/>
          </ac:inkMkLst>
        </pc:inkChg>
        <pc:inkChg chg="add mod">
          <ac:chgData name="Deepika Vatsa" userId="f7100972-27fe-4ee6-8fb4-ec9b7931b409" providerId="ADAL" clId="{F37C4974-F220-459F-95C5-71112429BD42}" dt="2022-09-19T08:14:01.948" v="964"/>
          <ac:inkMkLst>
            <pc:docMk/>
            <pc:sldMk cId="269648014" sldId="613"/>
            <ac:inkMk id="104" creationId="{09FF7D1E-95A4-4537-8E89-25CBE9EA7388}"/>
          </ac:inkMkLst>
        </pc:inkChg>
        <pc:inkChg chg="add mod">
          <ac:chgData name="Deepika Vatsa" userId="f7100972-27fe-4ee6-8fb4-ec9b7931b409" providerId="ADAL" clId="{F37C4974-F220-459F-95C5-71112429BD42}" dt="2022-09-19T08:12:47.367" v="934"/>
          <ac:inkMkLst>
            <pc:docMk/>
            <pc:sldMk cId="269648014" sldId="613"/>
            <ac:inkMk id="110" creationId="{222CCA03-EDF9-4B1E-8B53-E0E630B2D6DE}"/>
          </ac:inkMkLst>
        </pc:inkChg>
        <pc:inkChg chg="add mod">
          <ac:chgData name="Deepika Vatsa" userId="f7100972-27fe-4ee6-8fb4-ec9b7931b409" providerId="ADAL" clId="{F37C4974-F220-459F-95C5-71112429BD42}" dt="2022-09-19T08:12:47.367" v="934"/>
          <ac:inkMkLst>
            <pc:docMk/>
            <pc:sldMk cId="269648014" sldId="613"/>
            <ac:inkMk id="111" creationId="{3ABB022D-9606-438B-8F30-D95CFB0D9E8F}"/>
          </ac:inkMkLst>
        </pc:inkChg>
        <pc:inkChg chg="add mod">
          <ac:chgData name="Deepika Vatsa" userId="f7100972-27fe-4ee6-8fb4-ec9b7931b409" providerId="ADAL" clId="{F37C4974-F220-459F-95C5-71112429BD42}" dt="2022-09-19T08:12:47.367" v="934"/>
          <ac:inkMkLst>
            <pc:docMk/>
            <pc:sldMk cId="269648014" sldId="613"/>
            <ac:inkMk id="112" creationId="{4AF31238-EBB7-452C-8A16-9F9C2B3313AC}"/>
          </ac:inkMkLst>
        </pc:inkChg>
        <pc:inkChg chg="add mod">
          <ac:chgData name="Deepika Vatsa" userId="f7100972-27fe-4ee6-8fb4-ec9b7931b409" providerId="ADAL" clId="{F37C4974-F220-459F-95C5-71112429BD42}" dt="2022-09-19T08:12:47.367" v="934"/>
          <ac:inkMkLst>
            <pc:docMk/>
            <pc:sldMk cId="269648014" sldId="613"/>
            <ac:inkMk id="113" creationId="{ED950E10-4E45-43B8-B1A7-3DE2125EE2A5}"/>
          </ac:inkMkLst>
        </pc:inkChg>
        <pc:inkChg chg="add mod">
          <ac:chgData name="Deepika Vatsa" userId="f7100972-27fe-4ee6-8fb4-ec9b7931b409" providerId="ADAL" clId="{F37C4974-F220-459F-95C5-71112429BD42}" dt="2022-09-19T08:12:47.367" v="934"/>
          <ac:inkMkLst>
            <pc:docMk/>
            <pc:sldMk cId="269648014" sldId="613"/>
            <ac:inkMk id="114" creationId="{27D606D6-8B7F-4AD5-B811-16D79FDB8023}"/>
          </ac:inkMkLst>
        </pc:inkChg>
        <pc:inkChg chg="add mod">
          <ac:chgData name="Deepika Vatsa" userId="f7100972-27fe-4ee6-8fb4-ec9b7931b409" providerId="ADAL" clId="{F37C4974-F220-459F-95C5-71112429BD42}" dt="2022-09-19T08:12:47.367" v="934"/>
          <ac:inkMkLst>
            <pc:docMk/>
            <pc:sldMk cId="269648014" sldId="613"/>
            <ac:inkMk id="115" creationId="{42ABD323-7000-4875-865E-37A402535223}"/>
          </ac:inkMkLst>
        </pc:inkChg>
        <pc:inkChg chg="add mod">
          <ac:chgData name="Deepika Vatsa" userId="f7100972-27fe-4ee6-8fb4-ec9b7931b409" providerId="ADAL" clId="{F37C4974-F220-459F-95C5-71112429BD42}" dt="2022-09-19T08:12:47.367" v="934"/>
          <ac:inkMkLst>
            <pc:docMk/>
            <pc:sldMk cId="269648014" sldId="613"/>
            <ac:inkMk id="116" creationId="{17323C44-352E-48A9-BD58-65A77EA706FC}"/>
          </ac:inkMkLst>
        </pc:inkChg>
        <pc:inkChg chg="add mod">
          <ac:chgData name="Deepika Vatsa" userId="f7100972-27fe-4ee6-8fb4-ec9b7931b409" providerId="ADAL" clId="{F37C4974-F220-459F-95C5-71112429BD42}" dt="2022-09-19T08:14:01.948" v="964"/>
          <ac:inkMkLst>
            <pc:docMk/>
            <pc:sldMk cId="269648014" sldId="613"/>
            <ac:inkMk id="120" creationId="{E182859A-AD74-46A2-9CB4-3860ADA1C375}"/>
          </ac:inkMkLst>
        </pc:inkChg>
        <pc:inkChg chg="add mod">
          <ac:chgData name="Deepika Vatsa" userId="f7100972-27fe-4ee6-8fb4-ec9b7931b409" providerId="ADAL" clId="{F37C4974-F220-459F-95C5-71112429BD42}" dt="2022-09-19T08:14:01.948" v="964"/>
          <ac:inkMkLst>
            <pc:docMk/>
            <pc:sldMk cId="269648014" sldId="613"/>
            <ac:inkMk id="121" creationId="{1EEA3096-D625-4A13-B7FF-1A65EBE6440D}"/>
          </ac:inkMkLst>
        </pc:inkChg>
        <pc:inkChg chg="add mod">
          <ac:chgData name="Deepika Vatsa" userId="f7100972-27fe-4ee6-8fb4-ec9b7931b409" providerId="ADAL" clId="{F37C4974-F220-459F-95C5-71112429BD42}" dt="2022-09-19T08:14:01.948" v="964"/>
          <ac:inkMkLst>
            <pc:docMk/>
            <pc:sldMk cId="269648014" sldId="613"/>
            <ac:inkMk id="122" creationId="{980C2585-5588-46A7-86D5-798F2B255065}"/>
          </ac:inkMkLst>
        </pc:inkChg>
        <pc:inkChg chg="add mod">
          <ac:chgData name="Deepika Vatsa" userId="f7100972-27fe-4ee6-8fb4-ec9b7931b409" providerId="ADAL" clId="{F37C4974-F220-459F-95C5-71112429BD42}" dt="2022-09-19T08:14:01.948" v="964"/>
          <ac:inkMkLst>
            <pc:docMk/>
            <pc:sldMk cId="269648014" sldId="613"/>
            <ac:inkMk id="123" creationId="{DCEB5E3F-F024-4D8C-8095-4F45B8528786}"/>
          </ac:inkMkLst>
        </pc:inkChg>
        <pc:inkChg chg="add mod">
          <ac:chgData name="Deepika Vatsa" userId="f7100972-27fe-4ee6-8fb4-ec9b7931b409" providerId="ADAL" clId="{F37C4974-F220-459F-95C5-71112429BD42}" dt="2022-09-19T08:14:01.948" v="964"/>
          <ac:inkMkLst>
            <pc:docMk/>
            <pc:sldMk cId="269648014" sldId="613"/>
            <ac:inkMk id="124" creationId="{20C23149-99CC-4E40-A1CA-5B0D5B0DA9AF}"/>
          </ac:inkMkLst>
        </pc:inkChg>
        <pc:inkChg chg="add mod">
          <ac:chgData name="Deepika Vatsa" userId="f7100972-27fe-4ee6-8fb4-ec9b7931b409" providerId="ADAL" clId="{F37C4974-F220-459F-95C5-71112429BD42}" dt="2022-09-19T08:14:01.948" v="964"/>
          <ac:inkMkLst>
            <pc:docMk/>
            <pc:sldMk cId="269648014" sldId="613"/>
            <ac:inkMk id="125" creationId="{117D5114-692D-449F-A323-7F9253430A2E}"/>
          </ac:inkMkLst>
        </pc:inkChg>
        <pc:inkChg chg="add mod">
          <ac:chgData name="Deepika Vatsa" userId="f7100972-27fe-4ee6-8fb4-ec9b7931b409" providerId="ADAL" clId="{F37C4974-F220-459F-95C5-71112429BD42}" dt="2022-09-19T08:14:01.948" v="964"/>
          <ac:inkMkLst>
            <pc:docMk/>
            <pc:sldMk cId="269648014" sldId="613"/>
            <ac:inkMk id="126" creationId="{FC7352BE-D89E-4D52-882A-A50AEC556FE9}"/>
          </ac:inkMkLst>
        </pc:inkChg>
        <pc:inkChg chg="add mod">
          <ac:chgData name="Deepika Vatsa" userId="f7100972-27fe-4ee6-8fb4-ec9b7931b409" providerId="ADAL" clId="{F37C4974-F220-459F-95C5-71112429BD42}" dt="2022-09-19T08:14:01.948" v="964"/>
          <ac:inkMkLst>
            <pc:docMk/>
            <pc:sldMk cId="269648014" sldId="613"/>
            <ac:inkMk id="127" creationId="{7651CA18-CBDC-46E4-995D-A279194F384C}"/>
          </ac:inkMkLst>
        </pc:inkChg>
        <pc:inkChg chg="add mod">
          <ac:chgData name="Deepika Vatsa" userId="f7100972-27fe-4ee6-8fb4-ec9b7931b409" providerId="ADAL" clId="{F37C4974-F220-459F-95C5-71112429BD42}" dt="2022-09-19T08:14:01.948" v="964"/>
          <ac:inkMkLst>
            <pc:docMk/>
            <pc:sldMk cId="269648014" sldId="613"/>
            <ac:inkMk id="128" creationId="{96B304DE-F15D-4712-8A3D-F0FBEC7A4FEA}"/>
          </ac:inkMkLst>
        </pc:inkChg>
        <pc:inkChg chg="add mod">
          <ac:chgData name="Deepika Vatsa" userId="f7100972-27fe-4ee6-8fb4-ec9b7931b409" providerId="ADAL" clId="{F37C4974-F220-459F-95C5-71112429BD42}" dt="2022-09-19T08:14:01.948" v="964"/>
          <ac:inkMkLst>
            <pc:docMk/>
            <pc:sldMk cId="269648014" sldId="613"/>
            <ac:inkMk id="129" creationId="{F86A22A1-DF48-46EA-89B6-F7DB5708427B}"/>
          </ac:inkMkLst>
        </pc:inkChg>
        <pc:inkChg chg="add mod">
          <ac:chgData name="Deepika Vatsa" userId="f7100972-27fe-4ee6-8fb4-ec9b7931b409" providerId="ADAL" clId="{F37C4974-F220-459F-95C5-71112429BD42}" dt="2022-09-19T08:14:01.948" v="964"/>
          <ac:inkMkLst>
            <pc:docMk/>
            <pc:sldMk cId="269648014" sldId="613"/>
            <ac:inkMk id="130" creationId="{3BC492EB-CADE-4687-A6D6-EA27451A5D64}"/>
          </ac:inkMkLst>
        </pc:inkChg>
        <pc:inkChg chg="add mod">
          <ac:chgData name="Deepika Vatsa" userId="f7100972-27fe-4ee6-8fb4-ec9b7931b409" providerId="ADAL" clId="{F37C4974-F220-459F-95C5-71112429BD42}" dt="2022-09-19T08:14:01.948" v="964"/>
          <ac:inkMkLst>
            <pc:docMk/>
            <pc:sldMk cId="269648014" sldId="613"/>
            <ac:inkMk id="131" creationId="{3FFA1801-7D04-4214-AAD4-BA48C5E1CDEE}"/>
          </ac:inkMkLst>
        </pc:inkChg>
        <pc:inkChg chg="add mod">
          <ac:chgData name="Deepika Vatsa" userId="f7100972-27fe-4ee6-8fb4-ec9b7931b409" providerId="ADAL" clId="{F37C4974-F220-459F-95C5-71112429BD42}" dt="2022-09-19T08:14:01.948" v="964"/>
          <ac:inkMkLst>
            <pc:docMk/>
            <pc:sldMk cId="269648014" sldId="613"/>
            <ac:inkMk id="132" creationId="{28C9901E-7FC8-4CB6-9EFC-3D51AC3889D2}"/>
          </ac:inkMkLst>
        </pc:inkChg>
        <pc:inkChg chg="add mod">
          <ac:chgData name="Deepika Vatsa" userId="f7100972-27fe-4ee6-8fb4-ec9b7931b409" providerId="ADAL" clId="{F37C4974-F220-459F-95C5-71112429BD42}" dt="2022-09-19T08:14:01.948" v="964"/>
          <ac:inkMkLst>
            <pc:docMk/>
            <pc:sldMk cId="269648014" sldId="613"/>
            <ac:inkMk id="133" creationId="{695BDB4F-E34C-464B-8B4B-C29B10D49F6A}"/>
          </ac:inkMkLst>
        </pc:inkChg>
        <pc:inkChg chg="add mod">
          <ac:chgData name="Deepika Vatsa" userId="f7100972-27fe-4ee6-8fb4-ec9b7931b409" providerId="ADAL" clId="{F37C4974-F220-459F-95C5-71112429BD42}" dt="2022-09-19T08:14:01.948" v="964"/>
          <ac:inkMkLst>
            <pc:docMk/>
            <pc:sldMk cId="269648014" sldId="613"/>
            <ac:inkMk id="134" creationId="{1956679D-DDDA-4C61-B06D-221E09E51FF1}"/>
          </ac:inkMkLst>
        </pc:inkChg>
        <pc:inkChg chg="add mod">
          <ac:chgData name="Deepika Vatsa" userId="f7100972-27fe-4ee6-8fb4-ec9b7931b409" providerId="ADAL" clId="{F37C4974-F220-459F-95C5-71112429BD42}" dt="2022-09-19T08:14:01.948" v="964"/>
          <ac:inkMkLst>
            <pc:docMk/>
            <pc:sldMk cId="269648014" sldId="613"/>
            <ac:inkMk id="139" creationId="{ED938E42-29C8-44F2-AB76-095D68422D77}"/>
          </ac:inkMkLst>
        </pc:inkChg>
        <pc:inkChg chg="add mod">
          <ac:chgData name="Deepika Vatsa" userId="f7100972-27fe-4ee6-8fb4-ec9b7931b409" providerId="ADAL" clId="{F37C4974-F220-459F-95C5-71112429BD42}" dt="2022-09-19T08:14:01.948" v="964"/>
          <ac:inkMkLst>
            <pc:docMk/>
            <pc:sldMk cId="269648014" sldId="613"/>
            <ac:inkMk id="140" creationId="{0CE96EB8-8019-42C6-B5C2-2CE83FA8BDEF}"/>
          </ac:inkMkLst>
        </pc:inkChg>
        <pc:inkChg chg="add mod">
          <ac:chgData name="Deepika Vatsa" userId="f7100972-27fe-4ee6-8fb4-ec9b7931b409" providerId="ADAL" clId="{F37C4974-F220-459F-95C5-71112429BD42}" dt="2022-09-19T08:14:01.948" v="964"/>
          <ac:inkMkLst>
            <pc:docMk/>
            <pc:sldMk cId="269648014" sldId="613"/>
            <ac:inkMk id="141" creationId="{321FC71C-451C-47A6-A01E-580A8AE4E565}"/>
          </ac:inkMkLst>
        </pc:inkChg>
        <pc:inkChg chg="add mod">
          <ac:chgData name="Deepika Vatsa" userId="f7100972-27fe-4ee6-8fb4-ec9b7931b409" providerId="ADAL" clId="{F37C4974-F220-459F-95C5-71112429BD42}" dt="2022-09-19T08:14:01.948" v="964"/>
          <ac:inkMkLst>
            <pc:docMk/>
            <pc:sldMk cId="269648014" sldId="613"/>
            <ac:inkMk id="142" creationId="{9DF5034C-17C7-4D98-87B4-B6FC9C49CECF}"/>
          </ac:inkMkLst>
        </pc:inkChg>
        <pc:inkChg chg="add mod">
          <ac:chgData name="Deepika Vatsa" userId="f7100972-27fe-4ee6-8fb4-ec9b7931b409" providerId="ADAL" clId="{F37C4974-F220-459F-95C5-71112429BD42}" dt="2022-09-19T08:14:01.948" v="964"/>
          <ac:inkMkLst>
            <pc:docMk/>
            <pc:sldMk cId="269648014" sldId="613"/>
            <ac:inkMk id="143" creationId="{2E948FAC-445F-4EC3-9969-D90C475C310D}"/>
          </ac:inkMkLst>
        </pc:inkChg>
        <pc:inkChg chg="add mod">
          <ac:chgData name="Deepika Vatsa" userId="f7100972-27fe-4ee6-8fb4-ec9b7931b409" providerId="ADAL" clId="{F37C4974-F220-459F-95C5-71112429BD42}" dt="2022-09-19T08:14:01.948" v="964"/>
          <ac:inkMkLst>
            <pc:docMk/>
            <pc:sldMk cId="269648014" sldId="613"/>
            <ac:inkMk id="144" creationId="{FF7211E3-FD88-4B85-9A84-3E9C8DD481AC}"/>
          </ac:inkMkLst>
        </pc:inkChg>
        <pc:inkChg chg="add mod">
          <ac:chgData name="Deepika Vatsa" userId="f7100972-27fe-4ee6-8fb4-ec9b7931b409" providerId="ADAL" clId="{F37C4974-F220-459F-95C5-71112429BD42}" dt="2022-09-19T08:14:01.948" v="964"/>
          <ac:inkMkLst>
            <pc:docMk/>
            <pc:sldMk cId="269648014" sldId="613"/>
            <ac:inkMk id="145" creationId="{7E727B73-0C19-4DC8-9146-2AB89370ABE2}"/>
          </ac:inkMkLst>
        </pc:inkChg>
        <pc:inkChg chg="add mod">
          <ac:chgData name="Deepika Vatsa" userId="f7100972-27fe-4ee6-8fb4-ec9b7931b409" providerId="ADAL" clId="{F37C4974-F220-459F-95C5-71112429BD42}" dt="2022-09-19T08:14:01.948" v="964"/>
          <ac:inkMkLst>
            <pc:docMk/>
            <pc:sldMk cId="269648014" sldId="613"/>
            <ac:inkMk id="146" creationId="{B2BBFD9C-8A58-42B8-8F64-E138E94DB21E}"/>
          </ac:inkMkLst>
        </pc:inkChg>
        <pc:inkChg chg="add mod">
          <ac:chgData name="Deepika Vatsa" userId="f7100972-27fe-4ee6-8fb4-ec9b7931b409" providerId="ADAL" clId="{F37C4974-F220-459F-95C5-71112429BD42}" dt="2022-09-19T08:14:01.948" v="964"/>
          <ac:inkMkLst>
            <pc:docMk/>
            <pc:sldMk cId="269648014" sldId="613"/>
            <ac:inkMk id="147" creationId="{E34B80EE-5EDE-4B4C-9127-8CEDD24582B2}"/>
          </ac:inkMkLst>
        </pc:inkChg>
        <pc:inkChg chg="add mod">
          <ac:chgData name="Deepika Vatsa" userId="f7100972-27fe-4ee6-8fb4-ec9b7931b409" providerId="ADAL" clId="{F37C4974-F220-459F-95C5-71112429BD42}" dt="2022-09-19T08:14:01.948" v="964"/>
          <ac:inkMkLst>
            <pc:docMk/>
            <pc:sldMk cId="269648014" sldId="613"/>
            <ac:inkMk id="148" creationId="{CDCCAD7B-8C4B-48DB-91A7-728DB7C15279}"/>
          </ac:inkMkLst>
        </pc:inkChg>
        <pc:inkChg chg="add mod">
          <ac:chgData name="Deepika Vatsa" userId="f7100972-27fe-4ee6-8fb4-ec9b7931b409" providerId="ADAL" clId="{F37C4974-F220-459F-95C5-71112429BD42}" dt="2022-09-19T08:14:01.948" v="964"/>
          <ac:inkMkLst>
            <pc:docMk/>
            <pc:sldMk cId="269648014" sldId="613"/>
            <ac:inkMk id="149" creationId="{5C0E613F-A202-4919-AD0A-05659A7BB9DB}"/>
          </ac:inkMkLst>
        </pc:inkChg>
        <pc:inkChg chg="add mod">
          <ac:chgData name="Deepika Vatsa" userId="f7100972-27fe-4ee6-8fb4-ec9b7931b409" providerId="ADAL" clId="{F37C4974-F220-459F-95C5-71112429BD42}" dt="2022-09-19T08:14:01.948" v="964"/>
          <ac:inkMkLst>
            <pc:docMk/>
            <pc:sldMk cId="269648014" sldId="613"/>
            <ac:inkMk id="152" creationId="{1959BBB6-36BC-44EB-87CC-3D88892259FF}"/>
          </ac:inkMkLst>
        </pc:inkChg>
      </pc:sldChg>
      <pc:sldChg chg="addSp delSp modSp add mod modShow">
        <pc:chgData name="Deepika Vatsa" userId="f7100972-27fe-4ee6-8fb4-ec9b7931b409" providerId="ADAL" clId="{F37C4974-F220-459F-95C5-71112429BD42}" dt="2022-09-19T08:10:39.277" v="891" actId="729"/>
        <pc:sldMkLst>
          <pc:docMk/>
          <pc:sldMk cId="1407935678" sldId="614"/>
        </pc:sldMkLst>
        <pc:spChg chg="del">
          <ac:chgData name="Deepika Vatsa" userId="f7100972-27fe-4ee6-8fb4-ec9b7931b409" providerId="ADAL" clId="{F37C4974-F220-459F-95C5-71112429BD42}" dt="2022-09-19T08:10:09.838" v="884" actId="478"/>
          <ac:spMkLst>
            <pc:docMk/>
            <pc:sldMk cId="1407935678" sldId="614"/>
            <ac:spMk id="9" creationId="{55A5BFD8-4962-4C89-86F0-4A582AD35F41}"/>
          </ac:spMkLst>
        </pc:spChg>
        <pc:picChg chg="del">
          <ac:chgData name="Deepika Vatsa" userId="f7100972-27fe-4ee6-8fb4-ec9b7931b409" providerId="ADAL" clId="{F37C4974-F220-459F-95C5-71112429BD42}" dt="2022-09-19T08:10:06.560" v="883" actId="478"/>
          <ac:picMkLst>
            <pc:docMk/>
            <pc:sldMk cId="1407935678" sldId="614"/>
            <ac:picMk id="4" creationId="{05A48E4F-27E6-44B4-AE0B-E5C3E58572AB}"/>
          </ac:picMkLst>
        </pc:picChg>
        <pc:picChg chg="add mod modCrop">
          <ac:chgData name="Deepika Vatsa" userId="f7100972-27fe-4ee6-8fb4-ec9b7931b409" providerId="ADAL" clId="{F37C4974-F220-459F-95C5-71112429BD42}" dt="2022-09-19T08:10:31.547" v="890" actId="1076"/>
          <ac:picMkLst>
            <pc:docMk/>
            <pc:sldMk cId="1407935678" sldId="614"/>
            <ac:picMk id="5" creationId="{34C7D6B1-41CA-4CC2-B4B0-3C77A845A3A9}"/>
          </ac:picMkLst>
        </pc:picChg>
      </pc:sldChg>
      <pc:sldChg chg="addSp delSp modSp add mod">
        <pc:chgData name="Deepika Vatsa" userId="f7100972-27fe-4ee6-8fb4-ec9b7931b409" providerId="ADAL" clId="{F37C4974-F220-459F-95C5-71112429BD42}" dt="2022-09-19T08:32:24.736" v="1503"/>
        <pc:sldMkLst>
          <pc:docMk/>
          <pc:sldMk cId="4132447863" sldId="615"/>
        </pc:sldMkLst>
        <pc:spChg chg="mod">
          <ac:chgData name="Deepika Vatsa" userId="f7100972-27fe-4ee6-8fb4-ec9b7931b409" providerId="ADAL" clId="{F37C4974-F220-459F-95C5-71112429BD42}" dt="2022-09-19T08:32:24.736" v="1503"/>
          <ac:spMkLst>
            <pc:docMk/>
            <pc:sldMk cId="4132447863" sldId="615"/>
            <ac:spMk id="2" creationId="{6167DC2D-0072-445E-8CB3-E53407061CE7}"/>
          </ac:spMkLst>
        </pc:spChg>
        <pc:spChg chg="mod">
          <ac:chgData name="Deepika Vatsa" userId="f7100972-27fe-4ee6-8fb4-ec9b7931b409" providerId="ADAL" clId="{F37C4974-F220-459F-95C5-71112429BD42}" dt="2022-09-19T08:27:08.115" v="1140" actId="6549"/>
          <ac:spMkLst>
            <pc:docMk/>
            <pc:sldMk cId="4132447863" sldId="615"/>
            <ac:spMk id="9" creationId="{55A5BFD8-4962-4C89-86F0-4A582AD35F41}"/>
          </ac:spMkLst>
        </pc:spChg>
        <pc:spChg chg="add mod">
          <ac:chgData name="Deepika Vatsa" userId="f7100972-27fe-4ee6-8fb4-ec9b7931b409" providerId="ADAL" clId="{F37C4974-F220-459F-95C5-71112429BD42}" dt="2022-09-19T08:32:11.972" v="1500" actId="6549"/>
          <ac:spMkLst>
            <pc:docMk/>
            <pc:sldMk cId="4132447863" sldId="615"/>
            <ac:spMk id="10" creationId="{4F2ED7C6-5391-4400-A901-97E30C84194B}"/>
          </ac:spMkLst>
        </pc:spChg>
        <pc:spChg chg="add del mod">
          <ac:chgData name="Deepika Vatsa" userId="f7100972-27fe-4ee6-8fb4-ec9b7931b409" providerId="ADAL" clId="{F37C4974-F220-459F-95C5-71112429BD42}" dt="2022-09-19T08:28:50.357" v="1170"/>
          <ac:spMkLst>
            <pc:docMk/>
            <pc:sldMk cId="4132447863" sldId="615"/>
            <ac:spMk id="11" creationId="{58C9DEDF-BB6A-4C55-8B44-53695F7095B7}"/>
          </ac:spMkLst>
        </pc:spChg>
        <pc:picChg chg="del">
          <ac:chgData name="Deepika Vatsa" userId="f7100972-27fe-4ee6-8fb4-ec9b7931b409" providerId="ADAL" clId="{F37C4974-F220-459F-95C5-71112429BD42}" dt="2022-09-19T08:27:09.892" v="1141" actId="478"/>
          <ac:picMkLst>
            <pc:docMk/>
            <pc:sldMk cId="4132447863" sldId="615"/>
            <ac:picMk id="5" creationId="{EA9D5853-3535-4F78-99B7-3831A2C9175E}"/>
          </ac:picMkLst>
        </pc:picChg>
      </pc:sldChg>
      <pc:sldChg chg="addSp delSp modSp add mod ord modNotesTx">
        <pc:chgData name="Deepika Vatsa" userId="f7100972-27fe-4ee6-8fb4-ec9b7931b409" providerId="ADAL" clId="{F37C4974-F220-459F-95C5-71112429BD42}" dt="2022-09-19T10:23:11.770" v="2834" actId="20577"/>
        <pc:sldMkLst>
          <pc:docMk/>
          <pc:sldMk cId="1334213142" sldId="616"/>
        </pc:sldMkLst>
        <pc:spChg chg="mod">
          <ac:chgData name="Deepika Vatsa" userId="f7100972-27fe-4ee6-8fb4-ec9b7931b409" providerId="ADAL" clId="{F37C4974-F220-459F-95C5-71112429BD42}" dt="2022-09-19T10:13:58.734" v="2605" actId="20577"/>
          <ac:spMkLst>
            <pc:docMk/>
            <pc:sldMk cId="1334213142" sldId="616"/>
            <ac:spMk id="2" creationId="{6167DC2D-0072-445E-8CB3-E53407061CE7}"/>
          </ac:spMkLst>
        </pc:spChg>
        <pc:spChg chg="del">
          <ac:chgData name="Deepika Vatsa" userId="f7100972-27fe-4ee6-8fb4-ec9b7931b409" providerId="ADAL" clId="{F37C4974-F220-459F-95C5-71112429BD42}" dt="2022-09-19T08:35:59.437" v="1522" actId="478"/>
          <ac:spMkLst>
            <pc:docMk/>
            <pc:sldMk cId="1334213142" sldId="616"/>
            <ac:spMk id="9" creationId="{55A5BFD8-4962-4C89-86F0-4A582AD35F41}"/>
          </ac:spMkLst>
        </pc:spChg>
        <pc:grpChg chg="mod">
          <ac:chgData name="Deepika Vatsa" userId="f7100972-27fe-4ee6-8fb4-ec9b7931b409" providerId="ADAL" clId="{F37C4974-F220-459F-95C5-71112429BD42}" dt="2022-09-19T10:13:53.902" v="2597" actId="1037"/>
          <ac:grpSpMkLst>
            <pc:docMk/>
            <pc:sldMk cId="1334213142" sldId="616"/>
            <ac:grpSpMk id="10" creationId="{DAA5C413-5CBD-49CD-A85E-E1DADAD65677}"/>
          </ac:grpSpMkLst>
        </pc:grpChg>
        <pc:grpChg chg="mod">
          <ac:chgData name="Deepika Vatsa" userId="f7100972-27fe-4ee6-8fb4-ec9b7931b409" providerId="ADAL" clId="{F37C4974-F220-459F-95C5-71112429BD42}" dt="2022-09-19T10:13:53.902" v="2597" actId="1037"/>
          <ac:grpSpMkLst>
            <pc:docMk/>
            <pc:sldMk cId="1334213142" sldId="616"/>
            <ac:grpSpMk id="13" creationId="{40BD9DBF-BEE5-40D8-9666-A639660D46B5}"/>
          </ac:grpSpMkLst>
        </pc:grpChg>
        <pc:grpChg chg="del mod">
          <ac:chgData name="Deepika Vatsa" userId="f7100972-27fe-4ee6-8fb4-ec9b7931b409" providerId="ADAL" clId="{F37C4974-F220-459F-95C5-71112429BD42}" dt="2022-09-19T08:41:14.254" v="1604"/>
          <ac:grpSpMkLst>
            <pc:docMk/>
            <pc:sldMk cId="1334213142" sldId="616"/>
            <ac:grpSpMk id="23" creationId="{B0327512-9892-4FD5-951C-C4381D2DA79D}"/>
          </ac:grpSpMkLst>
        </pc:grpChg>
        <pc:grpChg chg="mod">
          <ac:chgData name="Deepika Vatsa" userId="f7100972-27fe-4ee6-8fb4-ec9b7931b409" providerId="ADAL" clId="{F37C4974-F220-459F-95C5-71112429BD42}" dt="2022-09-19T10:13:53.902" v="2597" actId="1037"/>
          <ac:grpSpMkLst>
            <pc:docMk/>
            <pc:sldMk cId="1334213142" sldId="616"/>
            <ac:grpSpMk id="26" creationId="{DEAEA110-2281-485B-9696-F764688132B3}"/>
          </ac:grpSpMkLst>
        </pc:grpChg>
        <pc:grpChg chg="del mod">
          <ac:chgData name="Deepika Vatsa" userId="f7100972-27fe-4ee6-8fb4-ec9b7931b409" providerId="ADAL" clId="{F37C4974-F220-459F-95C5-71112429BD42}" dt="2022-09-19T10:18:09.170" v="2700"/>
          <ac:grpSpMkLst>
            <pc:docMk/>
            <pc:sldMk cId="1334213142" sldId="616"/>
            <ac:grpSpMk id="37" creationId="{CF298112-E136-4A6E-8583-D41BF05E9F6F}"/>
          </ac:grpSpMkLst>
        </pc:grpChg>
        <pc:grpChg chg="del mod">
          <ac:chgData name="Deepika Vatsa" userId="f7100972-27fe-4ee6-8fb4-ec9b7931b409" providerId="ADAL" clId="{F37C4974-F220-459F-95C5-71112429BD42}" dt="2022-09-19T10:18:09.170" v="2700"/>
          <ac:grpSpMkLst>
            <pc:docMk/>
            <pc:sldMk cId="1334213142" sldId="616"/>
            <ac:grpSpMk id="38" creationId="{56CDBE3A-A29B-4808-BA6E-7D0B4357624C}"/>
          </ac:grpSpMkLst>
        </pc:grpChg>
        <pc:grpChg chg="del mod">
          <ac:chgData name="Deepika Vatsa" userId="f7100972-27fe-4ee6-8fb4-ec9b7931b409" providerId="ADAL" clId="{F37C4974-F220-459F-95C5-71112429BD42}" dt="2022-09-19T10:15:13.660" v="2630"/>
          <ac:grpSpMkLst>
            <pc:docMk/>
            <pc:sldMk cId="1334213142" sldId="616"/>
            <ac:grpSpMk id="52" creationId="{E55E3C6A-829A-4A8B-BB7A-B66AD0398D3E}"/>
          </ac:grpSpMkLst>
        </pc:grpChg>
        <pc:grpChg chg="del mod">
          <ac:chgData name="Deepika Vatsa" userId="f7100972-27fe-4ee6-8fb4-ec9b7931b409" providerId="ADAL" clId="{F37C4974-F220-459F-95C5-71112429BD42}" dt="2022-09-19T10:18:09.170" v="2700"/>
          <ac:grpSpMkLst>
            <pc:docMk/>
            <pc:sldMk cId="1334213142" sldId="616"/>
            <ac:grpSpMk id="53" creationId="{EF4A32AD-88D6-40E5-9E7C-30C98230FF39}"/>
          </ac:grpSpMkLst>
        </pc:grpChg>
        <pc:grpChg chg="del mod">
          <ac:chgData name="Deepika Vatsa" userId="f7100972-27fe-4ee6-8fb4-ec9b7931b409" providerId="ADAL" clId="{F37C4974-F220-459F-95C5-71112429BD42}" dt="2022-09-19T10:18:09.170" v="2700"/>
          <ac:grpSpMkLst>
            <pc:docMk/>
            <pc:sldMk cId="1334213142" sldId="616"/>
            <ac:grpSpMk id="54" creationId="{1CF9EC90-2FA5-42F1-AD3E-58BC86901999}"/>
          </ac:grpSpMkLst>
        </pc:grpChg>
        <pc:grpChg chg="del mod">
          <ac:chgData name="Deepika Vatsa" userId="f7100972-27fe-4ee6-8fb4-ec9b7931b409" providerId="ADAL" clId="{F37C4974-F220-459F-95C5-71112429BD42}" dt="2022-09-19T10:15:41.910" v="2641"/>
          <ac:grpSpMkLst>
            <pc:docMk/>
            <pc:sldMk cId="1334213142" sldId="616"/>
            <ac:grpSpMk id="63" creationId="{63514078-6274-49D8-977F-5AE0A3A91356}"/>
          </ac:grpSpMkLst>
        </pc:grpChg>
        <pc:grpChg chg="mod">
          <ac:chgData name="Deepika Vatsa" userId="f7100972-27fe-4ee6-8fb4-ec9b7931b409" providerId="ADAL" clId="{F37C4974-F220-459F-95C5-71112429BD42}" dt="2022-09-19T10:15:40.669" v="2639"/>
          <ac:grpSpMkLst>
            <pc:docMk/>
            <pc:sldMk cId="1334213142" sldId="616"/>
            <ac:grpSpMk id="1024" creationId="{0B0F3C15-EACB-4929-AB34-7191BD4DD3BF}"/>
          </ac:grpSpMkLst>
        </pc:grpChg>
        <pc:grpChg chg="mod">
          <ac:chgData name="Deepika Vatsa" userId="f7100972-27fe-4ee6-8fb4-ec9b7931b409" providerId="ADAL" clId="{F37C4974-F220-459F-95C5-71112429BD42}" dt="2022-09-19T10:15:40.669" v="2639"/>
          <ac:grpSpMkLst>
            <pc:docMk/>
            <pc:sldMk cId="1334213142" sldId="616"/>
            <ac:grpSpMk id="1025" creationId="{AC01AD80-CFE9-46CD-A590-4CC6E47815E9}"/>
          </ac:grpSpMkLst>
        </pc:grpChg>
        <pc:grpChg chg="mod">
          <ac:chgData name="Deepika Vatsa" userId="f7100972-27fe-4ee6-8fb4-ec9b7931b409" providerId="ADAL" clId="{F37C4974-F220-459F-95C5-71112429BD42}" dt="2022-09-19T10:15:41.910" v="2641"/>
          <ac:grpSpMkLst>
            <pc:docMk/>
            <pc:sldMk cId="1334213142" sldId="616"/>
            <ac:grpSpMk id="1028" creationId="{082089DF-3EF8-42C0-BBD9-9609FA64DFD4}"/>
          </ac:grpSpMkLst>
        </pc:grpChg>
        <pc:grpChg chg="mod">
          <ac:chgData name="Deepika Vatsa" userId="f7100972-27fe-4ee6-8fb4-ec9b7931b409" providerId="ADAL" clId="{F37C4974-F220-459F-95C5-71112429BD42}" dt="2022-09-19T10:16:52.765" v="2651"/>
          <ac:grpSpMkLst>
            <pc:docMk/>
            <pc:sldMk cId="1334213142" sldId="616"/>
            <ac:grpSpMk id="1038" creationId="{51838E93-5FFF-41DE-9231-E77900C225DD}"/>
          </ac:grpSpMkLst>
        </pc:grpChg>
        <pc:grpChg chg="mod">
          <ac:chgData name="Deepika Vatsa" userId="f7100972-27fe-4ee6-8fb4-ec9b7931b409" providerId="ADAL" clId="{F37C4974-F220-459F-95C5-71112429BD42}" dt="2022-09-19T10:16:58.851" v="2657"/>
          <ac:grpSpMkLst>
            <pc:docMk/>
            <pc:sldMk cId="1334213142" sldId="616"/>
            <ac:grpSpMk id="1044" creationId="{6D37F5CB-1C0F-40C5-9AD0-D3BC7EBB955E}"/>
          </ac:grpSpMkLst>
        </pc:grpChg>
        <pc:grpChg chg="mod">
          <ac:chgData name="Deepika Vatsa" userId="f7100972-27fe-4ee6-8fb4-ec9b7931b409" providerId="ADAL" clId="{F37C4974-F220-459F-95C5-71112429BD42}" dt="2022-09-19T10:17:01.339" v="2662"/>
          <ac:grpSpMkLst>
            <pc:docMk/>
            <pc:sldMk cId="1334213142" sldId="616"/>
            <ac:grpSpMk id="1049" creationId="{DF9BB435-5FD6-4528-B26A-711B19AC9FCB}"/>
          </ac:grpSpMkLst>
        </pc:grpChg>
        <pc:grpChg chg="del mod">
          <ac:chgData name="Deepika Vatsa" userId="f7100972-27fe-4ee6-8fb4-ec9b7931b409" providerId="ADAL" clId="{F37C4974-F220-459F-95C5-71112429BD42}" dt="2022-09-19T10:17:11.306" v="2672"/>
          <ac:grpSpMkLst>
            <pc:docMk/>
            <pc:sldMk cId="1334213142" sldId="616"/>
            <ac:grpSpMk id="1059" creationId="{D5033CA6-4633-4D12-909D-5E1666E40FC3}"/>
          </ac:grpSpMkLst>
        </pc:grpChg>
        <pc:grpChg chg="mod">
          <ac:chgData name="Deepika Vatsa" userId="f7100972-27fe-4ee6-8fb4-ec9b7931b409" providerId="ADAL" clId="{F37C4974-F220-459F-95C5-71112429BD42}" dt="2022-09-19T10:17:11.306" v="2672"/>
          <ac:grpSpMkLst>
            <pc:docMk/>
            <pc:sldMk cId="1334213142" sldId="616"/>
            <ac:grpSpMk id="1060" creationId="{6F2A8F7F-070C-4051-BD51-692999D5A4DA}"/>
          </ac:grpSpMkLst>
        </pc:grpChg>
        <pc:grpChg chg="del mod">
          <ac:chgData name="Deepika Vatsa" userId="f7100972-27fe-4ee6-8fb4-ec9b7931b409" providerId="ADAL" clId="{F37C4974-F220-459F-95C5-71112429BD42}" dt="2022-09-19T10:18:09.170" v="2700"/>
          <ac:grpSpMkLst>
            <pc:docMk/>
            <pc:sldMk cId="1334213142" sldId="616"/>
            <ac:grpSpMk id="1088" creationId="{B681BBBB-5AC1-4582-90AD-C2DC9AEA6114}"/>
          </ac:grpSpMkLst>
        </pc:grpChg>
        <pc:grpChg chg="del mod">
          <ac:chgData name="Deepika Vatsa" userId="f7100972-27fe-4ee6-8fb4-ec9b7931b409" providerId="ADAL" clId="{F37C4974-F220-459F-95C5-71112429BD42}" dt="2022-09-19T10:18:09.170" v="2700"/>
          <ac:grpSpMkLst>
            <pc:docMk/>
            <pc:sldMk cId="1334213142" sldId="616"/>
            <ac:grpSpMk id="1089" creationId="{7EE0E299-9835-4700-A7AF-24FFB544575F}"/>
          </ac:grpSpMkLst>
        </pc:grpChg>
        <pc:grpChg chg="del mod">
          <ac:chgData name="Deepika Vatsa" userId="f7100972-27fe-4ee6-8fb4-ec9b7931b409" providerId="ADAL" clId="{F37C4974-F220-459F-95C5-71112429BD42}" dt="2022-09-19T10:18:09.170" v="2700"/>
          <ac:grpSpMkLst>
            <pc:docMk/>
            <pc:sldMk cId="1334213142" sldId="616"/>
            <ac:grpSpMk id="1090" creationId="{7486532F-94EA-4791-B139-FBE4708B22C4}"/>
          </ac:grpSpMkLst>
        </pc:grpChg>
        <pc:grpChg chg="del mod">
          <ac:chgData name="Deepika Vatsa" userId="f7100972-27fe-4ee6-8fb4-ec9b7931b409" providerId="ADAL" clId="{F37C4974-F220-459F-95C5-71112429BD42}" dt="2022-09-19T10:18:09.170" v="2700"/>
          <ac:grpSpMkLst>
            <pc:docMk/>
            <pc:sldMk cId="1334213142" sldId="616"/>
            <ac:grpSpMk id="1091" creationId="{E7B2378B-02DD-478E-84D7-F1F06B592309}"/>
          </ac:grpSpMkLst>
        </pc:grpChg>
        <pc:grpChg chg="mod">
          <ac:chgData name="Deepika Vatsa" userId="f7100972-27fe-4ee6-8fb4-ec9b7931b409" providerId="ADAL" clId="{F37C4974-F220-459F-95C5-71112429BD42}" dt="2022-09-19T10:18:09.170" v="2700"/>
          <ac:grpSpMkLst>
            <pc:docMk/>
            <pc:sldMk cId="1334213142" sldId="616"/>
            <ac:grpSpMk id="1092" creationId="{90D2D0EB-A669-4B2C-8CF2-7D1F5BD836F2}"/>
          </ac:grpSpMkLst>
        </pc:grpChg>
        <pc:grpChg chg="mod">
          <ac:chgData name="Deepika Vatsa" userId="f7100972-27fe-4ee6-8fb4-ec9b7931b409" providerId="ADAL" clId="{F37C4974-F220-459F-95C5-71112429BD42}" dt="2022-09-19T10:20:48.103" v="2711"/>
          <ac:grpSpMkLst>
            <pc:docMk/>
            <pc:sldMk cId="1334213142" sldId="616"/>
            <ac:grpSpMk id="1101" creationId="{E501806F-FFC8-4CC6-88C1-3C88CFFDF106}"/>
          </ac:grpSpMkLst>
        </pc:grpChg>
        <pc:grpChg chg="mod">
          <ac:chgData name="Deepika Vatsa" userId="f7100972-27fe-4ee6-8fb4-ec9b7931b409" providerId="ADAL" clId="{F37C4974-F220-459F-95C5-71112429BD42}" dt="2022-09-19T10:20:48.103" v="2711"/>
          <ac:grpSpMkLst>
            <pc:docMk/>
            <pc:sldMk cId="1334213142" sldId="616"/>
            <ac:grpSpMk id="1102" creationId="{DA6CE2A8-12DC-458D-AA4C-14015FAD0D68}"/>
          </ac:grpSpMkLst>
        </pc:grpChg>
        <pc:grpChg chg="mod">
          <ac:chgData name="Deepika Vatsa" userId="f7100972-27fe-4ee6-8fb4-ec9b7931b409" providerId="ADAL" clId="{F37C4974-F220-459F-95C5-71112429BD42}" dt="2022-09-19T10:20:54.454" v="2717"/>
          <ac:grpSpMkLst>
            <pc:docMk/>
            <pc:sldMk cId="1334213142" sldId="616"/>
            <ac:grpSpMk id="1108" creationId="{AA019F09-97C6-412A-A7DD-6608047A492E}"/>
          </ac:grpSpMkLst>
        </pc:grpChg>
        <pc:grpChg chg="mod">
          <ac:chgData name="Deepika Vatsa" userId="f7100972-27fe-4ee6-8fb4-ec9b7931b409" providerId="ADAL" clId="{F37C4974-F220-459F-95C5-71112429BD42}" dt="2022-09-19T10:20:54.454" v="2717"/>
          <ac:grpSpMkLst>
            <pc:docMk/>
            <pc:sldMk cId="1334213142" sldId="616"/>
            <ac:grpSpMk id="1109" creationId="{045FD20A-E872-4089-A6AD-6D4B6950282C}"/>
          </ac:grpSpMkLst>
        </pc:grpChg>
        <pc:picChg chg="del">
          <ac:chgData name="Deepika Vatsa" userId="f7100972-27fe-4ee6-8fb4-ec9b7931b409" providerId="ADAL" clId="{F37C4974-F220-459F-95C5-71112429BD42}" dt="2022-09-19T08:36:01.344" v="1523" actId="478"/>
          <ac:picMkLst>
            <pc:docMk/>
            <pc:sldMk cId="1334213142" sldId="616"/>
            <ac:picMk id="5" creationId="{EA9D5853-3535-4F78-99B7-3831A2C9175E}"/>
          </ac:picMkLst>
        </pc:picChg>
        <pc:picChg chg="add mod">
          <ac:chgData name="Deepika Vatsa" userId="f7100972-27fe-4ee6-8fb4-ec9b7931b409" providerId="ADAL" clId="{F37C4974-F220-459F-95C5-71112429BD42}" dt="2022-09-19T10:13:47.165" v="2574" actId="1076"/>
          <ac:picMkLst>
            <pc:docMk/>
            <pc:sldMk cId="1334213142" sldId="616"/>
            <ac:picMk id="1026" creationId="{CB4655F8-6F20-4898-B1EB-FBDCD61A1D6D}"/>
          </ac:picMkLst>
        </pc:picChg>
        <pc:inkChg chg="add mod">
          <ac:chgData name="Deepika Vatsa" userId="f7100972-27fe-4ee6-8fb4-ec9b7931b409" providerId="ADAL" clId="{F37C4974-F220-459F-95C5-71112429BD42}" dt="2022-09-19T10:13:53.902" v="2597" actId="1037"/>
          <ac:inkMkLst>
            <pc:docMk/>
            <pc:sldMk cId="1334213142" sldId="616"/>
            <ac:inkMk id="3" creationId="{3937D611-702E-4B27-84FD-10089D3C310B}"/>
          </ac:inkMkLst>
        </pc:inkChg>
        <pc:inkChg chg="add mod">
          <ac:chgData name="Deepika Vatsa" userId="f7100972-27fe-4ee6-8fb4-ec9b7931b409" providerId="ADAL" clId="{F37C4974-F220-459F-95C5-71112429BD42}" dt="2022-09-19T08:41:00.888" v="1592"/>
          <ac:inkMkLst>
            <pc:docMk/>
            <pc:sldMk cId="1334213142" sldId="616"/>
            <ac:inkMk id="4" creationId="{DFD53704-DC14-4086-B8AC-41493E2397B4}"/>
          </ac:inkMkLst>
        </pc:inkChg>
        <pc:inkChg chg="add mod">
          <ac:chgData name="Deepika Vatsa" userId="f7100972-27fe-4ee6-8fb4-ec9b7931b409" providerId="ADAL" clId="{F37C4974-F220-459F-95C5-71112429BD42}" dt="2022-09-19T08:41:00.888" v="1592"/>
          <ac:inkMkLst>
            <pc:docMk/>
            <pc:sldMk cId="1334213142" sldId="616"/>
            <ac:inkMk id="7" creationId="{A5E97A10-3801-4FFD-AC17-5CD9BD24B587}"/>
          </ac:inkMkLst>
        </pc:inkChg>
        <pc:inkChg chg="add mod">
          <ac:chgData name="Deepika Vatsa" userId="f7100972-27fe-4ee6-8fb4-ec9b7931b409" providerId="ADAL" clId="{F37C4974-F220-459F-95C5-71112429BD42}" dt="2022-09-19T08:41:00.888" v="1592"/>
          <ac:inkMkLst>
            <pc:docMk/>
            <pc:sldMk cId="1334213142" sldId="616"/>
            <ac:inkMk id="8" creationId="{21EE6DAE-1085-4A47-AB3A-8D6A7FBCAD4D}"/>
          </ac:inkMkLst>
        </pc:inkChg>
        <pc:inkChg chg="add mod">
          <ac:chgData name="Deepika Vatsa" userId="f7100972-27fe-4ee6-8fb4-ec9b7931b409" providerId="ADAL" clId="{F37C4974-F220-459F-95C5-71112429BD42}" dt="2022-09-19T08:41:05.296" v="1595"/>
          <ac:inkMkLst>
            <pc:docMk/>
            <pc:sldMk cId="1334213142" sldId="616"/>
            <ac:inkMk id="11" creationId="{B843406E-34B1-4E96-86D9-AE95E6B1BF67}"/>
          </ac:inkMkLst>
        </pc:inkChg>
        <pc:inkChg chg="add mod">
          <ac:chgData name="Deepika Vatsa" userId="f7100972-27fe-4ee6-8fb4-ec9b7931b409" providerId="ADAL" clId="{F37C4974-F220-459F-95C5-71112429BD42}" dt="2022-09-19T08:41:05.296" v="1595"/>
          <ac:inkMkLst>
            <pc:docMk/>
            <pc:sldMk cId="1334213142" sldId="616"/>
            <ac:inkMk id="12" creationId="{013F2739-0A64-4D7E-B65E-24F2E13C3731}"/>
          </ac:inkMkLst>
        </pc:inkChg>
        <pc:inkChg chg="add mod">
          <ac:chgData name="Deepika Vatsa" userId="f7100972-27fe-4ee6-8fb4-ec9b7931b409" providerId="ADAL" clId="{F37C4974-F220-459F-95C5-71112429BD42}" dt="2022-09-19T10:13:53.902" v="2597" actId="1037"/>
          <ac:inkMkLst>
            <pc:docMk/>
            <pc:sldMk cId="1334213142" sldId="616"/>
            <ac:inkMk id="14" creationId="{AC9BD753-8D11-4E87-9B6E-EE3B1AF3A31C}"/>
          </ac:inkMkLst>
        </pc:inkChg>
        <pc:inkChg chg="add mod">
          <ac:chgData name="Deepika Vatsa" userId="f7100972-27fe-4ee6-8fb4-ec9b7931b409" providerId="ADAL" clId="{F37C4974-F220-459F-95C5-71112429BD42}" dt="2022-09-19T08:41:14.254" v="1604"/>
          <ac:inkMkLst>
            <pc:docMk/>
            <pc:sldMk cId="1334213142" sldId="616"/>
            <ac:inkMk id="16" creationId="{7254EAC7-4E6C-4764-9755-C47258172B57}"/>
          </ac:inkMkLst>
        </pc:inkChg>
        <pc:inkChg chg="add mod">
          <ac:chgData name="Deepika Vatsa" userId="f7100972-27fe-4ee6-8fb4-ec9b7931b409" providerId="ADAL" clId="{F37C4974-F220-459F-95C5-71112429BD42}" dt="2022-09-19T08:41:14.254" v="1604"/>
          <ac:inkMkLst>
            <pc:docMk/>
            <pc:sldMk cId="1334213142" sldId="616"/>
            <ac:inkMk id="18" creationId="{A2AB9589-9FE7-4CFD-BF51-EC937B49AE3C}"/>
          </ac:inkMkLst>
        </pc:inkChg>
        <pc:inkChg chg="add mod">
          <ac:chgData name="Deepika Vatsa" userId="f7100972-27fe-4ee6-8fb4-ec9b7931b409" providerId="ADAL" clId="{F37C4974-F220-459F-95C5-71112429BD42}" dt="2022-09-19T08:41:14.254" v="1604"/>
          <ac:inkMkLst>
            <pc:docMk/>
            <pc:sldMk cId="1334213142" sldId="616"/>
            <ac:inkMk id="20" creationId="{4BF6186F-B920-4A9F-B6AF-C528169C13EF}"/>
          </ac:inkMkLst>
        </pc:inkChg>
        <pc:inkChg chg="add mod">
          <ac:chgData name="Deepika Vatsa" userId="f7100972-27fe-4ee6-8fb4-ec9b7931b409" providerId="ADAL" clId="{F37C4974-F220-459F-95C5-71112429BD42}" dt="2022-09-19T08:41:14.254" v="1604"/>
          <ac:inkMkLst>
            <pc:docMk/>
            <pc:sldMk cId="1334213142" sldId="616"/>
            <ac:inkMk id="22" creationId="{3F8D28CD-70D3-4313-AC72-E2A90D4292E2}"/>
          </ac:inkMkLst>
        </pc:inkChg>
        <pc:inkChg chg="add mod">
          <ac:chgData name="Deepika Vatsa" userId="f7100972-27fe-4ee6-8fb4-ec9b7931b409" providerId="ADAL" clId="{F37C4974-F220-459F-95C5-71112429BD42}" dt="2022-09-19T08:41:14.254" v="1604"/>
          <ac:inkMkLst>
            <pc:docMk/>
            <pc:sldMk cId="1334213142" sldId="616"/>
            <ac:inkMk id="24" creationId="{C9EAE889-D2F2-4E58-9AEB-1B664D3ADF26}"/>
          </ac:inkMkLst>
        </pc:inkChg>
        <pc:inkChg chg="add mod">
          <ac:chgData name="Deepika Vatsa" userId="f7100972-27fe-4ee6-8fb4-ec9b7931b409" providerId="ADAL" clId="{F37C4974-F220-459F-95C5-71112429BD42}" dt="2022-09-19T08:41:14.254" v="1604"/>
          <ac:inkMkLst>
            <pc:docMk/>
            <pc:sldMk cId="1334213142" sldId="616"/>
            <ac:inkMk id="25" creationId="{D38A8B32-382E-4399-8EE3-E712B8DB9CF4}"/>
          </ac:inkMkLst>
        </pc:inkChg>
        <pc:inkChg chg="add mod">
          <ac:chgData name="Deepika Vatsa" userId="f7100972-27fe-4ee6-8fb4-ec9b7931b409" providerId="ADAL" clId="{F37C4974-F220-459F-95C5-71112429BD42}" dt="2022-09-19T10:18:09.170" v="2700"/>
          <ac:inkMkLst>
            <pc:docMk/>
            <pc:sldMk cId="1334213142" sldId="616"/>
            <ac:inkMk id="27" creationId="{15468D81-A7B0-470E-96BD-B524CCC90BF7}"/>
          </ac:inkMkLst>
        </pc:inkChg>
        <pc:inkChg chg="add mod">
          <ac:chgData name="Deepika Vatsa" userId="f7100972-27fe-4ee6-8fb4-ec9b7931b409" providerId="ADAL" clId="{F37C4974-F220-459F-95C5-71112429BD42}" dt="2022-09-19T10:18:09.170" v="2700"/>
          <ac:inkMkLst>
            <pc:docMk/>
            <pc:sldMk cId="1334213142" sldId="616"/>
            <ac:inkMk id="28" creationId="{2B3BEA2F-8800-4C78-9363-3B157EA795AC}"/>
          </ac:inkMkLst>
        </pc:inkChg>
        <pc:inkChg chg="add mod">
          <ac:chgData name="Deepika Vatsa" userId="f7100972-27fe-4ee6-8fb4-ec9b7931b409" providerId="ADAL" clId="{F37C4974-F220-459F-95C5-71112429BD42}" dt="2022-09-19T10:18:09.170" v="2700"/>
          <ac:inkMkLst>
            <pc:docMk/>
            <pc:sldMk cId="1334213142" sldId="616"/>
            <ac:inkMk id="29" creationId="{69CACA53-20F4-41F3-B1CA-B798F0DEB7FE}"/>
          </ac:inkMkLst>
        </pc:inkChg>
        <pc:inkChg chg="add mod">
          <ac:chgData name="Deepika Vatsa" userId="f7100972-27fe-4ee6-8fb4-ec9b7931b409" providerId="ADAL" clId="{F37C4974-F220-459F-95C5-71112429BD42}" dt="2022-09-19T10:18:09.170" v="2700"/>
          <ac:inkMkLst>
            <pc:docMk/>
            <pc:sldMk cId="1334213142" sldId="616"/>
            <ac:inkMk id="30" creationId="{83A316BB-E728-494E-82AA-64B6505867AF}"/>
          </ac:inkMkLst>
        </pc:inkChg>
        <pc:inkChg chg="add mod">
          <ac:chgData name="Deepika Vatsa" userId="f7100972-27fe-4ee6-8fb4-ec9b7931b409" providerId="ADAL" clId="{F37C4974-F220-459F-95C5-71112429BD42}" dt="2022-09-19T10:18:09.170" v="2700"/>
          <ac:inkMkLst>
            <pc:docMk/>
            <pc:sldMk cId="1334213142" sldId="616"/>
            <ac:inkMk id="31" creationId="{C6667D68-8325-4CC9-9872-B6DC691213BF}"/>
          </ac:inkMkLst>
        </pc:inkChg>
        <pc:inkChg chg="add mod">
          <ac:chgData name="Deepika Vatsa" userId="f7100972-27fe-4ee6-8fb4-ec9b7931b409" providerId="ADAL" clId="{F37C4974-F220-459F-95C5-71112429BD42}" dt="2022-09-19T10:18:09.170" v="2700"/>
          <ac:inkMkLst>
            <pc:docMk/>
            <pc:sldMk cId="1334213142" sldId="616"/>
            <ac:inkMk id="32" creationId="{B8F2A2CF-9D69-4F85-BFAC-883E4EC09269}"/>
          </ac:inkMkLst>
        </pc:inkChg>
        <pc:inkChg chg="add mod">
          <ac:chgData name="Deepika Vatsa" userId="f7100972-27fe-4ee6-8fb4-ec9b7931b409" providerId="ADAL" clId="{F37C4974-F220-459F-95C5-71112429BD42}" dt="2022-09-19T10:18:09.170" v="2700"/>
          <ac:inkMkLst>
            <pc:docMk/>
            <pc:sldMk cId="1334213142" sldId="616"/>
            <ac:inkMk id="33" creationId="{702FBA82-ABB4-4A90-85D5-DA0CA9B15B6C}"/>
          </ac:inkMkLst>
        </pc:inkChg>
        <pc:inkChg chg="add mod">
          <ac:chgData name="Deepika Vatsa" userId="f7100972-27fe-4ee6-8fb4-ec9b7931b409" providerId="ADAL" clId="{F37C4974-F220-459F-95C5-71112429BD42}" dt="2022-09-19T10:18:09.170" v="2700"/>
          <ac:inkMkLst>
            <pc:docMk/>
            <pc:sldMk cId="1334213142" sldId="616"/>
            <ac:inkMk id="34" creationId="{5663F742-7876-4A85-A5EA-1CB518EB9111}"/>
          </ac:inkMkLst>
        </pc:inkChg>
        <pc:inkChg chg="add mod">
          <ac:chgData name="Deepika Vatsa" userId="f7100972-27fe-4ee6-8fb4-ec9b7931b409" providerId="ADAL" clId="{F37C4974-F220-459F-95C5-71112429BD42}" dt="2022-09-19T10:18:09.170" v="2700"/>
          <ac:inkMkLst>
            <pc:docMk/>
            <pc:sldMk cId="1334213142" sldId="616"/>
            <ac:inkMk id="35" creationId="{57274405-82EA-43FD-BE06-B58DFA035741}"/>
          </ac:inkMkLst>
        </pc:inkChg>
        <pc:inkChg chg="add mod">
          <ac:chgData name="Deepika Vatsa" userId="f7100972-27fe-4ee6-8fb4-ec9b7931b409" providerId="ADAL" clId="{F37C4974-F220-459F-95C5-71112429BD42}" dt="2022-09-19T10:18:09.170" v="2700"/>
          <ac:inkMkLst>
            <pc:docMk/>
            <pc:sldMk cId="1334213142" sldId="616"/>
            <ac:inkMk id="36" creationId="{2AAD0079-9597-4C09-A944-7CC8BC83B1CF}"/>
          </ac:inkMkLst>
        </pc:inkChg>
        <pc:inkChg chg="add mod">
          <ac:chgData name="Deepika Vatsa" userId="f7100972-27fe-4ee6-8fb4-ec9b7931b409" providerId="ADAL" clId="{F37C4974-F220-459F-95C5-71112429BD42}" dt="2022-09-19T10:18:09.170" v="2700"/>
          <ac:inkMkLst>
            <pc:docMk/>
            <pc:sldMk cId="1334213142" sldId="616"/>
            <ac:inkMk id="39" creationId="{D2F62BF4-ACC2-466D-B0AB-7B895F6010FA}"/>
          </ac:inkMkLst>
        </pc:inkChg>
        <pc:inkChg chg="add mod">
          <ac:chgData name="Deepika Vatsa" userId="f7100972-27fe-4ee6-8fb4-ec9b7931b409" providerId="ADAL" clId="{F37C4974-F220-459F-95C5-71112429BD42}" dt="2022-09-19T10:18:09.170" v="2700"/>
          <ac:inkMkLst>
            <pc:docMk/>
            <pc:sldMk cId="1334213142" sldId="616"/>
            <ac:inkMk id="40" creationId="{8D5898EC-FBB0-4F9B-918E-1D3A87752857}"/>
          </ac:inkMkLst>
        </pc:inkChg>
        <pc:inkChg chg="add mod">
          <ac:chgData name="Deepika Vatsa" userId="f7100972-27fe-4ee6-8fb4-ec9b7931b409" providerId="ADAL" clId="{F37C4974-F220-459F-95C5-71112429BD42}" dt="2022-09-19T10:18:09.170" v="2700"/>
          <ac:inkMkLst>
            <pc:docMk/>
            <pc:sldMk cId="1334213142" sldId="616"/>
            <ac:inkMk id="41" creationId="{0931DB16-4864-4745-A72F-3ACC4C7C509D}"/>
          </ac:inkMkLst>
        </pc:inkChg>
        <pc:inkChg chg="add mod">
          <ac:chgData name="Deepika Vatsa" userId="f7100972-27fe-4ee6-8fb4-ec9b7931b409" providerId="ADAL" clId="{F37C4974-F220-459F-95C5-71112429BD42}" dt="2022-09-19T10:18:09.170" v="2700"/>
          <ac:inkMkLst>
            <pc:docMk/>
            <pc:sldMk cId="1334213142" sldId="616"/>
            <ac:inkMk id="42" creationId="{C356BAFC-D48B-4A02-A8B6-1B5A5DD77FE2}"/>
          </ac:inkMkLst>
        </pc:inkChg>
        <pc:inkChg chg="add mod">
          <ac:chgData name="Deepika Vatsa" userId="f7100972-27fe-4ee6-8fb4-ec9b7931b409" providerId="ADAL" clId="{F37C4974-F220-459F-95C5-71112429BD42}" dt="2022-09-19T10:18:09.170" v="2700"/>
          <ac:inkMkLst>
            <pc:docMk/>
            <pc:sldMk cId="1334213142" sldId="616"/>
            <ac:inkMk id="43" creationId="{B0F0E73B-EE18-465B-9EA7-B041EEF81609}"/>
          </ac:inkMkLst>
        </pc:inkChg>
        <pc:inkChg chg="add mod">
          <ac:chgData name="Deepika Vatsa" userId="f7100972-27fe-4ee6-8fb4-ec9b7931b409" providerId="ADAL" clId="{F37C4974-F220-459F-95C5-71112429BD42}" dt="2022-09-19T10:18:09.170" v="2700"/>
          <ac:inkMkLst>
            <pc:docMk/>
            <pc:sldMk cId="1334213142" sldId="616"/>
            <ac:inkMk id="44" creationId="{8D177BFC-14D6-47E8-A6CA-91056EC28479}"/>
          </ac:inkMkLst>
        </pc:inkChg>
        <pc:inkChg chg="add mod">
          <ac:chgData name="Deepika Vatsa" userId="f7100972-27fe-4ee6-8fb4-ec9b7931b409" providerId="ADAL" clId="{F37C4974-F220-459F-95C5-71112429BD42}" dt="2022-09-19T10:18:09.170" v="2700"/>
          <ac:inkMkLst>
            <pc:docMk/>
            <pc:sldMk cId="1334213142" sldId="616"/>
            <ac:inkMk id="45" creationId="{AF12A8C6-7ABD-422B-9836-55C3FBB8D3F3}"/>
          </ac:inkMkLst>
        </pc:inkChg>
        <pc:inkChg chg="add mod">
          <ac:chgData name="Deepika Vatsa" userId="f7100972-27fe-4ee6-8fb4-ec9b7931b409" providerId="ADAL" clId="{F37C4974-F220-459F-95C5-71112429BD42}" dt="2022-09-19T10:18:09.170" v="2700"/>
          <ac:inkMkLst>
            <pc:docMk/>
            <pc:sldMk cId="1334213142" sldId="616"/>
            <ac:inkMk id="46" creationId="{965CFEA2-338B-41B9-BF33-B2C33CF20E67}"/>
          </ac:inkMkLst>
        </pc:inkChg>
        <pc:inkChg chg="add mod">
          <ac:chgData name="Deepika Vatsa" userId="f7100972-27fe-4ee6-8fb4-ec9b7931b409" providerId="ADAL" clId="{F37C4974-F220-459F-95C5-71112429BD42}" dt="2022-09-19T10:18:09.170" v="2700"/>
          <ac:inkMkLst>
            <pc:docMk/>
            <pc:sldMk cId="1334213142" sldId="616"/>
            <ac:inkMk id="47" creationId="{0F4C2C11-DFD2-4858-94B6-5A0DBBFCECC0}"/>
          </ac:inkMkLst>
        </pc:inkChg>
        <pc:inkChg chg="add mod">
          <ac:chgData name="Deepika Vatsa" userId="f7100972-27fe-4ee6-8fb4-ec9b7931b409" providerId="ADAL" clId="{F37C4974-F220-459F-95C5-71112429BD42}" dt="2022-09-19T10:18:09.170" v="2700"/>
          <ac:inkMkLst>
            <pc:docMk/>
            <pc:sldMk cId="1334213142" sldId="616"/>
            <ac:inkMk id="48" creationId="{0733F33E-68A2-46C7-BFF3-A10E120687E5}"/>
          </ac:inkMkLst>
        </pc:inkChg>
        <pc:inkChg chg="add mod">
          <ac:chgData name="Deepika Vatsa" userId="f7100972-27fe-4ee6-8fb4-ec9b7931b409" providerId="ADAL" clId="{F37C4974-F220-459F-95C5-71112429BD42}" dt="2022-09-19T10:18:09.170" v="2700"/>
          <ac:inkMkLst>
            <pc:docMk/>
            <pc:sldMk cId="1334213142" sldId="616"/>
            <ac:inkMk id="49" creationId="{956AE4EF-EA21-47C8-B838-A95A2E4125B7}"/>
          </ac:inkMkLst>
        </pc:inkChg>
        <pc:inkChg chg="add mod">
          <ac:chgData name="Deepika Vatsa" userId="f7100972-27fe-4ee6-8fb4-ec9b7931b409" providerId="ADAL" clId="{F37C4974-F220-459F-95C5-71112429BD42}" dt="2022-09-19T10:18:09.170" v="2700"/>
          <ac:inkMkLst>
            <pc:docMk/>
            <pc:sldMk cId="1334213142" sldId="616"/>
            <ac:inkMk id="50" creationId="{AC395820-5ABF-4A5D-AF13-96E55FF3DA0A}"/>
          </ac:inkMkLst>
        </pc:inkChg>
        <pc:inkChg chg="add mod">
          <ac:chgData name="Deepika Vatsa" userId="f7100972-27fe-4ee6-8fb4-ec9b7931b409" providerId="ADAL" clId="{F37C4974-F220-459F-95C5-71112429BD42}" dt="2022-09-19T10:18:09.170" v="2700"/>
          <ac:inkMkLst>
            <pc:docMk/>
            <pc:sldMk cId="1334213142" sldId="616"/>
            <ac:inkMk id="51" creationId="{806620E7-2EAF-41B4-959C-8E51D2E96C74}"/>
          </ac:inkMkLst>
        </pc:inkChg>
        <pc:inkChg chg="add">
          <ac:chgData name="Deepika Vatsa" userId="f7100972-27fe-4ee6-8fb4-ec9b7931b409" providerId="ADAL" clId="{F37C4974-F220-459F-95C5-71112429BD42}" dt="2022-09-19T10:15:31.214" v="2631" actId="9405"/>
          <ac:inkMkLst>
            <pc:docMk/>
            <pc:sldMk cId="1334213142" sldId="616"/>
            <ac:inkMk id="55" creationId="{4152F260-19EA-4630-83D8-0C9F5C47B26D}"/>
          </ac:inkMkLst>
        </pc:inkChg>
        <pc:inkChg chg="add mod">
          <ac:chgData name="Deepika Vatsa" userId="f7100972-27fe-4ee6-8fb4-ec9b7931b409" providerId="ADAL" clId="{F37C4974-F220-459F-95C5-71112429BD42}" dt="2022-09-19T10:15:40.669" v="2639"/>
          <ac:inkMkLst>
            <pc:docMk/>
            <pc:sldMk cId="1334213142" sldId="616"/>
            <ac:inkMk id="56" creationId="{7A6F2EB5-61B2-4593-80FB-4BDE3B003FCE}"/>
          </ac:inkMkLst>
        </pc:inkChg>
        <pc:inkChg chg="add mod">
          <ac:chgData name="Deepika Vatsa" userId="f7100972-27fe-4ee6-8fb4-ec9b7931b409" providerId="ADAL" clId="{F37C4974-F220-459F-95C5-71112429BD42}" dt="2022-09-19T10:15:40.669" v="2639"/>
          <ac:inkMkLst>
            <pc:docMk/>
            <pc:sldMk cId="1334213142" sldId="616"/>
            <ac:inkMk id="57" creationId="{E7237E91-353C-456C-9782-87E716B272C5}"/>
          </ac:inkMkLst>
        </pc:inkChg>
        <pc:inkChg chg="add mod">
          <ac:chgData name="Deepika Vatsa" userId="f7100972-27fe-4ee6-8fb4-ec9b7931b409" providerId="ADAL" clId="{F37C4974-F220-459F-95C5-71112429BD42}" dt="2022-09-19T10:15:40.669" v="2639"/>
          <ac:inkMkLst>
            <pc:docMk/>
            <pc:sldMk cId="1334213142" sldId="616"/>
            <ac:inkMk id="58" creationId="{C6EEBAA1-5597-4DEE-9531-1DECDDCB3BC6}"/>
          </ac:inkMkLst>
        </pc:inkChg>
        <pc:inkChg chg="add mod">
          <ac:chgData name="Deepika Vatsa" userId="f7100972-27fe-4ee6-8fb4-ec9b7931b409" providerId="ADAL" clId="{F37C4974-F220-459F-95C5-71112429BD42}" dt="2022-09-19T10:15:40.669" v="2639"/>
          <ac:inkMkLst>
            <pc:docMk/>
            <pc:sldMk cId="1334213142" sldId="616"/>
            <ac:inkMk id="59" creationId="{2206DC9E-7856-4FED-BAF8-7E9403B77EB9}"/>
          </ac:inkMkLst>
        </pc:inkChg>
        <pc:inkChg chg="add mod">
          <ac:chgData name="Deepika Vatsa" userId="f7100972-27fe-4ee6-8fb4-ec9b7931b409" providerId="ADAL" clId="{F37C4974-F220-459F-95C5-71112429BD42}" dt="2022-09-19T10:15:40.669" v="2639"/>
          <ac:inkMkLst>
            <pc:docMk/>
            <pc:sldMk cId="1334213142" sldId="616"/>
            <ac:inkMk id="60" creationId="{9E916234-130C-4ACA-B628-5E7EEDF2423B}"/>
          </ac:inkMkLst>
        </pc:inkChg>
        <pc:inkChg chg="add mod">
          <ac:chgData name="Deepika Vatsa" userId="f7100972-27fe-4ee6-8fb4-ec9b7931b409" providerId="ADAL" clId="{F37C4974-F220-459F-95C5-71112429BD42}" dt="2022-09-19T10:15:41.910" v="2641"/>
          <ac:inkMkLst>
            <pc:docMk/>
            <pc:sldMk cId="1334213142" sldId="616"/>
            <ac:inkMk id="61" creationId="{AB4247BB-AAD0-427D-9287-318B8ACA437A}"/>
          </ac:inkMkLst>
        </pc:inkChg>
        <pc:inkChg chg="add mod">
          <ac:chgData name="Deepika Vatsa" userId="f7100972-27fe-4ee6-8fb4-ec9b7931b409" providerId="ADAL" clId="{F37C4974-F220-459F-95C5-71112429BD42}" dt="2022-09-19T10:15:41.910" v="2641"/>
          <ac:inkMkLst>
            <pc:docMk/>
            <pc:sldMk cId="1334213142" sldId="616"/>
            <ac:inkMk id="62" creationId="{2C6D3D32-EC8A-42F8-96E7-FBCF917E6B72}"/>
          </ac:inkMkLst>
        </pc:inkChg>
        <pc:inkChg chg="add mod">
          <ac:chgData name="Deepika Vatsa" userId="f7100972-27fe-4ee6-8fb4-ec9b7931b409" providerId="ADAL" clId="{F37C4974-F220-459F-95C5-71112429BD42}" dt="2022-09-19T10:15:41.910" v="2641"/>
          <ac:inkMkLst>
            <pc:docMk/>
            <pc:sldMk cId="1334213142" sldId="616"/>
            <ac:inkMk id="1027" creationId="{CD250F2D-2A0D-4D42-8EE7-F3035DB746AF}"/>
          </ac:inkMkLst>
        </pc:inkChg>
        <pc:inkChg chg="add mod">
          <ac:chgData name="Deepika Vatsa" userId="f7100972-27fe-4ee6-8fb4-ec9b7931b409" providerId="ADAL" clId="{F37C4974-F220-459F-95C5-71112429BD42}" dt="2022-09-19T10:16:52.765" v="2651"/>
          <ac:inkMkLst>
            <pc:docMk/>
            <pc:sldMk cId="1334213142" sldId="616"/>
            <ac:inkMk id="1029" creationId="{0B2F144E-55C9-47DC-943F-96C52216FCA1}"/>
          </ac:inkMkLst>
        </pc:inkChg>
        <pc:inkChg chg="add mod">
          <ac:chgData name="Deepika Vatsa" userId="f7100972-27fe-4ee6-8fb4-ec9b7931b409" providerId="ADAL" clId="{F37C4974-F220-459F-95C5-71112429BD42}" dt="2022-09-19T10:16:52.765" v="2651"/>
          <ac:inkMkLst>
            <pc:docMk/>
            <pc:sldMk cId="1334213142" sldId="616"/>
            <ac:inkMk id="1030" creationId="{FB8DCC79-6EB6-4E1A-AFCD-F3D6A37C7E24}"/>
          </ac:inkMkLst>
        </pc:inkChg>
        <pc:inkChg chg="add mod">
          <ac:chgData name="Deepika Vatsa" userId="f7100972-27fe-4ee6-8fb4-ec9b7931b409" providerId="ADAL" clId="{F37C4974-F220-459F-95C5-71112429BD42}" dt="2022-09-19T10:16:52.765" v="2651"/>
          <ac:inkMkLst>
            <pc:docMk/>
            <pc:sldMk cId="1334213142" sldId="616"/>
            <ac:inkMk id="1031" creationId="{997B0F6E-A88F-4190-AF4D-CC386A411A9D}"/>
          </ac:inkMkLst>
        </pc:inkChg>
        <pc:inkChg chg="add mod">
          <ac:chgData name="Deepika Vatsa" userId="f7100972-27fe-4ee6-8fb4-ec9b7931b409" providerId="ADAL" clId="{F37C4974-F220-459F-95C5-71112429BD42}" dt="2022-09-19T10:16:52.765" v="2651"/>
          <ac:inkMkLst>
            <pc:docMk/>
            <pc:sldMk cId="1334213142" sldId="616"/>
            <ac:inkMk id="1032" creationId="{118F7B18-278B-4A2D-B0CB-A95935E46DBF}"/>
          </ac:inkMkLst>
        </pc:inkChg>
        <pc:inkChg chg="add mod">
          <ac:chgData name="Deepika Vatsa" userId="f7100972-27fe-4ee6-8fb4-ec9b7931b409" providerId="ADAL" clId="{F37C4974-F220-459F-95C5-71112429BD42}" dt="2022-09-19T10:16:52.765" v="2651"/>
          <ac:inkMkLst>
            <pc:docMk/>
            <pc:sldMk cId="1334213142" sldId="616"/>
            <ac:inkMk id="1033" creationId="{D5F0DC59-9696-4804-9BDA-4EC7DBC6D461}"/>
          </ac:inkMkLst>
        </pc:inkChg>
        <pc:inkChg chg="add mod">
          <ac:chgData name="Deepika Vatsa" userId="f7100972-27fe-4ee6-8fb4-ec9b7931b409" providerId="ADAL" clId="{F37C4974-F220-459F-95C5-71112429BD42}" dt="2022-09-19T10:16:52.765" v="2651"/>
          <ac:inkMkLst>
            <pc:docMk/>
            <pc:sldMk cId="1334213142" sldId="616"/>
            <ac:inkMk id="1034" creationId="{1AFB821D-B26D-4987-8A73-84950C11B26B}"/>
          </ac:inkMkLst>
        </pc:inkChg>
        <pc:inkChg chg="add mod">
          <ac:chgData name="Deepika Vatsa" userId="f7100972-27fe-4ee6-8fb4-ec9b7931b409" providerId="ADAL" clId="{F37C4974-F220-459F-95C5-71112429BD42}" dt="2022-09-19T10:16:52.765" v="2651"/>
          <ac:inkMkLst>
            <pc:docMk/>
            <pc:sldMk cId="1334213142" sldId="616"/>
            <ac:inkMk id="1035" creationId="{A1E68ACB-C21E-4E0E-B80D-B2EE65115F85}"/>
          </ac:inkMkLst>
        </pc:inkChg>
        <pc:inkChg chg="add mod">
          <ac:chgData name="Deepika Vatsa" userId="f7100972-27fe-4ee6-8fb4-ec9b7931b409" providerId="ADAL" clId="{F37C4974-F220-459F-95C5-71112429BD42}" dt="2022-09-19T10:16:52.765" v="2651"/>
          <ac:inkMkLst>
            <pc:docMk/>
            <pc:sldMk cId="1334213142" sldId="616"/>
            <ac:inkMk id="1036" creationId="{618CB4F2-196C-4757-BFA6-78F13E08D522}"/>
          </ac:inkMkLst>
        </pc:inkChg>
        <pc:inkChg chg="add mod">
          <ac:chgData name="Deepika Vatsa" userId="f7100972-27fe-4ee6-8fb4-ec9b7931b409" providerId="ADAL" clId="{F37C4974-F220-459F-95C5-71112429BD42}" dt="2022-09-19T10:16:52.765" v="2651"/>
          <ac:inkMkLst>
            <pc:docMk/>
            <pc:sldMk cId="1334213142" sldId="616"/>
            <ac:inkMk id="1037" creationId="{0C113C9A-7643-47E7-AF3C-00366F2D52B6}"/>
          </ac:inkMkLst>
        </pc:inkChg>
        <pc:inkChg chg="add mod">
          <ac:chgData name="Deepika Vatsa" userId="f7100972-27fe-4ee6-8fb4-ec9b7931b409" providerId="ADAL" clId="{F37C4974-F220-459F-95C5-71112429BD42}" dt="2022-09-19T10:16:58.851" v="2657"/>
          <ac:inkMkLst>
            <pc:docMk/>
            <pc:sldMk cId="1334213142" sldId="616"/>
            <ac:inkMk id="1039" creationId="{DE15CEBF-0EA0-488C-AE91-665536989BDD}"/>
          </ac:inkMkLst>
        </pc:inkChg>
        <pc:inkChg chg="add mod">
          <ac:chgData name="Deepika Vatsa" userId="f7100972-27fe-4ee6-8fb4-ec9b7931b409" providerId="ADAL" clId="{F37C4974-F220-459F-95C5-71112429BD42}" dt="2022-09-19T10:16:58.851" v="2657"/>
          <ac:inkMkLst>
            <pc:docMk/>
            <pc:sldMk cId="1334213142" sldId="616"/>
            <ac:inkMk id="1040" creationId="{5EAAA2C5-B642-4BF7-8589-4D807AFBD7E1}"/>
          </ac:inkMkLst>
        </pc:inkChg>
        <pc:inkChg chg="add mod">
          <ac:chgData name="Deepika Vatsa" userId="f7100972-27fe-4ee6-8fb4-ec9b7931b409" providerId="ADAL" clId="{F37C4974-F220-459F-95C5-71112429BD42}" dt="2022-09-19T10:16:58.851" v="2657"/>
          <ac:inkMkLst>
            <pc:docMk/>
            <pc:sldMk cId="1334213142" sldId="616"/>
            <ac:inkMk id="1041" creationId="{835DF7BB-618F-4F0B-AC6F-B58B97B95DF1}"/>
          </ac:inkMkLst>
        </pc:inkChg>
        <pc:inkChg chg="add mod">
          <ac:chgData name="Deepika Vatsa" userId="f7100972-27fe-4ee6-8fb4-ec9b7931b409" providerId="ADAL" clId="{F37C4974-F220-459F-95C5-71112429BD42}" dt="2022-09-19T10:16:58.851" v="2657"/>
          <ac:inkMkLst>
            <pc:docMk/>
            <pc:sldMk cId="1334213142" sldId="616"/>
            <ac:inkMk id="1042" creationId="{E5401282-3AC9-423E-9807-FFB594E13FDC}"/>
          </ac:inkMkLst>
        </pc:inkChg>
        <pc:inkChg chg="add mod">
          <ac:chgData name="Deepika Vatsa" userId="f7100972-27fe-4ee6-8fb4-ec9b7931b409" providerId="ADAL" clId="{F37C4974-F220-459F-95C5-71112429BD42}" dt="2022-09-19T10:16:58.851" v="2657"/>
          <ac:inkMkLst>
            <pc:docMk/>
            <pc:sldMk cId="1334213142" sldId="616"/>
            <ac:inkMk id="1043" creationId="{15C3E774-CEB3-4B81-85D5-27A7293C3E54}"/>
          </ac:inkMkLst>
        </pc:inkChg>
        <pc:inkChg chg="add mod">
          <ac:chgData name="Deepika Vatsa" userId="f7100972-27fe-4ee6-8fb4-ec9b7931b409" providerId="ADAL" clId="{F37C4974-F220-459F-95C5-71112429BD42}" dt="2022-09-19T10:17:01.339" v="2662"/>
          <ac:inkMkLst>
            <pc:docMk/>
            <pc:sldMk cId="1334213142" sldId="616"/>
            <ac:inkMk id="1045" creationId="{43A2718C-3D46-4ACC-A744-7FABF0A10E00}"/>
          </ac:inkMkLst>
        </pc:inkChg>
        <pc:inkChg chg="add mod">
          <ac:chgData name="Deepika Vatsa" userId="f7100972-27fe-4ee6-8fb4-ec9b7931b409" providerId="ADAL" clId="{F37C4974-F220-459F-95C5-71112429BD42}" dt="2022-09-19T10:17:01.339" v="2662"/>
          <ac:inkMkLst>
            <pc:docMk/>
            <pc:sldMk cId="1334213142" sldId="616"/>
            <ac:inkMk id="1046" creationId="{E6181643-E486-43D6-9FBB-0424951E8F4E}"/>
          </ac:inkMkLst>
        </pc:inkChg>
        <pc:inkChg chg="add mod">
          <ac:chgData name="Deepika Vatsa" userId="f7100972-27fe-4ee6-8fb4-ec9b7931b409" providerId="ADAL" clId="{F37C4974-F220-459F-95C5-71112429BD42}" dt="2022-09-19T10:17:01.339" v="2662"/>
          <ac:inkMkLst>
            <pc:docMk/>
            <pc:sldMk cId="1334213142" sldId="616"/>
            <ac:inkMk id="1047" creationId="{E8CE4A23-B862-476F-BA98-4B4BC8FB53C0}"/>
          </ac:inkMkLst>
        </pc:inkChg>
        <pc:inkChg chg="add mod">
          <ac:chgData name="Deepika Vatsa" userId="f7100972-27fe-4ee6-8fb4-ec9b7931b409" providerId="ADAL" clId="{F37C4974-F220-459F-95C5-71112429BD42}" dt="2022-09-19T10:17:01.339" v="2662"/>
          <ac:inkMkLst>
            <pc:docMk/>
            <pc:sldMk cId="1334213142" sldId="616"/>
            <ac:inkMk id="1048" creationId="{17976E17-9287-4D4C-9451-7789BE79A9BE}"/>
          </ac:inkMkLst>
        </pc:inkChg>
        <pc:inkChg chg="add mod">
          <ac:chgData name="Deepika Vatsa" userId="f7100972-27fe-4ee6-8fb4-ec9b7931b409" providerId="ADAL" clId="{F37C4974-F220-459F-95C5-71112429BD42}" dt="2022-09-19T10:17:11.306" v="2672"/>
          <ac:inkMkLst>
            <pc:docMk/>
            <pc:sldMk cId="1334213142" sldId="616"/>
            <ac:inkMk id="1050" creationId="{F7252F52-5B1A-42EC-B89B-7F7A26FFE200}"/>
          </ac:inkMkLst>
        </pc:inkChg>
        <pc:inkChg chg="add mod">
          <ac:chgData name="Deepika Vatsa" userId="f7100972-27fe-4ee6-8fb4-ec9b7931b409" providerId="ADAL" clId="{F37C4974-F220-459F-95C5-71112429BD42}" dt="2022-09-19T10:17:11.306" v="2672"/>
          <ac:inkMkLst>
            <pc:docMk/>
            <pc:sldMk cId="1334213142" sldId="616"/>
            <ac:inkMk id="1051" creationId="{D596FE45-10D8-4488-8D4B-962470A5C48F}"/>
          </ac:inkMkLst>
        </pc:inkChg>
        <pc:inkChg chg="add mod">
          <ac:chgData name="Deepika Vatsa" userId="f7100972-27fe-4ee6-8fb4-ec9b7931b409" providerId="ADAL" clId="{F37C4974-F220-459F-95C5-71112429BD42}" dt="2022-09-19T10:17:11.306" v="2672"/>
          <ac:inkMkLst>
            <pc:docMk/>
            <pc:sldMk cId="1334213142" sldId="616"/>
            <ac:inkMk id="1052" creationId="{E96A09C3-77C0-4687-9316-3379D777B306}"/>
          </ac:inkMkLst>
        </pc:inkChg>
        <pc:inkChg chg="add mod">
          <ac:chgData name="Deepika Vatsa" userId="f7100972-27fe-4ee6-8fb4-ec9b7931b409" providerId="ADAL" clId="{F37C4974-F220-459F-95C5-71112429BD42}" dt="2022-09-19T10:17:11.306" v="2672"/>
          <ac:inkMkLst>
            <pc:docMk/>
            <pc:sldMk cId="1334213142" sldId="616"/>
            <ac:inkMk id="1053" creationId="{13261C38-7481-44BC-AA61-1B471789B3FE}"/>
          </ac:inkMkLst>
        </pc:inkChg>
        <pc:inkChg chg="add mod">
          <ac:chgData name="Deepika Vatsa" userId="f7100972-27fe-4ee6-8fb4-ec9b7931b409" providerId="ADAL" clId="{F37C4974-F220-459F-95C5-71112429BD42}" dt="2022-09-19T10:17:11.306" v="2672"/>
          <ac:inkMkLst>
            <pc:docMk/>
            <pc:sldMk cId="1334213142" sldId="616"/>
            <ac:inkMk id="1054" creationId="{6180EBD3-D8F2-40D9-BE48-A12A95F071F3}"/>
          </ac:inkMkLst>
        </pc:inkChg>
        <pc:inkChg chg="add mod">
          <ac:chgData name="Deepika Vatsa" userId="f7100972-27fe-4ee6-8fb4-ec9b7931b409" providerId="ADAL" clId="{F37C4974-F220-459F-95C5-71112429BD42}" dt="2022-09-19T10:17:11.306" v="2672"/>
          <ac:inkMkLst>
            <pc:docMk/>
            <pc:sldMk cId="1334213142" sldId="616"/>
            <ac:inkMk id="1055" creationId="{0309CF72-42A1-4D1C-B41F-7F0E5804AEF2}"/>
          </ac:inkMkLst>
        </pc:inkChg>
        <pc:inkChg chg="add mod">
          <ac:chgData name="Deepika Vatsa" userId="f7100972-27fe-4ee6-8fb4-ec9b7931b409" providerId="ADAL" clId="{F37C4974-F220-459F-95C5-71112429BD42}" dt="2022-09-19T10:17:11.306" v="2672"/>
          <ac:inkMkLst>
            <pc:docMk/>
            <pc:sldMk cId="1334213142" sldId="616"/>
            <ac:inkMk id="1056" creationId="{01707796-AA01-47D2-93ED-39F59F5419E5}"/>
          </ac:inkMkLst>
        </pc:inkChg>
        <pc:inkChg chg="add mod">
          <ac:chgData name="Deepika Vatsa" userId="f7100972-27fe-4ee6-8fb4-ec9b7931b409" providerId="ADAL" clId="{F37C4974-F220-459F-95C5-71112429BD42}" dt="2022-09-19T10:17:11.306" v="2672"/>
          <ac:inkMkLst>
            <pc:docMk/>
            <pc:sldMk cId="1334213142" sldId="616"/>
            <ac:inkMk id="1057" creationId="{CE188344-F921-40F9-A6B0-2C5C6115115C}"/>
          </ac:inkMkLst>
        </pc:inkChg>
        <pc:inkChg chg="add mod">
          <ac:chgData name="Deepika Vatsa" userId="f7100972-27fe-4ee6-8fb4-ec9b7931b409" providerId="ADAL" clId="{F37C4974-F220-459F-95C5-71112429BD42}" dt="2022-09-19T10:17:11.306" v="2672"/>
          <ac:inkMkLst>
            <pc:docMk/>
            <pc:sldMk cId="1334213142" sldId="616"/>
            <ac:inkMk id="1058" creationId="{7BD25B12-1EEB-465D-BA98-4EE78B309977}"/>
          </ac:inkMkLst>
        </pc:inkChg>
        <pc:inkChg chg="add mod">
          <ac:chgData name="Deepika Vatsa" userId="f7100972-27fe-4ee6-8fb4-ec9b7931b409" providerId="ADAL" clId="{F37C4974-F220-459F-95C5-71112429BD42}" dt="2022-09-19T10:18:09.170" v="2700"/>
          <ac:inkMkLst>
            <pc:docMk/>
            <pc:sldMk cId="1334213142" sldId="616"/>
            <ac:inkMk id="1061" creationId="{97B3F9F9-E9E8-48F7-88F7-E1F96F80A8E2}"/>
          </ac:inkMkLst>
        </pc:inkChg>
        <pc:inkChg chg="add mod">
          <ac:chgData name="Deepika Vatsa" userId="f7100972-27fe-4ee6-8fb4-ec9b7931b409" providerId="ADAL" clId="{F37C4974-F220-459F-95C5-71112429BD42}" dt="2022-09-19T10:18:09.170" v="2700"/>
          <ac:inkMkLst>
            <pc:docMk/>
            <pc:sldMk cId="1334213142" sldId="616"/>
            <ac:inkMk id="1062" creationId="{6ED591C1-CE7D-4F38-827A-0FD960FA2E3F}"/>
          </ac:inkMkLst>
        </pc:inkChg>
        <pc:inkChg chg="add mod">
          <ac:chgData name="Deepika Vatsa" userId="f7100972-27fe-4ee6-8fb4-ec9b7931b409" providerId="ADAL" clId="{F37C4974-F220-459F-95C5-71112429BD42}" dt="2022-09-19T10:18:09.170" v="2700"/>
          <ac:inkMkLst>
            <pc:docMk/>
            <pc:sldMk cId="1334213142" sldId="616"/>
            <ac:inkMk id="1063" creationId="{CDF5E45A-D816-4B84-AF42-797BE7457DE9}"/>
          </ac:inkMkLst>
        </pc:inkChg>
        <pc:inkChg chg="add mod">
          <ac:chgData name="Deepika Vatsa" userId="f7100972-27fe-4ee6-8fb4-ec9b7931b409" providerId="ADAL" clId="{F37C4974-F220-459F-95C5-71112429BD42}" dt="2022-09-19T10:18:09.170" v="2700"/>
          <ac:inkMkLst>
            <pc:docMk/>
            <pc:sldMk cId="1334213142" sldId="616"/>
            <ac:inkMk id="1064" creationId="{CE643007-F3AE-4358-B5A2-21CA448938AE}"/>
          </ac:inkMkLst>
        </pc:inkChg>
        <pc:inkChg chg="add mod">
          <ac:chgData name="Deepika Vatsa" userId="f7100972-27fe-4ee6-8fb4-ec9b7931b409" providerId="ADAL" clId="{F37C4974-F220-459F-95C5-71112429BD42}" dt="2022-09-19T10:18:09.170" v="2700"/>
          <ac:inkMkLst>
            <pc:docMk/>
            <pc:sldMk cId="1334213142" sldId="616"/>
            <ac:inkMk id="1065" creationId="{1A7BECAF-BB7C-409B-823E-4FDA34B13487}"/>
          </ac:inkMkLst>
        </pc:inkChg>
        <pc:inkChg chg="add mod">
          <ac:chgData name="Deepika Vatsa" userId="f7100972-27fe-4ee6-8fb4-ec9b7931b409" providerId="ADAL" clId="{F37C4974-F220-459F-95C5-71112429BD42}" dt="2022-09-19T10:18:09.170" v="2700"/>
          <ac:inkMkLst>
            <pc:docMk/>
            <pc:sldMk cId="1334213142" sldId="616"/>
            <ac:inkMk id="1066" creationId="{31133100-5289-43CF-B577-A24FA274FE4D}"/>
          </ac:inkMkLst>
        </pc:inkChg>
        <pc:inkChg chg="add mod">
          <ac:chgData name="Deepika Vatsa" userId="f7100972-27fe-4ee6-8fb4-ec9b7931b409" providerId="ADAL" clId="{F37C4974-F220-459F-95C5-71112429BD42}" dt="2022-09-19T10:18:09.170" v="2700"/>
          <ac:inkMkLst>
            <pc:docMk/>
            <pc:sldMk cId="1334213142" sldId="616"/>
            <ac:inkMk id="1067" creationId="{17668A12-4964-41C0-86A2-42982A554834}"/>
          </ac:inkMkLst>
        </pc:inkChg>
        <pc:inkChg chg="add mod">
          <ac:chgData name="Deepika Vatsa" userId="f7100972-27fe-4ee6-8fb4-ec9b7931b409" providerId="ADAL" clId="{F37C4974-F220-459F-95C5-71112429BD42}" dt="2022-09-19T10:18:09.170" v="2700"/>
          <ac:inkMkLst>
            <pc:docMk/>
            <pc:sldMk cId="1334213142" sldId="616"/>
            <ac:inkMk id="1068" creationId="{CDCE2F04-D24B-469A-9C1A-D6450493895E}"/>
          </ac:inkMkLst>
        </pc:inkChg>
        <pc:inkChg chg="add mod">
          <ac:chgData name="Deepika Vatsa" userId="f7100972-27fe-4ee6-8fb4-ec9b7931b409" providerId="ADAL" clId="{F37C4974-F220-459F-95C5-71112429BD42}" dt="2022-09-19T10:18:09.170" v="2700"/>
          <ac:inkMkLst>
            <pc:docMk/>
            <pc:sldMk cId="1334213142" sldId="616"/>
            <ac:inkMk id="1069" creationId="{425A7D29-90FE-4F55-A4EF-A643E4892A05}"/>
          </ac:inkMkLst>
        </pc:inkChg>
        <pc:inkChg chg="add mod">
          <ac:chgData name="Deepika Vatsa" userId="f7100972-27fe-4ee6-8fb4-ec9b7931b409" providerId="ADAL" clId="{F37C4974-F220-459F-95C5-71112429BD42}" dt="2022-09-19T10:18:09.170" v="2700"/>
          <ac:inkMkLst>
            <pc:docMk/>
            <pc:sldMk cId="1334213142" sldId="616"/>
            <ac:inkMk id="1070" creationId="{C67A042F-B269-4CF5-9F88-FC285779098E}"/>
          </ac:inkMkLst>
        </pc:inkChg>
        <pc:inkChg chg="add mod">
          <ac:chgData name="Deepika Vatsa" userId="f7100972-27fe-4ee6-8fb4-ec9b7931b409" providerId="ADAL" clId="{F37C4974-F220-459F-95C5-71112429BD42}" dt="2022-09-19T10:18:09.170" v="2700"/>
          <ac:inkMkLst>
            <pc:docMk/>
            <pc:sldMk cId="1334213142" sldId="616"/>
            <ac:inkMk id="1071" creationId="{368FEAFF-73CA-42FD-91FB-C06400AC8F1D}"/>
          </ac:inkMkLst>
        </pc:inkChg>
        <pc:inkChg chg="add mod">
          <ac:chgData name="Deepika Vatsa" userId="f7100972-27fe-4ee6-8fb4-ec9b7931b409" providerId="ADAL" clId="{F37C4974-F220-459F-95C5-71112429BD42}" dt="2022-09-19T10:18:09.170" v="2700"/>
          <ac:inkMkLst>
            <pc:docMk/>
            <pc:sldMk cId="1334213142" sldId="616"/>
            <ac:inkMk id="1072" creationId="{060D717A-E77F-4503-993A-3AAAC9F14FF1}"/>
          </ac:inkMkLst>
        </pc:inkChg>
        <pc:inkChg chg="add mod">
          <ac:chgData name="Deepika Vatsa" userId="f7100972-27fe-4ee6-8fb4-ec9b7931b409" providerId="ADAL" clId="{F37C4974-F220-459F-95C5-71112429BD42}" dt="2022-09-19T10:18:09.170" v="2700"/>
          <ac:inkMkLst>
            <pc:docMk/>
            <pc:sldMk cId="1334213142" sldId="616"/>
            <ac:inkMk id="1073" creationId="{C0240462-BB74-4790-91A6-40F13819469E}"/>
          </ac:inkMkLst>
        </pc:inkChg>
        <pc:inkChg chg="add mod">
          <ac:chgData name="Deepika Vatsa" userId="f7100972-27fe-4ee6-8fb4-ec9b7931b409" providerId="ADAL" clId="{F37C4974-F220-459F-95C5-71112429BD42}" dt="2022-09-19T10:18:09.170" v="2700"/>
          <ac:inkMkLst>
            <pc:docMk/>
            <pc:sldMk cId="1334213142" sldId="616"/>
            <ac:inkMk id="1074" creationId="{A480F329-8B7D-4300-950B-F6A30DB4385A}"/>
          </ac:inkMkLst>
        </pc:inkChg>
        <pc:inkChg chg="add mod">
          <ac:chgData name="Deepika Vatsa" userId="f7100972-27fe-4ee6-8fb4-ec9b7931b409" providerId="ADAL" clId="{F37C4974-F220-459F-95C5-71112429BD42}" dt="2022-09-19T10:18:09.170" v="2700"/>
          <ac:inkMkLst>
            <pc:docMk/>
            <pc:sldMk cId="1334213142" sldId="616"/>
            <ac:inkMk id="1075" creationId="{DEB7C57C-9935-43D4-9CA2-4AB920E5CD7F}"/>
          </ac:inkMkLst>
        </pc:inkChg>
        <pc:inkChg chg="add mod">
          <ac:chgData name="Deepika Vatsa" userId="f7100972-27fe-4ee6-8fb4-ec9b7931b409" providerId="ADAL" clId="{F37C4974-F220-459F-95C5-71112429BD42}" dt="2022-09-19T10:18:09.170" v="2700"/>
          <ac:inkMkLst>
            <pc:docMk/>
            <pc:sldMk cId="1334213142" sldId="616"/>
            <ac:inkMk id="1076" creationId="{540D0B87-BEE4-49A7-9E96-69356F5BF6D2}"/>
          </ac:inkMkLst>
        </pc:inkChg>
        <pc:inkChg chg="add mod">
          <ac:chgData name="Deepika Vatsa" userId="f7100972-27fe-4ee6-8fb4-ec9b7931b409" providerId="ADAL" clId="{F37C4974-F220-459F-95C5-71112429BD42}" dt="2022-09-19T10:18:09.170" v="2700"/>
          <ac:inkMkLst>
            <pc:docMk/>
            <pc:sldMk cId="1334213142" sldId="616"/>
            <ac:inkMk id="1077" creationId="{B40BE158-C033-4337-A0F5-336BBF8A6415}"/>
          </ac:inkMkLst>
        </pc:inkChg>
        <pc:inkChg chg="add mod">
          <ac:chgData name="Deepika Vatsa" userId="f7100972-27fe-4ee6-8fb4-ec9b7931b409" providerId="ADAL" clId="{F37C4974-F220-459F-95C5-71112429BD42}" dt="2022-09-19T10:18:09.170" v="2700"/>
          <ac:inkMkLst>
            <pc:docMk/>
            <pc:sldMk cId="1334213142" sldId="616"/>
            <ac:inkMk id="1078" creationId="{73C6769D-7063-4B27-B0C8-F8E4A52FDF39}"/>
          </ac:inkMkLst>
        </pc:inkChg>
        <pc:inkChg chg="add mod">
          <ac:chgData name="Deepika Vatsa" userId="f7100972-27fe-4ee6-8fb4-ec9b7931b409" providerId="ADAL" clId="{F37C4974-F220-459F-95C5-71112429BD42}" dt="2022-09-19T10:18:09.170" v="2700"/>
          <ac:inkMkLst>
            <pc:docMk/>
            <pc:sldMk cId="1334213142" sldId="616"/>
            <ac:inkMk id="1079" creationId="{8BE976BC-FF6D-4659-A5AF-8F7148DA5E79}"/>
          </ac:inkMkLst>
        </pc:inkChg>
        <pc:inkChg chg="add mod">
          <ac:chgData name="Deepika Vatsa" userId="f7100972-27fe-4ee6-8fb4-ec9b7931b409" providerId="ADAL" clId="{F37C4974-F220-459F-95C5-71112429BD42}" dt="2022-09-19T10:18:09.170" v="2700"/>
          <ac:inkMkLst>
            <pc:docMk/>
            <pc:sldMk cId="1334213142" sldId="616"/>
            <ac:inkMk id="1080" creationId="{0D218780-56FB-4D0C-92FC-8815FB9279A7}"/>
          </ac:inkMkLst>
        </pc:inkChg>
        <pc:inkChg chg="add mod">
          <ac:chgData name="Deepika Vatsa" userId="f7100972-27fe-4ee6-8fb4-ec9b7931b409" providerId="ADAL" clId="{F37C4974-F220-459F-95C5-71112429BD42}" dt="2022-09-19T10:18:09.170" v="2700"/>
          <ac:inkMkLst>
            <pc:docMk/>
            <pc:sldMk cId="1334213142" sldId="616"/>
            <ac:inkMk id="1081" creationId="{38284E44-7802-4F54-A2BE-AB1BB5713AFB}"/>
          </ac:inkMkLst>
        </pc:inkChg>
        <pc:inkChg chg="add mod">
          <ac:chgData name="Deepika Vatsa" userId="f7100972-27fe-4ee6-8fb4-ec9b7931b409" providerId="ADAL" clId="{F37C4974-F220-459F-95C5-71112429BD42}" dt="2022-09-19T10:18:09.170" v="2700"/>
          <ac:inkMkLst>
            <pc:docMk/>
            <pc:sldMk cId="1334213142" sldId="616"/>
            <ac:inkMk id="1082" creationId="{52E097FE-8497-4A25-B499-AB2E2A186295}"/>
          </ac:inkMkLst>
        </pc:inkChg>
        <pc:inkChg chg="add mod">
          <ac:chgData name="Deepika Vatsa" userId="f7100972-27fe-4ee6-8fb4-ec9b7931b409" providerId="ADAL" clId="{F37C4974-F220-459F-95C5-71112429BD42}" dt="2022-09-19T10:18:09.170" v="2700"/>
          <ac:inkMkLst>
            <pc:docMk/>
            <pc:sldMk cId="1334213142" sldId="616"/>
            <ac:inkMk id="1083" creationId="{2A168BAF-5FE0-4168-913E-D8D9905EFA7C}"/>
          </ac:inkMkLst>
        </pc:inkChg>
        <pc:inkChg chg="add mod">
          <ac:chgData name="Deepika Vatsa" userId="f7100972-27fe-4ee6-8fb4-ec9b7931b409" providerId="ADAL" clId="{F37C4974-F220-459F-95C5-71112429BD42}" dt="2022-09-19T10:18:09.170" v="2700"/>
          <ac:inkMkLst>
            <pc:docMk/>
            <pc:sldMk cId="1334213142" sldId="616"/>
            <ac:inkMk id="1084" creationId="{E09128B0-975D-4325-85D5-DE1E2DE595FC}"/>
          </ac:inkMkLst>
        </pc:inkChg>
        <pc:inkChg chg="add mod">
          <ac:chgData name="Deepika Vatsa" userId="f7100972-27fe-4ee6-8fb4-ec9b7931b409" providerId="ADAL" clId="{F37C4974-F220-459F-95C5-71112429BD42}" dt="2022-09-19T10:18:09.170" v="2700"/>
          <ac:inkMkLst>
            <pc:docMk/>
            <pc:sldMk cId="1334213142" sldId="616"/>
            <ac:inkMk id="1085" creationId="{83DFDA8B-86B4-4047-8693-ECA3F0226F84}"/>
          </ac:inkMkLst>
        </pc:inkChg>
        <pc:inkChg chg="add mod">
          <ac:chgData name="Deepika Vatsa" userId="f7100972-27fe-4ee6-8fb4-ec9b7931b409" providerId="ADAL" clId="{F37C4974-F220-459F-95C5-71112429BD42}" dt="2022-09-19T10:18:09.170" v="2700"/>
          <ac:inkMkLst>
            <pc:docMk/>
            <pc:sldMk cId="1334213142" sldId="616"/>
            <ac:inkMk id="1086" creationId="{62EF01FF-5A3B-4F14-81A1-8614EAD7B201}"/>
          </ac:inkMkLst>
        </pc:inkChg>
        <pc:inkChg chg="add mod">
          <ac:chgData name="Deepika Vatsa" userId="f7100972-27fe-4ee6-8fb4-ec9b7931b409" providerId="ADAL" clId="{F37C4974-F220-459F-95C5-71112429BD42}" dt="2022-09-19T10:18:09.170" v="2700"/>
          <ac:inkMkLst>
            <pc:docMk/>
            <pc:sldMk cId="1334213142" sldId="616"/>
            <ac:inkMk id="1087" creationId="{E457E0D2-59C5-4120-A679-9CF86B1B8FD6}"/>
          </ac:inkMkLst>
        </pc:inkChg>
        <pc:inkChg chg="add">
          <ac:chgData name="Deepika Vatsa" userId="f7100972-27fe-4ee6-8fb4-ec9b7931b409" providerId="ADAL" clId="{F37C4974-F220-459F-95C5-71112429BD42}" dt="2022-09-19T10:18:10.061" v="2701" actId="9405"/>
          <ac:inkMkLst>
            <pc:docMk/>
            <pc:sldMk cId="1334213142" sldId="616"/>
            <ac:inkMk id="1093" creationId="{C90E2123-AA3F-4705-BE66-BE8B265D04B6}"/>
          </ac:inkMkLst>
        </pc:inkChg>
        <pc:inkChg chg="add mod">
          <ac:chgData name="Deepika Vatsa" userId="f7100972-27fe-4ee6-8fb4-ec9b7931b409" providerId="ADAL" clId="{F37C4974-F220-459F-95C5-71112429BD42}" dt="2022-09-19T10:20:48.103" v="2711"/>
          <ac:inkMkLst>
            <pc:docMk/>
            <pc:sldMk cId="1334213142" sldId="616"/>
            <ac:inkMk id="1094" creationId="{A0DC0406-ACBB-43C1-92E3-3592AC9CC310}"/>
          </ac:inkMkLst>
        </pc:inkChg>
        <pc:inkChg chg="add mod">
          <ac:chgData name="Deepika Vatsa" userId="f7100972-27fe-4ee6-8fb4-ec9b7931b409" providerId="ADAL" clId="{F37C4974-F220-459F-95C5-71112429BD42}" dt="2022-09-19T10:20:48.103" v="2711"/>
          <ac:inkMkLst>
            <pc:docMk/>
            <pc:sldMk cId="1334213142" sldId="616"/>
            <ac:inkMk id="1095" creationId="{3B2C168B-7CCA-4C8F-9B7C-12EC5D4CC81F}"/>
          </ac:inkMkLst>
        </pc:inkChg>
        <pc:inkChg chg="add mod">
          <ac:chgData name="Deepika Vatsa" userId="f7100972-27fe-4ee6-8fb4-ec9b7931b409" providerId="ADAL" clId="{F37C4974-F220-459F-95C5-71112429BD42}" dt="2022-09-19T10:20:48.103" v="2711"/>
          <ac:inkMkLst>
            <pc:docMk/>
            <pc:sldMk cId="1334213142" sldId="616"/>
            <ac:inkMk id="1096" creationId="{716985E5-22A9-4388-97AE-7C7EC9BAD53A}"/>
          </ac:inkMkLst>
        </pc:inkChg>
        <pc:inkChg chg="add mod">
          <ac:chgData name="Deepika Vatsa" userId="f7100972-27fe-4ee6-8fb4-ec9b7931b409" providerId="ADAL" clId="{F37C4974-F220-459F-95C5-71112429BD42}" dt="2022-09-19T10:20:48.103" v="2711"/>
          <ac:inkMkLst>
            <pc:docMk/>
            <pc:sldMk cId="1334213142" sldId="616"/>
            <ac:inkMk id="1097" creationId="{1A514990-CD06-4CD7-A2FA-5C67739C6CF6}"/>
          </ac:inkMkLst>
        </pc:inkChg>
        <pc:inkChg chg="add mod">
          <ac:chgData name="Deepika Vatsa" userId="f7100972-27fe-4ee6-8fb4-ec9b7931b409" providerId="ADAL" clId="{F37C4974-F220-459F-95C5-71112429BD42}" dt="2022-09-19T10:20:48.103" v="2711"/>
          <ac:inkMkLst>
            <pc:docMk/>
            <pc:sldMk cId="1334213142" sldId="616"/>
            <ac:inkMk id="1098" creationId="{B69E2493-E4B3-40DF-90E3-1DC0623D467B}"/>
          </ac:inkMkLst>
        </pc:inkChg>
        <pc:inkChg chg="add mod">
          <ac:chgData name="Deepika Vatsa" userId="f7100972-27fe-4ee6-8fb4-ec9b7931b409" providerId="ADAL" clId="{F37C4974-F220-459F-95C5-71112429BD42}" dt="2022-09-19T10:20:48.103" v="2711"/>
          <ac:inkMkLst>
            <pc:docMk/>
            <pc:sldMk cId="1334213142" sldId="616"/>
            <ac:inkMk id="1099" creationId="{EE9BF001-42B2-4731-8066-BA5CFC74261D}"/>
          </ac:inkMkLst>
        </pc:inkChg>
        <pc:inkChg chg="add mod">
          <ac:chgData name="Deepika Vatsa" userId="f7100972-27fe-4ee6-8fb4-ec9b7931b409" providerId="ADAL" clId="{F37C4974-F220-459F-95C5-71112429BD42}" dt="2022-09-19T10:20:48.103" v="2711"/>
          <ac:inkMkLst>
            <pc:docMk/>
            <pc:sldMk cId="1334213142" sldId="616"/>
            <ac:inkMk id="1100" creationId="{60A8E84A-BF32-41DC-A310-41659AE6E886}"/>
          </ac:inkMkLst>
        </pc:inkChg>
        <pc:inkChg chg="add mod">
          <ac:chgData name="Deepika Vatsa" userId="f7100972-27fe-4ee6-8fb4-ec9b7931b409" providerId="ADAL" clId="{F37C4974-F220-459F-95C5-71112429BD42}" dt="2022-09-19T10:20:54.454" v="2717"/>
          <ac:inkMkLst>
            <pc:docMk/>
            <pc:sldMk cId="1334213142" sldId="616"/>
            <ac:inkMk id="1103" creationId="{65EC83BC-5560-45D1-9E86-A6C150476513}"/>
          </ac:inkMkLst>
        </pc:inkChg>
        <pc:inkChg chg="add mod">
          <ac:chgData name="Deepika Vatsa" userId="f7100972-27fe-4ee6-8fb4-ec9b7931b409" providerId="ADAL" clId="{F37C4974-F220-459F-95C5-71112429BD42}" dt="2022-09-19T10:20:54.454" v="2717"/>
          <ac:inkMkLst>
            <pc:docMk/>
            <pc:sldMk cId="1334213142" sldId="616"/>
            <ac:inkMk id="1104" creationId="{6B9E3438-6B34-4D69-8F93-1C078047FE76}"/>
          </ac:inkMkLst>
        </pc:inkChg>
        <pc:inkChg chg="add mod">
          <ac:chgData name="Deepika Vatsa" userId="f7100972-27fe-4ee6-8fb4-ec9b7931b409" providerId="ADAL" clId="{F37C4974-F220-459F-95C5-71112429BD42}" dt="2022-09-19T10:20:54.454" v="2717"/>
          <ac:inkMkLst>
            <pc:docMk/>
            <pc:sldMk cId="1334213142" sldId="616"/>
            <ac:inkMk id="1105" creationId="{A7E51018-E68E-4171-9513-4B76036F7C47}"/>
          </ac:inkMkLst>
        </pc:inkChg>
        <pc:inkChg chg="add mod">
          <ac:chgData name="Deepika Vatsa" userId="f7100972-27fe-4ee6-8fb4-ec9b7931b409" providerId="ADAL" clId="{F37C4974-F220-459F-95C5-71112429BD42}" dt="2022-09-19T10:20:54.454" v="2717"/>
          <ac:inkMkLst>
            <pc:docMk/>
            <pc:sldMk cId="1334213142" sldId="616"/>
            <ac:inkMk id="1106" creationId="{80464D3C-AE9B-4183-B41A-6D8445CB4A63}"/>
          </ac:inkMkLst>
        </pc:inkChg>
        <pc:inkChg chg="add mod">
          <ac:chgData name="Deepika Vatsa" userId="f7100972-27fe-4ee6-8fb4-ec9b7931b409" providerId="ADAL" clId="{F37C4974-F220-459F-95C5-71112429BD42}" dt="2022-09-19T10:20:54.454" v="2717"/>
          <ac:inkMkLst>
            <pc:docMk/>
            <pc:sldMk cId="1334213142" sldId="616"/>
            <ac:inkMk id="1107" creationId="{AEC86B2C-2D78-4F9E-A6E5-DCE67289EEEE}"/>
          </ac:inkMkLst>
        </pc:inkChg>
      </pc:sldChg>
      <pc:sldChg chg="addSp delSp modSp add mod modNotesTx">
        <pc:chgData name="Deepika Vatsa" userId="f7100972-27fe-4ee6-8fb4-ec9b7931b409" providerId="ADAL" clId="{F37C4974-F220-459F-95C5-71112429BD42}" dt="2022-09-19T08:57:35.490" v="2571" actId="20577"/>
        <pc:sldMkLst>
          <pc:docMk/>
          <pc:sldMk cId="367094521" sldId="617"/>
        </pc:sldMkLst>
        <pc:spChg chg="add mod">
          <ac:chgData name="Deepika Vatsa" userId="f7100972-27fe-4ee6-8fb4-ec9b7931b409" providerId="ADAL" clId="{F37C4974-F220-459F-95C5-71112429BD42}" dt="2022-09-19T08:37:48.433" v="1587" actId="122"/>
          <ac:spMkLst>
            <pc:docMk/>
            <pc:sldMk cId="367094521" sldId="617"/>
            <ac:spMk id="3" creationId="{90EA0928-6BB8-45D1-A702-640B2549A205}"/>
          </ac:spMkLst>
        </pc:spChg>
        <pc:spChg chg="mod">
          <ac:chgData name="Deepika Vatsa" userId="f7100972-27fe-4ee6-8fb4-ec9b7931b409" providerId="ADAL" clId="{F37C4974-F220-459F-95C5-71112429BD42}" dt="2022-09-19T08:37:23.692" v="1576" actId="21"/>
          <ac:spMkLst>
            <pc:docMk/>
            <pc:sldMk cId="367094521" sldId="617"/>
            <ac:spMk id="9" creationId="{55A5BFD8-4962-4C89-86F0-4A582AD35F41}"/>
          </ac:spMkLst>
        </pc:spChg>
        <pc:picChg chg="del mod">
          <ac:chgData name="Deepika Vatsa" userId="f7100972-27fe-4ee6-8fb4-ec9b7931b409" providerId="ADAL" clId="{F37C4974-F220-459F-95C5-71112429BD42}" dt="2022-09-19T08:36:59.373" v="1570" actId="478"/>
          <ac:picMkLst>
            <pc:docMk/>
            <pc:sldMk cId="367094521" sldId="617"/>
            <ac:picMk id="5" creationId="{EA9D5853-3535-4F78-99B7-3831A2C9175E}"/>
          </ac:picMkLst>
        </pc:picChg>
      </pc:sldChg>
      <pc:sldChg chg="addSp delSp modSp add mod modNotesTx">
        <pc:chgData name="Deepika Vatsa" userId="f7100972-27fe-4ee6-8fb4-ec9b7931b409" providerId="ADAL" clId="{F37C4974-F220-459F-95C5-71112429BD42}" dt="2022-09-19T08:56:33.899" v="2505"/>
        <pc:sldMkLst>
          <pc:docMk/>
          <pc:sldMk cId="2912061255" sldId="618"/>
        </pc:sldMkLst>
        <pc:spChg chg="mod">
          <ac:chgData name="Deepika Vatsa" userId="f7100972-27fe-4ee6-8fb4-ec9b7931b409" providerId="ADAL" clId="{F37C4974-F220-459F-95C5-71112429BD42}" dt="2022-09-19T08:42:19.863" v="1622" actId="20577"/>
          <ac:spMkLst>
            <pc:docMk/>
            <pc:sldMk cId="2912061255" sldId="618"/>
            <ac:spMk id="2" creationId="{6167DC2D-0072-445E-8CB3-E53407061CE7}"/>
          </ac:spMkLst>
        </pc:spChg>
        <pc:spChg chg="mod">
          <ac:chgData name="Deepika Vatsa" userId="f7100972-27fe-4ee6-8fb4-ec9b7931b409" providerId="ADAL" clId="{F37C4974-F220-459F-95C5-71112429BD42}" dt="2022-09-19T08:41:46.461" v="1607" actId="1076"/>
          <ac:spMkLst>
            <pc:docMk/>
            <pc:sldMk cId="2912061255" sldId="618"/>
            <ac:spMk id="6" creationId="{98E0FE6E-8F22-4B9F-9E9F-E2B694DC96D4}"/>
          </ac:spMkLst>
        </pc:spChg>
        <pc:grpChg chg="del">
          <ac:chgData name="Deepika Vatsa" userId="f7100972-27fe-4ee6-8fb4-ec9b7931b409" providerId="ADAL" clId="{F37C4974-F220-459F-95C5-71112429BD42}" dt="2022-09-19T08:41:57.003" v="1610" actId="478"/>
          <ac:grpSpMkLst>
            <pc:docMk/>
            <pc:sldMk cId="2912061255" sldId="618"/>
            <ac:grpSpMk id="10" creationId="{DAA5C413-5CBD-49CD-A85E-E1DADAD65677}"/>
          </ac:grpSpMkLst>
        </pc:grpChg>
        <pc:grpChg chg="del">
          <ac:chgData name="Deepika Vatsa" userId="f7100972-27fe-4ee6-8fb4-ec9b7931b409" providerId="ADAL" clId="{F37C4974-F220-459F-95C5-71112429BD42}" dt="2022-09-19T08:41:59.783" v="1611" actId="478"/>
          <ac:grpSpMkLst>
            <pc:docMk/>
            <pc:sldMk cId="2912061255" sldId="618"/>
            <ac:grpSpMk id="13" creationId="{40BD9DBF-BEE5-40D8-9666-A639660D46B5}"/>
          </ac:grpSpMkLst>
        </pc:grpChg>
        <pc:grpChg chg="del">
          <ac:chgData name="Deepika Vatsa" userId="f7100972-27fe-4ee6-8fb4-ec9b7931b409" providerId="ADAL" clId="{F37C4974-F220-459F-95C5-71112429BD42}" dt="2022-09-19T08:41:48.377" v="1608" actId="478"/>
          <ac:grpSpMkLst>
            <pc:docMk/>
            <pc:sldMk cId="2912061255" sldId="618"/>
            <ac:grpSpMk id="26" creationId="{DEAEA110-2281-485B-9696-F764688132B3}"/>
          </ac:grpSpMkLst>
        </pc:grpChg>
        <pc:grpChg chg="del mod">
          <ac:chgData name="Deepika Vatsa" userId="f7100972-27fe-4ee6-8fb4-ec9b7931b409" providerId="ADAL" clId="{F37C4974-F220-459F-95C5-71112429BD42}" dt="2022-09-19T08:46:56.140" v="1786"/>
          <ac:grpSpMkLst>
            <pc:docMk/>
            <pc:sldMk cId="2912061255" sldId="618"/>
            <ac:grpSpMk id="28" creationId="{8696DB16-62D6-4AF1-97B8-EA8FE3552ED4}"/>
          </ac:grpSpMkLst>
        </pc:grpChg>
        <pc:grpChg chg="del mod">
          <ac:chgData name="Deepika Vatsa" userId="f7100972-27fe-4ee6-8fb4-ec9b7931b409" providerId="ADAL" clId="{F37C4974-F220-459F-95C5-71112429BD42}" dt="2022-09-19T08:42:42.865" v="1638"/>
          <ac:grpSpMkLst>
            <pc:docMk/>
            <pc:sldMk cId="2912061255" sldId="618"/>
            <ac:grpSpMk id="37" creationId="{B6DBF291-FD89-4719-A710-9BF116E3426B}"/>
          </ac:grpSpMkLst>
        </pc:grpChg>
        <pc:grpChg chg="del mod">
          <ac:chgData name="Deepika Vatsa" userId="f7100972-27fe-4ee6-8fb4-ec9b7931b409" providerId="ADAL" clId="{F37C4974-F220-459F-95C5-71112429BD42}" dt="2022-09-19T08:55:31.889" v="2462"/>
          <ac:grpSpMkLst>
            <pc:docMk/>
            <pc:sldMk cId="2912061255" sldId="618"/>
            <ac:grpSpMk id="39" creationId="{E84EF37B-8BBF-46CF-9E63-EC4D2C4BA71C}"/>
          </ac:grpSpMkLst>
        </pc:grpChg>
        <pc:grpChg chg="mod">
          <ac:chgData name="Deepika Vatsa" userId="f7100972-27fe-4ee6-8fb4-ec9b7931b409" providerId="ADAL" clId="{F37C4974-F220-459F-95C5-71112429BD42}" dt="2022-09-19T08:42:59.742" v="1647"/>
          <ac:grpSpMkLst>
            <pc:docMk/>
            <pc:sldMk cId="2912061255" sldId="618"/>
            <ac:grpSpMk id="48" creationId="{5E5EACAA-8180-48DF-A9F3-EBE082092C48}"/>
          </ac:grpSpMkLst>
        </pc:grpChg>
        <pc:grpChg chg="del mod">
          <ac:chgData name="Deepika Vatsa" userId="f7100972-27fe-4ee6-8fb4-ec9b7931b409" providerId="ADAL" clId="{F37C4974-F220-459F-95C5-71112429BD42}" dt="2022-09-19T08:43:04.572" v="1657"/>
          <ac:grpSpMkLst>
            <pc:docMk/>
            <pc:sldMk cId="2912061255" sldId="618"/>
            <ac:grpSpMk id="51" creationId="{BF6BD89C-1F06-405D-8944-A13BB6C8CE6F}"/>
          </ac:grpSpMkLst>
        </pc:grpChg>
        <pc:grpChg chg="mod">
          <ac:chgData name="Deepika Vatsa" userId="f7100972-27fe-4ee6-8fb4-ec9b7931b409" providerId="ADAL" clId="{F37C4974-F220-459F-95C5-71112429BD42}" dt="2022-09-19T08:43:04.572" v="1657"/>
          <ac:grpSpMkLst>
            <pc:docMk/>
            <pc:sldMk cId="2912061255" sldId="618"/>
            <ac:grpSpMk id="58" creationId="{9AE9C932-FBA5-4BF1-BB23-2CCC9AC2C82C}"/>
          </ac:grpSpMkLst>
        </pc:grpChg>
        <pc:grpChg chg="mod">
          <ac:chgData name="Deepika Vatsa" userId="f7100972-27fe-4ee6-8fb4-ec9b7931b409" providerId="ADAL" clId="{F37C4974-F220-459F-95C5-71112429BD42}" dt="2022-09-19T08:43:30.928" v="1661"/>
          <ac:grpSpMkLst>
            <pc:docMk/>
            <pc:sldMk cId="2912061255" sldId="618"/>
            <ac:grpSpMk id="62" creationId="{E68907E5-EB51-4CEE-890B-CAC15F806E0B}"/>
          </ac:grpSpMkLst>
        </pc:grpChg>
        <pc:grpChg chg="mod">
          <ac:chgData name="Deepika Vatsa" userId="f7100972-27fe-4ee6-8fb4-ec9b7931b409" providerId="ADAL" clId="{F37C4974-F220-459F-95C5-71112429BD42}" dt="2022-09-19T08:43:36.597" v="1666"/>
          <ac:grpSpMkLst>
            <pc:docMk/>
            <pc:sldMk cId="2912061255" sldId="618"/>
            <ac:grpSpMk id="1028" creationId="{050087A8-BDAB-4B21-8E2F-140DD2EDB2BF}"/>
          </ac:grpSpMkLst>
        </pc:grpChg>
        <pc:grpChg chg="mod">
          <ac:chgData name="Deepika Vatsa" userId="f7100972-27fe-4ee6-8fb4-ec9b7931b409" providerId="ADAL" clId="{F37C4974-F220-459F-95C5-71112429BD42}" dt="2022-09-19T08:45:19.870" v="1764"/>
          <ac:grpSpMkLst>
            <pc:docMk/>
            <pc:sldMk cId="2912061255" sldId="618"/>
            <ac:grpSpMk id="1040" creationId="{047FE6A4-69F7-4644-81E4-F3D1791AB895}"/>
          </ac:grpSpMkLst>
        </pc:grpChg>
        <pc:grpChg chg="mod">
          <ac:chgData name="Deepika Vatsa" userId="f7100972-27fe-4ee6-8fb4-ec9b7931b409" providerId="ADAL" clId="{F37C4974-F220-459F-95C5-71112429BD42}" dt="2022-09-19T08:45:31.042" v="1773"/>
          <ac:grpSpMkLst>
            <pc:docMk/>
            <pc:sldMk cId="2912061255" sldId="618"/>
            <ac:grpSpMk id="1049" creationId="{0D3A88FA-FA4F-43FD-B8F4-06330881C802}"/>
          </ac:grpSpMkLst>
        </pc:grpChg>
        <pc:grpChg chg="del mod">
          <ac:chgData name="Deepika Vatsa" userId="f7100972-27fe-4ee6-8fb4-ec9b7931b409" providerId="ADAL" clId="{F37C4974-F220-459F-95C5-71112429BD42}" dt="2022-09-19T08:46:50.511" v="1782"/>
          <ac:grpSpMkLst>
            <pc:docMk/>
            <pc:sldMk cId="2912061255" sldId="618"/>
            <ac:grpSpMk id="1053" creationId="{B992B374-A29B-4534-9071-B0174FF4E24C}"/>
          </ac:grpSpMkLst>
        </pc:grpChg>
        <pc:grpChg chg="del mod">
          <ac:chgData name="Deepika Vatsa" userId="f7100972-27fe-4ee6-8fb4-ec9b7931b409" providerId="ADAL" clId="{F37C4974-F220-459F-95C5-71112429BD42}" dt="2022-09-19T08:46:56.140" v="1786"/>
          <ac:grpSpMkLst>
            <pc:docMk/>
            <pc:sldMk cId="2912061255" sldId="618"/>
            <ac:grpSpMk id="1058" creationId="{5A40048F-09D8-4A02-B7BA-B71FC1DA60C9}"/>
          </ac:grpSpMkLst>
        </pc:grpChg>
        <pc:grpChg chg="mod">
          <ac:chgData name="Deepika Vatsa" userId="f7100972-27fe-4ee6-8fb4-ec9b7931b409" providerId="ADAL" clId="{F37C4974-F220-459F-95C5-71112429BD42}" dt="2022-09-19T08:46:56.140" v="1786"/>
          <ac:grpSpMkLst>
            <pc:docMk/>
            <pc:sldMk cId="2912061255" sldId="618"/>
            <ac:grpSpMk id="1062" creationId="{F02BE756-3488-42C8-9D49-995D0598BFF3}"/>
          </ac:grpSpMkLst>
        </pc:grpChg>
        <pc:grpChg chg="del mod">
          <ac:chgData name="Deepika Vatsa" userId="f7100972-27fe-4ee6-8fb4-ec9b7931b409" providerId="ADAL" clId="{F37C4974-F220-459F-95C5-71112429BD42}" dt="2022-09-19T08:49:46.227" v="1974" actId="478"/>
          <ac:grpSpMkLst>
            <pc:docMk/>
            <pc:sldMk cId="2912061255" sldId="618"/>
            <ac:grpSpMk id="1068" creationId="{F9C70DF7-133E-42E0-8D45-A48825BB8B91}"/>
          </ac:grpSpMkLst>
        </pc:grpChg>
        <pc:grpChg chg="del mod">
          <ac:chgData name="Deepika Vatsa" userId="f7100972-27fe-4ee6-8fb4-ec9b7931b409" providerId="ADAL" clId="{F37C4974-F220-459F-95C5-71112429BD42}" dt="2022-09-19T08:51:37.962" v="2167"/>
          <ac:grpSpMkLst>
            <pc:docMk/>
            <pc:sldMk cId="2912061255" sldId="618"/>
            <ac:grpSpMk id="1075" creationId="{66DFA9C7-486C-4E44-B66A-7D443936AA24}"/>
          </ac:grpSpMkLst>
        </pc:grpChg>
        <pc:grpChg chg="mod">
          <ac:chgData name="Deepika Vatsa" userId="f7100972-27fe-4ee6-8fb4-ec9b7931b409" providerId="ADAL" clId="{F37C4974-F220-459F-95C5-71112429BD42}" dt="2022-09-19T08:51:37.962" v="2167"/>
          <ac:grpSpMkLst>
            <pc:docMk/>
            <pc:sldMk cId="2912061255" sldId="618"/>
            <ac:grpSpMk id="1077" creationId="{C3BA3553-49C6-4D3D-8676-844872074E2D}"/>
          </ac:grpSpMkLst>
        </pc:grpChg>
        <pc:grpChg chg="del mod">
          <ac:chgData name="Deepika Vatsa" userId="f7100972-27fe-4ee6-8fb4-ec9b7931b409" providerId="ADAL" clId="{F37C4974-F220-459F-95C5-71112429BD42}" dt="2022-09-19T08:51:49.579" v="2176"/>
          <ac:grpSpMkLst>
            <pc:docMk/>
            <pc:sldMk cId="2912061255" sldId="618"/>
            <ac:grpSpMk id="1081" creationId="{A122EBCF-CC18-4C27-84DA-FD495964D17B}"/>
          </ac:grpSpMkLst>
        </pc:grpChg>
        <pc:grpChg chg="del mod">
          <ac:chgData name="Deepika Vatsa" userId="f7100972-27fe-4ee6-8fb4-ec9b7931b409" providerId="ADAL" clId="{F37C4974-F220-459F-95C5-71112429BD42}" dt="2022-09-19T08:55:31.889" v="2462"/>
          <ac:grpSpMkLst>
            <pc:docMk/>
            <pc:sldMk cId="2912061255" sldId="618"/>
            <ac:grpSpMk id="1086" creationId="{D999D93C-461C-4549-8D8C-1D4D3E718D2E}"/>
          </ac:grpSpMkLst>
        </pc:grpChg>
        <pc:grpChg chg="mod">
          <ac:chgData name="Deepika Vatsa" userId="f7100972-27fe-4ee6-8fb4-ec9b7931b409" providerId="ADAL" clId="{F37C4974-F220-459F-95C5-71112429BD42}" dt="2022-09-19T08:55:31.889" v="2462"/>
          <ac:grpSpMkLst>
            <pc:docMk/>
            <pc:sldMk cId="2912061255" sldId="618"/>
            <ac:grpSpMk id="1088" creationId="{549897EE-1EDF-45F0-B1F4-44909CA3C3AD}"/>
          </ac:grpSpMkLst>
        </pc:grpChg>
        <pc:grpChg chg="mod">
          <ac:chgData name="Deepika Vatsa" userId="f7100972-27fe-4ee6-8fb4-ec9b7931b409" providerId="ADAL" clId="{F37C4974-F220-459F-95C5-71112429BD42}" dt="2022-09-19T08:55:42.267" v="2476"/>
          <ac:grpSpMkLst>
            <pc:docMk/>
            <pc:sldMk cId="2912061255" sldId="618"/>
            <ac:grpSpMk id="1102" creationId="{445E6CD1-B2A8-4929-9DC1-B0AB6A66231D}"/>
          </ac:grpSpMkLst>
        </pc:grpChg>
        <pc:grpChg chg="mod">
          <ac:chgData name="Deepika Vatsa" userId="f7100972-27fe-4ee6-8fb4-ec9b7931b409" providerId="ADAL" clId="{F37C4974-F220-459F-95C5-71112429BD42}" dt="2022-09-19T08:55:42.267" v="2476"/>
          <ac:grpSpMkLst>
            <pc:docMk/>
            <pc:sldMk cId="2912061255" sldId="618"/>
            <ac:grpSpMk id="1103" creationId="{21E27D60-C8EB-41A7-B695-D0505EFCE350}"/>
          </ac:grpSpMkLst>
        </pc:grpChg>
        <pc:grpChg chg="mod">
          <ac:chgData name="Deepika Vatsa" userId="f7100972-27fe-4ee6-8fb4-ec9b7931b409" providerId="ADAL" clId="{F37C4974-F220-459F-95C5-71112429BD42}" dt="2022-09-19T08:55:42.267" v="2476"/>
          <ac:grpSpMkLst>
            <pc:docMk/>
            <pc:sldMk cId="2912061255" sldId="618"/>
            <ac:grpSpMk id="1104" creationId="{EF265CC4-F8B0-4AD7-AB49-7271F19A587D}"/>
          </ac:grpSpMkLst>
        </pc:grpChg>
        <pc:grpChg chg="mod">
          <ac:chgData name="Deepika Vatsa" userId="f7100972-27fe-4ee6-8fb4-ec9b7931b409" providerId="ADAL" clId="{F37C4974-F220-459F-95C5-71112429BD42}" dt="2022-09-19T08:56:06.829" v="2484"/>
          <ac:grpSpMkLst>
            <pc:docMk/>
            <pc:sldMk cId="2912061255" sldId="618"/>
            <ac:grpSpMk id="1112" creationId="{596D50BF-8405-49CB-A9C3-286E1ACFE1A6}"/>
          </ac:grpSpMkLst>
        </pc:grpChg>
        <pc:grpChg chg="mod">
          <ac:chgData name="Deepika Vatsa" userId="f7100972-27fe-4ee6-8fb4-ec9b7931b409" providerId="ADAL" clId="{F37C4974-F220-459F-95C5-71112429BD42}" dt="2022-09-19T08:56:18.557" v="2487"/>
          <ac:grpSpMkLst>
            <pc:docMk/>
            <pc:sldMk cId="2912061255" sldId="618"/>
            <ac:grpSpMk id="1115" creationId="{211A1D65-A998-4710-81D9-279E5CD826F8}"/>
          </ac:grpSpMkLst>
        </pc:grpChg>
        <pc:grpChg chg="mod">
          <ac:chgData name="Deepika Vatsa" userId="f7100972-27fe-4ee6-8fb4-ec9b7931b409" providerId="ADAL" clId="{F37C4974-F220-459F-95C5-71112429BD42}" dt="2022-09-19T08:56:25.382" v="2497"/>
          <ac:grpSpMkLst>
            <pc:docMk/>
            <pc:sldMk cId="2912061255" sldId="618"/>
            <ac:grpSpMk id="1125" creationId="{1C32D655-691A-42CA-A619-A0BAD674ECE7}"/>
          </ac:grpSpMkLst>
        </pc:grpChg>
        <pc:grpChg chg="mod">
          <ac:chgData name="Deepika Vatsa" userId="f7100972-27fe-4ee6-8fb4-ec9b7931b409" providerId="ADAL" clId="{F37C4974-F220-459F-95C5-71112429BD42}" dt="2022-09-19T08:56:33.899" v="2505"/>
          <ac:grpSpMkLst>
            <pc:docMk/>
            <pc:sldMk cId="2912061255" sldId="618"/>
            <ac:grpSpMk id="1133" creationId="{7381CBCF-4F5B-4C58-B825-DAF63627C758}"/>
          </ac:grpSpMkLst>
        </pc:grpChg>
        <pc:picChg chg="mod">
          <ac:chgData name="Deepika Vatsa" userId="f7100972-27fe-4ee6-8fb4-ec9b7931b409" providerId="ADAL" clId="{F37C4974-F220-459F-95C5-71112429BD42}" dt="2022-09-19T08:42:16.552" v="1614" actId="1076"/>
          <ac:picMkLst>
            <pc:docMk/>
            <pc:sldMk cId="2912061255" sldId="618"/>
            <ac:picMk id="1026" creationId="{CB4655F8-6F20-4898-B1EB-FBDCD61A1D6D}"/>
          </ac:picMkLst>
        </pc:picChg>
        <pc:inkChg chg="del">
          <ac:chgData name="Deepika Vatsa" userId="f7100972-27fe-4ee6-8fb4-ec9b7931b409" providerId="ADAL" clId="{F37C4974-F220-459F-95C5-71112429BD42}" dt="2022-09-19T08:42:02.231" v="1612" actId="478"/>
          <ac:inkMkLst>
            <pc:docMk/>
            <pc:sldMk cId="2912061255" sldId="618"/>
            <ac:inkMk id="3" creationId="{3937D611-702E-4B27-84FD-10089D3C310B}"/>
          </ac:inkMkLst>
        </pc:inkChg>
        <pc:inkChg chg="add mod">
          <ac:chgData name="Deepika Vatsa" userId="f7100972-27fe-4ee6-8fb4-ec9b7931b409" providerId="ADAL" clId="{F37C4974-F220-459F-95C5-71112429BD42}" dt="2022-09-19T08:46:56.140" v="1786"/>
          <ac:inkMkLst>
            <pc:docMk/>
            <pc:sldMk cId="2912061255" sldId="618"/>
            <ac:inkMk id="5" creationId="{AF835A50-55D0-406B-AF73-ED1D431A2561}"/>
          </ac:inkMkLst>
        </pc:inkChg>
        <pc:inkChg chg="add mod">
          <ac:chgData name="Deepika Vatsa" userId="f7100972-27fe-4ee6-8fb4-ec9b7931b409" providerId="ADAL" clId="{F37C4974-F220-459F-95C5-71112429BD42}" dt="2022-09-19T08:46:56.140" v="1786"/>
          <ac:inkMkLst>
            <pc:docMk/>
            <pc:sldMk cId="2912061255" sldId="618"/>
            <ac:inkMk id="9" creationId="{61311007-2C09-4BF6-9E63-928FCE67FE19}"/>
          </ac:inkMkLst>
        </pc:inkChg>
        <pc:inkChg chg="del">
          <ac:chgData name="Deepika Vatsa" userId="f7100972-27fe-4ee6-8fb4-ec9b7931b409" providerId="ADAL" clId="{F37C4974-F220-459F-95C5-71112429BD42}" dt="2022-09-19T08:41:50.681" v="1609" actId="478"/>
          <ac:inkMkLst>
            <pc:docMk/>
            <pc:sldMk cId="2912061255" sldId="618"/>
            <ac:inkMk id="14" creationId="{AC9BD753-8D11-4E87-9B6E-EE3B1AF3A31C}"/>
          </ac:inkMkLst>
        </pc:inkChg>
        <pc:inkChg chg="add mod">
          <ac:chgData name="Deepika Vatsa" userId="f7100972-27fe-4ee6-8fb4-ec9b7931b409" providerId="ADAL" clId="{F37C4974-F220-459F-95C5-71112429BD42}" dt="2022-09-19T08:46:56.140" v="1786"/>
          <ac:inkMkLst>
            <pc:docMk/>
            <pc:sldMk cId="2912061255" sldId="618"/>
            <ac:inkMk id="23" creationId="{835730B3-86DE-4D44-BA96-3FAC70250049}"/>
          </ac:inkMkLst>
        </pc:inkChg>
        <pc:inkChg chg="add mod">
          <ac:chgData name="Deepika Vatsa" userId="f7100972-27fe-4ee6-8fb4-ec9b7931b409" providerId="ADAL" clId="{F37C4974-F220-459F-95C5-71112429BD42}" dt="2022-09-19T08:46:56.140" v="1786"/>
          <ac:inkMkLst>
            <pc:docMk/>
            <pc:sldMk cId="2912061255" sldId="618"/>
            <ac:inkMk id="27" creationId="{59E06AA4-B71C-4A12-BBA2-2145D27C64D3}"/>
          </ac:inkMkLst>
        </pc:inkChg>
        <pc:inkChg chg="add mod">
          <ac:chgData name="Deepika Vatsa" userId="f7100972-27fe-4ee6-8fb4-ec9b7931b409" providerId="ADAL" clId="{F37C4974-F220-459F-95C5-71112429BD42}" dt="2022-09-19T08:55:31.889" v="2462"/>
          <ac:inkMkLst>
            <pc:docMk/>
            <pc:sldMk cId="2912061255" sldId="618"/>
            <ac:inkMk id="29" creationId="{AA8413E8-FE13-41D6-8BD8-4A87A1C06BEF}"/>
          </ac:inkMkLst>
        </pc:inkChg>
        <pc:inkChg chg="add mod">
          <ac:chgData name="Deepika Vatsa" userId="f7100972-27fe-4ee6-8fb4-ec9b7931b409" providerId="ADAL" clId="{F37C4974-F220-459F-95C5-71112429BD42}" dt="2022-09-19T08:55:31.889" v="2462"/>
          <ac:inkMkLst>
            <pc:docMk/>
            <pc:sldMk cId="2912061255" sldId="618"/>
            <ac:inkMk id="30" creationId="{CD35C8FC-4D2D-4203-8081-F41B06E3BE9E}"/>
          </ac:inkMkLst>
        </pc:inkChg>
        <pc:inkChg chg="add mod">
          <ac:chgData name="Deepika Vatsa" userId="f7100972-27fe-4ee6-8fb4-ec9b7931b409" providerId="ADAL" clId="{F37C4974-F220-459F-95C5-71112429BD42}" dt="2022-09-19T08:55:31.889" v="2462"/>
          <ac:inkMkLst>
            <pc:docMk/>
            <pc:sldMk cId="2912061255" sldId="618"/>
            <ac:inkMk id="31" creationId="{78A28262-26C0-43D1-8C1A-0582F1EA0E79}"/>
          </ac:inkMkLst>
        </pc:inkChg>
        <pc:inkChg chg="add mod">
          <ac:chgData name="Deepika Vatsa" userId="f7100972-27fe-4ee6-8fb4-ec9b7931b409" providerId="ADAL" clId="{F37C4974-F220-459F-95C5-71112429BD42}" dt="2022-09-19T08:55:31.889" v="2462"/>
          <ac:inkMkLst>
            <pc:docMk/>
            <pc:sldMk cId="2912061255" sldId="618"/>
            <ac:inkMk id="32" creationId="{23DFB704-0048-4F67-8F3F-6BE2D492D079}"/>
          </ac:inkMkLst>
        </pc:inkChg>
        <pc:inkChg chg="add mod">
          <ac:chgData name="Deepika Vatsa" userId="f7100972-27fe-4ee6-8fb4-ec9b7931b409" providerId="ADAL" clId="{F37C4974-F220-459F-95C5-71112429BD42}" dt="2022-09-19T08:55:31.889" v="2462"/>
          <ac:inkMkLst>
            <pc:docMk/>
            <pc:sldMk cId="2912061255" sldId="618"/>
            <ac:inkMk id="33" creationId="{2C5086C1-58F8-4838-8E1D-37FD2A1CFAD4}"/>
          </ac:inkMkLst>
        </pc:inkChg>
        <pc:inkChg chg="add mod">
          <ac:chgData name="Deepika Vatsa" userId="f7100972-27fe-4ee6-8fb4-ec9b7931b409" providerId="ADAL" clId="{F37C4974-F220-459F-95C5-71112429BD42}" dt="2022-09-19T08:55:31.889" v="2462"/>
          <ac:inkMkLst>
            <pc:docMk/>
            <pc:sldMk cId="2912061255" sldId="618"/>
            <ac:inkMk id="34" creationId="{F828867B-1C96-4A56-9B1E-81E05851E344}"/>
          </ac:inkMkLst>
        </pc:inkChg>
        <pc:inkChg chg="add mod">
          <ac:chgData name="Deepika Vatsa" userId="f7100972-27fe-4ee6-8fb4-ec9b7931b409" providerId="ADAL" clId="{F37C4974-F220-459F-95C5-71112429BD42}" dt="2022-09-19T08:55:31.889" v="2462"/>
          <ac:inkMkLst>
            <pc:docMk/>
            <pc:sldMk cId="2912061255" sldId="618"/>
            <ac:inkMk id="35" creationId="{78CB209D-8EF7-4F06-A581-6362E215CFD4}"/>
          </ac:inkMkLst>
        </pc:inkChg>
        <pc:inkChg chg="add mod">
          <ac:chgData name="Deepika Vatsa" userId="f7100972-27fe-4ee6-8fb4-ec9b7931b409" providerId="ADAL" clId="{F37C4974-F220-459F-95C5-71112429BD42}" dt="2022-09-19T08:55:31.889" v="2462"/>
          <ac:inkMkLst>
            <pc:docMk/>
            <pc:sldMk cId="2912061255" sldId="618"/>
            <ac:inkMk id="36" creationId="{DE258CDB-9D26-4D9E-BE9C-46B60376EE6C}"/>
          </ac:inkMkLst>
        </pc:inkChg>
        <pc:inkChg chg="add mod">
          <ac:chgData name="Deepika Vatsa" userId="f7100972-27fe-4ee6-8fb4-ec9b7931b409" providerId="ADAL" clId="{F37C4974-F220-459F-95C5-71112429BD42}" dt="2022-09-19T08:55:31.889" v="2462"/>
          <ac:inkMkLst>
            <pc:docMk/>
            <pc:sldMk cId="2912061255" sldId="618"/>
            <ac:inkMk id="38" creationId="{F31594C5-B84B-462E-987C-E7538BCCD01B}"/>
          </ac:inkMkLst>
        </pc:inkChg>
        <pc:inkChg chg="add mod">
          <ac:chgData name="Deepika Vatsa" userId="f7100972-27fe-4ee6-8fb4-ec9b7931b409" providerId="ADAL" clId="{F37C4974-F220-459F-95C5-71112429BD42}" dt="2022-09-19T08:42:59.742" v="1647"/>
          <ac:inkMkLst>
            <pc:docMk/>
            <pc:sldMk cId="2912061255" sldId="618"/>
            <ac:inkMk id="40" creationId="{2BA94EB9-7A53-4354-94EC-490C949EB64C}"/>
          </ac:inkMkLst>
        </pc:inkChg>
        <pc:inkChg chg="add mod">
          <ac:chgData name="Deepika Vatsa" userId="f7100972-27fe-4ee6-8fb4-ec9b7931b409" providerId="ADAL" clId="{F37C4974-F220-459F-95C5-71112429BD42}" dt="2022-09-19T08:42:59.742" v="1647"/>
          <ac:inkMkLst>
            <pc:docMk/>
            <pc:sldMk cId="2912061255" sldId="618"/>
            <ac:inkMk id="41" creationId="{432091B2-3F6B-455F-9A83-0C778F43D90A}"/>
          </ac:inkMkLst>
        </pc:inkChg>
        <pc:inkChg chg="add mod">
          <ac:chgData name="Deepika Vatsa" userId="f7100972-27fe-4ee6-8fb4-ec9b7931b409" providerId="ADAL" clId="{F37C4974-F220-459F-95C5-71112429BD42}" dt="2022-09-19T08:42:59.742" v="1647"/>
          <ac:inkMkLst>
            <pc:docMk/>
            <pc:sldMk cId="2912061255" sldId="618"/>
            <ac:inkMk id="42" creationId="{E7529A7C-7B17-4740-81DD-4DEB7466E57E}"/>
          </ac:inkMkLst>
        </pc:inkChg>
        <pc:inkChg chg="add mod">
          <ac:chgData name="Deepika Vatsa" userId="f7100972-27fe-4ee6-8fb4-ec9b7931b409" providerId="ADAL" clId="{F37C4974-F220-459F-95C5-71112429BD42}" dt="2022-09-19T08:42:59.742" v="1647"/>
          <ac:inkMkLst>
            <pc:docMk/>
            <pc:sldMk cId="2912061255" sldId="618"/>
            <ac:inkMk id="43" creationId="{F68617EB-C3F8-4AAD-849F-A0983D33519D}"/>
          </ac:inkMkLst>
        </pc:inkChg>
        <pc:inkChg chg="add mod">
          <ac:chgData name="Deepika Vatsa" userId="f7100972-27fe-4ee6-8fb4-ec9b7931b409" providerId="ADAL" clId="{F37C4974-F220-459F-95C5-71112429BD42}" dt="2022-09-19T08:42:59.742" v="1647"/>
          <ac:inkMkLst>
            <pc:docMk/>
            <pc:sldMk cId="2912061255" sldId="618"/>
            <ac:inkMk id="44" creationId="{F3CEB01B-D882-4E66-AB7C-D28126185021}"/>
          </ac:inkMkLst>
        </pc:inkChg>
        <pc:inkChg chg="add mod">
          <ac:chgData name="Deepika Vatsa" userId="f7100972-27fe-4ee6-8fb4-ec9b7931b409" providerId="ADAL" clId="{F37C4974-F220-459F-95C5-71112429BD42}" dt="2022-09-19T08:42:59.742" v="1647"/>
          <ac:inkMkLst>
            <pc:docMk/>
            <pc:sldMk cId="2912061255" sldId="618"/>
            <ac:inkMk id="45" creationId="{A6A28C45-45E8-46CE-8141-0ED8DB9A4649}"/>
          </ac:inkMkLst>
        </pc:inkChg>
        <pc:inkChg chg="add mod">
          <ac:chgData name="Deepika Vatsa" userId="f7100972-27fe-4ee6-8fb4-ec9b7931b409" providerId="ADAL" clId="{F37C4974-F220-459F-95C5-71112429BD42}" dt="2022-09-19T08:42:59.742" v="1647"/>
          <ac:inkMkLst>
            <pc:docMk/>
            <pc:sldMk cId="2912061255" sldId="618"/>
            <ac:inkMk id="46" creationId="{6ED6F095-E099-4E95-9111-548DC5A0DA0E}"/>
          </ac:inkMkLst>
        </pc:inkChg>
        <pc:inkChg chg="add mod">
          <ac:chgData name="Deepika Vatsa" userId="f7100972-27fe-4ee6-8fb4-ec9b7931b409" providerId="ADAL" clId="{F37C4974-F220-459F-95C5-71112429BD42}" dt="2022-09-19T08:42:59.742" v="1647"/>
          <ac:inkMkLst>
            <pc:docMk/>
            <pc:sldMk cId="2912061255" sldId="618"/>
            <ac:inkMk id="47" creationId="{C940A36C-3893-4D4E-9D36-5F205FAFADD8}"/>
          </ac:inkMkLst>
        </pc:inkChg>
        <pc:inkChg chg="add mod">
          <ac:chgData name="Deepika Vatsa" userId="f7100972-27fe-4ee6-8fb4-ec9b7931b409" providerId="ADAL" clId="{F37C4974-F220-459F-95C5-71112429BD42}" dt="2022-09-19T08:43:04.572" v="1657"/>
          <ac:inkMkLst>
            <pc:docMk/>
            <pc:sldMk cId="2912061255" sldId="618"/>
            <ac:inkMk id="49" creationId="{51C09795-3529-4F3C-BF0A-21D3D7B12688}"/>
          </ac:inkMkLst>
        </pc:inkChg>
        <pc:inkChg chg="add mod">
          <ac:chgData name="Deepika Vatsa" userId="f7100972-27fe-4ee6-8fb4-ec9b7931b409" providerId="ADAL" clId="{F37C4974-F220-459F-95C5-71112429BD42}" dt="2022-09-19T08:43:04.572" v="1657"/>
          <ac:inkMkLst>
            <pc:docMk/>
            <pc:sldMk cId="2912061255" sldId="618"/>
            <ac:inkMk id="50" creationId="{BAAFC3DF-2708-46FC-98D9-20D2D4516A97}"/>
          </ac:inkMkLst>
        </pc:inkChg>
        <pc:inkChg chg="add mod">
          <ac:chgData name="Deepika Vatsa" userId="f7100972-27fe-4ee6-8fb4-ec9b7931b409" providerId="ADAL" clId="{F37C4974-F220-459F-95C5-71112429BD42}" dt="2022-09-19T08:43:04.572" v="1657"/>
          <ac:inkMkLst>
            <pc:docMk/>
            <pc:sldMk cId="2912061255" sldId="618"/>
            <ac:inkMk id="52" creationId="{CAA3941F-FC4E-413A-90EE-409728AFD9E7}"/>
          </ac:inkMkLst>
        </pc:inkChg>
        <pc:inkChg chg="add mod">
          <ac:chgData name="Deepika Vatsa" userId="f7100972-27fe-4ee6-8fb4-ec9b7931b409" providerId="ADAL" clId="{F37C4974-F220-459F-95C5-71112429BD42}" dt="2022-09-19T08:43:04.572" v="1657"/>
          <ac:inkMkLst>
            <pc:docMk/>
            <pc:sldMk cId="2912061255" sldId="618"/>
            <ac:inkMk id="53" creationId="{2594058D-F72D-4C77-82BE-2F7BB3453513}"/>
          </ac:inkMkLst>
        </pc:inkChg>
        <pc:inkChg chg="add mod">
          <ac:chgData name="Deepika Vatsa" userId="f7100972-27fe-4ee6-8fb4-ec9b7931b409" providerId="ADAL" clId="{F37C4974-F220-459F-95C5-71112429BD42}" dt="2022-09-19T08:43:04.572" v="1657"/>
          <ac:inkMkLst>
            <pc:docMk/>
            <pc:sldMk cId="2912061255" sldId="618"/>
            <ac:inkMk id="54" creationId="{9FE7AEBA-55B4-4328-9BBA-386384959940}"/>
          </ac:inkMkLst>
        </pc:inkChg>
        <pc:inkChg chg="add mod">
          <ac:chgData name="Deepika Vatsa" userId="f7100972-27fe-4ee6-8fb4-ec9b7931b409" providerId="ADAL" clId="{F37C4974-F220-459F-95C5-71112429BD42}" dt="2022-09-19T08:43:04.572" v="1657"/>
          <ac:inkMkLst>
            <pc:docMk/>
            <pc:sldMk cId="2912061255" sldId="618"/>
            <ac:inkMk id="55" creationId="{57085F9C-6BD9-4BD9-BC75-A82976478D2C}"/>
          </ac:inkMkLst>
        </pc:inkChg>
        <pc:inkChg chg="add mod">
          <ac:chgData name="Deepika Vatsa" userId="f7100972-27fe-4ee6-8fb4-ec9b7931b409" providerId="ADAL" clId="{F37C4974-F220-459F-95C5-71112429BD42}" dt="2022-09-19T08:43:04.572" v="1657"/>
          <ac:inkMkLst>
            <pc:docMk/>
            <pc:sldMk cId="2912061255" sldId="618"/>
            <ac:inkMk id="56" creationId="{A7618211-91F6-4378-88C4-3FCC922BE1D0}"/>
          </ac:inkMkLst>
        </pc:inkChg>
        <pc:inkChg chg="add mod">
          <ac:chgData name="Deepika Vatsa" userId="f7100972-27fe-4ee6-8fb4-ec9b7931b409" providerId="ADAL" clId="{F37C4974-F220-459F-95C5-71112429BD42}" dt="2022-09-19T08:43:04.572" v="1657"/>
          <ac:inkMkLst>
            <pc:docMk/>
            <pc:sldMk cId="2912061255" sldId="618"/>
            <ac:inkMk id="57" creationId="{282E0117-EA6C-42D0-B29E-75BF87CD4382}"/>
          </ac:inkMkLst>
        </pc:inkChg>
        <pc:inkChg chg="add mod">
          <ac:chgData name="Deepika Vatsa" userId="f7100972-27fe-4ee6-8fb4-ec9b7931b409" providerId="ADAL" clId="{F37C4974-F220-459F-95C5-71112429BD42}" dt="2022-09-19T08:43:30.928" v="1661"/>
          <ac:inkMkLst>
            <pc:docMk/>
            <pc:sldMk cId="2912061255" sldId="618"/>
            <ac:inkMk id="59" creationId="{56FDEE8D-8BD1-4A78-9041-C782749E0B81}"/>
          </ac:inkMkLst>
        </pc:inkChg>
        <pc:inkChg chg="add mod">
          <ac:chgData name="Deepika Vatsa" userId="f7100972-27fe-4ee6-8fb4-ec9b7931b409" providerId="ADAL" clId="{F37C4974-F220-459F-95C5-71112429BD42}" dt="2022-09-19T08:43:30.928" v="1661"/>
          <ac:inkMkLst>
            <pc:docMk/>
            <pc:sldMk cId="2912061255" sldId="618"/>
            <ac:inkMk id="60" creationId="{94AF48E9-6888-44CA-A6E2-1589121C71C6}"/>
          </ac:inkMkLst>
        </pc:inkChg>
        <pc:inkChg chg="add mod">
          <ac:chgData name="Deepika Vatsa" userId="f7100972-27fe-4ee6-8fb4-ec9b7931b409" providerId="ADAL" clId="{F37C4974-F220-459F-95C5-71112429BD42}" dt="2022-09-19T08:43:30.928" v="1661"/>
          <ac:inkMkLst>
            <pc:docMk/>
            <pc:sldMk cId="2912061255" sldId="618"/>
            <ac:inkMk id="61" creationId="{BA3DFF7A-EFB5-4EBA-A2C6-E23B8C63B6B1}"/>
          </ac:inkMkLst>
        </pc:inkChg>
        <pc:inkChg chg="add mod">
          <ac:chgData name="Deepika Vatsa" userId="f7100972-27fe-4ee6-8fb4-ec9b7931b409" providerId="ADAL" clId="{F37C4974-F220-459F-95C5-71112429BD42}" dt="2022-09-19T08:43:36.597" v="1666"/>
          <ac:inkMkLst>
            <pc:docMk/>
            <pc:sldMk cId="2912061255" sldId="618"/>
            <ac:inkMk id="63" creationId="{2B4AE355-B27C-4613-946A-9D32EE77BB06}"/>
          </ac:inkMkLst>
        </pc:inkChg>
        <pc:inkChg chg="add mod">
          <ac:chgData name="Deepika Vatsa" userId="f7100972-27fe-4ee6-8fb4-ec9b7931b409" providerId="ADAL" clId="{F37C4974-F220-459F-95C5-71112429BD42}" dt="2022-09-19T08:43:36.597" v="1666"/>
          <ac:inkMkLst>
            <pc:docMk/>
            <pc:sldMk cId="2912061255" sldId="618"/>
            <ac:inkMk id="1024" creationId="{81771B0B-2651-470D-8DA2-1C7E90550850}"/>
          </ac:inkMkLst>
        </pc:inkChg>
        <pc:inkChg chg="add mod">
          <ac:chgData name="Deepika Vatsa" userId="f7100972-27fe-4ee6-8fb4-ec9b7931b409" providerId="ADAL" clId="{F37C4974-F220-459F-95C5-71112429BD42}" dt="2022-09-19T08:43:36.597" v="1666"/>
          <ac:inkMkLst>
            <pc:docMk/>
            <pc:sldMk cId="2912061255" sldId="618"/>
            <ac:inkMk id="1025" creationId="{D4276839-7BA4-48FC-97F3-99797314A4DA}"/>
          </ac:inkMkLst>
        </pc:inkChg>
        <pc:inkChg chg="add mod">
          <ac:chgData name="Deepika Vatsa" userId="f7100972-27fe-4ee6-8fb4-ec9b7931b409" providerId="ADAL" clId="{F37C4974-F220-459F-95C5-71112429BD42}" dt="2022-09-19T08:43:36.597" v="1666"/>
          <ac:inkMkLst>
            <pc:docMk/>
            <pc:sldMk cId="2912061255" sldId="618"/>
            <ac:inkMk id="1027" creationId="{B95C8C79-AF12-42E1-AC78-8C7711A1314B}"/>
          </ac:inkMkLst>
        </pc:inkChg>
        <pc:inkChg chg="add mod">
          <ac:chgData name="Deepika Vatsa" userId="f7100972-27fe-4ee6-8fb4-ec9b7931b409" providerId="ADAL" clId="{F37C4974-F220-459F-95C5-71112429BD42}" dt="2022-09-19T08:45:19.870" v="1764"/>
          <ac:inkMkLst>
            <pc:docMk/>
            <pc:sldMk cId="2912061255" sldId="618"/>
            <ac:inkMk id="1029" creationId="{4530FB0F-02EB-4E7F-9333-5BABFB3D7DCD}"/>
          </ac:inkMkLst>
        </pc:inkChg>
        <pc:inkChg chg="add mod">
          <ac:chgData name="Deepika Vatsa" userId="f7100972-27fe-4ee6-8fb4-ec9b7931b409" providerId="ADAL" clId="{F37C4974-F220-459F-95C5-71112429BD42}" dt="2022-09-19T08:45:19.870" v="1764"/>
          <ac:inkMkLst>
            <pc:docMk/>
            <pc:sldMk cId="2912061255" sldId="618"/>
            <ac:inkMk id="1030" creationId="{30869B48-07BF-471F-9F5B-7BC9B9774905}"/>
          </ac:inkMkLst>
        </pc:inkChg>
        <pc:inkChg chg="add mod">
          <ac:chgData name="Deepika Vatsa" userId="f7100972-27fe-4ee6-8fb4-ec9b7931b409" providerId="ADAL" clId="{F37C4974-F220-459F-95C5-71112429BD42}" dt="2022-09-19T08:45:19.870" v="1764"/>
          <ac:inkMkLst>
            <pc:docMk/>
            <pc:sldMk cId="2912061255" sldId="618"/>
            <ac:inkMk id="1031" creationId="{1AC67E21-6013-46A1-BDF9-00F6C255AE60}"/>
          </ac:inkMkLst>
        </pc:inkChg>
        <pc:inkChg chg="add mod">
          <ac:chgData name="Deepika Vatsa" userId="f7100972-27fe-4ee6-8fb4-ec9b7931b409" providerId="ADAL" clId="{F37C4974-F220-459F-95C5-71112429BD42}" dt="2022-09-19T08:45:19.870" v="1764"/>
          <ac:inkMkLst>
            <pc:docMk/>
            <pc:sldMk cId="2912061255" sldId="618"/>
            <ac:inkMk id="1032" creationId="{210BD642-A076-423F-A491-3A419606F58C}"/>
          </ac:inkMkLst>
        </pc:inkChg>
        <pc:inkChg chg="add mod">
          <ac:chgData name="Deepika Vatsa" userId="f7100972-27fe-4ee6-8fb4-ec9b7931b409" providerId="ADAL" clId="{F37C4974-F220-459F-95C5-71112429BD42}" dt="2022-09-19T08:45:19.870" v="1764"/>
          <ac:inkMkLst>
            <pc:docMk/>
            <pc:sldMk cId="2912061255" sldId="618"/>
            <ac:inkMk id="1033" creationId="{D1CF473E-B83F-424E-8B98-FD6F7997B5CE}"/>
          </ac:inkMkLst>
        </pc:inkChg>
        <pc:inkChg chg="add mod">
          <ac:chgData name="Deepika Vatsa" userId="f7100972-27fe-4ee6-8fb4-ec9b7931b409" providerId="ADAL" clId="{F37C4974-F220-459F-95C5-71112429BD42}" dt="2022-09-19T08:45:19.870" v="1764"/>
          <ac:inkMkLst>
            <pc:docMk/>
            <pc:sldMk cId="2912061255" sldId="618"/>
            <ac:inkMk id="1034" creationId="{F7B11BBA-C7C2-45F7-89BB-906C8A057C31}"/>
          </ac:inkMkLst>
        </pc:inkChg>
        <pc:inkChg chg="add mod">
          <ac:chgData name="Deepika Vatsa" userId="f7100972-27fe-4ee6-8fb4-ec9b7931b409" providerId="ADAL" clId="{F37C4974-F220-459F-95C5-71112429BD42}" dt="2022-09-19T08:45:19.870" v="1764"/>
          <ac:inkMkLst>
            <pc:docMk/>
            <pc:sldMk cId="2912061255" sldId="618"/>
            <ac:inkMk id="1035" creationId="{0C81A2F6-80C4-4BAA-992E-85A12932E2EA}"/>
          </ac:inkMkLst>
        </pc:inkChg>
        <pc:inkChg chg="add mod">
          <ac:chgData name="Deepika Vatsa" userId="f7100972-27fe-4ee6-8fb4-ec9b7931b409" providerId="ADAL" clId="{F37C4974-F220-459F-95C5-71112429BD42}" dt="2022-09-19T08:45:19.870" v="1764"/>
          <ac:inkMkLst>
            <pc:docMk/>
            <pc:sldMk cId="2912061255" sldId="618"/>
            <ac:inkMk id="1036" creationId="{B34105AB-8029-48CC-A91F-F053419BFE1A}"/>
          </ac:inkMkLst>
        </pc:inkChg>
        <pc:inkChg chg="add mod">
          <ac:chgData name="Deepika Vatsa" userId="f7100972-27fe-4ee6-8fb4-ec9b7931b409" providerId="ADAL" clId="{F37C4974-F220-459F-95C5-71112429BD42}" dt="2022-09-19T08:45:19.870" v="1764"/>
          <ac:inkMkLst>
            <pc:docMk/>
            <pc:sldMk cId="2912061255" sldId="618"/>
            <ac:inkMk id="1037" creationId="{F97D3D63-524D-4B8A-8203-04DE30CB10B7}"/>
          </ac:inkMkLst>
        </pc:inkChg>
        <pc:inkChg chg="add mod">
          <ac:chgData name="Deepika Vatsa" userId="f7100972-27fe-4ee6-8fb4-ec9b7931b409" providerId="ADAL" clId="{F37C4974-F220-459F-95C5-71112429BD42}" dt="2022-09-19T08:45:19.870" v="1764"/>
          <ac:inkMkLst>
            <pc:docMk/>
            <pc:sldMk cId="2912061255" sldId="618"/>
            <ac:inkMk id="1038" creationId="{1BFFDBC8-F0F0-4006-8640-57EA29E3EFD9}"/>
          </ac:inkMkLst>
        </pc:inkChg>
        <pc:inkChg chg="add mod">
          <ac:chgData name="Deepika Vatsa" userId="f7100972-27fe-4ee6-8fb4-ec9b7931b409" providerId="ADAL" clId="{F37C4974-F220-459F-95C5-71112429BD42}" dt="2022-09-19T08:45:19.870" v="1764"/>
          <ac:inkMkLst>
            <pc:docMk/>
            <pc:sldMk cId="2912061255" sldId="618"/>
            <ac:inkMk id="1039" creationId="{227517F4-339A-4EA1-B02B-D3EC48CEA5B7}"/>
          </ac:inkMkLst>
        </pc:inkChg>
        <pc:inkChg chg="add">
          <ac:chgData name="Deepika Vatsa" userId="f7100972-27fe-4ee6-8fb4-ec9b7931b409" providerId="ADAL" clId="{F37C4974-F220-459F-95C5-71112429BD42}" dt="2022-09-19T08:45:25.599" v="1765" actId="9405"/>
          <ac:inkMkLst>
            <pc:docMk/>
            <pc:sldMk cId="2912061255" sldId="618"/>
            <ac:inkMk id="1041" creationId="{39311B7D-07FE-46C5-96BA-C3DE5B4A2FCF}"/>
          </ac:inkMkLst>
        </pc:inkChg>
        <pc:inkChg chg="add mod">
          <ac:chgData name="Deepika Vatsa" userId="f7100972-27fe-4ee6-8fb4-ec9b7931b409" providerId="ADAL" clId="{F37C4974-F220-459F-95C5-71112429BD42}" dt="2022-09-19T08:45:31.042" v="1773"/>
          <ac:inkMkLst>
            <pc:docMk/>
            <pc:sldMk cId="2912061255" sldId="618"/>
            <ac:inkMk id="1042" creationId="{31C71D08-3C31-41ED-AED6-B49CA69C7336}"/>
          </ac:inkMkLst>
        </pc:inkChg>
        <pc:inkChg chg="add mod">
          <ac:chgData name="Deepika Vatsa" userId="f7100972-27fe-4ee6-8fb4-ec9b7931b409" providerId="ADAL" clId="{F37C4974-F220-459F-95C5-71112429BD42}" dt="2022-09-19T08:45:31.042" v="1773"/>
          <ac:inkMkLst>
            <pc:docMk/>
            <pc:sldMk cId="2912061255" sldId="618"/>
            <ac:inkMk id="1043" creationId="{9A90F290-516B-4000-8F44-2D8C1269CF0F}"/>
          </ac:inkMkLst>
        </pc:inkChg>
        <pc:inkChg chg="add mod">
          <ac:chgData name="Deepika Vatsa" userId="f7100972-27fe-4ee6-8fb4-ec9b7931b409" providerId="ADAL" clId="{F37C4974-F220-459F-95C5-71112429BD42}" dt="2022-09-19T08:45:31.042" v="1773"/>
          <ac:inkMkLst>
            <pc:docMk/>
            <pc:sldMk cId="2912061255" sldId="618"/>
            <ac:inkMk id="1044" creationId="{A84917D6-0F30-410E-B966-35E1DACE274A}"/>
          </ac:inkMkLst>
        </pc:inkChg>
        <pc:inkChg chg="add mod">
          <ac:chgData name="Deepika Vatsa" userId="f7100972-27fe-4ee6-8fb4-ec9b7931b409" providerId="ADAL" clId="{F37C4974-F220-459F-95C5-71112429BD42}" dt="2022-09-19T08:45:31.042" v="1773"/>
          <ac:inkMkLst>
            <pc:docMk/>
            <pc:sldMk cId="2912061255" sldId="618"/>
            <ac:inkMk id="1045" creationId="{5FBF81E5-968A-4D1F-8F1A-C19D39B0C19F}"/>
          </ac:inkMkLst>
        </pc:inkChg>
        <pc:inkChg chg="add mod">
          <ac:chgData name="Deepika Vatsa" userId="f7100972-27fe-4ee6-8fb4-ec9b7931b409" providerId="ADAL" clId="{F37C4974-F220-459F-95C5-71112429BD42}" dt="2022-09-19T08:45:31.042" v="1773"/>
          <ac:inkMkLst>
            <pc:docMk/>
            <pc:sldMk cId="2912061255" sldId="618"/>
            <ac:inkMk id="1046" creationId="{A308AA8E-9696-4BBF-839A-5773F026B276}"/>
          </ac:inkMkLst>
        </pc:inkChg>
        <pc:inkChg chg="add mod">
          <ac:chgData name="Deepika Vatsa" userId="f7100972-27fe-4ee6-8fb4-ec9b7931b409" providerId="ADAL" clId="{F37C4974-F220-459F-95C5-71112429BD42}" dt="2022-09-19T08:45:31.042" v="1773"/>
          <ac:inkMkLst>
            <pc:docMk/>
            <pc:sldMk cId="2912061255" sldId="618"/>
            <ac:inkMk id="1047" creationId="{0A01CB91-05BB-4A79-A86A-CD6AF2534996}"/>
          </ac:inkMkLst>
        </pc:inkChg>
        <pc:inkChg chg="add mod">
          <ac:chgData name="Deepika Vatsa" userId="f7100972-27fe-4ee6-8fb4-ec9b7931b409" providerId="ADAL" clId="{F37C4974-F220-459F-95C5-71112429BD42}" dt="2022-09-19T08:45:31.042" v="1773"/>
          <ac:inkMkLst>
            <pc:docMk/>
            <pc:sldMk cId="2912061255" sldId="618"/>
            <ac:inkMk id="1048" creationId="{65A85A3C-B0E1-4BB7-B9F1-65E4FB2043A9}"/>
          </ac:inkMkLst>
        </pc:inkChg>
        <pc:inkChg chg="add mod">
          <ac:chgData name="Deepika Vatsa" userId="f7100972-27fe-4ee6-8fb4-ec9b7931b409" providerId="ADAL" clId="{F37C4974-F220-459F-95C5-71112429BD42}" dt="2022-09-19T08:46:56.140" v="1786"/>
          <ac:inkMkLst>
            <pc:docMk/>
            <pc:sldMk cId="2912061255" sldId="618"/>
            <ac:inkMk id="1050" creationId="{A82FDE26-A1A2-4414-B3E8-65562A2BBB6D}"/>
          </ac:inkMkLst>
        </pc:inkChg>
        <pc:inkChg chg="add mod">
          <ac:chgData name="Deepika Vatsa" userId="f7100972-27fe-4ee6-8fb4-ec9b7931b409" providerId="ADAL" clId="{F37C4974-F220-459F-95C5-71112429BD42}" dt="2022-09-19T08:46:56.140" v="1786"/>
          <ac:inkMkLst>
            <pc:docMk/>
            <pc:sldMk cId="2912061255" sldId="618"/>
            <ac:inkMk id="1051" creationId="{FA8D5068-B6D7-4A63-B01A-CE82C635054E}"/>
          </ac:inkMkLst>
        </pc:inkChg>
        <pc:inkChg chg="add mod">
          <ac:chgData name="Deepika Vatsa" userId="f7100972-27fe-4ee6-8fb4-ec9b7931b409" providerId="ADAL" clId="{F37C4974-F220-459F-95C5-71112429BD42}" dt="2022-09-19T08:46:56.140" v="1786"/>
          <ac:inkMkLst>
            <pc:docMk/>
            <pc:sldMk cId="2912061255" sldId="618"/>
            <ac:inkMk id="1052" creationId="{4B9EB55B-8CA7-41FE-A326-08E84223C086}"/>
          </ac:inkMkLst>
        </pc:inkChg>
        <pc:inkChg chg="add mod">
          <ac:chgData name="Deepika Vatsa" userId="f7100972-27fe-4ee6-8fb4-ec9b7931b409" providerId="ADAL" clId="{F37C4974-F220-459F-95C5-71112429BD42}" dt="2022-09-19T08:46:56.140" v="1786"/>
          <ac:inkMkLst>
            <pc:docMk/>
            <pc:sldMk cId="2912061255" sldId="618"/>
            <ac:inkMk id="1054" creationId="{BB6EF6C5-138C-4E7E-B6E2-DC76B6D6F367}"/>
          </ac:inkMkLst>
        </pc:inkChg>
        <pc:inkChg chg="add mod">
          <ac:chgData name="Deepika Vatsa" userId="f7100972-27fe-4ee6-8fb4-ec9b7931b409" providerId="ADAL" clId="{F37C4974-F220-459F-95C5-71112429BD42}" dt="2022-09-19T08:46:56.140" v="1786"/>
          <ac:inkMkLst>
            <pc:docMk/>
            <pc:sldMk cId="2912061255" sldId="618"/>
            <ac:inkMk id="1055" creationId="{C618D32E-AE88-4831-9386-D9CC94BE7557}"/>
          </ac:inkMkLst>
        </pc:inkChg>
        <pc:inkChg chg="add mod">
          <ac:chgData name="Deepika Vatsa" userId="f7100972-27fe-4ee6-8fb4-ec9b7931b409" providerId="ADAL" clId="{F37C4974-F220-459F-95C5-71112429BD42}" dt="2022-09-19T08:46:56.140" v="1786"/>
          <ac:inkMkLst>
            <pc:docMk/>
            <pc:sldMk cId="2912061255" sldId="618"/>
            <ac:inkMk id="1056" creationId="{33AD0382-7B26-4B71-8EB5-248DE55C0845}"/>
          </ac:inkMkLst>
        </pc:inkChg>
        <pc:inkChg chg="add mod">
          <ac:chgData name="Deepika Vatsa" userId="f7100972-27fe-4ee6-8fb4-ec9b7931b409" providerId="ADAL" clId="{F37C4974-F220-459F-95C5-71112429BD42}" dt="2022-09-19T08:46:56.140" v="1786"/>
          <ac:inkMkLst>
            <pc:docMk/>
            <pc:sldMk cId="2912061255" sldId="618"/>
            <ac:inkMk id="1057" creationId="{3083DCBA-C6E4-4C28-B3AD-91037925AB76}"/>
          </ac:inkMkLst>
        </pc:inkChg>
        <pc:inkChg chg="add mod">
          <ac:chgData name="Deepika Vatsa" userId="f7100972-27fe-4ee6-8fb4-ec9b7931b409" providerId="ADAL" clId="{F37C4974-F220-459F-95C5-71112429BD42}" dt="2022-09-19T08:46:56.140" v="1786"/>
          <ac:inkMkLst>
            <pc:docMk/>
            <pc:sldMk cId="2912061255" sldId="618"/>
            <ac:inkMk id="1059" creationId="{1EF15E35-90D0-4245-8856-A40AFC167B6D}"/>
          </ac:inkMkLst>
        </pc:inkChg>
        <pc:inkChg chg="add mod">
          <ac:chgData name="Deepika Vatsa" userId="f7100972-27fe-4ee6-8fb4-ec9b7931b409" providerId="ADAL" clId="{F37C4974-F220-459F-95C5-71112429BD42}" dt="2022-09-19T08:46:56.140" v="1786"/>
          <ac:inkMkLst>
            <pc:docMk/>
            <pc:sldMk cId="2912061255" sldId="618"/>
            <ac:inkMk id="1060" creationId="{6326809D-DC4A-4925-A240-25D5464B1B37}"/>
          </ac:inkMkLst>
        </pc:inkChg>
        <pc:inkChg chg="add mod">
          <ac:chgData name="Deepika Vatsa" userId="f7100972-27fe-4ee6-8fb4-ec9b7931b409" providerId="ADAL" clId="{F37C4974-F220-459F-95C5-71112429BD42}" dt="2022-09-19T08:46:56.140" v="1786"/>
          <ac:inkMkLst>
            <pc:docMk/>
            <pc:sldMk cId="2912061255" sldId="618"/>
            <ac:inkMk id="1061" creationId="{CA9F1371-FE70-4DA4-A22C-940EEE189246}"/>
          </ac:inkMkLst>
        </pc:inkChg>
        <pc:inkChg chg="add mod">
          <ac:chgData name="Deepika Vatsa" userId="f7100972-27fe-4ee6-8fb4-ec9b7931b409" providerId="ADAL" clId="{F37C4974-F220-459F-95C5-71112429BD42}" dt="2022-09-19T08:49:38.403" v="1973"/>
          <ac:inkMkLst>
            <pc:docMk/>
            <pc:sldMk cId="2912061255" sldId="618"/>
            <ac:inkMk id="1063" creationId="{CEF0CEF0-24BB-4B10-958B-B3BB1239F37C}"/>
          </ac:inkMkLst>
        </pc:inkChg>
        <pc:inkChg chg="add mod">
          <ac:chgData name="Deepika Vatsa" userId="f7100972-27fe-4ee6-8fb4-ec9b7931b409" providerId="ADAL" clId="{F37C4974-F220-459F-95C5-71112429BD42}" dt="2022-09-19T08:49:38.403" v="1973"/>
          <ac:inkMkLst>
            <pc:docMk/>
            <pc:sldMk cId="2912061255" sldId="618"/>
            <ac:inkMk id="1064" creationId="{9CF8819E-C66A-4734-8907-685A8D4020BE}"/>
          </ac:inkMkLst>
        </pc:inkChg>
        <pc:inkChg chg="add mod">
          <ac:chgData name="Deepika Vatsa" userId="f7100972-27fe-4ee6-8fb4-ec9b7931b409" providerId="ADAL" clId="{F37C4974-F220-459F-95C5-71112429BD42}" dt="2022-09-19T08:49:38.403" v="1973"/>
          <ac:inkMkLst>
            <pc:docMk/>
            <pc:sldMk cId="2912061255" sldId="618"/>
            <ac:inkMk id="1065" creationId="{96C42763-856C-4544-A42C-DA914025DBE7}"/>
          </ac:inkMkLst>
        </pc:inkChg>
        <pc:inkChg chg="add mod">
          <ac:chgData name="Deepika Vatsa" userId="f7100972-27fe-4ee6-8fb4-ec9b7931b409" providerId="ADAL" clId="{F37C4974-F220-459F-95C5-71112429BD42}" dt="2022-09-19T08:49:38.403" v="1973"/>
          <ac:inkMkLst>
            <pc:docMk/>
            <pc:sldMk cId="2912061255" sldId="618"/>
            <ac:inkMk id="1066" creationId="{42D16703-C9D2-4196-BF5B-0B0A32F84CC1}"/>
          </ac:inkMkLst>
        </pc:inkChg>
        <pc:inkChg chg="add mod">
          <ac:chgData name="Deepika Vatsa" userId="f7100972-27fe-4ee6-8fb4-ec9b7931b409" providerId="ADAL" clId="{F37C4974-F220-459F-95C5-71112429BD42}" dt="2022-09-19T08:49:38.403" v="1973"/>
          <ac:inkMkLst>
            <pc:docMk/>
            <pc:sldMk cId="2912061255" sldId="618"/>
            <ac:inkMk id="1067" creationId="{1DA1C7DF-91DF-45B3-A02B-220688B67BD3}"/>
          </ac:inkMkLst>
        </pc:inkChg>
        <pc:inkChg chg="add mod">
          <ac:chgData name="Deepika Vatsa" userId="f7100972-27fe-4ee6-8fb4-ec9b7931b409" providerId="ADAL" clId="{F37C4974-F220-459F-95C5-71112429BD42}" dt="2022-09-19T08:51:37.962" v="2167"/>
          <ac:inkMkLst>
            <pc:docMk/>
            <pc:sldMk cId="2912061255" sldId="618"/>
            <ac:inkMk id="1069" creationId="{FF565BC1-2304-4DAC-9C00-8DD79C563FEA}"/>
          </ac:inkMkLst>
        </pc:inkChg>
        <pc:inkChg chg="add mod">
          <ac:chgData name="Deepika Vatsa" userId="f7100972-27fe-4ee6-8fb4-ec9b7931b409" providerId="ADAL" clId="{F37C4974-F220-459F-95C5-71112429BD42}" dt="2022-09-19T08:51:37.962" v="2167"/>
          <ac:inkMkLst>
            <pc:docMk/>
            <pc:sldMk cId="2912061255" sldId="618"/>
            <ac:inkMk id="1070" creationId="{1A04902F-2BBE-4544-A187-CB1991B1D151}"/>
          </ac:inkMkLst>
        </pc:inkChg>
        <pc:inkChg chg="add mod">
          <ac:chgData name="Deepika Vatsa" userId="f7100972-27fe-4ee6-8fb4-ec9b7931b409" providerId="ADAL" clId="{F37C4974-F220-459F-95C5-71112429BD42}" dt="2022-09-19T08:51:37.962" v="2167"/>
          <ac:inkMkLst>
            <pc:docMk/>
            <pc:sldMk cId="2912061255" sldId="618"/>
            <ac:inkMk id="1071" creationId="{67FD5225-E6B3-4B0B-8416-391C190A0FB3}"/>
          </ac:inkMkLst>
        </pc:inkChg>
        <pc:inkChg chg="add mod">
          <ac:chgData name="Deepika Vatsa" userId="f7100972-27fe-4ee6-8fb4-ec9b7931b409" providerId="ADAL" clId="{F37C4974-F220-459F-95C5-71112429BD42}" dt="2022-09-19T08:51:37.962" v="2167"/>
          <ac:inkMkLst>
            <pc:docMk/>
            <pc:sldMk cId="2912061255" sldId="618"/>
            <ac:inkMk id="1072" creationId="{19CFC30B-F162-4F02-B472-BC60A5F02AF6}"/>
          </ac:inkMkLst>
        </pc:inkChg>
        <pc:inkChg chg="add mod">
          <ac:chgData name="Deepika Vatsa" userId="f7100972-27fe-4ee6-8fb4-ec9b7931b409" providerId="ADAL" clId="{F37C4974-F220-459F-95C5-71112429BD42}" dt="2022-09-19T08:51:37.962" v="2167"/>
          <ac:inkMkLst>
            <pc:docMk/>
            <pc:sldMk cId="2912061255" sldId="618"/>
            <ac:inkMk id="1073" creationId="{6AED410F-EE27-42D0-8054-44B18CC1B801}"/>
          </ac:inkMkLst>
        </pc:inkChg>
        <pc:inkChg chg="add mod">
          <ac:chgData name="Deepika Vatsa" userId="f7100972-27fe-4ee6-8fb4-ec9b7931b409" providerId="ADAL" clId="{F37C4974-F220-459F-95C5-71112429BD42}" dt="2022-09-19T08:51:37.962" v="2167"/>
          <ac:inkMkLst>
            <pc:docMk/>
            <pc:sldMk cId="2912061255" sldId="618"/>
            <ac:inkMk id="1074" creationId="{62267FB5-1473-4F92-A197-A044DCBB865C}"/>
          </ac:inkMkLst>
        </pc:inkChg>
        <pc:inkChg chg="add mod">
          <ac:chgData name="Deepika Vatsa" userId="f7100972-27fe-4ee6-8fb4-ec9b7931b409" providerId="ADAL" clId="{F37C4974-F220-459F-95C5-71112429BD42}" dt="2022-09-19T08:51:37.962" v="2167"/>
          <ac:inkMkLst>
            <pc:docMk/>
            <pc:sldMk cId="2912061255" sldId="618"/>
            <ac:inkMk id="1076" creationId="{851CC307-6A5D-48EE-AEA1-D05EC8AD2D3B}"/>
          </ac:inkMkLst>
        </pc:inkChg>
        <pc:inkChg chg="add mod">
          <ac:chgData name="Deepika Vatsa" userId="f7100972-27fe-4ee6-8fb4-ec9b7931b409" providerId="ADAL" clId="{F37C4974-F220-459F-95C5-71112429BD42}" dt="2022-09-19T08:55:31.889" v="2462"/>
          <ac:inkMkLst>
            <pc:docMk/>
            <pc:sldMk cId="2912061255" sldId="618"/>
            <ac:inkMk id="1078" creationId="{91B10466-F039-4160-ACF9-E53071CB236E}"/>
          </ac:inkMkLst>
        </pc:inkChg>
        <pc:inkChg chg="add mod">
          <ac:chgData name="Deepika Vatsa" userId="f7100972-27fe-4ee6-8fb4-ec9b7931b409" providerId="ADAL" clId="{F37C4974-F220-459F-95C5-71112429BD42}" dt="2022-09-19T08:55:31.889" v="2462"/>
          <ac:inkMkLst>
            <pc:docMk/>
            <pc:sldMk cId="2912061255" sldId="618"/>
            <ac:inkMk id="1079" creationId="{2C61E36C-7E85-46D0-AA6B-87D6D2D0AF38}"/>
          </ac:inkMkLst>
        </pc:inkChg>
        <pc:inkChg chg="add mod">
          <ac:chgData name="Deepika Vatsa" userId="f7100972-27fe-4ee6-8fb4-ec9b7931b409" providerId="ADAL" clId="{F37C4974-F220-459F-95C5-71112429BD42}" dt="2022-09-19T08:55:31.889" v="2462"/>
          <ac:inkMkLst>
            <pc:docMk/>
            <pc:sldMk cId="2912061255" sldId="618"/>
            <ac:inkMk id="1080" creationId="{3560F522-4F52-4607-92CF-70FDBA61F573}"/>
          </ac:inkMkLst>
        </pc:inkChg>
        <pc:inkChg chg="add mod">
          <ac:chgData name="Deepika Vatsa" userId="f7100972-27fe-4ee6-8fb4-ec9b7931b409" providerId="ADAL" clId="{F37C4974-F220-459F-95C5-71112429BD42}" dt="2022-09-19T08:55:31.889" v="2462"/>
          <ac:inkMkLst>
            <pc:docMk/>
            <pc:sldMk cId="2912061255" sldId="618"/>
            <ac:inkMk id="1082" creationId="{34DF0DE2-4A6B-46CF-A678-707A573A3F7C}"/>
          </ac:inkMkLst>
        </pc:inkChg>
        <pc:inkChg chg="add mod">
          <ac:chgData name="Deepika Vatsa" userId="f7100972-27fe-4ee6-8fb4-ec9b7931b409" providerId="ADAL" clId="{F37C4974-F220-459F-95C5-71112429BD42}" dt="2022-09-19T08:55:31.889" v="2462"/>
          <ac:inkMkLst>
            <pc:docMk/>
            <pc:sldMk cId="2912061255" sldId="618"/>
            <ac:inkMk id="1083" creationId="{2F72DF47-169D-42EB-BD14-E07D6C35DB32}"/>
          </ac:inkMkLst>
        </pc:inkChg>
        <pc:inkChg chg="add mod">
          <ac:chgData name="Deepika Vatsa" userId="f7100972-27fe-4ee6-8fb4-ec9b7931b409" providerId="ADAL" clId="{F37C4974-F220-459F-95C5-71112429BD42}" dt="2022-09-19T08:55:31.889" v="2462"/>
          <ac:inkMkLst>
            <pc:docMk/>
            <pc:sldMk cId="2912061255" sldId="618"/>
            <ac:inkMk id="1084" creationId="{CB7A8768-FBEE-4DB4-9C9F-ECC2355901A8}"/>
          </ac:inkMkLst>
        </pc:inkChg>
        <pc:inkChg chg="add mod">
          <ac:chgData name="Deepika Vatsa" userId="f7100972-27fe-4ee6-8fb4-ec9b7931b409" providerId="ADAL" clId="{F37C4974-F220-459F-95C5-71112429BD42}" dt="2022-09-19T08:55:31.889" v="2462"/>
          <ac:inkMkLst>
            <pc:docMk/>
            <pc:sldMk cId="2912061255" sldId="618"/>
            <ac:inkMk id="1085" creationId="{4F68EE93-82B0-436F-BA92-03859BC8524C}"/>
          </ac:inkMkLst>
        </pc:inkChg>
        <pc:inkChg chg="add mod">
          <ac:chgData name="Deepika Vatsa" userId="f7100972-27fe-4ee6-8fb4-ec9b7931b409" providerId="ADAL" clId="{F37C4974-F220-459F-95C5-71112429BD42}" dt="2022-09-19T08:55:31.889" v="2462"/>
          <ac:inkMkLst>
            <pc:docMk/>
            <pc:sldMk cId="2912061255" sldId="618"/>
            <ac:inkMk id="1087" creationId="{387FEC4E-74AE-4A61-B252-C8B1B132C7F3}"/>
          </ac:inkMkLst>
        </pc:inkChg>
        <pc:inkChg chg="add mod">
          <ac:chgData name="Deepika Vatsa" userId="f7100972-27fe-4ee6-8fb4-ec9b7931b409" providerId="ADAL" clId="{F37C4974-F220-459F-95C5-71112429BD42}" dt="2022-09-19T08:55:42.267" v="2476"/>
          <ac:inkMkLst>
            <pc:docMk/>
            <pc:sldMk cId="2912061255" sldId="618"/>
            <ac:inkMk id="1089" creationId="{E3738560-08F5-4C17-B650-5DE1BBCFC9F2}"/>
          </ac:inkMkLst>
        </pc:inkChg>
        <pc:inkChg chg="add mod">
          <ac:chgData name="Deepika Vatsa" userId="f7100972-27fe-4ee6-8fb4-ec9b7931b409" providerId="ADAL" clId="{F37C4974-F220-459F-95C5-71112429BD42}" dt="2022-09-19T08:55:42.267" v="2476"/>
          <ac:inkMkLst>
            <pc:docMk/>
            <pc:sldMk cId="2912061255" sldId="618"/>
            <ac:inkMk id="1090" creationId="{98D24C96-494E-4A4F-BF60-64E55721E1C0}"/>
          </ac:inkMkLst>
        </pc:inkChg>
        <pc:inkChg chg="add mod">
          <ac:chgData name="Deepika Vatsa" userId="f7100972-27fe-4ee6-8fb4-ec9b7931b409" providerId="ADAL" clId="{F37C4974-F220-459F-95C5-71112429BD42}" dt="2022-09-19T08:55:42.267" v="2476"/>
          <ac:inkMkLst>
            <pc:docMk/>
            <pc:sldMk cId="2912061255" sldId="618"/>
            <ac:inkMk id="1091" creationId="{77336230-D6E5-4441-97B3-A8C8A979CAA5}"/>
          </ac:inkMkLst>
        </pc:inkChg>
        <pc:inkChg chg="add">
          <ac:chgData name="Deepika Vatsa" userId="f7100972-27fe-4ee6-8fb4-ec9b7931b409" providerId="ADAL" clId="{F37C4974-F220-459F-95C5-71112429BD42}" dt="2022-09-19T08:55:34.733" v="2466" actId="9405"/>
          <ac:inkMkLst>
            <pc:docMk/>
            <pc:sldMk cId="2912061255" sldId="618"/>
            <ac:inkMk id="1092" creationId="{8400042D-ABB0-4EBC-89E0-18C6CD52BE4C}"/>
          </ac:inkMkLst>
        </pc:inkChg>
        <pc:inkChg chg="add">
          <ac:chgData name="Deepika Vatsa" userId="f7100972-27fe-4ee6-8fb4-ec9b7931b409" providerId="ADAL" clId="{F37C4974-F220-459F-95C5-71112429BD42}" dt="2022-09-19T08:55:35.097" v="2467" actId="9405"/>
          <ac:inkMkLst>
            <pc:docMk/>
            <pc:sldMk cId="2912061255" sldId="618"/>
            <ac:inkMk id="1093" creationId="{A9B5F7E8-F097-43A6-8290-0472441FB449}"/>
          </ac:inkMkLst>
        </pc:inkChg>
        <pc:inkChg chg="add mod">
          <ac:chgData name="Deepika Vatsa" userId="f7100972-27fe-4ee6-8fb4-ec9b7931b409" providerId="ADAL" clId="{F37C4974-F220-459F-95C5-71112429BD42}" dt="2022-09-19T08:55:42.267" v="2476"/>
          <ac:inkMkLst>
            <pc:docMk/>
            <pc:sldMk cId="2912061255" sldId="618"/>
            <ac:inkMk id="1094" creationId="{1B0DED3A-2293-4725-A2C1-25E6BF9B426A}"/>
          </ac:inkMkLst>
        </pc:inkChg>
        <pc:inkChg chg="add mod">
          <ac:chgData name="Deepika Vatsa" userId="f7100972-27fe-4ee6-8fb4-ec9b7931b409" providerId="ADAL" clId="{F37C4974-F220-459F-95C5-71112429BD42}" dt="2022-09-19T08:55:42.267" v="2476"/>
          <ac:inkMkLst>
            <pc:docMk/>
            <pc:sldMk cId="2912061255" sldId="618"/>
            <ac:inkMk id="1095" creationId="{6856FA49-63C7-43E6-A547-A3670CBEB0DE}"/>
          </ac:inkMkLst>
        </pc:inkChg>
        <pc:inkChg chg="add mod">
          <ac:chgData name="Deepika Vatsa" userId="f7100972-27fe-4ee6-8fb4-ec9b7931b409" providerId="ADAL" clId="{F37C4974-F220-459F-95C5-71112429BD42}" dt="2022-09-19T08:55:42.267" v="2476"/>
          <ac:inkMkLst>
            <pc:docMk/>
            <pc:sldMk cId="2912061255" sldId="618"/>
            <ac:inkMk id="1096" creationId="{AB2F832F-89BB-47DB-BBBC-86C115AE28F4}"/>
          </ac:inkMkLst>
        </pc:inkChg>
        <pc:inkChg chg="add mod">
          <ac:chgData name="Deepika Vatsa" userId="f7100972-27fe-4ee6-8fb4-ec9b7931b409" providerId="ADAL" clId="{F37C4974-F220-459F-95C5-71112429BD42}" dt="2022-09-19T08:55:42.267" v="2476"/>
          <ac:inkMkLst>
            <pc:docMk/>
            <pc:sldMk cId="2912061255" sldId="618"/>
            <ac:inkMk id="1097" creationId="{501589CF-CDE3-4980-B53C-6DC7B5B67243}"/>
          </ac:inkMkLst>
        </pc:inkChg>
        <pc:inkChg chg="add mod">
          <ac:chgData name="Deepika Vatsa" userId="f7100972-27fe-4ee6-8fb4-ec9b7931b409" providerId="ADAL" clId="{F37C4974-F220-459F-95C5-71112429BD42}" dt="2022-09-19T08:55:42.267" v="2476"/>
          <ac:inkMkLst>
            <pc:docMk/>
            <pc:sldMk cId="2912061255" sldId="618"/>
            <ac:inkMk id="1098" creationId="{70EC6BCD-407A-46DC-87C7-69754EAB05FC}"/>
          </ac:inkMkLst>
        </pc:inkChg>
        <pc:inkChg chg="add mod">
          <ac:chgData name="Deepika Vatsa" userId="f7100972-27fe-4ee6-8fb4-ec9b7931b409" providerId="ADAL" clId="{F37C4974-F220-459F-95C5-71112429BD42}" dt="2022-09-19T08:55:42.267" v="2476"/>
          <ac:inkMkLst>
            <pc:docMk/>
            <pc:sldMk cId="2912061255" sldId="618"/>
            <ac:inkMk id="1099" creationId="{2BC8B7C2-8EDE-49C9-B78D-EB1F521161DF}"/>
          </ac:inkMkLst>
        </pc:inkChg>
        <pc:inkChg chg="add mod">
          <ac:chgData name="Deepika Vatsa" userId="f7100972-27fe-4ee6-8fb4-ec9b7931b409" providerId="ADAL" clId="{F37C4974-F220-459F-95C5-71112429BD42}" dt="2022-09-19T08:55:42.267" v="2476"/>
          <ac:inkMkLst>
            <pc:docMk/>
            <pc:sldMk cId="2912061255" sldId="618"/>
            <ac:inkMk id="1100" creationId="{F198F9C8-596A-48C6-9596-ABD33C8EEED5}"/>
          </ac:inkMkLst>
        </pc:inkChg>
        <pc:inkChg chg="add mod">
          <ac:chgData name="Deepika Vatsa" userId="f7100972-27fe-4ee6-8fb4-ec9b7931b409" providerId="ADAL" clId="{F37C4974-F220-459F-95C5-71112429BD42}" dt="2022-09-19T08:55:42.267" v="2476"/>
          <ac:inkMkLst>
            <pc:docMk/>
            <pc:sldMk cId="2912061255" sldId="618"/>
            <ac:inkMk id="1101" creationId="{C64FB7FC-4144-4351-9732-62D5A1ED0C61}"/>
          </ac:inkMkLst>
        </pc:inkChg>
        <pc:inkChg chg="add">
          <ac:chgData name="Deepika Vatsa" userId="f7100972-27fe-4ee6-8fb4-ec9b7931b409" providerId="ADAL" clId="{F37C4974-F220-459F-95C5-71112429BD42}" dt="2022-09-19T08:56:01.891" v="2477" actId="9405"/>
          <ac:inkMkLst>
            <pc:docMk/>
            <pc:sldMk cId="2912061255" sldId="618"/>
            <ac:inkMk id="1105" creationId="{085ADDFD-55FA-481A-A7C0-A2719E745A5E}"/>
          </ac:inkMkLst>
        </pc:inkChg>
        <pc:inkChg chg="add">
          <ac:chgData name="Deepika Vatsa" userId="f7100972-27fe-4ee6-8fb4-ec9b7931b409" providerId="ADAL" clId="{F37C4974-F220-459F-95C5-71112429BD42}" dt="2022-09-19T08:56:02.226" v="2478" actId="9405"/>
          <ac:inkMkLst>
            <pc:docMk/>
            <pc:sldMk cId="2912061255" sldId="618"/>
            <ac:inkMk id="1106" creationId="{EC428D27-191A-40BB-85E1-28D8AAA620F0}"/>
          </ac:inkMkLst>
        </pc:inkChg>
        <pc:inkChg chg="add mod">
          <ac:chgData name="Deepika Vatsa" userId="f7100972-27fe-4ee6-8fb4-ec9b7931b409" providerId="ADAL" clId="{F37C4974-F220-459F-95C5-71112429BD42}" dt="2022-09-19T08:56:06.829" v="2484"/>
          <ac:inkMkLst>
            <pc:docMk/>
            <pc:sldMk cId="2912061255" sldId="618"/>
            <ac:inkMk id="1107" creationId="{28D3EE58-49F3-447D-96C1-6AC33A9E9B2C}"/>
          </ac:inkMkLst>
        </pc:inkChg>
        <pc:inkChg chg="add mod">
          <ac:chgData name="Deepika Vatsa" userId="f7100972-27fe-4ee6-8fb4-ec9b7931b409" providerId="ADAL" clId="{F37C4974-F220-459F-95C5-71112429BD42}" dt="2022-09-19T08:56:06.829" v="2484"/>
          <ac:inkMkLst>
            <pc:docMk/>
            <pc:sldMk cId="2912061255" sldId="618"/>
            <ac:inkMk id="1108" creationId="{0A1A4E1A-11B5-40E1-B05F-4F0B24C7FE18}"/>
          </ac:inkMkLst>
        </pc:inkChg>
        <pc:inkChg chg="add mod">
          <ac:chgData name="Deepika Vatsa" userId="f7100972-27fe-4ee6-8fb4-ec9b7931b409" providerId="ADAL" clId="{F37C4974-F220-459F-95C5-71112429BD42}" dt="2022-09-19T08:56:06.829" v="2484"/>
          <ac:inkMkLst>
            <pc:docMk/>
            <pc:sldMk cId="2912061255" sldId="618"/>
            <ac:inkMk id="1109" creationId="{CB4CF95A-899C-46CE-8E28-8DD67C12B609}"/>
          </ac:inkMkLst>
        </pc:inkChg>
        <pc:inkChg chg="add mod">
          <ac:chgData name="Deepika Vatsa" userId="f7100972-27fe-4ee6-8fb4-ec9b7931b409" providerId="ADAL" clId="{F37C4974-F220-459F-95C5-71112429BD42}" dt="2022-09-19T08:56:06.829" v="2484"/>
          <ac:inkMkLst>
            <pc:docMk/>
            <pc:sldMk cId="2912061255" sldId="618"/>
            <ac:inkMk id="1110" creationId="{9CEBAA1E-AB2A-413A-AC3A-4BD35F7D6631}"/>
          </ac:inkMkLst>
        </pc:inkChg>
        <pc:inkChg chg="add mod">
          <ac:chgData name="Deepika Vatsa" userId="f7100972-27fe-4ee6-8fb4-ec9b7931b409" providerId="ADAL" clId="{F37C4974-F220-459F-95C5-71112429BD42}" dt="2022-09-19T08:56:06.829" v="2484"/>
          <ac:inkMkLst>
            <pc:docMk/>
            <pc:sldMk cId="2912061255" sldId="618"/>
            <ac:inkMk id="1111" creationId="{1F906C3E-FBD7-47D8-A059-83375D2C5823}"/>
          </ac:inkMkLst>
        </pc:inkChg>
        <pc:inkChg chg="add mod">
          <ac:chgData name="Deepika Vatsa" userId="f7100972-27fe-4ee6-8fb4-ec9b7931b409" providerId="ADAL" clId="{F37C4974-F220-459F-95C5-71112429BD42}" dt="2022-09-19T08:56:18.557" v="2487"/>
          <ac:inkMkLst>
            <pc:docMk/>
            <pc:sldMk cId="2912061255" sldId="618"/>
            <ac:inkMk id="1113" creationId="{59AC539B-CA48-46F5-B872-E37ED2D3E7A1}"/>
          </ac:inkMkLst>
        </pc:inkChg>
        <pc:inkChg chg="add mod">
          <ac:chgData name="Deepika Vatsa" userId="f7100972-27fe-4ee6-8fb4-ec9b7931b409" providerId="ADAL" clId="{F37C4974-F220-459F-95C5-71112429BD42}" dt="2022-09-19T08:56:18.557" v="2487"/>
          <ac:inkMkLst>
            <pc:docMk/>
            <pc:sldMk cId="2912061255" sldId="618"/>
            <ac:inkMk id="1114" creationId="{1458EE08-BEB5-44C5-8854-25EA0ED869B8}"/>
          </ac:inkMkLst>
        </pc:inkChg>
        <pc:inkChg chg="add mod">
          <ac:chgData name="Deepika Vatsa" userId="f7100972-27fe-4ee6-8fb4-ec9b7931b409" providerId="ADAL" clId="{F37C4974-F220-459F-95C5-71112429BD42}" dt="2022-09-19T08:56:25.382" v="2497"/>
          <ac:inkMkLst>
            <pc:docMk/>
            <pc:sldMk cId="2912061255" sldId="618"/>
            <ac:inkMk id="1116" creationId="{7D6503B5-932A-46C8-999E-67BA59D60CAC}"/>
          </ac:inkMkLst>
        </pc:inkChg>
        <pc:inkChg chg="add mod">
          <ac:chgData name="Deepika Vatsa" userId="f7100972-27fe-4ee6-8fb4-ec9b7931b409" providerId="ADAL" clId="{F37C4974-F220-459F-95C5-71112429BD42}" dt="2022-09-19T08:56:25.382" v="2497"/>
          <ac:inkMkLst>
            <pc:docMk/>
            <pc:sldMk cId="2912061255" sldId="618"/>
            <ac:inkMk id="1117" creationId="{1B3D7DB7-7FBC-4681-8CAD-933E8A4B9F91}"/>
          </ac:inkMkLst>
        </pc:inkChg>
        <pc:inkChg chg="add mod">
          <ac:chgData name="Deepika Vatsa" userId="f7100972-27fe-4ee6-8fb4-ec9b7931b409" providerId="ADAL" clId="{F37C4974-F220-459F-95C5-71112429BD42}" dt="2022-09-19T08:56:25.382" v="2497"/>
          <ac:inkMkLst>
            <pc:docMk/>
            <pc:sldMk cId="2912061255" sldId="618"/>
            <ac:inkMk id="1118" creationId="{0936D92E-DD7A-4231-B935-29F4A8E6606B}"/>
          </ac:inkMkLst>
        </pc:inkChg>
        <pc:inkChg chg="add mod">
          <ac:chgData name="Deepika Vatsa" userId="f7100972-27fe-4ee6-8fb4-ec9b7931b409" providerId="ADAL" clId="{F37C4974-F220-459F-95C5-71112429BD42}" dt="2022-09-19T08:56:25.382" v="2497"/>
          <ac:inkMkLst>
            <pc:docMk/>
            <pc:sldMk cId="2912061255" sldId="618"/>
            <ac:inkMk id="1119" creationId="{9ED2A939-2966-4FA9-8289-68EF7FD083CE}"/>
          </ac:inkMkLst>
        </pc:inkChg>
        <pc:inkChg chg="add mod">
          <ac:chgData name="Deepika Vatsa" userId="f7100972-27fe-4ee6-8fb4-ec9b7931b409" providerId="ADAL" clId="{F37C4974-F220-459F-95C5-71112429BD42}" dt="2022-09-19T08:56:25.382" v="2497"/>
          <ac:inkMkLst>
            <pc:docMk/>
            <pc:sldMk cId="2912061255" sldId="618"/>
            <ac:inkMk id="1120" creationId="{8030D20D-50A9-48B7-BD4B-17EB4B6B0A3C}"/>
          </ac:inkMkLst>
        </pc:inkChg>
        <pc:inkChg chg="add mod">
          <ac:chgData name="Deepika Vatsa" userId="f7100972-27fe-4ee6-8fb4-ec9b7931b409" providerId="ADAL" clId="{F37C4974-F220-459F-95C5-71112429BD42}" dt="2022-09-19T08:56:25.382" v="2497"/>
          <ac:inkMkLst>
            <pc:docMk/>
            <pc:sldMk cId="2912061255" sldId="618"/>
            <ac:inkMk id="1121" creationId="{A0B764CB-B266-4B05-8C65-1E2CCA575A4C}"/>
          </ac:inkMkLst>
        </pc:inkChg>
        <pc:inkChg chg="add mod">
          <ac:chgData name="Deepika Vatsa" userId="f7100972-27fe-4ee6-8fb4-ec9b7931b409" providerId="ADAL" clId="{F37C4974-F220-459F-95C5-71112429BD42}" dt="2022-09-19T08:56:25.382" v="2497"/>
          <ac:inkMkLst>
            <pc:docMk/>
            <pc:sldMk cId="2912061255" sldId="618"/>
            <ac:inkMk id="1122" creationId="{0AF81C75-7322-4210-B166-3A89494966EB}"/>
          </ac:inkMkLst>
        </pc:inkChg>
        <pc:inkChg chg="add mod">
          <ac:chgData name="Deepika Vatsa" userId="f7100972-27fe-4ee6-8fb4-ec9b7931b409" providerId="ADAL" clId="{F37C4974-F220-459F-95C5-71112429BD42}" dt="2022-09-19T08:56:25.382" v="2497"/>
          <ac:inkMkLst>
            <pc:docMk/>
            <pc:sldMk cId="2912061255" sldId="618"/>
            <ac:inkMk id="1123" creationId="{3383BC83-E02D-4E31-9C23-0A2A08F4A7BD}"/>
          </ac:inkMkLst>
        </pc:inkChg>
        <pc:inkChg chg="add mod">
          <ac:chgData name="Deepika Vatsa" userId="f7100972-27fe-4ee6-8fb4-ec9b7931b409" providerId="ADAL" clId="{F37C4974-F220-459F-95C5-71112429BD42}" dt="2022-09-19T08:56:25.382" v="2497"/>
          <ac:inkMkLst>
            <pc:docMk/>
            <pc:sldMk cId="2912061255" sldId="618"/>
            <ac:inkMk id="1124" creationId="{86A5DC9B-3BBA-4031-BC4C-8EEB666C13DD}"/>
          </ac:inkMkLst>
        </pc:inkChg>
        <pc:inkChg chg="add mod">
          <ac:chgData name="Deepika Vatsa" userId="f7100972-27fe-4ee6-8fb4-ec9b7931b409" providerId="ADAL" clId="{F37C4974-F220-459F-95C5-71112429BD42}" dt="2022-09-19T08:56:33.899" v="2505"/>
          <ac:inkMkLst>
            <pc:docMk/>
            <pc:sldMk cId="2912061255" sldId="618"/>
            <ac:inkMk id="1126" creationId="{D6146583-07A7-4D35-88D4-D2A83362085A}"/>
          </ac:inkMkLst>
        </pc:inkChg>
        <pc:inkChg chg="add mod">
          <ac:chgData name="Deepika Vatsa" userId="f7100972-27fe-4ee6-8fb4-ec9b7931b409" providerId="ADAL" clId="{F37C4974-F220-459F-95C5-71112429BD42}" dt="2022-09-19T08:56:33.899" v="2505"/>
          <ac:inkMkLst>
            <pc:docMk/>
            <pc:sldMk cId="2912061255" sldId="618"/>
            <ac:inkMk id="1127" creationId="{F4B831DB-A4BF-49A8-A474-4D7B98FB3AD2}"/>
          </ac:inkMkLst>
        </pc:inkChg>
        <pc:inkChg chg="add mod">
          <ac:chgData name="Deepika Vatsa" userId="f7100972-27fe-4ee6-8fb4-ec9b7931b409" providerId="ADAL" clId="{F37C4974-F220-459F-95C5-71112429BD42}" dt="2022-09-19T08:56:33.899" v="2505"/>
          <ac:inkMkLst>
            <pc:docMk/>
            <pc:sldMk cId="2912061255" sldId="618"/>
            <ac:inkMk id="1128" creationId="{A040DAEE-619C-4F23-A9D9-86462BF57579}"/>
          </ac:inkMkLst>
        </pc:inkChg>
        <pc:inkChg chg="add mod">
          <ac:chgData name="Deepika Vatsa" userId="f7100972-27fe-4ee6-8fb4-ec9b7931b409" providerId="ADAL" clId="{F37C4974-F220-459F-95C5-71112429BD42}" dt="2022-09-19T08:56:33.899" v="2505"/>
          <ac:inkMkLst>
            <pc:docMk/>
            <pc:sldMk cId="2912061255" sldId="618"/>
            <ac:inkMk id="1129" creationId="{8E32B7C2-2FD9-4C3C-B308-CB880F0E75AD}"/>
          </ac:inkMkLst>
        </pc:inkChg>
        <pc:inkChg chg="add mod">
          <ac:chgData name="Deepika Vatsa" userId="f7100972-27fe-4ee6-8fb4-ec9b7931b409" providerId="ADAL" clId="{F37C4974-F220-459F-95C5-71112429BD42}" dt="2022-09-19T08:56:33.899" v="2505"/>
          <ac:inkMkLst>
            <pc:docMk/>
            <pc:sldMk cId="2912061255" sldId="618"/>
            <ac:inkMk id="1130" creationId="{F77CF50C-E034-48DE-98A8-89BFC21D40DF}"/>
          </ac:inkMkLst>
        </pc:inkChg>
        <pc:inkChg chg="add mod">
          <ac:chgData name="Deepika Vatsa" userId="f7100972-27fe-4ee6-8fb4-ec9b7931b409" providerId="ADAL" clId="{F37C4974-F220-459F-95C5-71112429BD42}" dt="2022-09-19T08:56:33.899" v="2505"/>
          <ac:inkMkLst>
            <pc:docMk/>
            <pc:sldMk cId="2912061255" sldId="618"/>
            <ac:inkMk id="1131" creationId="{F0A4D894-BAED-4007-8A72-E798964A79E2}"/>
          </ac:inkMkLst>
        </pc:inkChg>
        <pc:inkChg chg="add mod">
          <ac:chgData name="Deepika Vatsa" userId="f7100972-27fe-4ee6-8fb4-ec9b7931b409" providerId="ADAL" clId="{F37C4974-F220-459F-95C5-71112429BD42}" dt="2022-09-19T08:56:33.899" v="2505"/>
          <ac:inkMkLst>
            <pc:docMk/>
            <pc:sldMk cId="2912061255" sldId="618"/>
            <ac:inkMk id="1132" creationId="{E5E7D5ED-C5C7-49B3-A28F-1BD99290C3B2}"/>
          </ac:inkMkLst>
        </pc:inkChg>
      </pc:sldChg>
      <pc:sldChg chg="addSp delSp modSp add mod modNotesTx">
        <pc:chgData name="Deepika Vatsa" userId="f7100972-27fe-4ee6-8fb4-ec9b7931b409" providerId="ADAL" clId="{F37C4974-F220-459F-95C5-71112429BD42}" dt="2022-09-19T10:33:36.834" v="3717" actId="20577"/>
        <pc:sldMkLst>
          <pc:docMk/>
          <pc:sldMk cId="4139568702" sldId="619"/>
        </pc:sldMkLst>
        <pc:spChg chg="mod">
          <ac:chgData name="Deepika Vatsa" userId="f7100972-27fe-4ee6-8fb4-ec9b7931b409" providerId="ADAL" clId="{F37C4974-F220-459F-95C5-71112429BD42}" dt="2022-09-19T10:28:36.098" v="3538" actId="20577"/>
          <ac:spMkLst>
            <pc:docMk/>
            <pc:sldMk cId="4139568702" sldId="619"/>
            <ac:spMk id="2" creationId="{6167DC2D-0072-445E-8CB3-E53407061CE7}"/>
          </ac:spMkLst>
        </pc:spChg>
        <pc:grpChg chg="del">
          <ac:chgData name="Deepika Vatsa" userId="f7100972-27fe-4ee6-8fb4-ec9b7931b409" providerId="ADAL" clId="{F37C4974-F220-459F-95C5-71112429BD42}" dt="2022-09-19T10:23:53" v="2839" actId="478"/>
          <ac:grpSpMkLst>
            <pc:docMk/>
            <pc:sldMk cId="4139568702" sldId="619"/>
            <ac:grpSpMk id="10" creationId="{DAA5C413-5CBD-49CD-A85E-E1DADAD65677}"/>
          </ac:grpSpMkLst>
        </pc:grpChg>
        <pc:grpChg chg="del">
          <ac:chgData name="Deepika Vatsa" userId="f7100972-27fe-4ee6-8fb4-ec9b7931b409" providerId="ADAL" clId="{F37C4974-F220-459F-95C5-71112429BD42}" dt="2022-09-19T10:23:53" v="2839" actId="478"/>
          <ac:grpSpMkLst>
            <pc:docMk/>
            <pc:sldMk cId="4139568702" sldId="619"/>
            <ac:grpSpMk id="13" creationId="{40BD9DBF-BEE5-40D8-9666-A639660D46B5}"/>
          </ac:grpSpMkLst>
        </pc:grpChg>
        <pc:grpChg chg="del">
          <ac:chgData name="Deepika Vatsa" userId="f7100972-27fe-4ee6-8fb4-ec9b7931b409" providerId="ADAL" clId="{F37C4974-F220-459F-95C5-71112429BD42}" dt="2022-09-19T10:23:53" v="2839" actId="478"/>
          <ac:grpSpMkLst>
            <pc:docMk/>
            <pc:sldMk cId="4139568702" sldId="619"/>
            <ac:grpSpMk id="26" creationId="{DEAEA110-2281-485B-9696-F764688132B3}"/>
          </ac:grpSpMkLst>
        </pc:grpChg>
        <pc:grpChg chg="mod">
          <ac:chgData name="Deepika Vatsa" userId="f7100972-27fe-4ee6-8fb4-ec9b7931b409" providerId="ADAL" clId="{F37C4974-F220-459F-95C5-71112429BD42}" dt="2022-09-19T10:29:22.711" v="3543"/>
          <ac:grpSpMkLst>
            <pc:docMk/>
            <pc:sldMk cId="4139568702" sldId="619"/>
            <ac:grpSpMk id="38" creationId="{1D474802-0F46-485B-A051-4ED556E99CC1}"/>
          </ac:grpSpMkLst>
        </pc:grpChg>
        <pc:grpChg chg="del">
          <ac:chgData name="Deepika Vatsa" userId="f7100972-27fe-4ee6-8fb4-ec9b7931b409" providerId="ADAL" clId="{F37C4974-F220-459F-95C5-71112429BD42}" dt="2022-09-19T10:23:44.894" v="2837" actId="478"/>
          <ac:grpSpMkLst>
            <pc:docMk/>
            <pc:sldMk cId="4139568702" sldId="619"/>
            <ac:grpSpMk id="1024" creationId="{0B0F3C15-EACB-4929-AB34-7191BD4DD3BF}"/>
          </ac:grpSpMkLst>
        </pc:grpChg>
        <pc:grpChg chg="del">
          <ac:chgData name="Deepika Vatsa" userId="f7100972-27fe-4ee6-8fb4-ec9b7931b409" providerId="ADAL" clId="{F37C4974-F220-459F-95C5-71112429BD42}" dt="2022-09-19T10:23:44.894" v="2837" actId="478"/>
          <ac:grpSpMkLst>
            <pc:docMk/>
            <pc:sldMk cId="4139568702" sldId="619"/>
            <ac:grpSpMk id="1025" creationId="{AC01AD80-CFE9-46CD-A590-4CC6E47815E9}"/>
          </ac:grpSpMkLst>
        </pc:grpChg>
        <pc:grpChg chg="del">
          <ac:chgData name="Deepika Vatsa" userId="f7100972-27fe-4ee6-8fb4-ec9b7931b409" providerId="ADAL" clId="{F37C4974-F220-459F-95C5-71112429BD42}" dt="2022-09-19T10:23:44.894" v="2837" actId="478"/>
          <ac:grpSpMkLst>
            <pc:docMk/>
            <pc:sldMk cId="4139568702" sldId="619"/>
            <ac:grpSpMk id="1028" creationId="{082089DF-3EF8-42C0-BBD9-9609FA64DFD4}"/>
          </ac:grpSpMkLst>
        </pc:grpChg>
        <pc:grpChg chg="del">
          <ac:chgData name="Deepika Vatsa" userId="f7100972-27fe-4ee6-8fb4-ec9b7931b409" providerId="ADAL" clId="{F37C4974-F220-459F-95C5-71112429BD42}" dt="2022-09-19T10:23:40.917" v="2836" actId="478"/>
          <ac:grpSpMkLst>
            <pc:docMk/>
            <pc:sldMk cId="4139568702" sldId="619"/>
            <ac:grpSpMk id="1038" creationId="{51838E93-5FFF-41DE-9231-E77900C225DD}"/>
          </ac:grpSpMkLst>
        </pc:grpChg>
        <pc:grpChg chg="del">
          <ac:chgData name="Deepika Vatsa" userId="f7100972-27fe-4ee6-8fb4-ec9b7931b409" providerId="ADAL" clId="{F37C4974-F220-459F-95C5-71112429BD42}" dt="2022-09-19T10:23:40.917" v="2836" actId="478"/>
          <ac:grpSpMkLst>
            <pc:docMk/>
            <pc:sldMk cId="4139568702" sldId="619"/>
            <ac:grpSpMk id="1044" creationId="{6D37F5CB-1C0F-40C5-9AD0-D3BC7EBB955E}"/>
          </ac:grpSpMkLst>
        </pc:grpChg>
        <pc:grpChg chg="del">
          <ac:chgData name="Deepika Vatsa" userId="f7100972-27fe-4ee6-8fb4-ec9b7931b409" providerId="ADAL" clId="{F37C4974-F220-459F-95C5-71112429BD42}" dt="2022-09-19T10:23:40.917" v="2836" actId="478"/>
          <ac:grpSpMkLst>
            <pc:docMk/>
            <pc:sldMk cId="4139568702" sldId="619"/>
            <ac:grpSpMk id="1049" creationId="{DF9BB435-5FD6-4528-B26A-711B19AC9FCB}"/>
          </ac:grpSpMkLst>
        </pc:grpChg>
        <pc:grpChg chg="del">
          <ac:chgData name="Deepika Vatsa" userId="f7100972-27fe-4ee6-8fb4-ec9b7931b409" providerId="ADAL" clId="{F37C4974-F220-459F-95C5-71112429BD42}" dt="2022-09-19T10:23:40.917" v="2836" actId="478"/>
          <ac:grpSpMkLst>
            <pc:docMk/>
            <pc:sldMk cId="4139568702" sldId="619"/>
            <ac:grpSpMk id="1060" creationId="{6F2A8F7F-070C-4051-BD51-692999D5A4DA}"/>
          </ac:grpSpMkLst>
        </pc:grpChg>
        <pc:grpChg chg="del">
          <ac:chgData name="Deepika Vatsa" userId="f7100972-27fe-4ee6-8fb4-ec9b7931b409" providerId="ADAL" clId="{F37C4974-F220-459F-95C5-71112429BD42}" dt="2022-09-19T10:23:48.696" v="2838" actId="478"/>
          <ac:grpSpMkLst>
            <pc:docMk/>
            <pc:sldMk cId="4139568702" sldId="619"/>
            <ac:grpSpMk id="1092" creationId="{90D2D0EB-A669-4B2C-8CF2-7D1F5BD836F2}"/>
          </ac:grpSpMkLst>
        </pc:grpChg>
        <pc:grpChg chg="del">
          <ac:chgData name="Deepika Vatsa" userId="f7100972-27fe-4ee6-8fb4-ec9b7931b409" providerId="ADAL" clId="{F37C4974-F220-459F-95C5-71112429BD42}" dt="2022-09-19T10:23:40.917" v="2836" actId="478"/>
          <ac:grpSpMkLst>
            <pc:docMk/>
            <pc:sldMk cId="4139568702" sldId="619"/>
            <ac:grpSpMk id="1101" creationId="{E501806F-FFC8-4CC6-88C1-3C88CFFDF106}"/>
          </ac:grpSpMkLst>
        </pc:grpChg>
        <pc:grpChg chg="del">
          <ac:chgData name="Deepika Vatsa" userId="f7100972-27fe-4ee6-8fb4-ec9b7931b409" providerId="ADAL" clId="{F37C4974-F220-459F-95C5-71112429BD42}" dt="2022-09-19T10:23:40.917" v="2836" actId="478"/>
          <ac:grpSpMkLst>
            <pc:docMk/>
            <pc:sldMk cId="4139568702" sldId="619"/>
            <ac:grpSpMk id="1102" creationId="{DA6CE2A8-12DC-458D-AA4C-14015FAD0D68}"/>
          </ac:grpSpMkLst>
        </pc:grpChg>
        <pc:grpChg chg="del">
          <ac:chgData name="Deepika Vatsa" userId="f7100972-27fe-4ee6-8fb4-ec9b7931b409" providerId="ADAL" clId="{F37C4974-F220-459F-95C5-71112429BD42}" dt="2022-09-19T10:23:40.917" v="2836" actId="478"/>
          <ac:grpSpMkLst>
            <pc:docMk/>
            <pc:sldMk cId="4139568702" sldId="619"/>
            <ac:grpSpMk id="1108" creationId="{AA019F09-97C6-412A-A7DD-6608047A492E}"/>
          </ac:grpSpMkLst>
        </pc:grpChg>
        <pc:grpChg chg="del">
          <ac:chgData name="Deepika Vatsa" userId="f7100972-27fe-4ee6-8fb4-ec9b7931b409" providerId="ADAL" clId="{F37C4974-F220-459F-95C5-71112429BD42}" dt="2022-09-19T10:23:40.917" v="2836" actId="478"/>
          <ac:grpSpMkLst>
            <pc:docMk/>
            <pc:sldMk cId="4139568702" sldId="619"/>
            <ac:grpSpMk id="1109" creationId="{045FD20A-E872-4089-A6AD-6D4B6950282C}"/>
          </ac:grpSpMkLst>
        </pc:grpChg>
        <pc:picChg chg="add mod">
          <ac:chgData name="Deepika Vatsa" userId="f7100972-27fe-4ee6-8fb4-ec9b7931b409" providerId="ADAL" clId="{F37C4974-F220-459F-95C5-71112429BD42}" dt="2022-09-19T10:24:06.175" v="2841" actId="1076"/>
          <ac:picMkLst>
            <pc:docMk/>
            <pc:sldMk cId="4139568702" sldId="619"/>
            <ac:picMk id="136" creationId="{2AF5ED32-0FE0-402B-BA12-64035DB95682}"/>
          </ac:picMkLst>
        </pc:picChg>
        <pc:inkChg chg="del">
          <ac:chgData name="Deepika Vatsa" userId="f7100972-27fe-4ee6-8fb4-ec9b7931b409" providerId="ADAL" clId="{F37C4974-F220-459F-95C5-71112429BD42}" dt="2022-09-19T10:23:40.917" v="2836" actId="478"/>
          <ac:inkMkLst>
            <pc:docMk/>
            <pc:sldMk cId="4139568702" sldId="619"/>
            <ac:inkMk id="3" creationId="{3937D611-702E-4B27-84FD-10089D3C310B}"/>
          </ac:inkMkLst>
        </pc:inkChg>
        <pc:inkChg chg="add">
          <ac:chgData name="Deepika Vatsa" userId="f7100972-27fe-4ee6-8fb4-ec9b7931b409" providerId="ADAL" clId="{F37C4974-F220-459F-95C5-71112429BD42}" dt="2022-09-19T10:29:16.235" v="3539" actId="9405"/>
          <ac:inkMkLst>
            <pc:docMk/>
            <pc:sldMk cId="4139568702" sldId="619"/>
            <ac:inkMk id="5" creationId="{EC152C07-5002-4C93-A70B-E5DC2E32CBE0}"/>
          </ac:inkMkLst>
        </pc:inkChg>
        <pc:inkChg chg="add mod">
          <ac:chgData name="Deepika Vatsa" userId="f7100972-27fe-4ee6-8fb4-ec9b7931b409" providerId="ADAL" clId="{F37C4974-F220-459F-95C5-71112429BD42}" dt="2022-09-19T10:29:22.711" v="3543"/>
          <ac:inkMkLst>
            <pc:docMk/>
            <pc:sldMk cId="4139568702" sldId="619"/>
            <ac:inkMk id="9" creationId="{85BA9526-8C34-4611-A7E8-5B885D8FA4B4}"/>
          </ac:inkMkLst>
        </pc:inkChg>
        <pc:inkChg chg="del">
          <ac:chgData name="Deepika Vatsa" userId="f7100972-27fe-4ee6-8fb4-ec9b7931b409" providerId="ADAL" clId="{F37C4974-F220-459F-95C5-71112429BD42}" dt="2022-09-19T10:23:40.917" v="2836" actId="478"/>
          <ac:inkMkLst>
            <pc:docMk/>
            <pc:sldMk cId="4139568702" sldId="619"/>
            <ac:inkMk id="14" creationId="{AC9BD753-8D11-4E87-9B6E-EE3B1AF3A31C}"/>
          </ac:inkMkLst>
        </pc:inkChg>
        <pc:inkChg chg="add mod">
          <ac:chgData name="Deepika Vatsa" userId="f7100972-27fe-4ee6-8fb4-ec9b7931b409" providerId="ADAL" clId="{F37C4974-F220-459F-95C5-71112429BD42}" dt="2022-09-19T10:29:22.711" v="3543"/>
          <ac:inkMkLst>
            <pc:docMk/>
            <pc:sldMk cId="4139568702" sldId="619"/>
            <ac:inkMk id="23" creationId="{E710CCF8-3651-4AE6-AE68-8B047CA0BE6E}"/>
          </ac:inkMkLst>
        </pc:inkChg>
        <pc:inkChg chg="add">
          <ac:chgData name="Deepika Vatsa" userId="f7100972-27fe-4ee6-8fb4-ec9b7931b409" providerId="ADAL" clId="{F37C4974-F220-459F-95C5-71112429BD42}" dt="2022-09-19T10:29:21.835" v="3542" actId="9405"/>
          <ac:inkMkLst>
            <pc:docMk/>
            <pc:sldMk cId="4139568702" sldId="619"/>
            <ac:inkMk id="37" creationId="{BEFA85C1-2F69-4A98-B501-990E368C8200}"/>
          </ac:inkMkLst>
        </pc:inkChg>
        <pc:inkChg chg="del">
          <ac:chgData name="Deepika Vatsa" userId="f7100972-27fe-4ee6-8fb4-ec9b7931b409" providerId="ADAL" clId="{F37C4974-F220-459F-95C5-71112429BD42}" dt="2022-09-19T10:23:48.696" v="2838" actId="478"/>
          <ac:inkMkLst>
            <pc:docMk/>
            <pc:sldMk cId="4139568702" sldId="619"/>
            <ac:inkMk id="55" creationId="{4152F260-19EA-4630-83D8-0C9F5C47B26D}"/>
          </ac:inkMkLst>
        </pc:inkChg>
        <pc:inkChg chg="del">
          <ac:chgData name="Deepika Vatsa" userId="f7100972-27fe-4ee6-8fb4-ec9b7931b409" providerId="ADAL" clId="{F37C4974-F220-459F-95C5-71112429BD42}" dt="2022-09-19T10:23:40.917" v="2836" actId="478"/>
          <ac:inkMkLst>
            <pc:docMk/>
            <pc:sldMk cId="4139568702" sldId="619"/>
            <ac:inkMk id="1093" creationId="{C90E2123-AA3F-4705-BE66-BE8B265D04B6}"/>
          </ac:inkMkLst>
        </pc:inkChg>
      </pc:sldChg>
      <pc:sldChg chg="addSp delSp modSp add mod">
        <pc:chgData name="Deepika Vatsa" userId="f7100972-27fe-4ee6-8fb4-ec9b7931b409" providerId="ADAL" clId="{F37C4974-F220-459F-95C5-71112429BD42}" dt="2022-09-19T17:16:14.625" v="3900" actId="20577"/>
        <pc:sldMkLst>
          <pc:docMk/>
          <pc:sldMk cId="248992767" sldId="620"/>
        </pc:sldMkLst>
        <pc:spChg chg="mod">
          <ac:chgData name="Deepika Vatsa" userId="f7100972-27fe-4ee6-8fb4-ec9b7931b409" providerId="ADAL" clId="{F37C4974-F220-459F-95C5-71112429BD42}" dt="2022-09-19T17:16:14.625" v="3900" actId="20577"/>
          <ac:spMkLst>
            <pc:docMk/>
            <pc:sldMk cId="248992767" sldId="620"/>
            <ac:spMk id="2" creationId="{6167DC2D-0072-445E-8CB3-E53407061CE7}"/>
          </ac:spMkLst>
        </pc:spChg>
        <pc:spChg chg="add del mod">
          <ac:chgData name="Deepika Vatsa" userId="f7100972-27fe-4ee6-8fb4-ec9b7931b409" providerId="ADAL" clId="{F37C4974-F220-459F-95C5-71112429BD42}" dt="2022-09-19T17:13:54.296" v="3840" actId="26606"/>
          <ac:spMkLst>
            <pc:docMk/>
            <pc:sldMk cId="248992767" sldId="620"/>
            <ac:spMk id="11" creationId="{9F5D1653-CA60-43A9-B8A2-156757479F5A}"/>
          </ac:spMkLst>
        </pc:spChg>
        <pc:spChg chg="add del">
          <ac:chgData name="Deepika Vatsa" userId="f7100972-27fe-4ee6-8fb4-ec9b7931b409" providerId="ADAL" clId="{F37C4974-F220-459F-95C5-71112429BD42}" dt="2022-09-19T17:13:54.296" v="3840" actId="26606"/>
          <ac:spMkLst>
            <pc:docMk/>
            <pc:sldMk cId="248992767" sldId="620"/>
            <ac:spMk id="15" creationId="{A8384FB5-9ADC-4DDC-881B-597D56F5B15D}"/>
          </ac:spMkLst>
        </pc:spChg>
        <pc:spChg chg="add del">
          <ac:chgData name="Deepika Vatsa" userId="f7100972-27fe-4ee6-8fb4-ec9b7931b409" providerId="ADAL" clId="{F37C4974-F220-459F-95C5-71112429BD42}" dt="2022-09-19T17:13:54.296" v="3840" actId="26606"/>
          <ac:spMkLst>
            <pc:docMk/>
            <pc:sldMk cId="248992767" sldId="620"/>
            <ac:spMk id="17" creationId="{1199E1B1-A8C0-4FE8-A5A8-1CB41D69F857}"/>
          </ac:spMkLst>
        </pc:spChg>
        <pc:spChg chg="add del">
          <ac:chgData name="Deepika Vatsa" userId="f7100972-27fe-4ee6-8fb4-ec9b7931b409" providerId="ADAL" clId="{F37C4974-F220-459F-95C5-71112429BD42}" dt="2022-09-19T17:13:54.296" v="3840" actId="26606"/>
          <ac:spMkLst>
            <pc:docMk/>
            <pc:sldMk cId="248992767" sldId="620"/>
            <ac:spMk id="19" creationId="{84A8DE83-DE75-4B41-9DB4-A7EC0B0DEC0B}"/>
          </ac:spMkLst>
        </pc:spChg>
        <pc:spChg chg="add del">
          <ac:chgData name="Deepika Vatsa" userId="f7100972-27fe-4ee6-8fb4-ec9b7931b409" providerId="ADAL" clId="{F37C4974-F220-459F-95C5-71112429BD42}" dt="2022-09-19T17:13:54.296" v="3840" actId="26606"/>
          <ac:spMkLst>
            <pc:docMk/>
            <pc:sldMk cId="248992767" sldId="620"/>
            <ac:spMk id="21" creationId="{A7009A0A-BEF5-4EAC-AF15-E4F9F002E239}"/>
          </ac:spMkLst>
        </pc:spChg>
        <pc:spChg chg="add del">
          <ac:chgData name="Deepika Vatsa" userId="f7100972-27fe-4ee6-8fb4-ec9b7931b409" providerId="ADAL" clId="{F37C4974-F220-459F-95C5-71112429BD42}" dt="2022-09-19T17:13:54.265" v="3839" actId="26606"/>
          <ac:spMkLst>
            <pc:docMk/>
            <pc:sldMk cId="248992767" sldId="620"/>
            <ac:spMk id="27" creationId="{BACC6370-2D7E-4714-9D71-7542949D7D5D}"/>
          </ac:spMkLst>
        </pc:spChg>
        <pc:spChg chg="add del">
          <ac:chgData name="Deepika Vatsa" userId="f7100972-27fe-4ee6-8fb4-ec9b7931b409" providerId="ADAL" clId="{F37C4974-F220-459F-95C5-71112429BD42}" dt="2022-09-19T17:13:54.265" v="3839" actId="26606"/>
          <ac:spMkLst>
            <pc:docMk/>
            <pc:sldMk cId="248992767" sldId="620"/>
            <ac:spMk id="29" creationId="{F68B3F68-107C-434F-AA38-110D5EA91B85}"/>
          </ac:spMkLst>
        </pc:spChg>
        <pc:spChg chg="add del">
          <ac:chgData name="Deepika Vatsa" userId="f7100972-27fe-4ee6-8fb4-ec9b7931b409" providerId="ADAL" clId="{F37C4974-F220-459F-95C5-71112429BD42}" dt="2022-09-19T17:13:54.265" v="3839" actId="26606"/>
          <ac:spMkLst>
            <pc:docMk/>
            <pc:sldMk cId="248992767" sldId="620"/>
            <ac:spMk id="31" creationId="{AAD0DBB9-1A4B-4391-81D4-CB19F9AB918A}"/>
          </ac:spMkLst>
        </pc:spChg>
        <pc:spChg chg="add del">
          <ac:chgData name="Deepika Vatsa" userId="f7100972-27fe-4ee6-8fb4-ec9b7931b409" providerId="ADAL" clId="{F37C4974-F220-459F-95C5-71112429BD42}" dt="2022-09-19T17:13:54.265" v="3839" actId="26606"/>
          <ac:spMkLst>
            <pc:docMk/>
            <pc:sldMk cId="248992767" sldId="620"/>
            <ac:spMk id="33" creationId="{063BBA22-50EA-4C4D-BE05-F1CE4E63AA56}"/>
          </ac:spMkLst>
        </pc:spChg>
        <pc:spChg chg="add mod">
          <ac:chgData name="Deepika Vatsa" userId="f7100972-27fe-4ee6-8fb4-ec9b7931b409" providerId="ADAL" clId="{F37C4974-F220-459F-95C5-71112429BD42}" dt="2022-09-19T17:15:35.640" v="3872" actId="21"/>
          <ac:spMkLst>
            <pc:docMk/>
            <pc:sldMk cId="248992767" sldId="620"/>
            <ac:spMk id="35" creationId="{9F5D1653-CA60-43A9-B8A2-156757479F5A}"/>
          </ac:spMkLst>
        </pc:spChg>
        <pc:graphicFrameChg chg="add del">
          <ac:chgData name="Deepika Vatsa" userId="f7100972-27fe-4ee6-8fb4-ec9b7931b409" providerId="ADAL" clId="{F37C4974-F220-459F-95C5-71112429BD42}" dt="2022-09-19T17:13:54.265" v="3839" actId="26606"/>
          <ac:graphicFrameMkLst>
            <pc:docMk/>
            <pc:sldMk cId="248992767" sldId="620"/>
            <ac:graphicFrameMk id="23" creationId="{6F479ABA-0D21-75FB-AACE-88573A54A670}"/>
          </ac:graphicFrameMkLst>
        </pc:graphicFrameChg>
        <pc:picChg chg="add">
          <ac:chgData name="Deepika Vatsa" userId="f7100972-27fe-4ee6-8fb4-ec9b7931b409" providerId="ADAL" clId="{F37C4974-F220-459F-95C5-71112429BD42}" dt="2022-09-19T17:13:54.296" v="3840" actId="26606"/>
          <ac:picMkLst>
            <pc:docMk/>
            <pc:sldMk cId="248992767" sldId="620"/>
            <ac:picMk id="36" creationId="{37A40A9B-EEDD-4D14-5F86-5F3A9A9A53EC}"/>
          </ac:picMkLst>
        </pc:picChg>
      </pc:sldChg>
      <pc:sldChg chg="modSp add mod">
        <pc:chgData name="Deepika Vatsa" userId="f7100972-27fe-4ee6-8fb4-ec9b7931b409" providerId="ADAL" clId="{F37C4974-F220-459F-95C5-71112429BD42}" dt="2022-09-19T17:14:36.206" v="3871" actId="20577"/>
        <pc:sldMkLst>
          <pc:docMk/>
          <pc:sldMk cId="1702655801" sldId="621"/>
        </pc:sldMkLst>
        <pc:spChg chg="mod">
          <ac:chgData name="Deepika Vatsa" userId="f7100972-27fe-4ee6-8fb4-ec9b7931b409" providerId="ADAL" clId="{F37C4974-F220-459F-95C5-71112429BD42}" dt="2022-09-19T17:14:36.206" v="3871" actId="20577"/>
          <ac:spMkLst>
            <pc:docMk/>
            <pc:sldMk cId="1702655801" sldId="621"/>
            <ac:spMk id="2" creationId="{6167DC2D-0072-445E-8CB3-E53407061CE7}"/>
          </ac:spMkLst>
        </pc:spChg>
      </pc:sldChg>
      <pc:sldChg chg="modSp add mod">
        <pc:chgData name="Deepika Vatsa" userId="f7100972-27fe-4ee6-8fb4-ec9b7931b409" providerId="ADAL" clId="{F37C4974-F220-459F-95C5-71112429BD42}" dt="2022-09-19T17:16:32.973" v="3910" actId="20577"/>
        <pc:sldMkLst>
          <pc:docMk/>
          <pc:sldMk cId="907509912" sldId="622"/>
        </pc:sldMkLst>
        <pc:spChg chg="mod">
          <ac:chgData name="Deepika Vatsa" userId="f7100972-27fe-4ee6-8fb4-ec9b7931b409" providerId="ADAL" clId="{F37C4974-F220-459F-95C5-71112429BD42}" dt="2022-09-19T17:16:32.973" v="3910" actId="20577"/>
          <ac:spMkLst>
            <pc:docMk/>
            <pc:sldMk cId="907509912" sldId="622"/>
            <ac:spMk id="2" creationId="{6167DC2D-0072-445E-8CB3-E53407061CE7}"/>
          </ac:spMkLst>
        </pc:spChg>
      </pc:sldChg>
    </pc:docChg>
  </pc:docChgLst>
  <pc:docChgLst>
    <pc:chgData name="Deepika Vatsa" userId="f7100972-27fe-4ee6-8fb4-ec9b7931b409" providerId="ADAL" clId="{8D1ED7ED-B462-4CA7-98D2-35ABF4FD1146}"/>
    <pc:docChg chg="modSld">
      <pc:chgData name="Deepika Vatsa" userId="f7100972-27fe-4ee6-8fb4-ec9b7931b409" providerId="ADAL" clId="{8D1ED7ED-B462-4CA7-98D2-35ABF4FD1146}" dt="2025-08-04T05:00:37.688" v="1" actId="1036"/>
      <pc:docMkLst>
        <pc:docMk/>
      </pc:docMkLst>
      <pc:sldChg chg="modSp mod">
        <pc:chgData name="Deepika Vatsa" userId="f7100972-27fe-4ee6-8fb4-ec9b7931b409" providerId="ADAL" clId="{8D1ED7ED-B462-4CA7-98D2-35ABF4FD1146}" dt="2025-08-04T05:00:37.688" v="1" actId="1036"/>
        <pc:sldMkLst>
          <pc:docMk/>
          <pc:sldMk cId="989767306" sldId="592"/>
        </pc:sldMkLst>
        <pc:spChg chg="mod">
          <ac:chgData name="Deepika Vatsa" userId="f7100972-27fe-4ee6-8fb4-ec9b7931b409" providerId="ADAL" clId="{8D1ED7ED-B462-4CA7-98D2-35ABF4FD1146}" dt="2025-08-04T05:00:37.688" v="1" actId="1036"/>
          <ac:spMkLst>
            <pc:docMk/>
            <pc:sldMk cId="989767306" sldId="592"/>
            <ac:spMk id="6" creationId="{98E0FE6E-8F22-4B9F-9E9F-E2B694DC96D4}"/>
          </ac:spMkLst>
        </pc:spChg>
      </pc:sldChg>
      <pc:sldChg chg="modSp mod">
        <pc:chgData name="Deepika Vatsa" userId="f7100972-27fe-4ee6-8fb4-ec9b7931b409" providerId="ADAL" clId="{8D1ED7ED-B462-4CA7-98D2-35ABF4FD1146}" dt="2025-08-01T10:56:34.859" v="0" actId="1036"/>
        <pc:sldMkLst>
          <pc:docMk/>
          <pc:sldMk cId="3675182161" sldId="612"/>
        </pc:sldMkLst>
        <pc:picChg chg="mod">
          <ac:chgData name="Deepika Vatsa" userId="f7100972-27fe-4ee6-8fb4-ec9b7931b409" providerId="ADAL" clId="{8D1ED7ED-B462-4CA7-98D2-35ABF4FD1146}" dt="2025-08-01T10:56:34.859" v="0" actId="1036"/>
          <ac:picMkLst>
            <pc:docMk/>
            <pc:sldMk cId="3675182161" sldId="612"/>
            <ac:picMk id="5" creationId="{6C09CA08-7C73-4BCD-9E4A-B0A4FFBFBCD7}"/>
          </ac:picMkLst>
        </pc:picChg>
      </pc:sldChg>
    </pc:docChg>
  </pc:docChgLst>
</pc:chgInfo>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2-09-20T08:14:06.965"/>
    </inkml:context>
    <inkml:brush xml:id="br0">
      <inkml:brushProperty name="width" value="0.05292" units="cm"/>
      <inkml:brushProperty name="height" value="0.05292" units="cm"/>
      <inkml:brushProperty name="color" value="#FF0000"/>
    </inkml:brush>
  </inkml:definitions>
  <inkml:trace contextRef="#ctx0" brushRef="#br0">15579 13530 214 0,'0'0'200'0,"0"0"-82"16,0 0-58-16,0 0 14 16,0 0 8-16,0 0-9 15,0 0 31-15,0 0-61 16,-12-42-14-16,12 38-6 16,0 1 2-16,0-3 3 15,0 2-12-15,0-2-6 16,0 0-2-16,0 3 3 0,0-1-6 15,0-3 19-15,0-3-11 16,0 1 2-16,0-3 1 16,0 5-5-16,0 3 14 15,0 1-10-15,0-1 9 16,0 4 1-16,0-3-9 16,0 0-4-16,0-2-5 15,0 0 8-15,0 2-6 16,0-2-2-16,0 5 13 15,0 0 2-15,0 0-11 16,0 0 0-16,0 0-7 16,0 0-4-16,0 0 0 15,0 0-3-15,0 8 3 0,0 15 0 16,4 3-1-16,-4 1 1 16,0-2 0-16,8 0-11 15,-4 2-26-15,4-1 8 16,-4-5-36-16,-4 5-49 15,8-3-70-15,-8-10-252 0</inkml:trace>
  <inkml:trace contextRef="#ctx0" brushRef="#br0" timeOffset="716.71">15921 13322 592 0,'0'0'188'0,"0"0"-9"15,0 0-120-15,0 0-8 16,0 0-20-16,0 0-18 15,0-11-6-15,0 11 4 16,0 8 16-16,8 13-23 16,4 7 11-16,-8 7-11 15,4-3 0-15,-8 4-4 16,0 2 0-16,0-4-8 16,0 3-73-16,0-8-107 15,0-9-198-15</inkml:trace>
  <inkml:trace contextRef="#ctx0" brushRef="#br0" timeOffset="2320.59">15035 13488 207 0,'0'0'387'16,"0"0"-244"-16,0 0-12 15,0 0-6-15,0 0-45 16,0 0-35-16,-28-104 5 16,28 92-16-16,0 12 3 15,0 0-11-15,0 0-11 16,0 0-10-16,0 0-4 15,0 28 0-15,4 7-2 16,8 5 3-16,-4-1-2 16,-4-2 2-16,-4 2-2 0,0 0-2 15,0-6-30-15,0-6-36 16,0-9-35-16,0-9-98 16,24-2-134-16</inkml:trace>
  <inkml:trace contextRef="#ctx0" brushRef="#br0" timeOffset="4565.01">14511 11612 474 0,'0'0'233'15,"0"0"-48"-15,0 0-55 16,0 0-77-16,0 0-3 15,0 0-27-15,0 0-16 16,-12 0-2-16,20 0-4 0,28 0 0 16,23 0-1-16,-3 0 0 15,-5 0-6-15,-7 0-64 16,4 0-74-16,-12 0-83 16,-5 0-356-16</inkml:trace>
  <inkml:trace contextRef="#ctx0" brushRef="#br0" timeOffset="5179.67">14535 12077 615 0,'0'0'228'0,"0"0"-36"0,0 0-151 16,0 0-15-16,0 0-3 15,0 0-9-15,31 0 25 16,25-3-8-16,-4-4-21 16,3-2-9-16,1 2-1 15,-4 4-49-15,3-1-82 16,-7-2-368-16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42.096"/>
    </inkml:context>
    <inkml:brush xml:id="br0">
      <inkml:brushProperty name="width" value="0.05" units="cm"/>
      <inkml:brushProperty name="height" value="0.05" units="cm"/>
      <inkml:brushProperty name="color" value="#E71224"/>
    </inkml:brush>
  </inkml:definitions>
  <inkml:trace contextRef="#ctx0" brushRef="#br0">363 85 11797,'0'0'8172,"11"-12"-7369,32-34-85,-42 45-699,-1 1 0,1 0 0,-1 0-1,0-1 1,1 1 0,-1 0 0,1-1 0,-1 1 0,1-1 0,-1 1 0,0 0-1,1-1 1,-1 1 0,0-1 0,0 1 0,1-1 0,-1 1 0,0-1 0,0 1 0,0-1-1,0 1 1,0-1 0,1 0 0,-1 1 0,0-1 0,0 1 0,0-1 0,0 1 0,-1-1-1,1 1 1,0-1 0,0 0 0,0 1 0,0-1 0,0 1 0,-1-1 0,1 1 0,0-1-1,-1 1 1,1-1 0,0 1 0,-1 0 0,1-1 0,0 1 0,-1-1 0,1 1 0,-1 0-1,1-1 1,-1 1 0,1 0 0,-1 0 0,1-1 0,-1 1 0,1 0 0,-1 0 0,1 0-1,-1 0 1,0-1 0,-32 0 219,30 1-184,-7 0-53,0 1 1,-1 0-1,1 0 0,0 1 1,0 1-1,0 0 1,0 0-1,0 1 0,1 0 1,0 1-1,0 0 1,-13 9-1,8-3-3,1 0-1,0 1 1,0 1 0,2 0 0,-1 1-1,-16 26 1,6-1 1,2 1 0,2 1-1,1 0 1,2 2 0,-9 44-1,19-65 14,0 0-1,2 0 0,1 1 0,0 25 1,2-47-12,1 0 0,-1 0 0,0 1 1,0-1-1,0 0 0,1 0 1,-1 0-1,1 1 0,-1-1 1,1 0-1,-1 0 0,1 0 0,0 0 1,-1 0-1,1 0 0,0 0 1,0 0-1,0 0 0,0-1 1,0 1-1,0 0 0,0-1 0,0 1 1,1 0-1,2 1 3,0 0 1,0-1-1,0 0 0,1 1 0,-1-2 1,0 1-1,6 0 0,2-1 10,0 0 0,0 0 0,0-1 0,21-5 0,-25 3-1,-1 0 1,1 0-1,0-1 0,-1 0 0,0 0 1,0-1-1,0 0 0,-1 0 0,0-1 0,0 0 1,0 0-1,-1 0 0,1-1 0,-2 0 0,1 0 1,-1 0-1,0 0 0,4-12 0,-9 19-2,-1 0 0,0 0 0,1 0 0,-1 0 0,0 0-1,1 0 1,-1 0 0,0 1 0,1-1 0,-1 0 0,0 1-1,1 0 1,-1-1 0,1 1 0,-3 2 0,-6 3-8,0 1 0,1 1 1,0 0-1,1 0 0,0 1 0,0 0 1,1 1-1,0-1 0,0 1 0,1 1 1,1-1-1,0 1 0,0 0 0,1 0 1,0 0-1,1 1 0,-2 11 0,-3 21 8,2 0-1,2 0 0,2 52 0,2-91-14,1 0 1,-1-1-1,0 1 1,1-1-1,0 1 0,0-1 1,0 0-1,1 1 1,0-1-1,-1 0 0,1 0 1,1 0-1,-1 0 1,1 0-1,-1 0 0,1-1 1,0 1-1,0-1 1,5 3-1,-2-1-34,1-1 1,-1 0-1,1 0 1,0-1-1,1 0 1,-1 0-1,0-1 1,1 1-1,0-2 0,11 2 1,-4-1-9,1-1 0,-1-1 1,0 0-1,0-1 0,1-1 0,-1 0 0,0-1 1,-1-1-1,1 0 0,0-1 0,16-8 0,-10 1-1,-1-1 0,0-1 0,-1 0 0,-1-1-1,23-24 1,-34 31 56,0 1 0,-1-1 0,0-1 0,-1 1 1,1-1-1,-2 0 0,1 0 0,-1-1 0,-1 1 0,1-1 0,-2 0 0,1 0 0,-1 0 0,1-20 0,-3 29 6,-1 0 1,1 0-1,0 1 0,0-1 0,0 0 0,-1 0 1,1 0-1,0 1 0,-1-1 0,1 0 0,0 0 0,-1 1 1,1-1-1,-1 0 0,0 1 0,1-1 0,-1 0 1,1 1-1,-1-1 0,0 1 0,1-1 0,-1 1 1,0-1-1,0 1 0,-1-1 0,-30-5 200,-32 11-68,53-2-147,1 1 0,-1 0 1,0 1-1,1 0 0,0 1 1,1 0-1,-1 0 0,1 1 1,0 1-1,-11 11 1,14-13-6,0 0 1,1 0-1,-1 1 1,2-1 0,-1 1-1,1 0 1,0 1-1,0-1 1,1 1 0,0-1-1,0 1 1,1 0-1,0 0 1,1 0 0,-2 10-1,3-17 3,1 0-1,-1 0 1,0 0-1,0-1 1,0 1-1,0 0 1,1 0-1,-1 0 1,0 0-1,1-1 1,-1 1-1,1 0 1,-1 0-1,1-1 1,-1 1-1,1 0 1,-1-1-1,1 1 1,0-1-1,-1 1 1,1-1-1,0 1 1,0-1-1,-1 1 1,2 0-1,29 5-15,31-11 49,-56 3-22,0 0 0,0-1-1,0 1 1,0-1 0,0 0 0,-1-1-1,1 1 1,5-6 0,-7 5-1,1 1 0,0-1 1,0 1-1,0 0 1,0 1-1,0-1 0,0 1 1,12-3-1,-16 5-8,-1 1 0,1-1-1,0 1 1,-1 0-1,1-1 1,0 1 0,-1 0-1,1-1 1,-1 1 0,1 0-1,-1 0 1,0-1 0,1 1-1,-1 0 1,0 0 0,1 0-1,-1 0 1,0 0 0,0 0-1,0 0 1,0-1 0,0 1-1,0 0 1,0 0 0,0 0-1,0 2 1,0 38 176,-1-31-92,-11 517 2270,14-435-4093,47-183-6776,-31 50 571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42.424"/>
    </inkml:context>
    <inkml:brush xml:id="br0">
      <inkml:brushProperty name="width" value="0.05" units="cm"/>
      <inkml:brushProperty name="height" value="0.05" units="cm"/>
      <inkml:brushProperty name="color" value="#E71224"/>
    </inkml:brush>
  </inkml:definitions>
  <inkml:trace contextRef="#ctx0" brushRef="#br0">0 49 12198,'0'0'8876,"2"4"-8759,0 5-69,0 0-1,-1 0 1,0 0-1,0 1 1,-2 18-1,1-9 20,0-19-63,1 0 1,-1 1-1,0-1 0,0 0 0,0 0 1,1 1-1,-1-1 0,0 0 0,0 0 0,1 1 1,-1-1-1,0 0 0,1 0 0,-1 0 1,0 1-1,1-1 0,-1 0 0,0 0 0,1 0 1,-1 0-1,0 0 0,1 0 0,-1 0 1,0 0-1,1 0 0,-1 0 0,0 0 0,1 0 1,-1 0-1,0 0 0,1 0 0,-1 0 1,0 0-1,1-1 0,-1 1 0,0 0 1,1 0-1,-1 0 0,0 0 0,1-1 0,-1 1 1,0 0-1,0 0 0,1-1 0,-1 1 1,0-1-1,18-10 157,18-33 113,-30 34-204,1 1 0,0 1-1,0-1 1,1 1 0,0 1 0,1-1-1,-1 1 1,1 1 0,12-7-1,-19 12-62,-1 0 0,1 0 0,-1 1 0,1-1 0,-1 1 0,1-1 0,-1 1 0,1 0 0,-1 0 0,1 0 0,0-1 0,-1 1 0,1 1 0,-1-1 0,1 0 0,0 0 0,-1 1 0,1-1 0,-1 1 0,1-1 0,-1 1 0,1 0 0,-1-1 0,2 2 0,-1 0-60,1 1-1,-1-1 1,0 1-1,0-1 0,0 1 1,-1-1-1,1 1 1,-1 0-1,1 0 0,-1 0 1,1 5-1,3 10-1100,-2 1-1,0-1 1,0 27-1,-3-31-506,5 24-3517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42.768"/>
    </inkml:context>
    <inkml:brush xml:id="br0">
      <inkml:brushProperty name="width" value="0.05" units="cm"/>
      <inkml:brushProperty name="height" value="0.05" units="cm"/>
      <inkml:brushProperty name="color" value="#E71224"/>
    </inkml:brush>
  </inkml:definitions>
  <inkml:trace contextRef="#ctx0" brushRef="#br0">1 3 12374,'0'0'7635,"5"-2"-8371,8 2-1841,10 0-4162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43.175"/>
    </inkml:context>
    <inkml:brush xml:id="br0">
      <inkml:brushProperty name="width" value="0.05" units="cm"/>
      <inkml:brushProperty name="height" value="0.05" units="cm"/>
      <inkml:brushProperty name="color" value="#E71224"/>
    </inkml:brush>
  </inkml:definitions>
  <inkml:trace contextRef="#ctx0" brushRef="#br0">74 400 15095,'0'0'6534,"-8"13"-6273,5-8-237,-10 17 99,-21 48 0,32-63-116,-1 0 1,1-1-1,0 1 1,0 0-1,0 1 1,1-1-1,1 0 0,-1 0 1,1 0-1,0 0 1,1 1-1,-1-1 1,1 0-1,3 8 1,-3-13-8,0 0 0,1 0 0,-1 0 0,1 0 1,-1 0-1,1 0 0,0-1 0,0 1 1,0-1-1,0 1 0,0-1 0,0 0 1,0 0-1,0 0 0,1 0 0,-1 0 1,0 0-1,1 0 0,-1-1 0,1 1 1,-1-1-1,3 0 0,65 1 17,-49-1-7,-13-1-4,-1 0 0,0 0 0,0 0 0,0-1 0,1 0 0,-2 0 0,1-1 0,0 0 0,0 0 0,-1 0 0,0-1 0,11-8 0,-15 10-5,0 0 0,1 0 0,-1 0 0,0 0 1,-1 0-1,1 0 0,0 0 0,0-1 0,-1 1 0,0-1 0,1 1 0,-1-1 1,0 0-1,0 0 0,0 1 0,-1-1 0,1 0 0,-1 0 0,1 0 0,-1 0 1,0 1-1,0-1 0,-1 0 0,1 0 0,0 0 0,-1 0 0,0 0 0,1 1 1,-1-1-1,0 0 0,-1 1 0,1-1 0,0 1 0,-1-1 0,1 1 0,-4-4 1,-6-7-2,-1 1 0,-1 0 1,0 1-1,-1 0 0,-24-14 1,17 11 0,1 0 0,-31-29 0,46 38 2,0 0-1,1 0 1,0 0-1,0-1 1,0 0-1,0 0 0,1 0 1,0 0-1,1 0 1,-1-1-1,1 1 1,0-1-1,1 0 1,-2-7-1,3 6-4,-1-1-1,1 1 1,0-1-1,1 1 0,0-1 1,0 1-1,1 0 1,0 0-1,0-1 1,1 1-1,0 1 0,8-16 1,-4 13 3,1 0 0,0 0 0,0 1 0,1 0 0,0 0 0,1 1 0,0 0 0,12-7 0,-10 7-3,0 0-1,1 1 0,0 1 0,1 0 1,-1 1-1,24-6 0,-32 10 43,0-1 0,0 2 0,0-1 0,0 1 0,1-1 1,-1 1-1,0 1 0,0-1 0,0 1 0,0 0 0,0 0 0,0 0 0,0 1 0,0 0 0,-1 0 0,1 0 0,0 0 0,-1 1 0,0 0 0,1 0 0,6 6 0,1 5 149,-1 1 1,0 0-1,-1 0 1,-1 1-1,-1 1 1,0-1-1,-1 1 1,-1 0-1,0 1 1,-1 0-1,-1-1 1,2 23-1,1 30 350,-5 132-1,-3-118-314,-36 349 586,-1 0-769,38-352-1052,0-92-4108,-3-69-3283,-4 25-759</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43.548"/>
    </inkml:context>
    <inkml:brush xml:id="br0">
      <inkml:brushProperty name="width" value="0.05" units="cm"/>
      <inkml:brushProperty name="height" value="0.05" units="cm"/>
      <inkml:brushProperty name="color" value="#E71224"/>
    </inkml:brush>
  </inkml:definitions>
  <inkml:trace contextRef="#ctx0" brushRef="#br0">1 117 16247,'0'0'5107,"129"-80"-4835,-82 69-256,0 2-16,-9 4-656,-6-2-2706,-7 2-5282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45.437"/>
    </inkml:context>
    <inkml:brush xml:id="br0">
      <inkml:brushProperty name="width" value="0.05" units="cm"/>
      <inkml:brushProperty name="height" value="0.05" units="cm"/>
      <inkml:brushProperty name="color" value="#E71224"/>
    </inkml:brush>
  </inkml:definitions>
  <inkml:trace contextRef="#ctx0" brushRef="#br0">203 110 10757,'0'0'7726,"0"-10"-6680,0 6-815,3-41 652,-3 43-702,0-1 0,0 1 0,0-1 0,-1 1-1,1-1 1,0 1 0,-1-1 0,0 1 0,1-1 0,-1 1-1,0 0 1,0-1 0,-1 1 0,1 0 0,0 0 0,-3-3 0,2 4-148,0 0 0,0 0 0,0 0 0,0 0 0,0 1 0,0-1 0,0 1 0,-1-1 0,1 1 0,0 0 1,0 0-1,-1 0 0,1 0 0,0 0 0,0 0 0,0 0 0,-1 1 0,1 0 0,0-1 0,-3 2 1,1 0 7,0-1 0,1 1 1,-1 0-1,0 0 1,1 1-1,-1-1 1,1 1-1,0-1 1,-5 6-1,-4 8-14,1 1-1,0 0 1,2 0-1,0 1 0,0 0 1,2 1-1,0 0 1,2 0-1,-5 24 0,4-4 41,1 0-1,3 0 0,3 67 0,-1-100-64,1 1 0,0-1 0,1 0 0,-1 1-1,1-1 1,0 0 0,1 0 0,-1-1 0,1 1 0,0 0 0,1-1 0,0 0 0,-1 1 0,1-2 0,1 1 0,-1 0 0,1-1 0,0 0 0,0 0 0,0 0 0,1-1 0,-1 1 0,1-1 0,0-1 0,8 4 0,1-1 7,1 0 0,-1-1-1,1-1 1,0 0 0,0-1 0,1-1 0,-1-1 0,31-2-1,-36-1-7,-1 1 0,0-1 0,1-1 0,-2 0 0,1 0 0,0-1-1,-1-1 1,0 1 0,0-1 0,0-1 0,-1 0 0,0 0 0,0 0-1,-1-1 1,0 0 0,-1-1 0,7-8 0,-3 1 2,0 1-1,-1-2 1,-1 1 0,0-1-1,-1 0 1,-1-1 0,-1 1 0,0-1-1,2-19 1,-25 58 68,-7 19-86,19-24 13,0 0-1,1 0 1,1 1 0,0-1-1,1 1 1,1 0-1,0 0 1,2 31 0,1-45-2,-1 0 0,0 0-1,1 0 1,0 0 0,-1 0 0,1 0 0,1 0 0,-1 0 0,0 0 0,1-1 0,-1 1 0,1-1 0,0 1 0,0-1-1,0 0 1,0 1 0,0-1 0,0 0 0,1 0 0,-1 0 0,0-1 0,1 1 0,0-1 0,-1 1 0,1-1-1,0 0 1,0 0 0,0 0 0,0 0 0,0-1 0,5 1 0,5 1-28,1 0-1,0-1 1,0-1-1,-1 0 1,26-4-1,-36 4 32,0-1-1,-1 0 0,1 0 1,0-1-1,-1 1 0,1 0 1,-1-1-1,1 1 0,-1-1 1,0 0-1,0 0 0,0 0 1,0 0-1,0 0 0,0 0 1,0-1-1,-1 1 0,1-1 1,-1 1-1,0-1 0,0 1 1,0-1-1,0 0 1,0 0-1,0 1 0,-1-1 1,1-4-1,2-11 6,-2-1 0,0 1 1,-1-23-1,-1 19-1,1 12-4,0 0 0,0 0 0,0-1 0,1 1 0,0 0 0,6-19 0,-6 27 1,0-1-1,0 1 0,0-1 1,0 1-1,1 0 0,-1 0 0,1 0 1,0 0-1,-1 0 0,1 0 1,0 0-1,0 0 0,0 1 0,0-1 1,1 1-1,-1 0 0,0-1 1,1 1-1,-1 0 0,1 0 1,-1 1-1,1-1 0,-1 0 0,1 1 1,-1 0-1,1-1 0,0 1 1,4 0-1,-1 1-1,-1 0 0,1 0 0,-1 0 0,0 0 0,1 1 0,-1 0-1,0 0 1,0 0 0,0 1 0,0 0 0,-1 0 0,1 0 0,-1 0 0,1 1 0,-1-1 0,0 1 0,-1 0 0,1 1 0,4 6 0,7 12 20,0 0 1,19 45 0,-18-34 9,-16-33-25,1-1 0,-1 1 0,0 0 0,1 0 0,-1-1 0,1 1 0,-1 0 0,1 0 0,-1-1-1,1 1 1,-1-1 0,1 1 0,0 0 0,-1-1 0,1 1 0,0-1 0,-1 1 0,1-1 0,0 0 0,0 1 0,0-1 0,-1 0 0,1 0 0,0 1 0,0-1 0,0 0 0,0 0 0,-1 0 0,1 0 0,0 0 0,0 0 0,0 0 0,0 0 0,-1 0 0,1-1 0,0 1 0,0 0 0,0-1 0,-1 1 0,1 0 0,0-1 0,0 1 0,0-1 0,32-30 84,-23 19-105,8-6-2,-6 4 7,1 0 1,1 1-1,0 1 1,0 0-1,2 1 1,-1 0-1,22-9 1,-36 19 11,1 1 1,-1-1-1,1 1 1,0-1-1,-1 1 1,1 0-1,-1 0 1,1 0-1,-1 0 1,1 0-1,0 0 1,-1 0-1,1 1 1,-1-1-1,1 1 1,-1-1-1,1 1 1,-1-1-1,1 1 1,-1 0-1,0 0 1,1 0-1,-1 0 1,0 0-1,0 0 0,1 0 1,-1 0-1,0 0 1,0 0-1,1 2 1,3 6-15,1-1 1,-1 2-1,7 18 0,10 15 10,-20-40 6,0 0 1,0 0 0,0-1 0,1 1 0,-1-1 0,1 1 0,-1-1 0,1 0 0,0 0 0,0 0 0,0 0 0,0 0 0,1-1 0,-1 1 0,0-1 0,1 0 0,-1 0 0,1 0-1,-1-1 1,5 1 0,-5-2-2,1 1 0,0-2-1,-1 1 1,1 0 0,-1-1-1,1 1 1,-1-1 0,0 0-1,1 0 1,-1 0 0,0-1-1,0 1 1,-1-1 0,1 0 0,0 1-1,-1-1 1,0 0 0,4-6-1,8-12 33,0-1 0,14-32 0,-30 76-4,2 0-1,0 0 0,4 26 1,-4-44-43,1 0 1,0 0-1,-1 0 0,2 0 1,-1-1-1,0 1 1,1 0-1,0 0 0,0-1 1,0 1-1,0-1 1,1 0-1,-1 1 1,1-1-1,0 0 0,0-1 1,0 1-1,0 0 1,0-1-1,0 0 1,1 1-1,0-2 0,-1 1 1,1 0-1,0-1 1,0 1-1,6 0 0,3 1-44,0 0 0,1-1 0,-1-1 0,1 0 0,0-1 0,-1 0 0,16-3 0,-23 1 55,-1 0 0,1 0 0,-1 0 0,1-1 0,-1 1 0,0-1 0,0 0 1,0-1-1,0 1 0,-1-1 0,1 0 0,-1 0 0,0-1 0,0 1 0,-1-1 0,1 0 0,-1 0 0,0 0 0,-1 0 0,1-1 0,-1 1 0,2-8 0,3-6 86,0-1 0,-2 0 0,-1 0 0,0 0 0,0-22-1,-52 352 2019,14 287-963,18-195-839,11-364-279,5-38 26,0-4 115,-23-355 6,16 197-195,4-181-230,4 326 247,2 1 0,0 0 1,1 0-1,1 1 0,0-1 0,1 1 0,0 0 1,18-28-1,-21 38 4,0 0 0,0 0 0,1 0 0,0 0 0,0 1 0,0-1 0,1 1 0,-1 0 0,1 1 0,0-1 0,0 1 0,0 0-1,1 0 1,-1 0 0,1 1 0,-1 0 0,1 0 0,0 0 0,0 1 0,0 0 0,0 0 0,0 0 0,0 1 0,0 0 0,0 0 0,0 0 0,7 2 0,-11-1 5,1 1 0,0-1 1,-1 0-1,0 1 0,1-1 0,-1 1 0,0-1 0,0 1 1,0 0-1,0 0 0,0 0 0,0 1 0,-1-1 0,1 0 1,-1 0-1,0 1 0,1-1 0,-1 1 0,0 0 1,0-1-1,-1 1 0,1 0 0,0-1 0,-1 4 0,3 9 7,-1 1 0,-1 28 0,0-33-5,-1 0 0,-1 0 0,0-1 0,-1 1-1,0 0 1,0-1 0,-1 1 0,-1-1 0,0 0 0,0 0 0,-1 0-1,0 0 1,-1-1 0,0 0 0,0 0 0,-1-1 0,0 0-1,0 0 1,-1 0 0,0-1 0,-1 0 0,-15 10 0,16-12-164,1 0 1,-1 0-1,1 0 1,-1-1-1,0 0 1,-1-1 0,1 0-1,-1 0 1,1-1-1,-15 3 1,22-6 41,0 1 1,1 0-1,-1-1 0,0 1 1,1-1-1,-1 1 0,0-1 1,1 1-1,-1-1 1,1 1-1,-1-1 0,1 0 1,-1 1-1,1-1 0,-1 0 1,1 1-1,0-1 1,-1 0-1,1 0 0,0 1 1,0-1-1,-1 0 0,1 0 1,0 0-1,0 1 1,0-1-1,0 0 0,0 0 1,0 0-1,0 1 0,1-1 1,-1 0-1,0 0 1,0 1-1,0-1 0,1-1 1,9-32-2681,18-3-507,9-4-1410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46.390"/>
    </inkml:context>
    <inkml:brush xml:id="br0">
      <inkml:brushProperty name="width" value="0.05" units="cm"/>
      <inkml:brushProperty name="height" value="0.05" units="cm"/>
      <inkml:brushProperty name="color" value="#E71224"/>
    </inkml:brush>
  </inkml:definitions>
  <inkml:trace contextRef="#ctx0" brushRef="#br0">6 141 9861,'0'0'5581,"1"-21"-3308,0-9-1345,1-21-82,-1 13 4847,-11 500-4668,9-453-1026,2 1 0,-1-1 1,1 0-1,1 1 0,0-1 0,0 0 1,1 0-1,0-1 0,8 18 0,-9-22 7,1-1-1,-1 1 1,1-1 0,0 1-1,0-1 1,0 0-1,0 0 1,1-1-1,-1 1 1,1-1-1,0 1 1,0-1-1,0 0 1,0-1-1,0 1 1,0-1-1,0 1 1,1-1-1,-1-1 1,0 1-1,1 0 1,-1-1 0,6 0-1,-4 0-14,0 0-1,0-1 1,0 1-1,0-1 1,0 0-1,-1-1 1,1 1-1,0-1 1,-1 0-1,1-1 1,-1 0 0,1 1-1,-1-2 1,0 1-1,0 0 1,-1-1-1,1 0 1,-1 0-1,1-1 1,-1 1-1,5-9 1,1 3 11,-1-1 0,0-1 0,-1 1 1,-1-2-1,1 1 0,-2-1 0,0 0 0,0 0 0,-1-1 0,-1 1 0,0-1 1,-1 0-1,-1 0 0,2-19 0,-5 32-2,0 0 0,1 0 1,-1 0-1,0 1 0,0-1 0,1 0 1,-1 0-1,0 1 0,0-1 0,0 0 1,0 1-1,0-1 0,0 1 0,0 0 1,0-1-1,0 1 0,0 0 0,0-1 1,0 1-1,0 0 0,0 0 0,0 0 1,0 0-1,0 0 0,-1 0 0,0 1 1,-33 3-3,31-1 0,1 0 0,0 0 0,0 0 1,0 1-1,0-1 0,0 1 0,1 0 0,0-1 0,-1 1 0,2 0 0,-1 0 0,0 1 0,1-1 0,-1 0 0,1 0 0,-1 10 0,0 8-15,0 0 1,1 24-1,1-33 15,0 1 0,0-8-14,-1 0 1,2 1-1,-1-1 0,1 0 0,-1 0 0,4 9 0,-4-14 11,1 1 0,0 0 0,0-1 0,0 1 0,0-1-1,0 1 1,0-1 0,0 1 0,1-1 0,-1 0 0,1 1 0,-1-1 0,0 0 0,1 0-1,0 0 1,-1 0 0,1-1 0,0 1 0,-1 0 0,1-1 0,0 1 0,0-1 0,-1 1-1,1-1 1,0 0 0,4 0 0,6 0 9,0 0 0,0-1-1,0-1 1,0 0 0,0-1 0,-1 0 0,1 0-1,13-7 1,8-2 21,-29 10-30,0 1 1,0-1-1,1 1 0,-1 0 1,0 0-1,1 1 0,-1-1 1,1 1-1,-1 0 0,1 0 1,-1 1-1,0-1 0,1 1 1,-1 0-1,5 1 0,-6 0 3,-1-1-1,0 1 0,0 0 1,0 0-1,0 0 0,0 0 1,0 0-1,-1 0 0,1 1 1,-1-1-1,1 0 0,-1 1 1,0-1-1,0 1 0,0-1 1,0 1-1,0 0 0,-1-1 1,1 1-1,-1 0 0,0 0 0,0-1 1,0 1-1,-1 5 0,1 45 38,10-55 80,1-7-107,0 0 0,0-1-1,-1 0 1,0-1 0,-1 0 0,9-14 0,1 0-4,89-105 254,-122 191-12,9-37-245,1-1 0,0 0 0,2 1 0,1 46 0,1-65-1,0-1-4,0 0 1,0 0-1,1-1 0,-1 1 1,1 0-1,0 0 0,0-1 1,0 1-1,1 0 0,-1-1 1,1 1-1,0-1 0,0 0 0,0 1 1,1-1-1,-1 0 0,1 0 1,-1-1-1,1 1 0,0 0 1,0-1-1,0 0 0,0 0 1,1 0-1,-1 0 0,1 0 0,-1 0 1,1-1-1,5 2 0,8 1-47,0-1-1,1 0 0,-1-1 0,1-1 0,19-1 1,-33 0-90,-1 0 1,1 0 0,0-1 0,0 0 0,-1 0 0,1 0 0,0 0 0,-1 0 0,1-1 0,-1 1 0,0-1 0,1 0 0,-1 0-1,0 0 1,0-1 0,0 1 0,5-6 0,20-37-4659,-17 20 760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47.992"/>
    </inkml:context>
    <inkml:brush xml:id="br0">
      <inkml:brushProperty name="width" value="0.05" units="cm"/>
      <inkml:brushProperty name="height" value="0.05" units="cm"/>
      <inkml:brushProperty name="color" value="#E71224"/>
    </inkml:brush>
  </inkml:definitions>
  <inkml:trace contextRef="#ctx0" brushRef="#br0">3 193 11925,'-2'4'11198,"3"-13"-11105,0 0 1,1 0 0,0 1 0,0-1 0,1 1-1,0 0 1,0 0 0,1 0 0,0 0 0,7-9-1,-1 1 11,1 1-1,1 1 0,0 0 0,15-13 0,-26 26-90,0 0-1,-1 0 1,1 1-1,0-1 1,0 0-1,0 1 1,0-1 0,-1 0-1,1 1 1,0 0-1,0-1 1,0 1-1,0-1 1,0 1 0,0 0-1,0 0 1,1 0-1,-1-1 1,0 1-1,0 0 1,0 0 0,0 0-1,0 1 1,0-1-1,0 0 1,1 1-1,0 0-8,-1 0 0,1 0 0,-1 0-1,0 0 1,1 0 0,-1 1 0,0-1-1,0 1 1,0-1 0,0 1-1,0-1 1,0 1 0,0 0 0,0 1-1,3 9-13,0 1-1,-1-1 1,2 19-1,-4-24 58,7 58-7,-4-35-29,10 49 0,-13-78-9,-1-1 0,0 1 1,1-1-1,-1 0 1,1 0-1,-1 1 1,1-1-1,-1 0 1,1 0-1,-1 1 0,1-1 1,-1 0-1,1 0 1,-1 0-1,1 0 1,-1 0-1,1 0 1,-1 0-1,1 0 0,-1 0 1,1 0-1,0 0 1,-1 0-1,1 0 1,-1 0-1,1-1 1,-1 1-1,1 0 0,-1 0 1,1-1-1,-1 1 1,0 0-1,1 0 1,-1-1-1,1 1 1,-1-1-1,0 1 0,1 0 1,-1-1-1,0 1 1,1-1-1,-1 1 1,0-1-1,1 0 1,18-18 135,6-11-129,-16 17-16,1 1 0,1 0 0,0 0 0,1 1 0,0 0 0,19-12 0,-30 23 8,0-1 0,1 1 0,-1 0 0,0-1 0,1 1 1,-1 0-1,0 0 0,1 0 0,-1 0 0,0 0 0,1 0 1,-1 0-1,0 1 0,1-1 0,-1 0 0,0 1 0,0-1 1,1 1-1,-1-1 0,0 1 0,0 0 0,0-1 0,0 1 1,0 0-1,0 0 0,0 0 0,0 0 0,0 0 0,0 0 1,0 0-1,0 1 0,27 42 52,-22-32-47,0-2-6,16 22 7,-21-31-6,0-1 0,0 1-1,0 0 1,0 0-1,0-1 1,1 1-1,-1-1 1,0 1-1,0-1 1,1 0 0,-1 0-1,0 1 1,0-1-1,1 0 1,-1 0-1,0 0 1,0 0 0,1 0-1,-1 0 1,0-1-1,1 1 1,-1 0-1,0-1 1,0 1-1,0-1 1,1 1 0,-1-1-1,1-1 1,8-4-5,0-2 1,0 1-1,-1-2 1,-1 1-1,14-16 1,-14 14-3,0 0 0,1 1 0,0 0 0,1 1 1,21-14-1,-31 21 4,1 1 1,0 0 0,0 0 0,0 0 0,0 0 0,-1 0 0,1 0-1,0 0 1,0 0 0,0 0 0,-1 0 0,1 0 0,0 0-1,0 1 1,0-1 0,-1 0 0,1 1 0,0-1 0,0 0-1,-1 1 1,1-1 0,0 1 0,-1-1 0,1 1 0,-1 0 0,1-1-1,-1 1 1,1 0 0,-1-1 0,1 1 0,-1 0 0,1-1-1,-1 2 1,18 32-111,-12-20 21,-5-12 65,0 0 0,1 0 0,-1 1 0,0-1 0,1 0 0,-1 0 0,1 0 0,0-1 0,0 1 0,-1 0 0,1 0 0,0-1 0,1 0 0,-1 1 0,0-1 0,0 0 1,0 0-1,1 0 0,-1 0 0,1 0 0,-1-1 0,1 1 0,-1-1 0,1 0 0,-1 1 0,1-1 0,-1 0 0,1-1 0,-1 1 0,1 0 0,-1-1 0,1 1 0,-1-1 0,1 0 0,-1 0 0,3-1 0,5-3 21,-1-1-1,0-1 0,-1 1 1,1-1-1,-1 0 0,13-16 0,-15 16 2,12-13 65,-18 20-64,0 1 1,0-1 0,0 0 0,0 0-1,0 0 1,0 1 0,0-1-1,0 0 1,0 0 0,0 1 0,0-1-1,0 0 1,0 0 0,0 0-1,0 1 1,0-1 0,0 0 0,0 0-1,1 1 1,-1-1 0,0 0-1,0 0 1,0 0 0,0 0 0,0 1-1,1-1 1,-1 0 0,0 0-1,0 0 1,0 0 0,1 0 0,-1 0-1,0 1 1,0-1 0,0 0-1,1 0 1,-1 0 0,0 0 0,0 0-1,1 0 1,-1 0 0,0 0-1,0 0 1,0 0 0,1 0 0,-1 0-1,0 0 1,0 0 0,1 0-1,-1 0 1,0 0 0,0 0 0,0-1-1,1 1 1,-1 0 0,0 0-1,0 0 1,0 0 0,1 0 0,-1 0-1,0-1 1,0 1 0,0 0-1,0 0 1,0 0 0,1-1 0,-1 1-1,0 0 1,-2 35-4,1-16 3,0-1-1,2 1 1,0 0-1,3 20 1,-3-36 3,-1 1-1,1-1 1,0 0 0,0 0-1,0 1 1,0-1 0,1 0 0,-1 0-1,1 0 1,0-1 0,0 1-1,0 0 1,0-1 0,0 1-1,0-1 1,1 1 0,-1-1 0,1 0-1,0 0 1,0-1 0,0 1-1,-1 0 1,2-1 0,-1 0-1,0 1 1,0-1 0,0 0 0,0-1-1,4 1 1,-2 0 7,1 0-1,-1-1 1,0 0 0,0 0-1,0-1 1,1 1 0,-1-1-1,0 0 1,0-1 0,0 1-1,0-1 1,0 0 0,8-5-1,-10 5 2,0-1-1,0 1 0,-1-1 0,1 1 0,-1-1 0,0 0 0,0 0 1,0 0-1,0 0 0,-1 0 0,1 0 0,-1-1 0,1 1 1,-1 0-1,0-1 0,-1 1 0,1-1 0,0 0 0,-1 1 0,0-1 1,0-4-1,0 4 21,0 0-1,0 0 1,0 0 0,0 0 0,0 0 0,-1 0 0,0 0 0,0 0-1,0 0 1,0 0 0,-1 1 0,0-1 0,1 0 0,-1 1-1,-1-1 1,1 1 0,0 0 0,-1 0 0,0 0 0,1 0 0,-1 0-1,0 0 1,-1 1 0,1-1 0,0 1 0,-1 0 0,1 0-1,-1 0 1,0 1 0,0-1 0,-4 0 0,1-1-60,0 1 0,0 0 0,0 1 0,0-1 0,0 1 0,0 1 0,0-1 0,-1 1 0,1 1 0,-8 0 0,13 0-138,0-1 0,0 1 1,0-1-1,1 1 0,-1 0 1,0 0-1,0 0 0,0 0 1,1 0-1,-1 0 0,0 0 1,1 1-1,-1-1 0,1 1 1,-3 2-1,3-2-238,0 1 0,0-1 1,0 0-1,1 1 0,-1-1 0,0 0 1,1 1-1,0-1 0,-1 1 0,1-1 1,0 1-1,0-1 0,1 1 0,-1-1 1,1 5-1,0-6 78,-1 1 1,0-1-1,1 0 1,-1 0-1,0 0 1,1 1-1,0-1 1,-1 0-1,1 0 1,0 0-1,-1 0 1,1 0 0,0 0-1,0 0 1,1 0-1,28 14-7559</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48.938"/>
    </inkml:context>
    <inkml:brush xml:id="br0">
      <inkml:brushProperty name="width" value="0.05" units="cm"/>
      <inkml:brushProperty name="height" value="0.05" units="cm"/>
      <inkml:brushProperty name="color" value="#E71224"/>
    </inkml:brush>
  </inkml:definitions>
  <inkml:trace contextRef="#ctx0" brushRef="#br0">172 276 10629,'0'0'9946,"5"-12"-9079,11-35-275,-16 46-578,0 1-1,0-1 1,-1 0-1,1 1 1,0-1-1,0 0 1,0 1-1,-1-1 1,1 1-1,0-1 1,-1 0-1,1 1 1,0-1-1,-1 1 1,1-1-1,-1 1 1,1-1-1,-1 1 1,1 0-1,-1-1 1,1 1-1,-1-1 1,1 1-1,-1 0 1,0 0-1,1-1 1,-1 1-1,0 0 1,1 0-1,-1 0 1,1 0 0,-1-1-1,0 1 1,1 0-1,-1 0 1,-1 1-1,-32-1 260,26 0-163,2 1-91,0 0-1,1 0 1,-1 0-1,1 0 1,0 1 0,-1 0-1,1 0 1,0 1-1,0 0 1,0-1-1,0 2 1,1-1-1,-1 0 1,1 1 0,0 0-1,0 0 1,0 0-1,0 0 1,1 1-1,-4 6 1,3-5-20,0 0 0,1 1 0,0-1 0,0 0 0,0 1 0,1 0 0,0 0 0,0 0 0,1 0 0,0 0 0,0 0 0,0 0 0,1 0 1,0 0-1,1 0 0,1 8 0,-1-12-10,1-1 1,-1 0 0,1 0-1,0 0 1,0 0-1,0 0 1,0 0 0,0 0-1,0 0 1,1-1 0,-1 1-1,0-1 1,1 0 0,-1 0-1,1 0 1,0 0 0,-1 0-1,1 0 1,0-1-1,-1 1 1,1-1 0,0 0-1,0 0 1,0 0 0,3 0-1,10 0-67,1 0 0,31-5-1,-41 3 79,0 0-1,-1 0 1,1-1-1,-1 1 1,1-2-1,-1 1 1,0-1-1,0 0 0,-1 0 1,1 0-1,-1-1 1,0 0-1,0 0 1,-1 0-1,1-1 1,-1 0-1,0 1 0,-1-1 1,0-1-1,1 1 1,2-10-1,0-1 80,0-1 0,-1 0-1,0 0 1,-2-1 0,0 1 0,0-36-1,-3-90 2510,-10 147-2321,7 1-264,0 1-1,0 0 1,0 0 0,1 0 0,-1 0-1,1 1 1,0-1 0,1 1 0,0-1-1,-2 10 1,-4 62-9,7-77 6,-2 29-68,1 0-1,2 0 1,1 0 0,10 55 0,-9-75 42,-1 0 0,1 0 1,1 0-1,0 0 1,0-1-1,1 1 1,0-1-1,0 0 1,0 0-1,1-1 0,1 0 1,-1 0-1,1 0 1,1-1-1,-1 0 1,1 0-1,0-1 1,14 8-1,-16-11 14,0 1 0,0-1 0,-1 0 0,1 0 0,0 0 0,1-1 0,-1 0 0,0 0 0,0-1-1,0 0 1,1 0 0,-1 0 0,0-1 0,0 0 0,0 0 0,1 0 0,-1-1 0,0 0 0,-1 0 0,1 0 0,0-1 0,-1 0 0,1 0 0,-1-1 0,0 1 0,0-1 0,0 0 0,-1-1 0,1 1-1,3-6 1,2-2 23,-1-1-1,0 1 0,-1-2 1,-1 1-1,0-1 0,0-1 0,-2 1 1,0-1-1,0 0 0,-2 0 1,0 0-1,0-1 0,0-16 1,-5 32-1,1 1 1,-1-1 0,1 0-1,-1 0 1,0 1 0,1-1-1,0 1 1,-1-1 0,1 1-1,-1 0 1,1-1 0,0 1-1,-1 0 1,-1 2 0,-1 2-6,1-1 1,0 1 0,-1 0 0,2 0 0,-1 0 0,1 0 0,-1 1-1,1-1 1,1 1 0,-1-1 0,0 11 0,-3 69-76,5-80 59,0-3 6,0 1 1,0 0-1,1 0 1,-1 0-1,1-1 1,0 1-1,-1 0 1,1 0-1,0-1 0,1 1 1,-1-1-1,0 1 1,1-1-1,-1 0 1,1 1-1,0-1 1,0 0-1,0 0 0,0 0 1,0 0-1,0-1 1,0 1-1,1 0 1,-1-1-1,1 0 1,-1 1-1,1-1 1,-1 0-1,1-1 0,0 1 1,2 0-1,10 2-31,1-1 0,-1 0 0,0-1-1,24-2 1,-32 1 32,1-1-1,1 1 0,-1-1-1,0-1 1,0 0 0,0 0-1,0 0 1,-1-1 0,1 0-1,-1-1 1,0 0 0,1 0 0,-2 0-1,1-1 1,0 0 0,-1 0-1,0-1 1,0 0 0,-1 0 0,1 0-1,-1-1 1,-1 1 0,1-1-1,6-14 1,-3 2 14,-1 0-1,0-1 1,-1 0-1,-1 0 0,-1 0 1,-1 0-1,-1-1 1,0-29-1,0 9 71,-1 26 51,0 1-1,-1 0 0,-1-1 0,0 1 0,-6-28 0,7 42-103,0-1 0,-1 0-1,1 0 1,0 0 0,-1 1-1,1-1 1,-1 0 0,1 0-1,-1 1 1,1-1 0,-1 0 0,1 1-1,-1-1 1,0 0 0,1 1-1,-1-1 1,0 1 0,0-1 0,1 1-1,-1 0 1,0-1 0,0 1-1,0 0 1,1-1 0,-1 1 0,0 0-1,0 0 1,0 0 0,0 0-1,0 0 1,0 0 0,1 0-1,-1 0 1,0 0 0,0 0 0,0 0-1,0 1 1,-1 0 0,0-1-14,0 1 0,1 0 0,-1 0 0,0 0 0,1 0 0,-1 0 1,1 0-1,-1 0 0,1 1 0,-1-1 0,1 1 0,0-1 0,0 1 0,0-1 0,0 1 1,-2 2-1,-1 14 29,1-1 1,0 1-1,1-1 1,1 1 0,0 0-1,3 24 1,-1 2 3,0-10 4,1-1 0,1 1 1,2-1-1,1 0 0,21 60 0,-23-79-186,2 0 0,-1-1 0,2 0 0,0 0 0,0-1 0,1 0 0,1 0-1,0-1 1,0 0 0,1 0 0,0-1 0,1-1 0,0 0 0,1 0 0,0-1-1,16 8 1,-27-15-246,0-1 1,0 0-1,-1 0 0,1 1 0,0-1 0,0 0 0,0 0 1,-1 0-1,1 0 0,0 0 0,0 0 0,0 0 0,0 0 0,-1 0 1,1 0-1,0-1 0,0 1 0,0 0 0,-1 0 0,1-1 1,0 1-1,0 0 0,-1-1 0,1 1 0,1-2 0,8-19-10827</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50.047"/>
    </inkml:context>
    <inkml:brush xml:id="br0">
      <inkml:brushProperty name="width" value="0.05" units="cm"/>
      <inkml:brushProperty name="height" value="0.05" units="cm"/>
      <inkml:brushProperty name="color" value="#E71224"/>
    </inkml:brush>
  </inkml:definitions>
  <inkml:trace contextRef="#ctx0" brushRef="#br0">107 108 7027,'0'0'5688,"0"-61"579,0 60-6193,0-1 0,0 0 0,0 0 0,-1 0-1,1 1 1,0-1 0,-1 0 0,1 0 0,-1 1 0,1-1 0,-1 0 0,0 1 0,0-1 0,0 1-1,0-1 1,0 1 0,0-1 0,0 1 0,0 0 0,0-1 0,-1 1 0,1 0 0,0 0-1,-1 0 1,-1-1 0,-1 1-76,0-1 0,0 1 0,0 0-1,1 1 1,-1-1 0,0 1 0,0-1 0,0 1-1,-1 0 1,-6 2 0,9-2-19,1 0 0,-1 1 0,1-1 1,-1 1-1,1-1 0,-1 1 0,1 0 0,0 0 0,-1 0 0,1 0 1,0 0-1,-1 0 0,1 0 0,0 0 0,0 0 0,0 0 1,0 1-1,0-1 0,0 0 0,1 1 0,-2 2 0,-4 21-4074,6-16-128</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9:12.552"/>
    </inkml:context>
    <inkml:brush xml:id="br0">
      <inkml:brushProperty name="width" value="0.05" units="cm"/>
      <inkml:brushProperty name="height" value="0.05" units="cm"/>
      <inkml:brushProperty name="color" value="#E71224"/>
    </inkml:brush>
  </inkml:definitions>
  <inkml:trace contextRef="#ctx0" brushRef="#br0">46 786 6019,'0'0'3068,"-1"1"-3621,-14 10 12395,11-9-10859,2-3-950,1 0 0,0 1 0,0-1-1,0 0 1,0 0 0,0 1 0,0-1 0,0 0-1,0 0 1,0 0 0,1 0 0,-1 0 0,0-1 0,0 1-1,1 0 1,-1 0 0,1 0 0,-1-1 0,1 1-1,0 0 1,-1 0 0,1-1 0,0 1 0,0-2-1,-5-35 207,2-14 314,7-83-1,-1 110-453,1 1-1,1 0 1,1 0 0,1 1-1,16-38 1,-14 42-80,1 0 0,0 1 0,2 0 1,0 1-1,1 0 0,0 1 0,2 1 0,0 0 0,0 0 0,1 2 0,1 0 0,1 1 1,-1 1-1,2 0 0,-1 1 0,2 2 0,35-13 0,-51 20-19,1 0 1,-1 0-1,0 0 0,-1-1 0,1 1 1,0-1-1,0 0 0,3-3 0,-6 4 0,-1 1 0,0 0-1,1 0 1,-1-1 0,0 1-1,0 0 1,0-1 0,1 1-1,-1 0 1,0-1 0,0 1-1,0 0 1,0-1 0,0 1-1,0 0 1,1-1 0,-1 1-1,0-1 1,0 1 0,0 0-1,0-1 1,0 1 0,0 0-1,-1-1 1,1 1 0,0-1-1,0 1 1,0 0 0,0-1-1,0 1 1,0 0 0,-1-1-1,-19-13-30,1 5 12,0 0-1,-1 1 1,0 1 0,0 1-1,-1 1 1,1 0 0,-34-2-1,185 13-154,-117-5 173,0 1 0,-1 1 1,1 0-1,-1 0 0,0 2 0,0 0 0,20 10 0,-30-13-7,0 0 1,0 1-1,0 0 1,0 0-1,-1 0 0,1 0 1,-1 0-1,1 0 0,-1 1 1,0-1-1,-1 1 1,1-1-1,-1 1 0,1 0 1,-1 0-1,0-1 0,1 9 1,0 6-39,-1 0 1,-2 31 0,0-17 35,-10 30-537,1-8-2836,13-19-5389</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9:14.525"/>
    </inkml:context>
    <inkml:brush xml:id="br0">
      <inkml:brushProperty name="width" value="0.05" units="cm"/>
      <inkml:brushProperty name="height" value="0.05" units="cm"/>
      <inkml:brushProperty name="color" value="#E71224"/>
    </inkml:brush>
  </inkml:definitions>
  <inkml:trace contextRef="#ctx0" brushRef="#br0">25 39 11077,'0'0'9655,"-4"-8"-8935,0-2-644,-6-10 503,6 23-271,3 18-121,-1 90 35,2 99 458,2-175-581,2 1 0,1-2-1,17 63 1,-20-90-114,0 0 0,1 0 0,0 0-1,0-1 1,0 1 0,1-1 0,0 0 0,0 0 0,1 0 0,0 0 0,6 5 0,-6-7-2,0-1 1,0 0-1,0 0 1,0-1 0,0 0-1,0 0 1,1 0 0,-1 0-1,1-1 1,0 0 0,-1 0-1,1 0 1,0-1-1,7 0 1,-6 0-32,0 0 1,0 0-1,-1 0 1,1-1-1,0 0 0,0-1 1,-1 1-1,1-1 0,-1-1 1,1 1-1,-1-1 0,0 0 1,0 0-1,0-1 0,0 0 1,-1 0-1,0 0 1,0-1-1,0 0 0,0 0 1,-1 0-1,1 0 0,-1-1 1,-1 0-1,1 1 0,-1-1 1,3-7-1,-2-1 55,-1 0 0,0 0 1,-1-1-1,-1 1 0,0 0 0,-1-21 0,-1 16 55,1 17-41,0-1 0,0 1 0,-1 0 0,1-1 0,-1 1 0,0 0 0,1-1 0,-1 1 0,0 0 0,0 0 0,-1 0 0,1 0 0,0 0 0,-1 0 0,1 0 0,-1 0 0,0 0 0,0 1 0,1-1 0,-1 1 0,0-1 0,0 1 0,0 0 0,-1 0 0,-2-2 0,0 2 5,0-1 1,0 0 0,0 1 0,1 0 0,-1 0-1,0 1 1,-1-1 0,1 1 0,0 0 0,0 0-1,-8 2 1,10 0-32,1-1 0,-1 1 0,0-1 0,0 1 0,1 0-1,-1 0 1,1 0 0,0 0 0,0 1 0,-1-1 0,1 1 0,1-1-1,-1 1 1,0 0 0,1 0 0,-1 0 0,1 0 0,0 0 0,0 0-1,-1 3 1,-2 8-8,1-1 0,0 1 0,-2 18 0,4-24 6,0-1-1,1 1 0,0-1 1,0 1-1,1-1 0,0 0 0,0 1 1,0-1-1,5 13 0,-4-18-5,0 1-1,-1-1 0,1 1 0,0-1 0,0 0 0,0 1 0,1-1 0,-1 0 1,0-1-1,1 1 0,-1 0 0,1-1 0,0 1 0,0-1 0,-1 0 0,1 0 1,0 0-1,0 0 0,0 0 0,0-1 0,0 1 0,0-1 0,0 0 0,0 0 1,5-1-1,-5 1 12,-1-1 0,1 1-1,-1-1 1,1 0 0,-1 0 0,0 0 0,1-1 0,-1 1 0,0 0 0,0-1 0,0 0 0,0 1 0,0-1 0,-1 0 0,1 0 0,0 0 0,-1 0 0,1 0 0,-1 0 0,2-5 0,26-58-5,-19 41 62,0 10-49,-3 14-40,4 23-46,-5-5 100,-3-13-22,0 1 0,1 0 0,-1-1 0,1 1 0,0-1-1,0 0 1,0 0 0,1-1 0,0 1 0,0-1 0,0 0 0,0-1 0,1 1 0,5 2 0,-1-2-19,0-1-1,0 0 1,1-1 0,-1 0 0,0 0 0,1-1 0,20-1 0,-27 0 19,0-1 1,-1 0-1,1 0 0,0 0 1,0 0-1,0 0 1,-1-1-1,1 0 0,-1 0 1,1 0-1,-1 0 0,0-1 1,0 1-1,0-1 1,0 0-1,0 1 0,-1-1 1,1-1-1,-1 1 1,0 0-1,0-1 0,0 1 1,0-1-1,-1 1 0,3-8 1,1-2 7,-1 0 1,-1 0-1,0 0 0,0-1 1,-1 1-1,0-21 1,0-44 106,0 42 349,-1-1 0,-7-55 0,6 92-451,0 0 0,0 0 1,0 0-1,0-1 0,0 1 0,0 0 1,0 0-1,0-1 0,0 1 0,0 0 1,0 0-1,0-1 0,0 1 0,0 0 0,0 0 1,0 0-1,0-1 0,-1 1 0,1 0 1,0 0-1,0 0 0,0 0 0,0-1 1,0 1-1,-1 0 0,1 0 0,0 0 1,0 0-1,0 0 0,-1-1 0,1 1 1,0 0-1,0 0 0,0 0 0,-1 0 1,1 0-1,0 0 0,0 0 0,-1 0 0,1 0 1,0 0-1,0 0 0,0 0 0,-1 0 1,1 0-1,-1 0 0,-5 14 341,2 353-520,4-366 163,0 0-1,0 0 1,0 0-1,0-1 1,0 1-1,0 0 1,0 0-1,0 0 1,0 0 0,0 0-1,0-1 1,1 1-1,-1 0 1,0 0-1,1 0 1,-1-1-1,1 1 1,-1 0-1,1-1 1,-1 1-1,1 0 1,-1-1-1,1 1 1,0 0-1,-1-1 1,1 1 0,0-1-1,-1 0 1,1 1-1,0-1 1,0 1-1,-1-1 1,1 0-1,0 0 1,0 1-1,0-1 1,0 0-1,-1 0 1,1 0-1,0 0 1,0 0 0,0 0-1,0 0 1,0 0-1,-1 0 1,1-1-1,0 1 1,0 0-1,0 0 1,-1-1-1,1 1 1,0-1-1,0 1 1,-1 0-1,1-1 1,1-1 0,8-4 33,0-1 0,0 0 1,12-13-1,-6 7-59,-8 8 25,1-1 0,1 1-1,-1 1 1,1 0 0,-1 0 0,1 1 0,0 0 0,1 1 0,-1 0 0,0 0-1,1 1 1,-1 1 0,0 0 0,1 0 0,-1 1 0,17 3 0,-23-3-2,-1 1 0,0-1 0,0 1 0,0-1-1,0 1 1,0 0 0,-1 0 0,1 1 0,0-1 0,-1 0 0,0 1 0,1-1 0,-1 1 0,0 0 0,0 0 0,-1 0 0,1 0 0,-1 0 0,1 0 0,-1 1 0,0-1 0,0 0 0,0 1-1,-1-1 1,1 0 0,-1 1 0,0 3 0,1-1-4,-1 0 0,0 0-1,0 1 1,-1-1-1,1 0 1,-1 0 0,-1 0-1,1 0 1,-1 0 0,0 0-1,-1-1 1,1 1 0,-1-1-1,-4 7 1,0-5 37,0 0 0,0 0 0,0-1 0,-1 1 0,0-2-1,0 1 1,-1-2 0,1 1 0,-1-1 0,0 0 0,0-1 0,-1 0 0,1 0 0,-1-1 0,1 0 0,-1-1 0,0 0 0,0 0 0,1-1 0,-1-1 0,0 1 0,-18-5-1,25 4 2,0 1-1,0-1 0,0-1 0,1 1 0,-1 0 0,0-1 0,0 1 1,1-1-1,-3-2 0,2-3 72,20 5-59,68 18-170,-62-11 73,0-1-1,-1 0 0,27-1 0,-23-2 11,-12-1 6,1 0 0,-1-1-1,17-2 1,-25 1 43,-1 1-1,0-1 0,0 1 0,0-2 1,0 1-1,0 0 0,0-1 0,-1 0 0,1 0 1,-1-1-1,0 1 0,4-5 0,-2 3 27,-1-1 0,0 1 0,0-1 0,0 0 0,-1-1 0,0 1 0,0-1 0,0 0 0,-1 0 0,0 0 0,-1 0 0,1-1 0,-1 1 0,-1-1 0,1 1 0,-1-1 0,-1 0 0,0-8 0,0 15 73,-2 1-96,0 1-1,0 0 1,0-1 0,0 1 0,0 0 0,0 0 0,0 0 0,1 0 0,-1 1-1,0-1 1,0 0 0,1 1 0,-1 0 0,1-1 0,-1 1 0,1 0 0,0-1-1,0 1 1,0 0 0,0 0 0,0 0 0,0 0 0,0 0 0,1 0 0,-1 0 0,1 0-1,-1 1 1,1-1 0,0 0 0,0 2 0,-2 7-16,1-1 1,1 1-1,0-1 0,0 0 1,2 13-1,-1-20 10,0 0 1,1-1-1,-1 1 1,1 0-1,-1-1 1,1 0-1,0 1 1,0-1-1,0 0 1,0 0-1,0 0 1,0 0-1,1 0 1,-1 0-1,1-1 1,-1 1-1,1-1 1,0 0-1,-1 0 1,1 0-1,0 0 0,0 0 1,0-1-1,0 1 1,4 0-1,12 1-37,-1 0 0,31 0 0,-45-2 34,9 1 3,-1-1 0,1 0 0,-1-1 1,0 0-1,1-1 0,-1-1 0,0 0 0,0 0 1,0-1-1,0-1 0,-1 0 0,0 0 0,0-1 0,0-1 1,-1 0-1,0 0 0,15-15 0,-16 13-1,-1 0 0,0-1 0,0 0 0,-1 0 0,0 0 0,-1-1 0,0-1 0,-1 1 0,0-1 0,-1 1 0,0-1 0,3-23 0,-1-5 93,-3-1-1,-1-63 1,-3 64 25,2 35-71,-1-1 0,-1 1 1,1-1-1,-1 1 0,0-1 0,0 1 0,0-1 0,-1 1 0,-2-6 0,3 9 11,-1 0-1,1 0 1,-1 0 0,1 1-1,-1-1 1,0 0-1,0 1 1,1-1 0,-1 1-1,0 0 1,0 0 0,0 0-1,-1 0 1,1 0-1,0 0 1,0 0 0,0 1-1,-1-1 1,1 1 0,0-1-1,-1 1 1,1 0 0,0 0-1,-3 1 1,3-1-44,1 0 0,-1 0 1,1 0-1,0 1 0,-1-1 1,1 0-1,-1 1 0,1-1 1,0 1-1,-1 0 0,1-1 1,0 1-1,0 0 0,0 0 0,-1 0 1,1 0-1,0 0 0,0 0 1,0 0-1,0 0 0,0 2 1,-14 37 38,11-19-59,2 0 1,0 26-1,2-38 30,0-4-20,-2 32 4,3 1-1,6 53 1,-5-79-3,1 1-1,0-1 1,1 1 0,1-1-1,0 0 1,0-1 0,1 1-1,0-1 1,1 0 0,16 18-1,-14-18-221,0-2 1,1 0-1,0 0 0,1 0 0,0-1 0,0-1 0,0 0 1,1-1-1,0 0 0,0 0 0,1-2 0,0 1 1,0-2-1,0 1 0,0-2 0,0 0 0,1 0 0,-1-2 1,1 1-1,-1-2 0,21-2 0,-32 2 21,-1 1 0,1 0 0,-1-1-1,1 1 1,0-1 0,-1 0 0,0 1 0,1-1 0,-1 0 0,1 0-1,-1 0 1,0 0 0,0 0 0,1 0 0,-1 0 0,0-1 0,0 1-1,1-3 1,5-18-6810,-7 13-577</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9:15.557"/>
    </inkml:context>
    <inkml:brush xml:id="br0">
      <inkml:brushProperty name="width" value="0.05" units="cm"/>
      <inkml:brushProperty name="height" value="0.05" units="cm"/>
      <inkml:brushProperty name="color" value="#E71224"/>
    </inkml:brush>
  </inkml:definitions>
  <inkml:trace contextRef="#ctx0" brushRef="#br0">76 24 4194,'0'0'7395,"-5"-1"-6885,-35-5 8185,26-10-7388,14 16-1300,-1 0 0,0 0 0,0 0 0,1 1 1,-1-1-1,0 0 0,0 0 0,1 1 0,-1-1 0,0 0 1,1 1-1,-1-1 0,0 1 0,1-1 0,-1 1 0,1-1 0,-1 1 1,1-1-1,-1 1 0,1 0 0,-1-1 0,1 1 0,0 0 1,-1-1-1,1 1 0,0 0 0,0-1 0,-1 1 0,1 0 1,0 0-1,0-1 0,0 1 0,0 0 0,0 0 0,0 0 0,0-1 1,0 1-1,1 1 0,-2 40 214,1-35-204,0-4-108,0-1-1,1 1 0,-1 0 0,0-1 1,1 1-1,-1-1 0,1 0 0,0 1 0,0-1 1,0 1-1,0-1 0,0 0 0,1 0 1,-1 0-1,1 1 0,-1-1 0,1-1 0,0 1 1,-1 0-1,1 0 0,0-1 0,0 1 1,1-1-1,-1 1 0,0-1 0,0 0 1,1 0-1,-1 0 0,1 0 0,2 0 0,7 2-1088,1-1-1,0 0 0,0-1 0,22-1 0,-28 0 675,9 0-7863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9:17.556"/>
    </inkml:context>
    <inkml:brush xml:id="br0">
      <inkml:brushProperty name="width" value="0.05" units="cm"/>
      <inkml:brushProperty name="height" value="0.05" units="cm"/>
      <inkml:brushProperty name="color" value="#E71224"/>
    </inkml:brush>
  </inkml:definitions>
  <inkml:trace contextRef="#ctx0" brushRef="#br0">16 34 8036,'0'0'6525,"-10"-28"1004,5 23-6687,4 6 425,1 11-1399,0 250 268,0-257-135,0 0-1,0 0 1,1-1 0,-1 1 0,1 0-1,0-1 1,0 1 0,1 0-1,-1-1 1,1 0 0,0 1-1,0-1 1,1 0 0,-1 0 0,1 0-1,0 0 1,0-1 0,7 7-1,-5-6 0,0-1-1,1 1 0,0-2 0,-1 1 1,1 0-1,0-1 0,0 0 0,1-1 1,-1 1-1,0-1 0,0-1 0,1 1 1,10-1-1,-8 0 4,17 0 5,0-1-1,32-5 1,-52 5-12,1 0 1,-1-1-1,1 1 1,-1-2-1,0 1 1,0-1-1,0 1 1,0-2-1,0 1 1,0-1-1,-1 0 1,0 0-1,0 0 1,7-7-1,-11 9 6,0 0 0,1 0 0,-1 1 0,0-1 0,0 0 0,0 0 0,0 0 0,-1 0 0,1 0 0,0 0 0,-1-1-1,0 1 1,1 0 0,-1 0 0,0 0 0,0 0 0,0 0 0,0-1 0,-1 1 0,1 0 0,0 0 0,-1 0 0,0 0 0,1 0 0,-2-3 0,-2-2 3,0 1 0,-1-1 0,0 1 1,0-1-1,-7-6 0,7 8 6,5 5-9,0 0 0,0 0 0,0 0-1,0-1 1,0 1 0,0 0 0,0 0-1,0 0 1,1 0 0,-1 0-1,0 0 1,0 0 0,0 0 0,0 0-1,0 0 1,0-1 0,0 1 0,0 0-1,0 0 1,0 0 0,0 0 0,0 0-1,0 0 1,0 0 0,0 0-1,0-1 1,0 1 0,0 0 0,0 0-1,0 0 1,0 0 0,0 0 0,0 0-1,-1 0 1,1 0 0,0 0 0,0-1-1,0 1 1,0 0 0,0 0-1,0 0 1,0 0 0,0 0 0,15 8 155,21 19 68,-31-21-233,0 0-1,-1 0 1,1 0 0,-1 0-1,-1 1 1,1 0-1,-1 0 1,0 0 0,-1 0-1,3 13 1,-2 0-38,-1 1 0,-1 34 0,-1-53 44,0 3-71,-1 1 0,1-1 1,-1 0-1,-1 0 0,1 0 0,-1 0 0,0 0 0,0 0 0,0-1 0,-1 1 0,-3 5 1,3-6-661,0 0-1,0 0 1,-1 0 0,1-1 0,-1 0 0,1 0 0,-7 4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9:21.028"/>
    </inkml:context>
    <inkml:brush xml:id="br0">
      <inkml:brushProperty name="width" value="0.05" units="cm"/>
      <inkml:brushProperty name="height" value="0.05" units="cm"/>
      <inkml:brushProperty name="color" value="#E71224"/>
    </inkml:brush>
  </inkml:definitions>
  <inkml:trace contextRef="#ctx0" brushRef="#br0">37 538 10837,'0'0'5739,"6"-9"-4891,-6 8-833,29-43 922,27-57 1,-48 85-783,-1-1 1,-1 0-1,-1 0 0,0 0 0,-1-1 1,0 0-1,1-35 0,-4 34 73,-1 0 0,-1 1-1,0-1 1,-2 1 0,0 0 0,-1 0-1,-10-31 1,9 37-74,-1-7 361,4 18-88,1 10 134,10 231-326,50 297 0,-21-325-195,-31-184-57,2 0 0,0-1 0,2 0 0,0-1 0,22 36 0,-28-56 1,-1 1 0,1-1-1,0 0 1,0-1 0,1 1 0,0-1 0,6 5-1,-9-8 9,-1-1 0,1 1 0,0 0 0,0-1-1,0 0 1,1 1 0,-1-1 0,0-1 0,0 1-1,0 0 1,1-1 0,-1 1 0,0-1 0,1 0-1,-1 0 1,0-1 0,1 1 0,5-2 0,-6 0 9,0 1 0,-1-1 1,0 0-1,1 0 1,-1 0-1,0-1 0,0 1 1,0 0-1,0-1 0,-1 1 1,1-1-1,-1 0 0,1 1 1,-1-1-1,0 0 1,0 0-1,0 0 0,0 0 1,-1 0-1,1-6 0,6-65 40,-7 58-29,0 1 0,-1 0 0,-1-1 0,-6-24-1,5 31-11,0 1-1,-1-1 0,0 0 1,-1 1-1,0 0 0,0 0 1,-1 0-1,-12-13 0,-32-25 12,-2 1-1,-2 4 0,-1 1 0,-71-37 0,54 35 49,71 41-86,29 1 27,7-2-5,-1-2-1,1-1 0,-1-1 1,0-2-1,49-19 1,-65 20 4,0-1 0,0 0 0,-1-2 1,0 0-1,0 0 0,-2-2 0,1 0 1,-1-1-1,-1 0 0,0-2 0,15-19 0,-25 28 8,0 0 0,-1 0-1,0-1 1,0 1 0,0-1-1,-1 0 1,0 1 0,0-1-1,-1 0 1,0 0 0,0 0 0,-1 0-1,0-8 1,-2 14-8,-1 1 0,1-1 0,-1 1-1,0 0 1,0-1 0,1 1 0,-1 0 0,0 1 0,1-1 0,-1 0 0,-4 2 0,4 1-5,-1-1 0,1 1 1,0 1-1,0-1 0,1 0 1,-1 1-1,1-1 1,-1 1-1,1 0 0,0-1 1,0 1-1,1 0 0,-2 5 1,-14 56-66,15-54 71,0-1 0,1 1 1,0-1-1,1 1 0,0-1 0,1 1 0,0-1 0,4 20 0,-3-26 0,0 0 0,-1 1 0,2-1-1,-1 0 1,0 0 0,1 0-1,0 0 1,0 0 0,0-1-1,0 1 1,0-1 0,1 0-1,0 0 1,-1 0 0,1-1 0,0 1-1,0-1 1,1 0 0,-1 0-1,0 0 1,8 2 0,-1-1-6,0-1 0,-1 0 1,1 0-1,0-1 0,0 0 1,1-1-1,-1-1 0,0 1 1,0-2-1,0 1 0,-1-2 1,1 1-1,0-2 1,-1 1-1,1-1 0,-1-1 1,16-9-1,-19 9 7,1-1 0,-1 1 1,0-1-1,0-1 0,-1 1 0,0-1 1,0 0-1,0-1 0,-1 1 0,0-1 0,-1 0 1,0 0-1,0-1 0,-1 1 0,0-1 1,0 0-1,-1 0 0,0 0 0,-1 0 1,0 0-1,0-13 0,0 17 9,-1 0 0,0 0 0,0 0 0,0 0 1,-1 0-1,0 0 0,0 0 0,0 0 0,-4-9 0,3 12-9,0 0-1,0 1 1,0-1 0,0 1-1,0-1 1,0 1-1,0 0 1,0-1 0,-1 1-1,1 0 1,0 1 0,-1-1-1,1 0 1,-1 1-1,1-1 1,0 1 0,-1 0-1,1 0 1,-1 0 0,0 0-1,-3 1 1,2-1-6,1 0 1,-1 1-1,0 0 1,0 0-1,1 0 1,-1 0-1,1 0 1,-1 1-1,1 0 1,-1 0-1,1 0 1,0 0-1,0 0 1,0 0-1,0 1 1,1 0-1,-1-1 1,0 1-1,1 0 1,0 0-1,0 0 1,0 1-1,0-1 1,0 0-1,1 1 1,-1-1 0,1 1-1,0 0 1,-1 5-1,-2 9-9,0 2 0,1-1 0,2 0-1,-1 29 1,2-47 12,1 1-1,-1 0 0,0-1 0,1 1 0,-1-1 0,1 1 1,-1-1-1,1 1 0,0-1 0,0 1 0,-1-1 0,1 0 1,0 1-1,0-1 0,1 0 0,-1 0 0,0 0 0,0 0 1,0 0-1,1 0 0,-1 0 0,1 0 0,-1 0 0,0 0 1,1-1-1,-1 1 0,1-1 0,0 1 0,-1-1 0,1 0 1,-1 1-1,1-1 0,0 0 0,-1 0 0,1 0 0,1-1 1,1 1 2,0 0 1,0 0 0,0 0 0,0-1-1,0 1 1,0-1 0,0 0 0,-1-1-1,1 1 1,0 0 0,-1-1 0,1 0-1,-1 0 1,5-3 0,-1-4 17,1 0 1,-1 0-1,0-1 0,-1 0 1,5-11-1,-3 6 21,-7 15-39,-1 0 1,0 0-1,1 0 0,-1-1 0,0 1 0,1 0 0,-1 0 0,0 0 0,1 0 0,-1 0 0,0 0 0,1 0 0,-1 1 0,0-1 0,1 0 0,-1 0 1,0 0-1,1 0 0,-1 0 0,0 0 0,0 1 0,1-1 0,-1 0 0,0 0 0,1 0 0,-1 1 0,0-1 0,0 0 0,0 0 0,1 1 0,-1-1 1,0 0-1,0 0 0,0 1 0,0-1 0,1 0 0,-1 1 0,0-1 0,0 0 0,0 1 0,0-1 0,0 0 0,0 1 0,0-1 0,0 0 0,0 1 1,0 0-1,8 18-36,-4-6 36,0 1 0,2-1 0,-1 0 0,2 0 0,9 14 0,-14-25-1,0 1 0,0 0 0,0-1 0,1 1 0,-1-1 0,1 0 1,-1 0-1,1 0 0,0 0 0,0 0 0,0-1 0,0 1 0,0-1 0,0 0 0,1 0 0,-1 0 0,0 0 0,1-1 0,-1 1 0,0-1 0,1 0 0,-1 0 0,0 0 0,1 0 1,-1 0-1,1-1 0,5-2 0,-4 1 3,-1 0 1,0 0-1,0-1 1,0 0-1,0 0 1,-1 0-1,1 0 1,-1 0-1,1-1 1,-1 0-1,0 1 1,-1-1 0,1 0-1,-1-1 1,1 1-1,-1 0 1,2-7-1,3-7 11,-1-1-1,8-37 0,-6-10 501,-2-1 0,-4-82 0,-2 113 534,0 36-853,-5 25-143,-2 31-55,2 0 0,5 104-1,2-68-142,-3-83 98,2-1 1,-1 0-1,1 1 0,0-1 0,1 0 1,0 0-1,0 0 0,6 14 1,-6-19 20,-1 0 0,1-1 0,0 1 0,0-1 0,0 1-1,1-1 1,-1 1 0,0-1 0,1 0 0,0 0 0,-1 0 0,1-1 0,0 1 0,0-1 0,0 1 0,0-1 0,0 0 0,0 0 0,0 0 0,0-1 0,1 1 0,-1-1 0,0 0 0,6 0 0,-4 1 23,-1-1 0,1 0 1,0 0-1,-1-1 0,1 1 1,-1-1-1,1 0 0,-1 0 1,0-1-1,1 1 0,-1-1 1,0 0-1,0 0 0,0 0 1,0-1-1,0 1 0,-1-1 1,1 0-1,-1 0 0,0 0 1,1-1-1,-2 1 0,6-8 1,6-6 2,-1-1 0,16-28 0,-25 38 42,0 0 0,-1 0 1,0 0-1,0-1 0,-1 1 1,0-1-1,-1 0 1,0 1-1,0-12 0,-1 19 163,0 36-414,1-24 177,-1 0-1,2-1 0,0 1 1,0 0-1,1-1 1,0 0-1,5 13 0,-6-19 17,0 1 0,1 0 0,-1-1-1,1 0 1,-1 1 0,1-1 0,1 0-1,-1-1 1,1 1 0,-1-1-1,1 1 1,0-1 0,0 0 0,0 0-1,1-1 1,-1 1 0,7 2 0,-8-4 10,0 0 1,0-1 0,0 1 0,0-1 0,-1 0 0,1 1-1,0-1 1,0-1 0,0 1 0,0 0 0,0-1 0,0 1-1,0-1 1,0 0 0,-1 0 0,1 0 0,0 0-1,4-3 1,-3 1 5,0 0 0,-1-1 0,1 1 0,0-1-1,-1 0 1,0 0 0,0 0 0,0 0 0,-1-1-1,3-5 1,0-2 92,0-1 0,-1 0 0,0 0 1,-1 0-1,0 0 0,-2-1 0,2-18 0,-3 31 75,-1 31-257,0-10 77,1 1 0,1-1 0,5 29 0,-5-45 4,0 1 0,0-1 0,0 1 0,1-1-1,-1 1 1,1-1 0,0 0 0,1 0 0,-1 0 0,1 0-1,0 0 1,-1-1 0,2 1 0,-1-1 0,0 0-1,1 0 1,-1 0 0,1 0 0,0 0 0,5 2-1,-5-4 12,0 0 0,0 0 0,0-1 0,0 1 0,1-1 0,-1 0 0,0 0 0,0 0 0,0-1 0,0 1 0,0-1 0,0 0 0,0 0 0,0 0 0,0-1 0,-1 0 0,1 1 0,0-1 0,-1 0 0,0-1 0,1 1-1,-1-1 1,0 1 0,0-1 0,4-5 0,6-6 17,0 0-1,-1-1 0,19-31 0,-25 37-4,0 1 0,-1-1 0,0 0 0,-1 0 0,0-1 0,0 1 0,-1-1 0,-1 0-1,1 0 1,0-16 0,-4 25-23,-1 1 1,0-1-1,0 1 0,0-1 0,0 1 0,0 0 1,0 0-1,0 0 0,0 0 0,0 0 1,0 0-1,0 0 0,0 1 0,0-1 0,0 1 1,1-1-1,-1 1 0,0 0 0,0 0 0,0 0 1,1 0-1,-3 2 0,3 0-19,0-1 0,1 1 0,-1 0 0,1 0 0,0 0 0,0-1 0,0 1 0,0 0-1,1 0 1,-1 0 0,1-1 0,0 1 0,0 0 0,0 0 0,2 4 0,28 39 33,-6-10-66,-16-18 20,-1 0 1,-1 1 0,5 20 0,12 30-54,-22-66 98,0 0 0,0-1 0,0 1 0,0-1 0,0 0 0,1 1 0,-1-1 0,1 0 0,0 0 0,-1-1 0,1 1 0,0-1-1,0 1 1,0-1 0,0 0 0,0 0 0,1 0 0,-1-1 0,0 1 0,0-1 0,0 1 0,1-1 0,-1 0 0,0 0 0,0-1 0,1 1 0,-1-1-1,3 0 1,6-1 6,-1 0 0,0-1 0,0 0 0,0-1 0,-1 0 0,20-10 0,-12 2 43,0 0-1,-1-1 0,-1 0 1,0-2-1,-1 0 0,19-23 1,-27 29-19,0-1 0,-1 0 0,0 0 0,-1-1 0,0 0 0,-1 0 0,0 0 0,0 0 0,-1-1 0,-1 1 0,0-1 0,-1 0 0,1-12 0,-3 23-27,1 1 1,0-1-1,0 1 1,-1-1-1,1 1 0,-1-1 1,1 1-1,0 0 1,-1-1-1,1 1 1,-1-1-1,1 1 0,0 0 1,-1 0-1,1-1 1,-1 1-1,1 0 1,-1 0-1,0 0 1,1-1-1,-1 1 0,1 0 1,-1 0-1,1 0 1,-1 0-1,1 0 1,-1 0-1,1 0 0,-1 0 1,0 0-1,1 0 1,-1 1-1,1-1 1,-1 0-1,1 0 1,-1 0-1,1 1 0,-1-1 1,0 1-1,-23 11-14,21-7 14,0-1 0,1 1 0,0 0 0,0 0 0,0 0 0,0 0 0,1 0 0,0 0 0,0 1 1,0 10-1,3 54 70,-1-66-78,1-1 0,-1 1 0,0-1 0,1 0 0,0 0 0,0 1 0,0-1 0,0-1 0,0 1 0,1 0 0,-1 0 0,1-1 0,0 1 0,-1-1 0,1 0 0,0 0 0,1 0 0,-1 0 0,0-1 0,0 1 0,1-1 0,-1 0 0,1 0 0,-1 0 0,6 0 0,9 3-51,0-1 0,1 0 0,30-1 0,-29-1-446,-11-1 390,0 1-1,0-2 1,0 1-1,-1-1 1,12-2-1,-18 2-143,0 1 0,-1-1 0,1 0-1,0 0 1,0 0 0,0 0 0,-1 0-1,1 0 1,0 0 0,-1 0 0,3-3-1,-3 2-220,0 0-1,0 1 0,0-1 1,0 0-1,0 0 0,0 1 0,-1-1 1,1 0-1,-1 0 0,1 0 1,-1 0-1,0 0 0,0 0 1,0-2-1,0-7-5828</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9:21.965"/>
    </inkml:context>
    <inkml:brush xml:id="br0">
      <inkml:brushProperty name="width" value="0.05" units="cm"/>
      <inkml:brushProperty name="height" value="0.05" units="cm"/>
      <inkml:brushProperty name="color" value="#E71224"/>
    </inkml:brush>
  </inkml:definitions>
  <inkml:trace contextRef="#ctx0" brushRef="#br0">26 28 8004,'0'0'9089,"-6"3"-8363,-13 7-210,19-10-498,0 1 0,0-1 0,0 0 0,0 0 0,0 0-1,0 0 1,-1 0 0,1 0 0,0 0 0,0 1 0,0-1 0,0 0 0,0 0 0,0 0 0,0 0 0,0 0 0,0 1 0,0-1 0,0 0-1,0 0 1,0 0 0,0 0 0,1 0 0,-1 0 0,0 1 0,0-1 0,0 0 0,0 0 0,0 0 0,0 0 0,0 0 0,0 0 0,0 0 0,0 0-1,0 1 1,1-1 0,-1 0 0,0 0 0,0 0 0,0 0 0,0 0 0,0 0 0,0 0 0,0 0 0,1 0 0,-1 0 0,0 0 0,0 0-1,0 0 1,0 0 0,0 0 0,1 0 0,-1 0 0,0 0 0,0 0 0,0 0 0,0 0 0,0 0 0,0 0 0,1 0 0,44 0 2008,-11-1-2199,-3-1 258,0-1 0,50-12 0,-8 1 89,-39 3-1702</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1:43.794"/>
    </inkml:context>
    <inkml:brush xml:id="br0">
      <inkml:brushProperty name="width" value="0.05" units="cm"/>
      <inkml:brushProperty name="height" value="0.05" units="cm"/>
      <inkml:brushProperty name="color" value="#E71224"/>
    </inkml:brush>
  </inkml:definitions>
  <inkml:trace contextRef="#ctx0" brushRef="#br0">103 58 9588,'0'0'9466,"4"-13"-8441,-1 2-1538,7-23 3369,-7 39-1019,-2 29-1421,-6 201-320,5-229-91,0 1 0,1 0 0,0 0 0,0-1-1,1 1 1,-1-1 0,2 1 0,-1-1 0,1 0-1,0 1 1,0-2 0,0 1 0,1 0 0,0 0-1,8 7 1,-9-9 0,1 0 0,0-1 0,0 0 1,1 0-1,-1 0 0,1-1 0,-1 1 0,1-1 0,0 0 0,0-1 0,0 1 1,0-1-1,0 0 0,0 0 0,0 0 0,0-1 0,0 0 0,0 0 0,1 0 1,-1 0-1,6-2 0,-7 0 1,0 0 1,0 0-1,0 0 1,0 0 0,0-1-1,-1 1 1,1-1-1,-1 0 1,1 0-1,-1-1 1,0 1-1,0-1 1,-1 1 0,1-1-1,-1 0 1,1 0-1,-1 0 1,2-7-1,3-6 0,-1 1-1,0-1 1,4-26 0,-3 6 75,-3 0 1,1-44 0,-5 80 460,0 11-404,-27 169-58,5 228 251,-40 366 600,60-753-904,1-13-19,1 0-1,-1 0 1,0 1-1,0-1 1,-1 0-1,0 0 1,-1 0-1,1 0 1,-1-1 0,0 1-1,-8 10 1,9-15 4,0-1 1,0 0-1,0 0 1,0 0-1,-1 0 1,1-1 0,0 1-1,-1-1 1,1 1-1,0-1 1,-1 0-1,1 0 1,0 0 0,-1 0-1,1 0 1,-1 0-1,1-1 1,0 1-1,-3-1 1,-1-1 16,1 0-1,-1 1 1,1-2-1,-1 1 0,1-1 1,-8-5-1,1-1-6,1-2-1,0 1 0,1-1 1,0-1-1,1 0 1,1 0-1,0-1 0,0 0 1,1-1-1,1 1 0,0-1 1,1 0-1,0-1 0,-2-16 1,-1-9 6,2-2 0,2 1 0,2-79 0,3 108-34,1 0 1,1 0 0,0 1 0,0-1-1,1 1 1,0 0 0,1 0 0,0 0 0,1 1-1,0 0 1,1 0 0,0 0 0,1 1-1,0 0 1,0 0 0,0 1 0,1 0-1,14-9 1,-2 2-512,1 1-1,0 0 1,1 2-1,1 0 1,0 2-1,0 1 1,38-10-1,61-6-6869,-83 14 2676</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1:44.164"/>
    </inkml:context>
    <inkml:brush xml:id="br0">
      <inkml:brushProperty name="width" value="0.05" units="cm"/>
      <inkml:brushProperty name="height" value="0.05" units="cm"/>
      <inkml:brushProperty name="color" value="#E71224"/>
    </inkml:brush>
  </inkml:definitions>
  <inkml:trace contextRef="#ctx0" brushRef="#br0">1 35 13190,'0'0'7363,"18"-6"-7098,-6 2-255,1-1-1,1 0 1,0 1-1,1 1 0,-1 0 0,1 1 0,-1 0 1,1 1-1,18 2 0,-32-1-114,1 1 0,-1 0 0,1 0 0,-1-1 0,0 1 0,0 0 0,0 0-1,1 0 1,-1 0 0,0 0 0,0 1 0,0-1 0,0 0 0,-1 0 0,1 1 0,0-1 0,-1 1 0,1-1 0,0 0 0,-1 1 0,0-1 0,1 1 0,-1-1 0,0 1 0,0-1 0,0 1-1,0 0 1,0-1 0,0 1 0,0-1 0,0 1 0,-1 1 0,0 3-192,1 1-1,-2-1 1,1 0 0,0 0 0,-1-1-1,0 1 1,-3 6 0,-5 1 216,0 0 0,0-1 1,-1 0-1,-1-1 1,-24 19-1,-19 19 4108,54-49-3953,1 0 0,0 0 0,-1 1 0,1-1 0,0 0 0,0 0 0,-1 1 0,1-1 0,0 0 0,0 0 0,-1 1 0,1-1 0,0 0 0,0 1 0,0-1 0,0 0 0,-1 1 0,1-1 0,0 0 0,0 1 1,0-1-1,0 1 0,0-1 0,0 0 0,0 1 0,0-1 0,0 0 0,0 1 0,0-1 0,0 1 0,0-1 0,1 0 0,-1 1 0,0-1 0,0 0 0,0 1 0,0-1 0,1 1 0,16 4 1145,35-4-950,-42-2-56,10 1-512,46 0 36,-23 0-6954</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1:46.286"/>
    </inkml:context>
    <inkml:brush xml:id="br0">
      <inkml:brushProperty name="width" value="0.05" units="cm"/>
      <inkml:brushProperty name="height" value="0.05" units="cm"/>
      <inkml:brushProperty name="color" value="#E71224"/>
    </inkml:brush>
  </inkml:definitions>
  <inkml:trace contextRef="#ctx0" brushRef="#br0">17 64 11045,'0'0'7604,"0"-11"-6860,0-31-53,0 32-283,-15 270 1697,14-227-2086,2 42 22,0-69-40,-1-1 0,1 0 0,0 0 0,1 0 0,0 1 0,0-2 0,0 1 0,0 0 0,0 0 0,1-1 0,5 7 0,-7-9 0,0-1 1,0 0-1,0 0 1,0 0-1,0 0 0,1-1 1,-1 1-1,0 0 1,1 0-1,-1-1 1,0 1-1,1-1 0,-1 1 1,1-1-1,-1 0 1,0 1-1,1-1 0,-1 0 1,1 0-1,-1 0 1,1 0-1,-1 0 0,1-1 1,-1 1-1,1 0 1,-1-1-1,1 1 0,-1-1 1,0 1-1,1-1 1,-1 1-1,0-1 0,0 0 1,1 0-1,-1 0 1,0 0-1,0 0 0,2-2 1,3-3 27,-1 0 0,1 0 0,-1 0 0,0-1 0,5-10 0,18-34 24,26-73-1,-55 139-18,0 0 0,1 0 0,3 27 1,-2-32-26,0-3-6,-1 0 0,2 0-1,-1 1 1,1-1-1,0 0 1,0-1 0,1 1-1,0 0 1,0-1 0,1 1-1,5 7 1,-6-10-3,0-1 0,0 1 0,1-1-1,0 0 1,-1 0 0,1 0 0,0-1 0,0 1 0,0-1 0,1 0 0,-1 0-1,0 0 1,1-1 0,-1 0 0,1 1 0,0-2 0,-1 1 0,8 0 0,-4 0 5,0-1 1,0 0-1,0-1 1,0 1-1,0-2 1,0 1 0,-1-1-1,1 0 1,0 0-1,12-7 1,-15 6 2,1-1 1,-1 0 0,0-1-1,0 1 1,0-1-1,-1 0 1,0 0 0,0 0-1,0-1 1,0 1-1,-1-1 1,0 0-1,3-9 1,-2 5 29,-1 0 0,0 0 0,0-1 0,-1 0 1,0 1-1,-1-1 0,0 0 0,-1 0 0,-2-19 0,1 23-11,0 1 0,0-1 1,0 1-1,-1-1 0,0 1 0,-1 0 0,1 0 1,-1 0-1,0 0 0,-1 0 0,1 0 0,-1 1 0,0 0 1,-1 0-1,1 0 0,-10-8 0,13 12-86,1 1 0,0-1 0,-1 1 1,1 0-1,-1-1 0,1 1 0,-1-1 0,1 1 0,0 0 0,-1-1 1,1 1-1,-1 0 0,0-1 0,1 1 0,-1 0 0,1 0 0,-1-1 0,1 1 1,-1 0-1,0 0 0,1 0 0,-1 0 0,1 0 0,-1 0 0,0 0 0,1 0 1,-1 0-1,1 0 0,-1 0 0,0 1 0,1-1 0,-1 0 0,1 0 1,-1 0-1,1 1 0,-1-1 0,1 0 0,-1 1 0,1-1 0,-1 1 0,1-1 1,-1 0-1,1 1 0,0-1 0,-1 1 0,1-1 0,0 1 0,-1-1 0,1 1 1,0-1-1,0 1 0,-1 0 0,1-1 0,0 1 0,0 0 0,-1 41-5925,2-30 3809,-1 16-4873</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1:46.685"/>
    </inkml:context>
    <inkml:brush xml:id="br0">
      <inkml:brushProperty name="width" value="0.05" units="cm"/>
      <inkml:brushProperty name="height" value="0.05" units="cm"/>
      <inkml:brushProperty name="color" value="#E71224"/>
    </inkml:brush>
  </inkml:definitions>
  <inkml:trace contextRef="#ctx0" brushRef="#br0">0 1 12038,'0'0'7752,"5"9"-7037,1 11-492,0 0 0,-1 1-1,-2 0 1,0 0-1,-1 0 1,-1 37-1,-2-30-231,-1-19-411,1 0-1,1-1 0,0 1 0,0 0 1,1-1-1,0 1 0,2 9 1,3-14-2232,5-3-1572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1:47.195"/>
    </inkml:context>
    <inkml:brush xml:id="br0">
      <inkml:brushProperty name="width" value="0.05" units="cm"/>
      <inkml:brushProperty name="height" value="0.05" units="cm"/>
      <inkml:brushProperty name="color" value="#E71224"/>
    </inkml:brush>
  </inkml:definitions>
  <inkml:trace contextRef="#ctx0" brushRef="#br0">0 96 15591,'0'0'4290,"14"-16"-3959,2-2-263,33-28 0,-47 44-63,0 0-1,1 1 1,0-1 0,-1 1-1,1-1 1,0 1-1,0 0 1,-1 0 0,1 0-1,0 1 1,0-1 0,0 1-1,0-1 1,0 1-1,0 0 1,0 0 0,0 0-1,0 1 1,0-1 0,0 1-1,0 0 1,0-1 0,0 1-1,0 1 1,0-1-1,-1 0 1,1 1 0,0-1-1,-1 1 1,5 3 0,-1 1 14,-1-1 1,0 0-1,0 1 1,0 0-1,0 0 1,-1 1-1,0-1 1,-1 1-1,6 13 1,-5-10 11,-1 0 1,-1 0-1,0 0 0,0 1 1,-1-1-1,0 1 0,-1 0 1,0-1-1,-1 1 1,0-1-1,0 1 0,-6 16 1,2-12-58,-1 1 0,-1-1 0,0-1 0,-1 1 0,-1-1 0,0-1 0,-16 19 0,94-106 95,-41 45-62,-2 0 1,24-33-1,-39 46 70,-1 3 35,-1 0-1,0-1 1,0-1 0,-2 0-1,0 0 1,9-28 0,-67 171 1723,45-103-1828,1 0 0,0 0-1,2 0 1,1 1 0,1-1-1,2 0 1,3 34 0,-2-55-26,-1 0-1,1 1 1,0-1 0,0 0 0,0 0 0,1-1 0,-1 1 0,1 0 0,0-1 0,0 1 0,0-1 0,0 0 0,1 0 0,-1-1 0,1 1 0,0 0 0,4 1 0,35 14-2197,-1-11-3920,-27-7 165</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1:47.581"/>
    </inkml:context>
    <inkml:brush xml:id="br0">
      <inkml:brushProperty name="width" value="0.05" units="cm"/>
      <inkml:brushProperty name="height" value="0.05" units="cm"/>
      <inkml:brushProperty name="color" value="#E71224"/>
    </inkml:brush>
  </inkml:definitions>
  <inkml:trace contextRef="#ctx0" brushRef="#br0">2 25 15511,'0'0'7401,"-1"-5"-6777,2-15-166,10 36-7,11 45 99,-17-25-137,-1-1-1,-2 38 0,-2-11-3084,0-15-4024</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1:54.502"/>
    </inkml:context>
    <inkml:brush xml:id="br0">
      <inkml:brushProperty name="width" value="0.05" units="cm"/>
      <inkml:brushProperty name="height" value="0.05" units="cm"/>
      <inkml:brushProperty name="color" value="#E71224"/>
    </inkml:brush>
  </inkml:definitions>
  <inkml:trace contextRef="#ctx0" brushRef="#br0">68 65 10837,'0'0'7438,"-14"-1"-6806,2 0-1320,-26-2 4148,34 2-2334,7 1-209,24-1-337,50 1-681,0-4 0,0-3 1,130-30-1,-165 27-4106,-55 10-5011,-4 0 5947</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1:54.870"/>
    </inkml:context>
    <inkml:brush xml:id="br0">
      <inkml:brushProperty name="width" value="0.05" units="cm"/>
      <inkml:brushProperty name="height" value="0.05" units="cm"/>
      <inkml:brushProperty name="color" value="#E71224"/>
    </inkml:brush>
  </inkml:definitions>
  <inkml:trace contextRef="#ctx0" brushRef="#br0">23 50 9412,'0'0'8268,"-3"-8"-7412,-13-25-87,12 25 23,7 63-545,2 0 1,15 63-1,-6-44-252,-14-72-58,18 79-26,0-43-1970,-17-35 1433,1 0 1,0-1 0,0 1 0,0-1 0,1 0 0,-1 0-1,0 1 1,1-1 0,4 2 0,6 1-5519</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1:55.642"/>
    </inkml:context>
    <inkml:brush xml:id="br0">
      <inkml:brushProperty name="width" value="0.05" units="cm"/>
      <inkml:brushProperty name="height" value="0.05" units="cm"/>
      <inkml:brushProperty name="color" value="#E71224"/>
    </inkml:brush>
  </inkml:definitions>
  <inkml:trace contextRef="#ctx0" brushRef="#br0">4 114 10853,'0'0'7497,"5"-19"-6601,14-57-152,-14 57 380,-5 32-1015,5 566 411,-5-579-386,24-31 92,-12 15-222,0 1-1,1-1 0,29-24 0,-38 37-7,-1-1 0,1 1 0,1 0 0,-1 0 0,0 1 1,1-1-1,-1 1 0,1 0 0,0 0 0,-1 0 0,1 1 0,0 0 0,0 0 0,0 0 0,0 0 1,0 1-1,1 0 0,-1 0 0,0 0 0,9 2 0,-11 0-4,-1-1 0,1 0 0,-1 1 0,0 0 0,1 0 0,-1 0 0,0 0 0,0 0 0,0 0 0,0 0 0,-1 1 0,1-1 0,-1 1 0,1-1-1,-1 1 1,0-1 0,0 1 0,0 0 0,0 0 0,-1 0 0,1-1 0,0 6 0,1 10-38,-1 0 0,-1 27 0,0-29 36,0-10 8,0 1 1,0-1 0,-1 0 0,0 0 0,0 0 0,0 0 0,-1-1-1,0 1 1,0 0 0,-1-1 0,0 1 0,1-1 0,-2 0 0,1 0-1,-1 0 1,1 0 0,-1 0 0,-1-1 0,-5 6 0,3-5 43,0-1 0,-1 0 0,1 0 1,-1 0-1,0-1 0,0 0 0,0 0 0,0-1 1,-1 0-1,1-1 0,0 0 0,-1 0 1,-10-1-1,11 0 6,1 0 1,0-1-1,0 0 0,0-1 1,0 1-1,0-1 0,0-1 1,0 1-1,1-1 0,-1 0 1,1-1-1,-11-7 0,11 8-49,-3-4 90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1:57.117"/>
    </inkml:context>
    <inkml:brush xml:id="br0">
      <inkml:brushProperty name="width" value="0.05" units="cm"/>
      <inkml:brushProperty name="height" value="0.05" units="cm"/>
      <inkml:brushProperty name="color" value="#E71224"/>
    </inkml:brush>
  </inkml:definitions>
  <inkml:trace contextRef="#ctx0" brushRef="#br0">0 204 5442,'0'0'11654,"0"-38"-10069,1-44 40,0 41-1979,0-1-4335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03.940"/>
    </inkml:context>
    <inkml:brush xml:id="br0">
      <inkml:brushProperty name="width" value="0.05" units="cm"/>
      <inkml:brushProperty name="height" value="0.05" units="cm"/>
      <inkml:brushProperty name="color" value="#E71224"/>
    </inkml:brush>
  </inkml:definitions>
  <inkml:trace contextRef="#ctx0" brushRef="#br0">0 92 14247,'0'0'4097,"25"3"-3430,430 12 1217,-305-15-1548,-163-21-155,-7 0-174,9 10 15,1-1 0,1 1-1,-13-21 1,22 31 186,8 3-213,-2 1 6,1 1 1,-1 0-1,0 0 1,0 1-1,0 0 1,0 0-1,-1 0 0,0 1 1,0-1-1,-1 1 1,1 0-1,-1 1 1,-1-1-1,1 1 1,-1 0-1,0-1 1,-1 2-1,3 7 1,-3-8-8,0 0 0,-1 0 1,1 0-1,-1 1 0,-1-1 1,0 0-1,0 0 0,0 0 1,-1 1-1,0-1 0,0 0 1,-1 0-1,1 0 0,-2 0 1,1 0-1,-1 0 0,0-1 1,0 0-1,-5 7 0,-4 1-379,0-1 0,-1 0 0,-14 11 0,-20 10-4166,34-28 256</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06.032"/>
    </inkml:context>
    <inkml:brush xml:id="br0">
      <inkml:brushProperty name="width" value="0.05" units="cm"/>
      <inkml:brushProperty name="height" value="0.05" units="cm"/>
      <inkml:brushProperty name="color" value="#E71224"/>
    </inkml:brush>
  </inkml:definitions>
  <inkml:trace contextRef="#ctx0" brushRef="#br0">331 167 9620,'0'0'7414,"-5"11"-2486,1-80-4395,2 45-313,0 0 0,4-36 0,-15 116-199,-2 0 0,-3-1 1,-48 102-1,33-79-10,-113 206-29,117-232 57,30-55-16,0-1-1,-1 1 1,1-1-1,-1 1 1,0 0-1,0-1 1,0 1-1,-1-6 1,1-19-42,1 21 14,1 0 0,1 0-1,0 1 1,0-1 0,0 1-1,0-1 1,6-6 0,-9 12 3,1 0 0,0 0 0,-1 0 0,1-1 0,0 1 0,0 0 0,0 0-1,0 0 1,0 1 0,0-1 0,0 0 0,0 0 0,0 0 0,0 1 0,0-1 0,1 1 0,-1-1 0,0 1 0,0-1 0,1 1 0,-1 0 0,0-1 0,1 1 0,-1 0 0,0 0 0,1 0-1,-1 0 1,0 0 0,1 0 0,-1 1 0,0-1 0,1 0 0,-1 1 0,0-1 0,0 1 0,1-1 0,-1 1 0,0 0 0,0-1 0,0 1 0,0 0 0,0 0 0,0 0 0,0 0-1,0 0 1,1 2 0,12 15 10,0 1 0,17 35 1,-23-38 0,1 0 0,1-1 0,0 0 0,1 0 0,0-1 0,19 17 0,-25-27-19,0 0 0,0 0 0,1-1 0,0 1 1,0-1-1,0 0 0,0-1 0,0 1 0,0-1 0,1-1 0,7 2 0,-11-2 9,1-1-1,-1 0 1,1 0 0,0 0 0,-1 0 0,1-1 0,-1 0 0,1 1 0,-1-1 0,0-1-1,1 1 1,-1 0 0,0-1 0,0 1 0,1-1 0,-1 0 0,-1 0 0,1 0 0,0-1 0,0 1-1,3-5 1,23-31 54,-16 21 8,0 1 1,20-19 0,-33 35-61,1 0 1,-1 0 0,0 0 0,1 0-1,-1 0 1,0 0 0,1 0 0,-1 0-1,0 0 1,1 0 0,-1 0 0,0 0-1,1 0 1,-1 0 0,0 1 0,1-1-1,-1 0 1,0 0 0,1 0 0,-1 0-1,0 1 1,0-1 0,1 0 0,-1 0-1,0 1 1,0-1 0,1 0 0,-1 1-1,0-1 1,0 0 0,0 0 0,0 1-1,0-1 1,1 0 0,-1 1 0,0-1-1,0 0 1,0 1 0,0-1 0,0 1-1,0-1 1,0 1 0,5 19-59,-4-19 76,2 13-16,0 0 0,2 0-1,-1-1 1,2 0 0,12 25 0,-15-35-13,-1 0 0,1 0 0,-1 0 0,1 0 0,0-1 0,0 1 0,0-1 0,0 0 1,1 1-1,-1-1 0,0-1 0,1 1 0,0-1 0,-1 1 0,1-1 0,0 0 0,0 0 0,-1 0 1,1-1-1,0 0 0,0 1 0,0-1 0,0-1 0,0 1 0,0 0 0,5-2 0,-4 0 15,0 0 0,0 0 0,1-1 0,-2 1-1,1-1 1,0 0 0,0 0 0,-1-1 0,0 1-1,0-1 1,0 0 0,0 0 0,0-1 0,2-4 0,-1 3 20,-1 0 0,1 1 0,0 0 0,1 0-1,-1 0 1,1 1 0,12-8 0,-17 12-27,-1 0 0,1 0-1,0 0 1,0 0-1,-1 0 1,1 0 0,0 0-1,-1 0 1,1 0-1,0 1 1,-1-1 0,1 0-1,0 0 1,-1 1-1,1-1 1,-1 0-1,1 1 1,-1-1 0,1 1-1,-1-1 1,1 1-1,-1-1 1,1 1 0,-1-1-1,1 1 1,-1-1-1,0 1 1,1 0 0,-1 0-1,14 25-14,-11-18 16,2 0-4,0 1 0,0-1 1,1 0-1,0-1 0,12 13 1,-17-19 3,1 1 1,-1-1-1,1 1 1,0-1-1,0 0 1,-1 0-1,1 0 1,0 0-1,0 0 1,0-1-1,0 1 1,0 0-1,0-1 1,0 0-1,0 1 1,0-1-1,0 0 1,1 0-1,-1 0 1,0 0-1,0 0 1,0-1-1,0 1 0,0-1 1,0 1-1,0-1 1,0 0-1,0 0 1,0 0-1,0 0 1,-1 0-1,1 0 1,2-2-1,39-44 84,-38 40-74,1 0 0,-1 0-1,1 0 1,0 1 0,1 0 0,-1 1 0,1-1 0,15-8 0,-20 15-17,0 0 0,0 0-1,-1 0 1,1 0 0,0 0 0,-1 0-1,1 1 1,0-1 0,-1 1 0,0-1-1,1 1 1,-1-1 0,0 1-1,0 0 1,0 0 0,0 0 0,0-1-1,0 4 1,12 13 16,-5-12-32,-1 0 0,1 0 1,1-1-1,-1-1 1,1 1-1,0-1 0,0-1 1,0 0-1,1 0 1,-1-1-1,1 0 0,-1 0 1,1-1-1,0-1 0,0 1 1,-1-2-1,1 1 1,0-1-1,-1-1 0,14-3 1,-16 4 42,-1-1 0,1 1 0,-1-2 0,1 1 0,-1-1 0,0 1 0,0-2 1,0 1-1,0-1 0,-1 0 0,1 0 0,-1 0 0,0-1 0,-1 0 0,1 0 1,-1 0-1,0 0 0,0-1 0,0 0 0,-1 0 0,0 0 0,0 0 0,0 0 0,-1 0 1,0-1-1,0 0 0,-1 1 0,0-1 0,1-10 0,-34 19 80,28 0-104,-1 1 1,1-1-1,0 1 0,-1 0 1,1 0-1,0 0 1,1 0-1,-1 1 1,1-1-1,-1 1 0,1 0 1,0 0-1,0 1 1,1-1-1,0 1 0,-1-1 1,-1 7-1,2-6-9,0 1 0,0-1-1,0 1 1,1-1 0,0 1-1,0 0 1,1 0-1,-1 0 1,1 0 0,0-1-1,1 1 1,-1 0 0,1 0-1,1 0 1,1 5 0,-1-8-7,0 0 1,0 0 0,0-1 0,0 1 0,1-1 0,-1 0-1,1 1 1,0-1 0,-1 0 0,1-1 0,0 1-1,0 0 1,0-1 0,0 0 0,1 1 0,4 0 0,56 11-200,-42-10 163,-1-2 0,1 0 0,0-1 0,0-1 0,-1-1 1,1-1-1,33-9 0,-48 10 70,0-1 1,0 1 0,0-2-1,0 1 1,-1-1-1,1 1 1,-1-2 0,0 1-1,0-1 1,0 0-1,-1 0 1,0-1 0,0 1-1,0-1 1,0 0-1,-1-1 1,0 1 0,-1-1-1,1 0 1,-1 1-1,-1-2 1,1 1 0,-1 0-1,0 0 1,1-10-1,-3 14 2,1-2 35,0 0 0,-1 1 0,1-1-1,-1 0 1,0 1 0,-2-10 0,2 13-37,0 0-1,-1 0 0,0-1 1,1 1-1,-1 0 0,0 0 0,1 1 1,-1-1-1,0 0 0,0 0 0,0 0 1,0 0-1,1 1 0,-1-1 0,0 0 1,-1 1-1,1-1 0,0 1 0,0-1 1,0 1-1,0 0 0,0-1 1,0 1-1,-1 0 0,1 0 0,0 0 1,0 0-1,0 0 0,-1 0 0,-1 0 1,-9 1-10,-1 1 1,1 1-1,0 0 0,0 0 1,0 1-1,0 0 1,1 1-1,0 1 1,0 0-1,0 0 0,1 1 1,-1 1-1,2-1 1,-1 2-1,1-1 1,0 1-1,1 0 0,0 1 1,1 0-1,-8 14 1,14-23-10,0 0 1,0 0-1,1 1 1,-1-1 0,0 0-1,1 1 1,-1-1-1,1 0 1,0 1-1,-1-1 1,1 1-1,0-1 1,0 0 0,0 1-1,0-1 1,0 1-1,0-1 1,0 1-1,0-1 1,1 0-1,-1 1 1,0-1-1,1 0 1,-1 1 0,2 0-1,-1-1-10,0 0 0,1 0 0,-1 0 0,1 0-1,-1-1 1,1 1 0,-1 0 0,1-1 0,0 0 0,-1 1 0,1-1-1,-1 0 1,1 0 0,0 0 0,-1 0 0,1 0 0,3-1 0,7-1-68,0 0 1,0-1 0,-1 0 0,18-8-1,-25 8 81,-1 2 0,1-1 0,0 0-1,0 1 1,0-1 0,1 1 0,-1 0 0,0 1-1,0-1 1,1 1 0,4 0 0,-9 0 1,1 0 1,0 0 0,0 1-1,0-1 1,0 1-1,-1-1 1,1 1 0,0-1-1,0 1 1,-1-1 0,1 1-1,0 0 1,-1-1-1,1 1 1,0 0 0,-1-1-1,1 1 1,-1 0 0,0 0-1,1 1 1,4 30-17,-5-31 17,0 0 0,0 0 0,0-1 0,0 1 0,0 0 0,1 0 0,-1-1 0,0 1 0,0 0 1,1 0-1,-1-1 0,0 1 0,1 0 0,-1-1 0,0 1 0,1-1 0,-1 1 0,1 0 0,-1-1 0,1 1 0,-1-1 0,1 1 0,0-1 0,-1 0 0,1 1 0,-1-1 0,1 0 1,0 1-1,-1-1 0,1 0 0,0 0 0,0 1 0,-1-1 0,1 0 0,0 0 0,0 0 0,-1 0 0,1 0 0,0 0 0,0 0 0,-1 0 0,1 0 0,0-1 0,0 1 0,-1 0 1,1 0-1,1-1 0,39-16 159,-34 14-154,20-9 25,0 2 0,1 1 0,0 1-1,0 2 1,1 1 0,0 1 0,-1 1-1,41 1 1,-66 3-32,0-1 0,0 1 0,-1-1 0,1 1 0,-1 0 0,1 0 0,0 0-1,-1 1 1,0-1 0,1 0 0,-1 1 0,0 0 0,1-1 0,-1 1 0,0 0 0,-1 0 0,1 0 0,0 0-1,0 1 1,-1-1 0,1 0 0,-1 1 0,0-1 0,0 1 0,0 0 0,0-1 0,0 1 0,0 2 0,0-3 6,-1 0 0,1 1 1,-1-1-1,1 0 1,-1 0-1,0 0 0,0 0 1,0 0-1,0 0 1,0 1-1,0-1 0,0 0 1,-1 0-1,1 0 1,-1 0-1,0 0 0,1 0 1,-1 0-1,0 0 1,0 0-1,-1 0 0,1-1 1,0 1-1,0 0 0,-1-1 1,1 1-1,-1-1 1,0 1-1,1-1 0,-1 0 1,0 0-1,0 1 1,1-1-1,-5 1 0,5-2 8,1 1 0,-1-1 0,0 0 0,0 1 0,1-1-1,-1 0 1,0 0 0,0 0 0,1 1 0,-1-1 0,0 0-1,0 0 1,0 0 0,1 0 0,-1-1 0,0 1-1,0 0 1,1 0 0,-1 0 0,0-1 0,0 1 0,1 0-1,-1-1 1,0 1 0,1 0 0,-1-1 0,0 1-1,1-1 1,-1 1 0,1-1 0,-1 1 0,1-1 0,-1 0-1,1 1 1,-1-1 0,1 0 0,-1 1 0,1-1 0,0 0-1,0 0 1,-1 1 0,1-1 0,0 0 0,0 0-1,0 1 1,0-1 0,0 0 0,0 0 0,0 1 0,0-1-1,0 0 1,0 0 0,0 0 0,0 1 0,1-1 0,-1-1-1,1-2 26,0-1 0,1 1 0,-1-1 0,1 1-1,0-1 1,0 1 0,0 0 0,6-7 0,5-2 13,0 1 1,1 0 0,0 1 0,1 1 0,1 0-1,-1 1 1,2 0 0,25-9 0,-17 8-42,1 2 0,0 0 0,0 2 0,1 1 0,31-3 0,-39 8-1828,-55 2-12586</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06.498"/>
    </inkml:context>
    <inkml:brush xml:id="br0">
      <inkml:brushProperty name="width" value="0.05" units="cm"/>
      <inkml:brushProperty name="height" value="0.05" units="cm"/>
      <inkml:brushProperty name="color" value="#E71224"/>
    </inkml:brush>
  </inkml:definitions>
  <inkml:trace contextRef="#ctx0" brushRef="#br0">50 102 11989,'0'0'5816,"4"-5"-5189,10-7-277,-10 9-67,0 0 0,-1 0-1,1 0 1,-1 0-1,1 0 1,-1-1 0,0 1-1,-1-1 1,1 0 0,-1 0-1,1 0 1,-1 0-1,0 0 1,-1-1 0,1 1-1,-1-1 1,2-8 0,-3 13-264,-1-1 1,1 1 0,0-1 0,-1 1 0,1-1 0,0 1 0,-1-1-1,1 1 1,-1-1 0,1 1 0,-1-1 0,1 1 0,-1 0 0,1-1-1,-1 1 1,1 0 0,-1 0 0,1-1 0,-1 1 0,0 0 0,1 0-1,-1 0 1,1 0 0,-1 0 0,0 0 0,1 0 0,-1 0 0,0 0-1,0 0 1,-26 0 448,21 0-414,3 1-106,0-1 0,0 1 0,1 0 0,-1 0 0,0 0 0,1 0 0,-1 0 0,1 0 0,-1 1 0,1-1 0,0 1 0,0 0 0,-1 0 0,1 0 0,0 0 0,1 0 0,-1 0 0,0 0 0,1 1 0,-1-1 0,1 0 0,0 1 0,-1 0 0,1-1 0,0 1 0,1 0 0,-1-1 0,0 1 0,1 4 0,-4 11-617,1 1 1,1 0-1,0 20 1,2-35 548,-1 74-7331,1-44-2754</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39.410"/>
    </inkml:context>
    <inkml:brush xml:id="br0">
      <inkml:brushProperty name="width" value="0.05" units="cm"/>
      <inkml:brushProperty name="height" value="0.05" units="cm"/>
      <inkml:brushProperty name="color" value="#E71224"/>
    </inkml:brush>
  </inkml:definitions>
  <inkml:trace contextRef="#ctx0" brushRef="#br0">1 805 11045,'2'0'11268,"18"-3"-10344,-14 0-802,-1-1 0,1 0 0,-1-1 0,0 1 0,0-1 0,0 0 0,0-1 0,5-8 0,32-54 274,-36 59-358,16-32 60,-1-1 1,-2 0 0,-2-2 0,-1 0-1,-3-1 1,-2-1 0,-2 0-1,-1 0 1,-3-1 0,-2 1 0,-3-64-1,-1 103-65,0 1 0,-1-1 0,1 1 0,-1-1 0,-1 1-1,-4-11 1,6 16-23,1 0 0,0 0 0,-1 0 0,1 0 0,-1 0 0,1 0 0,-1 0 0,0 0 0,1 0 0,-1 0 0,0 1 0,1-1 0,-1 0 0,0 0 0,0 0 0,0 1-1,0-1 1,0 1 0,0-1 0,0 1 0,0-1 0,0 1 0,0-1 0,0 1 0,0 0 0,0 0 0,0-1 0,-1 1 0,1 0 0,0 0 0,0 0 0,0 0 0,0 0 0,0 1 0,0-1 0,-1 0-1,1 0 1,0 1 0,0-1 0,0 1 0,0-1 0,0 1 0,0-1 0,0 1 0,0 0 0,1-1 0,-1 1 0,-1 1 0,-4 5-12,1 0 1,0 0 0,0 0-1,0 0 1,1 1 0,1 0-1,-6 14 1,-16 64-96,24-85 95,-11 54 10,3 1-1,2 1 0,3-1 0,2 1 0,8 89 0,-5-136-22,0 0 1,0 0-1,1-1 0,1 1 0,-1 0 1,2-1-1,-1 0 0,1 0 0,1 0 1,-1 0-1,1 0 0,1-1 0,0 0 1,0 0-1,1-1 0,-1 0 0,2 0 1,-1 0-1,1-1 0,0 0 0,0-1 1,0 1-1,1-2 0,0 1 0,0-1 0,0-1 1,1 1-1,-1-2 0,1 1 0,0-1 1,12 1-1,-14-3 3,0 0-1,0 0 1,0 0 0,0-1 0,0 0-1,-1 0 1,1-1 0,0 0 0,-1-1-1,0 1 1,1-1 0,-1-1-1,0 1 1,0-1 0,-1-1 0,1 1-1,-1-1 1,0 0 0,-1-1 0,1 1-1,-1-1 1,0 0 0,0 0-1,5-11 1,1-1 15,-1 0-1,-1-2 1,-1 1 0,7-24-1,-15 70-39,-1-12-4,1 0 1,0-1-1,1 1 1,1 0-1,6 27 1,-7-39 19,1 1 1,-1-1 0,1 0-1,0 0 1,0 0 0,0 0-1,0 0 1,0 0 0,1 0-1,-1 0 1,1-1 0,0 0-1,0 1 1,0-1 0,0 0-1,0 0 1,0-1-1,0 1 1,1-1 0,-1 1-1,0-1 1,1 0 0,0 0-1,-1-1 1,1 1 0,-1-1-1,1 0 1,0 1 0,4-2-1,-2 1 28,-1 0-1,1 0 0,0 0 0,-1-1 1,1 0-1,-1 0 0,1 0 0,-1-1 1,1 0-1,-1 0 0,0 0 1,0-1-1,0 0 0,0 0 0,0 0 1,-1 0-1,1-1 0,-1 0 0,0 0 1,0 0-1,0 0 0,-1-1 0,0 1 1,1-1-1,3-9 0,-3 8 85,-1-1 0,0 1 0,-1-1 0,1 0 0,-1 0 0,-1 0 0,1 0 0,-1 0 0,0-9 0,-1 13-62,0 0 0,0 1 0,0-1 0,0 1 0,0-1 0,-1 0 0,1 1 0,-1-1 0,0 1 1,0 0-1,0-1 0,0 1 0,0-1 0,0 1 0,-1 0 0,1 0 0,-1 0 0,0 0 0,1 0 0,-1 0 0,0 0 0,0 1 0,0-1 0,0 1 0,0-1 1,-1 1-1,-2-2 0,-7 0-907,0 0 1,0 1 0,0 0-1,-1 1 1,1 0 0,0 1-1,-14 2 1,-5-2-1687,15 0-3594</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39.782"/>
    </inkml:context>
    <inkml:brush xml:id="br0">
      <inkml:brushProperty name="width" value="0.05" units="cm"/>
      <inkml:brushProperty name="height" value="0.05" units="cm"/>
      <inkml:brushProperty name="color" value="#E71224"/>
    </inkml:brush>
  </inkml:definitions>
  <inkml:trace contextRef="#ctx0" brushRef="#br0">0 51 10565,'0'0'11141,"135"-51"-10933,-102 51-112,-7 0-96,-5 0-128,0 10-544,-6 1-1521,1-2-769,-1-9-4977</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42.705"/>
    </inkml:context>
    <inkml:brush xml:id="br0">
      <inkml:brushProperty name="width" value="0.05" units="cm"/>
      <inkml:brushProperty name="height" value="0.05" units="cm"/>
      <inkml:brushProperty name="color" value="#E71224"/>
    </inkml:brush>
  </inkml:definitions>
  <inkml:trace contextRef="#ctx0" brushRef="#br0">283 75 13270,'0'0'7830,"-12"-15"-7411,6 7-375,2 1-29,-1 1 1,0 0-1,0 0 0,0 0 0,-8-5 0,12 10-11,0 0-1,-1 0 0,1 0 0,0 0 0,0 1 0,-1-1 0,1 0 0,0 1 0,-1-1 0,1 1 0,0 0 0,-1-1 0,1 1 0,-1 0 0,1 0 0,0 0 0,-1 0 0,1 0 0,-1 0 0,1 0 0,-1 0 0,1 1 0,0-1 0,-1 1 0,1-1 0,0 1 0,-1-1 0,1 1 0,0 0 0,0-1 0,0 1 0,-1 0 0,1 0 0,0 0 0,0 0 1,0 0-1,0 0 0,-1 2 0,-4 5 12,0 0 0,1 1 0,0 0 0,0-1 0,1 2 0,0-1 0,0 0 1,1 1-1,0 0 0,1-1 0,0 1 0,1 0 0,0 0 0,0 1 0,1-1 1,0 0-1,1 0 0,0 0 0,1 0 0,0 0 0,1-1 0,-1 1 0,2 0 0,0-1 1,0 0-1,8 13 0,29 35 51,-22-33 25,26 45 0,-41-60-81,1 0 0,-2 0 0,1 1 0,-1-1 0,0 1 1,-1-1-1,0 1 0,-1 0 0,1 14 0,-2-19-14,0 1 0,0-1 0,-1 0-1,0 1 1,0-1 0,0 1 0,0-1-1,-1 0 1,0 0 0,0 0 0,0 0 0,-1 0-1,-4 6 1,4-8 2,0 1 0,0-1 1,-1 0-1,0 0 0,1-1 0,-1 1 0,0-1 0,0 0 0,0 0 1,-1 0-1,1-1 0,0 1 0,-1-1 0,1 0 0,-1 0 0,-8 0 1,5 0 17,0 0 0,0-1 0,0 0 0,0 0 0,0-1 1,0 0-1,0 0 0,-11-4 0,14 3 52,0 0-1,0-1 1,0 0 0,1 0-1,-1 0 1,1-1-1,0 1 1,-1-1 0,2 0-1,-1 0 1,0 0-1,-4-8 1,1 2 199,1-1-1,0 1 1,1-1-1,0 0 1,1 0-1,0 0 1,0-1 0,1 0-1,1 1 1,0-1-1,0-22 1,20 55-326,44 60 101,-44-54-41,2-1 0,1-1 0,47 43 0,-63-64-12,0-1-1,0 1 1,0-1 0,0 0 0,1-1 0,0 1 0,-1-1 0,1 0 0,0-1 0,0 1 0,0-1 0,0 0 0,0-1 0,1 0 0,-1 0 0,0 0 0,0 0 0,0-1 0,0 0 0,0 0 0,9-4 0,-2 0 11,0 0 0,-1-1 1,0 0-1,0-1 0,-1-1 1,0 0-1,0 0 0,14-14 0,-3-1 60,32-43 0,-54 66-61,0 0 0,1 0-1,-1 0 1,1 0-1,-1-1 1,0 1 0,1 0-1,-1 0 1,1 0-1,-1 0 1,0 0 0,1 0-1,-1 0 1,1 0-1,-1 0 1,1 0-1,-1 0 1,0 0 0,1 0-1,-1 1 1,1-1-1,-1 0 1,0 0 0,1 0-1,-1 1 1,0-1-1,1 0 1,-1 0-1,0 1 1,1-1 0,-1 0-1,0 1 1,0-1-1,1 0 1,-1 1 0,0-1-1,0 0 1,1 1-1,-1-1 1,0 0 0,0 1-1,11 18-83,-10-18 109,2 4-24,1 1 0,-1-1 0,1 0 0,0 0 0,1 0 0,-1-1 0,1 0 0,0 1 0,10 5 0,-13-9-2,1 0-1,0 0 1,-1 0-1,1 0 1,0-1-1,-1 1 1,1-1-1,0 1 0,0-1 1,0 0-1,-1 0 1,1-1-1,0 1 1,0 0-1,-1-1 0,1 0 1,0 1-1,0-1 1,-1 0-1,1-1 1,-1 1-1,1 0 1,-1-1-1,4-2 0,9-8-2,32-18-74,-46 29 77,1 0 0,-1 0 0,1 1 0,0-1 0,-1 1 0,1-1 0,0 1 0,-1 0 0,1 0 0,0-1 0,-1 1 0,1 1 0,0-1 0,-1 0 0,1 0 0,0 0 0,-1 1-1,1-1 1,0 1 0,-1-1 0,1 1 0,-1 0 0,1 0 0,-1 0 0,1 0 0,-1 0 0,2 1 0,1 2-20,0 0 1,0 0-1,1 0 0,-1-1 0,1 0 1,-1 0-1,1 0 0,0 0 0,7 2 1,-10-5 11,1 1 1,0-1 0,-1 1 0,1-1 0,0 0 0,-1 0 0,1 0 0,0 0 0,-1-1 0,1 1-1,0-1 1,-1 0 0,1 1 0,-1-1 0,1 0 0,-1-1 0,1 1 0,-1 0 0,0-1-1,0 1 1,1-1 0,1-1 0,6-6 24,-5 4-6,1 0 0,-1 1 0,1-1-1,0 1 1,11-5 0,-15 8-9,-1 1 0,1-1 1,-1 1-1,1 0 0,0 0 0,-1-1 0,1 1 1,-1 0-1,1 0 0,0 0 0,-1 0 1,1 1-1,-1-1 0,1 0 0,-1 1 0,1-1 1,-1 1-1,1 0 0,-1-1 0,1 1 1,-1 0-1,0 0 0,1 0 0,-1 0 1,0 0-1,0 0 0,1 0 0,-1 0 0,0 0 1,1 3-1,2 1-6,1 0 0,-1 0 1,1 0-1,0-1 0,0 1 1,1-1-1,-1-1 0,1 1 1,0-1-1,0 0 0,0 0 0,1-1 1,-1 1-1,8 0 0,6 1-3,1-2-1,-1 0 0,27-1 1,-42-1 7,2-2 5,0 0 0,-1 1 0,0-2 0,1 1 0,-1-1 0,0 0 0,0 0 0,-1-1 0,1 0 0,-1 0 0,0 0 0,1-1-1,-2 1 1,1-1 0,5-7 0,39-32 4,-47 44-15,1 0 0,-1 0 0,0-1 0,1 1 1,-1 0-1,0 1 0,1-1 0,-1 0 0,0 1 0,1-1 0,-1 1 1,0 0-1,0 0 0,0 0 0,1 0 0,-1 0 0,0 0 0,0 1 1,-1-1-1,1 1 0,2 1 0,3 2-25,1 0 19,3 2-127,0 0 0,0-1 1,0 0-1,1 0 0,0-1 1,0-1-1,1 0 0,-1 0 1,1-2-1,0 1 0,0-2 1,20 1-1,-30-3 151,0 0-1,0 0 1,0 0 0,0-1 0,0 1-1,-1-1 1,1 0 0,0 0 0,-1 0-1,1 0 1,-1 0 0,0-1 0,0 1-1,3-4 1,28-43 218,-28 43-122,-1-1 9,0 2 29,0-1-1,0 0 1,-1 0-1,0 0 1,0 0-1,-1-1 1,1 1-1,-1-1 1,2-12-1,-4 18 119,0 9-78,-7 143 316,-30 164 1,29-252-425,-90 422 401,85-428-449,7-33-186,11-50-175,27-133 327,17-243 1,-43 306-24,-5 48-15,2-1-1,2 1 1,2 0-1,2 0 1,18-53-1,-22 89 37,1-1 0,0 1 1,1 0-1,0 0 0,1 1 0,1 0 1,-1 0-1,1 1 0,1 0 0,12-9 1,-14 13 3,0 0 0,0 1 0,0 0 0,0 1 0,1 0 1,0 0-1,0 1 0,0 0 0,0 0 0,0 1 0,1 0 1,-1 1-1,1 0 0,-1 0 0,11 2 0,-17-1 1,-1 1 0,1 0 0,-1-1 0,0 1 0,1 0 0,-1 0 0,0 1 0,1-1 1,-1 1-1,0-1 0,0 1 0,0-1 0,0 1 0,0 0 0,-1 0 0,1 0 0,0 0 0,-1 0 0,0 0 0,1 1 0,-1-1 0,0 0 0,0 1 0,0-1 0,-1 1 0,1-1 0,0 1 0,-1 0 0,0-1 0,0 5 0,2 5 2,-1 1-1,-1 0 1,0 0-1,-1-1 0,-3 15 1,1-16-30,0 0 0,0 0 0,-1-1 0,-1 1 1,0-1-1,0 0 0,-1-1 0,0 1 0,-1-1 0,0 0 0,-14 13 0,-10 7-316,-63 44-1,35-28 304,57-41-324,15-9 281,18-11 70,56-36 82,95-76-1,-157 108-29,-1-1-1,0-1 1,-2-2-1,0 0 1,-2-1-1,-1-1 1,-1-1 0,15-29-1,-27 43 88,0 0 1,-1 0-1,-1 0 0,0-1 1,-1 1-1,-1-1 0,0 0 1,0 0-1,-1 0 0,-1 0 0,-1 0 1,-2-18-1,3 31-109,0-1 0,-1 1 0,1 0 0,0 0 0,0 0 0,-1 0 1,1 0-1,0 0 0,-1 0 0,1 0 0,-1 0 0,0 0 0,1 0 0,-1 0 0,0 1 0,1-1 0,-1 0 0,0 0 0,0 1 0,0-1 0,0 0 0,0 1 1,0-1-1,0 1 0,0-1 0,0 1 0,0-1 0,0 1 0,0 0 0,0 0 0,0-1 0,0 1 0,0 0 0,0 0 0,0 0 0,0 0 0,-1 0 0,1 0 1,0 1-1,0-1 0,0 0 0,0 0 0,0 1 0,0-1 0,0 1 0,0-1 0,-1 1 0,-2 2-19,1-1 0,-1 0 1,0 1-1,1 0 0,0 0 0,0 0 0,0 0 1,0 0-1,0 1 0,-3 5 0,-5 12 0,2 1 0,0 0 0,2 1-1,0 0 1,1 0 0,-2 29 0,3-11 1,3-1 0,5 77-1,-2-110-22,0 1 1,0 0-1,1-1 0,0 1 0,0-1 0,1 1 0,0-1 0,0 0 0,1 0 0,0 0 0,0-1 0,0 1 0,1-1 0,0 0 0,0 0 1,1-1-1,0 1 0,0-1 0,0-1 0,0 1 0,1-1 0,0 0 0,-1 0 0,2-1 0,-1 0 0,0 0 0,1-1 0,-1 0 1,14 2-1,-10-4 19,0 0 0,0-1 1,0-1-1,0 1 0,0-2 1,0 1-1,-1-1 1,1-1-1,-1 0 0,0-1 1,0 0-1,0 0 0,-1-1 1,0 0-1,0-1 0,0 0 1,-1 0-1,0-1 1,0 0-1,10-15 0,-10 15 45,-1-1 1,-1 1-1,0-1 0,0 0 0,0 0 0,-1-1 1,-1 1-1,0-1 0,0 0 0,-1-1 0,0 1 1,0 0-1,1-17 0,-26 34-135,17-3 62,0 1 0,1 0 0,-1 1 0,1-1-1,0 1 1,0 0 0,1 0 0,0 0-1,0 0 1,0 0 0,1 1 0,0 0 0,0-1-1,0 1 1,1 0 0,0 0 0,0 0-1,1-1 1,0 9 0,1-14 27,-1 1 0,1-1 0,0 0 1,-1 0-1,1 1 0,0-1 0,0 0 0,0 0 0,0 0 0,0 0 0,0 0 0,0 0 1,0 0-1,0 0 0,0 0 0,0-1 0,1 1 0,-1 0 0,0-1 0,1 1 1,-1-1-1,0 1 0,1-1 0,-1 0 0,1 0 0,-1 0 0,3 1 0,49 4 84,-43-5-90,9 2 14,-1 0 0,0 1 0,0 1 0,0 1 0,-1 0 0,21 10 0,-32-12-5,0 0 1,-1 0-1,1 0 1,-1 1-1,0 0 1,0 0-1,0 0 1,-1 1-1,6 7 1,-8-9-11,1 1 1,-2-1 0,1 0 0,0 1 0,-1 0-1,0-1 1,0 1 0,0 0 0,0 0 0,0-1 0,-1 1-1,0 0 1,1 0 0,-2 0 0,1 0 0,-1 7-1,0-10 23,1-1-1,-1 1 1,1 0-1,-1-1 1,1 1-1,-1-1 1,1 1-1,-1-1 1,0 1-1,1-1 1,-1 1-1,0-1 1,1 0-1,-1 1 1,0-1-1,0 0 1,1 0-1,-1 1 1,0-1-1,0 0 1,0 0-1,1 0 1,-1 0-1,0 0 1,0 0-1,1 0 1,-1 0-1,0 0 1,0-1-1,0 1 1,1 0-1,-1 0 1,0-1-1,1 1 0,-1 0 1,0-1-1,1 1 1,-1-1-1,0 1 1,1-1-1,-1 1 1,1-1-1,-1 1 1,1-1-1,-1 0 1,1 1-1,-1-1 1,1 0-1,-1 1 1,1-1-1,0 0 1,-1-1-1,2-6 24,1 1-1,-1-1 1,2 0-1,-1 1 1,1-1-1,0 1 1,0-1-1,1 1 1,0 1-1,0-1 1,1 0-1,0 1 1,0 0-1,0 0 1,1 0-1,0 1 1,11-8-1,14-11 96,1 3-1,42-23 0,-73 43-123,6-3-140,0-1-1,1 1 1,0 1-1,0-1 0,0 1 1,0 1-1,0-1 1,1 1-1,13-1 0,-35 26-8415,-14-6 2911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43.137"/>
    </inkml:context>
    <inkml:brush xml:id="br0">
      <inkml:brushProperty name="width" value="0.05" units="cm"/>
      <inkml:brushProperty name="height" value="0.05" units="cm"/>
      <inkml:brushProperty name="color" value="#E71224"/>
    </inkml:brush>
  </inkml:definitions>
  <inkml:trace contextRef="#ctx0" brushRef="#br0">233 60 1697,'0'0'16410,"-15"10"-16130,-43 32 344,49-33 0,12-8-50,11-6 437,-12 2-859,1 1 0,-1-1-1,-1 0 1,1 0-1,0 0 1,-1 0-1,1-1 1,-1 1 0,0 0-1,0-1 1,-1 1-1,1-1 1,-1 1 0,1 0-1,-1-1 1,0 1-1,-1-7 1,1 7-103,0 1-1,0 0 1,-1 0 0,1 0-1,0 0 1,-1 0 0,0-1-1,1 1 1,-1 0 0,0 0-1,0 0 1,0 1 0,-1-1-1,1 0 1,0 0 0,-1 1-1,1-1 1,-1 1 0,1-1-1,-1 1 1,0-1 0,1 1-1,-1 0 1,0 0 0,0 0-1,0 0 1,0 0 0,0 0-1,-4 0 1,1 0-48,1 0 1,-1 1-1,0 0 0,0 0 1,1 0-1,-1 0 0,0 1 1,1 0-1,-1 0 0,0 0 1,1 0-1,-1 1 0,1 0 1,0 0-1,-1 0 0,1 0 1,0 1-1,0 0 0,-5 4 1,4-1-149,0 0 0,1 1 0,-1-1 0,1 1 0,1 0 0,-1 0 0,1 0 0,1 0 0,-1 1 0,1-1 0,-2 13 0,0 10-2439,2-1 0,0 43 0,2-61 1289,0 28-6997</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44.758"/>
    </inkml:context>
    <inkml:brush xml:id="br0">
      <inkml:brushProperty name="width" value="0.05" units="cm"/>
      <inkml:brushProperty name="height" value="0.05" units="cm"/>
      <inkml:brushProperty name="color" value="#E71224"/>
    </inkml:brush>
  </inkml:definitions>
  <inkml:trace contextRef="#ctx0" brushRef="#br0">170 795 15879,'0'0'5758,"9"-13"-5540,6-8-113,1 2 0,0 0-1,29-25 1,-29 30 43,-1-1 1,-1-1-1,0 0 0,-1-1 0,-1 0 0,0-1 1,-2 0-1,0-1 0,11-27 0,-12 18-42,-1 0 0,-1-1 1,-2 1-1,0-1 0,-2 0 0,-1-39 0,-3-15 25,2-77 1360,-71 1959-946,70-1782-560,6 112-159,-5-116 148,2 0 0,0 1 1,0-1-1,1 0 0,1 0 0,0-1 0,8 14 1,-12-23 12,1 0 0,-1 0 0,1 0 0,0 0 0,0-1 0,0 1 0,0-1 0,1 1 0,-1-1 0,1 0 0,-1 0 0,1 0 0,0 0 0,0 0 0,0-1 0,0 1 0,0-1 0,0 0 0,0 0 1,1 0-1,-1 0 0,0 0 0,0-1 0,1 0 0,-1 1 0,1-1 0,-1 0 0,0-1 0,1 1 0,-1-1 0,0 1 0,0-1 0,1 0 0,-1 0 0,6-3 0,2-2 25,0-1 0,0 1 0,-1-2-1,0 1 1,-1-1 0,1-1 0,-2 0 0,10-11 0,-1-2 5,-1 0 1,-1-1-1,-1 0 1,-1-1-1,-1-1 1,-1 0-1,-1 0 1,-2-1-1,6-28 1,-10 32-17,0 0 0,-2 0-1,-1-1 1,0 0 0,-2 1 0,0-1 0,-2 1 0,0 0 0,-2 0 0,0 0 0,-13-31 0,1 14 14,-2 1 0,-1 1 0,-2 1-1,-2 1 1,-1 1 0,-1 1 0,-2 1-1,-1 2 1,-41-33 0,39 37-12,-1 3 1,-1 0 0,-1 2-1,-1 2 1,-1 1 0,0 1-1,-1 3 1,-1 1 0,-72-15-1,82 18 11,28 10-13,0 0 0,0 0-1,0-1 1,0 1 0,0 0-1,0-1 1,0 1 0,0 0-1,0-1 1,0 1 0,0 0-1,0-1 1,0 1 0,0 0-1,1 0 1,-1-1 0,0 1 0,0 0-1,0-1 1,0 1 0,1 0-1,-1 0 1,0-1 0,0 1-1,1 0 1,-1 0 0,0 0-1,0 0 1,1-1 0,-1 1-1,0 0 1,0 0 0,1 0-1,-1 0 1,0 0 0,1 0-1,-1-1 1,0 1 0,1 0-1,-1 0 1,55-14 51,-42 11-47,45-15-13,0-2 1,-1-3-1,-1-2 1,-1-2-1,-2-3 0,83-61 1,-132 88 3,-1 0 0,1 1 1,0-1-1,-1 1 0,1 0 1,0 0-1,1 0 0,-1 1 1,0-1-1,0 1 0,1 0 0,-1 0 1,9 0-1,-11 2-2,1 0 1,-1 0-1,0-1 0,1 2 0,-1-1 1,0 0-1,0 0 0,0 1 1,0-1-1,0 1 0,0 0 0,0-1 1,-1 1-1,1 0 0,-1 0 0,1 0 1,-1 0-1,0 0 0,1 1 1,-1-1-1,0 0 0,-1 1 0,1-1 1,1 5-1,20 81-36,-16-62 36,16 51 1,-22-76 4,1 0 0,-1 0 0,1 1 0,-1-1 0,1 0 0,-1 0 0,1 0 0,0 0 0,0 0 0,0 0 0,-1 0 0,1 0 0,0 0 0,0 0 0,0 0 0,1-1 0,-1 1 0,0 0 0,0-1 0,0 1 0,0-1 0,1 1 0,-1-1 0,3 1 0,-2-1 7,1 0 0,-1-1-1,1 1 1,-1 0 0,0-1-1,1 0 1,-1 0 0,0 0-1,1 0 1,-1 0 0,0 0-1,3-2 1,6-6 41,0 0 1,0 0-1,14-17 1,-20 21-39,12-15 17,-10 11-13,0 1 0,1 0 0,0 0 0,0 1 0,0 0 0,1 1 0,12-7 0,-21 13-11,1 0-1,-1 0 1,1 0-1,-1 0 0,1 0 1,-1 0-1,1 0 1,-1 0-1,1 0 0,-1 1 1,1-1-1,-1 0 1,1 0-1,-1 1 0,0-1 1,1 0-1,-1 0 1,1 1-1,-1-1 0,0 0 1,1 1-1,-1-1 1,0 1-1,1-1 0,-1 0 1,0 1-1,0-1 0,1 1 1,-1-1-1,0 1 1,0-1-1,0 1 0,0-1 1,0 1-1,8 23-81,-7-19 85,6 19-1,-6-15-25,1-1 0,0 0 0,0 1-1,1-1 1,0 0 0,1-1-1,-1 1 1,2-1 0,-1 1 0,9 10-1,-11-17 16,0 0 1,0 0-1,-1 0 0,1-1 0,0 1 0,0 0 0,0-1 1,0 1-1,0-1 0,0 0 0,0 0 0,0 1 0,0-1 1,-1-1-1,1 1 0,0 0 0,0 0 0,0-1 0,0 1 0,0-1 1,0 0-1,0 1 0,-1-1 0,1 0 0,2-1 0,40-32 74,-39 30-74,18-16 138,0 1 1,35-21-1,-58 40-132,1 0 0,0 1 0,-1-1 0,1 0 0,0 0 0,-1 0 0,1 1 0,-1-1 0,1 0 0,-1 1 0,1-1 0,-1 1 0,1-1 0,-1 1 0,1-1 0,-1 1 0,0-1 0,1 1 0,-1-1 0,1 1 0,-1-1 0,0 1 0,0 0 0,1-1 0,-1 1 0,0-1 1,0 2-1,11 24-52,-10-21 44,7 12-39,-6-11 3,0 1-1,0-1 0,1 0 0,0 1 0,0-2 0,1 1 0,-1 0 1,1-1-1,1 1 0,-1-1 0,1 0 0,0-1 0,7 7 0,-11-11 44,1 1 0,-1-1-1,0 0 1,0 0-1,1 1 1,-1-1-1,0 0 1,1 0-1,-1 0 1,0 0-1,1-1 1,-1 1-1,0 0 1,0 0-1,1-1 1,-1 1-1,0-1 1,0 1-1,0-1 1,1 0-1,-1 1 1,0-1-1,1-1 1,24-24 85,-15 14-79,57-59 502,-68 71-504,1 0 1,-1 0 0,0-1 0,0 1 0,0 0-1,1 0 1,-1 0 0,0-1 0,0 1-1,1 0 1,-1 0 0,0 0 0,0 0-1,1 0 1,-1 0 0,0 0 0,0 0 0,1 0-1,-1 0 1,0 0 0,1 0 0,-1 0-1,0 0 1,0 0 0,1 0 0,-1 0-1,0 0 1,1 0 0,-1 0 0,0 0 0,0 0-1,1 0 1,-1 1 0,0-1 0,0 0-1,0 0 1,1 0 0,-1 0 0,0 1-1,10 14 13,4 22-228,-13-32 143,4 11-241,-1-3-501,0-1 0,1 0 0,0 0 0,8 13 0,-11-23 294,0 1 0,0 0 0,0-1-1,0 1 1,0-1 0,1 1 0,-1-1 0,1 0 0,0 0-1,-1 0 1,1 0 0,0-1 0,0 1 0,0-1-1,0 0 1,1 0 0,-1 0 0,0 0 0,0 0 0,7 0-1,16-1-5578</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46.190"/>
    </inkml:context>
    <inkml:brush xml:id="br0">
      <inkml:brushProperty name="width" value="0.05" units="cm"/>
      <inkml:brushProperty name="height" value="0.05" units="cm"/>
      <inkml:brushProperty name="color" value="#E71224"/>
    </inkml:brush>
  </inkml:definitions>
  <inkml:trace contextRef="#ctx0" brushRef="#br0">65 448 4466,'0'0'12443,"7"-21"-10503,19-64-150,-24 63 590,-9 20-1864,-11 15-843,18-12 460,-8 7-132,1 0-1,0 0 0,0 1 1,1 0-1,1 0 0,-1 1 0,1-1 1,1 1-1,0 1 0,0-1 1,1 0-1,0 1 0,1 0 1,0-1-1,1 1 0,0 0 0,1 20 1,1-29-39,-1 0 0,1 0 1,-1-1-1,1 1 0,0 0 1,0 0-1,0-1 0,0 1 1,0 0-1,0-1 0,0 1 1,0-1-1,1 0 0,-1 1 0,1-1 1,-1 0-1,1 0 0,-1 0 1,1 0-1,0 0 0,-1 0 1,1 0-1,0 0 0,0-1 1,-1 1-1,1-1 0,0 1 1,0-1-1,0 0 0,0 0 1,2 0-1,14 2-128,0-1 1,26-1-1,-26-1 28,-9 1 113,0 0 0,0-1 1,0 0-1,0-1 0,0 1 0,0-2 1,-1 0-1,1 0 0,-1 0 0,0-1 1,0 0-1,0-1 0,0 0 1,7-5-1,-5 1 75,-1-1 0,0 1 0,0-2 0,-1 1 1,0-1-1,-1 0 0,0-1 0,9-19 0,0-16 494,-1 1 0,-2-2-1,-3 1 1,6-56 0,-13 82-251,3-74 2380,-25 114-2147,10-3-523,1 1 0,0 0 0,1 0 0,1 1 0,0 0-1,1 0 1,-3 26 0,1 13-16,0 68 0,6-97 37,-1-7-163,2-1 0,0 1 1,2-1-1,6 39 0,-7-54 99,1-1 0,-1 1 0,1-1 0,-1 0 0,1 0 1,1 0-1,-1 0 0,0 0 0,1 0 0,0-1 0,0 1 0,0-1 0,0 0 0,1 1 0,-1-2 0,1 1 1,-1 0-1,1-1 0,0 0 0,0 1 0,1-2 0,-1 1 0,0 0 0,1-1 0,-1 0 0,0 0 1,9 1-1,-5-2 32,-1 0 0,0 0 0,1 0 0,-1-1 0,0 0 0,0 0 0,1-1 0,-1 0 0,0-1 0,-1 1 0,1-1 0,0 0 0,-1-1 0,0 0 0,1 0 0,-2 0 0,11-10 0,5-7 60,-1-1 1,-2 0 0,21-33-1,11-12 223,-50 67-267,0 0 0,0 0 1,0 0-1,0 0 0,0 0 0,0 1 0,0-1 1,0 0-1,0 0 0,0 0 0,0 0 0,0 0 0,0 0 1,0 0-1,0 1 0,0-1 0,0 0 0,0 0 1,0 0-1,0 0 0,0 0 0,0 0 0,0 1 0,0-1 1,0 0-1,0 0 0,0 0 0,0 0 0,0 0 0,0 0 1,0 0-1,0 1 0,0-1 0,0 0 0,0 0 1,0 0-1,1 0 0,-1 0 0,0 0 0,0 0 0,0 0 1,0 0-1,0 0 0,0 0 0,0 1 0,1-1 1,-1 0-1,0 0 0,0 0 0,0 0 0,0 0 0,0 0 1,0 0-1,0 0 0,1 0 0,-1 0 0,0 0 1,0 0-1,0 0 0,0 0 0,0 0 0,0-1 0,1 1 1,-1 0-1,0 0 0,0 0 0,-1 23 101,-7 35-396,7-48 259,-1 4-435,1 0 1,0-1 0,2 24 0,0-36 420,-1 1 0,1-1 0,-1 0 0,1 0 0,0 1 0,-1-1-1,1 0 1,0 0 0,0 0 0,0 0 0,0 0 0,0 0 0,0 0 0,0 0 0,0-1 0,0 1 0,0 0 0,1 0 0,-1-1 0,0 1 0,0-1 0,1 1 0,-1-1 0,0 0 0,1 0 0,-1 1 0,2-1 0,45 3-342,-42-3 336,6-1 110,1 0 0,-1 0 0,0-1 1,0-1-1,0 0 0,0-1 0,0 0 0,-1-1 0,0 0 0,0-1 1,0 0-1,0 0 0,-1-1 0,0-1 0,-1 0 0,0 0 1,0-1-1,0 0 0,-1 0 0,-1-1 0,0 0 0,0-1 0,-1 1 1,0-1-1,-1-1 0,6-16 0,-10 26 17,-1 1 1,1 0-1,-1-1 0,1 1 1,-1-1-1,0 1 0,0-1 1,1 1-1,-1-1 0,0 1 1,-1-1-1,1 1 0,0-1 1,0 1-1,-1-3 0,0 4-71,1-1 0,-1 1 0,0-1 1,0 1-1,1 0 0,-1-1 0,0 1 0,0 0 0,0 0 0,1 0 0,-1-1 0,0 1 1,0 0-1,0 0 0,1 0 0,-1 0 0,0 1 0,0-1 0,0 0 0,1 0 1,-1 0-1,0 1 0,0-1 0,1 0 0,-1 1 0,0-1 0,0 0 0,1 1 0,-1-1 1,1 1-1,-2 0 0,-4 3-10,1 1 0,0-1 0,0 0 0,0 1 0,1 0 0,0 0 0,0 1 0,0-1 0,0 1 0,1 0 0,0 0 0,0 0 0,1 0 0,-1 1 0,-1 10 1,0-4-198,1 0 0,1 0 1,1 1-1,-1-1 1,2 0-1,0 1 1,2 13-1,-2-25 170,1-1 0,-1 0-1,0 1 1,1-1 0,-1 1-1,1-1 1,0 0-1,-1 1 1,1-1 0,0 0-1,0 0 1,0 0 0,0 0-1,0 0 1,0 0 0,0 0-1,0 0 1,0 0-1,0 0 1,1 0 0,-1-1-1,0 1 1,1 0 0,-1-1-1,0 1 1,1-1 0,-1 0-1,1 1 1,-1-1-1,1 0 1,-1 0 0,1 0-1,-1 0 1,0 0 0,1 0-1,-1-1 1,1 1 0,-1 0-1,2-1 1,1 0 41,-1 0 0,1 0 0,-1 0 0,1 0 1,-1-1-1,0 1 0,1-1 0,-1 0 0,0 0 0,0 0 0,0 0 0,0-1 1,-1 1-1,5-6 0,23-47 302,13-23 663,-40 72-878,2 0 1,-1 0-1,1 1 1,0 0-1,0-1 1,0 2 0,1-1-1,0 1 1,8-6-1,-13 10-98,0 0 0,0-1-1,0 1 1,0 0-1,0-1 1,0 1 0,-1 0-1,1 0 1,0 0 0,0 0-1,0 0 1,0 0 0,0 0-1,0 0 1,0 0 0,0 1-1,0-1 1,0 0-1,-1 0 1,1 1 0,0-1-1,0 1 1,0-1 0,-1 1-1,1-1 1,0 1 0,0-1-1,-1 1 1,1 0-1,0-1 1,-1 1 0,1 0-1,-1 0 1,1-1 0,-1 1-1,1 0 1,-1 1 0,15 38-114,-12-29 119,6 21-55,-8-24-48,1 0 0,0 0 0,0 0 0,1-1 0,0 1 1,0-1-1,0 1 0,1-1 0,0 0 0,1 0 0,8 10 0,-11-17 97,0 1 0,-1 0 0,1 0 0,0-1 0,0 1 0,0-1 0,-1 0 0,1 1 0,0-1 0,0 0 0,0 0-1,0 0 1,-1 0 0,1-1 0,0 1 0,0 0 0,0-1 0,-1 1 0,1-1 0,0 0 0,0 0 0,-1 1 0,1-1 0,1-2 0,40-28 308,-34 23-201,3-2-13,6-1 434,-17 11-520,-1 0-1,1 1 1,0-1-1,0 0 0,0 1 1,-1-1-1,1 1 1,0 0-1,-1-1 0,1 1 1,0-1-1,-1 1 0,1 0 1,-1 0-1,1-1 1,-1 1-1,1 0 0,-1 0 1,0 0-1,1-1 0,-1 1 1,1 2-1,1 3-43,1 0-1,0 0 0,1 0 0,0-1 1,0 1-1,0-1 0,0 0 1,1 0-1,0-1 0,0 1 1,0-1-1,10 6 0,-12-8 28,1-1 0,-1 1 0,1-1 0,0 0 0,-1 0 0,1 0 0,0 0 0,0-1 0,-1 1 0,1-1 0,0 0 0,0 0 0,0-1 0,0 1 0,0-1 0,-1 1 0,1-1 0,0-1 0,-1 1 0,1 0 0,-1-1 0,1 0 0,5-4 0,6-5 96,-1-1 0,0 0 1,0-1-1,-2-1 1,0 0-1,16-25 1,13-13 626,-41 52-705,0-1 1,1 1 0,-1-1 0,0 1 0,1-1-1,-1 1 1,1 0 0,-1-1 0,1 1 0,-1 0-1,1 0 1,-1-1 0,1 1 0,0 0 0,-1 0 0,1 0-1,-1 0 1,1 0 0,-1-1 0,1 1 0,0 0-1,-1 0 1,1 1 0,-1-1 0,1 0 0,-1 0-1,1 0 1,0 0 0,-1 0 0,1 1 0,-1-1 0,1 0-1,-1 0 1,1 1 0,-1-1 0,1 0 0,-1 1-1,0-1 1,1 0 0,-1 1 0,1-1 0,-1 1-1,0-1 1,1 1 0,-1-1 0,0 1 0,1 0-1,15 29-115,-13-23 96,6 9 7,0 0-1,-2 1 0,0 0 1,-1 0-1,-1 1 0,0 0 1,3 32-1,-8-49-29,0 0-1,-1 0 1,1 0 0,-1 0-1,0 0 1,1 0 0,-1 0-1,0 0 1,0-1 0,1 1-1,-1 0 1,0 0 0,0-1-1,0 1 1,0-1 0,0 1-1,0 0 1,0-1 0,0 0-1,0 1 1,0-1-1,0 0 1,0 1 0,0-1-1,-1 0 1,1 0 0,-1 0-1,-36 3-1506,36-2 1354,-18-1-1066,6 2-129,-1-2 0,1 0 0,-1-1 0,1 0 0,-23-6 0,-15-16-6889</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46.559"/>
    </inkml:context>
    <inkml:brush xml:id="br0">
      <inkml:brushProperty name="width" value="0.05" units="cm"/>
      <inkml:brushProperty name="height" value="0.05" units="cm"/>
      <inkml:brushProperty name="color" value="#E71224"/>
    </inkml:brush>
  </inkml:definitions>
  <inkml:trace contextRef="#ctx0" brushRef="#br0">765 57 17592,'0'0'3298,"0"-56"-6148,-15 58-671,-9 12-3651</inkml:trace>
  <inkml:trace contextRef="#ctx0" brushRef="#br0" timeOffset="1">1 283 5138,'0'0'19593,"176"25"-19289,-114-22-272,-10-1-32,-3 3-1120,-2-5-1345,-3 0-1217,-5 0-4594</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18.234"/>
    </inkml:context>
    <inkml:brush xml:id="br0">
      <inkml:brushProperty name="width" value="0.05" units="cm"/>
      <inkml:brushProperty name="height" value="0.05" units="cm"/>
      <inkml:brushProperty name="color" value="#E71224"/>
    </inkml:brush>
  </inkml:definitions>
  <inkml:trace contextRef="#ctx0" brushRef="#br0">17 58 10917,'0'-58'9578,"-10"85"-8290,4 47-1154,7 129-1,-1-196-130,0 0-1,1 0 1,0-1-1,0 1 1,1 0 0,-1-1-1,1 1 1,1-1-1,-1 0 1,7 11 0,-7-14-1,1 0 1,-1 0 0,1-1-1,-1 1 1,1-1 0,0 0 0,0 0-1,0 0 1,0 0 0,0 0-1,0-1 1,1 1 0,-1-1-1,1 0 1,-1 0 0,1 0 0,-1 0-1,1-1 1,-1 1 0,1-1-1,4 0 1,-1-1 4,-1 1 1,0-1-1,1 0 0,-1 0 1,0-1-1,0 0 0,0 0 1,0-1-1,0 1 0,-1-1 0,1 0 1,-1-1-1,0 1 0,0-1 1,0 0-1,0-1 0,-1 1 0,1-1 1,-1 0-1,0 0 0,-1 0 1,1 0-1,-1-1 0,0 1 1,-1-1-1,1 0 0,-1 0 0,0 0 1,0 0-1,-1 0 0,0 0 1,0-1-1,0-11 0,-1-70 711,1 112-775,-2-16 45,3 257 361,-5 290-64,-8-452-166,9-95-89,1 0-1,-1 0 1,0 0-1,-1 0 1,0-1-1,0 1 1,-1-1-1,0 0 0,0 0 1,-8 10-1,11-16 24,0 0 0,0 0 1,0 0-1,0 0 0,0 0 0,-1 0 0,1 0 0,0-1 0,-1 1 0,1 0 0,0-1 0,-1 1 0,1-1 0,-1 0 0,1 1 0,-1-1 0,1 0 0,-1 0 0,1 0 1,-1 0-1,1 0 0,-1 0 0,-2 0 0,2-1 7,-1-1 0,1 1-1,-1 0 1,1-1 0,-1 1 0,1-1 0,0 0 0,0 1 0,0-1 0,0 0 0,-3-4-1,-1-2 19,0 0 0,1-1 0,0 1 0,1-1 0,0 0 0,-4-12 0,3 3-83,0-2 0,2 1 0,0 0 0,1-1 0,0 1 0,2-1 0,0 0 0,2 1 0,0-1 0,1 1 0,1-1 0,1 1 0,0 1 0,2-1 0,0 1 0,1 0 0,1 0 0,0 1 0,1 0 0,1 1 0,1 0 0,1 1 0,0 0 0,0 1 0,1 0 0,1 1 0,1 1 0,20-13 0,-17 13-469,0 1-1,1 1 1,0 1-1,1 0 1,24-6-1,-28 11-1324,1 0-1,0 2 0,0 0 1,18 0-1,-20 2-2247</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18.704"/>
    </inkml:context>
    <inkml:brush xml:id="br0">
      <inkml:brushProperty name="width" value="0.05" units="cm"/>
      <inkml:brushProperty name="height" value="0.05" units="cm"/>
      <inkml:brushProperty name="color" value="#E71224"/>
    </inkml:brush>
  </inkml:definitions>
  <inkml:trace contextRef="#ctx0" brushRef="#br0">1 5 11637,'0'0'9146,"23"0"-9095,168-4-2282,-190 4 2096,-1 0-1,1 0 0,-1 1 1,1-1-1,-1 0 0,0 0 1,1 1-1,-1-1 0,1 0 1,-1 1-1,0-1 1,1 1-1,-1-1 0,0 1 1,1-1-1,-1 0 0,0 1 1,0-1-1,1 1 0,-1-1 1,0 1-1,0-1 1,0 1-1,0 0 0,0-1 1,1 1-1,-1-1 0,0 1 1,0-1-1,-1 1 0,1-1 1,0 1-1,0-1 0,0 1 1,0-1-1,0 1 1,-1-1-1,1 1 0,0-1 1,0 1-1,-1-1 0,1 1 1,-1 0-1,-14 26-1894,-69 29 3079,60-42 1288,1 2 0,-25 20 0,47-35-2291,1-1 0,-1 0 0,1 0 0,0 0 0,-1 1 0,1-1 0,-1 0 0,1 1 0,0-1 0,-1 0 0,1 1 0,0-1 0,0 0 0,-1 1 0,1-1 1,0 0-1,0 1 0,0-1 0,-1 1 0,1-1 0,0 1 0,0-1 0,0 0 0,0 1 0,0-1 0,0 1 0,0-1 0,0 1 0,0-1 0,0 1 1,0-1-1,0 1 0,0-1 0,0 0 0,1 1 0,-1-1 0,0 1 0,0-1 0,0 0 0,1 1 0,-1-1 0,0 1 0,0-1 0,1 0 0,-1 1 0,0-1 1,1 0-1,-1 0 0,0 1 0,1-1 0,-1 0 0,1 0 0,-1 1 0,0-1 0,1 0 0,-1 0 0,1 0 0,-1 0 0,1 0 0,-1 0 0,1 0 0,-1 1 1,0-1-1,1 0 0,-1-1 0,2 1 0,37 4 191,-33-4-60,100 0-640,-58 0-2788,-27 0-201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19.938"/>
    </inkml:context>
    <inkml:brush xml:id="br0">
      <inkml:brushProperty name="width" value="0.05" units="cm"/>
      <inkml:brushProperty name="height" value="0.05" units="cm"/>
      <inkml:brushProperty name="color" value="#E71224"/>
    </inkml:brush>
  </inkml:definitions>
  <inkml:trace contextRef="#ctx0" brushRef="#br0">1 58 10917,'0'0'8727,"2"-9"-7759,6-30-258,-5 29-38,-2 13-629,0 0-1,0 1 1,0-1-1,0 0 1,0 0-1,-1 1 1,1-1-1,-1 0 1,0 5 0,0-6 14,5 77 242,-4-43-116,2 1 1,2 0-1,13 55 0,-18-90-180,0 0-1,1-1 0,-1 1 0,1 0 0,-1-1 0,1 1 0,0-1 0,0 1 0,-1-1 1,1 1-1,0-1 0,0 1 0,0-1 0,1 0 0,-1 1 0,0-1 0,0 0 0,1 0 1,-1 0-1,1 0 0,-1 0 0,1-1 0,-1 1 0,1 0 0,0-1 0,-1 1 0,1-1 0,0 1 1,-1-1-1,3 1 0,-1-2 4,0 0 0,0 1 0,0-1 1,-1 0-1,1-1 0,0 1 0,0 0 0,-1-1 1,1 1-1,-1-1 0,0 0 0,1 0 0,-1 0 1,0 0-1,0 0 0,3-5 0,4-5 14,-1 0 0,0-1 0,0 0-1,-2-1 1,1 1 0,3-16 0,-6 29-44,3 11-33,5 18-58,-9-23 103,-2-1-1,1 0 0,0 0 1,1 0-1,-1 0 0,1-1 1,0 1-1,0-1 0,0 0 1,1 1-1,-1-1 0,1-1 0,0 1 1,0-1-1,0 1 0,1-1 1,-1 0-1,1-1 0,0 1 1,0-1-1,0 0 0,0 0 1,0 0-1,0-1 0,0 0 0,1 0 1,-1 0-1,0-1 0,9 0 1,-12 0 14,0 0 0,-1-1 1,1 1-1,-1-1 1,1 0-1,-1 1 1,1-1-1,-1 0 0,1 0 1,-1 0-1,1 0 1,-1 0-1,0 0 1,0-1-1,1 1 0,-1 0 1,0 0-1,0-1 1,-1 1-1,1-1 0,0 1 1,0-1-1,-1 1 1,1-1-1,0 0 1,-1 1-1,0-1 0,1 0 1,-1 1-1,0-4 1,4-57 143,-4 54-122,0-8-115,-1-43 654,0 58-653,1-1-1,0 0 0,-1 0 0,1 0 0,-1 0 0,1 0 0,-1 0 0,0 1 0,0-1 0,1 0 0,-1 1 0,-1-1 0,1 0 1,0 1-1,0-1 0,-1 1 0,1 0 0,0-1 0,-1 1 0,0 0 0,1 0 0,-1 0 0,0 0 0,1 0 0,-3 0 1,7 19-8136,12-6 2875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20.297"/>
    </inkml:context>
    <inkml:brush xml:id="br0">
      <inkml:brushProperty name="width" value="0.05" units="cm"/>
      <inkml:brushProperty name="height" value="0.05" units="cm"/>
      <inkml:brushProperty name="color" value="#E71224"/>
    </inkml:brush>
  </inkml:definitions>
  <inkml:trace contextRef="#ctx0" brushRef="#br0">0 1 11781,'0'0'10005,"16"88"-9621,-14-62 160,1 2-239,-1 5-305,-2 4 48,0 3-64,0-3 16,0 2-1041,0-4-240,8-7-1088,2-9-736,9-10-3650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20.797"/>
    </inkml:context>
    <inkml:brush xml:id="br0">
      <inkml:brushProperty name="width" value="0.05" units="cm"/>
      <inkml:brushProperty name="height" value="0.05" units="cm"/>
      <inkml:brushProperty name="color" value="#E71224"/>
    </inkml:brush>
  </inkml:definitions>
  <inkml:trace contextRef="#ctx0" brushRef="#br0">1 105 15927,'0'0'4949,"11"-14"-4727,41-42-12,-51 55-200,1-1-1,-1 1 0,1-1 0,0 1 0,0-1 0,0 1 0,0 0 0,0 0 1,0 0-1,0 0 0,0 1 0,0-1 0,0 0 0,0 1 0,1 0 0,-1-1 1,0 1-1,0 0 0,0 0 0,1 0 0,-1 0 0,0 1 0,0-1 0,1 1 1,-1-1-1,0 1 0,0 0 0,0-1 0,0 1 0,0 0 0,0 1 0,0-1 1,0 0-1,-1 0 0,1 1 0,2 2 0,0 0 20,0 1 1,0 0-1,-1 0 0,0 0 0,0 0 0,0 0 1,-1 1-1,0-1 0,0 1 0,0-1 1,1 8-1,-1-5-8,0 1 0,-1-1 1,-1 1-1,1 0 0,-1 0 1,0 0-1,-1-1 0,0 1 1,-1 0-1,0-1 1,0 1-1,0-1 0,-1 0 1,-1 0-1,1 0 0,-1 0 1,-1 0-1,-7 10 0,39-64 161,2 11-168,5-4-20,-1-1 1,44-73-1,-77 112 185,-6 37 221,-2-14-333,2 0 0,0 1 0,1 0 1,2-1-1,-2 47 0,5-65-134,0 1 0,0 0 0,0-1 0,1 1 0,0-1 0,-1 1 0,2 0 0,-1-1 0,0 0 0,1 1 0,0-1 0,0 0 0,0 0 0,4 4 0,-3-5-259,0 0-1,0-1 1,0 1 0,0-1 0,0 0-1,1 0 1,-1 0 0,1-1-1,0 1 1,-1-1 0,1 0 0,0 0-1,0 0 1,0 0 0,0-1 0,0 1-1,5-1 1,16 0-4287,1 0-3489</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21.188"/>
    </inkml:context>
    <inkml:brush xml:id="br0">
      <inkml:brushProperty name="width" value="0.05" units="cm"/>
      <inkml:brushProperty name="height" value="0.05" units="cm"/>
      <inkml:brushProperty name="color" value="#E71224"/>
    </inkml:brush>
  </inkml:definitions>
  <inkml:trace contextRef="#ctx0" brushRef="#br0">1 1 11461,'0'0'9973,"0"17"-8218,8 57-1144,2 49-984,-10-117 180,-1-1-261,1 0 0,0 0 0,0 1-1,1-1 1,-1 0 0,1 0 0,1 0 0,-1 0 0,0 0-1,1 0 1,4 7 0,4 3-4268</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21.576"/>
    </inkml:context>
    <inkml:brush xml:id="br0">
      <inkml:brushProperty name="width" value="0.05" units="cm"/>
      <inkml:brushProperty name="height" value="0.05" units="cm"/>
      <inkml:brushProperty name="color" value="#E71224"/>
    </inkml:brush>
  </inkml:definitions>
  <inkml:trace contextRef="#ctx0" brushRef="#br0">0 85 15975,'0'0'5715,"21"-4"-5379,18 4-16,5 0-224,-3 0-32,-2 0-32,-5 0-64,-8 0-160,-3 0-608,-10 0-705,-5 0-848</inkml:trace>
  <inkml:trace contextRef="#ctx0" brushRef="#br0" timeOffset="1">151 11 10949,'0'0'10800,"-6"-4"-10096,-13-3-443,9 15 55,9-2-220,-1 1-1,1-1 1,1 1-1,-1 0 0,2 10 1,-1 168-1,0-106-5731,1-69 1687</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22.843"/>
    </inkml:context>
    <inkml:brush xml:id="br0">
      <inkml:brushProperty name="width" value="0.05" units="cm"/>
      <inkml:brushProperty name="height" value="0.05" units="cm"/>
      <inkml:brushProperty name="color" value="#E71224"/>
    </inkml:brush>
  </inkml:definitions>
  <inkml:trace contextRef="#ctx0" brushRef="#br0">1 0 12694,'0'0'8505,"0"73"-7432,0 118-102,0-188-967,0-1 0,0 0 0,0 0 0,0 0 0,0 0 0,1 0 0,-1 0 0,1 0 0,-1 0 0,1 0 0,0 0 0,0 0 0,0 0 0,0 0 1,0-1-1,2 4 0,-2-4 3,0 0 1,1-1 0,-1 1-1,0 0 1,0-1 0,0 1-1,0-1 1,1 1 0,-1-1-1,0 0 1,0 0 0,1 1-1,-1-1 1,0 0-1,1 0 1,-1 0 0,0 0-1,1 0 1,1-1 0,3-1 13,-1 0 0,0 0 1,0 0-1,0 0 0,0-1 0,0 0 1,-1 0-1,1 0 0,-1-1 1,7-7-1,-10 10-16,17-16 87,-2-2 1,-1 0 0,20-31 0,-36 54-91,1-1 1,-1 1-1,1-1 0,0 1 0,0-1 1,0 1-1,0-1 0,1 1 0,-1-1 1,1 0-1,0 1 0,0-1 0,0 0 1,1 1-1,2 3 0,0 4-3,1-2 0,0 1 1,1 0-1,8 9 0,-10-15-22,0 0 0,0 0 0,1 0 0,-1-1 0,1 1 0,0-1 0,0 0 0,0-1 0,0 1 0,0-1 0,1 0 0,-1 0 1,1-1-1,0 0 0,-1 0 0,1 0 0,0 0 0,0-1 0,-1 0 0,9-1 0,-10 0 10,0 1-1,-1-1 1,1 0 0,0 0 0,-1 0 0,1-1-1,-1 1 1,0-1 0,1 0 0,-1 0 0,0 0 0,0 0-1,0 0 1,-1-1 0,1 0 0,0 1 0,-1-1-1,0 0 1,1 0 0,-1 0 0,-1-1 0,1 1-1,0 0 1,-1-1 0,1 1 0,-1-1 0,0 1-1,0-1 1,-1 0 0,1 1 0,-1-8 0,1-2 132,-1 1 0,0-1 0,-1 1 1,-1-1-1,0 1 0,-4-15 1,5 23-107,-1-1 0,0 1 1,0-1-1,0 1 0,0 0 1,-1-1-1,0 1 0,0 0 1,0 1-1,0-1 0,-1 1 1,1-1-1,-1 1 0,0 0 1,0 0-1,0 1 0,0-1 1,0 1-1,-6-3 0,-1 3-11,10 3-145,1-1 0,-1 0 0,1 0 0,-1 0 0,1 0-1,-1 0 1,1 0 0,0 1 0,-1-1 0,1 0 0,-1 0 0,1 1 0,0-1 0,-1 0 0,1 0-1,0 1 1,-1-1 0,1 0 0,0 1 0,-1-1 0,1 1 0,0-1 0,0 0 0,0 1 0,-1-1-1,1 1 1,0-1 0,0 1 0,0-1 0,0 0 0,0 1 0,0-1 0,0 1 0,0-1 0,0 1 0,0-1-1,0 1 1,0-1 0,0 1 0,0-1 0,0 0 0,0 1 0,1-1 0,-1 1 0,0-1 0,0 1-1,1 0 1,8 13-3720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23.173"/>
    </inkml:context>
    <inkml:brush xml:id="br0">
      <inkml:brushProperty name="width" value="0.05" units="cm"/>
      <inkml:brushProperty name="height" value="0.05" units="cm"/>
      <inkml:brushProperty name="color" value="#E71224"/>
    </inkml:brush>
  </inkml:definitions>
  <inkml:trace contextRef="#ctx0" brushRef="#br0">1 0 10613,'0'0'7462,"19"17"-7017,57 52-98,-74-66-309,0-1 0,1 1-1,-1 0 1,0 0 0,-1 0 0,1 0-1,-1 0 1,1 0 0,-1 0 0,0 1-1,0-1 1,0 0 0,0 1 0,-1-1-1,0 1 1,1-1 0,-1 1-1,0-1 1,-1 1 0,1-1 0,-1 1-1,1-1 1,-1 0 0,0 1 0,0-1-1,-1 0 1,-1 4 0,-6 9 386,-1-1 0,-1 1 0,-1-2 1,0 0-1,-1 0 0,-24 20 0,81-31 931,-19-4-1300,-1-2 0,1 0-1,-1-1 1,43-14-1,4-5-4905,-51 16 2053,7-2-4854</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24.015"/>
    </inkml:context>
    <inkml:brush xml:id="br0">
      <inkml:brushProperty name="width" value="0.05" units="cm"/>
      <inkml:brushProperty name="height" value="0.05" units="cm"/>
      <inkml:brushProperty name="color" value="#E71224"/>
    </inkml:brush>
  </inkml:definitions>
  <inkml:trace contextRef="#ctx0" brushRef="#br0">1 137 12134,'0'0'6912,"19"-16"-6304,64-49-138,-80 62-444,0 1 1,0 0 0,0 0-1,0 0 1,0 0 0,1 1-1,-1-1 1,0 1-1,1 0 1,-1 0 0,1 0-1,0 0 1,-1 1 0,1-1-1,0 1 1,-1 0-1,1 0 1,0 0 0,0 1-1,-1 0 1,1-1-1,-1 1 1,1 0 0,-1 1-1,1-1 1,-1 0 0,0 1-1,1 0 1,-1 0-1,0 0 1,0 0 0,0 1-1,-1-1 1,1 1 0,0-1-1,-1 1 1,0 0-1,0 0 1,0 0 0,0 0-1,0 1 1,0-1-1,1 7 1,1-2-12,-1 1 0,-1-1 0,1 1 0,-1 0 1,-1 0-1,0 0 0,0 0 0,-1 0 0,0 0 0,0 0 0,-1 0 0,0 0 0,-1 0 0,0 0 0,0 0 0,-1-1 1,0 1-1,-1-1 0,1 0 0,-2 1 0,1-2 0,-1 1 0,0-1 0,-1 1 0,-7 6 0,6-9-17,6-4 58,1-5-40,1 0 1,0-1-1,0 1 1,0 0-1,1 0 1,-1 0-1,1 0 1,0 0 0,0 0-1,0 1 1,1-1-1,-1 1 1,5-5-1,47-45-78,-29 30 93,-3 1-22,-7 8-3,0 0-1,-1-1 1,-1-1-1,0 0 1,-1-1-1,-1 0 1,10-21-1,-20 38 5,-1-1 0,1 0 0,-1 0 0,1 0 0,-1 0 0,0 0 0,1 0 0,-1-1 0,0 1 0,0 0 0,0 0 0,0 0 0,0 0 0,0 0 0,0 0 0,0 0 0,0 0 0,0 0 0,-1-2 0,0 3 11,1 0 0,-1-1 0,1 1 0,-1 0 0,1 0 0,-1 0 0,1 0 0,-1 0 0,1 0 0,-1 0 0,0 0 0,1 0 0,-1 0 0,1 0 0,-1 0 0,1 0 0,-1 0 0,1 1 0,-1-1 0,1 0 0,-1 0 0,1 1 0,-1-1 0,1 0 1,-1 1-1,-4 2 46,1 0 1,0 0-1,0 0 1,0 1-1,0-1 1,-5 7-1,3 1-27,0 1 0,0-1 0,2 1-1,-1 0 1,1 1 0,1-1 0,1 0 0,-1 1-1,1 14 1,-1 19 128,5 52-1,-1-92-166,-1-2-199,0 0 1,1 0-1,0 0 0,0 0 0,0 1 1,0-2-1,1 1 0,-1 0 1,1 0-1,0 0 0,0-1 1,0 1-1,1-1 0,5 6 0,-4-5-354,0 0 0,1 0 0,0-1 0,-1 0 0,1 0 0,1 0 0,-1-1 0,0 1 0,1-1 0,-1-1 0,1 1 0,-1-1 0,1 0 0,0 0 0,-1 0 0,7-1 0,11 0-8292</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24.343"/>
    </inkml:context>
    <inkml:brush xml:id="br0">
      <inkml:brushProperty name="width" value="0.05" units="cm"/>
      <inkml:brushProperty name="height" value="0.05" units="cm"/>
      <inkml:brushProperty name="color" value="#E71224"/>
    </inkml:brush>
  </inkml:definitions>
  <inkml:trace contextRef="#ctx0" brushRef="#br0">1 5 12358,'0'0'11818,"0"-5"-10746,0 8-871,-1 69 584,4 115-1653,-3-186 712,0 0-1,0 0 0,0-1 0,0 1 1,0 0-1,0 0 0,0-1 1,1 1-1,-1 0 0,0-1 0,0 1 1,1 0-1,-1-1 0,0 1 1,1 0-1,-1-1 0,1 1 0,-1-1 1,0 1-1,1 0 0,-1-1 1,1 1-1,0-1 0,-1 0 0,1 1 1,-1-1-1,1 1 0,0-1 1,-1 0-1,1 1 0,0-1 0,-1 0 1,1 0-1,0 0 0,0 0 1,-1 1-1,1-1 0,0 0 0,0 0 1,-1 0-1,1-1 0,0 1 1,-1 0-1,1 0 0,0 0 0,0 0 1,-1-1-1,1 1 0,0 0 1,-1-1-1,1 1 0,0 0 0,0-1 1,16-11-4550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24.671"/>
    </inkml:context>
    <inkml:brush xml:id="br0">
      <inkml:brushProperty name="width" value="0.05" units="cm"/>
      <inkml:brushProperty name="height" value="0.05" units="cm"/>
      <inkml:brushProperty name="color" value="#E71224"/>
    </inkml:brush>
  </inkml:definitions>
  <inkml:trace contextRef="#ctx0" brushRef="#br0">1 99 12550,'0'0'6299,"22"-17"-5432,69-49-115,-89 64-686,1 0 0,-1 0 0,1 1 0,-1 0 0,1-1-1,0 1 1,-1 0 0,1 0 0,0 0 0,0 1 0,6-1 0,-9 1-53,1 0 0,0 0 1,0 0-1,0 0 0,-1 0 1,1 1-1,0-1 0,0 0 0,-1 1 1,1-1-1,0 0 0,-1 1 1,1-1-1,0 1 0,-1-1 0,1 1 1,0 0-1,-1-1 0,1 1 1,-1 0-1,0-1 0,1 1 0,-1 0 1,1-1-1,-1 1 0,1 1 1,0 3-1,0 1 0,0 0 0,-1-1 1,0 1-1,0 0 0,0 0 1,-2 9-1,1-3 28,0-5-38,0 0 1,0 0 0,-1 0 0,0 0 0,0 0 0,-1-1 0,0 1-1,0-1 1,0 0 0,-1 0 0,0 0 0,0 0 0,0-1 0,-9 8-1,7-5 66,0-1 0,0 1 0,1 0 0,-1 0-1,2 0 1,-1 1 0,-5 15 0,10-23-47,0 0 0,0-1 0,0 1 0,0 0 0,0 0 0,0 0 0,0 0 0,0 0 0,0 0 1,1 0-1,-1-1 0,0 1 0,0 0 0,1 0 0,-1 0 0,1-1 0,-1 1 0,1 0 0,-1 0 0,1-1 0,-1 1 0,1 0 0,0-1 0,-1 1 0,1 0 0,0-1 1,-1 1-1,1-1 0,0 0 0,0 1 0,0-1 0,-1 1 0,1-1 0,0 0 0,0 0 0,0 0 0,0 1 0,0-1 0,0 0 0,-1 0 0,2 0 0,47 1 96,-38-1-47,107 0 54,-68 0-3481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25.390"/>
    </inkml:context>
    <inkml:brush xml:id="br0">
      <inkml:brushProperty name="width" value="0.05" units="cm"/>
      <inkml:brushProperty name="height" value="0.05" units="cm"/>
      <inkml:brushProperty name="color" value="#E71224"/>
    </inkml:brush>
  </inkml:definitions>
  <inkml:trace contextRef="#ctx0" brushRef="#br0">1 45 15047,'0'0'5658,"15"-3"-4911,349-38 1334,-352 40-1184</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25.765"/>
    </inkml:context>
    <inkml:brush xml:id="br0">
      <inkml:brushProperty name="width" value="0.05" units="cm"/>
      <inkml:brushProperty name="height" value="0.05" units="cm"/>
      <inkml:brushProperty name="color" value="#E71224"/>
    </inkml:brush>
  </inkml:definitions>
  <inkml:trace contextRef="#ctx0" brushRef="#br0">37 30 9668,'0'0'11158,"-6"-5"-9982,-14-15-261,14 15-469,6 9-372,-1 0-1,0 0 1,1 0 0,0 1 0,0-1 0,0 0 0,2 8 0,-2 0 108,-2 64 465,0-43-688,1 0 0,2 0 0,9 60 0,-10-91-263,0 1 0,1-1 1,-1 1-1,1-1 0,-1 0 0,1 1 0,0-1 0,0 0 0,0 0 0,0 0 0,1 1 1,-1-1-1,1 0 0,-1-1 0,1 1 0,0 0 0,-1 0 0,1-1 0,0 1 0,0-1 0,3 2 1,12 1-4441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26.468"/>
    </inkml:context>
    <inkml:brush xml:id="br0">
      <inkml:brushProperty name="width" value="0.05" units="cm"/>
      <inkml:brushProperty name="height" value="0.05" units="cm"/>
      <inkml:brushProperty name="color" value="#E71224"/>
    </inkml:brush>
  </inkml:definitions>
  <inkml:trace contextRef="#ctx0" brushRef="#br0">6 48 14407,'0'0'7488,"0"-10"-7061,0-24-278,0 31-118,0 5-6,0 25 5,-2 26 21,0-35-18,1-1 0,1 1 1,1 0-1,0-1 0,6 29 1,-7-44-32,1 0 1,-1 0-1,1 0 1,0 0-1,-1 0 1,1 0-1,0 0 1,0 0-1,0-1 1,0 1-1,1 0 1,-1-1-1,0 1 1,1-1-1,-1 0 1,1 1-1,-1-1 1,1 0-1,0 0 1,0 0-1,-1 0 1,1 0-1,0 0 1,0 0-1,0-1 1,0 1-1,0-1 1,0 1-1,0-1 1,0 0-1,0 0 1,0 0-1,0 0 1,0 0-1,0 0 1,0-1-1,4 0 1,0-1 6,-1 0 1,1-1 0,0 1-1,-1-1 1,0-1 0,1 1-1,-1-1 1,-1 1 0,1-1-1,0-1 1,3-4 0,1-1 15,-1 0 0,0-1 1,0 0-1,-2 0 0,8-15 1,-15 31-37,0-1 1,1 1 0,0-1 0,0 0 0,0 1 0,1-1-1,-1 1 1,1-1 0,0 0 0,1 1 0,-1-1 0,1 0-1,-1 0 1,1 0 0,0 0 0,1 0 0,2 3 0,3 5 14,0 0 0,0-1 0,2 0 0,13 13 0,-20-21-30,1 0 0,-1 0 1,1 0-1,0-1 0,0 1 1,0-1-1,0 0 0,0 0 1,1-1-1,-1 1 0,0-1 1,1 0-1,-1 0 0,1 0 0,0-1 1,-1 0-1,1 0 0,-1 0 1,1 0-1,0-1 0,4 0 1,-6-1 27,1 1 1,-1 0-1,0-1 1,0 0-1,0 1 1,0-1 0,0 0-1,0-1 1,0 1-1,0-1 1,-1 1-1,1-1 1,-1 0-1,0 0 1,0 1 0,0-2-1,0 1 1,-1 0-1,1 0 1,-1-1-1,0 1 1,0 0-1,0-1 1,0 1 0,0-1-1,-1-6 1,2-3 142,-1-1 1,-1 1-1,-1-1 1,-2-19-1,2 27-129,-1 1 0,1-1-1,-1 1 1,0 0 0,0 0-1,-1 0 1,1 0 0,-1 0-1,-1 0 1,1 1 0,0-1-1,-1 1 1,-5-5 0,8 8 350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26.827"/>
    </inkml:context>
    <inkml:brush xml:id="br0">
      <inkml:brushProperty name="width" value="0.05" units="cm"/>
      <inkml:brushProperty name="height" value="0.05" units="cm"/>
      <inkml:brushProperty name="color" value="#E71224"/>
    </inkml:brush>
  </inkml:definitions>
  <inkml:trace contextRef="#ctx0" brushRef="#br0">13 1 9604,'0'0'7084,"18"5"-6826,53 22-183,-69-25-73,0-1 1,-1 1-1,1-1 1,-1 1-1,1-1 0,-1 1 1,1 0-1,-1 0 0,0 0 1,0 0-1,0 0 0,0 0 1,0 0-1,0 0 1,-1 1-1,1-1 0,-1 0 1,1 0-1,-1 1 0,0-1 1,0 0-1,0 0 0,0 1 1,0-1-1,-1 0 1,1 0-1,-2 5 0,1 4 60,-5 37 492,4-41-486,1 1 0,0-1 1,1 1-1,-1-1 1,2 12-1,-1-16-66,1-1 0,0 1 0,0 0 0,0-1 0,0 1 0,0-1 0,0 1 0,1-1 0,-1 0 0,1 0 0,-1 1 0,1-1 0,0 0 0,0 0 0,0-1-1,0 1 1,0 0 0,1-1 0,2 3 0,13 6 122,29 20-273,-45-28 228,0 0 0,0 0 1,0-1-1,0 1 0,-1 1 0,1-1 1,-1 0-1,0 0 0,1 0 1,-1 1-1,0-1 0,0 1 0,0-1 1,-1 1-1,1-1 0,-1 1 0,1 0 1,-1 2-1,0-4-48,-1 0 1,1 0-1,0 0 0,-1 0 1,1 0-1,-1 0 0,0 0 1,1 0-1,-1 0 1,0-1-1,1 1 0,-1 0 1,0 0-1,0-1 0,0 1 1,0 0-1,0-1 0,0 1 1,0-1-1,0 1 1,0-1-1,0 0 0,0 1 1,0-1-1,-1 0 0,-34 9 272,28-8-218,-24 3-275,-1 0-1,-50-3 1,65-1-792,31-12-7192</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28.093"/>
    </inkml:context>
    <inkml:brush xml:id="br0">
      <inkml:brushProperty name="width" value="0.05" units="cm"/>
      <inkml:brushProperty name="height" value="0.05" units="cm"/>
      <inkml:brushProperty name="color" value="#E71224"/>
    </inkml:brush>
  </inkml:definitions>
  <inkml:trace contextRef="#ctx0" brushRef="#br0">1 114 9652,'0'0'7535,"13"-11"-6703,43-32-109,-55 41-689,0 1-1,1 0 1,-1 0 0,0 0-1,0 0 1,1 0 0,-1 1-1,1-1 1,-1 0 0,1 1-1,-1-1 1,1 1 0,-1-1-1,1 1 1,-1 0-1,1 0 1,-1 0 0,1-1-1,0 1 1,-1 1 0,1-1-1,-1 0 1,1 0 0,-1 1-1,1-1 1,0 1 0,-1-1-1,0 1 1,1-1 0,-1 1-1,1 0 1,-1 0 0,0 0-1,1 0 1,-1 0 0,0 0-1,0 0 1,0 0 0,0 1-1,0-1 1,0 0 0,0 1-1,0-1 1,-1 0 0,1 1-1,-1-1 1,1 1 0,-1-1-1,1 1 1,0 2 0,1 7 96,1 0 1,-1 1-1,-1-1 1,0 20-1,-1-17-36,-2 43 136,1-53-223,1-1 1,-1 1-1,0-1 0,0 0 1,0 1-1,-1-1 0,1 0 1,-1 0-1,1 0 0,-1 0 1,0 0-1,0 0 1,-4 4-1,3-6 102,6-11 17,73-85-21,-51 66-79,-1-1 0,38-64 1,-55 75 204,-16 20 336,-18 27-333,20-14-233,1 0 0,1 0 0,0 1 0,1 0 0,0 0 0,1 0 0,1 0 0,1 0 0,0 0 0,1 0 0,0 1 0,5 27 1,-4-39-152,0 0 1,1 0-1,-1 0 1,1 0-1,0-1 1,0 1-1,0 0 1,0-1-1,1 0 1,-1 1-1,1-1 1,0 0-1,0 0 1,0-1-1,0 1 1,1-1-1,-1 1 1,1-1-1,-1 0 1,1-1-1,0 1 1,0 0-1,0-1 1,7 2-1,6 1-1251,0-1 0,0-1 0,1 0-1,24-1 1,-21-1-6776</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28.466"/>
    </inkml:context>
    <inkml:brush xml:id="br0">
      <inkml:brushProperty name="width" value="0.05" units="cm"/>
      <inkml:brushProperty name="height" value="0.05" units="cm"/>
      <inkml:brushProperty name="color" value="#E71224"/>
    </inkml:brush>
  </inkml:definitions>
  <inkml:trace contextRef="#ctx0" brushRef="#br0">1 1 11845,'0'0'10346,"0"3"-9879,0 186 1103,0-106-10338</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28.905"/>
    </inkml:context>
    <inkml:brush xml:id="br0">
      <inkml:brushProperty name="width" value="0.05" units="cm"/>
      <inkml:brushProperty name="height" value="0.05" units="cm"/>
      <inkml:brushProperty name="color" value="#E71224"/>
    </inkml:brush>
  </inkml:definitions>
  <inkml:trace contextRef="#ctx0" brushRef="#br0">39 51 12470,'0'0'7392,"18"-9"-6855,59-27-215,-75 35-315,0 1-1,-1-1 0,1 0 0,0 1 0,-1-1 0,1 1 1,0-1-1,-1 1 0,1 0 0,0 0 0,0 0 1,0 0-1,-1 0 0,1 0 0,2 1 0,-3 0-2,0-1 0,-1 1 1,1-1-1,0 1 0,0-1 0,-1 1 0,1-1 0,0 1 0,-1 0 0,1-1 1,-1 1-1,1 0 0,-1 0 0,1-1 0,-1 1 0,1 0 0,-1 0 0,0 0 1,1 0-1,-1 1 0,1 3 11,-1 1 0,1 0 0,-2-1 0,1 1 0,0-1 0,-3 10 0,2-7-9,-1-2-5,1 0 0,-1 0 1,0-1-1,-1 1 0,-5 9 1,5-9 0,0 0 1,0 0-1,0 1 1,1-1 0,-3 12-1,5-17-2,0 1 1,0 0-1,0-1 0,0 1 1,0 0-1,0-1 0,1 1 0,-1-1 1,0 1-1,1 0 0,-1-1 1,1 1-1,0-1 0,0 1 1,-1-1-1,1 0 0,0 1 0,0-1 1,0 0-1,0 0 0,0 1 1,1-1-1,-1 0 0,0 0 0,1 0 1,-1 0-1,0-1 0,3 2 1,-2-1 0,40 28-24,-40-27 22,0 0 0,0 0 1,-1 1-1,1-1 0,-1 1 0,0-1 1,0 1-1,0-1 0,0 1 0,0-1 1,0 1-1,-1 0 0,1 0 0,-1-1 0,0 1 1,0 4-1,0-6 2,-1 1 0,1-1 1,-1 0-1,1 1 0,-1-1 0,0 0 0,0 0 1,1 1-1,-1-1 0,0 0 0,0 0 1,0 0-1,0 0 0,0 0 0,-1 0 0,1 0 1,0-1-1,0 1 0,-1 0 0,1-1 0,0 1 1,-1-1-1,1 1 0,-1-1 0,-1 1 1,-44 8 82,44-8-77,-41 3 90,-53-1 0,96-3-430,12-1-3960,12-5-984</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29.983"/>
    </inkml:context>
    <inkml:brush xml:id="br0">
      <inkml:brushProperty name="width" value="0.05" units="cm"/>
      <inkml:brushProperty name="height" value="0.05" units="cm"/>
      <inkml:brushProperty name="color" value="#E71224"/>
    </inkml:brush>
  </inkml:definitions>
  <inkml:trace contextRef="#ctx0" brushRef="#br0">53 23 4674,'0'0'12643,"-9"0"-11493,-25 0-187,25 0 819,12 0-1269,29 0 195,30 1-221,-1-3 1,81-12 0,-97 8 471,-25 5-6198,-9 0-2142</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30.327"/>
    </inkml:context>
    <inkml:brush xml:id="br0">
      <inkml:brushProperty name="width" value="0.05" units="cm"/>
      <inkml:brushProperty name="height" value="0.05" units="cm"/>
      <inkml:brushProperty name="color" value="#E71224"/>
    </inkml:brush>
  </inkml:definitions>
  <inkml:trace contextRef="#ctx0" brushRef="#br0">29 5 11381,'0'0'9405,"-3"-2"-8731,3 1-665,-1 1-1,1 0 0,0 0 0,0 0 0,-1-1 1,1 1-1,0 0 0,-1 0 0,1 0 0,0 0 1,0 0-1,-1 0 0,1-1 0,0 1 0,-1 0 1,1 0-1,0 0 0,-1 0 0,1 0 0,0 0 0,-1 1 1,1-1-1,0 0 0,-1 0 0,1 0 0,0 0 1,-1 0-1,1 0 0,0 0 0,0 1 0,-1-1 1,1 0-1,0 0 0,0 0 0,-1 1 0,1-1 0,0 0 1,0 0-1,-1 1 0,1-1 0,0 0 0,0 1 1,0-1-1,0 0 0,0 0 0,-1 1 0,1-1 1,0 0-1,0 1 0,0-1 0,0 0 0,0 1 1,0-1-1,0 1 0,-6 36 691,4 62 492,3-80-1109,-7 133-2969,6-152 2735,0 1 1,0 0-1,0-1 0,0 1 0,0-1 0,0 1 1,0-1-1,0 1 0,0-1 0,0 1 0,0-1 1,1 1-1,-1-1 0,0 1 0,0-1 0,0 1 1,1-1-1,-1 1 0,0-1 0,1 0 0,-1 1 0,0-1 1,1 1-1,-1-1 0,0 0 0,1 1 0,-1-1 1,1 0-1,-1 1 0,1-1 0,-1 0 0,1 0 1,-1 0-1,1 1 0,-1-1 0,1 0 0,-1 0 1,1 0-1,-1 0 0,2 0 0,17 3-6968</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30.655"/>
    </inkml:context>
    <inkml:brush xml:id="br0">
      <inkml:brushProperty name="width" value="0.05" units="cm"/>
      <inkml:brushProperty name="height" value="0.05" units="cm"/>
      <inkml:brushProperty name="color" value="#E71224"/>
    </inkml:brush>
  </inkml:definitions>
  <inkml:trace contextRef="#ctx0" brushRef="#br0">1 3 11701,'0'0'7892,"12"-2"-7892,-6 2-160,4 0-993,6 0-864,2 0-3457</inkml:trace>
  <inkml:trace contextRef="#ctx0" brushRef="#br0" timeOffset="1">309 1 11253,'0'0'6707,"13"2"-6707,-5 0-240,5 1-992,-1-1-2562,7-2-3073</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31.046"/>
    </inkml:context>
    <inkml:brush xml:id="br0">
      <inkml:brushProperty name="width" value="0.05" units="cm"/>
      <inkml:brushProperty name="height" value="0.05" units="cm"/>
      <inkml:brushProperty name="color" value="#E71224"/>
    </inkml:brush>
  </inkml:definitions>
  <inkml:trace contextRef="#ctx0" brushRef="#br0">0 0 9380,'0'3'13623,"0"-1"-13896,3 5-1039,2-5-2066,6 3-2673</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31.420"/>
    </inkml:context>
    <inkml:brush xml:id="br0">
      <inkml:brushProperty name="width" value="0.05" units="cm"/>
      <inkml:brushProperty name="height" value="0.05" units="cm"/>
      <inkml:brushProperty name="color" value="#E71224"/>
    </inkml:brush>
  </inkml:definitions>
  <inkml:trace contextRef="#ctx0" brushRef="#br0">38 14 12806,'0'0'8316,"-8"-2"-7873,0 0-420,-14-4 451,23 3-130,16 2-9,87 3 545,1-1-4905</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31.824"/>
    </inkml:context>
    <inkml:brush xml:id="br0">
      <inkml:brushProperty name="width" value="0.05" units="cm"/>
      <inkml:brushProperty name="height" value="0.05" units="cm"/>
      <inkml:brushProperty name="color" value="#E71224"/>
    </inkml:brush>
  </inkml:definitions>
  <inkml:trace contextRef="#ctx0" brushRef="#br0">35 19 4210,'0'0'15986,"-4"-3"-14940,-13-11-483,17 14-558,0 0 1,0 0-1,-1-1 1,1 1-1,0 0 1,0 0-1,0 0 1,0 0 0,-1 0-1,1 0 1,0 0-1,0 0 1,0 0-1,0 0 1,-1 0-1,1 0 1,0-1-1,0 1 1,0 0-1,0 0 1,-1 0 0,1 1-1,0-1 1,0 0-1,0 0 1,-1 0-1,1 0 1,0 0-1,0 0 1,0 0-1,0 0 1,-1 0-1,1 0 1,0 0 0,0 0-1,0 1 1,0-1-1,0 0 1,0 0-1,-1 0 1,1 0-1,0 0 1,0 1-1,0-1 1,0 0 0,0 0-1,0 0 1,0 0-1,0 1 1,0-1-1,0 0 1,0 0-1,0 0 1,0 0-1,0 1 1,0-1-1,0 0 1,0 0 0,0 0-1,0 0 1,0 1-1,0-1 1,0 0-1,0 0 1,0 0-1,0 1 1,0 0 39,-4 43 300,1-1 1,5 67 0,0-23-2992,-2-86 2526,0-1-108,0 1 1,0 0-1,0 0 1,0 0-1,0-1 1,0 1-1,0 0 0,0 0 1,0 0-1,1 0 1,-1-1-1,0 1 1,0 0-1,1 0 1,-1-1-1,0 1 0,1 0 1,-1-1-1,1 1 1,-1 0-1,1-1 1,-1 1-1,1 0 1,0-1-1,-1 1 0,2 0 1,10 4-7846</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32.593"/>
    </inkml:context>
    <inkml:brush xml:id="br0">
      <inkml:brushProperty name="width" value="0.05" units="cm"/>
      <inkml:brushProperty name="height" value="0.05" units="cm"/>
      <inkml:brushProperty name="color" value="#E71224"/>
    </inkml:brush>
  </inkml:definitions>
  <inkml:trace contextRef="#ctx0" brushRef="#br0">16 48 7587,'0'0'12772,"0"-9"-12028,0-19-445,0 17-140,0 26-41,-15 246 520,18-261-635,0 1 1,1 0-1,-1-1 0,0 1 1,1-1-1,-1 0 1,0 0-1,1-1 0,-1 1 1,0-1-1,1 1 0,-1-1 1,0 0-1,5-2 1,1-6-7,0 1 1,-1-1-1,0-1 1,0 1 0,-1-1-1,0-1 1,-1 1 0,7-16-1,-12 36-14,0-1-1,1 1 1,0 0-1,1 0 1,0 0-1,7 14 1,-8-20 18,0-1 1,1 1-1,0 0 1,0-1 0,0 0-1,1 1 1,-1-1-1,1-1 1,-1 1 0,1 0-1,0-1 1,0 0-1,0 0 1,1 0 0,-1 0-1,0-1 1,1 0-1,-1 1 1,1-2 0,-1 1-1,7 0 1,-7 0 0,0-1 0,1 0 0,-1 0 0,0 0 0,1 0 0,-1-1 0,1 1 0,-1-1 0,0 0 0,0-1 0,0 1 1,0-1-1,0 0 0,0 0 0,0 0 0,0 0 0,-1-1 0,1 1 0,-1-1 0,1 0 0,-1 0 0,4-5 0,-4 1 50,1 0-1,-1 0 1,0-1 0,-1 1-1,0-1 1,0 0-1,-1 0 1,1 1 0,-2-1-1,1 0 1,-1 0-1,0 0 1,-3-12 0,3 14-11,-1-1 1,-1 1 0,1 0 0,-1-1-1,0 1 1,0 0 0,-1 0 0,0 0 0,0 0-1,0 1 1,-1-1 0,0 1 0,0 0 0,0 0-1,-1 0 1,-8-7 0,12 11-121,1 1 1,-1-1-1,1 1 0,-1-1 1,0 1-1,1-1 1,-1 1-1,0-1 0,1 1 1,-1-1-1,0 1 0,1 0 1,-1-1-1,0 1 1,0 0-1,1 0 0,-1 0 1,0 0-1,0 0 1,0-1-1,1 1 0,-1 0 1,0 1-1,0-1 0,0 0 1,1 0-1,-1 0 1,0 0-1,0 1 0,1-1 1,-1 0-1,0 1 0,0-1 1,1 1-1,-1-1 1,0 0-1,1 1 0,-1 0 1,0 0-1,0 1-258,1 0 0,-1-1 1,1 1-1,-1 0 0,1 0 0,0 0 0,0 0 0,0 0 0,0 0 0,0 0 1,0 0-1,1 0 0,-1 0 0,0 0 0,2 2 0,9 17-5311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33.371"/>
    </inkml:context>
    <inkml:brush xml:id="br0">
      <inkml:brushProperty name="width" value="0.05" units="cm"/>
      <inkml:brushProperty name="height" value="0.05" units="cm"/>
      <inkml:brushProperty name="color" value="#E71224"/>
    </inkml:brush>
  </inkml:definitions>
  <inkml:trace contextRef="#ctx0" brushRef="#br0">19 56 9748,'0'0'9303,"-18"-9"-7107,18 7-2164,1 0-1,-1 0 0,1 0 1,0-1-1,0 1 1,0 1-1,0-1 1,0 0-1,0 0 1,0 0-1,1 0 1,-1 1-1,0-1 1,1 1-1,0-1 0,-1 1 1,1 0-1,0-1 1,0 1-1,0 0 1,0 0-1,0 0 1,0 1-1,0-1 1,4-1-1,-3 1-22,1 0 0,-1 0 0,1 0 0,0 1 0,-1-1 1,1 1-1,0 0 0,-1 0 0,1 0 0,0 0 0,-1 1 0,1-1 0,0 1 0,-1 0 0,5 2 0,-6-2 0,0 1 0,-1-1-1,1 1 1,-1 0 0,1 0-1,-1-1 1,0 1 0,0 0-1,0 0 1,0 0 0,0 0 0,0 0-1,0 1 1,-1-1 0,1 0-1,-1 0 1,1 0 0,-1 5-1,0 48 19,-1-37-16,1 12 28,0-18 300,1-30-130,0 13-188,1-1 1,-1 1 0,1 0-1,0 0 1,0 0-1,1 0 1,0 0-1,0 0 1,0 0-1,0 1 1,1 0-1,7-7 1,51-44 87,-61 55-103,-1 0-1,0-1 0,0 1 0,1 0 0,-1 0 1,1-1-1,-1 1 0,0 0 0,1 0 1,-1 0-1,0 0 0,1 0 0,-1 0 0,1-1 1,-1 1-1,0 0 0,1 0 0,-1 0 0,1 0 1,-1 0-1,0 1 0,1-1 0,-1 0 1,1 0-1,-1 0 0,0 0 0,1 0 0,-1 0 1,0 1-1,1-1 0,-1 0 0,0 0 1,1 1-1,-1-1 0,0 0 0,1 0 0,-1 1 1,9 19 63,-3 23-46,-2 4 98,-1 0-374,-2-15-2920,8-30-4089,3-2 72</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33.995"/>
    </inkml:context>
    <inkml:brush xml:id="br0">
      <inkml:brushProperty name="width" value="0.05" units="cm"/>
      <inkml:brushProperty name="height" value="0.05" units="cm"/>
      <inkml:brushProperty name="color" value="#E71224"/>
    </inkml:brush>
  </inkml:definitions>
  <inkml:trace contextRef="#ctx0" brushRef="#br0">0 57 14599,'0'0'5554,"23"-10"-4970,70-30-93,-91 39-451,1 0-1,0 0 1,-1 0-1,1 0 1,0 1-1,0-1 0,-1 1 1,1 0-1,0-1 1,0 1-1,0 1 1,-1-1-1,1 0 0,3 1 1,-4 0-24,-1 0 0,1-1 0,-1 1 1,1 0-1,-1 0 0,0 0 0,0 0 0,1 0 1,-1 0-1,0 1 0,0-1 0,0 0 0,0 1 1,0-1-1,0 0 0,-1 1 0,2 2 1,0 3 4,0 0 1,0 0 0,-1 0 0,-1 1-1,1-1 1,-1 0 0,-1 10 0,1-7 17,0 1-43,-1 0 0,0-1 1,-1 1-1,0-1 0,0 1 0,-1-1 1,-1 0-1,1 0 0,-2 0 1,0 0-1,0-1 0,0 0 0,-1 0 1,-9 10-1,22-21-29,0 1 0,-1-1-1,0 0 1,1-1 0,-1 0 0,9-5 0,6-6 175,-2-1 1,0-1 0,30-32 0,-43 41-99,-1 0 1,0 0-1,0 0 1,0 0-1,-1-1 0,0 0 1,-1 0-1,0 0 1,0 0-1,0-1 1,-1 1-1,0-1 1,-1 1-1,1-13 1,-26 28 227,19-2-244,0 1 0,1 0 1,0 0-1,0 1 0,0-1 1,1 1-1,-1-1 0,2 1 1,-1 0-1,1 0 0,0 1 0,0-1 1,0 11-1,-2 16 12,2 55 0,2-64-36,1-22 21,-1 0-1,1 0 1,-1 0-1,1 1 1,0-1-1,0 0 1,0 0-1,0 0 1,1 0-1,-1-1 1,1 1-1,0 0 1,0-1-1,0 1 1,0-1-1,0 1 1,1-1 0,-1 0-1,0 0 1,1 0-1,0 0 1,0-1-1,-1 1 1,1-1-1,0 0 1,0 1-1,0-1 1,0-1-1,0 1 1,4 0-1,49 8-1743,-6-7-7543</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34.339"/>
    </inkml:context>
    <inkml:brush xml:id="br0">
      <inkml:brushProperty name="width" value="0.05" units="cm"/>
      <inkml:brushProperty name="height" value="0.05" units="cm"/>
      <inkml:brushProperty name="color" value="#E71224"/>
    </inkml:brush>
  </inkml:definitions>
  <inkml:trace contextRef="#ctx0" brushRef="#br0">0 7 10565,'0'0'12891,"0"-7"-11282,0 150-546,0-46-3732,24-100-8747,-9-13-579</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35.214"/>
    </inkml:context>
    <inkml:brush xml:id="br0">
      <inkml:brushProperty name="width" value="0.05" units="cm"/>
      <inkml:brushProperty name="height" value="0.05" units="cm"/>
      <inkml:brushProperty name="color" value="#E71224"/>
    </inkml:brush>
  </inkml:definitions>
  <inkml:trace contextRef="#ctx0" brushRef="#br0">23 111 10917,'0'0'5085,"-21"-30"-171,21 27-4872,-1 1-1,1-1 1,0 0-1,0 1 1,0-1-1,0 1 0,0-1 1,0 1-1,1-1 1,-1 0-1,1 1 1,0-1-1,-1 1 1,1 0-1,0-1 0,1 1 1,-1 0-1,0 0 1,1-1-1,-1 1 1,1 0-1,0 0 1,-1 1-1,1-1 1,0 0-1,0 0 0,3-1 1,2 0-27,-1 1 0,1 0 0,-1 0 0,1 0 0,0 1-1,0 0 1,0 0 0,-1 1 0,11 0 0,-16 0-16,1 1 0,0-1 0,-1 1 0,1 0 0,-1-1 0,1 1 0,0 0 0,-1 0 0,0 0-1,1 0 1,-1 0 0,0 0 0,1 1 0,-1-1 0,0 0 0,0 1 0,0-1 0,0 1 0,0-1 0,0 1 0,-1-1 0,1 1 0,0 0 0,-1-1-1,1 1 1,-1 0 0,0-1 0,0 1 0,1 3 0,3 57-23,-4-58 24,1 12 31,3-13 44,10-19 111,-2-2-115,-4 9 9,-1 1 0,1 0 0,1 0 0,0 1 0,0 0 0,0 0 0,0 1 0,1 0 0,18-7 0,-28 13-74,1 0-1,0 0 1,-1 0 0,1 0-1,0 0 1,-1 0-1,1 1 1,0-1-1,-1 0 1,1 0-1,-1 1 1,1-1-1,0 0 1,-1 0-1,1 1 1,-1-1 0,1 1-1,-1-1 1,1 1-1,-1-1 1,1 1-1,-1-1 1,0 1-1,1-1 1,-1 1-1,0-1 1,1 1-1,-1-1 1,0 1 0,0 0-1,0-1 1,1 1-1,-1 0 1,0 0-1,6 31-30,-4-24 40,4 40-15,-1 0-1,-3 69 0,-3-89-37,3-27-472</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36.029"/>
    </inkml:context>
    <inkml:brush xml:id="br0">
      <inkml:brushProperty name="width" value="0.05" units="cm"/>
      <inkml:brushProperty name="height" value="0.05" units="cm"/>
      <inkml:brushProperty name="color" value="#E71224"/>
    </inkml:brush>
  </inkml:definitions>
  <inkml:trace contextRef="#ctx0" brushRef="#br0">3 17 10949,'0'0'6902,"-3"0"-5941,7 0-628,20 0 198,341-13 2593,-328 11-2987,-10 1-3511,-46 0-3399,-1 1 2819</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36.357"/>
    </inkml:context>
    <inkml:brush xml:id="br0">
      <inkml:brushProperty name="width" value="0.05" units="cm"/>
      <inkml:brushProperty name="height" value="0.05" units="cm"/>
      <inkml:brushProperty name="color" value="#E71224"/>
    </inkml:brush>
  </inkml:definitions>
  <inkml:trace contextRef="#ctx0" brushRef="#br0">37 24 10853,'0'0'10365,"-4"-5"-9640,-12-13-271,16 18-437,-1 0-1,1 0 1,-1 1 0,1-1-1,-1 0 1,1 1 0,-1-1-1,1 0 1,0 1 0,-1-1-1,1 1 1,-1-1 0,1 0-1,0 1 1,0-1 0,-1 1 0,1-1-1,0 1 1,0-1 0,-1 1-1,1-1 1,0 1 0,0 0-1,0-1 1,0 1 0,0-1-1,0 1 1,0-1 0,0 1-1,0 0 1,0-1 0,0 1-1,1 0 1,-4 26 384,-3 248-1500,6-273 852,0 0-1,0-1 0,0 1 1,0 0-1,1-1 1,-1 1-1,0 0 1,1-1-1,-1 1 0,1 0 1,0-1-1,0 1 1,-1-1-1,1 1 0,2 1 1,14 6-5703,1-8-5028</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08:36.966"/>
    </inkml:context>
    <inkml:brush xml:id="br0">
      <inkml:brushProperty name="width" value="0.05" units="cm"/>
      <inkml:brushProperty name="height" value="0.05" units="cm"/>
      <inkml:brushProperty name="color" value="#E71224"/>
    </inkml:brush>
  </inkml:definitions>
  <inkml:trace contextRef="#ctx0" brushRef="#br0">120 24 14583,'0'0'8257,"0"-6"-7678,-1-12-407,-2 26-32,-6 47 94,3-17-49,-17 76 1,-54 162 1,77-276-187,0 0 1,0 0-1,0 0 0,0 1 0,0-1 0,0 0 1,0 0-1,0 0 0,0 0 0,-1 0 0,1 1 1,0-1-1,0 0 0,0 0 0,0 0 0,0 1 1,0-1-1,0 0 0,0 0 0,0 0 0,0 0 1,0 1-1,0-1 0,0 0 0,1 0 1,-1 0-1,0 0 0,0 1 0,0-1 0,0 0 1,0 0-1,0 0 0,0 0 0,0 0 0,0 1 1,1-1-1,-1 0 0,0 0 0,0 0 0,0 0 1,0 0-1,0 0 0,1 0 0,-1 0 0,0 1 1,0-1-1,0 0 0,0 0 0,1 0 0,-1 0 1,0 0-1,0 0 0,0 0 0,0 0 0,1 0 1,-1 0-1,17-7 27,31-22 34,-30 17-49,0 2 3,1 0 0,28-11-1,-39 18-18,-1 1-1,1 0 1,-1 0-1,1 1 1,0 0-1,0 1 1,-1-1-1,1 2 1,0-1-1,7 2 1,-11-1-8,-1 0 1,0 0 0,0 0-1,0 0 1,0 0-1,-1 1 1,1-1-1,0 1 1,0 0 0,-1 0-1,1 0 1,-1 0-1,0 1 1,0-1-1,0 1 1,0-1-1,0 1 1,0-1 0,0 1-1,-1 0 1,0 0-1,1 0 1,-1 0-1,1 6 1,1 3-5,-1-1-1,-1 1 1,0 0-1,0 0 1,-2 16 0,1-24 21,-1 0 1,0 0-1,0-1 0,0 1 1,-1 0-1,1-1 1,-1 1-1,0-1 1,0 1-1,0-1 0,0 0 1,-1 0-1,0 0 1,1 0-1,-1 0 1,0-1-1,0 1 0,0-1 1,0 0-1,-1 0 1,1 0-1,-1 0 1,1 0-1,-1-1 0,0 0 1,1 0-1,-1 0 1,-7 1-1,-11 2 59,0 0-1,-1-2 1,-35-1-1,57-1-55,-8 0-5,0 0 1,1 0-1,-1-1 1,0-1-1,1 1 1,-1-1 0,1-1-1,0 0 1,0 0-1,0 0 1,-11-7-1,16 3-1651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20.841"/>
    </inkml:context>
    <inkml:brush xml:id="br0">
      <inkml:brushProperty name="width" value="0.05" units="cm"/>
      <inkml:brushProperty name="height" value="0.05" units="cm"/>
      <inkml:brushProperty name="color" value="#E71224"/>
    </inkml:brush>
  </inkml:definitions>
  <inkml:trace contextRef="#ctx0" brushRef="#br0">9 1 9524,'0'0'8410,"-2"25"-8085,-4 171 494,6 198 0,0-394-818,0 0 0,0 1-1,0-1 1,0 0 0,0 0 0,-1 0-1,1 0 1,0 1 0,0-1-1,0 0 1,0 0 0,0 0 0,0 1-1,0-1 1,0 0 0,0 0 0,0 0-1,1 0 1,-1 1 0,0-1-1,0 0 1,0 0 0,0 0 0,0 0-1,0 1 1,0-1 0,0 0 0,0 0-1,0 0 1,1 0 0,-1 0 0,0 1-1,0-1 1,0 0 0,0 0-1,0 0 1,1 0 0,-1 0 0,0 0-1,0 0 1,0 0 0,0 0 0,1 0-1,-1 0 1,0 1 0,0-1 0,0 0-1,1 0 1,-1 0 0,0 0-1,0 0 1,0-1 0,0 1 0,1 0-1,-1 0 1,0 0 0,0 0 0,1 0-1,11-12 111,10-19 194,-6 6-56,-2 0-1,-1-1 1,-1-1-1,-1 0 1,10-40-1,7 120 193,-24-42-439,5 18 11,2-1 0,1-1 0,0 1 0,3-2 0,0 0 0,26 34 0,-39-58-9,-1 0-1,1 0 1,0 1 0,0-1-1,0-1 1,0 1 0,0 0 0,0 0-1,0-1 1,0 1 0,1-1-1,-1 0 1,1 0 0,-1 1-1,1-2 1,-1 1 0,1 0-1,0 0 1,-1-1 0,1 0 0,0 1-1,0-1 1,-1 0 0,1 0-1,0-1 1,0 1 0,-1-1-1,1 1 1,0-1 0,-1 0 0,1 0-1,-1 0 1,1 0 0,-1 0-1,1-1 1,-1 1 0,0-1-1,0 1 1,0-1 0,0 0 0,0 0-1,0 0 1,0 0 0,0 0-1,1-3 1,5-7 19,0-1-1,0 1 1,-1-1 0,-1-1 0,0 1 0,-1-1-1,4-16 1,-3-4 170,-2 0 0,-1 0 0,-1 0 0,-6-52 0,4 84-165,0 0-1,1 1 10,-1 0 0,0 0 0,0-1 0,0 1 0,0 0 0,0-1 1,0 1-1,0 0 0,0 0 0,0-1 0,-1 1 0,1 0 0,-1 0 0,1-1 0,-1 1 0,1 0 0,-1 0 0,1 0 0,-1 0 1,0 0-1,0 0 0,0 0 0,0 0 0,1 0 0,-1 0 0,0 0 0,-1 0 0,1 1 0,0-1 0,0 0 0,-2 0 0,2 4-44,0-1 0,0 1 0,0-1 0,1 1 0,-1 0 0,1-1-1,-1 1 1,1 0 0,0-1 0,0 1 0,0 0 0,0 0 0,1 2 0,-1 2 8,0-1-9,0-1 0,0 1 0,1 0 0,-1-1 0,1 1 0,0 0 0,1-1 1,-1 0-1,1 1 0,0-1 0,1 0 0,-1 0 0,1 0 0,0 0 0,0 0 0,0-1 0,1 1 0,0-1 1,0 0-1,0 0 0,0-1 0,1 1 0,-1-1 0,1 0 0,8 5 0,-3-2-68,1-1-1,0 0 1,0 0 0,1-1-1,-1-1 1,1 0-1,0 0 1,0-1 0,0-1-1,0 0 1,0-1-1,0 0 1,15-2-1,-23 1 68,1 0-1,-1 0 0,0-1 0,0 1 0,0-1 0,0 0 1,0-1-1,0 1 0,-1 0 0,1-1 0,-1 0 0,0 0 0,1 0 1,-1 0-1,-1-1 0,1 1 0,0-1 0,-1 1 0,0-1 0,0 0 1,0 0-1,0 0 0,0 0 0,-1-1 0,0 1 0,1-7 1,3-11 66,-2 0 0,0 1 0,-1-42 0,-2 60-1,0 0 1,-1 0-1,1 0 0,-1 0 0,1 0 0,-1 0 1,0 0-1,0 1 0,0-1 0,-1 0 1,1 0-1,-1 1 0,-2-4 0,3 5-43,1 0 1,-1 1-1,0-1 0,0 0 1,0 0-1,0 1 0,0-1 0,0 0 1,0 1-1,-1-1 0,1 1 0,0 0 1,0-1-1,0 1 0,0 0 0,-1-1 1,1 1-1,0 0 0,0 0 1,-1 0-1,1 0 0,0 1 0,0-1 1,0 0-1,-1 0 0,1 1 0,0-1 1,0 0-1,0 1 0,0 0 1,0-1-1,0 1 0,0-1 0,0 1 1,0 0-1,0 0 0,-1 1 0,-2 2-14,0 0 0,0 1 0,0-1 0,1 1 0,0 0 0,0 0 0,0 1-1,1-1 1,-1 1 0,1-1 0,1 1 0,-1 0 0,1-1 0,-1 12 0,-1 13 2,0 48 1,3-63-2,1-6-47,-1 0-1,1 0 1,0-1 0,1 1-1,0 0 1,1-1 0,-1 1-1,2-1 1,-1 0 0,1 0-1,0 0 1,1-1 0,0 0-1,0 1 1,0-1 0,1-1-1,0 1 1,1-1 0,-1 0-1,1-1 1,0 0 0,1 0-1,-1 0 1,1-1 0,0 0-1,0 0 1,0-1 0,0 0-1,1-1 1,-1 0 0,1 0-1,0 0 1,0-1 0,9-1-1,-8 1-300,-1 0 0,1-1 0,-1-1 0,0 0 0,1 0 0,-1-1 0,0 0 0,0 0 0,0-1-1,0 0 1,0-1 0,-1 0 0,1 0 0,-1-1 0,0 0 0,13-11 0,0-5-3950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22.884"/>
    </inkml:context>
    <inkml:brush xml:id="br0">
      <inkml:brushProperty name="width" value="0.05" units="cm"/>
      <inkml:brushProperty name="height" value="0.05" units="cm"/>
      <inkml:brushProperty name="color" value="#E71224"/>
    </inkml:brush>
  </inkml:definitions>
  <inkml:trace contextRef="#ctx0" brushRef="#br0">5 124 16055,'0'0'6211,"-1"13"-5968,-2 39-66,3 0-1,9 81 1,33 117 261,-42-250-436,1 0 0,-1 0 0,0 0 0,1 0 0,-1 0-1,1 1 1,-1-1 0,0 0 0,1 0 0,-1 0 0,1 0-1,-1 0 1,0 0 0,1 0 0,-1-1 0,0 1 0,1 0 0,-1 0-1,1 0 1,-1 0 0,0 0 0,1-1 0,-1 1 0,0 0-1,1 0 1,-1 0 0,0-1 0,0 1 0,1 0 0,-1-1-1,0 1 1,0 0 0,1 0 0,-1-1 0,0 1 0,0 0-1,0-1 1,0 1 0,1-1 0,-1 1 0,0 0 0,0-1-1,0 1 1,0-1 0,16-31 104,-2-1 0,16-57-1,-25 73-14,-5 17-88,1-1 0,-1 1 0,0 0-1,0-1 1,0 1 0,1 0 0,-1-1-1,0 1 1,1 0 0,-1-1 0,0 1-1,1 0 1,-1-1 0,0 1-1,1 0 1,-1 0 0,1-1 0,-1 1-1,1 0 1,-1 0 0,0 0 0,1 0-1,-1 0 1,1 0 0,-1 0 0,1 0-1,-1 0 1,1 0 0,-1 0 0,0 0-1,1 0 1,-1 0 0,1 0 0,-1 0-1,1 0 1,-1 0 0,1 1 0,-1-1-1,1 1 1,17 9-145,43 52 46,-46-45 77,1 0 1,1-1-1,20 15 1,-29-25-10,-1-1 0,1 0 0,0 0 0,0-1 0,1 0 0,-1-1 0,1 0 0,0 0 0,-1-1 0,1 0 0,1 0 0,-1-1 1,0-1-1,15 0 0,-22 0 30,1-1 0,0 0 0,-1 0 0,1 0 0,-1 0 0,0 0 0,1-1 0,-1 1 0,0-1 0,0 1 0,1-1 0,-1 0 0,-1 0 0,1 0 0,0 0 0,0 0 0,-1 0 0,1-1 0,-1 1 0,0-1 0,0 1 0,0-1 0,0 1 0,0-1 0,1-5 0,1-6 38,1-1 0,-2 1 1,1-21-1,-1 14 71,-1 0 1,-1 0-1,-1 0 0,-1 0 0,0 1 1,-2-1-1,0 1 0,-2-1 0,-12-30 1,14 37-163,4 12-403,6 40-2985,-3-32 3050,1 0 0,0 0-1,0-1 1,1 1-1,-1-1 1,1 0-1,0 0 1,1-1-1,-1 1 1,1-1-1,0 0 1,0-1 0,0 1-1,1-1 1,-1-1-1,1 1 1,-1-1-1,1 0 1,13 2-1,12 1-1446,1-1-1,62-2 1,-80-2 1694,-12 1 445,1-1 0,0 0 1,-1 0-1,1-1 0,0 1 1,-1-1-1,1 1 0,-1-1 0,1 0 1,-1-1-1,1 1 0,-1 0 1,5-4-1,-6 3 52,0-1 0,0 1 0,0-1 0,0 0 0,-1 1 0,0-1 0,1 0 0,-1 0 0,0 0 0,0 0 0,-1 0 0,1 0 1,-1-1-1,1 1 0,-1 0 0,0-4 0,0-67 3305,0 73-3616,0 0-1,-1 0 1,1 0 0,0 0-1,-1 0 1,1 0 0,-1 0-1,1 0 1,-1 0 0,0 1-1,1-1 1,-1 0 0,0 0-1,0 1 1,1-1 0,-1 0-1,0 1 1,0-1 0,0 1-1,0-1 1,0 1 0,1 0-1,-1-1 1,0 1-1,0 0 1,0-1 0,0 1-1,0 0 1,0 0 0,0 0-1,-1 0 1,1 0 0,0 0-1,-1 1 1,-1-1-19,-1 0-1,1 0 0,0 0 1,0 1-1,0-1 1,0 1-1,0 0 1,1 0-1,-1 0 1,0 1-1,0-1 1,-3 3-1,1 1-18,-1 1 1,1-1-1,0 1 0,1 1 1,-1-1-1,1 1 0,1 0 0,-1 0 1,1 0-1,0 0 0,1 0 0,0 1 1,-2 11-1,1 3-73,0 0 1,2 0-1,1 34 0,1-52 34,0 0-1,0 0 0,0-1 0,0 1 0,1 0 0,0 0 0,-1-1 0,1 1 0,1-1 0,-1 0 0,0 0 0,1 1 0,0-2 1,-1 1-1,1 0 0,0 0 0,1-1 0,-1 0 0,0 1 0,5 1 0,-6-3 32,0 0 1,0 1-1,0-1 1,0 0-1,0-1 0,0 1 1,0 0-1,1-1 1,-1 1-1,0-1 0,0 1 1,1-1-1,-1 0 1,0 0-1,0 0 1,1 0-1,-1-1 0,0 1 1,0-1-1,1 1 1,-1-1-1,0 0 0,0 0 1,0 0-1,0 0 1,0 0-1,0 0 0,0 0 1,0-1-1,-1 1 1,1-1-1,0 1 0,-1-1 1,3-3-1,2-5 82,31-58 953,-37 68-1030,1-1-1,-1 1 1,0 0 0,0-1 0,1 1 0,-1 0 0,0 0 0,1 0 0,-1-1 0,1 1 0,-1 0 0,0 0 0,1 0 0,-1 0-1,0 0 1,1 0 0,-1 0 0,1 0 0,-1 0 0,0 0 0,1 0 0,-1 0 0,1 0 0,-1 0 0,0 0 0,1 0-1,-1 0 1,1 1 0,-1-1 0,0 0 0,1 0 0,-1 0 0,0 1 0,1-1 0,-1 0 0,0 0 0,0 1 0,1-1 0,-1 0-1,0 1 1,0-1 0,1 0 0,-1 1 0,0-1 0,0 0 0,0 1 0,1-1 0,-1 0 0,0 1 0,0-1 0,0 1-1,0 0 1,12 18 8,-1 9-69,17 37-240,-26-62 282,0 1 0,0-1 1,0 1-1,0-1 0,0 0 0,1 0 1,0 0-1,0 0 0,0-1 1,0 1-1,0-1 0,0 0 1,6 3-1,-7-4 21,0-1 0,1 0 1,-1 0-1,1 1 0,-1-2 0,0 1 1,1 0-1,-1 0 0,1-1 0,-1 0 0,0 1 1,0-1-1,1 0 0,-1 0 0,0 0 1,0 0-1,0-1 0,0 1 0,0 0 1,0-1-1,-1 0 0,4-2 0,40-47 220,-35 38-170,-9 12-46,0-1 0,0 0 1,0 1-1,0-1 0,1 1 0,-1 0 0,0-1 1,1 1-1,-1 0 0,1 0 0,0-1 0,-1 1 1,1 0-1,0 1 0,-1-1 0,1 0 0,0 1 1,0-1-1,0 0 0,0 1 0,0 0 0,-1 0 1,1-1-1,3 1 0,-1 2-26,0 0 0,0 1 0,-1-1 0,1 1 1,-1-1-1,1 1 0,-1 0 0,0 0 0,4 6 0,-4-6-1,2 2-42,0 0 1,0-1 0,0 1 0,1-1 0,0 0-1,-1-1 1,1 1 0,11 3 0,-16-6 56,1-1 1,0 1-1,0-1 1,0 1-1,0-1 1,0 0 0,0 0-1,0 0 1,0 0-1,0 0 1,0 0-1,0-1 1,-1 1-1,1 0 1,0-1 0,0 0-1,0 1 1,0-1-1,-1 0 1,1 0-1,0 0 1,-1 0-1,1 0 1,-1 0 0,1-1-1,-1 1 1,1-1-1,-1 1 1,0-1-1,0 1 1,0-1-1,2-2 1,10-19 410,20-46 0,-33 68-253,2 8-189,0 0-1,0 0 1,0 0-1,1 0 0,0-1 1,0 1-1,8 11 1,-10-17 33,3 5-10,-1-1 0,1 1 0,0-1 0,0 0 0,0 0 0,1-1 0,-1 1 0,1-1 0,0 0 0,0 0 0,1-1 0,-1 0 0,1 0 0,0 0 0,0 0 0,0-1 0,0 0 0,0 0 0,1-1 0,-1 0 0,0 0 0,1 0 0,-1-1 0,1 0 0,-1 0 0,0 0 0,1-1 0,-1 0 0,1-1 0,-1 1 0,0-1 0,0 0 0,0-1 0,0 1 0,0-1 0,-1 0 0,1-1 0,-1 0 0,0 1 0,0-1 0,0-1 0,8-9 0,-5 2 41,0-2 0,0 1 0,-2-1-1,1 0 1,-2 0 0,0-1-1,-1 0 1,0 0 0,-1 0-1,2-22 1,-2-20 525,-5-82 0,0 102-273,2 26-148,0-1 0,-1 1 1,0 0-1,-1 0 0,0 1 1,-1-1-1,0 0 1,0 1-1,-1-1 0,-6-10 1,10 20-111,-1 1 1,1-1 0,0 1 0,0-1 0,0 1-1,-1-1 1,1 1 0,0-1 0,-1 1 0,1-1 0,0 1-1,-1-1 1,1 1 0,-1-1 0,1 1 0,0 0-1,-1-1 1,1 1 0,-1 0 0,1-1 0,-1 1-1,0 0 1,1 0 0,-1-1 0,1 1 0,-1 0 0,1 0-1,-1 0 1,0 0 0,1 0 0,-1 0 0,1 0-1,-1 0 1,0 0 0,1 0 0,-1 0 0,1 0-1,-1 0 1,1 1 0,-1-1 0,1 0 0,-1 0 0,0 1-1,1-1 1,-1 0 0,1 1 0,0-1 0,-1 0-1,1 1 1,-1-1 0,1 1 0,0-1 0,-1 1-1,1-1 1,0 1 0,-1-1 0,1 1 0,0-1 0,0 1-1,-1 0 1,-12 36-9,13-35 2,-10 52 30,4 0 1,1 1-1,3 0 1,8 77-1,-6-118-47,2 23-30,2 0 0,2 0 0,1 0 0,2 0 0,1-1 0,23 53 0,-31-85-31,-1-1 0,1 1-1,0 0 1,0-1 0,0 1 0,1-1 0,-1 0-1,1 0 1,0 0 0,-1 0 0,1 0 0,1-1 0,-1 1-1,0-1 1,1 0 0,-1 0 0,1 0 0,-1 0-1,1-1 1,0 1 0,0-1 0,0 0 0,0 0-1,0 0 1,0-1 0,0 0 0,0 1 0,0-2 0,0 1-1,5-1 1,-1 0-460,-1-2-1,1 1 1,-1-1 0,1 0-1,-1 0 1,0-1 0,0 0-1,-1 0 1,1 0 0,-1-1-1,0 0 1,0-1 0,0 1-1,6-10 1,22-34-6926</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23.268"/>
    </inkml:context>
    <inkml:brush xml:id="br0">
      <inkml:brushProperty name="width" value="0.05" units="cm"/>
      <inkml:brushProperty name="height" value="0.05" units="cm"/>
      <inkml:brushProperty name="color" value="#E71224"/>
    </inkml:brush>
  </inkml:definitions>
  <inkml:trace contextRef="#ctx0" brushRef="#br0">0 26 4562,'0'0'19193,"49"5"-18601,-15-5-256,-5 0-48,-1-7-144,-2 0-144,3 0-48,-1 5-1344,-2-1-1265,0-1-1969</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24.040"/>
    </inkml:context>
    <inkml:brush xml:id="br0">
      <inkml:brushProperty name="width" value="0.05" units="cm"/>
      <inkml:brushProperty name="height" value="0.05" units="cm"/>
      <inkml:brushProperty name="color" value="#E71224"/>
    </inkml:brush>
  </inkml:definitions>
  <inkml:trace contextRef="#ctx0" brushRef="#br0">5 634 12086,'0'0'7510,"-1"-1"-7458,1 0 1,-1 1 0,1-1 0,-1 1 0,1-1-1,0 0 1,-1 1 0,1-1 0,0 0-1,0 1 1,-1-1 0,1 0 0,0 0-1,0 1 1,0-1 0,0 0 0,0 0 0,0 1-1,0-1 1,0 0 0,0 0 0,1 1-1,-1-1 1,0 0 0,0 1 0,1-1 0,-1 0-1,0 1 1,1-1 0,-1 0 0,1 0-1,24-33 295,-2-1 0,-2-2-1,-1 0 1,-2-1 0,-2 0-1,-1-2 1,-2 0-1,-1 0 1,-3-1 0,-1-1-1,-2 1 1,-2-1 0,-2-51-1,-5 80 499,-6 17-481,-8 21-313,8 9-66,1-1 1,2 1 0,1 1 0,2-1 0,1 1 0,4 47 0,-1-30 14,-1-31 5,1 1 0,1 0 0,2-1 0,7 31 0,-8-42-66,0-1 0,1 1-1,0-1 1,0 1 0,1-1 0,0 0-1,1-1 1,-1 1 0,2-1 0,-1-1-1,15 14 1,-19-19 35,0 0 1,1 0-1,-1-1 0,1 1 0,0 0 1,-1-1-1,1 0 0,0 1 0,0-1 1,0 0-1,0-1 0,0 1 0,0 0 1,0-1-1,0 0 0,0 1 1,0-1-1,0-1 0,0 1 0,1 0 1,-1-1-1,0 1 0,0-1 0,0 0 1,-1 0-1,1 0 0,0-1 0,0 1 1,0-1-1,-1 1 0,1-1 0,-1 0 1,1 0-1,-1 0 0,0 0 0,0 0 1,3-4-1,7-9 69,-1-1-1,-1 0 1,0 0 0,14-32 0,-16 30-77,-1-1 59,-2 6-41,-2 24-81,-2 2 71,0 0 0,1 0-1,1-1 1,0 1 0,0-1-1,2 0 1,-1 0 0,1 0-1,12 19 1,-14-26-50,1 0 0,0 0-1,0 0 1,0 0 0,0-1 0,1 0 0,0 1-1,0-2 1,0 1 0,0-1 0,1 1 0,-1-1 0,1-1-1,0 1 1,0-1 0,0 0 0,0 0 0,0-1-1,0 0 1,0 0 0,10 0 0,-12-1 65,0 0 1,0 0 0,0 0-1,0-1 1,0 1-1,0-1 1,0 0 0,0 0-1,-1 0 1,1-1-1,0 0 1,0 1 0,3-4-1,-5 3 33,1 0 0,-1-1-1,-1 1 1,1 0 0,0-1-1,-1 1 1,1-1 0,-1 0 0,0 0-1,1 1 1,-2-1 0,1 0-1,0 0 1,0 0 0,-1 0 0,0 0-1,1 0 1,-1-4 0,0 3 73,0-1 1,1 1 0,-1-1 0,-1 0-1,1 1 1,-1-1 0,0 1 0,0-1-1,0 1 1,0-1 0,-1 1 0,0 0 0,0 0-1,0 0 1,0 0 0,-6-7 0,3 7-89,0-1 0,0 2 0,-1-1 0,0 0 0,1 1 0,-1 0 0,-1 1 0,1-1 0,0 1 0,0 0 0,-8-1 0,3 1-297,-25-10-2445,35 12 2265,0-1 0,-1 0-1,1 0 1,0 0-1,0 0 1,0 0-1,0 0 1,0 0-1,0 0 1,0 0-1,0-1 1,1 1-1,-1 0 1,0-2-1,-3-13-9394</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24.392"/>
    </inkml:context>
    <inkml:brush xml:id="br0">
      <inkml:brushProperty name="width" value="0.05" units="cm"/>
      <inkml:brushProperty name="height" value="0.05" units="cm"/>
      <inkml:brushProperty name="color" value="#E71224"/>
    </inkml:brush>
  </inkml:definitions>
  <inkml:trace contextRef="#ctx0" brushRef="#br0">1 47 12582,'0'0'9764,"65"-46"-9556,-34 46-208,5 0-96,0 0-1072,-2 0-1618,-8 0-3136</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27.819"/>
    </inkml:context>
    <inkml:brush xml:id="br0">
      <inkml:brushProperty name="width" value="0.05" units="cm"/>
      <inkml:brushProperty name="height" value="0.05" units="cm"/>
      <inkml:brushProperty name="color" value="#E71224"/>
    </inkml:brush>
  </inkml:definitions>
  <inkml:trace contextRef="#ctx0" brushRef="#br0">287 139 12005,'0'0'6294,"4"-21"-4829,12-66-331,-16 86-1116,1 0 1,-1 1-1,0-1 1,1 0 0,-1 0-1,0 0 1,0 0 0,0 0-1,0 0 1,0 0-1,0 1 1,0-1 0,0 0-1,0 0 1,0 0 0,0 0-1,-1 0 1,1 0 0,0 0-1,-1 1 1,1-1-1,0 0 1,-1 0 0,1 0-1,-1 1 1,1-1 0,-1 0-1,0 1 1,1-1-1,-1 0 1,0 1 0,1-1-1,-1 1 1,0-1 0,0 1-1,0-1 1,1 1-1,-1 0 1,0-1 0,0 1-1,0 0 1,0 0 0,0 0-1,0-1 1,1 1-1,-1 0 1,0 0 0,0 0-1,0 1 1,0-1 0,0 0-1,0 0 1,0 0-1,0 1 1,1-1 0,-3 1-1,-2 0 62,-2-1-63,0 0 0,0 0 0,0 0 0,0 1 0,1 1 0,-1-1 0,0 1 0,1 0 0,-1 0 0,1 1 0,0 0 0,0 0-1,0 0 1,0 1 0,0 0 0,1 0 0,-1 1 0,1-1 0,0 1 0,1 0 0,-1 1 0,1-1 0,0 1 0,1 0 0,-1-1-1,1 2 1,0-1 0,0 0 0,1 1 0,0-1 0,-2 12 0,3-8-14,0 0 1,0 0-1,1-1 0,1 1 1,-1 0-1,2 0 0,-1-1 1,1 1-1,1 0 0,0-1 1,0 0-1,1 0 0,0 0 1,1 0-1,-1 0 0,2-1 1,-1 0-1,1 0 0,9 8 1,18 19-9,-17-20 14,0 1-1,20 29 1,-33-42-9,-1 1 0,0-1-1,1 1 1,-1 0 0,-1-1 0,1 1 0,0 0 0,-1 0 0,0 0 0,0 0-1,0 1 1,-1-1 0,1 0 0,-1 0 0,0 0 0,0 1 0,-1-1 0,1 0 0,-2 6-1,0-8 6,1 1 0,-1-1-1,1 0 1,-1 0-1,0 0 1,0 0 0,0-1-1,0 1 1,0 0-1,0-1 1,0 0 0,0 1-1,-1-1 1,1 0-1,-1 0 1,1 0 0,-1 0-1,1-1 1,-1 1-1,1-1 1,-1 1 0,-3-1-1,-66 2 175,57-2-135,9 0-33,-1-1 1,1 0 0,0 0 0,-1-1 0,1 0 0,0 0 0,0-1 0,0 1 0,0-1 0,1 0 0,-11-8 0,6 3 240,0 0 0,0-1 1,1 0-1,0-1 0,-8-10 0,33 39-155,1-1 0,1-1 0,0-1 0,1 0 0,37 23 0,-46-34-101,-1-1 0,1 0 0,0 0 1,0-1-1,0-1 0,1 1 0,-1-2 0,0 1 1,14-1-1,-18-1 2,1 0-1,0 0 1,0-1 0,0 0 0,-1 0-1,1 0 1,0-1 0,-1 0-1,0-1 1,1 1 0,-1-1 0,0 0-1,0-1 1,10-7 0,6-12 6,0 0-1,-2-2 1,22-33 0,-9 12 18,-33 46-23,1-1-1,-1 0 1,1 0-1,-1 1 1,1-1-1,-1 1 1,1-1-1,-1 0 1,1 1-1,0-1 1,-1 1-1,1 0 1,0-1-1,0 1 1,-1-1-1,1 1 1,0 0-1,0 0 1,0-1-1,-1 1 1,1 0-1,0 0 1,0 0-1,0 0 1,-1 0-1,1 0 1,0 0-1,0 0 1,0 1-1,0-1 1,-1 0-1,1 0 1,0 1-1,0-1 1,-1 0-1,1 1 1,0-1-1,0 1 1,-1-1-1,1 1 1,-1-1-1,1 1 1,0-1-1,-1 1 1,1 0-1,-1-1 1,1 1-1,-1 0 1,0-1-1,1 1 1,-1 0 0,1 1-1,24 51-126,-20-39 114,-2-7-30,0-1 1,0 0 0,1 0-1,0 0 1,0 0 0,5 6-1,-8-11 35,1 1 1,-1-1-1,0 0 0,1 0 0,-1 0 0,1 0 0,-1 0 0,1 0 0,0-1 0,-1 1 1,1 0-1,0-1 0,0 1 0,-1-1 0,1 0 0,0 0 0,0 0 0,0 1 0,-1-2 1,1 1-1,0 0 0,0 0 0,0 0 0,-1-1 0,1 1 0,0-1 0,-1 0 0,1 1 1,0-1-1,2-1 0,37-30 108,-35 27-97,-1 0 0,1 0-1,0 1 1,0 0 0,0 0-1,12-5 1,-16 9-10,1-1 0,-1 1 0,1-1 1,-1 1-1,1 0 0,0 0 0,-1 0 0,1 0 0,0 0 0,-1 1 1,1-1-1,-1 1 0,1 0 0,-1 0 0,1-1 0,-1 2 0,0-1 1,1 0-1,-1 0 0,0 1 0,0-1 0,0 1 0,3 2 0,-2-1 42,1 2-117,1-1-1,0 1 1,0-1-1,0 0 1,1-1-1,0 1 1,-1-1-1,1 0 1,0 0-1,1-1 1,-1 0 0,0 0-1,1 0 1,-1-1-1,9 1 1,-12-4 91,0 1 0,-1-1 1,0 1-1,1-1 1,-1 0-1,0 0 1,0 0-1,0-1 1,0 1-1,0 0 1,0-1-1,-1 1 0,1-1 1,1-3-1,3-4 10,18-31 8,-20 32-17,1 0-1,0 1 1,0-1-1,1 1 0,12-13 1,-18 20-10,1 1-1,-1 0 1,0 0 0,1 0 0,-1 0-1,0 0 1,1 0 0,-1 0 0,0 0 0,1 0-1,-1 0 1,0 0 0,1 0 0,-1 0-1,0 0 1,1 1 0,-1-1 0,0 0-1,1 0 1,-1 0 0,0 0 0,1 1-1,-1-1 1,0 0 0,0 0 0,1 1-1,-1-1 1,0 0 0,0 0 0,0 1-1,1-1 1,-1 0 0,0 0 0,0 1-1,0-1 1,0 0 0,0 1 0,0-1-1,1 1 1,6 16 11,-6-15-13,3 7-8,0 1 0,1-1 0,0 0 0,1 0 0,11 13 0,-15-19-23,1 0 1,0 0 0,0-1-1,1 1 1,-1-1 0,1 0-1,-1 0 1,1 0 0,-1 0-1,1-1 1,0 1-1,0-1 1,0 0 0,0 0-1,0-1 1,0 1 0,7-1-1,-1 1 32,-1-2-1,1 1 1,0-1-1,-1-1 0,1 1 1,-1-2-1,1 1 1,-1-1-1,13-7 1,-16 7 15,-1-1 1,1 0 0,-1 0 0,0 0 0,0-1-1,-1 0 1,1 0 0,-1 0 0,0-1 0,0 1-1,-1-1 1,0 0 0,0 0 0,4-10 0,2-26 749,-9 41-110,1 12-794,3 0 134,1-1 0,0 0 0,0 0 0,1 0 0,0 0 0,0-1 0,1 0 1,1-1-1,-1 1 0,1-1 0,1-1 0,0 0 0,13 9 0,-10-9-111,0-1 0,0 0 0,1-1 0,0-1 0,0 0 0,1 0 0,-1-1 0,1-1 0,-1-1 0,26 1 0,-37-3 125,0 0 0,0 1 0,0-1 0,-1 0 0,1 0 0,0-1 0,0 1 0,-1 0 0,1-1 0,-1 1 0,1-1 1,-1 1-1,0-1 0,0 1 0,1-1 0,-1 0 0,0 0 0,0 0 0,-1 0 0,1 1 0,0-1 0,0-4 0,14-46 514,-10-12 406,-3 36-159,-1 41 354,-1 1442 839,4-1457-3336,6-17 658,7-26-345,-3-11-1241,-4-1-1,7-99 0,-11-120-4859,-6 271 7018,-1-53-1169,-16-102 0,-60-153 4184,65 274-1714,1 0 0,2-1 0,1 0 0,3 0 0,1 0 0,2-55 0,2 91-1067,0 0-1,1 0 1,0 1-1,0-1 1,0 0 0,0 1-1,1-1 1,0 1-1,-1 0 1,1-1 0,0 1-1,1 0 1,-1 0-1,0 0 1,1 0 0,0 1-1,0-1 1,-1 1-1,2-1 1,-1 1 0,0 0-1,0 0 1,1 0-1,-1 1 1,1-1 0,-1 1-1,1 0 1,0 0-1,3 0 1,10-2 186,-1 0 1,1 2 0,0 0-1,0 1 1,20 3-1,-31-3-246,0 1-1,0 0 0,0 0 0,-1 0 0,1 1 0,0 0 0,-1 0 1,1 0-1,-1 1 0,0-1 0,0 1 0,0 1 0,0-1 1,-1 1-1,1 0 0,-1 0 0,0 0 0,0 0 0,0 1 1,-1 0-1,1 0 0,-1 0 0,0 0 0,-1 0 0,1 0 1,-1 1-1,2 9 0,-2-7-94,0 1 0,-1 0 0,0 0 0,-1 0 0,0-1 0,0 1 0,-1 0 0,0 0 0,-1 0 1,0-1-1,0 1 0,-1-1 0,0 1 0,0-1 0,-1 0 0,0 0 0,0 0 0,-7 7 0,-4 5-24,-1-1 0,-1-1-1,-1-1 1,-1 0 0,0-1 0,-1-1-1,-1-1 1,0-1 0,0-1-1,-2-1 1,-37 14 0,44-23 206,13-5-41,7-5 41,10-10-57,1 1-1,0 0 1,1 1 0,1 0-1,32-22 1,13-13 29,-24 17 158,-3-2 0,55-70 0,-77 88-124,-1 0 1,0-1-1,-1-1 1,-1 1 0,-1-2-1,-1 1 1,-1-1-1,8-39 1,-13 6 1483,-2 53-1145,-1 9-148,-34 200-337,30-152-17,2-1 0,7 82 0,-4-131-15,1-1-1,0 0 1,1 1 0,-1-1-1,1 0 1,0 0 0,0 0-1,0 0 1,1 0 0,0 0-1,0-1 1,0 1 0,0-1-1,1 0 1,0 0 0,0 0-1,0-1 1,0 1 0,0-1 0,1 0-1,0 0 1,-1 0 0,1-1-1,0 0 1,0 0 0,0 0-1,1 0 1,-1-1 0,0 0-1,1 0 1,-1 0 0,1-1-1,-1 0 1,0 0 0,1 0 0,7-2-1,-8 1 58,-1 0 0,1-1 0,-1 1 0,0-1 0,1 0 0,-1 0 0,0-1 0,0 1 0,0-1 0,0 0 0,-1 0 0,1 0 0,-1-1 0,0 1 0,0-1 0,0 0 0,0 1 0,-1-1 0,1-1 0,2-6 0,4-9 82,0 0 1,-2 0 0,6-22-1,-14 52-82,1-1 0,0 1 0,0-1 1,1 1-1,0-1 0,0 0 0,1 1 0,1-1 0,0 0 0,0 0 0,8 16 0,-7-21-67,-1-1-1,1 0 0,0 1 0,0-1 1,0-1-1,1 1 0,-1 0 0,0-1 0,1 0 1,0 0-1,0-1 0,-1 1 0,1-1 1,0 0-1,0 0 0,0-1 0,0 1 0,0-1 1,0 0-1,0 0 0,6-2 0,-3 1 61,0 0-1,-1 0 1,1-1 0,0-1-1,-1 1 1,0-1-1,1 0 1,-1-1-1,0 1 1,-1-1 0,1-1-1,10-9 1,-5 1 44,-1-2 0,0 1 1,-1-1-1,-1-1 0,0 0 1,-1 0-1,-1 0 1,0-1-1,-2 0 0,0-1 1,0 1-1,1-21 0,1-22 853,-2 0-1,-4-64 1,-2 82 117,1 48-1002,6 429 291,35 1-392,36-89-281,-75-339 329,1 0 1,0 0-1,0-1 1,8 15-1,-11-21 44,1 0 0,0 0-1,0 1 1,-1-1 0,1 0 0,0 0-1,0-1 1,0 1 0,0 0-1,0 0 1,0 0 0,0-1-1,0 1 1,0 0 0,0-1-1,0 1 1,1-1 0,-1 1-1,0-1 1,0 0 0,1 0-1,-1 1 1,0-1 0,0 0-1,1 0 1,-1 0 0,0 0 0,1 0-1,-1-1 1,0 1 0,0 0-1,1-1 1,-1 1 0,0 0-1,0-1 1,0 0 0,0 1-1,1-1 1,-1 0 0,1-1-1,3-2 7,-1 0-1,0-1 1,0 1-1,0-1 1,0 0-1,-1 0 1,0-1-1,0 1 1,0-1-1,3-9 1,16-63 52,-17 55-46,-2-1-1,-1 1 1,0-1-1,-2 0 1,-1 1 0,0-1-1,-2 1 1,-1-1 0,-1 1-1,-14-41 1,13 49-14,0 0 1,-1 0-1,0 1 1,-1 0-1,-1 0 1,0 1-1,-1 0 1,-1 1-1,0 0 1,0 1 0,-1 0-1,0 1 1,-1 0-1,-1 1 1,1 0-1,-26-11 1,24 15-4,0 0 1,-1 1 0,1 1-1,0 1 1,-1 0 0,0 1 0,-24 2-1,33-1-3,5 0-47,11 0-164,13 0 209,-1-1-1,1-1 1,-1 0 0,37-10-1,-45 8-12,-1-1 1,0 0-1,-1-1 0,1 0 0,-1-1 0,0 0 0,-1 0 0,1-1 1,13-14-1,-2-3 36,-1 0 1,28-44 0,-49 69-13,0-1 0,1 1 0,-1 0 0,0-1 0,0 1 0,0 0 0,0 0 0,0-1 0,0 1 0,0 0 0,0 0 0,1 0 0,-1-1 0,0 1 0,0 0 0,0 0 0,1 0 0,-1-1 0,0 1 1,0 0-1,0 0 0,1 0 0,-1 0 0,0-1 0,0 1 0,1 0 0,-1 0 0,0 0 0,1 0 0,-1 0 0,0 0 0,0 0 0,1 0 0,-1 0 0,0 0 0,0 0 0,1 0 0,-1 0 0,0 0 0,0 0 0,1 0 0,-1 0 0,0 1 0,1-1 0,-1 0 0,0 0 1,0 0-1,0 0 0,1 0 0,-1 1 0,0-1 0,0 0 0,0 0 0,1 0 0,-1 1 0,0-1 0,0 0 0,0 0 0,0 1 0,0-1 0,1 0 0,-1 1 0,4 15-18,-4-16 12,4 13-58,0-1 1,0 0-1,1 0 1,1 0-1,0 0 1,0-1-1,1 0 1,14 16-1,-18-22 41,1-1 0,0 0 0,0-1 0,0 1 0,1-1 0,-1 1 1,1-1-1,0 0 0,-1-1 0,1 0 0,1 1 0,-1-1 0,0-1 0,0 1 0,1-1 0,-1 0 0,1 0 0,-1-1 0,1 1 0,-1-1 0,1-1 0,10 0 0,-13-1 40,1 0 0,-1 1 0,0-1 0,0 0-1,0-1 1,0 1 0,0 0 0,-1-1-1,1 0 1,-1 1 0,1-1 0,-1 0-1,0 0 1,0-1 0,0 1 0,1-4-1,27-61 426,-26 57-362,-4 11-65,0 0 1,0 0 0,0-1-1,0 1 1,0 0 0,0 0-1,0 0 1,0-1-1,0 1 1,0 0 0,0 0-1,0 0 1,0-1 0,0 1-1,0 0 1,0 0-1,0 0 1,0 0 0,0-1-1,0 1 1,0 0-1,1 0 1,-1 0 0,0 0-1,0-1 1,0 1 0,0 0-1,0 0 1,0 0-1,1 0 1,-1 0 0,0 0-1,0-1 1,0 1 0,0 0-1,1 0 1,-1 0-1,0 0 1,0 0 0,0 0-1,1 0 1,-1 0-1,0 0 1,0 0 0,0 0-1,0 0 1,1 0 0,-1 0-1,0 0 1,0 0-1,0 0 1,1 0 0,-1 0-1,0 0 1,0 0-1,0 0 1,0 1 0,1-1-1,-1 0 1,0 0 0,0 0-1,0 0 1,0 0-1,0 0 1,1 1 0,-1-1-1,0 0 1,0 0-1,6 24 255,3 50-392,-8-55 260,31 531 348,-29-471-325,-2-66-130,0 330 385,-3-328-404,0 0-1,0 0 1,-1 0 0,-1-1-1,-1 1 1,-7 17 0,10-29-8,0 1 0,0-1 0,0 1 0,0-1 0,-1 0 0,1 0 0,-1 0 0,0 0 0,0-1 0,0 1 0,0-1 0,-6 4 0,7-5 7,-1 0 0,1 0 1,-1-1-1,0 1 0,0-1 0,1 1 1,-1-1-1,0 0 0,0 0 0,1 0 1,-1 0-1,0-1 0,0 1 0,1-1 1,-1 0-1,0 1 0,1-1 0,-1 0 1,1-1-1,-4-1 0,1 0 9,0-1 1,0 0-1,0-1 0,1 1 0,-1-1 1,1 0-1,0 0 0,0 0 0,1-1 1,-1 1-1,1-1 0,1 0 1,-3-6-1,-5-15 9,-11-43 0,11 14 9,3 0 0,2 0 0,2-84 0,4 123-29,0-1 1,0 1 0,2 0 0,0 0 0,1 0 0,1 0 0,1 0-1,0 1 1,1 0 0,0 0 0,2 0 0,0 1 0,0 1-1,2 0 1,-1 0 0,23-21 0,-1 5-71,2 1-1,1 2 1,50-29-1,5-5-2070,-85 59 1635,-1-1 0,0-1 1,0 1-1,0-1 0,0 0 0,0 0 0,-1 0 0,1 0 0,-1 0 0,0-1 0,-1 0 0,1 1 1,-1-1-1,0 0 0,0 0 0,0-1 0,-1 1 0,0 0 0,0 0 0,1-10 0,-2-26-6480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28.170"/>
    </inkml:context>
    <inkml:brush xml:id="br0">
      <inkml:brushProperty name="width" value="0.05" units="cm"/>
      <inkml:brushProperty name="height" value="0.05" units="cm"/>
      <inkml:brushProperty name="color" value="#E71224"/>
    </inkml:brush>
  </inkml:definitions>
  <inkml:trace contextRef="#ctx0" brushRef="#br0">50 47 10565,'0'0'13030,"-31"-47"-13991,28 61-1632,-2 12-608,-5 2-3971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28.485"/>
    </inkml:context>
    <inkml:brush xml:id="br0">
      <inkml:brushProperty name="width" value="0.05" units="cm"/>
      <inkml:brushProperty name="height" value="0.05" units="cm"/>
      <inkml:brushProperty name="color" value="#E71224"/>
    </inkml:brush>
  </inkml:definitions>
  <inkml:trace contextRef="#ctx0" brushRef="#br0">57 36 17496,'0'0'7299,"-57"-35"-7411,57 47-1408,21 20-289,0 1-2017,2-5-7139</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30.632"/>
    </inkml:context>
    <inkml:brush xml:id="br0">
      <inkml:brushProperty name="width" value="0.05" units="cm"/>
      <inkml:brushProperty name="height" value="0.05" units="cm"/>
      <inkml:brushProperty name="color" value="#E71224"/>
    </inkml:brush>
  </inkml:definitions>
  <inkml:trace contextRef="#ctx0" brushRef="#br0">8 532 11797,'0'0'7177,"0"0"-7071,-1 0 0,1 0 0,0 0 1,0 0-1,-1 0 0,1 0 0,0 0 0,0 0 0,0 0 0,-1 0 1,1 0-1,0 0 0,0 0 0,-1 0 0,1 0 0,0 0 0,0 0 1,-1 0-1,1 0 0,0-1 0,0 1 0,0 0 0,-1 0 0,1 0 1,0 0-1,0-1 0,0 1 0,0 0 0,-1 0 0,1 0 0,0 0 0,0-1 1,0 1-1,0 0 0,0 0 0,0-1 0,-1 1 0,1 0 0,0 0 1,0 0-1,0-1 0,0 1 0,0 0 0,0 0 0,0-1 0,0 1 1,0 0-1,0 0 0,0-1 0,1 1 0,16-17-38,-1 0 1,-1 0-1,0-2 0,-1 0 0,-1 0 1,0-1-1,-2-1 0,-1 0 0,0-1 0,-2 0 1,0 0-1,-1-1 0,5-35 0,-8 27-5,-2 0 0,0 0 0,-2 0 0,-5-37 0,5 67-47,0 1 1,0-1-1,0 0 0,0 1 0,0-1 0,-1 1 1,1-1-1,0 0 0,0 1 0,0-1 1,-1 1-1,1-1 0,0 1 0,-1-1 0,1 0 1,0 1-1,-1 0 0,1-1 0,-1 1 1,1-1-1,0 1 0,-1-1 0,1 1 0,-1 0 1,0-1-1,1 1 0,-1 0 0,1 0 1,-1-1-1,1 1 0,-1 0 0,0 0 0,1 0 1,-1 0-1,1 0 0,-1 0 0,0 0 1,1 0-1,-1 0 0,0 0 0,1 0 0,-1 0 1,1 0-1,-1 0 0,0 0 0,1 1 1,-1-1-1,1 0 0,-1 1 0,1-1 1,-2 1-1,0 0-11,-1 1 0,1 0 1,-1 0-1,1 0 0,0 0 0,0 0 1,0 0-1,0 1 0,-3 4 0,-5 16-14,0 1 0,2 0 0,0 1 0,2-1-1,1 1 1,-3 34 0,5-12 0,1 0 0,7 72 1,-4-111 4,0-1 0,1 1 0,-1-1 0,2 0-1,-1 0 1,1 0 0,0 0 0,0 0 0,1 0 0,0-1 0,0 0 0,0 1 0,1-2 0,0 1 0,0-1 0,1 1 0,11 7 0,-9-7-49,1 0 1,1-1 0,-1-1 0,1 0-1,0 0 1,0 0 0,0-1 0,0-1-1,0 0 1,1 0 0,-1-1 0,13 0-1,-17-2 52,-1 0-1,0 0 1,0-1-1,0 0 1,0 1-1,0-2 1,0 1-1,0-1 1,-1 1-1,1-1 1,-1 0-1,0-1 0,0 1 1,0-1-1,0 0 1,-1 0-1,1 0 1,-1 0-1,0-1 1,3-6-1,7-11 43,-1 0 0,17-48 0,-15 24 183,-3-1 0,-1 0 0,-2 0 1,1-67-1,-10 236-302,3 152 62,7-201 31,-8-68-27,0-1 0,0 0 0,1 0 0,-1 0-1,1 0 1,0 0 0,0-1 0,0 1-1,0 0 1,1-1 0,0 0 0,-1 1 0,1-1-1,6 4 1,-7-6 3,-1 0-1,0 0 0,1-1 1,-1 1-1,1-1 1,-1 1-1,1-1 0,-1 0 1,1 1-1,-1-1 1,1 0-1,-1 0 0,1 0 1,-1 0-1,1 0 1,-1-1-1,1 1 1,-1 0-1,1-1 0,-1 1 1,1-1-1,-1 1 1,1-1-1,-1 0 0,0 0 1,1 1-1,-1-1 1,2-2-1,30-35 67,-26 30-44,30-47 34,-25 36-43,2-1 0,15-17 0,-28 37-8,-1 0 0,1 0 0,-1 0 0,0 0 0,1 0 0,-1 0 0,1 0 0,-1 0 0,1 0 0,-1 0 0,0 0 1,1 1-1,-1-1 0,1 0 0,-1 0 0,0 0 0,1 1 0,-1-1 0,0 0 0,1 0 0,-1 1 0,0-1 0,1 0 0,-1 1 0,0-1 0,0 0 0,1 1 0,-1-1 1,0 1-1,0-1 0,0 0 0,1 1 0,-1-1 0,0 1 0,0-1 0,0 0 0,0 1 0,0-1 0,0 1 0,0-1 0,0 1 0,7 21-11,-7-21 12,2 8 39,2 3-102,-1 1 1,2 0-1,-1-1 1,2 0-1,12 22 1,-16-32 45,0 1 1,1 0-1,-1 0 0,1-1 1,0 0-1,-1 1 1,1-1-1,0 0 1,0-1-1,0 1 1,1 0-1,-1-1 1,0 0-1,1 1 0,-1-1 1,1-1-1,-1 1 1,1 0-1,-1-1 1,1 0-1,-1 0 1,1 0-1,0 0 1,-1 0-1,1-1 0,-1 0 1,5-1-1,-2 0 35,-1 0 0,1 0 0,0-1 0,-1 1 0,0-1 0,0-1 0,0 1 0,0-1 0,0 0 0,-1 0 0,0 0-1,0 0 1,4-6 0,7-10 69,22-42 0,-10 17 356,-24 43-270,-3 38-124,0-24-74,0-1 1,1 1-1,0-1 1,1 1-1,0-1 0,1 0 1,0 1-1,7 15 1,-8-23 17,1 0-1,-1-1 1,1 1 0,-1 0 0,1-1 0,0 0 0,0 1-1,1-1 1,-1 0 0,1-1 0,-1 1 0,1-1 0,0 1-1,0-1 1,0 0 0,0-1 0,0 1 0,1-1 0,-1 0 0,0 0-1,1 0 1,-1 0 0,1-1 0,-1 0 0,5 0 0,-3 0 11,-1-1 1,0 0-1,0 0 1,0 0-1,0 0 1,-1-1-1,1 0 1,0 0 0,-1 0-1,1-1 1,-1 1-1,0-1 1,0 0-1,0-1 1,0 1-1,0-1 1,-1 1-1,6-8 1,6-10 66,0 0-1,18-40 1,-23 42 14,1 0-1,17-25 1,-27 44-80,0-1-1,-1 0 1,1 0-1,-1 1 1,1-1 0,0 0-1,-1 1 1,1-1-1,0 0 1,0 1 0,0-1-1,-1 1 1,1 0-1,0-1 1,0 1-1,0 0 1,0-1 0,0 1-1,0 0 1,0 0-1,0 0 1,0 0-1,0 0 1,-1 0 0,1 0-1,0 0 1,0 0-1,0 0 1,0 0 0,0 1-1,0-1 1,0 0-1,0 1 1,0-1-1,-1 0 1,1 1 0,0-1-1,1 2 1,25 31-90,-19-22 138,0-1-46,0 1 0,0 1 0,-1-1 0,-1 1 1,0 0-1,-1 0 0,0 1 0,0 0 0,-2 0 0,1 0 0,-2 0 0,0 0 0,0 1 0,-1 21 0,-1-34-28,0 1-1,0-1 0,0 1 0,-1 0 0,1-1 0,0 1 0,-1-1 0,1 1 0,-1-1 0,1 1 0,-1-1 0,0 1 0,0-1 0,0 1 0,0-1 0,0 0 0,0 0 0,0 1 0,0-1 0,0 0 0,0 0 0,-1 0 0,1 0 0,0 0 1,-1-1-1,1 1 0,-1 0 0,1-1 0,-1 1 0,1-1 0,-1 1 0,0-1 0,1 0 0,-1 1 0,1-1 0,-1 0 0,0 0 0,1 0 0,-3-1 0,-1 1-270,0-1 0,0 1-1,0-1 1,0 0 0,1-1 0,-1 1-1,1-1 1,-1 0 0,1 0-1,-1 0 1,1-1 0,-5-4 0,-22-26-3745,0-11-2944</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30.963"/>
    </inkml:context>
    <inkml:brush xml:id="br0">
      <inkml:brushProperty name="width" value="0.05" units="cm"/>
      <inkml:brushProperty name="height" value="0.05" units="cm"/>
      <inkml:brushProperty name="color" value="#E71224"/>
    </inkml:brush>
  </inkml:definitions>
  <inkml:trace contextRef="#ctx0" brushRef="#br0">55 10 17288,'0'0'8324,"-36"-9"-10805,36 34-321,-5 6-1216,-8-8-4081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31.315"/>
    </inkml:context>
    <inkml:brush xml:id="br0">
      <inkml:brushProperty name="width" value="0.05" units="cm"/>
      <inkml:brushProperty name="height" value="0.05" units="cm"/>
      <inkml:brushProperty name="color" value="#E71224"/>
    </inkml:brush>
  </inkml:definitions>
  <inkml:trace contextRef="#ctx0" brushRef="#br0">1 5 15351,'0'0'8388,"109"7"-7860,-60-7-480,3-4-48,-1 4-320,4-3-1265,-1 3-992,-2-4-1793</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33.949"/>
    </inkml:context>
    <inkml:brush xml:id="br0">
      <inkml:brushProperty name="width" value="0.05" units="cm"/>
      <inkml:brushProperty name="height" value="0.05" units="cm"/>
      <inkml:brushProperty name="color" value="#E71224"/>
    </inkml:brush>
  </inkml:definitions>
  <inkml:trace contextRef="#ctx0" brushRef="#br0">7 374 15559,'0'0'3882,"-2"11"-3506,2-9-321,-4 43 248,4-44-283,0 0 0,0 1 1,0-1-1,0 0 0,1 1 1,-1-1-1,0 1 1,1-1-1,-1 0 0,1 0 1,-1 1-1,1-1 1,0 0-1,-1 0 0,1 0 1,0 0-1,0 0 0,0 0 1,0 0-1,0 0 1,0 0-1,0 0 0,0 0 1,0 0-1,1-1 0,-1 1 1,0-1-1,0 1 1,1-1-1,-1 1 0,0-1 1,1 0-1,-1 1 0,0-1 1,3 0-1,-1 0 58,-1-1 0,0 0 0,1 1 0,-1-1-1,0 0 1,1 0 0,-1 0 0,0 0 0,0-1 0,0 1 0,0-1-1,0 1 1,0-1 0,-1 0 0,1 1 0,0-1 0,2-4 0,27-44 599,-19 30-544,7-10 79,-7 8-139,2 0 1,0 1 0,1 1-1,1 0 1,1 1-1,1 0 1,28-22-1,-43 39-66,0 1 0,-1-1-1,1 0 1,0 1 0,-1 0-1,1 0 1,0 0-1,0 0 1,0 0 0,0 1-1,0-1 1,0 1 0,0 0-1,1-1 1,-1 1 0,0 1-1,0-1 1,0 0 0,0 1-1,0 0 1,0 0-1,0 0 1,0 0 0,4 2-1,-3 0-6,-1 0-1,1-1 1,-1 1-1,1 1 1,-1-1-1,0 0 1,0 1-1,-1 0 0,1-1 1,-1 1-1,0 0 1,0 0-1,0 1 1,0-1-1,1 7 1,-3-11 0,0 0 1,0 1-1,0-1 1,0 1-1,0-1 1,0 0-1,0 1 1,0-1-1,0 1 1,0-1-1,-1 0 1,1 1-1,0-1 1,0 1-1,0-1 1,-1 0-1,1 1 1,0-1-1,0 0 1,-1 1-1,1-1 1,0 0-1,-1 0 1,1 1-1,0-1 1,-1 0-1,1 0 1,0 1-1,-1-1 1,1 0-1,0 0 1,-1 0-1,1 0 1,-1 0-1,1 0 1,0 0-1,-1 0 1,1 0-1,-1 0 1,1 0-1,-1 0 1,1 0-1,-24 0 36,18 0-24,2 0-9,-11-1-2,1 1-1,-1 1 0,-26 5 1,35-4-3,1 0 0,-1 0 0,0 1 0,1 0 0,-1 0 0,1 0 0,0 0 0,0 1 0,0 0 0,0 0 0,-7 9 0,4-3-2,-1 0-1,2 1 1,0 1 0,0-1-1,1 1 1,0 0-1,1 0 1,0 1-1,1-1 1,1 1-1,0 0 1,0 0 0,1 1-1,1-1 1,0 0-1,1 1 1,3 21-1,-2-31 1,0 0 0,0 1 0,0-1 0,1 0 0,-1 0 0,1 0 0,0 0 0,0 0 0,0 0 0,1-1-1,0 1 1,-1-1 0,1 0 0,0 1 0,1-1 0,-1-1 0,0 1 0,1 0 0,0-1 0,0 0 0,-1 0 0,1 0-1,0 0 1,1-1 0,-1 1 0,0-1 0,0 0 0,7 1 0,12 1-25,-1 0 0,1-1 0,0-1-1,26-3 1,-35 0 32,1 0 0,-1-2 0,0 1 0,0-2 0,0 0 0,0 0 0,-1-1 0,0-1 0,0-1 0,-1 1 0,0-2 0,0 0 0,-1 0 0,13-15 0,-14 15 3,0-1 0,-1 0 0,-1-1 0,0 0 0,0-1 0,-1 1 0,0-1 0,-1-1 0,-1 1 0,0-1 0,0 0 0,-2 0 0,1-1 1,-2 1-1,2-20 0,-4 32 108,-4 13-63,-3 4-75,1-1 0,1 1 0,0 0 0,1 1 0,1-1 0,0 1 0,1-1 0,1 1 0,1 0 0,2 26 0,-2-42-9,0 0 1,1 0 0,-1 0-1,0 1 1,0-1-1,1 0 1,-1 0-1,1 0 1,-1 0 0,1 0-1,-1-1 1,1 1-1,-1 0 1,1 0-1,0 0 1,0 0-1,-1-1 1,1 1 0,0 0-1,0-1 1,0 1-1,0 0 1,0-1-1,0 1 1,0-1 0,0 0-1,0 1 1,0-1-1,0 0 1,0 0-1,0 1 1,0-1 0,0 0-1,0 0 1,0 0-1,1 0 1,-1 0-1,0-1 1,0 1-1,0 0 1,0 0 0,0-1-1,0 1 1,0-1-1,0 1 1,0-1-1,0 1 1,0-1 0,0 0-1,-1 1 1,1-1-1,0 0 1,0 0-1,-1 1 1,1-1-1,0-1 1,24-43 128,-20 33-21,1 1 0,0 0-1,0 0 1,1 0 0,1 1-1,0 0 1,0 1 0,19-18-1,-25 26-66,0 0 0,0-1-1,0 1 1,0 0-1,1 0 1,-1 0-1,0 1 1,0-1 0,1 0-1,-1 1 1,0 0-1,1-1 1,-1 1-1,0 0 1,1 0 0,-1 0-1,1 1 1,-1-1-1,0 0 1,1 1 0,-1 0-1,0-1 1,0 1-1,0 0 1,1 0-1,-1 0 1,0 1 0,0-1-1,0 0 1,-1 1-1,1-1 1,0 1-1,0 0 1,-1 0 0,1-1-1,1 5 1,7 7 53,-2 1 0,1 1 0,-2-1 0,8 22 0,-2-6-22,-12-29-38,-1 0 0,1 0 0,-1 0 0,1-1 0,-1 1 0,1 0 0,0 0 0,-1 0 0,1-1 0,0 1 0,0 0 1,0-1-1,-1 1 0,1 0 0,0-1 0,0 1 0,0-1 0,0 0 0,0 1 0,0-1 0,0 0 0,0 0 0,0 1 0,0-1 0,0 0 0,0 0 0,0 0 1,0 0-1,0 0 0,0 0 0,1-1 0,-1 1 0,0 0 0,0-1 0,0 1 0,-1 0 0,1-1 0,0 1 0,0-1 0,0 1 0,0-1 0,0 0 1,0 1-1,-1-1 0,2-1 0,39-40 83,-34 33-65,2-2-3,32-31 155,-39 39-170,1 1 0,0 0 0,0 0 0,0 0 0,0 0 0,0 1 1,0-1-1,0 1 0,0 0 0,1 0 0,-1 0 0,1 0 0,5 0 1,-7 1-8,0 1 0,0-1 0,-1 1 0,1 0 0,0 0 0,-1 0 0,1 0 0,0 0 0,-1 0 0,1 0 0,-1 1 0,0-1 0,1 0 0,-1 1 0,0-1 0,1 3 0,25 34-13,-12-16-31,-14-20 33,1 1 0,-1-1 0,1 0 0,-1 0 0,1-1 0,0 1 0,0 0 0,0-1 0,0 1 0,0-1 0,1 1 0,-1-1 0,0 0 0,0 0 0,1 0 0,-1 0 0,1 0 0,-1-1 0,1 1 0,-1-1 0,1 0 1,0 0-1,-1 0 0,1 0 0,-1 0 0,1 0 0,-1 0 0,1-1 0,-1 0 0,1 1 0,-1-1 0,1 0 0,-1 0 0,0 0 0,1-1 0,-1 1 0,3-3 0,7-6 69,0-1 0,0 0 0,-1-1-1,-1-1 1,11-16 0,20-20 421,-41 48-313,0 29-35,0-23-126,1 0-1,-1-1 1,1 1 0,0 0-1,0 0 1,0-1 0,1 1-1,-1-1 1,1 1 0,0-1-1,0 0 1,1 0 0,-1 0-1,1 0 1,0 0 0,0 0 0,1-1-1,-1 0 1,0 1 0,1-1-1,0 0 1,0-1 0,0 1-1,0-1 1,0 0 0,1 0-1,-1 0 1,1 0 0,5 1-1,12 2-6,-1-1 0,0 0 0,1-2 0,0 0 0,22-2 0,-39 0 5,-1 0-1,1-1 1,-1 1 0,0-1 0,0 0 0,1 0-1,-1-1 1,0 1 0,0-1 0,0 0-1,0 0 1,0 0 0,-1-1 0,1 1-1,-1-1 1,1 0 0,2-3 0,0-1 61,-1 0 0,0 0 0,0 0 0,0-1 0,-1 1 0,0-1 0,4-14 0,-2 3 505,-1-1-1,0 1 1,3-42 0,-8 60-61,5 1249 533,-7-1418-847,5-219-53,2 312-157,3 0 1,36-148 0,-38 205 9,0 0 1,2 1 0,0-1-1,1 1 1,19-28 0,-25 42 7,0 0 0,1 0 0,0 0 0,0 0-1,0 1 1,0 0 0,1 0 0,0 0 0,-1 0 0,1 1 0,1 0 0,-1 0 0,0 0 0,1 1 0,-1 0 0,1 0 0,0 0 0,0 1 0,0-1-1,0 1 1,0 1 0,0-1 0,11 2 0,-14-1-2,0 1 0,0-1 0,-1 1 0,1 0 0,0 0 0,-1 0 0,1 1 0,-1-1 0,1 1 0,-1-1 0,0 1 0,1 0 0,-1 0 0,0 0 0,0 0 0,0 0 0,-1 0 0,3 4 0,0 0 6,-1-1-1,-1 1 1,1 1 0,-1-1 0,0 0 0,0 0-1,-1 1 1,1 7 0,0-5-37,-2 0-1,1 0 1,-1 0-1,-1 0 1,1 1-1,-2-1 1,1 0 0,-1 0-1,0 0 1,-1-1-1,0 1 1,-6 10-1,1-7-60,-2-1-1,1 0 1,-1-1-1,0 0 0,-1 0 1,-22 14-1,0-3-367,-45 22 0,77-43 419,-1 1 1,1 0-1,-1 0 0,1 0 1,-1-1-1,0 1 0,1-1 0,-1 1 1,0-1-1,1 0 0,-1 0 1,0 0-1,0 1 0,-2-2 0,4 1-2,-1 0 0,1-1 0,0 1 0,0 0-1,-1 0 1,1-1 0,0 1 0,-1-1 0,1 1-1,0 0 1,0-1 0,0 1 0,-1 0 0,1-1-1,0 1 1,0-1 0,0 1 0,0-1 0,0 1-1,0-1 1,0 1 0,0 0 0,0-1 0,0 1-1,0-1 1,0 1 0,0-1 0,0 1 0,0 0-1,0-1 1,1 1 0,-1-1 0,2-5-295,1 1 0,-1 0 0,1-1 0,0 1-1,1 1 1,6-9 0,100-100-1737,-60 64 2461,-2-1 0,64-88 0,-98 118-103,-1-2 0,-1 0 1,0-1-1,-2 0 0,-1 0 1,0-1-1,9-49 0,-14 46 1603,1-57 0,-5 84-1860,-1 0 0,1-1 0,-1 1 1,1 0-1,-1 0 0,1 0 0,-1-1 0,1 1 0,-1 0 0,1 0 0,-1 0 0,1 0 0,-1 0 0,1 0 0,-1 0 0,1 0 0,-1 0 0,1 1 0,-1-1 0,1 0 0,-1 0 0,1 0 0,-1 0 0,1 1 0,0-1 0,-1 0 1,1 0-1,-1 1 0,1-1 0,0 0 0,-1 1 0,1-1 0,0 1 0,-1-1 0,1 0 0,0 1 0,-1-1 0,1 1 0,0-1 0,-1 2 0,-5 11-34,0 0-1,1 1 1,0 0-1,1 0 1,1 0 0,0 0-1,-1 20 1,-1 108 17,4-117-34,2 0 0,1 0 0,1 0 0,8 34 0,-8-51-27,0 1 0,0 0 0,1 0 0,0-1-1,0 0 1,1 0 0,0 0 0,0 0 0,1-1-1,0 0 1,1 0 0,-1-1 0,1 1 0,1-2-1,8 7 1,-12-10 47,-1 1 1,1-1-1,0 0 0,0 0 1,1-1-1,-1 1 0,0-1 1,0 0-1,1 0 0,-1 0 1,1-1-1,-1 0 0,1 1 0,-1-2 1,0 1-1,1 0 0,-1-1 1,9-2-1,-7 0 13,1 0 1,-1 0-1,1 0 1,-1-1-1,0 0 1,-1 0-1,1-1 1,-1 1-1,0-1 1,9-11-1,-5 4 36,0-1-1,-1 1 1,0-1 0,-1-1-1,-1 1 1,0-1-1,-1-1 1,0 1-1,-1-1 1,3-22 0,-7 36-3,0-1 0,1 1 0,-1-1 0,0 1 0,0-1 0,0 1 0,0 0 0,0-1 0,-1 1 0,1-1 0,0 1 0,-1 0 0,1-1 0,-1 1 0,1 0 0,-1-1 0,0 1 0,1 0 0,-3-2 0,3 2-32,-1 1 0,0 0 0,0-1 0,0 1-1,1 0 1,-1 0 0,0 0 0,0 0 0,0 0 0,1 0 0,-1 0-1,0 0 1,0 0 0,0 0 0,0 0 0,1 1 0,-1-1 0,0 0 0,0 0-1,1 1 1,-1-1 0,0 1 0,1-1 0,-2 1 0,-2 2-19,-1 0 1,1 1 0,0 0 0,0-1 0,1 1-1,-1 0 1,1 1 0,-6 7 0,2 7-185,0 0 0,2 0 0,0 0 0,1 0 1,1 1-1,1-1 0,0 1 0,3 38 0,-1-57 188,0 0-1,0 0 0,0 0 0,0-1 0,1 1 0,-1 0 0,0 0 0,0 0 0,1 0 0,-1 0 0,0 0 0,1-1 0,-1 1 0,1 0 1,-1 0-1,1 0 0,0-1 0,-1 1 0,1 0 0,0-1 0,-1 1 0,1-1 0,0 1 0,0-1 0,-1 1 0,1-1 0,0 1 1,0-1-1,0 0 0,1 1 0,2 0 13,1-1 0,-1 1 0,0-1 0,0 0 0,0 0 0,0 0 0,7-2 0,3-1 40,0-1 0,0 0 0,19-9 0,-22 7-7,0 0 0,1 1 0,-1 1 0,1 0 0,0 0 0,0 1 0,1 0 0,-1 1-1,1 1 1,-1 0 0,22 1 0,-33 1-28,0 0-1,1-1 1,-1 1 0,0 0-1,0 0 1,0-1 0,0 1-1,0 0 1,0 0 0,0 0-1,0 1 1,0-1 0,0 0-1,0 0 1,-1 0 0,1 1-1,-1-1 1,1 0 0,-1 1-1,1-1 1,-1 0 0,0 1-1,1-1 1,-1 1-1,0-1 1,0 0 0,0 2-1,0 49 45,-1-38-65,-10 19 44,7-26 137,9-17 13,13-16-105,0 2-1,1 0 1,44-40 0,-26 27-52,-21 19 6,-11 11 32,1 1 1,-1 0 0,1 0-1,0 1 1,0 0 0,1 0-1,8-5 1,-17 33 71,-20 42-181,15-47 52,1 0 0,0 1-1,1 0 1,1 0 0,1 0 0,-1 22-1,4-28-3,0-6-8,0 0 0,0 0 1,0 0-1,1 0 1,0 0-1,2 7 0,-2-12 0,0 0-1,0 0 0,0 0 0,0 0 1,0 0-1,1-1 0,-1 1 0,0 0 1,1-1-1,0 1 0,-1-1 0,1 1 1,0-1-1,-1 0 0,1 0 0,0 0 1,0 0-1,0 0 0,0 0 0,0 0 1,0-1-1,0 1 0,0-1 0,3 1 1,6 0 20,0 1 0,0-2 0,0 1 1,0-2-1,0 1 0,0-2 0,0 1 1,13-5-1,-19 5-197,1-1-1,-1 0 1,0-1 0,1 0-1,-1 1 1,0-1 0,7-6-1,-9 6-341,0 0 0,0 0 1,-1 0-1,1-1 0,-1 1 0,1 0 0,-1-1 0,0 0 0,-1 1 1,1-1-1,2-7 0,1-9-6232</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35.559"/>
    </inkml:context>
    <inkml:brush xml:id="br0">
      <inkml:brushProperty name="width" value="0.05" units="cm"/>
      <inkml:brushProperty name="height" value="0.05" units="cm"/>
      <inkml:brushProperty name="color" value="#E71224"/>
    </inkml:brush>
  </inkml:definitions>
  <inkml:trace contextRef="#ctx0" brushRef="#br0">126 622 14791,'0'0'6237,"10"-8"-5330,22-18-154,49-54-1,-69 67-672,-1 0-1,-1-1 1,-1 0 0,0-1 0,0 0-1,-2 0 1,0-1 0,5-17 0,-3-11 191,-1-2-1,-3 1 1,-2-1 0,-1 0 0,-8-67-1,1 94 225,1 19-114,0 14-309,-5 100 44,8 164 0,4-119 9,-3-135-115,6 508 124,40-6-190,-45-522 55,22 119-40,-19-109 38,1 1 0,0-1-1,1-1 1,0 1 0,16 25 0,-20-37 5,-1 1-1,1-1 1,-1 0 0,1 0 0,0 0 0,0 0 0,0 0-1,0 0 1,0 0 0,0 0 0,1-1 0,-1 1 0,0-1-1,1 0 1,-1 0 0,1 0 0,0 0 0,-1 0 0,1 0-1,0-1 1,0 1 0,-1-1 0,1 0 0,0 0 0,0 0 0,-1 0-1,1 0 1,0 0 0,4-2 0,-2 0 6,-1 0 1,1-1 0,-1 1-1,1-1 1,-1 0-1,0 0 1,0 0 0,0-1-1,-1 0 1,1 1-1,-1-1 1,0-1 0,0 1-1,4-7 1,6-16 7,-2 1 0,0-1 0,-2-1 0,-1 0 0,-1 0 0,-2-1 0,-1 0 0,-1 0 0,-1 0 0,-1 0 0,-2 0 0,-1 0 0,-1 0 1,-2 0-1,-13-46 0,6 36-22,-1 0 1,-2 1-1,-1 1 1,-2 0 0,-2 2-1,-1 0 1,-2 1-1,-1 1 1,-1 1 0,-50-47-1,53 59-2,0 1 0,-2 2 0,0 0-1,-1 1 1,-1 1 0,0 1 0,-1 2 0,0 1-1,-1 1 1,0 1 0,0 1 0,-39-5 0,61 13-11,37 1-4,1-2 1,-1-1-1,0-1 1,0-2-1,0-1 1,-1-1-1,0-2 0,0-1 1,-1-1-1,47-25 1,-38 11 83,62-53 1,-52 39-103,-47 37 46,1 1-1,0-1 0,0 1 0,0 0 0,0 0 0,0 0 0,0 0 0,0 0 0,0 0 0,0 0 0,0 1 0,0-1 0,1 1 0,-1-1 0,4 1 0,-5 0-7,0 1 0,1-1-1,-1 0 1,0 1 0,0-1 0,1 1-1,-1 0 1,0-1 0,0 1 0,0 0-1,0 0 1,0 0 0,0-1-1,0 1 1,0 0 0,0 0 0,0 1-1,0-1 1,0 2 0,3 6-21,0 0 0,-1 0 0,0 1 0,0 0 0,1 17 0,1-3 83,0-3-110,16 55 6,-21-75 45,0-1 0,1 1 0,-1 0-1,0-1 1,1 1 0,-1-1 0,1 1 0,0 0 0,-1-1 0,1 1-1,-1-1 1,1 0 0,0 1 0,-1-1 0,1 1 0,0-1 0,0 0-1,-1 1 1,1-1 0,0 0 0,0 0 0,-1 0 0,1 0 0,0 0-1,0 0 1,-1 0 0,1 0 0,0 0 0,0 0 0,0 0 0,-1 0-1,1 0 1,0-1 0,0 1 0,-1 0 0,1 0 0,0-1-1,-1 1 1,1-1 0,0 1 0,-1-1 0,2 0 0,27-21 80,-29 21-74,20-20 31,-13 14-30,-1-1 0,1 1 0,1 1 0,-1-1 0,1 1 0,0 0 0,1 1 0,-1 0 0,10-4 0,-16 9-8,-1 0 0,1 0 0,-1 0 0,1 0 1,-1 0-1,1 0 0,-1 0 0,1 1 0,-1-1 1,0 1-1,1-1 0,-1 1 0,0-1 0,1 1 0,-1 0 1,0 0-1,0-1 0,0 1 0,1 0 0,-1 0 0,0 0 1,0 0-1,0 1 0,1 1 0,21 35-35,-16-26 31,-7-9 5,2-1 0,-1 1 0,0-1 0,1 0 0,-1 0 0,1 0 0,-1 0 0,1 0 0,0 0-1,0 0 1,0 0 0,0-1 0,0 1 0,0-1 0,1 1 0,-1-1 0,0 0 0,1 0 0,-1 0 0,5 1-1,-3-3 2,0 1 0,0-1 0,0 0 0,0 0-1,0 0 1,-1-1 0,1 0 0,0 1-1,-1-1 1,1 0 0,-1-1 0,6-4-1,14-10 6,-16 10-8,1 0 0,0 1-1,0 0 1,1 1-1,0 0 1,0 0-1,0 1 1,16-5-1,-23 9-4,0 0 0,-1 0 0,1 0-1,0 0 1,0 1 0,-1-1 0,1 1 0,0-1-1,-1 1 1,1 0 0,0 0 0,-1-1-1,1 1 1,-1 0 0,1 0 0,-1 1 0,0-1-1,1 0 1,-1 0 0,1 2 0,27 37 4,-1-2-136,-25-36 112,-1 0 1,1 0-1,0-1 1,0 1-1,-1-1 1,1 1-1,0-1 1,0 0-1,1 0 1,-1 0-1,0-1 0,0 1 1,0-1-1,1 0 1,-1 1-1,0-2 1,0 1-1,1 0 1,-1-1-1,0 1 1,0-1-1,0 0 1,0 0-1,0 0 0,0 0 1,0-1-1,0 1 1,0-1-1,3-2 1,8-6 45,-1-1 0,-1 0 0,0-1 0,16-20 0,-12 13-25,10-10 29,-15 15 63,1 0 1,0 1-1,23-18 0,-35 31-82,1-1 0,-1 1 0,1 0 0,-1 0 0,1 0 0,0 0 0,-1-1 0,1 1 0,0 0 0,-1 0 0,1 0 0,-1 0 0,1 0 0,0 0 0,-1 0 0,1 1-1,-1-1 1,1 0 0,0 0 0,-1 0 0,1 1 0,-1-1 0,1 0 0,-1 1 0,1-1 0,-1 0 0,1 1 0,-1-1 0,1 1 0,-1-1 0,1 0 0,-1 1 0,0-1 0,1 1 0,-1 0 0,0-1 0,1 1 0,-1-1 0,0 1 0,0-1 0,0 1-1,1 1 1,10 31-243,-9-26 169,8 43-1317,2 10-2257,-11-56 3005,1 0-1,-1 0 0,1 1 1,0-1-1,0-1 1,1 1-1,-1 0 0,1 0 1,-1-1-1,5 5 1,11 5-4476</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35.900"/>
    </inkml:context>
    <inkml:brush xml:id="br0">
      <inkml:brushProperty name="width" value="0.05" units="cm"/>
      <inkml:brushProperty name="height" value="0.05" units="cm"/>
      <inkml:brushProperty name="color" value="#E71224"/>
    </inkml:brush>
  </inkml:definitions>
  <inkml:trace contextRef="#ctx0" brushRef="#br0">60 49 10549,'0'0'12373,"-3"-11"-11850,3 8-505,-1 0-1,0 0 0,0 0 1,0 0-1,0 0 0,0 0 0,-1 0 1,1 1-1,-1-1 0,0 0 1,-2-2-1,4 5-14,0 0 0,-1 0 0,1 0 0,-1 0 0,1 0 0,0 0 0,-1 0 0,1 0 0,-1 0 0,1 0-1,0 0 1,-1 0 0,1 0 0,0 0 0,-1 0 0,1 0 0,-1 0 0,1 0 0,0 0 0,-1 1 0,1-1 0,0 0 0,-1 0 0,1 1 0,0-1 0,0 0 0,-1 0 0,1 1 0,0-1 0,0 0 0,-1 0 0,1 1-1,0-1 1,0 1 0,-1-1 0,-13 34 124,10-20-94,1-1 0,1 1 0,-1 0 1,2 0-1,0 23 0,1-33-36,0 0 1,0-1-1,1 1 0,-1 0 0,1 0 1,0 0-1,0-1 0,0 1 0,1 0 1,-1-1-1,1 1 0,0-1 0,0 0 1,0 1-1,0-1 0,0 0 0,1 0 1,0 0-1,-1-1 0,1 1 0,0-1 1,0 1-1,1-1 0,4 2 0,9 2-436,-1-2 0,2 0 0,-1-1 0,0-1 0,1 0 0,-1-1-1,1-1 1,-1-1 0,25-4 0,-38 4-3,0 0 0,0 0 0,0-1 0,-1 1 0,1-1 0,-1 0 0,1 0 0,-1 0 0,1 0 0,-1-1 0,0 1 0,0-1 0,0 0 0,3-4 0,15-20-4165</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36.248"/>
    </inkml:context>
    <inkml:brush xml:id="br0">
      <inkml:brushProperty name="width" value="0.05" units="cm"/>
      <inkml:brushProperty name="height" value="0.05" units="cm"/>
      <inkml:brushProperty name="color" value="#E71224"/>
    </inkml:brush>
  </inkml:definitions>
  <inkml:trace contextRef="#ctx0" brushRef="#br0">0 79 288,'0'0'20137,"3"-15"-19080,10-47-302,-10 60-476,2 12-157,4 22-98,-5-19 18,-4-11-31,1-1 0,-1 1 0,1 0-1,-1 0 1,1-1 0,0 1 0,0-1 0,-1 1 0,1-1 0,0 1 0,1-1 0,-1 0 0,0 1 0,0-1 0,0 0 0,1 0 0,-1 0 0,1 0 0,-1 0 0,1 0-1,-1 0 1,1 0 0,-1-1 0,4 2 0,-3-2 48,0-1-1,0 1 1,0 0-1,0-1 1,0 0-1,0 1 1,0-1-1,0 0 1,-1 0-1,1 0 1,0 0-1,0 0 1,-1-1-1,1 1 1,-1-1-1,1 1 1,-1-1-1,0 1 1,1-1-1,0-1 1,36-50 1424,-37 51-1366,-1 1-271,0 83-10195,0-54 4490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36.579"/>
    </inkml:context>
    <inkml:brush xml:id="br0">
      <inkml:brushProperty name="width" value="0.05" units="cm"/>
      <inkml:brushProperty name="height" value="0.05" units="cm"/>
      <inkml:brushProperty name="color" value="#E71224"/>
    </inkml:brush>
  </inkml:definitions>
  <inkml:trace contextRef="#ctx0" brushRef="#br0">1 24 15063,'0'0'11589,"49"-23"-11589,-46 23-928</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48.142"/>
    </inkml:context>
    <inkml:brush xml:id="br0">
      <inkml:brushProperty name="width" value="0.05" units="cm"/>
      <inkml:brushProperty name="height" value="0.05" units="cm"/>
      <inkml:brushProperty name="color" value="#E71224"/>
    </inkml:brush>
  </inkml:definitions>
  <inkml:trace contextRef="#ctx0" brushRef="#br0">11 685 10005,'0'0'9268,"-11"7"-8412,16-7-745,0-1 0,0 0 1,-1-1-1,1 1 0,-1-1 0,1 1 0,-1-1 0,1-1 0,-1 1 0,0-1 1,0 1-1,0-1 0,0 0 0,-1-1 0,1 1 0,-1-1 0,0 1 0,0-1 0,0 0 1,-1 0-1,4-6 0,7-14 90,-1 0-1,15-42 1,-22 51-86,15-43 88,-2-1 1,-2-1-1,-4 0 1,-2-1-1,-2 0 1,-1-80-1,-19 145 101,6 6-307,0 0-1,1 0 0,0 0 1,0 0-1,1 1 0,1 0 0,-5 20 1,1 6-12,-2 43 1,4-19 8,2 0 1,9 96 0,-4-139-5,1-1 0,0 1 1,1 0-1,1-1 0,1 0 1,0 0-1,1-1 0,1 0 0,0 0 1,2 0-1,-1-1 0,2-1 0,17 20 1,-23-29-24,1-1 0,0 1 1,0-1-1,0 0 0,0 0 0,1-1 1,-1 1-1,1-2 0,0 1 1,0-1-1,11 2 0,-14-3 26,0 0-1,0-1 0,0 1 0,1-1 1,-1 0-1,0 0 0,0-1 0,0 1 1,0-1-1,0 0 0,0 0 0,0-1 1,0 1-1,0-1 0,0 0 0,-1 1 1,1-2-1,0 1 0,-1 0 0,0-1 1,4-3-1,5-9 20,0-1 1,-1 0-1,-1-1 0,-1 0 1,0-1-1,-2 0 0,0 0 1,0 0-1,-2-1 0,5-27 1,-11 67 0,1-1 0,0 1 0,2 0 0,1-1 0,5 22 0,1 11-115,-4-14-415,2 22-1632,2-25-2858,-4-29-649</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48.549"/>
    </inkml:context>
    <inkml:brush xml:id="br0">
      <inkml:brushProperty name="width" value="0.05" units="cm"/>
      <inkml:brushProperty name="height" value="0.05" units="cm"/>
      <inkml:brushProperty name="color" value="#E71224"/>
    </inkml:brush>
  </inkml:definitions>
  <inkml:trace contextRef="#ctx0" brushRef="#br0">1 0 8836,'0'0'8164</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48.909"/>
    </inkml:context>
    <inkml:brush xml:id="br0">
      <inkml:brushProperty name="width" value="0.05" units="cm"/>
      <inkml:brushProperty name="height" value="0.05" units="cm"/>
      <inkml:brushProperty name="color" value="#E71224"/>
    </inkml:brush>
  </inkml:definitions>
  <inkml:trace contextRef="#ctx0" brushRef="#br0">0 1 15863,'0'0'9124,"3"119"-8419,4-56-401,1 9-192,-3 5-64,-2 2-48,0 0 0,-3-9-272,0-7-689,2-14-1152,1-16-224,15-17-912,-3-14-2066,4-2-5698</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49.243"/>
    </inkml:context>
    <inkml:brush xml:id="br0">
      <inkml:brushProperty name="width" value="0.05" units="cm"/>
      <inkml:brushProperty name="height" value="0.05" units="cm"/>
      <inkml:brushProperty name="color" value="#E71224"/>
    </inkml:brush>
  </inkml:definitions>
  <inkml:trace contextRef="#ctx0" brushRef="#br0">87 0 12070,'0'0'10815,"-5"0"-10713,3 2-100,-1-1 0,0 0 0,0 1 1,1-1-1,-1 1 0,0 0 0,1 0 1,0 0-1,-1 0 0,1 0 1,0 1-1,0-1 0,0 0 0,1 1 1,-1 0-1,1-1 0,-1 1 0,1 0 1,0 0-1,0 0 0,0 0 1,-1 3-1,-20 83 101,21-83-93,-4 22-8,1 0-1,1 1 1,2-1-1,4 58 1,-2-81-33,0 0 0,0 0-1,0-1 1,1 1 0,-1 0 0,1-1-1,1 1 1,-1-1 0,0 1 0,1-1 0,0 0-1,0 0 1,0 0 0,0-1 0,1 1-1,0-1 1,4 4 0,-1-3-4,0 1 1,1-1-1,0 0 0,0-1 0,0 0 1,0 0-1,0 0 0,0-1 0,13 1 1,-8-1 9,1-1 1,-1-1-1,0 0 1,1-1-1,-1 0 1,0-1-1,0 0 1,0-1 0,0-1-1,-1 0 1,1 0-1,22-13 1,-21 8-35,0-1 1,-1 0-1,0 0 0,-1-2 1,12-14-1,-19 20 84,-1 0 0,0 0 0,0 0 0,0 0 0,-1-1 0,0 0 0,0 0 0,-1 0 0,0 0-1,0 0 1,-1 0 0,0 0 0,1-15 0,-2 14 42,-4-43 1623,4 50-1662,0 0 1,0 1-1,-1-1 0,1 0 0,0 0 1,-1 1-1,1-1 0,0 0 0,-1 0 1,1 1-1,-1-1 0,1 0 0,-1 1 1,0-1-1,1 1 0,-1-1 0,0 1 1,1-1-1,-1 1 0,0-1 1,1 1-1,-1 0 0,0-1 0,0 1 1,0 0-1,1-1 0,-1 1 0,0 0 1,0 0-1,0 0 0,0 0 0,0 0 1,1 0-1,-1 0 0,0 0 0,0 0 1,0 1-1,0-1 0,1 0 0,-1 0 1,0 1-1,0-1 0,1 1 1,-1-1-1,0 0 0,0 1 0,1 0 1,-1-1-1,1 1 0,-1-1 0,0 1 1,0 1-1,-3 2-11,-1 0 1,1 1 0,0 0-1,1 0 1,-1 0-1,1 0 1,0 0 0,1 1-1,-1-1 1,1 1-1,0 0 1,0 0 0,1 0-1,-1-1 1,1 11-1,-3 14-22,1 52 0,3-76-5,0 3-21,1 1 0,0-1 0,0 0 0,1 0 0,0 0 0,0 0 0,1 0 0,0 0 0,1 0 0,0-1 0,0 0-1,1 0 1,0 0 0,1 0 0,-1-1 0,1 0 0,1 0 0,0 0 0,-1-1 0,2 0 0,-1-1 0,1 1 0,0-1 0,0-1-1,0 1 1,1-2 0,-1 1 0,1-1 0,0 0 0,0-1 0,0 0 0,0 0 0,14 0 0,-6-2-185,1 0-1,0-1 1,0-1 0,-1-1 0,1 0-1,-1-2 1,20-6 0,-22 4-1093,0 0 1,-1 0 0,0-1-1,0-1 1,12-10-1,-3-2-5913</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51.288"/>
    </inkml:context>
    <inkml:brush xml:id="br0">
      <inkml:brushProperty name="width" value="0.05" units="cm"/>
      <inkml:brushProperty name="height" value="0.05" units="cm"/>
      <inkml:brushProperty name="color" value="#E71224"/>
    </inkml:brush>
  </inkml:definitions>
  <inkml:trace contextRef="#ctx0" brushRef="#br0">6 768 1297,'0'0'18712,"0"-1"-18618,-1 1 1,1-1-1,-1 1 0,1-1 0,0 1 1,-1-1-1,1 1 0,0-1 0,-1 1 0,1-1 1,0 0-1,0 1 0,-1-1 0,1 0 1,0 1-1,0-1 0,0 0 0,0 1 1,0-1-1,0 0 0,0 1 0,0-1 0,0 0 1,1 0-1,0-6 80,1 1 0,0-1 0,1 1 0,-1 0 0,1 0 0,0 0 0,1 0 0,0 0 0,7-7 0,7-15 250,3-9-240,-2-2 1,-2 0 0,-1-1 0,-2-1 0,12-58 0,-14 36-4,-4-2-1,2-120 1,-20 150 76,10 34-251,-1 1 0,1-1 0,0 0 0,-1 1 0,1-1-1,0 1 1,-1-1 0,1 0 0,0 1 0,-1-1-1,1 1 1,-1-1 0,1 1 0,-1-1 0,1 1 0,-1 0-1,0-1 1,1 1 0,-1 0 0,1-1 0,-1 1 0,0 0-1,1 0 1,-1-1 0,0 1 0,1 0 0,-1 0-1,0 0 1,0 0 0,1 0 0,-1 0 0,0 0 0,1 0-1,-1 0 1,0 1 0,1-1 0,-1 0 0,0 0 0,1 1-1,-1-1 1,0 0 0,1 0 0,-1 1 0,1-1 0,-1 1-1,1-1 1,-1 1 0,1-1 0,-1 1 0,1-1-1,-1 2 1,-5 5-14,1 1 0,0 1 0,0-1-1,1 0 1,0 1 0,0 0 0,-2 11 0,-16 71-12,13-39 20,2 0 0,3 0 0,2 1 0,7 73 0,-3-106 12,2 0 1,0 1-1,2-2 1,0 1-1,1 0 1,16 28-1,-17-35-20,1 0 0,1-1 0,0 0 0,0-1 0,1 0 1,1 0-1,-1 0 0,2-2 0,0 1 0,16 10 0,-21-16 12,0-1 0,0 0 0,1 0 0,-1-1 1,0 0-1,1 0 0,0 0 0,-1-1 0,1 0 0,0 0 0,0-1 0,0 0 1,0 0-1,-1-1 0,1 0 0,0 0 0,0 0 0,-1-1 0,10-3 1,-7 1 7,0-1 1,-1 0-1,1 0 1,-1 0-1,0-1 1,0-1-1,-1 1 1,1-1-1,-2-1 1,1 1-1,-1-1 1,8-13-1,3-11 37,-1 0 0,-2-1-1,18-61 1,-27 77-20,-5 17-29,0 1 0,0-1 0,0 0 0,0 0-1,0 0 1,0 0 0,0 0 0,0 0 0,0 0-1,0 0 1,0 0 0,0 0 0,0 0 0,0 1-1,0-1 1,0 0 0,1 0 0,-1 0 0,0 0-1,0 0 1,0 0 0,0 0 0,0 0 0,0 0-1,0 0 1,0 0 0,0 0 0,0 0 0,1 0-1,-1 0 1,0 0 0,0 0 0,0 0 0,0 0-1,0 0 1,0 0 0,0 0 0,0 0 0,0 0-1,1 0 1,-1 0 0,0 0 0,0 0 0,0 0-1,0 0 1,0 0 0,0 0 0,0 0 0,0 0-1,0 0 1,0 0 0,0 0 0,0-1 0,1 1-1,-1 0 1,0 0 0,0 0 0,0 0 0,0 0-1,0 0 1,0 0 0,5 15-54,1 18-32,1 28 87,-6-44-2,0 1 1,1-1 0,0 0-1,2 0 1,0-1 0,1 1-1,1-1 1,12 26 0,-17-41 0,0 0 0,0 0 0,0 0 0,0 1 1,0-1-1,0 0 0,0 0 0,0 0 0,1-1 0,-1 1 1,0 0-1,1 0 0,-1-1 0,0 1 0,1-1 0,-1 1 1,1-1-1,-1 0 0,1 1 0,-1-1 0,1 0 0,-1 0 1,1 0-1,-1 0 0,1 0 0,-1 0 0,1-1 0,-1 1 1,1 0-1,-1-1 0,1 0 0,-1 1 0,1-1 0,-1 0 1,0 1-1,1-1 0,-1 0 0,0 0 0,2-1 0,7-6 19,-1 0-1,1 0 0,14-18 0,-13 13-17,0 2-3,-2 2 8,-1 0 1,1 1-1,1 0 0,13-9 1,-21 16-13,0 0 0,0 0 0,-1 0 0,1 0 0,0 0 1,0 1-1,0-1 0,0 0 0,0 1 0,0 0 0,0-1 1,0 1-1,0 0 0,0 0 0,1 0 0,-1 0 0,0 0 1,0 1-1,0-1 0,0 1 0,0-1 0,0 1 0,0 0 1,0 0-1,-1 0 0,1 0 0,0 0 0,0 0 0,-1 0 0,1 1 1,0-1-1,1 3 0,36 52-128,-33-46 85,0 0-1,0-1 1,1 0 0,0 0 0,1 0 0,0-1 0,0 0 0,10 7 0,-16-14 44,-1 0-1,1 0 1,0 0 0,0-1 0,0 1 0,0-1 0,-1 1 0,1-1 0,0 0 0,0 0-1,0 0 1,0 0 0,0 0 0,0 0 0,0 0 0,0-1 0,0 1 0,-1-1 0,1 1-1,0-1 1,0 0 0,0 0 0,-1 0 0,1 0 0,0 0 0,-1 0 0,1 0-1,-1 0 1,3-3 0,4-4 52,-1 0 0,0-1-1,13-19 1,-6 7-48,-6 10 8,-6 7-7,1 0-1,-1 0 1,1 1 0,0-1-1,0 0 1,0 1 0,1 0-1,-1 0 1,1 0 0,0 0-1,0 1 1,0-1 0,8-3-1,-9 8-7,-1-1-1,0 0 0,1 1 0,-1 0 0,0-1 0,0 1 1,0 0-1,0 0 0,0 0 0,0 1 0,0-1 0,-1 0 1,1 1-1,-1-1 0,0 1 0,2 3 0,5 8 2,-2-6-7,1 1 0,0-1 0,1 0 1,0 0-1,0-1 0,0 0 0,1 0 0,0-1 0,0 0 0,1-1 0,0 0 1,0 0-1,0-1 0,0-1 0,1 1 0,-1-2 0,1 1 0,0-2 0,0 1 1,0-2-1,0 1 0,0-1 0,0-1 0,12-2 0,-18 2 16,0 0 0,0-1 0,0 0 0,0 0-1,-1 0 1,1-1 0,0 1 0,-1-1 0,0 0 0,0 0-1,0-1 1,0 1 0,0-1 0,-1 0 0,0 0 0,1 0-1,-1-1 1,-1 1 0,1-1 0,-1 1 0,0-1 0,0 0-1,2-5 1,1-6 108,-1 1 0,0-1 0,-1-1 0,-1 1 0,0 0 0,-1-18 0,-2 34-113,0-1 1,0 1 0,0 0-1,0-1 1,0 1-1,0 0 1,-1 0-1,1-1 1,0 1 0,0 0-1,0 0 1,0 0-1,-1 0 1,1 1-1,0-1 1,0 0 0,0 0-1,0 1 1,0-1-1,0 1 1,-2 0 0,1 2-5,0 0 0,0 0 1,0 0-1,0 0 0,0 0 1,0 1-1,1-1 0,0 1 1,0-1-1,0 1 0,0-1 1,0 1-1,1 0 0,-1 3 1,1 62-63,1-44 5,-1-20 7,0 0 1,1 1-1,-1-1 0,1 0 0,1 1 0,-1-1 0,1 0 0,0 0 0,0 0 0,0-1 0,1 1 0,-1 0 0,1-1 0,1 1 0,-1-1 0,0 0 0,1 0 0,0-1 0,0 1 1,0-1-1,0 1 0,1-1 0,-1-1 0,1 1 0,0-1 0,0 0 0,0 0 0,0 0 0,0 0 0,7 0 0,8 3-62,0-2 1,1 0-1,-1-2 1,1 0-1,0-1 0,35-5 1,-50 4 123,-1 0 1,1 0 0,-1 0 0,1-1 0,-1 0 0,0 0 0,0-1 0,0 1 0,0-1 0,0 0 0,0-1 0,-1 1-1,0-1 1,1 0 0,-1 0 0,-1 0 0,1 0 0,-1-1 0,1 1 0,2-6 0,-2 0 130,1 1 0,-1-1 0,-1 0-1,0 0 1,0-1 0,-1 1 0,0 0 0,-1-1 0,0-17 0,-1 27-117,-1 0 1,1 0-1,-1-1 1,1 1-1,-1 0 0,1 0 1,-1 0-1,0-1 1,1 1-1,-1 0 1,0 0-1,0 0 1,0 0-1,0 0 0,0 1 1,0-1-1,0 0 1,0 0-1,0 1 1,0-1-1,-1 0 0,1 1 1,0-1-1,0 1 1,-1 0-1,1-1 1,0 1-1,-1 0 0,1 0 1,0 0-1,-1 0 1,1 0-1,0 0 1,-1 0-1,0 0 0,-3 0-13,1 1 0,-1-1 0,1 1 0,-1-1-1,1 1 1,-1 0 0,1 1 0,0-1-1,0 1 1,-6 3 0,4-1-12,0 1 0,1 1 0,0-1 1,0 1-1,0 0 0,0 0 0,1 0 0,0 1 1,-3 7-1,4-10-61,1 1-1,0 0 1,0-1 0,1 1-1,0 0 1,-1 0 0,2 0 0,-1 0-1,0 0 1,1 0 0,0 0 0,0 1-1,1-1 1,1 9 0,0-12 24,-1-1 1,1 0-1,-1 0 0,1 0 1,0 0-1,-1-1 1,1 1-1,0 0 0,0-1 1,0 1-1,0-1 0,-1 0 1,1 1-1,0-1 1,0 0-1,0 0 0,0 0 1,0 0-1,0-1 1,3 0-1,42-7-20,-9-10 55,27-12 36,-61 29-32,-1 0 0,1 0 0,0 0 0,0 0 0,0 1 0,0-1 0,0 1 0,0 0 0,0 0 0,0 1 0,0-1 0,0 1 0,0 0 0,6 2 0,-9-2-2,1 0 1,-1 0-1,0 0 0,1 1 1,-1-1-1,0 0 0,0 1 1,0-1-1,0 0 0,0 1 1,0-1-1,0 1 1,-1-1-1,1 1 0,0 0 1,-1-1-1,1 1 0,-1 0 1,0-1-1,0 1 0,1 0 1,-1 0-1,0-1 0,-1 4 1,1-2 4,0-1 0,0 1 1,0-1-1,1 1 1,-1 0-1,1-1 0,-1 1 1,1-1-1,0 1 0,0-1 1,0 1-1,0-1 0,1 0 1,-1 0-1,1 0 1,2 3-1,-4-4 26,1-1 0,0 0 0,0 1 0,0-1 0,0 0 0,0 1 0,0-1 0,0 0 0,0 0 0,0 0 0,0 0 0,0 0 0,0 0 0,0 0 0,0-1 0,0 1 0,0 0 0,-1 0 0,1-1 0,0 1 0,0 0 0,0-1 0,0 1 0,0-1-1,-1 1 1,1-1 0,0 0 0,0 0 0,26-22 248,-22 18-243,13-11 18,1 1-1,0 1 1,1 1 0,1 0 0,25-10-1,-36 18-12,0 1 0,0 0 0,1 1 0,-1 0 0,1 1 0,0 0 0,0 0 0,0 1 0,0 1 0,0 0 0,0 0 0,0 1 0,19 5 0,-26-5-23,-1 0-1,1 0 0,0 1 0,-1 0 0,0 0 0,1 0 0,-1 0 1,0 0-1,0 1 0,0-1 0,0 1 0,-1 0 0,1 0 0,-1 0 1,1 0-1,-1 0 0,0 1 0,0-1 0,-1 1 0,1-1 0,1 6 1,0 3-83,0 1 1,-1-1 0,-1 0 0,0 1 0,0 15-1,-1-26 60,-1-1 1,1 0-1,0 0 0,0 1 0,-1-1 0,1 0 0,0 0 1,-1 0-1,1 0 0,-1 0 0,0 0 0,1 0 0,-1 0 0,0 0 1,0 0-1,1 0 0,-1 0 0,0 0 0,0 0 0,0-1 1,0 1-1,0 0 0,-2 0 0,2 0 22,1-1 0,-1 0 0,0 0 1,1 0-1,-1 0 0,0 0 0,1 1 0,-1-1 0,0 0 0,1-1 0,-1 1 0,1 0 1,-1 0-1,0 0 0,1 0 0,-1 0 0,0-1 0,1 1 0,-1 0 0,1 0 0,-1-1 0,0 1 1,1-1-1,-1 1 0,1 0 0,-1-1 0,1 1 0,0-1 0,-1 1 0,1-1 0,-1 1 1,1-1-1,0 1 0,-1-1 0,1 0 0,0 1 0,0-1 0,0 0 0,-1 1 0,1-1 1,0 1-1,0-1 0,0 0 0,0 1 0,0-2 0,-1-9 74,1-1 1,0 1-1,0-1 0,1 1 0,1-1 0,0 1 1,1 0-1,0-1 0,0 1 0,1 1 0,1-1 1,0 1-1,0-1 0,1 1 0,0 1 0,1-1 1,9-9-1,0-1-76,1 2 1,1 0-1,1 2 0,0 0 1,1 0-1,0 2 0,26-13 1,-36 21-57,1 1 1,0 1-1,0 0 0,0 1 1,17-4-1,8 4-3398</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51.702"/>
    </inkml:context>
    <inkml:brush xml:id="br0">
      <inkml:brushProperty name="width" value="0.05" units="cm"/>
      <inkml:brushProperty name="height" value="0.05" units="cm"/>
      <inkml:brushProperty name="color" value="#E71224"/>
    </inkml:brush>
  </inkml:definitions>
  <inkml:trace contextRef="#ctx0" brushRef="#br0">37 5 2417,'0'0'22058,"-36"-4"-24731,36 34 48,0-2-4466</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52.082"/>
    </inkml:context>
    <inkml:brush xml:id="br0">
      <inkml:brushProperty name="width" value="0.05" units="cm"/>
      <inkml:brushProperty name="height" value="0.05" units="cm"/>
      <inkml:brushProperty name="color" value="#E71224"/>
    </inkml:brush>
  </inkml:definitions>
  <inkml:trace contextRef="#ctx0" brushRef="#br0">184 1 17176,'0'0'8804,"-7"88"-8644,2-41-80,-21 4-80,-5 0-112,-6-2-432,6-9-737,8-10-1088,7-9-1057,9-11-3425</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54.336"/>
    </inkml:context>
    <inkml:brush xml:id="br0">
      <inkml:brushProperty name="width" value="0.05" units="cm"/>
      <inkml:brushProperty name="height" value="0.05" units="cm"/>
      <inkml:brushProperty name="color" value="#E71224"/>
    </inkml:brush>
  </inkml:definitions>
  <inkml:trace contextRef="#ctx0" brushRef="#br0">305 430 11365,'0'0'8698,"-24"-18"-7983,-77-52-214,98 68-463,0 0-1,0 0 1,-1 0-1,1 1 1,-1-1-1,1 1 1,-1 0 0,1 0-1,-1 0 1,0 1-1,0-1 1,1 1-1,-1 0 1,0 0-1,0 0 1,0 0 0,1 1-1,-1 0 1,0-1-1,1 1 1,-1 1-1,1-1 1,-1 0-1,1 1 1,-6 3 0,3 0-8,-1 0-1,1 1 1,1 0 0,-1 0 0,1 0 0,0 0 0,1 1 0,-5 8 0,4-5-31,1 0 0,0 0 0,0 1 0,1 0-1,1 0 1,-1 0 0,2 0 0,0 0 0,0 0 0,1 0 0,1 12 0,-1-20 0,0 0 0,1-1 1,-1 1-1,1 0 0,-1-1 1,1 1-1,0-1 0,0 1 1,0-1-1,0 1 0,1-1 1,-1 0-1,1 0 0,-1 0 1,1 1-1,0-1 1,0-1-1,0 1 0,0 0 1,0 0-1,0-1 0,0 1 1,1-1-1,-1 0 0,1 0 1,-1 0-1,0 0 0,4 1 1,-2-1 7,-1 0 0,0-1 1,0 1-1,0-1 0,1 0 1,-1 0-1,0 0 0,0 0 1,0 0-1,1-1 1,-1 1-1,0-1 0,0 0 1,0 0-1,0 0 0,0-1 1,0 1-1,0-1 0,0 1 1,-1-1-1,1 0 0,-1 0 1,5-5-1,5-9 162,0-2 0,-2 1 0,0-2-1,-1 1 1,-1-1 0,9-28 0,-7 18 1125,-10 28-617,0 10-156,2 22-496,1-1 0,8 31 1,4 40 74,-7 61-47,-6-75-52,17 102 1,-18-183-69,1 0-1,-1 0 1,1 0 0,0 0 0,5 10-1,-7-16 57,1 1 0,-1-1 0,0 1 0,1-1 0,-1 1 0,1-1 0,-1 1 0,0-1 0,1 1 0,-1-1 0,1 1 0,0-1 0,-1 0 0,1 1 0,-1-1 0,1 0 0,-1 0 0,1 1 0,0-1 0,-1 0 0,1 0 0,0 0 0,-1 0 1,2 0-1,-1 0 4,0-1 0,1 1 0,-1-1 0,0 0 0,0 1 0,0-1 0,0 0 0,0 0 0,0 0 0,0 0 0,0 0 0,0 0 0,0 0 1,0 0-1,0 0 0,-1 0 0,2-2 0,17-37 38,-1-1 1,-3-1-1,-1 0 0,13-65 1,-18 70-21,71-330 565,-72 387-174,1 17-502,-6-17 90,17 78 28,-17-87-27,0 0 0,1-1-1,0 1 1,0-1 0,2 0 0,9 15 0,-14-23 1,1 0 1,0 1 0,-1-1-1,1 0 1,0 0-1,0-1 1,0 1 0,0 0-1,1-1 1,-1 1 0,0-1-1,1 0 1,-1 0 0,1 0-1,-1 0 1,1 0 0,0 0-1,-1-1 1,1 1-1,0-1 1,0 0 0,-1 0-1,1 0 1,0 0 0,-1 0-1,1-1 1,0 1 0,-1-1-1,1 0 1,0 1 0,-1-1-1,1 0 1,-1-1 0,0 1-1,5-3 1,2-3-20,0 1 1,0-2-1,-1 1 0,0-1 1,0-1-1,-1 1 1,7-11-1,4-9 103,-1-1 0,22-52-1,6-15 96,-28 149-289,-14-44 85,0-1-1,1 0 1,1 0 0,-1 0-1,1 0 1,0-1-1,1 0 1,0 0 0,0 0-1,1-1 1,-1 0 0,1 0-1,1 0 1,-1-1-1,1 0 1,0-1 0,0 0-1,14 6 1,2-4-291,-1-1-1,1 0 1,0-2 0,0 0 0,43-2-1,-59-1 321,0 0-1,-1-1 1,1 1 0,-1-1-1,1-1 1,-1 0-1,1 0 1,-1 0 0,0-1-1,0 0 1,0 0-1,0-1 1,-1 1-1,1-2 1,-1 1 0,0-1-1,0 0 1,-1 0-1,1 0 1,-1-1-1,0 0 1,-1 0 0,0 0-1,0-1 1,0 0-1,0 1 1,-1-1 0,0 0-1,-1-1 1,0 1-1,0 0 1,0-1-1,-1 1 1,1-16 0,-1 4 249,0 11-85,0-1-1,-1 0 1,0 1-1,-3-16 1,3 22-121,-1 0 0,1 1 0,-1-1 0,1 0 0,-1 1 0,1-1 1,-1 1-1,0-1 0,0 1 0,0-1 0,0 1 0,0 0 0,0-1 0,-1 1 1,1 0-1,0 0 0,0 0 0,-1 0 0,1 0 0,-1 0 0,1 0 1,-1 1-1,1-1 0,-1 0 0,0 1 0,1-1 0,-1 1 0,0 0 0,-2-1 1,0 1-30,-1-1 1,1 1-1,-1 0 1,1 0 0,-1 1-1,1-1 1,-1 1-1,1 0 1,-1 0 0,1 0-1,0 1 1,0 0-1,0 0 1,0 0-1,0 0 1,0 0 0,0 1-1,1 0 1,-1-1-1,1 2 1,0-1 0,0 0-1,0 0 1,0 1-1,0 0 1,1 0 0,-4 7-1,1 2-92,0 0 0,1 0 1,0 0-1,1 0 0,1 1 0,0-1 0,1 1 0,1 16 0,0-28 57,0-1 0,0 0 0,0 0 1,0 0-1,1 0 0,-1 1 0,0-1 0,1 0 0,-1 0 0,1 0 0,-1 0 0,1 0 0,0 0 0,-1 0 0,1 0 0,0 0 0,0-1 0,0 1 0,0 0 0,-1 0 0,1 0 0,0-1 0,0 1 0,0-1 0,1 1 0,-1-1 0,0 1 0,0-1 0,0 0 1,0 1-1,0-1 0,1 0 0,-1 0 0,0 0 0,0 0 0,0 0 0,0 0 0,1 0 0,-1 0 0,1-1 0,2 1 16,-1 0 1,1-1-1,-1 0 0,1 0 1,-1 0-1,0 0 0,1 0 1,-1-1-1,0 1 0,0-1 1,0 0-1,0 0 0,3-2 1,9-15 128,0 0 0,-1-1 0,16-32 0,-8 124-120,-19-65-234,1 0 0,0 1 1,0-2-1,1 1 0,0 0 0,0-1 0,0 0 1,1 0-1,0-1 0,0 0 0,1 0 0,-1 0 0,1 0 1,0-1-1,0-1 0,1 1 0,-1-1 0,1 0 0,-1-1 1,12 3-1,11 0-583,-1-1-1,1-1 1,0-2 0,34-2 0,-60 1 848,0 0 0,0-1 0,0 1 0,-1-1 0,1 0 1,0 0-1,-1 0 0,1 0 0,-1-1 0,1 1 0,-1-1 0,0 0 0,1 0 0,-1 0 0,0 0 0,0-1 1,0 1-1,-1-1 0,1 0 0,-1 0 0,1 0 0,-1 0 0,0 0 0,2-4 0,-1 0 333,-1 1 0,0-1 0,0 0 0,-1 0 0,1 0 0,-1 0 0,-1 0 0,1-1 0,-1 1 0,-1 0 0,1 0 0,-3-9 0,3 14-282,-1 1 1,0-1-1,0 0 0,1 0 0,-1 1 0,0-1 1,0 0-1,0 1 0,-1-1 0,1 1 0,0 0 1,-1-1-1,1 1 0,-1 0 0,1 0 1,-1 0-1,1 0 0,-1 0 0,0 0 0,1 0 1,-1 0-1,0 1 0,0-1 0,0 1 0,0-1 1,0 1-1,1 0 0,-1 0 0,0 0 0,0 0 1,-2 0-1,-1 0-33,0 0 0,1 1 1,-1-1-1,0 1 0,1 0 0,-1 0 1,0 1-1,1-1 0,0 1 0,-1 0 0,1 0 1,-5 4-1,1 1-37,1 0 0,0 0 1,1 1-1,-1 0 0,2 0 1,-1 1-1,1-1 0,-7 18 0,9-20-38,0 0-1,1 0 0,0 0 0,1 0 1,-1 1-1,1-1 0,0 1 0,0-1 1,1 1-1,0-1 0,0 0 0,1 1 1,0-1-1,0 1 0,2 6 1,-2-11-21,1 0 0,0 0 0,0 0 0,-1 0 1,1 0-1,0 0 0,1 0 0,-1-1 0,0 1 1,0-1-1,1 0 0,-1 0 0,1 1 0,-1-2 1,1 1-1,0 0 0,-1 0 0,1-1 0,0 1 1,-1-1-1,1 0 0,4 0 0,63-3-379,-63 1 423,1 0 0,-1 0 0,0-1-1,0 1 1,-1-2 0,1 1 0,0-1-1,-1 0 1,0 0 0,0-1-1,0 1 1,-1-1 0,0-1 0,0 1-1,0-1 1,0 0 0,-1 0-1,0 0 1,0-1 0,-1 1 0,0-1-1,0 0 1,2-7 0,3-10 179,-1 1 0,-1-1 1,-1 0-1,-2 0 0,2-46 1,-3 13 346,0-20 682,-11-114-1,1 160-622,8 31-571,0 0 0,-1-1 1,1 1-1,0 0 0,0 0 1,0 0-1,0-1 0,-1 1 1,1 0-1,0 0 0,0 0 0,-1 0 1,1 0-1,0 0 0,0-1 1,-1 1-1,1 0 0,0 0 0,0 0 1,-1 0-1,1 0 0,0 0 1,0 0-1,-1 0 0,1 0 0,0 0 1,0 0-1,-1 0 0,1 0 1,0 1-1,0-1 0,-1 0 1,1 0-1,0 0 0,0 0 0,-1 0 1,1 0-1,0 1 0,0-1 1,0 0-1,-1 0 0,1 0 0,0 0 1,0 1-1,0-1 0,0 0 1,0 0-1,-1 1 0,-2 5-6,0 0 0,0 0 0,1 0 1,0 0-1,0 1 0,-2 10 0,-6 51 5,4 0 1,2 1 0,9 108 0,-4-158-143,1 0 1,0 0-1,1 0 1,1-1 0,1 0-1,1 1 1,0-1-1,1-1 1,1 0 0,1 0-1,17 25 1,-25-41 119,1 1 1,-1 0-1,1-1 1,0 1 0,0-1-1,-1 0 1,1 0-1,0 1 1,0-1-1,0 0 1,0-1-1,1 1 1,-1 0-1,0-1 1,0 1 0,0-1-1,1 1 1,-1-1-1,0 0 1,0 0-1,1 0 1,-1 0-1,0-1 1,0 1-1,1-1 1,-1 1-1,0-1 1,0 0 0,0 0-1,0 1 1,0-2-1,0 1 1,3-2-1,7-5 27,-1 0 1,0-1-1,-1 0 0,12-13 0,-12 13-21,32-38 73,-33 35-58,0 1 1,1 0-1,1 0 0,-1 1 1,2 0-1,0 1 1,0 0-1,24-12 1,-33 19-10,1 1-1,-1 0 1,1 0 0,-1 1 0,1-1 0,-1 1 0,1 0 0,0 0 0,-1 0 0,1 0-1,0 1 1,-1-1 0,1 1 0,-1 0 0,1 0 0,-1 0 0,0 1 0,1-1 0,-1 1-1,0 0 1,0 0 0,0 0 0,0 0 0,0 0 0,-1 1 0,1-1 0,-1 1 0,1 0-1,-1 0 1,0 0 0,0 0 0,0 0 0,2 6 0,3 6-25,0-1 1,-2 1-1,1 0 1,5 31-1,-9-37-17,-2-13-5,0-10 136,1-1 0,0 0 0,1 1 1,0-1-1,2 1 0,-1 0 1,11-24-1,-10 29-91,0 1 0,1 0 0,0 0 0,1 0 1,0 0-1,0 1 0,1 0 0,-1 0 0,2 1 0,-1 0 0,1 0 1,0 0-1,9-4 0,-9 6-112,-1 1 1,1 0-1,0 0 1,-1 1-1,1 0 1,1 0-1,-1 1 1,0 0-1,11 0 1,-11 1-656,-1 0 0,0 1 0,0 0 1,0 0-1,0 1 0,0 0 1,0 0-1,0 0 0,0 1 1,9 6-1,17 12-5482</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55.478"/>
    </inkml:context>
    <inkml:brush xml:id="br0">
      <inkml:brushProperty name="width" value="0.05" units="cm"/>
      <inkml:brushProperty name="height" value="0.05" units="cm"/>
      <inkml:brushProperty name="color" value="#E71224"/>
    </inkml:brush>
  </inkml:definitions>
  <inkml:trace contextRef="#ctx0" brushRef="#br0">246 427 12710,'0'0'11376,"-21"-14"-10317,-66-39-507,86 52-545,-1 0-1,1 1 1,-1-1 0,1 0-1,-1 0 1,0 1-1,0-1 1,1 1 0,-1-1-1,0 1 1,1 0 0,-1-1-1,0 1 1,0 0-1,0 0 1,1 1 0,-1-1-1,0 0 1,0 0-1,1 1 1,-1-1 0,0 1-1,1 0 1,-1-1 0,0 1-1,1 0 1,-1 0-1,1 0 1,-1 0 0,1 0-1,0 1 1,-1-1 0,1 0-1,0 0 1,0 1-1,0-1 1,0 1 0,0-1-1,0 1 1,0 0-1,0 1 1,-4 5 38,-4 6-29,0-1 0,1 1-1,1 0 1,0 1 0,1 0 0,1 0 0,0 0-1,1 1 1,1-1 0,0 1 0,1 0 0,0 32-1,2-47-27,0 1 0,0-1 1,0 0-1,1 0 0,-1 1 0,0-1 0,1 0 0,-1 0 0,1 0 0,-1 0 0,1 0 0,0 1 0,-1-1 0,1 0 0,0 0 0,0-1 1,0 1-1,-1 0 0,1 0 0,0 0 0,0 0 0,0-1 0,1 1 0,-1 0 0,0-1 0,0 1 0,0-1 0,0 0 0,1 1 0,-1-1 0,0 0 1,2 1-1,0-1 4,0 0 1,-1 0-1,1 0 1,0 0 0,0 0-1,-1 0 1,1-1-1,0 1 1,-1-1 0,1 0-1,-1 0 1,1 0-1,-1 0 1,1 0 0,3-3-1,2-3 17,0-1-1,0 0 1,-1 0-1,0-1 1,-1 0-1,0 0 1,10-20-1,29-76 138,-45 104-40,0 9-66,0 10-48,-1-6-39,1 1 0,0-1 0,1 0 0,1 0 1,0 1-1,4 12 0,-5-22-4,0 0 1,1 0-1,-1 0 1,1-1-1,0 1 1,-1 0-1,1-1 1,1 1-1,-1-1 1,0 1-1,1-1 1,-1 0-1,1 0 1,-1 0-1,1-1 1,0 1-1,0-1 1,0 1-1,0-1 1,0 0-1,0 0 1,0 0-1,0-1 1,1 1-1,-1-1 1,0 1-1,0-1 1,6-1-1,-3 1 30,0 0 0,0 0-1,0-1 1,-1 0-1,1 0 1,0 0-1,-1-1 1,1 0-1,-1 0 1,0 0 0,10-7-1,-7 3 26,0 0-1,-1-1 1,0 1 0,-1-2-1,1 1 1,6-12-1,-1 0 85,-1 1 0,-1-2 0,-1 0 0,-1 0 0,-1 0-1,0-1 1,-2 0 0,0-1 0,1-23 0,1-33 897,-4-91-1,-3 119-409,-1 40 395,-2 10-420,-7 19-309,-7 33-422,9-17 168,2 0 1,1 0-1,0 51 1,9 109-176,-3-184 99,0 1-1,1 0 1,0-1-1,1 1 1,0-1 0,0 0-1,2 0 1,-1 0-1,8 12 1,-9-18 28,0-1 0,0 1 0,1-1 0,-1 0 0,1 0 0,0 0 0,0 0 0,1-1 0,-1 1 0,1-1 0,-1-1 0,1 1 0,0 0 0,0-1 0,0 0 0,1 0 0,-1-1 0,0 1 0,1-1 0,-1-1 0,8 2 0,-5-3 58,0 1 0,0-1 0,0 0 0,0 0 0,0-1 0,0 0 0,-1-1 0,1 0-1,-1 0 1,0 0 0,0-1 0,0 0 0,0 0 0,0-1 0,-1 0 0,0 0-1,0-1 1,-1 1 0,7-9 0,8-12 83,-1-1 0,-2-1 0,21-43-1,-11 21 278,-27 49 158,0 19-630,-4 50 62,1-46-146,2 1 0,2 38-1,0-58 170,0-1-1,0 0 1,0 1-1,0-1 1,1 0-1,-1 0 1,1 0-1,-1 0 1,1 0-1,0 0 1,0 0-1,0-1 1,0 1-1,0 0 1,0-1-1,0 0 1,0 1-1,1-1 1,-1 0-1,0 0 1,1-1-1,-1 1 1,1 0-1,-1-1 1,1 1-1,-1-1 1,4 0-1,2 1 11,0 0 0,0-1-1,0 1 1,0-2 0,0 1-1,0-1 1,15-4 0,-12 0 20,0 0 0,-1-1 0,0 0-1,0-1 1,0 0 0,-1 0 0,0-1 0,10-11 0,4-6 231,31-45 0,-44 47 229,-10 23-441,0 0 1,0-1 0,0 1-1,0-1 1,0 1 0,0 0-1,0-1 1,0 1 0,0 0-1,0-1 1,0 1 0,-1 0-1,1-1 1,0 1-1,0 0 1,0-1 0,0 1-1,-1 0 1,1 0 0,0-1-1,0 1 1,-1 0 0,1 0-1,0-1 1,-1 1 0,1 0-1,0 0 1,0 0 0,-1-1-1,1 1 1,0 0-1,-1 0 1,0 0 0,-1 0-6,0 0-1,0 0 1,0 1 0,0-1 0,0 1 0,0-1 0,0 1-1,1 0 1,-1-1 0,0 1 0,0 0 0,0 0-1,1 1 1,-1-1 0,1 0 0,-1 0 0,1 1 0,-3 2-1,-2 3-19,0 0-1,0 0 0,1 0 0,0 1 0,1 0 0,0 0 1,0 0-1,0 1 0,1-1 0,0 1 0,1 0 1,0 0-1,1 0 0,-1 0 0,2 0 0,-1 0 0,2 17 1,0-23 3,0 0 0,0 0 1,-1 0-1,2 0 1,-1 0-1,0 0 0,1-1 1,-1 1-1,1-1 1,0 1-1,-1-1 0,1 1 1,1-1-1,-1 0 0,0 0 1,0 0-1,1 0 1,-1-1-1,1 1 0,0 0 1,-1-1-1,1 0 1,0 0-1,0 0 0,0 0 1,0 0-1,6 0 0,7 3-66,1-2 0,-1 0 0,30 0 0,-30-2-56,-1 0 1,1-1-1,28-6 0,-38 5-76,0 0 0,0 0-1,-1 0 1,1-1 0,0 0-1,-1 0 1,0 0 0,0-1-1,0 0 1,0 0 0,0 0-1,6-8 1,-10 10-109,1-1 0,-1 1 0,1-1 0,-1 0-1,0 1 1,0-1 0,0 0 0,0 0 0,-1 0 0,1 0 0,-1 0-1,0 0 1,1 1 0,-1-1 0,-1-6 0,1 0-925,0-16-2613</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55.810"/>
    </inkml:context>
    <inkml:brush xml:id="br0">
      <inkml:brushProperty name="width" value="0.05" units="cm"/>
      <inkml:brushProperty name="height" value="0.05" units="cm"/>
      <inkml:brushProperty name="color" value="#E71224"/>
    </inkml:brush>
  </inkml:definitions>
  <inkml:trace contextRef="#ctx0" brushRef="#br0">26 145 7459,'0'0'16552,"-25"-124"-15015,25 110-993,0 7-352,0 17-3105,0 8 175,0 3-959,0-4-3266</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56.197"/>
    </inkml:context>
    <inkml:brush xml:id="br0">
      <inkml:brushProperty name="width" value="0.05" units="cm"/>
      <inkml:brushProperty name="height" value="0.05" units="cm"/>
      <inkml:brushProperty name="color" value="#E71224"/>
    </inkml:brush>
  </inkml:definitions>
  <inkml:trace contextRef="#ctx0" brushRef="#br0">0 15 16520,'0'0'8852,"135"4"-8452,-70-4-192,0 0-128,-1-2-80,-1-7-112,-9 4-865,-5 3-1664,-10 2-1024,-10 0-3651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56.834"/>
    </inkml:context>
    <inkml:brush xml:id="br0">
      <inkml:brushProperty name="width" value="0.05" units="cm"/>
      <inkml:brushProperty name="height" value="0.05" units="cm"/>
      <inkml:brushProperty name="color" value="#E71224"/>
    </inkml:brush>
  </inkml:definitions>
  <inkml:trace contextRef="#ctx0" brushRef="#br0">57 1 17560,'0'0'7956,"-23"77"-7892,13-42-48,-1 0-16,1-5-705,7-7-1376,3-6-1136,0-8-1521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57.714"/>
    </inkml:context>
    <inkml:brush xml:id="br0">
      <inkml:brushProperty name="width" value="0.05" units="cm"/>
      <inkml:brushProperty name="height" value="0.05" units="cm"/>
      <inkml:brushProperty name="color" value="#E71224"/>
    </inkml:brush>
  </inkml:definitions>
  <inkml:trace contextRef="#ctx0" brushRef="#br0">0 451 14551,'0'0'5698,"23"-9"-5044,5 0-388,-11 5-16,0-1-1,-1-1 0,0-1 1,0 0-1,0-2 0,24-15 0,-36 20-97,0 1-1,0-1 1,0 0-1,-1 1 1,1-2-1,-1 1 1,0 0-1,0-1 1,0 1-1,-1-1 1,1 0-1,-1 0 1,-1 0-1,1 0 0,-1 0 1,1-1-1,-1 1 1,-1 0-1,1-1 1,-1 1-1,-1-9 1,1 13-131,0 0 0,-1 0 0,1 0 0,0 1 0,-1-1 0,1 0 0,-1 0 0,1 0 0,-1 1 0,0-1 0,1 0 1,-1 0-1,0 1 0,0-1 0,1 1 0,-1-1 0,0 1 0,0-1 0,0 1 0,1-1 0,-1 1 0,0 0 0,0 0 0,0-1 0,0 1 1,0 0-1,0 0 0,0 0 0,0 0 0,0 0 0,0 0 0,-1 0 0,-39 2-46,37-1 30,0 0-11,-1 0 1,0 0-1,0 1 1,1 0 0,-1 0-1,1 0 1,-1 0-1,1 1 1,0 0-1,0 0 1,0 0 0,1 0-1,-1 1 1,1-1-1,-1 1 1,1 0-1,0 0 1,1 0 0,-1 0-1,1 1 1,0-1-1,0 1 1,-2 5-1,-1 4 0,1 0 0,0 0 0,0 1 0,2-1 0,0 1-1,0 22 1,2-34-15,0 1-1,0-1 1,1 0 0,-1 0-1,1 0 1,-1 1 0,1-1-1,0 0 1,1 0-1,-1 0 1,0 0 0,1-1-1,0 1 1,-1 0-1,1 0 1,0-1 0,0 1-1,1-1 1,-1 0-1,0 0 1,1 0 0,0 0-1,-1 0 1,1 0 0,0-1-1,0 1 1,0-1-1,0 0 1,0 0 0,4 1-1,10 2-59,-1-2-1,1 0 1,-1 0-1,30-2 0,-27 0 81,-8-1-2,-1 1 1,1-1-1,-1-1 0,1 0 1,-1 0-1,0-1 1,1 0-1,-1-1 1,-1 0-1,1-1 0,-1 0 1,16-11-1,-14 7 2,1-1 0,-2 0-1,1-1 1,-1 0 0,-1 0-1,0-1 1,-1-1-1,9-17 1,-4 3 96,-2 0-1,0-1 1,-2 0-1,-2-1 1,0 0 0,-2 0-1,-1-1 1,0-47-1,-4 13 1128,0 63-749,-4 4-448,0 0 0,0 1 1,1-1-1,-1 1 0,1 0 1,0 0-1,0 0 0,0 0 0,0 1 1,1-1-1,-1 1 0,-2 9 1,-19 62-65,15-34 16,2 1 0,2-1 0,2 1 0,2 1 0,5 62 0,-3-99-21,0 0 0,1 0 0,0 0 1,0-1-1,0 1 0,1-1 0,0 1 1,0-1-1,1 0 0,-1 0 0,1 0 1,0-1-1,1 0 0,0 1 0,0-1 1,0-1-1,0 1 0,1-1 0,-1 0 1,1 0-1,0-1 0,0 0 0,1 0 1,-1 0-1,1-1 0,-1 1 0,1-2 1,9 2-1,-4 0-10,0-1 0,-1-1 0,1 0-1,0-1 1,0 0 0,0-1 0,0 0 0,0-1 0,0 0 0,0-1 0,-1-1 0,0 1 0,1-2 0,-1 1-1,18-13 1,103-70-180,-131 85 264,1-1 1,-1 1 0,0 0 0,0 0 0,0-1 0,0 1 0,0-1 0,0 1 0,-1-1 0,1 1 0,-1-1 0,0 1 0,0-1 0,0 1-1,0-1 1,0 1 0,0-1 0,-1 0 0,1 1 0,-1-1 0,0 1 0,0 0 0,0-1 0,0 1 0,0 0 0,-3-5 0,1 6-17,0-1 0,-1 1 0,1-1 0,-1 1 0,1 0 0,0 0 0,-1 1 0,0-1 0,1 1 0,-1 0 0,1 0 0,-1 0 0,1 0 0,-1 1 0,0-1 0,1 1 0,0 0 0,-1 0 0,1 0 0,-1 1 0,1-1 0,-6 4 0,2-1-7,1 1 1,0-1 0,-1 1 0,2 0 0,-1 1 0,1 0-1,0-1 1,0 1 0,-6 10 0,6-6-8,0 0-1,1 0 1,0 1 0,1-1 0,1 1-1,-1 0 1,1-1 0,1 1 0,0 0 0,1 0-1,0 12 1,1-20-4,-1-1 1,0 1-1,1 0 0,0 0 0,-1 0 0,1-1 1,0 1-1,0 0 0,1-1 0,-1 1 0,1-1 1,-1 0-1,1 1 0,0-1 0,-1 0 0,1 0 1,1 0-1,-1 0 0,0 0 0,0 0 0,1-1 1,-1 1-1,0-1 0,1 0 0,0 0 0,-1 1 1,1-2-1,0 1 0,0 0 0,4 0 0,11 3 3,0-2 0,0 0-1,31-2 1,-37 0-9,-6 0-41,24 1-43,54-8 0,-75 6-208,0-1 1,-1 0-1,0 0 1,1-1-1,-1 0 1,0-1-1,0 1 0,-1-2 1,1 1-1,-1-1 1,8-6-1,-14 10 41,0 0-1,0 0 1,-1 0-1,1 0 1,0 0 0,0 0-1,-1-1 1,1 1-1,-1 0 1,1 0 0,-1-1-1,1 1 1,-1 0-1,0-1 1,1 1 0,-1 0-1,0-1 1,0 1-1,0 0 1,0-1 0,-1 0-1,1-3-1305,0-8-3222</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58.064"/>
    </inkml:context>
    <inkml:brush xml:id="br0">
      <inkml:brushProperty name="width" value="0.05" units="cm"/>
      <inkml:brushProperty name="height" value="0.05" units="cm"/>
      <inkml:brushProperty name="color" value="#E71224"/>
    </inkml:brush>
  </inkml:definitions>
  <inkml:trace contextRef="#ctx0" brushRef="#br0">0 57 13862,'0'0'9733,"150"-3"-9125,-82-8 16,2-3-63,-6 2-241,-7 3-320,-13 4-96,-12 3 48,-9 2-208,-5 0-1041,-2 0-784,-3 9-816,2 7-2338</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2:58.414"/>
    </inkml:context>
    <inkml:brush xml:id="br0">
      <inkml:brushProperty name="width" value="0.05" units="cm"/>
      <inkml:brushProperty name="height" value="0.05" units="cm"/>
      <inkml:brushProperty name="color" value="#E71224"/>
    </inkml:brush>
  </inkml:definitions>
  <inkml:trace contextRef="#ctx0" brushRef="#br0">0 1 18649,'0'0'12149,"0"9"-12053,0-6-96,0 1-224,0 3-1233,0 3-976,0-1-1905</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3:46.827"/>
    </inkml:context>
    <inkml:brush xml:id="br0">
      <inkml:brushProperty name="width" value="0.05" units="cm"/>
      <inkml:brushProperty name="height" value="0.05" units="cm"/>
      <inkml:brushProperty name="color" value="#E71224"/>
    </inkml:brush>
  </inkml:definitions>
  <inkml:trace contextRef="#ctx0" brushRef="#br0">98 1 12470,'0'0'6760,"-8"21"-6128,-4 11-403,1 1-1,2 0 0,-9 56 0,18-82-190,-20 147 534,1 278 0,19-424-565,1-1 1,0 1-1,0-1 1,1 1-1,0-1 1,0 0-1,1 1 1,0-1-1,0-1 0,0 1 1,1 0-1,0-1 1,1 0-1,-1 0 1,1 0-1,0 0 1,1-1-1,10 9 1,-6-8-364,-1 0 0,0-1 1,1 0-1,0 0 0,0-1 1,0-1-1,1 0 0,-1 0 0,1-1 1,0 0-1,0-1 0,17 0 1,20-1-4442</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3:49.158"/>
    </inkml:context>
    <inkml:brush xml:id="br0">
      <inkml:brushProperty name="width" value="0.05" units="cm"/>
      <inkml:brushProperty name="height" value="0.05" units="cm"/>
      <inkml:brushProperty name="color" value="#E71224"/>
    </inkml:brush>
  </inkml:definitions>
  <inkml:trace contextRef="#ctx0" brushRef="#br0">201 121 3666,'0'0'13491,"2"-13"-12988,-2 5 3943,0-92-2506,1 136-1946,-1-1-1,-2 0 1,-2 1 0,-1-1 0,-2 0 0,-21 64 0,20-75 3,-2-1 0,-1 0 0,0 0 0,-2-1 0,-1-1 0,0 0 0,-34 36 0,47-56 9,1-1 1,0 1-1,-1-1 0,1 1 1,-1-1-1,1 1 0,-1-1 1,1 0-1,-1 1 0,0-1 0,1 0 1,-1 1-1,1-1 0,-1 0 1,0 0-1,1 0 0,-1 1 1,1-1-1,-1 0 0,0 0 1,1 0-1,-1 0 0,0 0 1,1 0-1,-1 0 0,0 0 1,1-1-1,-1 1 0,0 0 0,-8-19 61,8-37-83,1 46 24,1 12-27,0 0-1,0 0 1,0 0 0,0 0 0,0 0-1,0 0 1,1-1 0,-1 1-1,0 0 1,4 2 0,2 4-4,16 23 19,2 0 0,2-2-1,53 48 1,-68-68-102,1 0 1,-1 0-1,1-1 0,1-1 0,-1 0 0,1-1 1,1 0-1,-1-1 0,1-1 0,0 0 0,0-1 0,30 2 1,-33-5 59,-1 0 0,1 0 1,0-1-1,-1-1 0,1 0 1,-1 0-1,18-7 0,-22 6 28,1-1 1,-1 0-1,0 0 0,-1-1 0,1 0 0,-1 0 1,0-1-1,0 1 0,0-2 0,-1 1 1,7-11-1,-4 3 37,0-1 0,-2 0-1,1 0 1,-2 0 0,0-1 0,-1 0 0,-1 0 0,0 0 0,-1 0 0,-1 0-1,0-1 1,-3-20 0,2 36-2,0 0-1,0-1 1,0 1-1,-1 0 1,1 0-1,0-1 1,-1 1-1,1 0 1,-1 0-1,1 0 1,-1-1-1,0 1 1,1 0-1,-1 0 1,0 0-1,0 0 1,0 0-1,0 0 1,0 0-1,0 1 1,0-1-1,0 0 1,0 0-1,0 1 1,0-1-1,0 1 1,-1-1-1,1 1 1,0-1-1,0 1 1,-1 0-1,1 0 1,0 0-1,-1-1 1,1 1-1,0 1 1,-1-1-1,1 0 1,0 0-1,0 0 1,-2 1-1,-2-1-3,0 1 0,1 0-1,-1 0 1,1 1 0,-1-1 0,1 1-1,-1 0 1,1 0 0,0 0-1,0 1 1,-4 3 0,-1 2-17,0 2 0,1-1 0,1 1 0,-1 1 0,2-1 0,-1 1 0,2 0 0,-1 1 0,1-1 0,1 1 0,0 0 0,1 0 0,0 0 0,1 1 0,0-1 0,1 1 0,1-1 0,0 1 0,3 22 0,-3-33-2,1 0 1,-1 0 0,1-1-1,0 1 1,0 0-1,0-1 1,0 1-1,0-1 1,0 1-1,0-1 1,1 0-1,-1 1 1,0-1 0,1 0-1,-1 0 1,1 0-1,0 0 1,-1 0-1,1 0 1,0 0-1,-1-1 1,1 1 0,0-1-1,0 1 1,0-1-1,-1 0 1,1 1-1,0-1 1,0 0-1,0 0 1,2-1-1,1 1 8,-1 0 0,1 0 0,0-1 0,0 0 0,-1 0 0,1 0-1,-1 0 1,1-1 0,-1 0 0,0 0 0,6-3 0,54-58 54,-64 63-60,1-1 1,-1 1-1,1-1 1,-1 1-1,1-1 1,-1 1-1,1 0 1,0-1-1,-1 1 1,1 0-1,-1 0 1,1-1-1,0 1 1,-1 0-1,1 0 0,0 0 1,-1 0-1,1 0 1,0 0-1,-1 0 1,1 0-1,0 0 1,-1 0-1,1 0 1,0 0-1,-1 0 1,1 0-1,-1 1 1,1-1-1,0 0 1,-1 1-1,1-1 1,-1 0-1,1 1 1,-1-1-1,1 1 1,-1-1-1,1 0 1,-1 1-1,1-1 0,-1 1 1,1 0-1,-1-1 1,0 1-1,0-1 1,1 1-1,-1 0 1,0-1-1,0 1 1,1-1-1,-1 1 1,0 0-1,0-1 1,0 1-1,0 0 1,0-1-1,0 2 1,5 38 4,-5-39 3,-1 1-1,1-1 1,0 0-1,0 0 1,0 1-1,0-1 1,0 0-1,0 1 1,0-1-1,0 0 1,1 0-1,-1 1 1,0-1-1,1 0 1,-1 0-1,1 0 1,-1 0-1,1 1 1,0-1-1,-1 0 1,1 0-1,1 1 1,0-3 1,0 1 0,0-1 1,0 1-1,0-1 0,0 0 0,0 1 1,0-1-1,-1 0 0,1 0 1,0-1-1,0 1 0,-1 0 1,1 0-1,1-3 0,12-8-11,1 0-1,1 2 1,0-1-1,0 2 1,1 0 0,0 1-1,1 1 1,-1 1-1,1 0 1,1 2-1,-1 0 1,1 1 0,-1 1-1,1 1 1,0 1-1,20 1 1,-37 0 5,0-1 0,0 1 1,0 0-1,0 0 1,0 0-1,-1 0 0,1 0 1,0 0-1,-1 1 0,1-1 1,-1 1-1,1 0 1,-1 0-1,0 0 0,0 0 1,0 0-1,0 0 0,0 0 1,0 1-1,-1-1 0,1 1 1,-1-1-1,1 1 1,0 4-1,1 0 9,-1 0 0,-1 0 1,1 0-1,-1 1 0,-1-1 1,1 0-1,-1 0 0,-2 14 0,2-19-4,-1 1 0,0-1 0,0 0 0,0 1 0,0-1 0,0 0 0,0 0 0,-1 1 0,1-1 0,-1 0 0,0 0 0,1-1 0,-1 1 0,0 0 0,-3 1 0,4-2-1,0 0 1,0 0-1,-1 0 0,1 0 1,-1 0-1,1-1 1,0 1-1,-1 0 0,1-1 1,-1 1-1,0-1 0,1 0 1,-1 0-1,1 1 1,-1-1-1,1 0 0,-1 0 1,0 0-1,1-1 1,-1 1-1,1 0 0,-1-1 1,0 1-1,1-1 0,-1 1 1,-1-2-1,1-1 2,1-1 1,-1 1-1,1-1 0,0 0 0,0 1 0,0-1 1,0 0-1,0 0 0,1 1 0,0-1 0,0 0 1,0 0-1,0 0 0,1 0 0,0-4 0,0-7 30,-1 9-34,1 0 0,0 1 1,0-1-1,0 1 0,0-1 1,1 1-1,0 0 1,0 0-1,1 0 0,-1 0 1,1 0-1,0 0 1,0 0-1,1 1 0,-1 0 1,1 0-1,0 0 0,0 0 1,1 0-1,-1 1 1,1 0-1,0 0 0,0 0 1,0 0-1,0 1 1,0 0-1,8-2 0,8-3 2,-1 2-1,1 0 1,0 1-1,1 2 0,41-1 1,-34 4-288,0 2 0,-1 1 0,45 12 0,32 6-445,-104-22 724,0 0 1,1 1-1,-1-1 1,0 0-1,1 0 1,-1 0-1,0 0 1,1 0-1,-1 0 1,1 0-1,-1 0 1,0-1-1,1 1 1,-1-1-1,0 1 1,0-1-1,1 1 1,-1-1-1,0 0 1,0 1-1,0-1 1,0 0-1,0 0 1,0 0 0,0 0-1,0 0 1,0 0-1,0 0 1,0 0-1,0-2 1,1-2 80,-1 1 1,0-1-1,0 0 1,-1 0-1,1 0 1,-1 1-1,-1-7 0,1-1 119,0 10-117,1-1 0,-1 1 0,0-1 0,-1 1 0,1-1 0,0 1 0,-1-1 0,1 1 0,-1-1 1,0 1-1,1-1 0,-1 1 0,0 0 0,-1 0 0,-1-4 0,0 4-25,1 1-1,0 0 0,0 0 1,-1 0-1,1 0 1,-1 0-1,1 1 1,-1-1-1,1 1 0,-1-1 1,1 1-1,-1 0 1,1 0-1,-1 0 0,0 0 1,-2 1-1,1 0-45,0 0 0,0 0 0,0 1 0,0-1 0,0 1-1,0 0 1,1 0 0,-1 0 0,1 0 0,-1 1 0,1-1 0,0 1-1,0 0 1,0 0 0,0 0 0,0 1 0,1-1 0,0 0-1,-1 1 1,1 0 0,1 0 0,-1-1 0,-1 6 0,-2 4-11,0 0 1,1 0-1,1 0 1,0 0 0,1 0-1,-1 16 1,2-22-7,1-1 1,0 1 0,0-1 0,0 1-1,1-1 1,0 1 0,0-1 0,1 0-1,3 9 1,-4-13-2,1 1 1,0-1-1,0 0 1,0 0-1,0 0 1,0-1-1,0 1 0,0 0 1,1-1-1,-1 1 1,1-1-1,-1 0 1,1 0-1,-1 0 0,1 0 1,0 0-1,0-1 1,-1 1-1,1-1 0,0 1 1,0-1-1,-1 0 1,1 0-1,4-1 1,-4 1 11,0 0 0,1 0 0,-1-1 0,1 1 0,-1-1 0,1 1 1,-1-1-1,0 0 0,1-1 0,-1 1 0,0 0 0,0-1 1,0 0-1,0 0 0,0 0 0,4-3 0,-2-2 4,1 0-1,-1 0 1,0 0-1,-1 0 1,7-13 0,-5 7 19,-3 8-3,0-1 0,0 1 1,0-1-1,-1 0 0,0 0 0,0 0 1,0-1-1,0-7 0,-2 12 148,1 3-165,0 1-1,0-1 1,-1 0-1,1 0 0,0 1 1,-1-1-1,1 0 1,-1 1-1,0-1 1,1 0-1,-1 1 1,0-1-1,0 1 1,0-1-1,0 0 1,0 1-1,0-1 1,-1 3-1,1 1-1,10 258-46,11 475 2283,-21-663-2006,-23-79 144,-5-15-343,2-1 1,0-1-1,1-1 0,2-1 0,-30-37 0,45 51-34,-20-21-6,2-2 1,-40-65 0,60 87-4,0 0-1,1 0 1,0 0 0,1-1 0,0 1 0,1-1 0,0 0 0,1-1-1,0 1 1,0 0 0,2-1 0,-1 1 0,1 0 0,1-1 0,3-15-1,-3 23 7,0 0 0,1 0 0,0 1 0,-1-1 0,2 0 0,-1 1 0,0 0-1,1 0 1,-1-1 0,1 1 0,0 1 0,0-1 0,5-4 0,50-26-46,-37 22 43,48-26 24,145-85-44,-191 106 37,-1 0 0,0-1 0,-2-1-1,0-1 1,-1-1 0,29-40-1,-43 52-5,0 0-1,0 0 0,-1-1 1,-1 1-1,1-1 0,-1 0 1,-1 0-1,1 0 0,-2 0 1,1 0-1,0-16 0,-2 24-4,0 1-1,-1-1 0,1 1 1,0-1-1,0 1 1,0-1-1,0 1 0,0-1 1,-1 1-1,1-1 0,0 1 1,-1 0-1,1-1 0,0 1 1,-1-1-1,1 1 1,0 0-1,-1-1 0,1 1 1,0 0-1,-1-1 0,1 1 1,-1 0-1,1-1 0,-1 1 1,1 0-1,-1 0 1,1 0-1,-1 0 0,1 0 1,-1-1-1,1 1 0,-1 0 1,1 0-1,-1 0 1,1 0-1,-1 0 0,1 1 1,-1-1-1,0 0 0,1 0 1,-1 0-1,1 0 0,0 1 1,-1-1-1,1 0 1,-1 0-1,1 1 0,-1-1 1,1 0-1,-1 1 0,1-1 1,0 0-1,-1 1 0,1 0 1,-27 19-38,22-13 30,1 1 0,0-1 0,0 1 0,0 0 1,1 0-1,1 0 0,-1 1 0,1-1 0,1 1 1,-1-1-1,1 1 0,1 0 0,0-1 0,1 13 1,0-15 7,-1-1 0,1 0 0,0 0 0,1 0 1,-1 0-1,1 0 0,0 0 0,0 0 0,1 0 1,-1 0-1,1-1 0,0 0 0,0 1 0,1-1 1,-1 0-1,1 0 0,0-1 0,0 1 0,0-1 1,0 0-1,1 0 0,-1 0 0,1-1 0,6 3 1,3-1-160,0 0 0,0-1 0,0 0 0,1-1-1,-1-1 1,1 0 0,-1-1 0,1-1 0,15-2 0,-19 1-1020,0 0 0,0-1 0,0 0-1,0-1 1,-1 0 0,0 0-1,15-10 1,6-8-8456</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3:50.274"/>
    </inkml:context>
    <inkml:brush xml:id="br0">
      <inkml:brushProperty name="width" value="0.05" units="cm"/>
      <inkml:brushProperty name="height" value="0.05" units="cm"/>
      <inkml:brushProperty name="color" value="#E71224"/>
    </inkml:brush>
  </inkml:definitions>
  <inkml:trace contextRef="#ctx0" brushRef="#br0">13 186 3105,'0'0'14231,"-10"-12"-10058,9 4-3972,0-1 0,1 0 0,0 1 0,0-1 0,1 0 0,0 1 0,1-1 0,0 0 1,0 1-1,1 0 0,6-15 0,-6 19-181,-1 0 1,0 0 0,1 1-1,0-1 1,0 1-1,0-1 1,0 1-1,1 0 1,-1 0-1,1 0 1,0 1-1,0-1 1,0 1-1,0 0 1,0 0-1,0 1 1,1-1-1,-1 1 1,1 0 0,-1 0-1,1 0 1,-1 0-1,1 1 1,4 0-1,-5 1-18,-1 0 0,1 0-1,-1 0 1,0 0 0,1 1 0,-1-1 0,0 1-1,0 0 1,1 0 0,-2 0 0,1 0-1,0 1 1,0-1 0,-1 1 0,1 0-1,-1-1 1,0 1 0,0 0 0,0 1-1,0-1 1,2 5 0,2 5 4,0-1 0,-1 1 0,0 0 0,4 21 1,-5-5 18,-1 0 1,-1 50 0,-2-57 14,0-22 37,1-25 131,2 12-205,0 0 0,1 0-1,1 1 1,0-1 0,0 1-1,1 0 1,1 1 0,0-1-1,1 1 1,10-11 0,-2 4-2,0 0 1,2 1 0,0 0-1,35-22 1,-52 37-4,1 1 1,0 0-1,-1 0 1,1 0-1,0 0 1,0 1-1,0-1 1,0 0-1,0 1 1,0-1-1,0 1 1,0 0-1,0 0 1,0 0-1,0 0 1,0 0-1,0 0 1,0 0-1,1 1 0,-1-1 1,-1 1-1,1-1 1,0 1-1,0 0 1,0 0-1,0 0 1,0 0-1,-1 0 1,1 0-1,0 0 1,-1 1-1,1-1 1,-1 1-1,1-1 1,-1 1-1,0 0 1,0-1-1,0 1 1,0 0-1,0 0 1,0-1-1,1 4 1,5 11-3,0 1 0,-1 0-1,8 35 1,-7-26-26,-6-23 3,-1 0 1,1 0 0,0-1 0,0 1-1,0 0 1,0-1 0,1 1-1,-1-1 1,1 1 0,-1-1 0,1 0-1,0 1 1,0-1 0,0 0 0,0 0-1,0-1 1,1 1 0,-1 0-1,0-1 1,4 2 0,-3-3 18,-1 1 0,1-1 1,-1 0-1,1-1 0,0 1 0,-1 0 0,1-1 1,-1 0-1,1 1 0,-1-1 0,0 0 0,1 0 1,-1 0-1,0-1 0,0 1 0,1-1 0,-1 1 1,0-1-1,0 1 0,-1-1 0,1 0 0,3-4 1,65-77 41,-70 83-38,0 0 0,0 0 1,1 0-1,-1 0 0,0 0 0,0 0 0,1 0 0,-1 0 0,0 0 0,0 0 0,1 0 0,-1 0 0,0 0 0,0 0 0,1 0 0,-1 0 0,0 0 0,0 0 0,0 0 0,1 0 0,-1 1 0,0-1 1,0 0-1,0 0 0,1 0 0,-1 0 0,0 1 0,0-1 0,0 0 0,0 0 0,1 0 0,-1 1 0,0-1 0,0 0 0,0 0 0,0 0 0,0 1 0,0-1 0,0 0 0,0 0 0,0 1 0,0-1 0,0 0 1,0 0-1,0 1 0,0-1 0,4 16 4,-4-14-9,4 15-97,0 0 1,1 0-1,1 0 1,12 24-1,-16-37 51,0-1 0,0 1-1,0 0 1,1-1 0,0 1 0,0-1-1,0 0 1,0 0 0,0 0-1,0 0 1,1-1 0,0 1 0,-1-1-1,1 0 1,0 0 0,0 0-1,0 0 1,0-1 0,0 0 0,1 0-1,-1 0 1,0 0 0,8 0-1,-8-1 74,1 0-1,-1-1 0,1 1 0,-1-1 0,0 0 0,0 0 0,1 0 0,-1 0 1,0-1-1,0 1 0,0-1 0,0-1 0,0 1 0,-1 0 0,1-1 0,-1 0 0,1 1 1,-1-1-1,0-1 0,0 1 0,0 0 0,-1-1 0,1 0 0,-1 1 0,0-1 1,0 0-1,0 0 0,-1 0 0,1 0 0,-1-1 0,0 1 0,0 0 0,0 0 0,-1-1 1,1-5-1,-1 5 79,1 0 1,-1 0-1,0 1 1,0-1-1,-1 0 1,1 0-1,-1 1 1,0-1 0,0 1-1,-1-1 1,0 1-1,1-1 1,-1 1-1,-1 0 1,1 0-1,-1 0 1,1 0-1,-5-4 1,3 4-80,0 0 0,-1 1-1,0-1 1,0 1 0,0 0 0,0 1 0,-1-1-1,1 1 1,-1 0 0,1 0 0,-1 1 0,0 0-1,0 0 1,-7-1 0,0 1 6,0 0 0,0 0 0,0 2 0,0-1 0,-23 5 0,33-4-221,-1 0 0,1 0 0,0 0-1,0 1 1,0-1 0,0 1 0,0 0 0,0 0 0,1 0 0,-1 0 0,-3 4 0,4-4-372,0 1 1,0-1 0,1 1 0,-1 0 0,1 0 0,0-1 0,0 1 0,0 0 0,0 0 0,0 0 0,1 0 0,0 0 0,-1 0 0,1 6-1,0 9-10243</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3:50.646"/>
    </inkml:context>
    <inkml:brush xml:id="br0">
      <inkml:brushProperty name="width" value="0.05" units="cm"/>
      <inkml:brushProperty name="height" value="0.05" units="cm"/>
      <inkml:brushProperty name="color" value="#E71224"/>
    </inkml:brush>
  </inkml:definitions>
  <inkml:trace contextRef="#ctx0" brushRef="#br0">1 38 17800,'0'0'7748,"18"-37"-7748</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3:51.310"/>
    </inkml:context>
    <inkml:brush xml:id="br0">
      <inkml:brushProperty name="width" value="0.05" units="cm"/>
      <inkml:brushProperty name="height" value="0.05" units="cm"/>
      <inkml:brushProperty name="color" value="#E71224"/>
    </inkml:brush>
  </inkml:definitions>
  <inkml:trace contextRef="#ctx0" brushRef="#br0">59 489 15639,'0'0'8092,"-6"3"-8036,2 0-54,0 0 0,1 0 0,-1 0-1,1 0 1,0 0 0,0 1 0,0-1 0,0 1 0,1 0 0,-1 0 0,1 0 0,0 0-1,0 0 1,1 1 0,-1-1 0,1 0 0,0 1 0,0 0 0,0 5 0,-2 6 0,2 0 1,0 0-1,1 1 1,4 30 0,-3-44 0,-1 0 0,1 0 0,0 0 0,0 0 0,0 0 0,0 0 0,1 0 0,-1-1 0,1 1 0,-1-1 0,1 1 1,0-1-1,0 1 0,0-1 0,1 0 0,-1 0 0,0 0 0,6 3 0,-3-2 3,0-1 0,1 1 0,-1-1 0,1-1 0,-1 1 0,1-1 0,0 1 0,0-2 0,10 1 0,-9 0 2,-1-1-1,1 0 1,0-1 0,0 0-1,0 0 1,-1 0 0,1-1-1,-1 0 1,1 0 0,-1-1-1,0 1 1,1-2 0,-1 1-1,-1 0 1,1-1-1,-1 0 1,11-10 0,-12 8 2,0 0 1,-1 0 0,1-1-1,-1 0 1,-1 1 0,1-1-1,-1 0 1,0 0 0,-1 0-1,1-1 1,-1 1 0,-1 0-1,0 0 1,0-1 0,0 1-1,-1 0 1,0 0 0,0-1-1,-1 1 1,0 0 0,0 0-1,0 0 1,-1 1 0,0-1-1,-1 1 1,1-1 0,-1 1 0,0 0-1,-1 1 1,-7-9 0,-46-38-49,38 35 5,1-1 0,-33-38 0,47 50 32,1 0-1,0 0 1,0-1 0,1 1-1,-1-1 1,2 0-1,-1 0 1,1 0 0,0 0-1,0 0 1,1 0-1,0-1 1,0 1 0,1-15-1,2 15 1,-1-1 0,2 0 1,-1 0-1,1 1 0,0 0 0,1-1 0,0 1 0,0 0 1,0 1-1,1-1 0,0 1 0,1 0 0,-1 0 0,9-7 1,3-2 7,1 1 1,1 0 0,38-21 0,-42 27-5,1 1 0,0 1 0,1 0 0,22-5 0,-34 10 7,0 0-1,0 0 1,0 0-1,0 0 1,1 1-1,-1 0 1,0 0-1,0 1 1,0-1-1,1 1 1,-1 0-1,0 0 1,0 1-1,0-1 1,-1 1-1,1 0 1,0 1-1,-1-1 1,7 5-1,-3 2 80,0 1 0,-1 0-1,0 1 1,-1-1 0,0 1 0,0 1-1,-1-1 1,-1 1 0,0-1 0,0 1-1,-1 1 1,2 18 0,1 22 236,0 82 1,-6-123-277,-1 113 106,-31 230 0,6-184-275,-5 265 0,31-434 99,0 0 1,0 0 0,0 0-1,0 0 1,0 0-1,0-1 1,1 1 0,-1 0-1,1 0 1,-1 0-1,1 0 1,0-1 0,0 1-1,0 0 1,0 0-1,0-1 1,0 1 0,0-1-1,0 1 1,1-1 0,-1 0-1,1 1 1,-1-1-1,3 1 1,-1-1 10,0 0 0,-1 0 0,1 0 0,0-1 0,0 1 0,0-1 0,0 0 0,0 0 0,0 0 0,0 0 0,0-1 0,0 1 0,0-1 0,0 0 0,5-1 0,-2-1 14,0 0 0,0-1 0,0 1 0,0-1 0,-1 0 1,1-1-1,-1 1 0,0-1 0,-1 0 0,1 0 0,-1-1 0,0 1 0,0-1 0,-1 0 0,0 0 0,0 0 0,4-13 0,0 1 11,-1-1-1,-1 0 1,-1 0-1,-1-1 1,1-22-1,-2 18-3,-2 0 0,0 0 0,-2 0 0,-1 0 0,0 0 0,-14-42 0,13 53-16,-2 0 1,1 1-1,-2 0 1,1 0-1,-2 1 1,1-1-1,-2 2 1,1-1-1,-1 1 1,-1 1-1,0-1 1,0 2-1,-20-14 1,29 22 3,-5-4 13,0 0 0,0 0 1,0 0-1,1-1 0,-9-9 1,14 14-12,-1-1 0,1 0 1,-1 1-1,1-1 1,0 0-1,-1 1 0,1-1 1,0 0-1,-1 0 1,1 0-1,0 1 1,0-1-1,0 0 0,0 0 1,0 0-1,0 1 1,0-1-1,0 0 0,0 0 1,0 0-1,0 1 1,1-3-1,0 2-6,0 0 0,0-1 1,0 1-1,0 0 0,0 0 0,1 0 1,-1-1-1,0 1 0,1 1 0,-1-1 1,1 0-1,-1 0 0,1 0 0,-1 1 1,4-2-1,39-11-113,75-14 0,-20 5-2712,-73 15-1318,44-18-1,-21 3-7267</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3:52.209"/>
    </inkml:context>
    <inkml:brush xml:id="br0">
      <inkml:brushProperty name="width" value="0.05" units="cm"/>
      <inkml:brushProperty name="height" value="0.05" units="cm"/>
      <inkml:brushProperty name="color" value="#E71224"/>
    </inkml:brush>
  </inkml:definitions>
  <inkml:trace contextRef="#ctx0" brushRef="#br0">0 142 11877,'0'0'5342,"3"-22"-3224,0-6-1466,11-63 1711,-13 141-401,1-15-1851,-1 704 1895,-2-466-1811,-3-914 69,4 603-266,2 1 0,2 0 1,2 0-1,12-46 1,-14 69 0,1-1 0,0 1 0,1 0 1,0 0-1,2 1 0,-1 0 0,1 0 1,1 1-1,1 0 0,-1 0 0,2 1 1,0 0-1,17-13 0,-22 20-7,-1 1-1,1-1 1,0 1 0,0 0 0,0 1-1,1 0 1,-1 0 0,1 0-1,-1 1 1,9-1 0,-13 1 2,0 1 0,1 0 1,-1 0-1,1 0 0,-1 1 1,1-1-1,-1 1 0,0-1 1,1 1-1,-1 0 0,0 0 1,1 0-1,-1 0 0,0 0 1,0 0-1,0 1 0,0-1 1,0 1-1,0-1 0,-1 1 1,1 0-1,0 0 0,-1 0 1,1 0-1,-1 0 0,0 0 1,0 0-1,0 0 0,1 3 1,3 11 10,-1 0 1,-1 0-1,-1 0 1,0 1 0,-1-1-1,-1 1 1,-1-1-1,0 0 1,-1 1 0,0-1-1,-2 0 1,0 0 0,-1 0-1,0-1 1,-1 0-1,-1 0 1,0 0 0,-13 18-1,7-13-421,-1-1 0,-1 0 0,-1-1-1,-1-1 1,0 0 0,-1-1 0,-28 18 0,66-48-10960,10-7 4295</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3:52.921"/>
    </inkml:context>
    <inkml:brush xml:id="br0">
      <inkml:brushProperty name="width" value="0.05" units="cm"/>
      <inkml:brushProperty name="height" value="0.05" units="cm"/>
      <inkml:brushProperty name="color" value="#E71224"/>
    </inkml:brush>
  </inkml:definitions>
  <inkml:trace contextRef="#ctx0" brushRef="#br0">156 165 10453,'0'0'5912,"6"-21"-4231,19-68-398,-24 86-1165,0 0 1,0 0 0,-1 0-1,1 0 1,-1 0 0,1 0-1,-1 0 1,0 0-1,0 0 1,0 0 0,0 0-1,-1 0 1,-1-6 0,1 8-72,0 1 1,0-1-1,0 1 1,0-1 0,1 0-1,-2 1 1,1-1 0,0 1-1,0 0 1,0-1-1,0 1 1,0 0 0,0 0-1,0 0 1,0 0 0,0 0-1,0 0 1,-1 0-1,1 0 1,0 0 0,-1 1-1,-10-1-69,6 1 33,1 0-1,-1 0 0,0 1 0,0 0 1,1 0-1,-1 0 0,1 0 0,0 1 0,0 0 1,0 0-1,0 1 0,0-1 0,1 1 0,-1 0 1,1 1-1,0-1 0,0 1 0,1-1 1,-1 1-1,1 0 0,0 0 0,-3 9 0,-1 0-8,0 0 0,2 0-1,-1 0 1,2 1 0,0 0-1,1 0 1,-3 28 0,6 33-216,0-76 211,0 1 1,0 0-1,0-1 0,0 1 1,0-1-1,0 1 0,0-1 1,1 1-1,-1 0 0,0-1 1,0 1-1,1-1 0,-1 1 0,0-1 1,1 1-1,-1-1 0,0 0 1,1 1-1,-1-1 0,1 1 1,-1-1-1,1 0 0,-1 1 1,1-1-1,-1 0 0,1 0 1,-1 1-1,1-1 0,-1 0 0,1 0 1,0 1-1,24-2-46,-19 0 45,-1 0-1,0-1 1,1 0 0,-1 0 0,0 0 0,0 0 0,4-4 0,26-29 3,-29 28 2,1-1 0,0 1 0,0 0-1,0 1 1,1 0 0,0 0 0,11-5-1,-18 10 6,0 1-1,1-1 0,-1 0 1,0 1-1,1-1 0,-1 1 0,1 0 1,-1 0-1,1-1 0,-1 1 1,1 0-1,-1 0 0,1 0 0,-1 1 1,1-1-1,-1 0 0,1 0 1,-1 1-1,1-1 0,-1 1 1,1 0-1,-1-1 0,2 2 0,-1 0-1,1 0-1,-2 0 0,1 0 0,0 1 0,0-1 0,-1 0 0,1 1 1,-1-1-1,0 1 0,0-1 0,2 6 0,0 3 5,0 1 0,-1 0 1,-1 0-1,1 20 0,-2-20-46,0 0 21,3-16 50,20-20-6,-5 11-27,1 1-1,1 1 0,0 1 1,1 1-1,-1 1 0,2 0 1,-1 2-1,1 0 1,0 2-1,0 0 0,1 1 1,40 1-1,-59 3 1,0-1 0,0 1 0,0 0 0,0 0-1,0 0 1,0 0 0,0 1 0,0 0 0,0 0 0,-1 0 0,1 0 0,0 0-1,-1 1 1,0 0 0,0-1 0,0 1 0,0 0 0,0 1 0,-1-1-1,1 0 1,-1 1 0,0 0 0,0-1 0,0 1 0,0 0 0,-1 0 0,0 0-1,0 0 1,0 0 0,1 7 0,-1-5 2,1 0 0,-2 0 0,1 0-1,-1 1 1,0-1 0,0 0 0,0 0 0,-1 0 0,0 1-1,-1-1 1,1 0 0,-1 0 0,0-1 0,0 1 0,-1 0 0,0-1-1,0 1 1,0-1 0,-1 0 0,-5 7 0,8-11 0,0 0 1,0 0-1,0 0 0,0 0 1,0-1-1,-1 1 1,1 0-1,0 0 1,-1-1-1,1 1 0,0-1 1,-1 1-1,1-1 1,0 1-1,-3-1 1,3 0 0,1 0 1,-1 0 0,1-1-1,-1 1 1,1 0 0,-1 0-1,1-1 1,-1 1 0,1 0-1,-1-1 1,1 1 0,-1 0 0,1-1-1,-1 1 1,1-1 0,0 1-1,-1-1 1,1 1 0,0-1-1,-1 1 1,1-1 0,0 1 0,0-1-1,-1 1 1,1-1 0,-4-47 186,4 41-176,0-3 56,2-1 1,-1 1-1,1-1 0,0 1 1,1 0-1,1 0 1,-1 0-1,2 1 1,-1-1-1,1 1 1,1 0-1,-1 0 1,2 1-1,10-13 0,-11 14-73,0 1 0,1-1 0,0 1 0,1 0 0,-1 1 0,1 0 0,0 0 0,0 1 0,1 0 0,-1 0 0,1 1 0,0 0 0,0 0 0,0 1 0,0 0 0,19 0 0,-15 1-458,-1 1-1,1 1 0,-1 0 0,1 0 0,-1 2 1,1-1-1,-1 2 0,0-1 0,15 8 0,-4 1-2520,0-2 1,47 14-1,-33-16-1193</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3:55.089"/>
    </inkml:context>
    <inkml:brush xml:id="br0">
      <inkml:brushProperty name="width" value="0.05" units="cm"/>
      <inkml:brushProperty name="height" value="0.05" units="cm"/>
      <inkml:brushProperty name="color" value="#E71224"/>
    </inkml:brush>
  </inkml:definitions>
  <inkml:trace contextRef="#ctx0" brushRef="#br0">224 448 6851,'0'0'10661,"4"-20"-9036,11-61-369,-14 80-1218,-1 0-1,0 0 1,1-1-1,-1 1 1,0 0-1,0 0 1,0 0-1,0 0 1,0 0-1,0-1 0,-1 1 1,1 0-1,0 0 1,0 0-1,-1 0 1,1 0-1,-1 0 1,1 0-1,-1 0 1,1 0-1,-1 0 1,0 0-1,0 0 0,1 0 1,-1 1-1,0-1 1,0 0-1,0 0 1,0 1-1,0-1 1,0 1-1,0-1 1,0 1-1,0-1 1,0 1-1,0-1 0,0 1 1,0 0-1,0 0 1,0-1-1,-2 1 1,-45 4 128,43-3-108,-3 1-48,0 0 0,1 1 0,-1 0 0,1 1 0,0 0 0,-1 0 0,2 0 0,-1 1 0,0 0 0,1 0 0,0 0 0,0 1 0,1 0 0,-1 0 0,1 1 0,-7 12 0,6-9-3,0 1 1,0 0-1,1 0 0,0 1 1,1-1-1,1 1 1,0 0-1,0 0 0,1 0 1,-1 19-1,3-29-12,0 1-1,0 0 0,0 0 0,0 0 1,0 0-1,0 0 0,1 0 0,0-1 1,-1 1-1,1 0 0,0 0 0,1-1 1,-1 1-1,3 4 0,-2-6 4,-1 0 0,1 0 0,0 0 0,0 0 0,0-1 0,0 1 0,0 0 0,1-1 0,-1 1 0,0-1 0,0 0 0,0 0 0,0 0 0,0 0 0,1 0 0,-1 0 0,0-1 0,0 1 0,0-1 0,4-1 0,-1 1 1,0-1 1,0 0-1,0 0 0,0 0 0,0 0 0,0-1 0,-1 0 0,1 0 1,-1-1-1,7-6 0,38-48 8,-40 46 257,0 0 0,1 0 0,18-15 0,-27 26-245,-1 0 1,1 1-1,0-1 0,-1 1 1,1-1-1,0 1 0,-1 0 0,1-1 1,0 1-1,0 0 0,-1-1 1,1 1-1,0 0 0,0 0 1,0 0-1,0-1 0,-1 1 0,1 0 1,0 0-1,0 0 0,0 0 1,0 1-1,-1-1 0,1 0 1,0 0-1,0 0 0,0 1 0,-1-1 1,1 0-1,0 1 0,0-1 1,-1 1-1,1-1 0,0 1 1,-1-1-1,1 1 0,-1-1 0,1 1 1,0 0-1,-1-1 0,0 1 1,1 0-1,-1 0 0,1-1 1,-1 1-1,0 0 0,1 0 0,-1 1 1,13 46-162,-12-39 221,21 119-95,-22-128 16,0 1-1,0-1 1,0 0 0,1 1-1,-1-1 1,0 0 0,0 1-1,1-1 1,-1 0 0,0 1 0,1-1-1,-1 0 1,0 1 0,1-1-1,-1 0 1,0 0 0,1 0-1,-1 1 1,0-1 0,1 0-1,-1 0 1,1 0 0,-1 0-1,0 0 1,1 0 0,-1 0-1,1 0 1,-1 0 0,1 0-1,-1 0 1,0 0 0,1 0-1,-1 0 1,1 0 0,-1 0-1,0 0 1,1-1 0,-1 1-1,1 0 1,-1 0 0,0 0-1,1-1 1,-1 1 0,1 0-1,18-13 43,29-36 135,-32 32 190,0 1-1,1 0 1,36-25-1,-52 40-350,1 1 0,-1-1-1,1 1 1,-1-1 0,1 1-1,-1 0 1,1-1-1,-1 1 1,1 0 0,0 0-1,-1 0 1,1 0 0,-1 0-1,1 1 1,-1-1 0,1 0-1,-1 1 1,1-1 0,-1 1-1,1 0 1,-1-1 0,0 1-1,1 0 1,-1 0 0,0 0-1,0 0 1,0 0 0,1 0-1,-1 0 1,0 0 0,0 0-1,1 3 1,32 51-171,-26-39 161,-2-5-6,-2-4-90,-1 0-1,2 0 1,-1 0-1,10 10 0,-13-16 89,-1 0 0,1 0 0,0 0 0,0 0 0,0-1 0,0 1 0,-1 0 0,1-1 0,0 1 0,0-1 0,1 1 0,-1-1 0,0 1 0,0-1 0,0 0 0,0 0 0,0 1 0,0-1 0,0 0 0,1 0 0,-1 0 0,0 0 0,0 0 0,0-1 0,0 1 0,0 0 0,0 0 0,1-1-1,-1 1 1,0-1 0,0 1 0,0-1 0,0 1 0,0-1 0,0 1 0,-1-1 0,1 0 0,0 0 0,0 0 0,1-1 0,43-55 133,-37 43-78,2 1 0,0 1 0,0 0 0,1 0-1,18-14 1,-29 26-48,1 0 0,-1 0-1,1-1 1,-1 1 0,1 0 0,-1 0-1,1 0 1,0 0 0,-1 0-1,1 0 1,-1 0 0,1 0 0,-1 0-1,1 0 1,0 0 0,-1 0 0,1 0-1,-1 0 1,1 1 0,-1-1-1,1 0 1,-1 0 0,1 1 0,-1-1-1,1 0 1,-1 1 0,1-1-1,-1 0 1,0 1 0,1-1 0,-1 1-1,0-1 1,1 0 0,-1 1-1,0-1 1,1 1 0,-1-1 0,0 1-1,0 0 1,1 0 0,11 29-69,-8-20 46,3 5 5,32 58-120,-36-68 126,0 0 0,0-1 0,0 0 0,1 0 0,0 0 0,-1 0 0,2 0 0,-1-1 0,0 0 0,1 0 0,-1 0 0,7 3 0,-9-6 9,0 1 0,-1-1 1,1 0-1,0 0 0,-1 0 0,1 0 1,0 0-1,-1 0 0,1 0 0,0-1 0,-1 1 1,1-1-1,-1 1 0,1-1 0,-1 1 1,1-1-1,-1 0 0,1 0 0,-1 0 0,0 0 1,1 0-1,-1 0 0,0 0 0,0 0 1,0 0-1,0-1 0,0 1 0,0 0 1,0-1-1,1-1 0,26-56 101,-19 36-88,-4 11-9,1 0 0,0 1 0,1-1 1,1 1-1,-1 1 0,1 0 0,1 0 0,14-13 1,-23 23-10,1 0 0,-1 0 0,1 0 0,0 0 0,-1 0 0,1 0 0,-1 0 0,1 0 0,0 0 0,-1 0 0,1 0 0,-1 0-1,1 0 1,-1 0 0,1 0 0,0 1 0,-1-1 0,1 0 0,-1 1 0,1-1 0,-1 0 0,1 1 0,-1-1 0,0 0 0,1 1 0,-1-1 0,1 1 0,-1-1 0,0 1 0,1-1 0,-1 1 0,0-1 0,1 1 0,-1-1 0,0 1 0,0-1 0,0 1 0,1 0 0,11 30-70,-10-25 72,2 2-8,-1 0 1,2 0 0,-1 0 0,1 0-1,0-1 1,1 0 0,0 0-1,0-1 1,0 1 0,1-2 0,0 1-1,0 0 1,0-1 0,1-1-1,0 1 1,-1-1 0,2 0 0,-1-1-1,0 0 1,1-1 0,0 1-1,-1-1 1,1-1 0,0 0 0,0 0-1,0-1 1,0 0 0,16-2 0,-22 0 11,-1 1 0,1-1 0,-1 1 0,1-1 0,-1 0 0,1 0 0,-1 0 0,0 0 0,0 0 0,0 0 0,0-1 0,-1 1 0,1-1 0,-1 0 0,1 1 0,-1-1 0,0 0 0,0 0 0,0 1 0,1-7 0,1-2 27,-1-1 1,0 1-1,0-1 1,-1-11 0,0 7-21,-4-11 254,2 26-260,0 0 1,0 1-1,0-1 0,0 0 0,0 0 1,0 1-1,0-1 0,0 0 0,0 1 1,0-1-1,-1 1 0,1 0 0,0-1 1,0 1-1,0 0 0,-1 0 0,1 0 1,0 0-1,0 0 0,-1 0 1,-1 0-1,-1 1-8,1-1 1,0 1 0,0 0-1,-1 0 1,1 1-1,0-1 1,0 1-1,0-1 1,0 1 0,1 0-1,-1 0 1,0 0-1,1 0 1,-1 1 0,1-1-1,0 1 1,0 0-1,0-1 1,0 1-1,0 0 1,1 0 0,-1 0-1,1 0 1,0 0-1,-1 5 1,-3 4-7,1 1 1,1-1-1,0 1 0,1 0 1,-1 19-1,2-24-33,1 0 0,0 0 0,0 0 1,1 0-1,0 0 0,3 11 0,-3-16 27,0-1 1,0 1-1,1-1 0,-1 1 1,1-1-1,-1 0 1,1 0-1,0 0 0,0 1 1,0-2-1,0 1 1,0 0-1,0 0 0,1-1 1,-1 1-1,0-1 1,1 0-1,0 0 0,-1 0 1,1 0-1,-1 0 1,5 0-1,14 3-15,0-1 0,1-1 0,-1-1 1,0-1-1,1 0 0,34-7 0,-48 5 28,0-1-1,-1 0 1,1 0-1,-1-1 1,0 0 0,0 0-1,0 0 1,0-1 0,-1 0-1,0-1 1,0 1-1,0-1 1,-1 0 0,0-1-1,0 1 1,-1-1 0,5-8-1,5-10 37,-1-2 1,-2 0-1,13-40 0,14-58 494,27-165 0,-59 217 1855,-20 96-2246,0 6-146,2 0-1,1 1 1,1 1-1,2 0 1,1 0-1,-5 52 1,1 196-325,11-270 308,0-3 2,0-1-1,0 1 0,1-1 0,-1 0 0,1 1 0,0-1 0,1 0 0,-1 1 0,1-1 0,0 0 0,1 0 1,-1 0-1,1-1 0,0 1 0,0-1 0,0 1 0,1-1 0,-1 0 0,1 0 0,0 0 0,0-1 0,1 0 1,-1 1-1,1-1 0,-1-1 0,1 1 0,0-1 0,0 0 0,0 0 0,1 0 0,-1-1 0,0 0 1,1 0-1,-1 0 0,0 0 0,1-1 0,7-1 0,-2 2 22,0-1-1,-1-1 1,1 0-1,-1-1 1,1 0-1,-1 0 1,0-1-1,0 0 1,0-1 0,0 0-1,0-1 1,-1 0-1,0 0 1,0-1-1,0 0 1,-1-1-1,0 0 1,0 0-1,-1-1 1,9-10 0,2-3 21,-2 0 0,0-1 0,-2-1 0,0 0 0,-2-1 1,16-39-1,-28 61-1,1 0 1,0 0-1,-1-1 0,1 1 1,-1 0-1,0 0 1,1 0-1,-1-1 1,0 1-1,0 0 0,-1 0 1,1-1-1,0 1 1,-2-4-1,1 5-7,1 0-1,-1 0 0,1 0 1,-1 0-1,0 0 1,0 0-1,1 0 1,-1 0-1,0 1 0,0-1 1,0 0-1,0 1 1,0-1-1,0 0 0,0 1 1,0-1-1,0 1 1,0 0-1,0-1 0,-3 1 1,1-1-9,0 1 0,0 0 0,0 0 1,0 1-1,-1-1 0,1 1 0,0 0 0,0 0 0,0 0 1,0 0-1,0 0 0,0 0 0,1 1 0,-1-1 1,0 1-1,1 0 0,-1 0 0,1 0 0,-5 5 1,-1 3-10,0 0 0,0 1 0,1 0 0,1 0 1,0 1-1,0 0 0,1 0 0,1 0 0,-7 26 1,6-8-505,1 1 1,1 0 0,1 33 0,34-63 474,-25-2 48,-1 0 0,0 0 0,0-1 0,0 0 0,0 0 0,-1 0 0,1-1 0,-1 0 0,1 0 0,5-5 0,54-45 96,-32 26-20,-23 19-24,0 0 1,1 1 0,0 1-1,1 0 1,0 0 0,-1 1 0,2 0-1,-1 1 1,25-4 0,-28 6-55,-1 2 0,1-1 0,-1 1 0,1 1 0,-1-1 0,0 1 0,1 1 0,-1 0 0,0 0 0,0 0 0,0 1 0,0 0 0,0 1 0,-1 0 0,0 0 0,9 6 0,-8-4-2,0 1 0,-1 0-1,0 0 1,0 0 0,0 1 0,-1 0 0,6 11 0,-9-16-4,-1 2 0,0-1 0,0 0-1,0 0 1,-1 0 0,1 1 0,-1-1 0,0 1 0,0-1 0,-1 1 0,1 0-1,-1-1 1,0 1 0,0-1 0,-1 1 0,1 0 0,-1-1 0,-2 7-1,2-9 1,0 0-1,0 0 0,0 1 0,-1-1 0,1-1 0,-1 1 1,1 0-1,-1 0 0,0-1 0,0 1 0,0 0 1,1-1-1,-1 0 0,-1 0 0,1 1 0,0-1 0,0 0 1,0-1-1,-1 1 0,-2 1 0,-50 3 68,54-6-64,0 0 0,1 0 0,-1 0 0,0 0 0,1 0 0,-1-1 1,0 1-1,1 0 0,0 0 0,-1-1 0,1 1 0,0 0 0,-1-1 0,1 1 0,0 0 1,0-1-1,0 1 0,0 0 0,0-1 0,1 1 0,-1 0 0,0-1 0,1 0 0,-1-3 3,1 1-10,0-1 0,0 1-1,1-1 1,-1 1 0,1 0-1,0 0 1,0-1 0,0 1-1,1 1 1,-1-1-1,1 0 1,0 0 0,4-3-1,52-47-37,-33 33 33,14-15 18,-18 19 4,-1-2 1,0 0-1,-2-1 0,0-1 0,26-40 0,-42 52-43,-10 10-36,-10 10-39,13-6 97,1 0 0,0 0 0,0 0 0,0 0 0,1 0 1,0 1-1,0-1 0,0 1 0,1-1 0,-1 1 0,2 0 0,-1-1 0,0 1 0,1 0 0,0 0 0,1 0 0,-1 0 0,1-1 1,2 10-1,1 1-14,1 0 0,1 0 0,0-1 0,1 0 0,14 23 1,-19-35 19,18 35-81,-20-37 86,1 0 0,-1 0 0,1 0 0,-1 0-1,1 0 1,-1 0 0,0 0 0,0 0 0,1 0 0,-1 0-1,0 0 1,0 0 0,0 0 0,0 0 0,0 0-1,0 0 1,0 0 0,0 0 0,-1 0 0,1 0 0,0 0-1,0 0 1,-1 0 0,1 0 0,-1 0 0,1 0 0,-1 0-1,1-1 1,-1 1 0,0 0 0,1 0 0,-1-1 0,0 1-1,0 0 1,-1 0 0,-22 5-281,1-1 1,-1-2-1,-1 0 0,1-2 1,0-1-1,-35-3 0,-9 0-2556,53 4 1297,-1-2 1,1 0-1,0-1 1,-28-7-1,4-6-6970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3:55.465"/>
    </inkml:context>
    <inkml:brush xml:id="br0">
      <inkml:brushProperty name="width" value="0.05" units="cm"/>
      <inkml:brushProperty name="height" value="0.05" units="cm"/>
      <inkml:brushProperty name="color" value="#E71224"/>
    </inkml:brush>
  </inkml:definitions>
  <inkml:trace contextRef="#ctx0" brushRef="#br0">0 19 14359,'0'0'8179,"205"-19"-7362,-122 19-225,0 0-272,-8 0-128,-11 0-192,-14 0 0,-19 0-304,-11 0-912,-7 0-737,-5 0-2033,3 0-4434</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3:55.978"/>
    </inkml:context>
    <inkml:brush xml:id="br0">
      <inkml:brushProperty name="width" value="0.05" units="cm"/>
      <inkml:brushProperty name="height" value="0.05" units="cm"/>
      <inkml:brushProperty name="color" value="#E71224"/>
    </inkml:brush>
  </inkml:definitions>
  <inkml:trace contextRef="#ctx0" brushRef="#br0">3 120 12758,'0'0'8929,"-1"-20"-6773,0-59-470,0 59-483,1 22-635,2 13-454,0 1-1,1-1 0,0 0 0,1 0 0,1 0 0,1-1 0,8 17 0,7 21 95,5 25 20,29 134 0,-47-162-165,-2 0-1,-1 1 1,-3-1-1,-5 52 0,1-84-509,-2-1 0,0 0-1,0 0 1,-2 0 0,0 0-1,-1-1 1,0 0 0,-1-1-1,-1 1 1,-13 16 0,-21 37-1735,42-66 1264,-1 1-1414</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3:56.330"/>
    </inkml:context>
    <inkml:brush xml:id="br0">
      <inkml:brushProperty name="width" value="0.05" units="cm"/>
      <inkml:brushProperty name="height" value="0.05" units="cm"/>
      <inkml:brushProperty name="color" value="#E71224"/>
    </inkml:brush>
  </inkml:definitions>
  <inkml:trace contextRef="#ctx0" brushRef="#br0">0 17 17368,'0'0'9764,"13"-17"-9940,-10 17-1024</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14:00.942"/>
    </inkml:context>
    <inkml:brush xml:id="br0">
      <inkml:brushProperty name="width" value="0.05" units="cm"/>
      <inkml:brushProperty name="height" value="0.05" units="cm"/>
      <inkml:brushProperty name="color" value="#E71224"/>
    </inkml:brush>
  </inkml:definitions>
  <inkml:trace contextRef="#ctx0" brushRef="#br0">299 101 8388,'0'0'4007,"-8"-9"-816,6-82 2633,-25 91-4693,24 0-1133,1 1-1,-1 0 1,1 0-1,-1 0 1,1 0-1,0 0 1,-1 1-1,1-1 1,0 1-1,0-1 1,0 1 0,0 0-1,0 0 1,0 0-1,1 0 1,-1 0-1,1 0 1,-1 0-1,1 1 1,0-1-1,0 0 1,0 1 0,0-1-1,-1 4 1,-19 71-66,20-69 66,-18 89 0,-21 89-7,31-153 9,-2-2 0,0 1 0,-26 46 1,36-75 8,1-1 0,-1 0 0,0 0 0,-1 0 0,1 0 0,0 0 0,-1 0 0,1 0 0,-1 0 0,1 0 0,-1-1 0,0 1 0,0-1 0,0 1 0,0-1 0,0 0 0,0 1 1,0-1-1,0 0 0,-1-1 0,1 1 0,0 0 0,0-1 0,-1 1 0,1-1 0,-1 0 0,-3 1 0,5-1 44,-9-17 147,10 9-200,0 2 14,0 1 0,0-1 0,0 0 0,1 0 0,0 0 0,0 1 0,3-9 1,-3 12-15,0 0 0,0 0 0,0 1 0,0-1 0,1 1 0,-1-1 0,1 1 0,-1 0 0,1-1 0,-1 1 0,1 0 0,0 0 0,0 0 0,-1 0 0,1 1 0,0-1 0,0 0 0,0 1 0,0-1 0,0 1 0,0 0 0,0 0 0,0-1 0,0 1 0,0 1 0,2-1 0,27 0 1,0-1 4,-1 2 0,32 5-1,-50-4 2,-1 0 0,0 1-1,0 1 1,0 0 0,0 0-1,-1 1 1,0 1 0,19 12-1,26 23 76,-10-6-64,73 42 0,-87-64-889,-8-9-3981,-10-4-1193</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1:43.344"/>
    </inkml:context>
    <inkml:brush xml:id="br0">
      <inkml:brushProperty name="width" value="0.05" units="cm"/>
      <inkml:brushProperty name="height" value="0.05" units="cm"/>
      <inkml:brushProperty name="color" value="#E71224"/>
    </inkml:brush>
  </inkml:definitions>
  <inkml:trace contextRef="#ctx0" brushRef="#br0">18 0 8132,'0'0'11685,"-18"2"-8419,24 0-3223,0-1 0,0 0 0,0 0 0,0 0 0,0-1 0,0 1 0,0-2 0,10 0 0,5 0 103,82 2 256,113-2-270,-200-1 134,-4 0-1399,-4 2-4046</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1:44.236"/>
    </inkml:context>
    <inkml:brush xml:id="br0">
      <inkml:brushProperty name="width" value="0.05" units="cm"/>
      <inkml:brushProperty name="height" value="0.05" units="cm"/>
      <inkml:brushProperty name="color" value="#E71224"/>
    </inkml:brush>
  </inkml:definitions>
  <inkml:trace contextRef="#ctx0" brushRef="#br0">69 6 9877,'0'0'8729,"-12"-1"-7710,-33-2-200,34 2 659,256 2 2854,-7 0-4497,-227-2 768,-7 0-2337</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1:45.058"/>
    </inkml:context>
    <inkml:brush xml:id="br0">
      <inkml:brushProperty name="width" value="0.05" units="cm"/>
      <inkml:brushProperty name="height" value="0.05" units="cm"/>
      <inkml:brushProperty name="color" value="#E71224"/>
    </inkml:brush>
  </inkml:definitions>
  <inkml:trace contextRef="#ctx0" brushRef="#br0">157 0 12662,'0'0'2969,"-19"3"-1365,-58 8-524,74-11-914,0 1 0,0-1 0,0 1 0,1-1 0,-1 1 0,0 0 0,0 0 0,0 0 0,1 0-1,-1 1 1,1-1 0,-1 1 0,1-1 0,-1 1 0,1 0 0,0 0 0,0 0 0,0 0 0,0 1 0,0-1 0,0 0 0,1 1 0,-1-1 0,-1 5 0,4-6-100,1 0 0,-1 0 0,1 0 1,-1 0-1,0 0 0,1 0 1,0 0-1,-1-1 0,1 1 0,0-1 1,-1 1-1,1-1 0,0 1 1,-1-1-1,1 0 0,0 0 0,0 0 1,-1 0-1,4 0 0,-1 0 73,211 3 936,-124-4-1405,-59 8-4499,-20-5 912</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1:46.042"/>
    </inkml:context>
    <inkml:brush xml:id="br0">
      <inkml:brushProperty name="width" value="0.05" units="cm"/>
      <inkml:brushProperty name="height" value="0.05" units="cm"/>
      <inkml:brushProperty name="color" value="#E71224"/>
    </inkml:brush>
  </inkml:definitions>
  <inkml:trace contextRef="#ctx0" brushRef="#br0">112 0 10549,'0'0'10151,"-17"1"-9076,-77 2 3053,114 3-2725,118 0-868,69 8-1823,-202-11-55</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2:05.300"/>
    </inkml:context>
    <inkml:brush xml:id="br0">
      <inkml:brushProperty name="width" value="0.05" units="cm"/>
      <inkml:brushProperty name="height" value="0.05" units="cm"/>
      <inkml:brushProperty name="color" value="#E71224"/>
    </inkml:brush>
  </inkml:definitions>
  <inkml:trace contextRef="#ctx0" brushRef="#br0">147 37 9877,'0'0'7045,"-18"1"-6220,-54 0-76,92 0 4364,94 4-4514,-66-5-507,0-1-1,-1-3 1,77-15-1,-112 13-98,-21 2-64,-21 0 21,-34 2 56,1-1 31,0 2 0,-1 3 0,-113 18 1,222-13 15,217-7-1090,-234 0-4065,-57 0-319</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4:19.681"/>
    </inkml:context>
    <inkml:brush xml:id="br0">
      <inkml:brushProperty name="width" value="0.05" units="cm"/>
      <inkml:brushProperty name="height" value="0.05" units="cm"/>
      <inkml:brushProperty name="color" value="#E71224"/>
    </inkml:brush>
  </inkml:definitions>
  <inkml:trace contextRef="#ctx0" brushRef="#br0">21 23 13478,'0'0'6659,"-6"3"-6037,6-3-581,-1 0 1,0 0 0,0 1-1,0-1 1,0 0 0,1 1-1,-1-1 1,0 0-1,0 1 1,1-1 0,-1 1-1,0 0 1,1-1 0,-1 1-1,0-1 1,1 1-1,-1 0 1,1-1 0,-1 1-1,1 0 1,-1 1 0,17 3 1161,57-8 750,-53 1-1794,149-13 716,84-3-512,-185 16-340,-16-1 7,54 6 0,-92-2-34,-1 0 0,0 2 0,1-1 0,-1 2 0,0 0 0,0 0 0,-1 1 0,0 1 0,14 7 0,-8 3-8,-15-8-5731,-3-3 1426</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4:28.991"/>
    </inkml:context>
    <inkml:brush xml:id="br0">
      <inkml:brushProperty name="width" value="0.05" units="cm"/>
      <inkml:brushProperty name="height" value="0.05" units="cm"/>
      <inkml:brushProperty name="color" value="#E71224"/>
    </inkml:brush>
  </inkml:definitions>
  <inkml:trace contextRef="#ctx0" brushRef="#br0">184 122 10741,'0'0'8433,"-21"-8"-7523,-4-4-657,15 6-134,-1 1-1,-1 0 1,1 1-1,-1 0 1,0 0-1,-15-1 1,-6 3 1629,24 2-711,21 0-234,1456-15 75,-1338 15-1033,-1347-50-864,1160 48 1025,56 2-119,18 0 87,644 15 1061,-351-15-976,-309 0-219,-22 0-3752,-11 0 380,-8 0-3799</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4:35.246"/>
    </inkml:context>
    <inkml:brush xml:id="br0">
      <inkml:brushProperty name="width" value="0.05" units="cm"/>
      <inkml:brushProperty name="height" value="0.05" units="cm"/>
      <inkml:brushProperty name="color" value="#E71224"/>
    </inkml:brush>
  </inkml:definitions>
  <inkml:trace contextRef="#ctx0" brushRef="#br0">0 0 12422,'0'0'8721,"16"14"-7726,-6-6-875,0 0 1,1-1-1,0 0 0,0 0 0,1-1 1,-1-1-1,1 0 0,1-1 0,-1 0 1,0 0-1,1-2 0,0 1 0,23 0 1,331 8 541,136 8-14,-501-19-686,-1 0 0,1 0 1,0 0-1,-1 0 0,1 0 1,0 0-1,-1 1 1,1-1-1,-1 0 0,1 1 1,0 0-1,-1-1 1,1 1-1,-1 0 0,0 0 1,1 0-1,-1 0 1,0 0-1,1 0 0,-1 0 1,1 2-1,-1-1-141,0 0 0,-1 1-1,0-1 1,1 1 0,-1-1 0,0 0-1,0 1 1,0-1 0,0 1 0,-1-1 0,0 3-1,0 8-662,0-4-3133</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2:43.508"/>
    </inkml:context>
    <inkml:brush xml:id="br0">
      <inkml:brushProperty name="width" value="0.05" units="cm"/>
      <inkml:brushProperty name="height" value="0.05" units="cm"/>
      <inkml:brushProperty name="color" value="#E71224"/>
    </inkml:brush>
  </inkml:definitions>
  <inkml:trace contextRef="#ctx0" brushRef="#br0">84 25 9220,'0'0'11117,"-11"-4"-10012,-35-12-46,45 15-957,1 1 1,-1-1-1,0 1 0,1-1 1,-1 1-1,0 0 0,1-1 1,-1 1-1,0 0 0,0 0 1,1-1-1,-1 1 0,0 0 1,0 0-1,1 0 0,-1 0 1,0 0-1,0 0 0,0 0 1,1 0-1,-1 1 0,0-1 1,0 0-1,1 0 0,-1 1 1,0-1-1,1 0 0,-1 1 1,0-1-1,1 1 0,-1-1 1,0 1-1,1-1 0,-1 1 1,1-1-1,-1 2 0,0-2-76,1 1 0,0 0 1,0-1-1,0 1 0,0-1 0,0 1 0,1 0 0,-1-1 0,0 1 0,0-1 0,0 1 1,0-1-1,1 1 0,-1-1 0,0 1 0,0 0 0,1-1 0,-1 1 0,0-1 0,1 0 1,-1 1-1,1-1 0,-1 1 0,1-1 0,-1 0 0,1 1 0,-1-1 0,1 1 0,23 4 183,-1-2 0,0 0-1,1-1 1,0-1 0,30-3-1,-2 1-67,975 12-301,-1026-9-602,-1 0-1,0 0 1,0 0 0,0-1 0,-1 1-1,1 0 1,0 0 0,-1 0 0,1 0-1,-1 0 1,1-1 0,-1 1 0,-1 2-1,-11 5-7942</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2:44.844"/>
    </inkml:context>
    <inkml:brush xml:id="br0">
      <inkml:brushProperty name="width" value="0.05" units="cm"/>
      <inkml:brushProperty name="height" value="0.05" units="cm"/>
      <inkml:brushProperty name="color" value="#E71224"/>
    </inkml:brush>
  </inkml:definitions>
  <inkml:trace contextRef="#ctx0" brushRef="#br0">19 283 14999,'0'0'7110,"0"18"-6835,1 83 339,-3 124 708,2-218-1315,-1-1 0,1 1-1,-1-1 1,-1 0-1,1 0 1,-1 1-1,0-1 1,-4 9-1,3-24 221,5-43-123,3 0 1,1 1-1,3 0 0,2 0 1,2 1-1,2 1 0,3 0 1,43-86-1,-48 111-104,31-41 1,-40 60-7,-1 1 0,1-1 0,0 1 0,0 0 0,0 0 0,0 1-1,1-1 1,0 1 0,-1 0 0,1 0 0,0 1 0,1-1 0,-1 1 0,0 0 0,10-2 0,-14 4 3,0 0-1,0 0 1,0 0-1,0 0 1,0 0-1,0 0 1,-1 1 0,1-1-1,0 0 1,0 0-1,0 1 1,0-1-1,-1 0 1,1 1-1,0-1 1,0 1 0,-1-1-1,1 1 1,0-1-1,-1 1 1,1 0-1,-1-1 1,1 1 0,0 0-1,-1-1 1,1 2-1,6 27-44,-7-19 44,0 1 1,-1-1 0,0 0 0,-3 11 0,0-8-85,-1 0 1,-1 0-1,0 0 0,-1-1 1,0 0-1,-1 0 1,0-1-1,-19 20 1,8-11-266,0-2-1,-1-1 1,-40 27 0,55-40 320,0-1-1,-1 0 1,0 0 0,1 0 0,-1-1 0,0 0 0,0 0 0,0 0 0,0-1 0,0 0 0,-1 0 0,-9 0 0,19 21 372,9 2 69,1-1 0,18 26 0,18 31 179,-31-44-700,-6-9-34,28 43-1,-34-62-602,-1-1 1,1 0-1,1 0 0,-1 0 1,13 9-1,4-5-3572,5-9-3033</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2:45.489"/>
    </inkml:context>
    <inkml:brush xml:id="br0">
      <inkml:brushProperty name="width" value="0.05" units="cm"/>
      <inkml:brushProperty name="height" value="0.05" units="cm"/>
      <inkml:brushProperty name="color" value="#E71224"/>
    </inkml:brush>
  </inkml:definitions>
  <inkml:trace contextRef="#ctx0" brushRef="#br0">1 177 11397,'0'0'6718,"19"-5"-6259,-12 3-401,9-2 171,-1-1-1,1-1 1,-1 0-1,-1-1 1,1 0-1,-1-1 1,21-16-1,-31 21-87,1 0-1,-1 0 1,0-1-1,-1 1 1,1-1-1,-1 0 1,1 0-1,-1 0 1,0 0-1,-1-1 1,1 1-1,-1-1 1,0 0-1,0 1 1,0-1-1,-1 0 1,2-10-1,-3 14-116,0 1-1,-1-1 1,1 0-1,-1 1 0,1-1 1,-1 0-1,0 1 1,1-1-1,-1 1 1,1-1-1,-1 1 1,0-1-1,1 1 0,-1 0 1,0-1-1,0 1 1,1 0-1,-1-1 1,0 1-1,0 0 1,0 0-1,1 0 0,-1 0 1,0 0-1,0 0 1,0 0-1,1 0 1,-1 0-1,0 0 1,0 0-1,0 0 0,1 1 1,-2-1-1,-30 7 98,26-3-121,0 0 0,1 1 0,-1-1 0,1 1-1,0 0 1,0 0 0,0 1 0,1-1 0,0 1 0,0 0 0,1 0 0,-1 0 0,1 1 0,0-1-1,1 1 1,0 0 0,0 0 0,0 0 0,1 0 0,0 0 0,0 0 0,1 0 0,0 0 0,0 0-1,1 0 1,2 12 0,-2-15-10,1 0 0,0-1 0,0 1 0,1-1 0,-1 1 0,0-1-1,1 0 1,0 0 0,0 0 0,0 0 0,0-1 0,0 1 0,1-1 0,-1 0-1,1 1 1,0-2 0,-1 1 0,1 0 0,0-1 0,0 0 0,0 0 0,0 0 0,7 0-1,12 3-2,0-1-1,42-1 1,-57-2 16,11-1 51,-1 0-1,1-1 0,-1-1 1,1-1-1,-1 0 0,0-2 1,0 0-1,-1-1 1,33-18-1,-43 22-26,0-2 0,0 1-1,-1-1 1,0 0 0,1 0 0,-2-1-1,1 1 1,-1-2 0,1 1 0,-2 0-1,1-1 1,-1 0 0,0 0 0,0 0 0,-1-1-1,0 1 1,0-1 0,-1 0 0,0 1-1,-1-1 1,1 0 0,-1 0 0,-1-1-1,0 1 1,0-10 0,-1 17-26,0-1 0,0 1 0,1 0 0,-1 0 0,0-1 0,0 1 0,0 0-1,0 0 1,-1 0 0,1 0 0,0 1 0,0-1 0,0 0 0,-1 0 0,1 1 0,0-1 0,-1 1 0,1-1 0,-1 1 0,1-1 0,-1 1 0,1 0-1,-1 0 1,1 0 0,-1 0 0,1 0 0,-1 0 0,-1 0 0,-3 0-4,0 0 0,1 1 0,-1-1 0,0 1 0,0 0-1,-9 3 1,11-1-6,0-1-1,1 1 1,-1 0-1,0 0 1,1 1-1,0-1 1,-1 0-1,1 1 0,1 0 1,-1 0-1,0 0 1,1 0-1,0 0 1,0 1-1,0-1 1,-1 7-1,2-8-34,0 0 0,0 1-1,0-1 1,0 0 0,1 0 0,0 0 0,-1 1-1,1-1 1,0 0 0,1 1 0,-1-1 0,1 0-1,-1 0 1,1 0 0,0 0 0,0 1 0,0-1 0,1 0-1,-1-1 1,1 1 0,0 0 0,-1 0 0,1-1-1,4 5 1,-2-4 31,6 5-1,-1 0 0,0 1 0,15 17-1,-21-21 32,0 0 0,0 0 0,-1 1-1,1-1 1,-1 1 0,-1-1 0,1 1 0,-1 0-1,0-1 1,1 13 0,-2 331 2958,-8-298-2278,8-49-671,0-1 1,-1 1 0,1-1 0,-1 1 0,1-1 0,-1 1-1,0-1 1,1 1 0,-1-1 0,0 0 0,0 1 0,0-1 0,0 0-1,0 0 1,-1 0 0,1 0 0,0 0 0,0 0 0,-1 0-1,1 0 1,0 0 0,-1-1 0,1 1 0,-1 0 0,1-1 0,-1 1-1,-3-1 1,4 0-30,-1-1-1,1 0 0,-1 1 1,1-1-1,-1 0 0,1 0 0,-1 0 1,1-1-1,0 1 0,0 0 1,0 0-1,0-1 0,0 1 1,0-1-1,0 1 0,0-1 1,0 1-1,1-1 0,-1 1 1,0-1-1,1 0 0,0 1 1,-1-1-1,1-2 0,-9-43-1481,6-12-4680,3 35 328</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2:45.825"/>
    </inkml:context>
    <inkml:brush xml:id="br0">
      <inkml:brushProperty name="width" value="0.05" units="cm"/>
      <inkml:brushProperty name="height" value="0.05" units="cm"/>
      <inkml:brushProperty name="color" value="#E71224"/>
    </inkml:brush>
  </inkml:definitions>
  <inkml:trace contextRef="#ctx0" brushRef="#br0">1 36 17464,'0'0'7363,"41"-35"-15478,-16 35-8581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2:46.157"/>
    </inkml:context>
    <inkml:brush xml:id="br0">
      <inkml:brushProperty name="width" value="0.05" units="cm"/>
      <inkml:brushProperty name="height" value="0.05" units="cm"/>
      <inkml:brushProperty name="color" value="#E71224"/>
    </inkml:brush>
  </inkml:definitions>
  <inkml:trace contextRef="#ctx0" brushRef="#br0">0 171 19097,'0'0'6189,"23"-5"-5981,-16 3-203,32-7 37,1 1 0,65-3 0,-55 10 6,0-3 0,0-2 0,90-22 0,-137 28-73,-1-1-1,0 0 0,1 0 1,-1 0-1,0 0 0,0 0 1,1 0-1,-1-1 1,0 1-1,0-1 0,-1 1 1,1-1-1,0 0 1,0 1-1,-1-1 0,1 0 1,-1 0-1,0 0 1,0-1-1,1 1 0,0-4 1,-2 5 1,0-1 0,0 0 0,0 1 0,0-1 0,0 1 0,0-1 0,0 0 0,-1 1 0,1-1 0,-1 1 0,1-1 0,-1 0 0,0 1 0,1-1 0,-1 1 0,0 0 0,0-1 0,0 1 0,0 0 0,0 0 0,0-1 0,-1 1 0,1 0 0,0 0 0,0 0 0,-1 0 0,1 1 0,-1-1 0,1 0 0,-3 0 0,-3-3 46,1 2 0,-1-1 0,0 1 0,0 0 0,0 0 0,0 1-1,0 0 1,-1 0 0,1 1 0,0-1 0,0 2 0,-13 1 0,15-1 17,0 0-1,1 1 1,-1-1-1,1 1 1,0 0 0,-1 0-1,1 1 1,0-1-1,0 1 1,0 0-1,1 0 1,-1 0-1,1 0 1,0 1 0,-1 0-1,2-1 1,-1 1-1,0 0 1,-3 8-1,-10 31 78,1 1-1,3 0 1,1 1-1,-8 88 0,13-89-628,1 54-7295,5-92 6866,0 14-4861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2:46.541"/>
    </inkml:context>
    <inkml:brush xml:id="br0">
      <inkml:brushProperty name="width" value="0.05" units="cm"/>
      <inkml:brushProperty name="height" value="0.05" units="cm"/>
      <inkml:brushProperty name="color" value="#E71224"/>
    </inkml:brush>
  </inkml:definitions>
  <inkml:trace contextRef="#ctx0" brushRef="#br0">1 146 9156,'0'0'7510,"21"-12"-7029,64-39 135,-79 47-466,-1 1-1,0-1 1,0 0 0,0 0 0,0 0 0,-1-1-1,5-5 1,-8 8 65,1 0 1,-1 0-1,0 0 0,0-1 0,-1 1 1,1 0-1,-1-1 0,1 1 0,-1-1 1,1 1-1,-1 0 0,0-5 0,-1 7-157,1-1 0,-1 0 0,0 0 0,1 1 0,-1-1 0,1 0 0,-1 1 0,0-1 0,0 1 0,1-1 0,-1 1 0,0-1-1,0 1 1,0-1 0,1 1 0,-1 0 0,0 0 0,0-1 0,0 1 0,0 0 0,0 0 0,0 0 0,1 0 0,-1 0 0,0 0 0,0 0 0,0 0 0,0 0-1,0 1 1,0-1 0,0 0 0,-1 1 0,-34 9 2,31-5-180,0 0-1,0 0 1,0 0 0,1 0-1,0 1 1,0 0 0,0 0-1,1 0 1,0 0 0,0 0-1,1 1 1,0-1 0,0 1 0,0 0-1,1 0 1,0 0 0,0-1-1,0 1 1,1 0 0,1 11-1,-1-17 100,1 0 0,-1 0 0,1 0 0,-1 0 0,1 0 0,-1 0 0,1 0 0,0 0 0,-1 0 0,1-1 0,0 1 0,0 0 0,0 0-1,0-1 1,0 1 0,0 0 0,0-1 0,0 1 0,0-1 0,0 1 0,0-1 0,0 0 0,0 1 0,0-1 0,0 0 0,0 0 0,0 0 0,0 0 0,1 0-1,-1 0 1,1 0 0,50 0 204,-36-1-116,92 1 1347,-107 0-1413,0 0 0,0 0 0,0 0 0,1 1 0,-1-1 0,0 0-1,0 1 1,0-1 0,0 1 0,0-1 0,0 1 0,0-1 0,0 1 0,0 0 0,-1-1-1,1 1 1,0 0 0,0 0 0,0 0 0,-1-1 0,1 1 0,0 2 0,12 28-191,4 6-689,-15-36 945,-1-1 1,1 0-1,-1 0 1,1 0-1,-1 0 1,0 0-1,1 0 1,-1 0-1,1 0 1,-1-1-1,0 1 1,1 0 0,-1-1-1,0 1 1,1-1-1,-1 0 1,0 1-1,0-1 1,1 0-1,1-1 1,-2 0-42,24-12 183,1 2 1,0 0-1,1 1 1,0 2 0,0 1-1,1 1 1,0 1-1,1 1 1,-1 2-1,37 0 1,-52 3-241,-10 0-12,0-1 0,0 1 0,0-1 0,0 1 0,0 0 0,0 0 0,1 1 0,-1-1 0,0 1 0,0-1 0,0 1 0,0 0 0,0 0 0,0 0 0,0 1 0,0-1 0,-1 1 0,1 0 0,-1-1 0,1 1 0,-1 0 0,1 0 0,-1 1 0,0-1-1,0 0 1,0 1 0,2 3 0,-3-4-173,1 0 0,-1-1 0,1 1-1,0 0 1,0 0 0,0-1 0,0 1-1,0-1 1,0 0 0,0 0 0,0 1 0,1-1-1,-1-1 1,0 1 0,1 0 0,-1 0-1,4-1 1,42 4-4410,-31-4-332</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2:46.874"/>
    </inkml:context>
    <inkml:brush xml:id="br0">
      <inkml:brushProperty name="width" value="0.05" units="cm"/>
      <inkml:brushProperty name="height" value="0.05" units="cm"/>
      <inkml:brushProperty name="color" value="#E71224"/>
    </inkml:brush>
  </inkml:definitions>
  <inkml:trace contextRef="#ctx0" brushRef="#br0">31 1 15143,'0'0'9748,"-31"4"-26763</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2:49.048"/>
    </inkml:context>
    <inkml:brush xml:id="br0">
      <inkml:brushProperty name="width" value="0.05" units="cm"/>
      <inkml:brushProperty name="height" value="0.05" units="cm"/>
      <inkml:brushProperty name="color" value="#E71224"/>
    </inkml:brush>
  </inkml:definitions>
  <inkml:trace contextRef="#ctx0" brushRef="#br0">501 267 6771,'0'0'5192,"-10"-11"-3810,-173-228 10391,171 223-10527,13 49-339,6 2-850,2-1 1,1-1-1,17 37 0,2 10 26,13 58 98,-21-65-134,3 0 1,33 69-1,-51-133-28,-2-10 23,-3-21 83,-11-38 52,5 49-183,-1 0 0,-1 0 0,1 1-1,-2 0 1,1 0 0,-1 1 0,-1 0 0,0 1 0,0 0-1,-1 0 1,1 0 0,-2 2 0,-15-10 0,19 13 2,1 0 0,-1 0 0,0 0 0,0 1-1,0 0 1,0 1 0,0-1 0,0 1 0,-1 1 0,1-1 0,0 1 0,0 0 0,-1 1 0,1 0 0,0 0 0,0 1-1,0-1 1,0 1 0,0 1 0,0 0 0,1 0 0,-1 0 0,-10 7 0,-25 25-12,-55 55-1,21-17-321,76-76-531,1 0 401,1 0 0,-1 0-1,0 1 1,1-1 0,-1 0-1,1 1 1,0-1-1,0 1 1,0 0 0,4-4-1,-6 5 42,19-18-4074,3 2-3428</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2:57.989"/>
    </inkml:context>
    <inkml:brush xml:id="br0">
      <inkml:brushProperty name="width" value="0.05" units="cm"/>
      <inkml:brushProperty name="height" value="0.05" units="cm"/>
      <inkml:brushProperty name="color" value="#E71224"/>
    </inkml:brush>
  </inkml:definitions>
  <inkml:trace contextRef="#ctx0" brushRef="#br0">1 13 5827,'0'-4'15730,"2"-4"-14941,1 153 22,-1-70-1364,-1-1-3595,9-73-4303</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2:58.323"/>
    </inkml:context>
    <inkml:brush xml:id="br0">
      <inkml:brushProperty name="width" value="0.05" units="cm"/>
      <inkml:brushProperty name="height" value="0.05" units="cm"/>
      <inkml:brushProperty name="color" value="#E71224"/>
    </inkml:brush>
  </inkml:definitions>
  <inkml:trace contextRef="#ctx0" brushRef="#br0">12 0 11925,'0'0'10757,"5"28"-10212,-5 6-289,0 4-128,0 1-80,0 2-48,0-4-16,0-4-80,-2-1-416,-1-2-577,-1-1-688,0-3-768,0 0-2593</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2:58.690"/>
    </inkml:context>
    <inkml:brush xml:id="br0">
      <inkml:brushProperty name="width" value="0.05" units="cm"/>
      <inkml:brushProperty name="height" value="0.05" units="cm"/>
      <inkml:brushProperty name="color" value="#E71224"/>
    </inkml:brush>
  </inkml:definitions>
  <inkml:trace contextRef="#ctx0" brushRef="#br0">78 13 14263,'0'0'4575,"-12"13"-4466,-35 44-58,45-55-47,0 0 0,0 0 0,1 0 0,-1 0 0,1 1 0,0-1 0,-1 0 0,1 1 0,0-1 0,0 1-1,1 0 1,-1-1 0,1 1 0,-1 0 0,1-1 0,0 1 0,0 0 0,0 0 0,0-1 0,0 1 0,1 0 0,-1-1 0,2 4 0,-1-4-2,0 0 0,1 0-1,-1 0 1,1-1 0,-1 1 0,1-1 0,-1 1 0,1-1 0,0 0 0,0 1-1,0-1 1,0 0 0,0 0 0,0 0 0,0-1 0,0 1 0,0 0 0,0-1-1,1 1 1,-1-1 0,4 0 0,2 1 151,0 0 0,1-1 0,-1-1 0,1 1 0,-1-1 0,0 0 0,0-1 0,1 0 0,-1-1 0,0 1 0,8-5 1,-12 4-23,-1 1 1,1-1-1,-1 1 1,0-1-1,0 0 1,0 0 0,0 0-1,0-1 1,-1 1-1,1-1 1,-1 1-1,0-1 1,0 0 0,-1 0-1,1 0 1,-1 0-1,0 0 1,0 0-1,0 0 1,0 0 0,-1-1-1,1 1 1,-2-8-1,2 10-117,-1-1-1,0 1 1,0 0-1,0-1 0,0 1 1,-1 0-1,1-1 1,-1 1-1,1 0 0,-1 0 1,0 0-1,0-1 1,0 1-1,0 0 1,0 0-1,0 0 0,-1 0 1,1 1-1,-1-1 1,1 0-1,-4-2 0,1 2-42,0 0-1,0 1 0,0-1 0,-1 1 1,1 0-1,0 0 0,-1 1 1,1-1-1,0 1 0,-9 0 0,5 0-142,3 0-267,1 0 0,-1 0-1,0 0 1,0 1-1,1-1 1,-1 1 0,-8 3-1,-7 11-3658</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3:04.928"/>
    </inkml:context>
    <inkml:brush xml:id="br0">
      <inkml:brushProperty name="width" value="0.05" units="cm"/>
      <inkml:brushProperty name="height" value="0.05" units="cm"/>
      <inkml:brushProperty name="color" value="#E71224"/>
    </inkml:brush>
  </inkml:definitions>
  <inkml:trace contextRef="#ctx0" brushRef="#br0">1 35 14343,'0'0'6317,"11"-2"-5989,76-8 444,124 2 0,-85 5-720,883-8-306,-992 12 212,155 9-337,-147-7 338,1 0 0,-1 3 1,-1 0-1,37 13 1,-60-18 38,1 0 0,0-1 0,-1 1-1,1 0 1,0 0 0,-1 0 0,1 0 0,-1 0 0,1 1 0,-1-1 0,0 0 0,1 1 0,-1-1-1,0 0 1,0 1 0,0 0 0,0-1 0,0 1 0,-1 0 0,1-1 0,1 5 0,-2-5 1,-1 0 1,1 0 0,0 0 0,0 0 0,0 0-1,-1 0 1,1 0 0,0 0 0,-1 0 0,1 0-1,-1 0 1,1-1 0,-1 1 0,0 0 0,1 0-1,-1 0 1,0 0 0,1-1 0,-1 1 0,0 0-1,0-1 1,0 1 0,0-1 0,0 1 0,0-1 0,0 1-1,0-1 1,0 0 0,0 1 0,0-1 0,0 0-1,0 0 1,0 0 0,0 0 0,-1 0 0,-69 3-810,50-3-5312</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3:09.081"/>
    </inkml:context>
    <inkml:brush xml:id="br0">
      <inkml:brushProperty name="width" value="0.05" units="cm"/>
      <inkml:brushProperty name="height" value="0.05" units="cm"/>
      <inkml:brushProperty name="color" value="#E71224"/>
    </inkml:brush>
  </inkml:definitions>
  <inkml:trace contextRef="#ctx0" brushRef="#br0">195 177 11829,'0'0'8023,"-5"4"-7316,3-1-521,0-1 1,-1 0-1,1 0 1,-1 0-1,0 0 0,1-1 1,-1 1-1,0-1 1,0 0-1,0 0 1,-1 0-1,1 0 1,-3 1-1,4-2-98,0 0 0,0-1 0,0 1 0,0 0 0,0 0 0,0-1 0,0 0 0,0 1 0,0-1 0,0 0 0,1 0 0,-1 0 0,0 0 0,0 0 0,1 0 0,-1 0 0,1-1 0,-1 1 0,1 0 0,-1-1 0,1 0 0,0 1 0,0-1 0,0 0 0,0 1 0,-1-4 0,-2-3-13,0 0-1,0-1 1,1 1 0,1-1 0,-1 0-1,1 0 1,1 0 0,0 0-1,0-1 1,0 1 0,1 0-1,1 0 1,2-15 0,-3 22-63,1 0 1,-1 0 0,1 1-1,0-1 1,0 1 0,-1-1-1,1 0 1,0 1 0,0-1-1,0 1 1,1 0-1,-1-1 1,0 1 0,1 0-1,-1 0 1,0 0 0,1 0-1,-1 0 1,1 0-1,-1 0 1,1 0 0,2 0-1,0 0-8,0 0 0,0 1 0,0-1 0,0 1 0,0 0 0,0 0 0,0 0 0,0 1-1,6 1 1,1 0-6,-1 1-1,0 0 1,-1 1-1,1 1 1,-1-1-1,17 12 1,62 59 65,-60-49-107,1-1-1,42 27 1,-60-45-18,0-1 0,1 0 0,-1-1 0,1 0 0,0-1 0,0 0 0,1-1 0,-1-1 0,1 0 0,25 1 0,-35-3 47,1 0 1,-1 0 0,1 0-1,-1-1 1,1 1-1,-1-1 1,1 0 0,-1 0-1,1 0 1,-1-1 0,0 1-1,0-1 1,1 0 0,-1 0-1,-1 0 1,1 0-1,0 0 1,0 0 0,3-5-1,-4 3 24,1 0 1,-1-1-1,1 1 0,-1-1 0,0 0 0,-1 0 0,1 1 0,-1-1 0,0 0 0,0-1 0,-1 1 0,1 0 0,-1-7 1,-1 9-8,1-1 0,0 0 0,-1 0 0,1 0 0,-1 0 1,0 1-1,-1-1 0,1 1 0,-1-1 0,1 1 0,-1-1 1,0 1-1,0 0 0,0 0 0,-1 0 0,1 0 0,-1 0 1,-3-3-1,-1 1 3,1 1-1,0-1 1,-1 2 0,0-1 0,0 1 0,0 0-1,-1 0 1,-14-3 0,11 3 0,-1 1 0,1 0-1,-1 1 1,0 1 0,0 0 0,0 0 0,1 1-1,-1 0 1,0 1 0,1 1 0,-1 0 0,-16 6-1,-24 22 10,1 2 0,2 3-1,-55 51 1,-48 34 94,151-120-733,-11 7 1590,8-6-3208</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3:21.947"/>
    </inkml:context>
    <inkml:brush xml:id="br0">
      <inkml:brushProperty name="width" value="0.05" units="cm"/>
      <inkml:brushProperty name="height" value="0.05" units="cm"/>
      <inkml:brushProperty name="color" value="#E71224"/>
    </inkml:brush>
  </inkml:definitions>
  <inkml:trace contextRef="#ctx0" brushRef="#br0">502 0 15975,'0'0'6838,"-1"21"-6472,-6 30-94,-1-2 1,-2 1 0,-27 76 0,14-71-248,-3-2 1,-2 0 0,-2-2-1,-2-1 1,-3-2 0,-1-1 0,-53 51-1,89-98-25,0 1 0,0-1 0,0 0 0,-1 0-1,1 1 1,0-1 0,0 0 0,0 0 0,-1 0 0,1 1-1,0-1 1,0 0 0,-1 0 0,1 0 0,0 0 0,0 0-1,-1 1 1,1-1 0,0 0 0,0 0 0,-1 0 0,1 0-1,0 0 1,-1 0 0,1 0 0,0 0 0,0 0 0,-1 0 0,1 0-1,0 0 1,0 0 0,-1 0 0,1-1 0,0 1 0,-1 0-1,1 0 1,0 0 0,0 0 0,0 0 0,-1-1 0,1 1-1,-1 0 1,-4-18 40,2-35 51,3 35-103,-1-3 53,1 5 28,-1 1 1,0 0 0,-1-1-1,-1 1 1,0 0-1,-1 0 1,0 1 0,-11-24-1,15 37-52,-1 1 0,1-1 0,0 1 0,0 0 0,0-1 0,0 1 0,-1-1 0,1 1 0,0-1 0,0 1 0,-1 0 0,1-1 0,0 1 0,0 0-1,-1-1 1,1 1 0,-1 0 0,1-1 0,0 1 0,-1 0 0,1 0 0,-1 0 0,1-1 0,0 1 0,-1 0 0,1 0 0,-1 0 0,1 0 0,-1 0 0,1 0 0,-1 0 0,1 0 0,-1 0 0,1 0-1,-1 0 1,1 0 0,0 0 0,-1 0 0,1 0 0,-1 0 0,1 0 0,-1 1 0,1-1 0,0 0 0,-1 0 0,1 0 0,-1 1 0,1-1 0,0 0 0,-1 1 0,1-1 0,0 0 0,-1 1 0,1 0 0,-13 25 3,12-23-2,-9 19-19,1 0-1,1 1 1,1 0-1,2 1 1,0-1-1,1 1 1,2 0-1,-1 40 1,4-63-5,-1 1 0,0 0-1,1 0 1,-1-1 0,1 1 0,-1 0 0,1-1-1,0 1 1,-1-1 0,1 1 0,0-1 0,0 1-1,0-1 1,1 0 0,-1 1 0,0-1 0,0 0-1,1 0 1,-1 0 0,0 0 0,1 0 0,-1 0-1,1 0 1,0 0 0,-1-1 0,1 1 0,0-1-1,2 1 1,6 1-1,-1-1 0,1 0 0,-1 0 0,13-2 0,-7 1-7,22-3 20,-1-1 1,1-2-1,-1-1 1,40-14-1,12-2-2398,2 8-4629,-66 12-969</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3:22.696"/>
    </inkml:context>
    <inkml:brush xml:id="br0">
      <inkml:brushProperty name="width" value="0.05" units="cm"/>
      <inkml:brushProperty name="height" value="0.05" units="cm"/>
      <inkml:brushProperty name="color" value="#E71224"/>
    </inkml:brush>
  </inkml:definitions>
  <inkml:trace contextRef="#ctx0" brushRef="#br0">136 65 15079,'0'0'6128,"-8"-11"-5616,-25-34-104,33 44-401,-1 1 0,1-1 0,0 1-1,0-1 1,-1 1 0,1-1 0,0 1-1,-1 0 1,1-1 0,-1 1 0,1 0-1,0-1 1,-1 1 0,1 0 0,-1-1-1,1 1 1,-1 0 0,1 0 0,-1 0-1,1-1 1,-1 1 0,1 0 0,-1 0-1,0 0 1,1 0 0,-1 0 0,1 0-1,-1 0 1,1 0 0,-1 0 0,1 0-1,-1 0 1,1 1 0,-1-1 0,1 0-1,-1 0 1,1 0 0,-1 1-1,1-1 1,-1 0 0,0 1 0,-9 18-10,8-15 21,-8 17 5,0 1 0,1 1 0,1-1 0,1 1 0,2 1 1,0-1-1,1 1 0,1 0 0,2 0 0,1 34 0,1-52-23,-1 0 1,1 0-1,1 1 1,-1-1-1,1 0 1,0 0-1,1 0 1,-1-1 0,1 1-1,0-1 1,1 1-1,-1-1 1,1 0-1,0 0 1,0 0-1,1-1 1,-1 0-1,1 1 1,0-2-1,0 1 1,0 0 0,1-1-1,-1 0 1,1 0-1,0-1 1,0 0-1,0 0 1,0 0-1,0-1 1,9 2-1,-4-2 39,1 1-1,0-1 0,1-1 1,-1 0-1,0-1 0,0 0 1,0-1-1,-1-1 0,1 1 0,0-2 1,-1 0-1,0 0 0,0-1 1,0 0-1,12-8 0,-14 7 82,-1-1 0,-1 1 0,1-1 0,-1 0 0,0-1-1,0 0 1,-1 0 0,0 0 0,-1-1 0,0 0 0,0 0 0,4-13-1,-4 7 35,-2 1-1,0 0 0,0-1 0,-1 0 0,-1 0 0,-1 0 0,-2-27 0,2 35-132,-1 1 0,-1 0 0,1 0 0,-1 0 0,0 0 0,0 0 0,-1 0-1,1 0 1,-1 1 0,-1-1 0,1 1 0,-1 0 0,0 0 0,0 0 0,0 0 0,-1 1 0,0 0 0,0 0 0,0 0 0,0 0 0,0 1 0,-9-4 0,6 3-330,-1 1 0,0 0 1,0 0-1,0 1 1,0 0-1,0 1 1,0 0-1,0 0 1,-1 1-1,1 0 0,0 1 1,0-1-1,-1 2 1,1 0-1,-9 2 1,-21 15-4777</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3:24.478"/>
    </inkml:context>
    <inkml:brush xml:id="br0">
      <inkml:brushProperty name="width" value="0.05" units="cm"/>
      <inkml:brushProperty name="height" value="0.05" units="cm"/>
      <inkml:brushProperty name="color" value="#E71224"/>
    </inkml:brush>
  </inkml:definitions>
  <inkml:trace contextRef="#ctx0" brushRef="#br0">0 136 13478,'0'0'7532,"2"6"-6820,1-1-483,5 20 3096,-8-33-1794,-9-88-331,10 95-1190,-1-1-1,1 0 1,-1 0-1,1 1 0,0-1 1,0 0-1,0 1 0,0-1 1,0 1-1,0-1 0,0 1 1,0 0-1,0-1 1,1 1-1,-1 0 0,1 0 1,-1 0-1,1 0 0,-1 0 1,1 0-1,0 0 0,-1 0 1,1 1-1,0-1 1,-1 1-1,1-1 0,0 1 1,0 0-1,0 0 0,-1 0 1,1 0-1,2 0 0,68 0-55,-66 0 29,10 3 14,-1 0 0,0 1 0,0 1-1,0 0 1,0 1 0,-1 1 0,0 0 0,0 1 0,16 12 0,-7-5-17,48 21 1,-63-32 7,1-1 0,0 0 0,0-1 0,0 0 0,0-1 0,1 1 0,-1-2 0,0 1 0,15-2 1,-19 0 13,-1-1 0,1 1 0,-1-1 0,1 0 0,-1 0 0,0 0 0,0-1 0,1 1 0,-2-1 0,1 0 0,0 0 0,-1 0 0,1-1 0,4-6 0,41-62 43,-39 57-32,-2-1 18,4-8-322,-8 23-411,-2 13-617,-2 17-1888,0 3-1881</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2:50.111"/>
    </inkml:context>
    <inkml:brush xml:id="br0">
      <inkml:brushProperty name="width" value="0.05" units="cm"/>
      <inkml:brushProperty name="height" value="0.05" units="cm"/>
      <inkml:brushProperty name="color" value="#E71224"/>
    </inkml:brush>
  </inkml:definitions>
  <inkml:trace contextRef="#ctx0" brushRef="#br0">113 104 13814,'0'0'4088,"0"-17"-2101,0-69 1193,0 89-2979,0 0-1,0 0 1,-1 1-1,0-1 1,1 0-1,-1 0 1,0 0-1,-3 6 1,-4 14-229,-22 101 348,5 0-1,6 2 0,-4 192 1,24-291-304,0 0 0,2 0 0,1 0 0,1 0 0,10 28 0,-10-39-259,1 0 1,1-1-1,0 0 1,1 0-1,0-1 1,1 0-1,1 0 1,0-1-1,18 17 1,-24-26-94,-1-1 1,1 0-1,0 0 1,0-1-1,0 1 1,1-1-1,-1 0 0,0 0 1,1 0-1,5 1 1,-7-2-196,0-1 1,1 1-1,-1-1 1,1 0-1,-1 0 1,1 0-1,-1-1 1,1 1-1,3-2 1,10-5-4633</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2:50.608"/>
    </inkml:context>
    <inkml:brush xml:id="br0">
      <inkml:brushProperty name="width" value="0.05" units="cm"/>
      <inkml:brushProperty name="height" value="0.05" units="cm"/>
      <inkml:brushProperty name="color" value="#E71224"/>
    </inkml:brush>
  </inkml:definitions>
  <inkml:trace contextRef="#ctx0" brushRef="#br0">0 85 15783,'0'0'9466,"1"8"-9247,2 39 62,-1-11-195,2 1 0,0-1-1,20 67 1,-24-101-86,0 0 0,1 0-1,-1 0 1,1 0 0,0 0 0,-1-1 0,1 1-1,0 0 1,0 0 0,0-1 0,0 1 0,1-1-1,-1 1 1,0-1 0,1 1 0,-1-1 0,1 0-1,-1 0 1,1 0 0,-1 0 0,1 0 0,0 0-1,0 0 1,0 0 0,-1-1 0,1 1 0,0 0-1,0-1 1,0 0 0,0 0 0,0 1 0,0-1-1,0 0 1,0 0 0,0-1 0,0 1 0,0 0-1,-1-1 1,1 1 0,0-1 0,0 0 0,0 1-1,0-1 1,-1 0 0,1 0 0,0 0 0,-1 0-1,3-3 1,8-4 26,-1-1 0,-1-1-1,0 0 1,0 0-1,9-13 1,-9 10-2,2-1 23,0-1 0,-1-1 0,-1 0 0,16-31 0,-27 52-43,0 1 0,1-1 0,0 1 0,1-1 0,-1 0 0,1 1 0,0-1 0,2 7 0,0 1-11,-1-3 9,1 0 0,0 1 0,0-1 0,1-1 0,1 1 0,-1 0 0,2-1 0,11 17-1,-15-23 1,1 0 0,-1-1 0,0 1 0,1-1 0,-1 1 0,1-1-1,0 0 1,0 0 0,0 0 0,0 0 0,0 0 0,0-1 0,1 1-1,-1-1 1,0 0 0,1 0 0,-1 0 0,1-1 0,-1 1-1,1-1 1,0 0 0,-1 0 0,1 0 0,-1 0 0,1-1 0,-1 1-1,1-1 1,-1 0 0,1 0 0,5-3 0,-5 1 19,0 1 1,0-1-1,0-1 1,-1 1-1,0 0 1,1-1-1,-1 0 1,0 0-1,-1 0 1,1 0-1,-1 0 1,0 0-1,0-1 1,3-7-1,-1-1 67,1-1-1,-2 0 1,4-26-1,-5 21-45,-1-1 0,-1 1 0,-1-1 0,0 0 0,-6-25-1,6 39-69,0 1-1,0 0 1,-1 0-1,0 0 1,0 0-1,0 0 1,0 0-1,-1 1 1,1-1-1,-1 1 1,-1 0-1,1-1 1,0 1-1,-1 1 1,0-1-1,0 0 1,0 1-1,0 0 1,-1 0-1,1 0 1,-1 1-1,0-1 1,1 1-1,-10-2 1,14 4-60,-1 0 1,1-1 0,-1 1-1,1 0 1,-1 0 0,1 1-1,0-1 1,-1 0 0,1 0-1,-1 0 1,1 0 0,0 0-1,-1 0 1,1 0 0,-1 1-1,1-1 1,0 0 0,-1 0-1,1 1 1,0-1 0,-1 0-1,1 0 1,0 1 0,0-1-1,-1 0 1,1 1 0,0-1-1,0 0 1,-1 1 0,1-1-1,0 1 1,0-1 0,0 0-1,0 1 1,0-1 0,0 1-1,0-1 1,-1 0 0,1 1-1,0 0 1,0 21-3208,0-15 2111,0 27-5128</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2:51.334"/>
    </inkml:context>
    <inkml:brush xml:id="br0">
      <inkml:brushProperty name="width" value="0.05" units="cm"/>
      <inkml:brushProperty name="height" value="0.05" units="cm"/>
      <inkml:brushProperty name="color" value="#E71224"/>
    </inkml:brush>
  </inkml:definitions>
  <inkml:trace contextRef="#ctx0" brushRef="#br0">4 0 4690,'0'0'18457,"-4"60"-17417,4-34-352,0 1 33,0-4-497,0-5-176,0-1-48,0-8-160,0-2-945,0-3-1168</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2:51.690"/>
    </inkml:context>
    <inkml:brush xml:id="br0">
      <inkml:brushProperty name="width" value="0.05" units="cm"/>
      <inkml:brushProperty name="height" value="0.05" units="cm"/>
      <inkml:brushProperty name="color" value="#E71224"/>
    </inkml:brush>
  </inkml:definitions>
  <inkml:trace contextRef="#ctx0" brushRef="#br0">0 3 10997,'0'0'10149,"17"-2"-13783,-1 21-2049</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2:52.040"/>
    </inkml:context>
    <inkml:brush xml:id="br0">
      <inkml:brushProperty name="width" value="0.05" units="cm"/>
      <inkml:brushProperty name="height" value="0.05" units="cm"/>
      <inkml:brushProperty name="color" value="#E71224"/>
    </inkml:brush>
  </inkml:definitions>
  <inkml:trace contextRef="#ctx0" brushRef="#br0">54 1 13910,'0'0'10960,"4"9"-10130,62 129 211,12 27 544,-69-140-1450,-1-1-1,-1 1 1,-1 0-1,-1 1 1,2 29-1,-5-40-166,-1 0 0,0 0 0,-1 0 0,-1 1-1,-1-1 1,0 0 0,-1-1 0,0 1 0,-1 0-1,-1-1 1,0 0 0,-1 0 0,0 0 0,-16 23-1,-1-7-704,-1 0-1,-49 46 1,14-30-7269,49-41 2444</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2:53.425"/>
    </inkml:context>
    <inkml:brush xml:id="br0">
      <inkml:brushProperty name="width" value="0.05" units="cm"/>
      <inkml:brushProperty name="height" value="0.05" units="cm"/>
      <inkml:brushProperty name="color" value="#E71224"/>
    </inkml:brush>
  </inkml:definitions>
  <inkml:trace contextRef="#ctx0" brushRef="#br0">0 14 13542,'0'0'9274,"23"-2"-8218,71-8-226,-91 10-798,0-1 0,1 1 0,-1 0 0,1 0 0,-1 0-1,1 0 1,-1 0 0,1 1 0,-1 0 0,1-1 0,-1 1 0,0 1 0,0-1 0,1 0 0,-1 1 0,0 0-1,0-1 1,0 1 0,-1 0 0,1 1 0,0-1 0,-1 0 0,1 1 0,-1 0 0,0-1 0,0 1 0,0 0-1,0 0 1,-1 0 0,1 0 0,-1 0 0,1 1 0,-1-1 0,0 0 0,0 4 0,0 1-26,0-1 1,-1 0-1,0 0 1,0 1 0,-1-1-1,0 0 1,0 0-1,0 0 1,-1 0-1,0 0 1,-1 0-1,1 0 1,-8 12 0,0-6 6,0-1 1,-1 0 0,0 0 0,0-1 0,-15 10 0,12-10 2,0 1 0,1 1-1,-18 21 1,31-34-13,0 1-1,-1-1 1,1 0-1,0 0 0,0 1 1,0-1-1,-1 0 1,1 1-1,0-1 0,0 0 1,0 0-1,0 1 1,0-1-1,0 0 1,0 1-1,-1-1 0,1 0 1,0 1-1,0-1 1,0 0-1,0 1 1,0-1-1,1 0 0,-1 1 1,0-1-1,0 0 1,0 1-1,0-1 0,0 0 1,0 0-1,0 1 1,1-1-1,-1 0 1,0 1-1,0-1 0,0 0 1,1 0-1,-1 1 1,1-1-1,17 6 182,27-5 256,-40-1-360,201-15 670,-104 5-1597,-1 6-3819,-87 4-2030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3:30.411"/>
    </inkml:context>
    <inkml:brush xml:id="br0">
      <inkml:brushProperty name="width" value="0.05" units="cm"/>
      <inkml:brushProperty name="height" value="0.05" units="cm"/>
      <inkml:brushProperty name="color" value="#E71224"/>
    </inkml:brush>
  </inkml:definitions>
  <inkml:trace contextRef="#ctx0" brushRef="#br0">207 4 11909,'-20'0'2911,"-3"-1"-2204,0-1 399,0 1 0,0 2 1,0 0-1,0 2 0,-24 5 1,46-8-398,42 13 1495,52-5-1429,136-6 1,-121-3-961,-108 1 30,-29 1-536,-18 5 531,1 3-1,0 1 1,1 3-1,-70 28 0,106-34 74,20-2 54,24-3 48,-33-2-11,188 1-1983,-102-1-7887,-62 0-598</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3:31.005"/>
    </inkml:context>
    <inkml:brush xml:id="br0">
      <inkml:brushProperty name="width" value="0.05" units="cm"/>
      <inkml:brushProperty name="height" value="0.05" units="cm"/>
      <inkml:brushProperty name="color" value="#E71224"/>
    </inkml:brush>
  </inkml:definitions>
  <inkml:trace contextRef="#ctx0" brushRef="#br0">21 1 15527,'0'0'6664,"-2"16"-6058,-17 318 968,20-330-1553,0 1-1,-1 0 1,2 0-1,-1-1 1,0 1-1,1-1 1,0 1-1,0-1 0,0 0 1,1 0-1,-1 0 1,1 0-1,0 0 1,0 0-1,1-1 1,-1 1-1,1-1 1,-1 0-1,1 0 1,0 0-1,0-1 1,1 0-1,-1 1 1,0-1-1,1-1 1,6 3-1,13 4 28,1-1 0,-1-1 0,42 5 0,38-2 65,185-7 0,-178-10-102,-100 6-8,-1 0-1,1 0 1,-1-1 0,0 0-1,0-1 1,0 0 0,18-11-1,-27 15-2,0-1 1,0 1-1,0-1 0,0 0 0,0 1 0,-1-1 1,1 0-1,0 0 0,0 0 0,0 0 0,-1 1 0,1-1 1,0 0-1,-1 0 0,1 0 0,-1 0 0,1 0 0,-1 0 1,0-1-1,1 1 0,-1 0 0,0 0 0,0 0 1,0 0-1,0 0 0,0-2 0,-1 1 1,1 0 0,-1 0 0,0 1 0,0-1 0,0 1 0,0-1 0,0 1 1,-1-1-1,1 1 0,0-1 0,-1 1 0,1 0 0,-1 0 0,-1-2 0,-6-1 4,1-1 0,-1 1 0,0 0 0,-17-5 0,3 6 25,23 3-28,-1 0-1,1 0 0,0 0 0,0 0 1,0 0-1,0 0 0,0 0 1,0 0-1,-1 0 0,1 0 0,0 1 1,0-1-1,0 0 0,0 0 1,0 0-1,0 0 0,0 0 0,0 0 1,0 0-1,-1 1 0,1-1 0,0 0 1,0 0-1,0 0 0,0 0 1,0 0-1,0 0 0,0 1 0,0-1 1,0 0-1,0 0 0,0 0 0,0 0 1,0 0-1,0 1 0,0-1 1,0 0-1,0 0 0,0 0 0,0 0 1,1 0-1,-1 0 0,0 1 1,0-1-1,0 0 0,0 0 0,0 0 1,0 0-1,0 0 0,0 0 0,0 0 1,0 0-1,1 0 0,-1 1 1,0-1-1,0 0 0,0 0 0,0 0 1,0 0-1,1 0 0,32 25 211,-25-20-164,-2-1 19,7 4 28,0 1 0,-1 1-1,0 0 1,15 17 0,-24-25-92,-1 1 1,0-1 0,0 1-1,0-1 1,-1 1 0,1 0-1,-1 0 1,1 0-1,-1 0 1,0 0 0,0 0-1,0 1 1,-1-1-1,1 0 1,-1 0 0,0 1-1,0-1 1,0 0-1,0 1 1,0-1 0,-1 0-1,1 0 1,-1 1-1,0-1 1,0 0 0,0 0-1,-1 0 1,-1 3-1,0-1-25,-1 0-1,0-1 0,-1 0 0,1 0 0,-1 0 1,1 0-1,-1-1 0,0 0 0,-1 0 0,-6 3 1,-58 23-5869,54-25 822</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3:31.356"/>
    </inkml:context>
    <inkml:brush xml:id="br0">
      <inkml:brushProperty name="width" value="0.05" units="cm"/>
      <inkml:brushProperty name="height" value="0.05" units="cm"/>
      <inkml:brushProperty name="color" value="#E71224"/>
    </inkml:brush>
  </inkml:definitions>
  <inkml:trace contextRef="#ctx0" brushRef="#br0">117 1 17080,'0'0'6568,"0"12"-6525,0 110 40,1-118-77,-1-1 0,1 0 0,-1 1 0,1-1 0,0 1 0,0-1 0,1 0 0,-1 0 0,1 0 0,-1 0 0,1 0 0,0 0 0,0 0 0,0 0 0,1-1 0,-1 1 0,1-1 0,-1 1 0,1-1 0,0 0 0,0 0 1,0-1-1,0 1 0,0 0 0,0-1 0,1 0 0,-1 0 0,0 0 0,1 0 0,3 0 0,13 3 61,0-1 0,0-1 0,36 0 0,-56-2-66,5 0 103,-1 0-1,0 0 1,1 0 0,-1-1 0,1 1-1,-1-1 1,0 0 0,1-1 0,-1 1-1,0-1 1,0 0 0,0 0 0,0 0-1,0 0 1,-1-1 0,1 1 0,-1-1-1,6-5 1,-6 3-27,0 0 1,0 0-1,0 0 0,-1 0 0,0 0 0,0-1 1,0 1-1,-1 0 0,1-1 0,-1 0 0,-1 1 1,1-1-1,-1 0 0,0-5 0,0 8-74,0 1 0,0 0 0,-1-1 0,1 1 0,0 0 0,-1-1 0,0 1 0,1 0 1,-1 0-1,0 0 0,0 0 0,-1-1 0,1 1 0,0 1 0,0-1 0,-1 0 0,0 0 0,1 0 0,-3-1 0,0 0-3,0 0 1,-1 1-1,1 0 1,0 0-1,-1 0 0,1 0 1,-1 1-1,0-1 1,-5 0-1,-12 0-141,-1 0 0,1 2 0,-31 2 0,36-1-109,-1 0-689,0 1 0,0 0 0,1 1 1,-1 1-1,1 1 0,-27 11 1,-11 15-8136</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4:20.482"/>
    </inkml:context>
    <inkml:brush xml:id="br0">
      <inkml:brushProperty name="width" value="0.05" units="cm"/>
      <inkml:brushProperty name="height" value="0.05" units="cm"/>
      <inkml:brushProperty name="color" value="#E71224"/>
    </inkml:brush>
  </inkml:definitions>
  <inkml:trace contextRef="#ctx0" brushRef="#br0">37 14 10533,'0'0'9060,"-8"-2"-7996,-20-4-140,52 4 2724,26-1-3831,518 36 583,-528-26-461,48 14 0,-27-5-1673,2-4-3661,-15-7-1659</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4:20.827"/>
    </inkml:context>
    <inkml:brush xml:id="br0">
      <inkml:brushProperty name="width" value="0.05" units="cm"/>
      <inkml:brushProperty name="height" value="0.05" units="cm"/>
      <inkml:brushProperty name="color" value="#E71224"/>
    </inkml:brush>
  </inkml:definitions>
  <inkml:trace contextRef="#ctx0" brushRef="#br0">1 0 15175,'0'0'6512,"3"1"-5511,259 28 1429,-194-24-2318,9-3-138,-68 2-1410,-15 2-2683,-18 1-3316</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4:25.621"/>
    </inkml:context>
    <inkml:brush xml:id="br0">
      <inkml:brushProperty name="width" value="0.05" units="cm"/>
      <inkml:brushProperty name="height" value="0.05" units="cm"/>
      <inkml:brushProperty name="color" value="#E71224"/>
    </inkml:brush>
  </inkml:definitions>
  <inkml:trace contextRef="#ctx0" brushRef="#br0">225 24 10341,'0'0'7849,"-18"-4"-7070,6 1-815,-1-1 474,-1 0 0,1 1 0,-1 1-1,1 0 1,-1 1 0,0 0 0,0 1 0,1 1 0,-15 2 0,24-2-325,1 1-1,-1-1 1,1 0 0,0 1 0,-1 0-1,1 0 1,0 0 0,0 0 0,0 0-1,-4 5 1,6-6-94,1-1-1,0 1 0,-1-1 1,1 1-1,0 0 1,-1-1-1,1 1 1,0-1-1,-1 1 0,1 0 1,0-1-1,0 1 1,0 0-1,0 0 0,0-1 1,0 1-1,0 0 1,0-1-1,0 1 1,0 0-1,0 0 0,0-1 1,1 2-1,-1-1 4,1 0 0,0 1 0,0-1 0,0 0 0,0 0 0,1 0 0,-1 0 0,0 0 0,0 0 0,1 0 0,-1 0 0,0 0 0,1-1 0,2 2 0,39 13 293,0-2 1,1-2-1,1-2 1,-1-2-1,51 1 1,-46-3-233,925 42 222,-800-44-236,249 21-88,-42-2-7,-284-21 202,-103-9-745,-65-3-5844,17 7-1332</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4:30.781"/>
    </inkml:context>
    <inkml:brush xml:id="br0">
      <inkml:brushProperty name="width" value="0.05" units="cm"/>
      <inkml:brushProperty name="height" value="0.05" units="cm"/>
      <inkml:brushProperty name="color" value="#E71224"/>
    </inkml:brush>
  </inkml:definitions>
  <inkml:trace contextRef="#ctx0" brushRef="#br0">2672 495 10053,'0'0'6322,"6"-17"-5809,20-50 106,-25 65-584,-1-1 0,1 1 1,-1 0-1,0 0 0,1-1 0,-1 1 1,0 0-1,-1-1 0,1 1 0,0 0 1,-1-1-1,1 1 0,-1 0 1,0 0-1,1-1 0,-1 1 0,0 0 1,-1 0-1,1 0 0,0 0 1,0 0-1,-1 1 0,1-1 0,-1 0 1,0 1-1,1-1 0,-1 1 1,0-1-1,0 1 0,0 0 0,0 0 1,0 0-1,0 0 0,-4-1 0,-5-5 97,-58-42 47,-2 4 0,-2 2 0,-102-42 1,117 62-153,-1 2-1,0 3 1,-2 3 0,0 2 0,-72-5-1,52 12 46,-126 6-1,167 3-56,1 2 0,0 1 0,0 2 0,1 2 0,-48 19-1,-33 25 39,2 6-1,-179 120 1,220-124-50,-106 103 0,33-25 12,124-112 6,-2-1 0,0-1 0,-1-2 0,-1 0 0,0-2 0,-56 21 0,84-36 115,1-8 1097,0-18-979,1 0 1,1 1-1,2-1 1,9-39-1,-9 52-142,-2 1 0,1 0 0,-1-1 0,0-14 0,-18 51 19,-2 5-142,1 1 0,-19 51 0,31-67 4,0 0 1,1 1-1,1-1 0,0 1 1,1 0-1,0 0 0,2 0 0,1 17 1,-1-30 5,0 0 0,1-1 0,0 1 0,-1 0 0,1-1 0,0 1 0,0-1 0,0 1 0,1-1 0,-1 0 0,1 1 0,-1-1 0,1 0 0,0 0 0,0 0 0,0 0 0,3 3 0,0-2 8,0 0 0,1 0 1,-1 0-1,0-1 1,1 0-1,0 0 0,10 2 1,9 0 30,0-2-1,-1 0 1,29-3 0,-35 1-30,11-2 21,1-1 0,-1-1 0,0-1 0,51-17 0,112-52-2237,-89 31-4723,-60 27-6525</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8:18.016"/>
    </inkml:context>
    <inkml:brush xml:id="br0">
      <inkml:brushProperty name="width" value="0.05" units="cm"/>
      <inkml:brushProperty name="height" value="0.05" units="cm"/>
      <inkml:brushProperty name="color" value="#E71224"/>
    </inkml:brush>
  </inkml:definitions>
  <inkml:trace contextRef="#ctx0" brushRef="#br0">84 75 9941,'0'0'10474,"-17"-15"-9541,-49-44 79,77 65-545,1 0 0,0 0 0,0-1 0,1 0 0,-1-1 1,1-1-1,0 0 0,20 2 0,141 16-298,-151-19 9,869 25-154,-720-28-131,-172 1 109,0 0 0,1 0-1,-1 0 1,0 0-1,0 0 1,0 0 0,0 0-1,1 0 1,-1 0-1,0 0 1,0 0 0,0 0-1,1 0 1,-1 0 0,0 0-1,0 0 1,0-1-1,0 1 1,1 0 0,-1 0-1,0 0 1,0 0 0,0 0-1,0-1 1,0 1-1,0 0 1,0 0 0,1 0-1,-1 0 1,0-1-1,0 1 1,0 0 0,0 0-1,0 0 1,0 0 0,0-1-1,0 1 1,0 0-1,0 0 1,0 0 0,0-1-1,0 1 1,0 0 0,0 0-1,0 0 1,0-1-1,-11-8 14,-23 1-67,1 2 0,-1 0 0,-60 0 0,37 3 33,-680-19-31,1762 39-1284,-1007-15 909,-18 3-1029,-27 4-1189,-10-6-674,-8-1-2435</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3:07.168"/>
    </inkml:context>
    <inkml:brush xml:id="br0">
      <inkml:brushProperty name="width" value="0.05" units="cm"/>
      <inkml:brushProperty name="height" value="0.05" units="cm"/>
      <inkml:brushProperty name="color" value="#E71224"/>
    </inkml:brush>
  </inkml:definitions>
  <inkml:trace contextRef="#ctx0" brushRef="#br0">914 94 11717,'0'0'9573,"-19"-17"-8858,11 8-502,0 0 0,-1 0 0,0 1 0,0 0 0,0 1 0,-15-9 0,20 14-176,0 1 0,0-1 1,0 1-1,0 0 0,0 0 1,0 0-1,0 0 1,0 1-1,-1-1 0,1 1 1,0 0-1,0 0 0,-1 1 1,1 0-1,0-1 1,0 1-1,0 1 0,0-1 1,0 0-1,0 1 0,0 0 1,-5 3-1,-13 9 13,1 1 0,1 1-1,1 1 1,-28 30 0,-66 88 113,100-119-153,-333 446 144,346-461-155,-1 1-1,0 0 1,-1-1 0,1 1-1,0-1 1,0 1-1,-1-1 1,1 1-1,-1-1 1,1 0-1,-1 0 1,0 0-1,1 0 1,-1 0-1,0 0 1,0 0 0,0 0-1,0-1 1,1 1-1,-1-1 1,0 0-1,0 1 1,0-1-1,0 0 1,0 0-1,0 0 1,0 0-1,-3-1 1,2-1 3,0 0 1,1 1-1,-1-2 0,1 1 1,-1 0-1,1 0 0,0-1 0,0 1 1,0-1-1,0 0 0,0 0 1,0 0-1,1 1 0,-1-2 1,0-4-1,-6-17-40,2 0 0,0-1 1,2 0-1,1 0 0,1 0 0,3-53 1,0 39 74,-1 40 35,0 21-72,-2 67 140,-1-49-91,2 0 1,2 0-1,1 0 1,15 71-1,-16-103-49,1-1 0,0 1 0,1-1 0,0 1 0,0-1 0,0 0 0,1 0 0,-1-1 0,2 1 0,-1-1 0,0 0 0,1 0 0,0 0 1,0 0-1,1-1 0,7 5 0,-7-6-1,1 0 0,0-1 1,0 1-1,0-2 0,0 1 0,0-1 1,0 0-1,0 0 0,1-1 1,-1 0-1,0 0 0,1 0 1,-1-1-1,0-1 0,9-2 1,4-3-448,-1 0 0,0-2 0,0-1 1,-1 0-1,0-1 0,-1-1 1,24-22-1,0 3-3750,-12 10-1341</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3:10.307"/>
    </inkml:context>
    <inkml:brush xml:id="br0">
      <inkml:brushProperty name="width" value="0.05" units="cm"/>
      <inkml:brushProperty name="height" value="0.05" units="cm"/>
      <inkml:brushProperty name="color" value="#E71224"/>
    </inkml:brush>
  </inkml:definitions>
  <inkml:trace contextRef="#ctx0" brushRef="#br0">120 248 16696,'0'0'4028,"-4"20"-3697,-22 233 1275,24-210-1315,-3 0 0,-1-1-1,-2 0 1,-23 73 0,31-115-279,0 0 0,0 1-1,0-1 1,0 0 0,-1 0-1,1 0 1,0 0 0,0 1 0,0-1-1,0 0 1,0 0 0,0 0 0,0 0-1,0 0 1,0 1 0,-1-1 0,1 0-1,0 0 1,0 0 0,0 0 0,0 0-1,0 0 1,-1 0 0,1 1 0,0-1-1,0 0 1,0 0 0,0 0-1,-1 0 1,1 0 0,0 0 0,0 0-1,0 0 1,0 0 0,-1 0 0,1 0-1,0 0 1,0 0 0,0 0 0,0 0-1,-1 0 1,1 0 0,0 0 0,0-1-1,0 1 1,0 0 0,-1 0 0,1 0-1,0 0 1,0 0 0,-7-11 603,-1-25-475,2 1-1,1-1 1,2 0 0,2 0 0,4-55-1,-1 11-30,-2 46-98,2-1 0,2 0 0,1 1 0,17-61 0,-18 79-16,2 1-1,0 0 1,0 0-1,1 0 1,1 1-1,1 0 1,0 0-1,0 1 1,2 1-1,-1-1 1,2 2 0,18-16-1,-27 24 0,1 1 0,-1 0 0,1 0 0,0 0 0,0 0 0,-1 1 0,1-1 0,0 1 0,0 0 0,1 0 0,-1 1 0,0-1 0,7 1 0,-9 0 1,0 0 0,0 0 1,0 1-1,0-1 0,0 1 0,0 0 0,0-1 1,0 1-1,-1 0 0,1 0 0,0 0 0,0 0 1,-1 1-1,1-1 0,0 0 0,-1 1 0,1-1 0,-1 1 1,0-1-1,0 1 0,1 0 0,-1 0 0,0-1 1,0 1-1,-1 0 0,1 0 0,1 3 0,1 10 5,1 0-1,-2 0 0,0-1 1,-1 1-1,-1 1 0,0-1 1,-1 0-1,0 0 0,-2-1 1,1 1-1,-2 0 0,0-1 0,-12 27 1,6-18-26,-2 0 0,0-1 0,-2-1 0,0 0 1,-2-1-1,0 0 0,-29 26 0,43-44 19,-1 1-4,0 0-1,0 1 1,-1-1 0,1 0 0,-1-1 0,0 1-1,0 0 1,0-1 0,0 0 0,0 0 0,0 0 0,0-1-1,-1 0 1,1 1 0,-1-1 0,-4 0 0,8-2 1,0 0 0,1 0 0,-1 1 1,0-1-1,1 0 0,-1 0 0,1 0 1,-1 0-1,1 0 0,0 0 0,-1 0 0,1 0 1,0-1-1,0 1 0,0 0 0,0 0 1,0 0-1,0 0 0,0-2 0,0 2 3,0 0 0,0 0 0,-1 1 0,1-1 0,0 0-1,0 0 1,0 0 0,0 0 0,1 0 0,-1 1 0,0-1-1,0 0 1,0 0 0,1 0 0,-1 1 0,0-1 0,1 0 0,-1 0-1,1 1 1,-1-1 0,1 0 0,-1 1 0,1-1 0,-1 0 0,1 1-1,0-1 1,-1 1 0,2-1 0,2 1 14,0 1 0,0 0-1,0 0 1,0 0 0,0 1 0,0-1 0,0 1 0,0 0 0,-1 0-1,1 1 1,-1-1 0,0 1 0,1-1 0,-1 1 0,0 0-1,-1 0 1,1 0 0,0 1 0,-1-1 0,0 1 0,4 7 0,5 11 69,0 1 1,11 36 0,-13-36-55,-3-5-5,2 5-9,1-1-1,0-1 1,16 25 0,-23-41-11,1-1 0,0 1 0,0-1 0,0 0 1,1 0-1,0-1 0,-1 1 0,1-1 1,0 1-1,1-1 0,-1-1 0,0 1 0,1 0 1,0-1-1,0 0 0,-1 0 0,1-1 0,0 1 1,0-1-1,9 1 0,-8-2-3,1 0 1,0 0-1,0-1 0,0 1 1,0-2-1,-1 1 0,1-1 1,0 0-1,-1 0 1,0-1-1,1 1 0,-1-2 1,0 1-1,-1-1 0,1 0 1,0 0-1,-1 0 0,0-1 1,0 1-1,-1-1 0,1-1 1,-1 1-1,0-1 0,4-7 1,2-1 19,0 0-1,-1-1 1,-1-1 0,-1 1 0,0-1 0,-1 0 0,0-1 0,-1 0 0,-1 0 0,-1 0 0,-1 0 0,0 0 0,-1-20-1,-2 37 10,-1 0 0,0-1 0,0 2 0,1-1 0,-1 0 0,0 0 0,1 0 1,-1 1-1,0-1 0,1 1 0,-1 0 0,1-1 0,-1 1 0,1 0 0,-4 2 0,0 3-23,0 0 1,0 0 0,0 1 0,0 0-1,1 0 1,0 0 0,1 1 0,0-1 0,0 1-1,0 0 1,1 0 0,0 0 0,0 9 0,-2 17-62,0 61 1,4-91 60,0 0-3,0 0 0,1 0-1,-1-1 1,1 1 0,-1 0-1,1-1 1,1 1 0,-1-1-1,0 1 1,1-1 0,-1 1-1,1-1 1,0 0 0,0 0-1,1 0 1,-1 0 0,0 0-1,5 3 1,-2-2-14,1 0 0,0 0 0,0 0 0,1-1 0,-1 0-1,1-1 1,-1 1 0,1-1 0,8 2 0,9 0-90,1-1-1,-1-2 1,1 0 0,38-4-1,-49 2 46,1-2-1,-2 0 1,1 0-1,0-1 0,-1-1 1,1-1-1,-2 1 1,1-2-1,0 0 1,-1 0-1,-1-2 1,15-11-1,-18 13 60,0 0-1,-1-1 1,1 0-1,-2 0 1,1-1-1,-1 1 1,0-2-1,-1 1 1,0-1-1,0 1 1,-1-1-1,-1-1 1,0 1-1,0 0 1,-1-1-1,2-17 1,-3 15 5,-2-21 426,0 33-410,1 0-1,0 0 1,-1 0 0,1 0 0,-1 1 0,1-1-1,-1 0 1,1 0 0,-1 1 0,0-1 0,1 0-1,-1 1 1,0-1 0,0 1 0,1-1 0,-1 1-1,0-1 1,0 1 0,0-1 0,0 1 0,0 0-1,0-1 1,0 1 0,0 0 0,1 0 0,-1 0-1,0 0 1,0 0 0,0 0 0,-2 0 0,-2 0-8,-1 1 0,0 0 1,0 0-1,1 0 1,-1 1-1,0-1 0,1 1 1,-1 1-1,1-1 0,0 1 1,0 0-1,0 0 1,0 0-1,1 1 0,-1 0 1,1 0-1,0 0 1,0 0-1,0 1 0,1 0 1,-1-1-1,1 1 0,-3 6 1,0 1-18,1 0-1,0 1 1,0-1 0,1 1-1,1 0 1,0 0 0,1 0-1,0 0 1,1 17 0,1-28-9,0 0 0,0 0 1,0 0-1,0 0 0,1 0 1,-1 0-1,1 0 1,0 0-1,-1 0 0,1 0 1,0 0-1,0-1 0,0 1 1,0 0-1,0-1 0,1 1 1,-1-1-1,0 1 0,1-1 1,-1 1-1,1-1 1,-1 0-1,1 0 0,0 0 1,0 0-1,-1 0 0,1 0 1,0 0-1,0-1 0,0 1 1,0-1-1,0 1 0,0-1 1,0 0-1,0 0 1,3 0-1,-1 0 0,0 0 1,0 0-1,0 0 1,0-1-1,0 0 0,0 1 1,0-2-1,-1 1 1,1 0-1,0-1 0,-1 0 1,1 1-1,-1-2 1,1 1-1,-1 0 0,0-1 1,0 1-1,3-4 1,1-4 26,-1 0 0,0 0 1,-1 0-1,0-1 1,3-12-1,15-27 305,-23 50-303,1 0-1,-1 0 1,1 0 0,-1 0 0,1 0 0,0 0-1,-1 0 1,1 0 0,-1 0 0,1 1-1,-1-1 1,1 0 0,-1 0 0,1 1 0,-1-1-1,1 0 1,-1 1 0,1-1 0,-1 0 0,0 1-1,1-1 1,-1 1 0,1-1 0,-1 0 0,0 1-1,0-1 1,1 1 0,-1-1 0,0 1-1,0-1 1,1 1 0,-1-1 0,0 2 0,19 48 178,-1 0 0,-3 2-1,-3 0 1,10 74 0,-20-109-169,33 362 420,-32 2 599,-3-351-954,-1-1 0,-1 0-1,-1 0 1,-1 0-1,-2 0 1,-1-1-1,-1 1 1,-21 44-1,27-69-75,-1 0-1,0 0 0,0 0 0,-1 0 1,1-1-1,-1 1 0,0-1 0,0 0 1,0 0-1,-1 0 0,1 0 0,0-1 1,-1 0-1,0 0 0,0 0 0,1 0 1,-1-1-1,0 0 0,0 0 0,0 0 1,0-1-1,0 0 0,-1 0 0,1 0 1,0 0-1,0-1 0,-6-1 1,-4-1-1,1 0 1,0-1 0,-1 0 0,2-1-1,-1-1 1,1 0 0,0-1 0,-14-10 0,6 3-13,2-2 0,-1 0 0,2-1 1,0-2-1,-23-29 0,33 36 1,-1-1-1,1 0 1,1 0-1,0-1 1,1 0-1,1 0 1,0 0-1,1-1 1,0 1-1,-1-23 1,2 21-36,2 0-1,1-1 1,0 1 0,0 0-1,2 0 1,0 0-1,1 0 1,1 0 0,0 0-1,1 1 1,1 0 0,13-26-1,140-204-716,-79 129 369,219-294-517,-299 409 902,0 1-1,0 0 0,0-1 0,1 1 0,-1-1 0,0 1 0,0-1 0,0 1 0,1 0 0,-1-1 1,0 1-1,0 0 0,1-1 0,-1 1 0,0 0 0,1-1 0,-1 1 0,0 0 0,1 0 0,-1-1 1,1 1-1,-1 0 0,1 0 0,-1 0 0,0 0 0,1-1 0,-1 1 0,1 0 0,-1 0 0,1 0 0,-1 0 1,0 0-1,1 0 0,-1 0 0,1 0 0,-1 0 0,1 1 0,-1-1 0,1 0 0,-1 0 0,0 0 1,1 0-1,-1 1 0,1-1 0,-1 0 0,0 0 0,1 1 0,-1-1 0,0 0 0,1 0 0,-1 1 1,0-1-1,1 0 0,-1 1 0,0-1 0,0 1 0,0-1 0,1 0 0,-1 1 0,0-1 0,0 1 1,0-1-1,0 1 0,0-1 0,1 1 0,4 37-117,-4-29 143,3 43 22,-4-40-35,1-1 1,-1 0-1,2 0 1,-1 1-1,1-1 1,1 0-1,0 0 1,1-1-1,0 1 1,6 11-1,-9-21-14,0 0 0,0 0 0,0 0-1,0 1 1,0-1 0,0 0 0,1 0-1,-1 0 1,0-1 0,0 1 0,1 0-1,-1 0 1,1-1 0,-1 1 0,1-1-1,-1 1 1,1-1 0,-1 0 0,1 1-1,-1-1 1,1 0 0,-1 0 0,1 0-1,-1 0 1,1 0 0,-1-1 0,1 1-1,-1 0 1,1-1 0,-1 1 0,1-1-1,-1 1 1,1-1 0,-1 0 0,0 0-1,1 0 1,-1 1 0,0-1 0,0 0-1,1-2 1,6-3 12,-1-1 0,1 0 0,-2-1 0,10-12 0,94-141-40,-110 160 31,0 1-1,1-1 0,-1 1 1,0-1-1,1 1 0,-1-1 1,0 1-1,1 0 0,-1-1 1,1 1-1,-1 0 0,1-1 1,-1 1-1,1 0 0,-1-1 1,1 1-1,-1 0 0,1 0 1,-1-1-1,1 1 0,-1 0 1,1 0-1,-1 0 0,1 0 1,-1 0-1,1 0 0,0 0 1,-1 0-1,1 0 0,-1 0 1,1 0-1,-1 0 0,1 1 1,-1-1-1,1 0 0,-1 0 1,1 0-1,-1 1 0,1-1 1,-1 0-1,1 1 0,-1-1 1,1 0-1,-1 1 0,1-1 1,-1 1-1,0-1 0,1 1 1,-1-1-1,0 0 0,0 1 1,1-1-1,-1 1 0,0 0 1,0-1-1,1 1 0,12 38 43,-11-30-27,2 5-15,1 0 0,1-1 0,0 1 0,1-1 0,0 0 0,10 13 0,-15-23-2,0 0 1,1 0-1,-1 0 1,1-1-1,-1 0 0,1 1 1,0-1-1,0 0 0,0 0 1,0 0-1,0-1 0,0 1 1,0-1-1,1 0 0,-1 1 1,1-2-1,-1 1 0,1 0 1,-1-1-1,1 1 1,-1-1-1,1 0 0,-1 0 1,1-1-1,-1 1 0,1-1 1,-1 1-1,1-1 0,-1 0 1,1-1-1,5-2 0,-1-1 1,1 0-1,-1-1 1,0 0-1,0-1 1,-1 0-1,1 0 1,-2 0-1,12-16 1,-2-1 3,26-49 1,-32 52 3,-2-1 0,0 0-1,-1 0 1,-2 0 0,0-1-1,2-28 1,-1-139 128,-7 141-26,2 39-67,-5-59 37,4 66-16,0-1-1,-1 0 1,0 1-1,0-1 1,0 1-1,0-1 1,0 1-1,-1-1 1,0 1-1,1 0 1,-1-1 0,0 1-1,-1 0 1,-4-4-1,7 6-47,-1 1 1,0-1-1,0 1 1,1-1-1,-1 1 1,0 0-1,0-1 0,0 1 1,0 0-1,0 0 1,1 0-1,-1 0 0,0 0 1,0 0-1,0 0 1,0 0-1,0 0 1,0 0-1,0 0 0,1 0 1,-1 1-1,0-1 1,0 0-1,0 1 1,0-1-1,1 1 0,-1-1 1,0 1-1,0-1 1,1 1-1,-1-1 0,0 1 1,1 0-1,-1-1 1,1 1-1,-1 0 1,1-1-1,-1 1 0,1 0 1,0 0-1,-1 0 1,0 1-1,-14 35-72,15-36 65,-8 40-27,1 0 0,2 1 0,2 0 0,5 79 0,-1-78-1,0-28-10,0 0-1,1 0 1,1 0 0,0 0-1,1 0 1,1 0 0,0-1 0,1 0-1,0 0 1,1 0 0,1-1-1,0 0 1,12 13 0,-15-19-31,1-1-1,0 1 1,0-2 0,0 1 0,1-1 0,0 0 0,0 0 0,0-1-1,1 1 1,0-2 0,0 1 0,0-1 0,0-1 0,0 1-1,0-1 1,1-1 0,-1 1 0,1-2 0,-1 1 0,1-1-1,-1 0 1,1-1 0,-1 0 0,1 0 0,9-3 0,-12 1 43,0 1 1,1-1 0,-1 0-1,-1 0 1,1-1-1,0 0 1,-1 0 0,0 0-1,0-1 1,0 0-1,0 0 1,-1 0 0,0 0-1,0-1 1,0 1-1,-1-1 1,0 0 0,4-9-1,-2 2 21,0-1 1,0 0-1,-1 0 0,-1-1 1,-1 1-1,0-1 0,1-20 1,-3 33 1,0 0 1,0 0-1,0 0 1,0 0-1,-1 0 1,1 0 0,0 1-1,-1-1 1,1 0-1,-1 0 1,0 0 0,0 0-1,0 1 1,0-1-1,0 0 1,0 0-1,0 1 1,0-1 0,-1 1-1,1 0 1,0-1-1,-1 1 1,1 0-1,-1 0 1,0 0 0,-1-2-1,-1 2 12,0 0 1,1 1-1,-1-1 0,1 0 0,-1 1 0,0 0 0,0 0 1,1 0-1,-1 0 0,0 1 0,1-1 0,-1 1 0,0 0 1,-3 2-1,1-1-4,0 1 1,0 0-1,1 0 1,-1 0-1,1 1 1,0 0 0,0 0-1,0 0 1,0 1-1,1 0 1,-1 0-1,1 0 1,0 0-1,1 0 1,0 1-1,-1 0 1,2 0-1,-1 0 1,1 0 0,0 0-1,-2 9 1,-2 10-178,2 0 0,1 0 1,0 0-1,2 30 1,3-55 108,0 0 1,0-1-1,0 1 1,0 0-1,0-1 1,-1 1-1,1-1 1,0 0-1,0 0 1,-1 0-1,4-2 1,21-21 23,-23 20 25,0 0 0,0 0 0,0 1 0,1 0 0,0 0 0,-1 0 0,1 0 0,0 0-1,0 1 1,1-1 0,-1 1 0,0 0 0,1 0 0,-1 1 0,10-2 0,-13 3 3,1 1-1,-1-1 1,0 1 0,1 0 0,-1 0-1,0-1 1,0 1 0,0 0 0,0 0-1,0 0 1,0 1 0,0-1 0,0 0-1,0 0 1,0 0 0,-1 1 0,1-1-1,0 0 1,-1 1 0,1-1 0,-1 1-1,0-1 1,1 0 0,-1 3-1,6 38 3,-5-42 8,-1 1 0,0-1-1,0 0 1,1 0 0,-1 1-1,0-1 1,1 0 0,-1 0-1,0 0 1,1 1 0,-1-1 0,0 0-1,1 0 1,-1 0 0,0 0-1,1 0 1,-1 0 0,0 0-1,1 0 1,-1 0 0,1 0 0,-1 0-1,0 0 1,1 0 0,-1 0-1,0 0 1,1 0 0,-1 0 0,0 0-1,1 0 1,-1-1 0,0 1-1,1 0 1,-1 0 0,0 0-1,1-1 1,-1 1 0,0 0 0,0 0-1,1-1 1,26-28 22,-10 10-17,1 1 0,33-26 0,-44 39-14,-1 1-1,1-1 1,1 2 0,-1-1-1,1 1 1,-1 0 0,1 0-1,0 1 1,0 0 0,0 0-1,0 1 1,13 0 0,-16 0-2,0 2 0,0-1 0,0 0 0,0 1 0,0 0 0,0 0 0,0 0 0,-1 1 0,1-1 0,0 1 0,-1 1 0,7 3 0,-8-4 6,0 1 0,-1-1 1,1 1-1,-1 0 0,1 0 1,-1 0-1,0 0 0,0 1 0,-1-1 1,1 0-1,-1 1 0,1-1 1,-1 1-1,0-1 0,-1 1 0,1 0 1,0 6-1,0 62 89,-1-72-86,-1 1 1,1-1-1,0 0 0,0 0 1,-1 0-1,1 0 1,0 0-1,0 0 1,-1 0-1,1 0 0,0 0 1,0 0-1,-1 0 1,1 0-1,0 0 1,0 0-1,-1 0 0,1 0 1,0 0-1,0 0 1,-1 0-1,1 0 1,0 0-1,0 0 1,-1-1-1,1 1 0,0 0 1,0 0-1,0 0 1,-1 0-1,1-1 1,0 1-1,0 0 0,0 0 1,0 0-1,-1-1 1,1 1-1,0 0 1,0 0-1,0-1 0,0 1 1,0 0-1,0 0 1,0-1-1,0 1 1,0 0-1,0 0 1,0-1-1,0 1 0,0 0 1,0 0-1,0-1 1,0 1-1,-1-7-4,0 0 0,1 0 0,0 0 0,0 0 0,1 0 0,0 1 0,0-1 0,1 0 0,-1 0 0,1 1 0,1-1 0,0 1 0,-1 0 0,2 0 1,-1 0-1,1 0 0,0 0 0,0 1 0,6-6 0,0 0-2,0 0 1,1 1-1,1 0 1,-1 1-1,2 0 1,-1 1-1,1 0 1,16-6-1,-24 12 9,1-1 1,-1 2-1,1-1 0,0 1 1,0-1-1,-1 2 0,1-1 0,0 1 1,0-1-1,0 2 0,0-1 0,0 1 1,0 0-1,-1 0 0,1 0 1,10 5-1,-8-3 20,0 2 1,-1-1 0,0 1-1,0 0 1,0 0 0,0 1-1,-1 0 1,0 0-1,0 0 1,8 14 0,-6-10-1,-2 1 1,1 0 0,-2 1 0,1-1-1,-2 1 1,0 0 0,0 0-1,-1 1 1,0-1 0,-1 1 0,-1 0-1,0-1 1,0 1 0,-1 0-1,-4 23 1,3-33-230,0-1 0,0 1 0,-1 0 0,1-1 0,-1 0 0,0 1 0,1-1 0,-1 0 0,0 0 0,-1 0 0,1 0-1,0 0 1,0 0 0,-1-1 0,1 1 0,-1-1 0,1 1 0,-1-1 0,0 0 0,0 0 0,-5 1 0,5-1-208,0-1 0,-1 1 0,1 0 0,0-1 0,-1 0 1,1 1-1,-1-1 0,1-1 0,0 1 0,-1 0 0,1-1 0,-1 0 0,1 0 0,0 0 1,0 0-1,-1 0 0,1-1 0,-5-3 0,-8-14-8192</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3:10.651"/>
    </inkml:context>
    <inkml:brush xml:id="br0">
      <inkml:brushProperty name="width" value="0.05" units="cm"/>
      <inkml:brushProperty name="height" value="0.05" units="cm"/>
      <inkml:brushProperty name="color" value="#E71224"/>
    </inkml:brush>
  </inkml:definitions>
  <inkml:trace contextRef="#ctx0" brushRef="#br0">0 36 3666,'0'0'15927,"91"-35"-19128,-60 56-3827</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3:11.744"/>
    </inkml:context>
    <inkml:brush xml:id="br0">
      <inkml:brushProperty name="width" value="0.05" units="cm"/>
      <inkml:brushProperty name="height" value="0.05" units="cm"/>
      <inkml:brushProperty name="color" value="#E71224"/>
    </inkml:brush>
  </inkml:definitions>
  <inkml:trace contextRef="#ctx0" brushRef="#br0">157 436 9316,'0'0'11392,"-10"-20"-10215,-30-68-348,39 86-811,0 1-1,0-1 0,1 1 0,-1-1 0,1 1 0,-1-1 0,1 0 1,0 1-1,-1-1 0,1 0 0,0 1 0,0-1 0,0 0 0,0 1 1,1-1-1,-1 0 0,0 1 0,1-1 0,-1 1 0,1-1 1,-1 0-1,1 1 0,0-1 0,-1 1 0,1 0 0,0-1 0,0 1 1,0 0-1,1-1 0,-1 1 0,0 0 0,0 0 0,0 0 0,1 0 1,-1 0-1,1 0 0,-1 0 0,1 1 0,-1-1 0,1 0 1,1 0-1,5-2 25,4-3-13,-1 0 0,1 1 0,1 1 0,-1 0 0,1 0 0,-1 2-1,1-1 1,15 0 0,-24 3-31,0 0 0,0-1-1,0 2 1,0-1 0,0 0 0,0 1-1,0 0 1,1 0 0,-2 0 0,1 0-1,0 0 1,0 1 0,0 0 0,-1 0-1,1 0 1,-1 0 0,1 1 0,-1-1-1,0 1 1,0 0 0,0 0 0,0 0-1,-1 0 1,1 0 0,-1 1 0,0-1-1,0 1 1,0-1 0,1 6 0,2 4 13,-2 0 0,0 1 0,-1 0 1,0 0-1,-1-1 0,0 1 1,-2 0-1,1 0 0,-6 25 1,-3 5 37,-28 74 1,25-87-30,2 0 0,1 0 0,1 1 0,-5 61 0,12-85-24,0 0 0,1 0 1,1 0-1,-1-1 0,1 1 0,0 0 1,1 0-1,0-1 0,0 1 1,1-1-1,0 1 0,0-1 0,1 0 1,0 0-1,0-1 0,0 1 1,8 7-1,3 4 17,0 1 0,-1 1 0,-1 0 0,15 32 0,-24-43 10,0 0 1,-1 0-1,0 1 1,-1 0 0,0-1-1,-1 1 1,0 0-1,0 0 1,-1 0-1,0-1 1,-1 1 0,0 0-1,-4 17 1,2-19 12,0-1 0,0 1 0,-1-1 0,0 0 0,-1 0 0,1 0 0,-1 0 0,-1-1 1,1 0-1,-1 0 0,0 0 0,0-1 0,-1 0 0,0 0 0,1-1 0,-2 0 0,1 0 0,-9 3 0,0 0-17,0-1 0,-1 0 0,0-1 0,0-1 0,0-1 0,0-1 0,-28 1 1,36-2-5,0-1 1,0-1 0,0 0 0,0 0 0,0-1 0,0 0-1,0 0 1,-10-5 0,15 5-13,1 0 0,-1 0 0,1-1 0,0 1-1,-1-1 1,1 0 0,1 0 0,-1 0 0,0 0 0,1 0 0,-1-1 0,1 1-1,0-1 1,0 0 0,1 0 0,-1 1 0,1-1 0,0 0 0,0 0-1,-1-5 1,0-3-27,1 1 1,0 0-1,0-1 0,2 0 0,-1 1 0,1-1 0,1 1 0,0 0 0,1-1 0,0 1 1,0 0-1,1 0 0,1 1 0,0-1 0,0 1 0,13-16 0,7-9-70,3 2 1,1 2-1,39-35 0,-37 36 115,57-51-18,-38 37-36,-1-3 1,-2-1-1,63-87 0,-109 134 42,1-1 1,-1 0 0,0 1-1,0-1 1,0 0-1,0 0 1,0 0-1,-1 0 1,1 0-1,0 1 1,-1-1 0,0 0-1,1-4 1,-1 6-9,0-1 1,-1 1 0,1 0 0,0 0 0,-1-1 0,1 1-1,0 0 1,-1-1 0,1 1 0,0 0 0,-1 0 0,1 0-1,-1-1 1,1 1 0,-1 0 0,1 0 0,0 0 0,-1 0-1,1 0 1,-1 0 0,1 0 0,-1 0 0,1 0 0,0 0-1,-1 0 1,1 0 0,-1 0 0,1 0 0,0 0 0,-1 1-1,1-1 1,-1 0 0,1 0 0,0 0 0,-1 1 0,-4 1-7,0 1 1,0-1-1,0 1 1,1 0 0,0 0-1,-1 0 1,1 1-1,-6 6 1,6-4-13,0 1-1,0 0 1,1 0 0,0 0-1,0 0 1,1 1 0,0-1-1,0 1 1,1 0 0,-1-1-1,2 1 1,-1 0 0,1 0-1,0 0 1,3 12-1,-3-18 16,1 0-1,-1 0 0,1 0 0,-1 1 0,1-1 0,0 0 0,0 0 0,0 0 0,1 0 1,-1 0-1,0-1 0,1 1 0,-1 0 0,1-1 0,-1 1 0,1 0 0,0-1 0,0 0 0,-1 1 1,1-1-1,0 0 0,0 0 0,1 0 0,-1-1 0,0 1 0,0 0 0,0-1 0,3 1 1,8 1-54,-1 0 0,1-1 0,23 0 0,-26-1 19,11 0 9,-1 0-1,0-2 0,0 0 0,0-1 0,0-1 1,-1-1-1,1-1 0,-1 0 0,0-2 1,-1 0-1,0-1 0,0-1 0,28-21 0,-30 19 9,0-1-1,-1 0 1,17-19-1,-28 27 21,0 0 1,0 0 0,0-1-1,-1 1 1,0-1-1,0 1 1,0-1-1,-1 0 1,0 0-1,0-1 1,0 1-1,-1 0 1,0-1-1,1-6 1,-3 12 0,1 0 1,-1 0 0,1-1-1,-1 1 1,1 0-1,-1 0 1,0 0 0,1 0-1,-1 0 1,0 0-1,0 0 1,0 0 0,0 0-1,0 0 1,0 0 0,0 0-1,0 1 1,0-1-1,0 0 1,0 1 0,-1-1-1,1 1 1,0 0-1,0-1 1,-1 1 0,1 0-1,0 0 1,-1-1-1,1 1 1,0 0 0,-1 0-1,1 1 1,0-1 0,0 0-1,-3 1 1,-4-1 7,0 1 0,0 0 0,0 1 1,-15 4-1,15-3-12,1 0 0,-1 1 1,1 0-1,0 0 0,0 1 0,0 0 0,1 0 1,0 1-1,0-1 0,0 1 0,1 0 1,0 1-1,0 0 0,0-1 0,1 2 0,0-1 1,0 0-1,1 1 0,0-1 0,0 1 1,1 0-1,0 0 0,1 0 0,-1 1 1,1 9-1,1-17-2,1 0 1,-1 1-1,0-1 1,1 0-1,-1 0 1,1 0-1,0 0 1,-1 0-1,1 0 0,0 0 1,0 0-1,0 0 1,-1 0-1,1 0 1,0 0-1,0-1 1,0 1-1,0 0 1,1-1-1,-1 1 1,0-1-1,0 1 1,0-1-1,0 1 0,1-1 1,-1 0-1,0 0 1,0 1-1,1-1 1,-1 0-1,0 0 1,0 0-1,1 0 1,1-1-1,3 1-24,1 0 0,-1-1 0,1 0-1,-1 0 1,0-1 0,9-2 0,-6-1 20,0 1 0,-1-2-1,0 1 1,0-1 0,0-1 0,-1 1 0,0-1-1,0 0 1,0-1 0,-1 0 0,-1 0 0,1 0-1,-1-1 1,5-11 0,-2 2-5,0-1 1,-1 0 0,-1 0-1,-1 0 1,-1-1-1,3-25 1,-3-9 250,-4-83-1,-2 113-105,-1 1 0,0-1 0,-2 1 0,-1 0 0,-17-43 0,12 49 774,10 17-880,1 0 0,0-1 0,0 1-1,-1 0 1,1 0 0,0 0 0,0 0 0,-1 0-1,1 0 1,0 0 0,0 0 0,-1 0 0,1 0-1,0 0 1,0 1 0,-1-1 0,1 0 0,0 0-1,0 0 1,-1 0 0,1 0 0,0 0 0,0 0-1,-1 1 1,1-1 0,0 0 0,0 0 0,0 0-1,0 1 1,-1-1 0,1 0 0,0 0 0,0 0-1,0 1 1,0-1 0,0 0 0,0 0 0,0 1-1,-7 35 471,1 261 68,8-255-554,1 0 0,2-1 1,2 1-1,2-2 0,16 44 0,-22-75-38,0 0-1,1-1 0,0 0 0,0 0 0,1 0 0,0 0 1,1-1-1,0 1 0,10 9 0,-11-13-49,-1-1-1,2 1 1,-1-1 0,0 0-1,1-1 1,-1 1 0,1-1-1,0 0 1,0 0 0,0-1-1,0 0 1,0 0-1,0 0 1,12-1 0,-9 0-224,-1 0 1,1 0 0,-1-1-1,1 0 1,0 0 0,-1-1 0,0-1-1,0 1 1,1-1 0,-1 0-1,-1-1 1,1 0 0,-1 0-1,1-1 1,-1 0 0,0 0-1,-1-1 1,1 0 0,-1 0-1,-1 0 1,8-10 0,12-27-3780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3:14.025"/>
    </inkml:context>
    <inkml:brush xml:id="br0">
      <inkml:brushProperty name="width" value="0.05" units="cm"/>
      <inkml:brushProperty name="height" value="0.05" units="cm"/>
      <inkml:brushProperty name="color" value="#E71224"/>
    </inkml:brush>
  </inkml:definitions>
  <inkml:trace contextRef="#ctx0" brushRef="#br0">242 70 7812,'0'0'9649,"0"22"-3686,0-113-4053,-1 136-1889,-2 1 0,-2 0-1,-2-1 1,-2 0 0,-2 0-1,-2-1 1,-2-1 0,-1 0-1,-3-1 1,-1-1 0,-49 71-1,65-105-18,3-5 0,0 0 1,0 0-1,0 0 1,0 0-1,-1 0 1,1 0-1,-1 0 1,1-1-1,-1 1 1,1-1-1,-1 1 1,0-1-1,0 1 1,0-1-1,0 0 1,0 0-1,0 0 1,0 0-1,0 0 1,0-1-1,0 1 1,0-1-1,-3 1 1,4-4-10,-1 0 1,1-1-1,0 1 1,1 0 0,-1-1-1,1 1 1,-1 0-1,1-1 1,0 1 0,0-1-1,1-5 1,-1 5-11,0 2 5,0 1-1,0-1 0,0 0 1,0 1-1,1-1 0,-1 0 0,0 1 1,1-1-1,-1 1 0,1-1 1,-1 1-1,1-1 0,0 1 0,0-1 1,-1 1-1,1-1 0,0 1 1,0 0-1,1 0 0,-1-1 0,0 1 1,0 0-1,3-1 0,-2 1 3,1 0-1,-1 0 1,0 1-1,0-1 1,1 1-1,-1 0 1,1 0 0,-1 0-1,0 0 1,1 0-1,-1 0 1,0 1-1,1-1 1,-1 1-1,0-1 1,0 1-1,4 2 1,7 3 4,0 2 0,-1 0 0,0 0 0,18 17 0,29 20-2,-49-40-39,0 1 0,0-1-1,1-1 1,-1 0-1,1 0 1,0-1 0,0 0-1,20 1 1,-26-3 5,0-1 1,1 0-1,-1-1 1,1 1-1,-1-1 1,0 0-1,1 0 1,-1-1-1,0 0 1,0 0-1,0 0 1,0 0-1,0-1 1,-1 0-1,1 0 1,-1 0-1,0 0 1,0-1-1,7-7 1,8-15 28,-2-1-1,-1-1 1,-1 0 0,-1-1-1,-1-1 1,12-48 0,-16 133 506,-6-25-428,2 0 0,13 52-1,-16-74-66,1 0 0,0 0 0,0 0 1,0 0-1,1-1 0,0 1 0,1-1 0,-1 0 0,2-1 0,-1 1 0,1-1 0,-1 0 0,2 0 0,-1-1 0,8 6 0,-11-9-4,1-1 1,-1 1-1,1 0 0,0-1 1,-1 0-1,1 0 1,0 0-1,0-1 1,0 1-1,-1-1 0,1 0 1,0 0-1,0 0 1,0 0-1,0-1 1,0 1-1,0-1 0,-1 0 1,1 0-1,0-1 1,-1 1-1,1-1 1,-1 0-1,1 0 0,-1 0 1,0 0-1,0 0 1,0-1-1,4-4 0,-2 2 17,0-1-1,0 0 0,0-1 0,-1 1 0,0-1 0,0 0 0,-1 0 0,0 0 0,0 0 0,-1 0 0,0-1 0,0 0 0,1-14 0,-2 11 15,-1 1-1,0-1 0,-1 1 1,0-1-1,0 0 0,-1 1 1,-1 0-1,1-1 1,-2 1-1,0 0 0,-6-13 1,6 17-5,0 1 0,0-1 0,0 1 0,0 0 1,-1 0-1,0 0 0,0 1 0,0-1 0,-1 1 1,1 1-1,-1-1 0,0 1 0,0 0 0,0 0 0,-1 1 1,1-1-1,-1 1 0,1 1 0,-9-2 0,12 2-11,-1 1 0,1-1 0,-1 1-1,1 0 1,-1-1 0,1 2 0,-1-1-1,1 0 1,-1 1 0,1-1-1,-1 1 1,1 0 0,0 0 0,-1 1-1,1-1 1,0 1 0,0-1 0,0 1-1,0 0 1,0 0 0,-4 4 0,4-2-7,1 0 1,-1 0 0,1 0-1,0 1 1,0-1 0,0 1-1,0-1 1,1 1 0,0 0-1,0-1 1,0 1 0,1 0-1,-1 0 1,2 9 0,-2-9-14,1 0 1,0 1 0,1-1-1,-1 0 1,1 1-1,0-1 1,1 0 0,-1 0-1,1 1 1,0-1 0,0-1-1,1 1 1,3 5 0,-3-6 6,0-1 0,1 1 1,0-1-1,0 0 1,0 0-1,0-1 0,0 1 1,1-1-1,-1 0 0,1 0 1,-1-1-1,1 1 1,0-1-1,0 0 0,6 1 1,6 1-50,0-1-1,1-1 1,-1 0 0,0-1-1,1-1 1,-1 0 0,0-1 0,0-1-1,18-6 1,-24 5 25,0 0-1,0-1 1,-1 0-1,0-1 1,0 0-1,0 0 0,-1-1 1,0 0-1,0-1 1,0 0-1,-1-1 1,-1 1-1,1-2 1,7-13-1,-7 9 99,0-2 0,-1 1-1,-1-1 1,0 0 0,-2 0-1,0 0 1,0-1-1,-1 1 1,0-27 0,-2 55-61,0 1 0,0 0 1,2-1-1,-1 1 0,2-1 1,8 21-1,40 73 77,-35-74-52,24 58-1,-39-85-27,-1-1-1,1 1 0,-1 0 0,0 0 0,-1 0 0,1 0 0,-1 0 0,0 0 0,0 0 1,0 0-1,-1 0 0,0 5 0,0-7 1,-1 0 0,1 0 1,0-1-1,-1 1 0,0 0 0,1-1 0,-1 1 0,0-1 1,0 1-1,-1-1 0,1 0 0,0 0 0,-1 0 1,1 0-1,-1 0 0,0-1 0,1 1 0,-7 1 1,-10 5 12,-2-2 0,1 0 0,-1-1 0,0-1 0,0-1 0,0-1 0,-30 0 0,60-21-1,19-12-29,1 2-1,57-44 1,12-11-27,-87 73 33,92-95-33,-90 92 36,-1-2-1,0 1 1,-1-2 0,-1 1 0,11-26 0,-14 13-14,-7 28 302,0 5-217,-1 40 26,2 56 39,0-91-126,0 0-1,1 1 0,0-1 0,1 0 0,0 0 0,0 0 0,1-1 0,7 14 1,3-2-1,2 0 1,0-1-1,21 18 1,-21-21-21,-1 0 0,0 0 0,-1 2 0,15 24 0,-28-41 18,0 1-1,0-1 1,0 0 0,0 0 0,0 1 0,0-1 0,-1 0-1,1 1 1,-1-1 0,1 1 0,-1-1 0,1 1 0,-1-1-1,0 1 1,0-1 0,0 1 0,0 0 0,0-1 0,0 1-1,0-1 1,0 1 0,0-1 0,-1 1 0,1-1 0,-1 1-1,1-1 1,-1 1 0,0-1 0,1 0 0,-1 1-1,0-1 1,0 0 0,0 0 0,0 1 0,0-1 0,0 0-1,-1 0 1,1 0 0,0 0 0,0 0 0,-1-1 0,1 1-1,0 0 1,-1-1 0,1 1 0,-1-1 0,1 1 0,-1-1-1,-1 1 1,-11 1 25,1 0-1,-1 0 1,0-2 0,-22 0-1,18-1-69,-21 1-97,-12 0-543,17 0-4679</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3:14.353"/>
    </inkml:context>
    <inkml:brush xml:id="br0">
      <inkml:brushProperty name="width" value="0.05" units="cm"/>
      <inkml:brushProperty name="height" value="0.05" units="cm"/>
      <inkml:brushProperty name="color" value="#E71224"/>
    </inkml:brush>
  </inkml:definitions>
  <inkml:trace contextRef="#ctx0" brushRef="#br0">1 31 19785,'0'0'6883,"33"-26"-7091,-28 21-1457</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08.175"/>
    </inkml:context>
    <inkml:brush xml:id="br0">
      <inkml:brushProperty name="width" value="0.05" units="cm"/>
      <inkml:brushProperty name="height" value="0.05" units="cm"/>
      <inkml:brushProperty name="color" value="#E71224"/>
    </inkml:brush>
  </inkml:definitions>
  <inkml:trace contextRef="#ctx0" brushRef="#br0">246 179 11941,'0'0'6041,"0"9"39,10-197-4888,-11 251-602,2-11-576,-10 73 1,-18 6 127,-6-1-1,-60 150 0,72-228-91,-40 76-1,60-126-43,-1 0-1,1 0 1,0 1 0,-1-1-1,1 0 1,1 1 0,-1-1-1,0 1 1,1-1 0,-1 1-1,1 0 1,-1-1 0,1 1-1,0-1 1,0 1-1,1 0 1,-1-1 0,2 6-1,-1-6 1,0-1-1,0 1 0,0 0 0,1 0 1,-1-1-1,1 1 0,-1-1 0,1 1 1,0-1-1,-1 0 0,1 0 0,0 0 1,0 0-1,0 0 0,0 0 0,0 0 0,0 0 1,2 0-1,13 2 22,-1-1 0,1 0 0,0-2 1,29-1-1,-20 0-12,48 2 85,-21 1-72,1-3 1,-2-1-1,73-14 0,-121 14-179,0 1-1,-1-1 1,1 0-1,-1 0 1,0 0-1,1 0 1,-1-1 0,0 1-1,0-1 1,-1 0-1,1 0 1,0 0-1,-1 0 1,3-5 0,29-53-7877,-27 48 5438,8-17-5949</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08.519"/>
    </inkml:context>
    <inkml:brush xml:id="br0">
      <inkml:brushProperty name="width" value="0.05" units="cm"/>
      <inkml:brushProperty name="height" value="0.05" units="cm"/>
      <inkml:brushProperty name="color" value="#E71224"/>
    </inkml:brush>
  </inkml:definitions>
  <inkml:trace contextRef="#ctx0" brushRef="#br0">0 23 14871,'0'0'8564,"80"-18"-8548,-36 13 64,0 5-80,-2 0-48,-3 0-513,-13 0-1247,-6 0-882,-17 21-12228</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08.878"/>
    </inkml:context>
    <inkml:brush xml:id="br0">
      <inkml:brushProperty name="width" value="0.05" units="cm"/>
      <inkml:brushProperty name="height" value="0.05" units="cm"/>
      <inkml:brushProperty name="color" value="#E71224"/>
    </inkml:brush>
  </inkml:definitions>
  <inkml:trace contextRef="#ctx0" brushRef="#br0">5 17 9620,'0'0'11190,"-5"27"-10454,44-27-480,5-7-256,-3 1 0,6-1-32,-3 0-688,0 2-1121,-5 0-1617,0-2-5346</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09.238"/>
    </inkml:context>
    <inkml:brush xml:id="br0">
      <inkml:brushProperty name="width" value="0.05" units="cm"/>
      <inkml:brushProperty name="height" value="0.05" units="cm"/>
      <inkml:brushProperty name="color" value="#E71224"/>
    </inkml:brush>
  </inkml:definitions>
  <inkml:trace contextRef="#ctx0" brushRef="#br0">400 1 15943,'0'0'8393,"-3"1"-8259,1-1-115,1 1 0,0 0-1,0 0 1,0 0 0,0 0 0,0-1 0,0 1-1,0 1 1,0-1 0,1 0 0,-1 0 0,0 0 0,1 0-1,-1 0 1,1 1 0,-1-1 0,1 0 0,-1 1 0,1-1-1,0 0 1,0 1 0,0-1 0,0 0 0,0 1 0,0-1-1,0 0 1,0 1 0,1 1 0,7 58 360,-4-38-210,7 97 160,-9 192 0,-4-153-7171</inkml:trace>
  <inkml:trace contextRef="#ctx0" brushRef="#br0" timeOffset="1">35 833 15319,'0'0'7217,"-9"11"-6839,3-3-304,4-6-39,0 0 0,0 1 0,0 0 0,0-1-1,0 1 1,1 0 0,-1 0 0,1-1 0,-2 7 0,3-8-28,0-1 0,0 1 1,0-1-1,0 1 0,0-1 0,0 1 0,0-1 0,0 1 0,1-1 0,-1 1 0,0-1 0,0 1 1,1-1-1,-1 0 0,0 1 0,0-1 0,1 1 0,-1-1 0,1 0 0,-1 1 0,0-1 0,1 0 1,-1 1-1,1-1 0,-1 0 0,1 0 0,-1 1 0,30 3 201,158-12-257,-1-8 0,228-50 0,-395 64 221,-15 1-2103,-25 1-10095</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11.960"/>
    </inkml:context>
    <inkml:brush xml:id="br0">
      <inkml:brushProperty name="width" value="0.05" units="cm"/>
      <inkml:brushProperty name="height" value="0.05" units="cm"/>
      <inkml:brushProperty name="color" value="#E71224"/>
    </inkml:brush>
  </inkml:definitions>
  <inkml:trace contextRef="#ctx0" brushRef="#br0">30 260 11269,'0'0'7524,"-1"0"-7323,-1 0 0,1 0 0,0 0 0,-1 0 0,1 0 0,-1 0 0,1 0 0,0 0 0,-1-1 0,1 1 0,0-1 0,-1 1 0,1-1 0,0 1 0,0-1 0,-3-1 0,2-8-77,1 1 0,0-1 0,0 1 0,1-1 0,0 1 0,1-1 0,0 1 0,1-1 0,0 1 0,0 0 0,1-1 0,0 1 0,0 0-1,7-10 1,-8 14-125,1 1 0,0-1 0,0 1 0,1-1 0,-1 1-1,1 0 1,0 1 0,0-1 0,0 1 0,1-1 0,-1 1-1,1 1 1,-1-1 0,1 1 0,0-1 0,0 1-1,1 1 1,-1-1 0,0 1 0,0 0 0,1 0 0,-1 0-1,1 1 1,-1 0 0,0 0 0,10 1 0,-11 0-1,-1 1 0,1-1 1,0 1-1,-1-1 0,1 1 1,-1 0-1,0 0 0,1 1 1,-1-1-1,0 1 0,-1-1 1,1 1-1,0 0 0,-1 0 1,1 0-1,-1 0 0,0 1 1,0-1-1,0 1 0,-1-1 1,1 1-1,-1 0 0,1 3 1,3 8-3,-1 0 0,0 0 0,-1 0 1,1 25-1,-4-33 5,2 13 6,0 1 0,-2 0 1,0-1-1,-1 1 0,-1-1 1,-2 1-1,0-1 0,-8 26 1,8-63 277,4-8-186,-1 4-92,1 0-1,1 0 1,0 0 0,2-1-1,0 2 1,2-1 0,7-22-1,-3 19-9,1 1-1,1 0 1,1 1-1,1 0 0,25-31 1,-37 51 1,1 0 0,-1 1 0,1-1 0,0 1 0,-1-1 0,1 1 0,0-1-1,0 1 1,0 0 0,0 0 0,0 0 0,0 0 0,0 1 0,0-1 0,0 0 0,1 1 0,-1-1 0,0 1 0,0 0 0,1 0 0,-1 0 0,0 0 0,0 0 0,1 0 0,-1 1 0,0-1 0,0 1 0,0 0-1,0-1 1,0 1 0,0 0 0,0 0 0,0 0 0,0 1 0,0-1 0,0 0 0,0 1 0,-1-1 0,1 1 0,-1-1 0,3 4 0,4 5 10,0-1 1,-1 1-1,-1 0 1,0 1-1,0-1 1,6 19-1,-2 4 8,-1 0 0,-1 1 0,4 52 0,7 31 8,-5-82-3368,-13-34 3229,-1-1 0,1 1 0,-1 0 0,1-1 0,-1 1 0,1-1 0,-1 1 0,1-1 0,0 1 0,-1-1 0,1 1 0,0-1 0,-1 0 0,1 0 0,0 1 0,-1-1 0,1 0 0,0 0 0,0 1 0,-1-1 0,1 0 0,0 0 0,0 0 0,0 0 0,-1 0 0,1 0 0,0-1 0,0 1 0,-1 0 0,1 0 0,0 0 0,-1-1 0,1 1 0,0 0 0,0-1 0,-1 1 0,1-1 0,-1 1 0,1-1 0,0 1 0,-1-1 0,1 1 0,-1-1 0,1 1 0,-1-1 0,0 0 0,1 1 0,-1-1 0,1 0 0,-1-1 0,15-26-6251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12.850"/>
    </inkml:context>
    <inkml:brush xml:id="br0">
      <inkml:brushProperty name="width" value="0.05" units="cm"/>
      <inkml:brushProperty name="height" value="0.05" units="cm"/>
      <inkml:brushProperty name="color" value="#E71224"/>
    </inkml:brush>
  </inkml:definitions>
  <inkml:trace contextRef="#ctx0" brushRef="#br0">469 40 10981,'0'0'8905,"8"-6"-8131,25-21-248,-25 21 450,-22 15-127,-72 52-481,2 4 0,4 3 0,-133 144 0,209-208-363,1 0 0,-1-1 0,1 1 0,0 1 0,0-1 0,0 0-1,0 1 1,1-1 0,0 1 0,0 0 0,0 0 0,0 0 0,1 0 0,0 0 0,0 0-1,0 0 1,1 7 0,0-11-5,1 0 1,0 0-1,0 0 0,0 0 0,0 0 0,0 0 0,0 0 1,0 0-1,0-1 0,0 1 0,1-1 0,-1 1 0,0-1 1,0 1-1,1-1 0,-1 1 0,0-1 0,1 0 0,-1 0 1,0 0-1,0 0 0,1 0 0,-1 0 0,0 0 0,3-1 1,2 1 2,69 1 73,123-16 0,21 0-22,-205 15-73,19 2-26,-33-1 44,1-1 0,0 1 0,0-1 0,-1 1 0,1-1 0,0 1 0,-1 0 0,1-1 0,-1 1 0,1 0 0,-1 0 0,1-1 0,-1 1 0,1 0 0,-1 0 1,0 0-1,0-1 0,1 1 0,-1 0 0,0 0 0,0 0 0,0 0 0,0 0 0,0 0 0,0-1 0,0 1 0,0 0 0,0 0 0,0 0 0,-1 0 0,1 0 1,0-1-1,-1 2 0,-1 4 0,1-1 1,-1 0 0,-1 0 0,1 0-1,-1 0 1,0-1 0,0 1 0,0-1 0,-1 1-1,-6 5 1,-46 37 24,33-30-11,-28 23-44,-115 96-28,140-111 77,1 0 0,0 2 0,-38 56 0,61-79-14,-1 0 0,1 0 0,0 0 0,0 0 0,0 1 1,1-1-1,-1 1 0,1 0 0,-1 6 0,2-10-4,0 0 1,0 0-1,0 0 1,0 1-1,1-1 0,-1 0 1,0 0-1,1 0 1,-1 1-1,0-1 0,1 0 1,-1 0-1,1 0 0,0 0 1,-1 0-1,1 0 1,0 0-1,0 0 0,0 0 1,0 0-1,0-1 1,0 1-1,0 0 0,0-1 1,0 1-1,0 0 0,0-1 1,0 1-1,0-1 1,0 0-1,1 1 0,-1-1 1,0 0-1,0 0 1,0 0-1,1 1 0,1-2 1,31 3 37,0-1 1,1-2 0,63-10-1,102-33-27,-44 8 61,-139 33-93,7-2-78,-1 1 0,40-1 1,-63 5-92</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3:19.808"/>
    </inkml:context>
    <inkml:brush xml:id="br0">
      <inkml:brushProperty name="width" value="0.05" units="cm"/>
      <inkml:brushProperty name="height" value="0.05" units="cm"/>
      <inkml:brushProperty name="color" value="#E71224"/>
    </inkml:brush>
  </inkml:definitions>
  <inkml:trace contextRef="#ctx0" brushRef="#br0">1 395 12902,'0'0'5696,"2"6"-5229,7 43 301,-3 0 1,-2 0-1,-5 98 1,-1-54-703,29-93 30,11-2-39,0-3-1,0-1 1,70-20 0,17-4-17,435-26-103,-309 39 115,256-40-73,-64 6-6,195 37 50,-154 10 237,-235-16 65,-122 7-163,156 5-1,-263 10-145,-1 1 0,1 1 0,33 11 0,21 5 117,-17-11 51,2-2-1,83 0 0,-135-7-61,1-1 0,0-1-1,-1 1 1,1-1 0,-1 0 0,1-1 0,-1 1-1,0-2 1,0 1 0,13-9 0,6-7 503,34-30 0,-6 4 19,-26 25-424,52-29 1,-69 43-218,0 1 1,0 0-1,0 1 0,1 0 1,0 1-1,0 0 1,0 1-1,21-1 1,-33 2 13,0 1 0,1 0 0,-1-1 0,0 1 0,1-1 0,-1 1 0,0-1-1,1 1 1,-1-1 0,0 1 0,0-1 0,1 1 0,-1-1 0,0 1 0,0-1 0,0 1 0,0-1 0,0 1 0,0-1 0,0 1 0,0-1 0,0 1 0,0-1 0,0 0 0,0 1 0,0-1 0,0 1 0,-1-1 0,1 1 0,0-1 0,0 1 0,-1-1 0,0 0-1,-7-19 176,-36-32 58,29 37-111,2-1-1,-1 0 1,2 0-1,0-2 1,1 0-1,1 0 1,1 0-1,-8-22 1,15 31-555,2 8 225,0 0 1,0 0-1,0 0 1,0 0-1,0 0 1,-1 0-1,1 0 1,0 0 0,0 0-1,-1 0 1,1 1-1,-1-1 1,1 0-1,-1 0 1,1 0-1,-1 1 1,1-1-1,-1 0 1,0 0-1,1 1 1,-1-1-1,0 1 1,1-1-1,-1 1 1,0-1-1,0 1 1,-1-1-1,-8 1-5600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3:21.729"/>
    </inkml:context>
    <inkml:brush xml:id="br0">
      <inkml:brushProperty name="width" value="0.05" units="cm"/>
      <inkml:brushProperty name="height" value="0.05" units="cm"/>
      <inkml:brushProperty name="color" value="#E71224"/>
    </inkml:brush>
  </inkml:definitions>
  <inkml:trace contextRef="#ctx0" brushRef="#br0">62 74 13718,'0'0'8540,"0"-16"-7649,0-35-401,0 44-354,0 9 1,0 38 135,1 102 1122,-34 259 0,19-305-1306,-2 174 0,17-269-88,-1 0 0,1 1 0,-1-1 0,1 0 0,0 0 0,-1 0 0,1 0 0,0 0 0,0 0 0,0 0 0,0 0 0,0-1 0,0 1-1,0 0 1,0-1 0,0 1 0,0 0 0,0-1 0,0 1 0,0-1 0,1 0 0,-1 1 0,0-1 0,0 0 0,1 0 0,-1 1 0,0-1-1,0 0 1,1 0 0,-1-1 0,1 1 0,53-1-3,-46 0 3,10-2-166,1 0 1,-1-2-1,0 0 0,30-13 1,-29 10-58,1 1 0,0 1-1,34-6 1,-50 11 131,0-1-1,0 0 1,0 0-1,0-1 1,0 1-1,0-1 1,-1 0-1,1-1 0,-1 1 1,0-1-1,0 1 1,0-1-1,-1-1 1,1 1-1,-1 0 1,0-1-1,0 0 1,-1 1-1,1-1 1,2-10-1,1 1 144,-1 1 0,0-1 0,-1 0-1,-1 0 1,0-1 0,1-27 0,-4-1 1747,0 46-1609,-1 10-153,0 0-1,-1 1 0,-6 18 0,-5 35 38,13-62-73,-2 15 0,1 0 0,2-1 1,-1 1-1,2 0 0,4 19 0,-5-35-3,1 0 0,-1 1-1,0-1 1,1 0 0,0 0 0,0 0-1,0 0 1,1 0 0,-1-1 0,1 1-1,0-1 1,0 1 0,0-1-1,0 0 1,1 0 0,-1 0 0,1-1-1,0 1 1,0-1 0,0 0 0,0 0-1,0 0 1,0-1 0,0 0 0,1 1-1,-1-1 1,0-1 0,5 1 0,-3 0-7,-1 0 1,0-1-1,1 0 1,-1 0 0,1 0-1,-1 0 1,0-1-1,1 0 1,-1 0 0,0-1-1,0 0 1,0 0 0,0 0-1,0 0 1,0-1-1,8-5 1,-9 4 13,0-1 1,0 1-1,0-1 0,-1 0 1,0 0-1,0 0 0,0 0 0,0 0 1,-1-1-1,0 1 0,0-1 1,0 0-1,-1 1 0,0-1 1,0-8-1,1 1 3,-1 0 1,0-1 0,-1 1-1,0 0 1,-1-1 0,-1 1-1,0 0 1,-5-14-1,5 20 1,-1 0 0,0 0 0,-1 0-1,0 0 1,0 0 0,0 1-1,-1-1 1,0 1 0,0 1-1,0-1 1,-1 1 0,0 0 0,0 0-1,-13-8 1,17 11-3,0 0 0,-1 1 1,0-1-1,1 0 0,-1 1 1,0 0-1,0 0 0,0 0 0,0 0 1,0 0-1,0 0 0,0 1 1,0-1-1,0 1 0,0 0 0,-1 0 1,1 0-1,0 1 0,0-1 1,0 1-1,0-1 0,0 1 0,0 0 1,0 0-1,0 0 0,0 1 0,1-1 1,-1 1-1,0 0 0,1-1 1,-1 1-1,-3 4 0,2 0-3,0-1-1,1 1 1,0 0-1,0 0 1,0 0-1,0 0 0,1 0 1,0 1-1,1-1 1,-1 1-1,1-1 1,1 1-1,-1 12 1,1-16-7,0-1 1,0 1 0,1 0-1,-1-1 1,1 1 0,-1-1 0,1 1-1,0-1 1,0 1 0,0-1-1,0 0 1,0 1 0,1-1-1,-1 0 1,1 0 0,0 0 0,-1 0-1,1 0 1,2 2 0,0-1-10,1 0 0,-1 0-1,1-1 1,0 0 0,0 0 0,0 0 0,0 0 0,0-1 0,6 2 0,12 0-83,1-1 1,0-1-1,34-3 1,-43 1 26,-2 0 27,-1-1 0,0 0 0,0-1 0,0-1 0,0 0 0,0 0 0,-1-1 0,1-1 0,-1 1 0,-1-2 0,1 0 0,-1 0 0,0-1 0,13-14 0,-14 14 44,-1 0 1,-1-1-1,0 0 1,0-1-1,-1 1 1,0-1-1,0-1 0,-1 1 1,-1-1-1,0 1 1,0-1-1,-1-1 1,0 1-1,-1 0 1,1-21-1,-3 67 1,-2-19 29,2 0-1,0-1 0,0 1 1,2-1-1,0 1 0,0-1 1,2 0-1,0 0 1,1 0-1,7 16 0,8 4 9,26 54 11,-42-80-43,-1-1 0,-1 1 0,0 0 0,0 0 0,0 0 0,-1 0 0,-1 0 0,0 17 0,0-24-2,-1-1 0,1 1 0,-1-1 0,0 0 0,1 0 0,-1 1 0,0-1 0,0 0 0,0 0 0,0 0 0,0 0 0,0 0 1,0 0-1,0 0 0,-1 0 0,1 0 0,0 0 0,-1-1 0,1 1 0,0-1 0,-1 1 0,1-1 0,0 1 0,-1-1 0,1 0 0,-1 1 0,1-1 0,-1 0 0,-1 0 0,-54 0 133,42-1-136,13 2-1,1-1 0,-1 0-1,1 0 1,0 0 0,-1 0-1,1-1 1,-1 1 0,1 0 0,0-1-1,-1 1 1,1-1 0,0 1-1,-1-1 1,1 1 0,0-1 0,0 0-1,0 0 1,-1 0 0,1 0 0,0 0-1,0 0 1,0 0 0,1 0-1,-1 0 1,-1-2 0,1 1-1,1 0 1,-1 0-1,1-1 0,0 1 1,0 0-1,0 0 1,0 0-1,0 0 0,1-1 1,-1 1-1,1 0 1,-1 0-1,1 0 0,0 0 1,0 0-1,0 0 1,0 0-1,0 0 0,1-1 1,13-17-10,0 1-1,2 1 1,0 0 0,30-24-1,13-12-26,-34 28 33,-6 8-42,-1-2-1,0 0 0,-2-1 0,0-1 1,-1-1-1,17-33 0,-26 44 285,-8 23 220,-1 8-498,3-13 43,-1 0 0,1 0 1,0 0-1,0 0 0,0 0 0,1 0 0,0-1 0,0 1 0,1 0 0,0-1 0,0 0 0,0 1 1,6 6-1,4 4 18,2-2-1,27 24 1,-31-30-34,-1 1 0,0 0 0,0 0-1,-1 1 1,0 0 0,-1 0 0,0 1 0,8 16 0,-14-23 20,0 0 0,0 1 0,0-1 1,-1 0-1,0 1 0,0-1 0,0 1 1,0-1-1,-1 1 0,0-1 0,0 1 1,0 0-1,0-1 0,-1 1 0,0-1 1,0 1-1,0-1 0,0 0 0,-1 1 0,0-1 1,0 0-1,0 0 0,0 0 0,-1 0 1,1 0-1,-1-1 0,0 1 0,0-1 1,0 1-1,-1-1 0,1 0 0,-1-1 1,0 1-1,1-1 0,-1 1 0,-1-1 1,1 0-1,0 0 0,0-1 0,-1 0 1,1 1-1,-1-1 0,-4 0 0,-10 2-102,-1-1-1,1-1 1,-30-1-1,17-1-2451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3:23.791"/>
    </inkml:context>
    <inkml:brush xml:id="br0">
      <inkml:brushProperty name="width" value="0.05" units="cm"/>
      <inkml:brushProperty name="height" value="0.05" units="cm"/>
      <inkml:brushProperty name="color" value="#E71224"/>
    </inkml:brush>
  </inkml:definitions>
  <inkml:trace contextRef="#ctx0" brushRef="#br0">37 440 6931,'0'0'7622,"-4"-21"-6216,-12-66-56,7 50 491,2 29 2070,7 23-3793,15 160 546,1 9-160,-16-53-386,3-130-112,1 0 0,0 0 0,0 0 0,-1 0 1,1-1-1,0 1 0,0-1 0,0 0 0,5-1 1,-6 1 5,763-61 2,-411 22-68,316-8-71,-297 35 126,-43 3-66,-146-5 53,306-11 104,-272 26-29,13 2 119,251-29 0,-307-4 626,-106 16-796,121-9 0,-36 19 36,-47 4-28,0-6 1,125-21-1,-232 26 11,0 0 0,0 0-1,0 0 1,1 0 0,-1 0-1,0 0 1,0 0 0,0 0-1,0 0 1,-1 0-1,1-1 1,0 1 0,-1 0-1,1-1 1,0 1 0,-1 0-1,1-1 1,-1 1-1,0-1 1,0 1 0,1-1-1,-1 1 1,0-1 0,0 1-1,0-1 1,-1 1 0,1-1-1,0 1 1,0-1-1,-1 1 1,0-3 0,-13-51 440,-2 9-264,3 0-1,1-1 1,3-1 0,1 1 0,-1-84-1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3:24.821"/>
    </inkml:context>
    <inkml:brush xml:id="br0">
      <inkml:brushProperty name="width" value="0.05" units="cm"/>
      <inkml:brushProperty name="height" value="0.05" units="cm"/>
      <inkml:brushProperty name="color" value="#E71224"/>
    </inkml:brush>
  </inkml:definitions>
  <inkml:trace contextRef="#ctx0" brushRef="#br0">52 78 12854,'0'0'9647,"0"-16"-8761,0-24-598,-1 18-107,2 64 166,2 47 412,-5 0-1,-19 136 1,14-188-702,-2 5 34,2 0 1,2 0 0,2 0-1,3 70 1,0-110-91,1 0 1,-1-1 0,1 1 0,-1 0 0,1-1-1,0 1 1,0-1 0,0 1 0,0-1 0,0 1-1,0-1 1,0 0 0,0 0 0,0 1-1,1-1 1,-1 0 0,0 0 0,1 0 0,-1 0-1,1 0 1,-1-1 0,1 1 0,-1 0 0,1-1-1,0 1 1,-1-1 0,1 1 0,0-1-1,1 0 1,59 2 87,-42-3-69,3 0-49,0-2 0,-1 0 0,34-10 0,29-4-6996,-66 14 3692,1-1-1680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3:25.165"/>
    </inkml:context>
    <inkml:brush xml:id="br0">
      <inkml:brushProperty name="width" value="0.05" units="cm"/>
      <inkml:brushProperty name="height" value="0.05" units="cm"/>
      <inkml:brushProperty name="color" value="#E71224"/>
    </inkml:brush>
  </inkml:definitions>
  <inkml:trace contextRef="#ctx0" brushRef="#br0">0 0 15191,'0'0'8801,"2"6"-8518,11 26 80,-3 0 1,0 1-1,-2 0 0,-2 0 0,-1 1 0,1 35 1,-6-67-441,-1-1 1,1 0 0,0 1 0,0-1 0,1 0-1,-1 1 1,0-1 0,0 0 0,0 0 0,1 1-1,-1-1 1,1 0 0,-1 0 0,1 1 0,0-1-1,-1 0 1,1 0 0,0 0 0,0 0 0,0 0-1,-1 0 1,1 0 0,0 0 0,0-1 0,1 1-1,0 1 1,36 2-5241,-30-4 4336,29 0-5812</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3:25.884"/>
    </inkml:context>
    <inkml:brush xml:id="br0">
      <inkml:brushProperty name="width" value="0.05" units="cm"/>
      <inkml:brushProperty name="height" value="0.05" units="cm"/>
      <inkml:brushProperty name="color" value="#E71224"/>
    </inkml:brush>
  </inkml:definitions>
  <inkml:trace contextRef="#ctx0" brushRef="#br0">0 68 14247,'0'0'8409,"5"-13"-7590,-2 6-717,13-25 155,-16 32-254,0 0-1,0 0 1,0 0-1,1 0 1,-1 0 0,0-1-1,0 1 1,1 0-1,-1 0 1,0 0-1,0 0 1,1 0 0,-1 0-1,0 0 1,0 0-1,1 0 1,-1 0-1,0 0 1,0 0 0,1 0-1,-1 1 1,0-1-1,0 0 1,1 0-1,-1 0 1,0 0-1,0 0 1,0 0 0,1 1-1,-1-1 1,0 0-1,0 0 1,0 0-1,1 0 1,-1 1 0,0-1-1,0 0 1,0 0-1,0 1 1,0-1-1,0 0 1,1 1 0,8 28 188,6 63 957,5 171 0,-24 95-536,3-301-462,-11 454-17,10-740-157,6-300-51,1 461-39,20-112 0,-19 151 71,2 1 1,0-1-1,2 2 1,1-1 0,2 1-1,20-33 1,-26 50 24,0 1 0,0 0-1,1 1 1,0 0 0,1 0 0,-1 0 0,2 1 0,9-5 0,-16 10 12,-1 0 0,1 0 1,0 0-1,0 1 0,1-1 1,-1 1-1,0 0 0,0 0 1,1 0-1,-1 1 0,0-1 1,1 1-1,-1 0 0,1 0 1,-1 0-1,1 0 1,-1 0-1,0 1 0,1 0 1,-1-1-1,0 1 0,0 1 1,1-1-1,-1 0 0,0 1 1,0-1-1,0 1 0,0 0 1,-1 0-1,1 0 0,2 3 1,1 2 1,-2 1 1,1 0-1,-1-1 1,0 1 0,0 1-1,-1-1 1,0 0-1,-1 1 1,0 0-1,0 0 1,-1-1 0,1 17-1,-1-7 13,-1-1 1,-1 0-1,0 1 0,-1-1 0,-9 33 0,4-31 4,-1-1-1,0 0 0,-2 0 1,0 0-1,-1-1 0,-1-1 1,-21 23-1,11-15-10,-2-1 0,0-1 0,-52 35 0,72-54-169,0 0 0,0-1 1,0 1-1,0-1 0,0 0 0,-1 0 0,1 0 0,-1-1 0,0 0 0,-8 2 1,14-21-3380,1 11 2926,1 1 0,0 0 0,1 0 0,-1 0 0,1 0 0,0 1 0,1-1-1,-1 1 1,1 0 0,0 0 0,1 1 0,-1-1 0,1 1 0,10-6 0,-12 7 58,40-25-4859</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3:27.993"/>
    </inkml:context>
    <inkml:brush xml:id="br0">
      <inkml:brushProperty name="width" value="0.05" units="cm"/>
      <inkml:brushProperty name="height" value="0.05" units="cm"/>
      <inkml:brushProperty name="color" value="#E71224"/>
    </inkml:brush>
  </inkml:definitions>
  <inkml:trace contextRef="#ctx0" brushRef="#br0">0 596 9220,'0'0'8511,"14"-4"-7823,-6 1-601,1 1 70,-1-1 1,1 0-1,-1-1 1,0 0-1,0 0 1,0 0-1,0-1 1,-1-1-1,0 1 1,11-11 0,-12 7 90,1 0 0,-1 0 0,0 0 1,-1-1-1,-1 0 0,1 0 1,-1-1-1,-1 1 0,0-1 1,0 0-1,-1 1 0,-1-1 0,0 0 1,0-20-1,-2 30-226,1 0 0,0 0 0,0 1 0,-1-1 0,1 0 0,0 0 0,-1 0 0,1 1 0,-1-1 0,1 0 0,-1 0 0,1 1 0,-1-1 0,0 1 0,1-1 0,-1 0 0,0 1 0,1-1 0,-1 1 0,0-1 0,0 1 0,0 0 0,1-1 0,-1 1 0,0 0 0,0 0 0,0 0 0,0-1 0,0 1 0,0 0 0,1 0 0,-1 0 0,0 0 0,0 0 0,0 1 0,0-1 0,0 0 0,0 0 0,1 0 0,-3 1 0,0 0-17,-1 0-1,1 0 1,-1 0-1,1 0 1,-1 0 0,1 1-1,0-1 1,0 1-1,0 0 1,-5 3-1,1 3-9,1 0 0,0 1-1,0-1 1,1 1 0,0 0-1,0 0 1,1 1 0,1-1-1,-1 1 1,-2 15-1,2-8-18,1 1 1,1-1-1,1 1 0,1-1 0,2 28 0,-1-39-7,0 1 1,0-1-1,1 0 0,0 0 1,0 0-1,1 0 1,-1 0-1,2-1 1,-1 1-1,0-1 1,1 1-1,0-1 1,0-1-1,1 1 1,-1 0-1,1-1 0,0 0 1,0 0-1,0-1 1,1 1-1,-1-1 1,1 0-1,0-1 1,0 1-1,0-1 1,0 0-1,0-1 0,13 3 1,-14-4 32,0-1 1,0 1-1,0 0 1,0-1-1,0 0 1,0 0-1,0-1 0,0 0 1,0 1-1,-1-1 1,1-1-1,6-4 1,-1-1 8,0 0 1,-1-1 0,-1 0 0,9-11 0,20-28 51,-23 28 251,1 1 0,27-26 0,-42 45-304,0-1-1,1 1 0,-1 0 1,1-1-1,-1 1 0,1 0 1,-1 0-1,0 0 0,1-1 1,-1 1-1,1 0 0,-1 0 1,1 0-1,-1 0 0,1 0 1,-1 0-1,1 0 0,-1 0 1,1 0-1,-1 0 0,1 0 1,-1 0-1,1 0 0,-1 1 1,0-1-1,1 0 0,-1 0 1,1 0-1,-1 1 0,1-1 1,-1 0-1,0 0 0,1 1 1,-1-1-1,0 0 0,1 1 1,14 22 45,6 29-74,-21-51 24,9 29 21,-6-19-25,0 1 0,1-1 0,0 0 0,0 0 0,13 20 0,-17-31 2,1 0 0,-1 1-1,1-1 1,-1 0 0,1 1-1,-1-1 1,1 0 0,0 0-1,-1 1 1,1-1 0,-1 0-1,1 0 1,0 0 0,-1 0-1,1 0 1,0 0 0,-1 0-1,1 0 1,-1 0 0,1 0-1,0-1 1,-1 1 0,1 0-1,-1 0 1,1 0 0,0-1 0,-1 1-1,1 0 1,-1-1 0,1 1-1,-1-1 1,1 1 0,-1 0-1,1-2 1,18-15 72,-17 15-68,30-31 51,2 1 0,66-47 0,-99 78-53,1 0 1,-1 0 0,0 0-1,1 1 1,-1-1 0,1 1-1,-1-1 1,1 1 0,-1-1 0,1 1-1,-1 0 1,1 0 0,0 0-1,-1 0 1,1 0 0,-1 0-1,1 0 1,0 0 0,-1 0-1,1 1 1,-1-1 0,1 1-1,-1-1 1,1 1 0,-1 0-1,0 0 1,1-1 0,1 3-1,3 2-8,0 0-1,-1 1 1,0-1-1,8 13 1,1 0-6,-5-8-228,-1 0-1,1-1 0,1 0 1,0 0-1,0-1 0,1-1 1,0 1-1,0-2 0,0 1 0,1-2 1,0 1-1,0-2 0,1 0 1,-1 0-1,1-1 0,0 0 0,0-1 1,0-1-1,15 0 0,-17-1 180,0 0-1,0-1 1,-1 0-1,1 0 1,-1-1-1,1-1 1,-1 0 0,0 0-1,0-1 1,0 0-1,0-1 1,-1 0-1,0 0 1,0-1-1,0-1 1,-1 1-1,0-1 1,0-1-1,0 1 1,-1-1-1,0-1 1,-1 1-1,8-15 1,-10 16 239,0 0 0,-1 0 1,0-1-1,0 1 0,0-1 0,-1 0 0,-1 1 1,1-1-1,-1 0 0,0 0 0,-1-15 0,0 22-133,0 0-1,0 0 0,0 0 0,-1 1 0,1-1 0,0 0 0,0 0 1,-1 0-1,1 1 0,0-1 0,-1 0 0,1 1 0,-1-1 1,1 0-1,-1 1 0,1-1 0,-1 0 0,1 1 0,-1-1 1,0 1-1,1-1 0,-1 1 0,0 0 0,1-1 0,-1 1 1,0-1-1,0 1 0,-1 0 0,-31-3 466,27 3-494,-1 1 0,0 0 0,1 1 0,-1-1 0,1 1 0,0 1 0,-13 5 0,11-1-50,0 1-1,0 0 0,1 0 0,-1 0 1,2 1-1,-1 0 0,2 1 0,-1 0 1,1-1-1,0 2 0,1-1 0,0 0 1,1 1-1,0 0 0,1 0 0,0 0 1,1 0-1,0 0 0,1 21 0,0-31 20,1-1 0,-1 1 0,0-1-1,0 1 1,1-1 0,-1 1 0,0-1-1,1 0 1,-1 1 0,0-1 0,1 1-1,-1-1 1,1 0 0,-1 0 0,1 1 0,-1-1-1,1 0 1,-1 0 0,1 1 0,-1-1-1,1 0 1,-1 0 0,1 0 0,-1 0-1,1 0 1,-1 0 0,1 0 0,-1 0-1,1 0 1,-1 0 0,1 0 0,-1 0 0,1 0-1,-1 0 1,1-1 0,-1 1 0,1 0-1,-1 0 1,1 0 0,-1-1 0,1 1-1,-1 0 1,1-1 0,-1 1 0,0 0-1,1-2 1,26-13 32,70-87 100,-97 102-108,1 0 0,-1 0-1,1 0 1,-1 0 0,1 0-1,-1 0 1,0 0 0,1 0-1,-1 0 1,1 0 0,-1 1-1,1-1 1,-1 0 0,0 0-1,1 0 1,-1 1 0,1-1-1,-1 0 1,0 1 0,1-1-1,-1 0 1,0 1 0,1-1-1,-1 0 1,0 1 0,0-1-1,1 0 1,-1 1 0,0-1-1,0 1 1,0-1 0,0 1-1,1-1 1,-1 0 0,0 1-1,0-1 1,0 1 0,0-1-1,0 1 1,0 0 0,10 34-2,-5-16 14,-3-14-22,-1-1-1,1 0 1,1 0 0,-1 0 0,0 0 0,1-1 0,0 1-1,0-1 1,0 1 0,0-1 0,0 0 0,1 0 0,0-1-1,-1 1 1,1-1 0,0 1 0,0-1 0,0-1 0,1 1-1,-1 0 1,0-1 0,1 0 0,-1 0 0,1 0 0,-1-1-1,1 1 1,-1-1 0,1 0 0,-1 0 0,1-1 0,-1 0-1,1 1 1,-1-1 0,9-4 0,0 1 5,0-1 0,0 0 0,0-1 0,0-1 0,-1 0 0,0-1 0,-1 0 0,0-1 0,0 0 0,10-11 0,-7 3 59,-1-1-1,0 0 1,-2-1 0,0 0-1,-1 0 1,-1-2-1,-1 1 1,-1-1 0,-1 0-1,0 0 1,2-27-1,1-27 679,-3-141 0,-6 168-551,0 46-115,0 0 1,0 0 0,0 1-1,0-1 1,0 0-1,0 0 1,0 1-1,-1-1 1,1 0-1,-1 1 1,1-1-1,-1 0 1,0 1 0,0-1-1,0 1 1,0-1-1,0 1 1,0-1-1,0 1 1,0 0-1,0 0 1,-2-2-1,2 3-50,-1 0-1,1 0 0,0 0 0,-1 0 0,1 0 0,0 0 1,0 0-1,-1 0 0,1 0 0,0 1 0,0-1 0,-1 1 1,1-1-1,0 1 0,0-1 0,0 1 0,0 0 0,0-1 1,-1 1-1,1 0 0,1 0 0,-1 0 0,0 0 0,0 0 1,0 0-1,0 0 0,1 0 0,-1 0 0,0 0 0,1 0 1,-1 2-1,-9 14-16,2 0-1,0 1 1,0 0 0,2 1 0,0-1-1,-5 37 1,3-1 1,-1 70-1,8-98-16,-1 5-66,2 0 1,6 61 0,-4-83 49,0 1-1,1-1 1,0 0 0,0 0-1,1 0 1,0 0 0,1 0-1,-1-1 1,2 0 0,-1 0 0,1 0-1,0-1 1,12 11 0,-8-10-89,0 0 1,0-1 0,0 0 0,1-1 0,0 0 0,1 0 0,-1-2 0,23 7 0,-29-9 77,1-1 0,-1 1 0,1-2 0,-1 1 0,1-1 1,-1 1-1,1-1 0,0-1 0,-1 1 0,1-1 0,-1 0 0,1-1 0,-1 1 0,0-1 0,1 0 1,-1 0-1,0-1 0,0 1 0,-1-1 0,1 0 0,7-6 0,0-5 33,0-1 0,-1 1 0,-1-2 0,0 1 0,-1-2 0,-1 1-1,0-1 1,-1 0 0,-1-1 0,-1 1 0,4-20 0,1-21 177,-2-1 0,1-64-1,-8 2 2545,-16 384-2645,13-192-66,0-36-37,1 0 0,9 63 0,-7-90-16,2 0-1,-1-1 1,1 0-1,0 1 1,1-1-1,-1 0 1,2 0-1,-1-1 1,1 1-1,0-1 1,0 0-1,9 8 1,-11-11 24,-1-1 1,1 0 0,-1 0 0,1 0-1,0 0 1,0-1 0,0 1-1,0-1 1,0 0 0,0 1 0,0-2-1,0 1 1,1 0 0,-1 0-1,0-1 1,1 0 0,-1 0-1,0 0 1,0 0 0,1 0 0,-1-1-1,0 1 1,1-1 0,-1 0-1,0 0 1,0 0 0,0 0 0,0-1-1,0 1 1,0-1 0,0 0-1,4-4 1,3-3 13,-2 0-1,1-1 0,-1 0 1,-1-1-1,0 1 1,0-2-1,-1 1 1,0-1-1,5-17 1,-5 13 52,-1-1 0,0 0 0,-1 0 0,-1-1 0,2-25 0,-7 86-65,1-22-1,0-1 0,1 1 1,1 0-1,7 33 0,-7-50 4,0 1 0,0-1 0,1 0 0,-1 0 0,1 0 0,0 0 0,0 0 0,1 0 0,-1 0 1,1 0-1,0-1 0,0 1 0,0-1 0,0 0 0,1 0 0,-1 0 0,1-1 0,0 1 0,0-1 0,-1 0 0,2 0 0,-1 0 0,0 0 0,0-1 0,1 0 0,7 2 0,-7-2 2,0 0 0,0-1 0,0 1-1,0-1 1,0 0 0,0-1 0,0 1 0,1-1 0,-1 0 0,0 0-1,-1 0 1,1-1 0,0 0 0,0 0 0,-1 0 0,1 0-1,-1-1 1,7-5 0,-4 2 15,-1 0 0,-1-1 0,1 0 0,-1 0 0,-1 0 0,1-1 0,-1 0 0,-1 0 1,1 0-1,2-10 0,-4 12 27,2-6 77,0 0 1,0 0 0,-1 0-1,2-22 1,-5 33 119,-6 23-43,-11 10-89,2 0 0,2 1 1,0 0-1,3 1 0,1 1 0,-7 46 1,6 92 448,21 278 0,0-196-210,-9-203-272,0 5 82,-6 81 0,3-123-117,-2 0 0,1 0 0,-2 0 0,0-1 0,0 0 1,-2 1-1,1-1 0,-2-1 0,0 1 0,-12 15 0,16-23-20,-1-1-1,-1 0 1,1 0-1,-1-1 1,0 1 0,0-1-1,0 0 1,-1 0 0,1-1-1,-1 0 1,0 0-1,0 0 1,0-1 0,0 1-1,-1-1 1,1-1-1,-1 1 1,1-1 0,-1-1-1,1 1 1,-1-1 0,0 0-1,1 0 1,-1-1-1,1 0 1,-1 0 0,-8-3-1,-1-1 7,1-1 0,0-1 0,0-1 0,1 0 0,0 0 0,0-1 0,1-1 0,0-1 0,-20-20 0,8 5-12,2-1 1,1-1-1,1-1 0,1-1 1,1-1-1,-24-57 1,37 73-5,0 0 0,1-1 0,0 1 0,1-1 0,1 0 0,1 0 0,0 0 0,1 0 0,1 0 0,0 0 1,2-1-1,-1 1 0,2 0 0,0 0 0,1 1 0,1-1 0,9-22 0,0 15-24,1 0-1,0 1 1,2 1-1,0 0 1,2 1-1,0 1 1,1 1 0,40-28-1,17-6-463,99-49-1,-35 36-1503,-45 29-2821,-72 24 664,-18-5-1583,-5 2-1154</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3:28.711"/>
    </inkml:context>
    <inkml:brush xml:id="br0">
      <inkml:brushProperty name="width" value="0.05" units="cm"/>
      <inkml:brushProperty name="height" value="0.05" units="cm"/>
      <inkml:brushProperty name="color" value="#E71224"/>
    </inkml:brush>
  </inkml:definitions>
  <inkml:trace contextRef="#ctx0" brushRef="#br0">35 57 11493,'0'0'11912,"-7"2"-11101,-2-1-1036,-9 2 2113,36-2-704,13-3-1169,-1-2-1,1-1 1,-1-1-1,32-11 1,53-11-109,-103 26-403,-5 3-4650,-22 11-396,0-5 1005</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16.023"/>
    </inkml:context>
    <inkml:brush xml:id="br0">
      <inkml:brushProperty name="width" value="0.05" units="cm"/>
      <inkml:brushProperty name="height" value="0.05" units="cm"/>
      <inkml:brushProperty name="color" value="#E71224"/>
    </inkml:brush>
  </inkml:definitions>
  <inkml:trace contextRef="#ctx0" brushRef="#br0">118 38 13510,'0'0'9565,"-8"-9"-8917,3 3-563,3 3-63,1 1 0,-1 0 1,0-1-1,0 1 0,0 0 0,-1 0 1,1 1-1,0-1 0,-4-1 1,-6 5 58,1 19-1,-4 38 258,2 0 0,3 0-1,-4 80 1,9 187 128,5-219-442,1-72-30,0 0-1,3 0 1,8 39-1,-9-61-210,0 1-1,2 0 0,-1-1 1,2 0-1,-1 0 1,2-1-1,0 1 0,0-2 1,1 1-1,16 17 0,-21-26 15,-1 0-1,2 0 0,-1-1 0,0 1 0,1-1 0,-1 0 1,1 0-1,-1 0 0,1 0 0,0-1 0,0 1 0,0-1 0,0 0 1,0 0-1,0 0 0,0-1 0,0 0 0,1 1 0,-1-2 1,0 1-1,0 0 0,0-1 0,7-1 0,-4-1-317,-1 1 0,1-1-1,-1 0 1,0-1 0,1 0-1,-2 0 1,1 0 0,0 0-1,-1-1 1,0 0 0,0 0-1,8-11 1,20-33-3515</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16.648"/>
    </inkml:context>
    <inkml:brush xml:id="br0">
      <inkml:brushProperty name="width" value="0.05" units="cm"/>
      <inkml:brushProperty name="height" value="0.05" units="cm"/>
      <inkml:brushProperty name="color" value="#E71224"/>
    </inkml:brush>
  </inkml:definitions>
  <inkml:trace contextRef="#ctx0" brushRef="#br0">115 117 8980,'0'0'12430,"3"-14"-11512,2-7-761,3-7 77,-6 32-170,-1 1 1,1-1-1,-1 0 1,0 1-1,0-1 0,0 1 1,-1 0-1,1 7 1,3 26 93,13 89 29,-14-114-190,0 0 0,0 0 1,2 0-1,0 0 0,0-1 0,1 0 0,8 13 0,-12-23-21,0 1 0,0 0 0,0-1-1,1 1 1,-1-1 0,0 0 0,1 0-1,0 0 1,-1 0 0,1 0 0,0-1-1,0 1 1,0-1 0,0 0-1,0 0 1,0 0 0,1 0 0,-1 0-1,0-1 1,0 1 0,1-1 0,-1 0-1,0 0 1,1 0 0,-1-1-1,0 1 1,0-1 0,1 0 0,-1 0-1,5-1 1,-2-1 5,1 0 0,-1-1-1,1 0 1,-1 0 0,0 0-1,0 0 1,-1-1 0,1 0 0,-1 0-1,0-1 1,-1 1 0,7-11-1,-3 2 5,0-1 0,-1 0 0,-1 0-1,0-1 1,-2 0 0,1 0 0,2-25 0,-2-7 467,-3-62 0,-2 75 932,0 66-875,-19 821 2207,3-258-2193,16-564-508,0 1 46,-7 57-1,6-87-48,0 1 0,1-1 1,-1 0-1,0 0 0,0 1 0,0-1 0,0 0 0,0 0 1,0 0-1,0 0 0,0 0 0,0-1 0,0 1 0,0 0 1,-1 0-1,1-1 0,0 1 0,-1-1 0,1 1 0,0-1 1,-1 0-1,1 1 0,0-1 0,-1 0 0,1 0 0,-1 0 1,1 0-1,-1 0 0,1 0 0,0 0 0,-1-1 0,1 1 1,-3-1-1,-4 0 35,-1-1 0,0 0 0,1-1-1,-14-5 1,3-2-40,0-2 0,0 0-1,1-1 1,1-1 0,0 0-1,1-2 1,1 1 0,0-2-1,-22-33 1,23 29-8,1 1 0,1-2-1,1 0 1,0 0 0,2-1 0,1 0 0,1-1 0,-8-44-1,13 52-13,0 0 0,1 0 0,0 0 0,2 0-1,-1-1 1,2 1 0,1 0 0,0 0-1,0 1 1,2-1 0,0 1 0,1 0 0,0 0-1,1 0 1,1 1 0,11-16 0,0 7-410,2-1 0,0 2 0,2 1 1,0 1-1,51-34 0,31-7-3520,6 6-3397,-68 34 563</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17.007"/>
    </inkml:context>
    <inkml:brush xml:id="br0">
      <inkml:brushProperty name="width" value="0.05" units="cm"/>
      <inkml:brushProperty name="height" value="0.05" units="cm"/>
      <inkml:brushProperty name="color" value="#E71224"/>
    </inkml:brush>
  </inkml:definitions>
  <inkml:trace contextRef="#ctx0" brushRef="#br0">1 73 18088,'0'0'8628,"44"-21"-8356,0 14-176,5 0-64,-5 0-32,0-2-112,-3 2-656,-4 4-817,-6 1-624,2 0-160,-9-1-1168,2-1-2786</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17.586"/>
    </inkml:context>
    <inkml:brush xml:id="br0">
      <inkml:brushProperty name="width" value="0.05" units="cm"/>
      <inkml:brushProperty name="height" value="0.05" units="cm"/>
      <inkml:brushProperty name="color" value="#E71224"/>
    </inkml:brush>
  </inkml:definitions>
  <inkml:trace contextRef="#ctx0" brushRef="#br0">78 0 12758,'0'0'11061,"0"4"-10760,-3 153 998,4-92-1120,-1-56-172,0 0-1,0 1 1,1-1-1,1 0 1,0 0-1,0 0 1,0 0 0,1 0-1,1-1 1,5 13-1,-6-17-12,0 0 0,0 0-1,0-1 1,0 1 0,1-1-1,-1 1 1,1-1 0,0 0-1,0-1 1,0 1 0,0-1 0,1 0-1,-1 0 1,1 0 0,-1 0-1,1-1 1,0 0 0,-1 0 0,1 0-1,0 0 1,8-1 0,-7 0-21,0 0 0,0 0 0,1-1 1,-1 1-1,0-1 0,0-1 0,0 1 1,-1-1-1,1 0 0,0-1 0,-1 1 1,1-1-1,9-7 0,-6 3-21,-1-1 0,0 0-1,0 0 1,0-1 0,-1 0 0,10-18-1,-6 8 174,-1-1 0,0-1-1,-2 0 1,0 0 0,-2 0-1,0-1 1,-1 0 0,-1 0-1,-2 0 1,1-34 0,-5 306 809,7 312 383,-1-506-1173,8 137 424,-15 226 1,2-402-551,-1 0 1,-1-1-1,0 1 0,-1-1 1,-12 30-1,14-42-12,1 0-1,-2 0 1,1 0-1,0 0 1,-1 0-1,0 0 1,0-1-1,0 1 1,0-1-1,-1 0 1,1 0-1,-1 0 1,0 0-1,0 0 1,0-1-1,0 0 1,0 0-1,0 0 1,-1 0-1,1-1 1,-1 0-1,1 0 1,-1 0-1,1 0 1,-6-1-1,-2 0 9,1-1-1,0 0 0,-1-1 1,1 0-1,0-1 0,0 0 0,1 0 1,-1-2-1,1 1 0,-1-1 1,1-1-1,1 0 0,-1 0 0,1-1 1,0 0-1,1 0 0,-1-1 1,2 0-1,-1-1 0,1 0 1,0 0-1,-7-14 0,1 1-11,1 0-1,2-1 0,0 0 1,1-1-1,1 0 1,2-1-1,0 1 1,1-1-1,-1-29 1,4 27-9,0-1 1,2 1 0,1-1 0,1 1-1,1 0 1,2 0 0,0 0 0,15-39 0,-6 34-38,2 0 0,1 1 1,1 1-1,2 0 1,28-30-1,126-121-2827,-83 92-2438,-89 87 5069,6-5-1058,-1-1 0,0 0 0,0 0 0,-1 0 0,5-10 1,1-14-6472</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18.180"/>
    </inkml:context>
    <inkml:brush xml:id="br0">
      <inkml:brushProperty name="width" value="0.05" units="cm"/>
      <inkml:brushProperty name="height" value="0.05" units="cm"/>
      <inkml:brushProperty name="color" value="#E71224"/>
    </inkml:brush>
  </inkml:definitions>
  <inkml:trace contextRef="#ctx0" brushRef="#br0">145 0 14807,'0'0'5789,"-8"20"-5314,3-4-420,-5 13 59,-1 0 0,-2-1 1,-20 35-1,27-54-55,5-6-16,-1 1 0,0-1 0,0 1 0,0-1 0,0 0 0,-1 0 0,1 0 0,-1 0 0,0-1 0,0 1 0,0-1 0,0 1 0,0-1 0,0 0 0,-1-1 0,-4 3 0,6-5 13,1-1 1,0 1-1,1-1 1,-1 0-1,0 1 1,0-1-1,1 0 1,-1 0-1,1 0 1,-1 0-1,1 1 0,0-1 1,0 0-1,0 0 1,0 0-1,0 0 1,0 0-1,1-3 1,-1-1-20,0-3 2,-1 0-1,1 1 1,1-1 0,0 0 0,0 0 0,1 0 0,0 0 0,0 1 0,1-1 0,0 1-1,1 0 1,0 0 0,0 0 0,1 0 0,-1 1 0,2-1 0,-1 1 0,1 1-1,0-1 1,8-6 0,-11 11-15,-1 1-1,1-1 1,0 1 0,-1-1-1,1 1 1,0 0-1,0 0 1,0 1-1,0-1 1,0 0 0,0 1-1,0 0 1,0 0-1,0 0 1,0 0 0,0 0-1,0 0 1,0 1-1,0 0 1,0-1 0,0 1-1,0 0 1,-1 1-1,1-1 1,0 0 0,-1 1-1,1-1 1,-1 1-1,4 2 1,4 5-15,0 0 0,0 0 1,-1 1-1,0 0 0,8 12 0,11 26 44,2 5-1610,-4-27-3326,-8-18 294</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18.586"/>
    </inkml:context>
    <inkml:brush xml:id="br0">
      <inkml:brushProperty name="width" value="0.05" units="cm"/>
      <inkml:brushProperty name="height" value="0.05" units="cm"/>
      <inkml:brushProperty name="color" value="#E71224"/>
    </inkml:brush>
  </inkml:definitions>
  <inkml:trace contextRef="#ctx0" brushRef="#br0">34 39 10117,'0'0'17888,"-6"-9"-16994,-12-14-548,9 17-236,9 17-9,14 29 65,1-1 1,21 37-1,15 38 114,-11-6-157,26 118 0,-52-162-119,-2 1 0,-3 0 0,0 89 0,-9-137-48,1 12 49,-2 0 1,-6 39-1,5-59-112,0 1 0,-1-1 0,0 0 0,0 0 0,-1 0 0,0-1 0,0 1-1,-1-1 1,0 0 0,-1 0 0,-7 8 0,11-14-50,1-1-1,0 1 1,-1-1 0,1 1 0,-1-1-1,0 1 1,1-1 0,-1 0-1,0 0 1,0 0 0,0 0-1,1 0 1,-1-1 0,0 1 0,0 0-1,0-1 1,0 1 0,-3-1-1,4 0-46,0 0 0,-1-1 0,1 1-1,0-1 1,-1 1 0,1-1 0,0 1-1,0-1 1,-1 0 0,1 0 0,0 0-1,0 1 1,0-1 0,0 0 0,0 0 0,0 0-1,0-1 1,1 1 0,-1 0 0,-1-1-1,-1-6-964,-1 1-1,1-1 1,1 0-1,0 1 0,0-1 1,0 0-1,0-10 1,-2-32-10933</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18.977"/>
    </inkml:context>
    <inkml:brush xml:id="br0">
      <inkml:brushProperty name="width" value="0.05" units="cm"/>
      <inkml:brushProperty name="height" value="0.05" units="cm"/>
      <inkml:brushProperty name="color" value="#E71224"/>
    </inkml:brush>
  </inkml:definitions>
  <inkml:trace contextRef="#ctx0" brushRef="#br0">0 43 10837,'0'0'10517,"26"-10"-10317,-1 1-160,1 1 0,31-6 0,-55 13-34,0 1 1,0 0-1,0 0 0,-1 0 0,1 0 1,0 0-1,0 0 0,0 1 1,0-1-1,0 0 0,0 1 1,0 0-1,-1-1 0,1 1 1,0 0-1,-1 0 0,1 0 0,0 0 1,-1 0-1,1 0 0,-1 1 1,0-1-1,1 0 0,-1 1 1,0-1-1,2 4 0,0 0 19,-1 0 0,0 0-1,-1 0 1,1 0 0,-1 0 0,1 10-1,-2-11-2,2 12 111,-1-1 0,0 1-1,-1-1 1,-1 0 0,-1 1-1,0-1 1,-1 0 0,0 0-1,-1 0 1,-1 0-1,0-1 1,-10 17 0,-3 1 439,-1-1 1,-2 0 0,-48 52 0,49-58 275,34-22-528,13-5-233,0-2 0,-1-1-1,0-1 1,0-1 0,0-1-1,27-13 1,65-18-1750,-117 38 1075,2 1 725</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20.117"/>
    </inkml:context>
    <inkml:brush xml:id="br0">
      <inkml:brushProperty name="width" value="0.05" units="cm"/>
      <inkml:brushProperty name="height" value="0.05" units="cm"/>
      <inkml:brushProperty name="color" value="#E71224"/>
    </inkml:brush>
  </inkml:definitions>
  <inkml:trace contextRef="#ctx0" brushRef="#br0">61 73 11221,'0'0'11549,"-13"2"-10305,0 1-1189,-21 5 1246,38-6-621,29-1-425,33-7-149,-1-2-1,64-16 1,-2 0-49,-78 15-179,-13 2-270,1 2 1,38-1-1,-91 6-11376,-6 0 6174</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20.461"/>
    </inkml:context>
    <inkml:brush xml:id="br0">
      <inkml:brushProperty name="width" value="0.05" units="cm"/>
      <inkml:brushProperty name="height" value="0.05" units="cm"/>
      <inkml:brushProperty name="color" value="#E71224"/>
    </inkml:brush>
  </inkml:definitions>
  <inkml:trace contextRef="#ctx0" brushRef="#br0">35 8 4082,'0'0'18448,"-6"-3"-17877,6 3-559,-1-1-1,1 1 0,-1-1 0,0 1 1,1 0-1,-1-1 0,1 1 0,-1 0 1,0-1-1,1 1 0,-1 0 0,0 0 1,1 0-1,-1-1 0,0 1 0,1 0 1,-1 0-1,0 0 0,1 0 0,-1 0 1,0 0-1,1 0 0,-1 1 0,0-1 1,1 0-1,-1 0 0,0 0 1,1 1-1,-1-1 0,0 0 0,1 1 1,-1-1-1,1 0 0,-1 1 0,1-1 1,-1 1-1,1-1 0,-1 1 0,1-1 1,-1 2-1,-2 37 823,3-21-564,5 159 1344,0 0-4559,-5-177 2827,0 1 1,0-1-1,0 0 0,0 1 0,0-1 1,0 0-1,0 0 0,-1 1 0,1-1 1,0 0-1,0 1 0,0-1 0,0 0 1,1 1-1,-1-1 0,0 0 0,0 1 1,0-1-1,0 0 0,0 1 1,0-1-1,0 0 0,0 1 0,1-1 1,-1 0-1,0 0 0,0 1 0,0-1 1,1 0-1,-1 0 0,0 1 0,0-1 1,1 0-1,-1 0 0,0 0 0,1 0 1,-1 1-1,0-1 0,0 0 0,1 0 1,-1 0-1,0 0 0,1 0 1,-1 0-1,0 0 0,1 0 0,-1 0 1,0 0-1,1 0 0,-1 0 0,0 0 1,1 0-1,11 0-5997</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21.539"/>
    </inkml:context>
    <inkml:brush xml:id="br0">
      <inkml:brushProperty name="width" value="0.05" units="cm"/>
      <inkml:brushProperty name="height" value="0.05" units="cm"/>
      <inkml:brushProperty name="color" value="#E71224"/>
    </inkml:brush>
  </inkml:definitions>
  <inkml:trace contextRef="#ctx0" brushRef="#br0">32 108 8420,'0'0'5931,"-5"-7"-5328,2 3-368,0-1 0,0 0 0,0 0 0,0 0 0,1 0 0,0-1 0,0 1 1,1-1-1,0 1 0,0-1 0,0 0 0,0 1 0,1-1 0,0-8 0,0 14-173,0 0 0,0-1 0,0 1 0,-1-1 0,1 1 0,0-1 0,0 1 0,0 0-1,0-1 1,0 1 0,0-1 0,0 1 0,0 0 0,0-1 0,0 1 0,0-1 0,1 1 0,-1 0-1,0-1 1,0 1 0,0-1 0,0 1 0,1 0 0,-1-1 0,0 1 0,0 0 0,1-1-1,-1 1 1,0 0 0,1-1 0,-1 1 0,0 0 0,1 0 0,-1-1 0,1 1 0,10 12 363,9 27-501,-17-24 106,0 0 1,-1 1 0,-1-1 0,0 1 0,-3 28 0,1-30-686,0 0 1,1 0-1,1-1 1,0 1 0,0 0-1,2 0 1,5 19-1,3-15-3955</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24.884"/>
    </inkml:context>
    <inkml:brush xml:id="br0">
      <inkml:brushProperty name="width" value="0.05" units="cm"/>
      <inkml:brushProperty name="height" value="0.05" units="cm"/>
      <inkml:brushProperty name="color" value="#E71224"/>
    </inkml:brush>
  </inkml:definitions>
  <inkml:trace contextRef="#ctx0" brushRef="#br0">261 64 13670,'0'0'9535,"-9"-11"-8846,-29-36-308,31 42-225,5 10-120,5 10-4,13 28 441,32 60 0,-2-7-82,-9-9-93,140 374 105,-171-444-382,-2 1-1,0 0 1,-1-1-1,0 1 1,-1 23-1,-3-44-31,0-1-1,0 1 1,0 0-1,-1 0 0,1 0 1,-1 0-1,0 1 1,0-1-1,0 0 1,0 1-1,-3-4 0,-6-8-38,-43-82-216,36 60 198,-41-61 0,53 89 77,0-1 0,-1 2 0,0-1 0,0 1 0,0 0 1,-1 0-1,0 1 0,-1 0 0,1 1 0,-1 0 1,0 0-1,-11-3 0,16 6-10,-1 1 0,0 0 0,0 0 1,0 0-1,0 0 0,0 1 0,0 0 0,0 0 0,0 0 1,0 1-1,0-1 0,0 1 0,0 0 0,1 1 0,-1-1 1,-8 5-1,6-2-3,0 0 0,0 1 0,1 0 1,-1 1-1,1-1 0,0 1 0,1 0 0,-1 1 1,-5 9-1,-2 5-13,0 1 0,2 1-1,1 0 1,1 1 0,-11 40 0,-21 147 31,40-206-6,1-4-96,0-3-680,-1 1 510,1-1 0,0 1 0,0-1 0,-1 1 0,1-1 0,0 0 0,1 1 0,-1-1 1,0 1-1,0-1 0,1 0 0,-1 1 0,1-1 0,-1 1 0,1 0 0,-1-1 0,1 1 0,0-1 0,1 0 0,19-26-3389,-21 27 3635,28-28-5212</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26.618"/>
    </inkml:context>
    <inkml:brush xml:id="br0">
      <inkml:brushProperty name="width" value="0.05" units="cm"/>
      <inkml:brushProperty name="height" value="0.05" units="cm"/>
      <inkml:brushProperty name="color" value="#E71224"/>
    </inkml:brush>
  </inkml:definitions>
  <inkml:trace contextRef="#ctx0" brushRef="#br0">544 14 5731,'0'0'14793,"1"-4"-14374,4-6-149,-3 12-44,-12 23 172,1-13-253,0 0 0,0-1 0,-1 0 1,-1 0-1,-15 11 0,-70 47 171,63-46-281,-17 12 88,-16 10 203,1 3 0,-71 70 0,118-94-205,17-23-120,1-1-1,0 1 1,-1-1 0,1 1 0,0-1-1,0 1 1,0-1 0,-1 1 0,1-1-1,0 1 1,0-1 0,0 1 0,0-1-1,0 1 1,0-1 0,0 1 0,0-1-1,0 1 1,0 0 0,0-1 0,0 1-1,0-1 1,0 1 0,1-1 0,-1 1-1,0-1 1,0 1 0,1-1 0,-1 1-1,0-1 1,1 1 0,-1-1 0,0 0-1,1 1 1,-1-1 0,0 0 0,1 1-1,-1-1 1,1 0 0,-1 1-1,1-1 1,-1 0 0,1 0 0,-1 1-1,1-1 1,-1 0 0,1 0 0,-1 0-1,1 0 1,0 0 0,-1 0 0,1 0-1,93 5 61,-1-3-1,108-14 1,89 1-13,-287 11-51,-1 0 0,1 0 1,-1 0-1,1 1 0,0-1 0,-1 1 0,1 0 1,-1-1-1,1 1 0,-1 0 0,0 0 1,1 1-1,-1-1 0,0 0 0,0 1 0,1-1 1,-1 1-1,-1 0 0,1 0 0,0 0 0,0 0 1,-1 0-1,1 0 0,-1 0 0,2 4 1,-2-3-2,0 0 1,0 0-1,-1 0 1,0 0 0,0 0-1,0 1 1,0-1 0,0 0-1,0 0 1,-1 0 0,1 0-1,-1 0 1,0 0 0,0 0-1,0 0 1,-1-1 0,1 1-1,-1 0 1,1-1 0,-1 1-1,0 0 1,-4 3 0,-12 12-4,-2 0 1,0-1-1,-1-2 1,-1 0-1,-31 16 1,13-7-17,-215 121-51,38-23 244,217-122-170,-34 24 213,34-23-210,-1-1 1,0 0-1,1 0 0,-1 1 0,1-1 0,-1 0 0,1 1 1,0-1-1,-1 0 0,1 1 0,-1-1 0,1 0 0,0 1 1,-1-1-1,1 1 0,0-1 0,-1 1 0,1-1 0,0 1 1,0-1-1,-1 1 0,1-1 0,0 1 0,0 0 0,0-1 1,0 1-1,0-1 0,0 1 0,0-1 0,0 1 0,0 0 1,0-1-1,0 1 0,0-1 0,0 1 0,1-1 0,-1 1 1,0-1-1,0 1 0,0-1 0,1 1 0,-1-1 0,0 1 1,1-1-1,-1 1 0,1-1 0,-1 1 0,0-1 0,1 0 1,-1 1-1,1-1 0,-1 0 0,1 1 0,-1-1 0,1 0 1,-1 0-1,1 0 0,-1 1 0,1-1 0,-1 0 0,1 0 1,0 0-1,-1 0 0,1 0 0,44 7 90,-1-3 0,0-1 0,79-5 0,-29 0-11,571-15-472,-664 17 227,-17 12-3726,-11 2 1365,-6-2-1171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29.646"/>
    </inkml:context>
    <inkml:brush xml:id="br0">
      <inkml:brushProperty name="width" value="0.05" units="cm"/>
      <inkml:brushProperty name="height" value="0.05" units="cm"/>
      <inkml:brushProperty name="color" value="#E71224"/>
    </inkml:brush>
  </inkml:definitions>
  <inkml:trace contextRef="#ctx0" brushRef="#br0">12 18 9668,'0'0'9757,"-1"-4"-9082,-6-9-392,4 17 245,3 31 695,1-12-755,1 13-21,2-1-1,9 43 1,4 33-279,-15-100 540,-1-4-2730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29.974"/>
    </inkml:context>
    <inkml:brush xml:id="br0">
      <inkml:brushProperty name="width" value="0.05" units="cm"/>
      <inkml:brushProperty name="height" value="0.05" units="cm"/>
      <inkml:brushProperty name="color" value="#E71224"/>
    </inkml:brush>
  </inkml:definitions>
  <inkml:trace contextRef="#ctx0" brushRef="#br0">11 13 12822,'0'0'7956,"-11"-12"-7972,14 21-3666,2 3-1040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31.739"/>
    </inkml:context>
    <inkml:brush xml:id="br0">
      <inkml:brushProperty name="width" value="0.05" units="cm"/>
      <inkml:brushProperty name="height" value="0.05" units="cm"/>
      <inkml:brushProperty name="color" value="#E71224"/>
    </inkml:brush>
  </inkml:definitions>
  <inkml:trace contextRef="#ctx0" brushRef="#br0">1 47 10565,'0'0'9457,"0"-10"-8742,-1-27 844,2 70 7,7 50-272,34 158 1,-15-104-934,4 20-54,-10-62-132,-5 0 0,7 160 1,-22-269-3022,0 1 0,0 0 0,7-25 0,2 9-2466</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32.427"/>
    </inkml:context>
    <inkml:brush xml:id="br0">
      <inkml:brushProperty name="width" value="0.05" units="cm"/>
      <inkml:brushProperty name="height" value="0.05" units="cm"/>
      <inkml:brushProperty name="color" value="#E71224"/>
    </inkml:brush>
  </inkml:definitions>
  <inkml:trace contextRef="#ctx0" brushRef="#br0">2 182 368,'0'0'20775,"0"0"-20766,0 0 0,0 0 0,-1 0 0,1 0 0,0 0 0,0 0-1,0-1 1,0 1 0,0 0 0,0 0 0,0 0 0,0 0 0,0 0 0,0 0 0,0-1 0,0 1 0,0 0 0,0 0-1,0 0 1,-1 0 0,1 0 0,0-1 0,1 1 0,-1 0 0,0 0 0,0 0 0,0 0 0,0 0 0,0-1 0,0 1-1,0 0 1,0 0 0,0 0 0,0 0 0,0 0 0,0-1 0,0 1 0,0 0 0,1 0 0,-1 0 0,0 0 0,0 0-1,0 0 1,0 0 0,0 0 0,0 0 0,0-1 0,1 1 0,-1 0 0,0 0 0,0 0 0,0 0 0,0 0 0,0 0-1,1 0 1,-1 0 0,0 0 0,0 0 0,0 0 0,0 0 0,0 0 0,1 0 0,-1 0 0,0 0 0,0 0 0,0 0-1,0 1 1,0-1 0,1 0 0,10 27 432,-2 1 0,0 0-1,-2 1 1,5 41-1,-2-14-116,-2-12-216,-7-31-86,1 1 0,0-1-1,0 0 1,2 0 0,0 0-1,0 0 1,1-1 0,1 0 0,13 23-1,-17-33-18,-1 0-1,1 0 1,0 0-1,0-1 0,-1 1 1,1-1-1,0 1 1,0-1-1,0 0 1,1 0-1,-1 0 0,0 0 1,0 0-1,0 0 1,1-1-1,-1 1 0,0-1 1,1 1-1,-1-1 1,1 0-1,-1 0 1,0 0-1,1 0 0,-1-1 1,1 1-1,-1-1 1,0 1-1,1-1 1,2-1-1,0-1 5,0 1 0,-1-1 0,1 0 0,-1-1 0,0 1 0,0-1 0,0 0 0,0 0 0,-1 0 1,0 0-1,5-8 0,9-22 3,-1 0 0,-2 0 1,-2-2-1,-1 1 0,-2-2 0,5-38 1,42 244 1104,-50-153-1121,1 0 0,0 0-1,1 0 1,1-1 0,18 26 0,-23-36 9,1-1 0,-1 1-1,1 0 1,0-1 0,0 0 0,0 0 0,0-1-1,1 1 1,0-1 0,-1-1 0,1 1-1,0-1 1,1 0 0,-1 0 0,0 0 0,0-1-1,1 0 1,11 0 0,-15-2 0,0 1-1,0-1 1,0 0 0,0 0 0,-1-1-1,1 1 1,0-1 0,-1 1 0,1-1-1,0 0 1,-1 0 0,0 0 0,0 0 0,1 0-1,-1-1 1,-1 1 0,1-1 0,0 1-1,0-1 1,-1 0 0,0 1 0,1-1-1,-1 0 1,0 0 0,1-6 0,4-10 9,-1-1 1,4-31-1,-4 4 12,-2-1 0,-2 1 0,-6-66 0,2 93-15,-1 0 0,0 1-1,-1-1 1,-11-26 0,12 36-7,0 1 0,-1 0 1,1-1-1,-2 2 0,0-1 1,0 0-1,0 1 1,-1 1-1,0-1 0,-13-10 1,20 18-60,-1-1 0,1 1 1,-1-1-1,1 1 0,-1-1 0,1 1 1,-1 0-1,0-1 0,1 1 1,-1 0-1,0-1 0,1 1 1,-1 0-1,0 0 0,0 0 0,1 0 1,-1-1-1,0 1 0,0 0 1,1 0-1,-1 1 0,0-1 0,1 0 1,-1 0-1,0 0 0,0 0 1,1 1-1,-1-1 0,0 0 1,1 0-1,-1 1 0,0-1 0,1 1 1,-1-1-1,1 0 0,-1 1 1,1-1-1,-1 1 0,1 0 0,-1-1 1,1 1-1,-1-1 0,1 1 1,0 0-1,-1-1 0,1 1 1,0 0-1,0-1 0,-1 1 0,1 0 1,0-1-1,0 1 0,0 0 1,0 0-1,0 1 0,-2 50-4741,2-43 3615,0 28-3877</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32.786"/>
    </inkml:context>
    <inkml:brush xml:id="br0">
      <inkml:brushProperty name="width" value="0.05" units="cm"/>
      <inkml:brushProperty name="height" value="0.05" units="cm"/>
      <inkml:brushProperty name="color" value="#E71224"/>
    </inkml:brush>
  </inkml:definitions>
  <inkml:trace contextRef="#ctx0" brushRef="#br0">4 1 12566,'0'0'10783,"0"10"-9657,-1 58 274,-1-33-1310,1 0-1,2 0 1,2 0 0,7 35 0,-6-61-2621,8-28-9753,-9-10 1559</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33.145"/>
    </inkml:context>
    <inkml:brush xml:id="br0">
      <inkml:brushProperty name="width" value="0.05" units="cm"/>
      <inkml:brushProperty name="height" value="0.05" units="cm"/>
      <inkml:brushProperty name="color" value="#E71224"/>
    </inkml:brush>
  </inkml:definitions>
  <inkml:trace contextRef="#ctx0" brushRef="#br0">44 40 12806,'0'0'6304,"29"11"-4423,-28-12-1782,0 0 1,0 0-1,0 0 1,0 0-1,-1-1 0,1 1 1,0 0-1,0 0 1,-1 0-1,1-1 0,-1 1 1,1 0-1,-1-1 1,1 1-1,-1 0 0,0-1 1,0 1-1,1-1 1,-1 1-1,0-2 0,0 2-50,0 0-1,0 1 1,0-1 0,0 0-1,0 0 1,0 1-1,0-1 1,0 0-1,0 0 1,0 0-1,0 1 1,-1-1-1,1 0 1,0 0-1,0 1 1,-1-1 0,1 0-1,-1 0 1,1 1-1,0-1 1,-1 0-1,1 1 1,-1-1-1,0 1 1,1-1-1,-1 1 1,1-1-1,-1 1 1,0-1 0,1 1-1,-1 0 1,0-1-1,-1 0 1,-1 1-139,1 1 0,-1-1 0,1 0 0,0 0 0,-1 1 0,1 0 0,0-1 0,-1 1 0,1 0 0,0 0 0,0 0 0,-1 0 0,1 1 0,0-1 0,0 1 0,0-1 0,1 1 0,-1 0 0,0-1 0,1 1 0,-1 0 0,1 0 0,-2 3 0,-1 2-864,1 0-1,0 0 0,1 1 1,0-1-1,0 1 1,-2 12-1,3 5-4127</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2:33.707"/>
    </inkml:context>
    <inkml:brush xml:id="br0">
      <inkml:brushProperty name="width" value="0.05" units="cm"/>
      <inkml:brushProperty name="height" value="0.05" units="cm"/>
      <inkml:brushProperty name="color" value="#E71224"/>
    </inkml:brush>
  </inkml:definitions>
  <inkml:trace contextRef="#ctx0" brushRef="#br0">40 34 13286,'0'0'10813,"-5"-6"-9853,-16-19-231,21 25-704,0 0-1,0 0 1,0 0 0,-1-1 0,1 1 0,0 0 0,0 0-1,0 0 1,0 0 0,0 0 0,0-1 0,-1 1 0,1 0-1,0 0 1,0 0 0,0 0 0,0 0 0,-1 0 0,1 0-1,0 0 1,0 0 0,0 0 0,-1 0 0,1 0 0,0-1-1,0 1 1,0 0 0,0 0 0,-1 0 0,1 1 0,0-1-1,0 0 1,0 0 0,-1 0 0,1 0 0,0 0-1,0 0 1,0 0 0,-1 0 0,1 0 0,0 0 0,0 0-1,0 1 1,-1-1 0,-2 12 300,1 16-209,2-26-9,0 56 348,-1 56 382,24 196 0,37 169-259,-54-413-568,1 17 49,20 87 1,-17-146 10,-3-37-566,-1-40-2269,-5 37 1268,1-42-8548,-2 29-1589</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3:50.112"/>
    </inkml:context>
    <inkml:brush xml:id="br0">
      <inkml:brushProperty name="width" value="0.05" units="cm"/>
      <inkml:brushProperty name="height" value="0.05" units="cm"/>
      <inkml:brushProperty name="color" value="#E71224"/>
    </inkml:brush>
  </inkml:definitions>
  <inkml:trace contextRef="#ctx0" brushRef="#br0">117 914 8964,'0'0'5435,"-3"2"-4995,-5 5-49,0 1 1,0 0 0,1 0-1,0 1 1,-9 14-1,-9 10 363,19-26-533,2-3-109,1-1 1,-1 1-1,1 0 1,0 0-1,1 0 0,-1 0 1,-3 9 1669,15-35-888,5 4-775,2 0 0,0 2-1,2 0 1,34-26 0,-4 4-41,65-52-8,4 5 0,4 5 0,3 5 0,181-79 0,-205 107-56,64-29 96,299-97 0,-450 170-121,29-9-21,0 1-1,1 2 1,0 3 0,62-3-1,-104 9 281,-39 0-48,-332-23 160,346 17-64,33-1 121,36-4 116,19 4-499,0 3 0,122 7 0,-184-3-34,1 0-1,0 0 1,-1 0 0,1 1 0,0-1 0,-1 1-1,1 0 1,-1-1 0,1 1 0,-1 0 0,1 0-1,-1 1 1,0-1 0,1 1 0,-1-1 0,0 1-1,0-1 1,0 1 0,0 0 0,0 0 0,0 0 0,-1 0-1,1 1 1,-1-1 0,0 0 0,1 1 0,-1-1-1,0 0 1,0 1 0,0 0 0,-1-1 0,1 1-1,-1-1 1,1 1 0,-1 0 0,0-1 0,0 1-1,0 0 1,0-1 0,-1 1 0,0 2 0,-1 4 0,0 0 1,-1 0 0,0 0 0,-1-1-1,1 1 1,-2-1 0,1 0 0,-1 0-1,0-1 1,-10 11 0,-35 30-851,38-38 196,-1 1 0,1 0 0,1 1 0,0 1-1,1 0 1,0 0 0,-14 27 0,22-24-3609</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3:52.643"/>
    </inkml:context>
    <inkml:brush xml:id="br0">
      <inkml:brushProperty name="width" value="0.05" units="cm"/>
      <inkml:brushProperty name="height" value="0.05" units="cm"/>
      <inkml:brushProperty name="color" value="#E71224"/>
    </inkml:brush>
  </inkml:definitions>
  <inkml:trace contextRef="#ctx0" brushRef="#br0">24 343 8900,'0'0'7689,"-4"-23"-5718,-15-74-476,19 93-1418,0 0 1,-1 0-1,1 0 1,0 0-1,1 0 1,-1 0-1,1 0 1,0 0-1,0 0 1,0 0-1,0 0 1,1 1-1,-1-1 1,1 0-1,0 1 1,0-1-1,1 1 1,-1 0-1,1 0 1,-1 0-1,1 0 1,0 0-1,5-3 1,1 0 22,0 0 1,1 1 0,0 0 0,0 0 0,0 1 0,11-3 0,-10 4-62,1 0 0,-1 0 0,1 1 0,0 0 0,-1 1 0,1 1 0,0 0 1,0 1-1,0 0 0,-1 0 0,1 1 0,0 1 0,-1 0 0,0 1 0,15 6 0,-19-6-25,1 0-1,-1 0 1,0 1-1,0 0 1,-1 1-1,1 0 1,-1 0-1,-1 0 1,1 0 0,-1 1-1,0 0 1,0 0-1,-1 0 1,0 1-1,-1 0 1,1-1-1,-1 1 1,-1 1-1,1-1 1,-2 0 0,3 16-1,-3-11-4,0 0 0,-1 0 1,0 0-1,-1 0 0,-3 19 0,2-26-4,1-1 1,-1 0-1,1 0 1,-1 0-1,-1 0 0,1 0 1,-1 0-1,0-1 1,0 1-1,0-1 1,-1 0-1,1 0 0,-1 0 1,0 0-1,-8 5 1,12-9 0,-1 1 0,0 0 0,1-1 0,-1 1 1,0 0-1,0-1 0,0 1 0,1-1 1,-1 1-1,0-1 0,0 0 0,0 1 1,0-1-1,0 0 0,0 0 0,0 1 1,0-1-1,0 0 0,0 0 0,0 0 1,0 0-1,0 0 0,0 0 0,0-1 1,0 1-1,0 0 0,0 0 0,0-1 1,0 1-1,1-1 0,-1 1 0,0-1 0,0 1 1,0-1-1,0 1 0,1-1 0,-1 0 1,0 1-1,1-1 0,-1 0 0,0 0 1,1 0-1,-1 1 0,1-1 0,-1 0 1,1 0-1,0 0 0,-1 0 0,0-2 1,-1-5 13,1 0 0,-1 0 1,1 0-1,0-14 0,1 18-12,-1-5-13,1 0 1,0-1-1,0 1 0,1 0 1,0 0-1,0 0 0,1 0 1,0 0-1,1 0 0,0 1 1,0-1-1,1 1 0,0 0 1,0 0-1,1 0 0,0 0 1,0 1-1,1 0 0,0 0 1,1 0-1,-1 1 0,1 0 1,14-9-1,-11 8-23,1 2-1,-1-1 1,1 1 0,0 1-1,0 0 1,0 1 0,0 0-1,1 0 1,18-1 0,11 2-524,58 3 1,-35 1 56,-31-1 303,37 0-262,-66-1 436,0-1 1,0 1 0,0-1-1,0 0 1,-1 0 0,1 0 0,0 0-1,0-1 1,-1 1 0,1-1 0,-1 0-1,1 0 1,4-4 0,-6 3 74,-1 0 0,1 0 0,-1 1 0,1-1-1,-1 0 1,0 0 0,0 0 0,-1 0 0,1-1 0,-1 1 0,1 0 0,-1 0 0,0 0 0,0 0 0,0 0 0,-1-4 0,0-5 189,1 11-211,0 1 1,-1-1 0,1 0 0,-1 1 0,1-1 0,-1 0 0,1 1 0,-1-1 0,1 0-1,-1 1 1,0-1 0,1 1 0,-1 0 0,0-1 0,1 1 0,-1-1 0,0 1 0,0 0-1,1-1 1,-1 1 0,0 0 0,0 0 0,1 0 0,-1 0 0,0 0 0,0 0-1,0 0 1,0 0 0,1 0 0,-2 0 0,-28 4 204,26-2-236,0 0 0,0 1 0,1-1 0,-1 1 0,1 0 0,0 0-1,0 1 1,0-1 0,0 0 0,1 1 0,-1 0 0,1 0 0,0-1 0,0 1-1,1 1 1,-1-1 0,1 0 0,-1 0 0,1 0 0,1 1 0,-1 5 0,-2 10 9,1 0 0,2 0 1,1 27-1,0-42-14,-1-1 0,1 1 0,0-1 0,0 0 0,0 1 0,0-1 0,1 0 0,0 0 0,0 0 1,0 0-1,0 0 0,1 0 0,-1-1 0,1 1 0,0-1 0,4 4 0,-1-2-3,0-1 1,0 0-1,0 0 1,1-1-1,-1 1 0,1-2 1,0 1-1,0-1 1,8 2-1,13 1-7,0-2-1,0-1 1,0-1-1,29-3 1,-54 2 11,9-1-9,-1 0 1,1-1-1,-1-1 1,0 0-1,1 0 1,-1-1 0,0 0-1,-1-1 1,1 0-1,-1-1 1,0 0-1,14-13 1,-17 14 14,-1-1 0,0 1 0,0-1 0,-1-1 0,1 1 0,-1-1 0,-1 0 0,1 0 0,-1-1 0,-1 1 1,1-1-1,-1 0 0,-1 1 0,1-2 0,-1 1 0,-1 0 0,0 0 0,1-11 0,-2 18-3,0-1-1,-1 1 1,1 0 0,0-1-1,-1 1 1,1-1 0,-1 1 0,0 0-1,1-1 1,-1 1 0,0 0 0,0 0-1,0 0 1,0 0 0,0-1-1,0 1 1,0 0 0,0 1 0,0-1-1,0 0 1,-1 0 0,1 0-1,0 1 1,0-1 0,-1 1 0,1-1-1,-1 1 1,1-1 0,0 1-1,-1 0 1,1 0 0,-1-1 0,1 1-1,-1 0 1,1 1 0,-1-1-1,1 0 1,-1 0 0,1 0 0,-2 1-1,-4 0 0,1 0 1,0 0-1,-1 1 0,1 0 0,0 0 0,-1 0 0,1 1 0,-6 4 1,6-4-8,1 1 1,0 0 0,0 0-1,1 0 1,-1 1 0,1 0 0,0-1-1,0 1 1,1 1 0,0-1-1,-1 1 1,2-1 0,-1 1 0,1 0-1,0 0 1,0 0 0,0 0-1,1 0 1,0 0 0,0 1 0,1-1-1,0 11 1,0-16 1,1 0-1,0 0 1,-1 0 0,1 0 0,0 0-1,0 0 1,0 0 0,0 0 0,-1 0-1,1 0 1,1 0 0,-1 0-1,0-1 1,0 1 0,0-1 0,0 1-1,0-1 1,1 1 0,-1-1 0,0 1-1,0-1 1,1 0 0,-1 0 0,0 0-1,1 0 1,-1 0 0,0 0-1,0 0 1,3 0 0,42-4-83,-12-17 135,-32 18-44,1 1 0,-1-1 0,1 1 0,0 0 0,0 0 0,0 1 0,0-1 0,0 1 0,0-1 0,1 1 0,5-2 0,-8 4-7,-1-1 0,1 1 0,-1-1 0,1 1 0,-1-1-1,1 1 1,-1-1 0,1 1 0,-1 0 0,0-1 0,1 1 0,-1-1-1,0 1 1,1 0 0,-1-1 0,0 1 0,0 0 0,0 0 0,0-1-1,0 1 1,1 1 0,-1 1-4,14 61 193,-3-1 0,2 85 1,-7 132 984,-5-202-762,-3 92 439,2-167-834,0 0-1,-1 0 0,0 0 0,1 0 1,-1 0-1,0 0 0,-1 0 0,1 0 1,0-1-1,-1 1 0,1 0 1,-1-1-1,0 1 0,0-1 0,0 0 1,0 0-1,0 1 0,-1-1 1,1-1-1,-1 1 0,1 0 0,-1 0 1,0-1-1,0 0 0,1 1 0,-1-1 1,0 0-1,0-1 0,0 1 1,0 0-1,0-1 0,0 0 0,-1 1 1,1-1-1,0-1 0,-5 0 1,-1 1-9,-1-1 0,1 0 0,1-1 0,-1 0 1,0 0-1,0-1 0,1 0 0,-1-1 1,1 0-1,0 0 0,-11-8 0,9 4-4,1-1 0,0 1-1,0-1 1,1-1 0,0 0 0,1 0 0,0 0-1,1-1 1,0 0 0,1 0 0,-5-15-1,8 19-5,0 0-1,0 0 1,1-1-1,0 1 1,0-1-1,1 1 0,0 0 1,1-1-1,-1 1 1,1-1-1,1 1 1,-1 0-1,1 0 0,1 0 1,-1 0-1,1 0 1,0 0-1,1 1 1,0-1-1,5-6 0,212-239-285,-142 167 63,-33 35 130,68-70-81,-114 120 177,0 0 0,0 0 1,1 0-1,-1-1 0,0 1 0,0 0 0,1 0 0,-1 0 1,0 0-1,0 0 0,1-1 0,-1 1 0,0 0 0,1 0 0,-1 0 1,0 0-1,1 0 0,-1 0 0,0 0 0,1 0 0,-1 0 1,0 0-1,1 0 0,-1 0 0,0 1 0,0-1 0,1 0 0,-1 0 1,0 0-1,1 0 0,-1 0 0,0 1 0,0-1 0,1 0 1,-1 0-1,0 0 0,1 1 0,8 15-74,6 31-70,-12-36 133,0 1 21,23 68-34,-23-74 15,-1 0-1,1 0 1,0 0-1,0-1 1,1 1-1,0-1 1,0 0 0,0 0-1,1 0 1,5 5-1,-8-9 0,0 0 0,0 0 0,0 0 0,0 0 1,0 0-1,0-1 0,0 1 0,0 0 0,1-1 0,-1 0 0,0 1 0,0-1 0,1 0 0,-1 0 0,0-1 0,0 1 0,0 0 0,1-1 0,-1 1 0,0-1 0,0 1 0,0-1 0,0 0 0,0 0 1,0 0-1,0 0 0,0-1 0,-1 1 0,1 0 0,0-1 0,-1 1 0,4-4 0,3-5 30,1 0 1,-1-1-1,-1 1 1,8-15-1,-10 17-30,5-11 39,-8 14-17,0 0-1,1 0 0,0 0 1,0 1-1,0-1 0,0 1 1,1 0-1,-1 0 0,1 0 1,5-4-1,-1 30-31,-6-14 28,0 0 1,0 1-1,0-1 1,1 0-1,0 0 1,1-1-1,0 1 1,0-1-1,9 12 1,-10-16-11,0 1-1,1-1 1,0 0 0,0 0 0,0 0-1,0-1 1,0 1 0,1-1 0,-1 0-1,0 0 1,1-1 0,0 1-1,-1-1 1,1 0 0,0 0 0,0-1-1,0 0 1,7 0 0,-1 0 9,0-1 0,-1-1 0,1 0 0,0-1 0,-1 1 0,0-2 0,0 0 0,0 0 0,0-1-1,-1 0 1,1 0 0,-1-1 0,-1-1 0,1 1 0,-1-2 0,0 1 0,-1-1 0,0 0 0,0 0 0,0-1 0,-1 0 0,5-11 0,1-2 29,0 0 0,-2-2 0,-1 1-1,0-1 1,-2 0 0,-1-1 0,-1 1 0,3-38 0,-6-40 680,-3 102-701,1-1 1,0 0 0,0 0-1,0 1 1,-1-1 0,1 0-1,0 1 1,-1-1 0,1 1-1,0-1 1,-1 0 0,1 1-1,-1-1 1,1 1 0,-1-1-1,1 1 1,-1-1 0,0 1-1,1 0 1,-1-1 0,0 1-1,1 0 1,-1-1 0,0 1-1,1 0 1,-1 0 0,0-1-1,1 1 1,-1 0-1,0 0 1,0 0 0,1 0-1,-1 0 1,0 0 0,0 0-1,1 0 1,-1 1 0,0-1-1,1 0 1,-1 0 0,0 0-1,1 1 1,-1-1 0,0 0-1,0 1 1,-3 0-2,1 1 1,-1-1-1,1 0 1,-1 1-1,1 0 1,0 0-1,0 0 0,-6 5 1,1 3-10,1 0 0,1 0 1,-1 1-1,2 0 0,-1 0 1,2 1-1,-1-1 0,2 1 0,-1 0 1,2 0-1,-3 17 0,2-2-8,1 0-1,1 0 1,2 1 0,4 32-1,-3-50-17,0-1 1,1 1-1,0-1 0,0 0 0,1 0 1,0 0-1,0 0 0,1-1 0,1 1 1,-1-1-1,1 0 0,1-1 0,-1 0 1,1 0-1,0 0 0,1-1 0,0 0 1,0 0-1,0-1 0,1 0 0,17 7 1,-7-4-29,2-1 0,-1 0 0,1-2 0,-1-1 1,1 0-1,1-2 0,-1 0 0,0-1 0,24-2 1,-38 0 46,1 0 0,-1-1 0,0 0 0,0 0 1,0 0-1,0-1 0,-1 0 0,1 0 1,-1-1-1,1 0 0,-1 0 0,0 0 0,-1-1 1,1 0-1,-1 0 0,0 0 0,0-1 0,-1 1 1,1-1-1,-1 0 0,0-1 0,3-7 0,0-1 7,-1-1 0,0 1 0,-1-1 0,-1 0 0,0 0 0,-1-1 0,-1 1-1,0-28 1,-1 42-2,-1 1 1,0-1-1,0 1 0,0-1 0,-1 1 0,1 0 0,0-1 0,0 1 0,-1-1 1,1 1-1,-1 0 0,1-1 0,-1 1 0,0 0 0,1 0 0,-1-1 0,0 1 1,0 0-1,0 0 0,0 0 0,0 0 0,0 0 0,0 0 0,0 0 0,0 0 1,-1 1-1,0-2 0,-1 1 4,-1 1 0,1-1 0,0 1 0,0-1-1,0 1 1,0 0 0,0 0 0,0 0 0,0 1 0,-1-1 0,1 1 0,-3 1 0,-3 0 8,1 1 0,-1 1 0,1-1 1,-1 1-1,1 1 0,0-1 0,1 1 0,-8 7 0,8-4-13,0 0 0,1 1 0,0 0 0,0 0-1,1 0 1,0 1 0,1 0 0,0-1 0,1 2-1,0-1 1,0 0 0,1 1 0,1-1-1,-1 1 1,2-1 0,0 18 0,1-27-11,-1 0 0,1 0 1,-1-1-1,1 1 1,0 0-1,-1 0 0,1-1 1,0 1-1,0-1 0,-1 1 1,1-1-1,0 1 0,0-1 1,0 1-1,0-1 0,0 0 1,0 1-1,0-1 0,0 0 1,-1 0-1,1 0 1,0 0-1,0 0 0,0 0 1,0 0-1,0 0 0,0 0 1,0 0-1,0 0 0,0-1 1,0 1-1,0 0 0,1-1 1,36-10 9,-14-8 69,-21 16-78,-1 0 1,1 1-1,0 0 1,0-1-1,0 1 1,0 0-1,0 0 1,0 1-1,0-1 1,1 1-1,-1-1 0,1 1 1,-1 0-1,7-1 1,-9 7 1,1-1 0,-1 1-1,0 0 1,0 0 0,-1 0 0,1-1 0,-1 1 0,0 0-1,-1 9 1,0-8 7,1-5 1,0-1-1,0 1 1,0-1-1,0 1 1,1-1 0,-1 1-1,0 0 1,0-1 0,0 1-1,0-1 1,1 1 0,-1-1-1,0 1 1,0-1 0,1 1-1,-1-1 1,0 0-1,1 1 1,-1-1 0,1 1-1,-1-1 1,0 0 0,1 1-1,-1-1 1,1 0 0,-1 1-1,1-1 1,-1 0 0,1 0-1,-1 0 1,1 1-1,-1-1 1,1 0 0,0 0-1,-1 0 1,1 0 0,-1 0-1,1 0 1,-1 0 0,1 0-1,-1 0 1,1 0 0,-1 0-1,1-1 1,0 1-1,-1 0 1,1 0 0,-1 0-1,1-1 1,-1 1 0,1-1-1,29-16 42,-7-3-46,0 2 1,38-23 0,-53 36 13,1 0-1,0 1 1,1 0 0,-1 1-1,1 0 1,0 0 0,0 1 0,0 0-1,0 1 1,0 0 0,13 1-1,-20 0-11,0 1 0,0-1-1,0 1 1,0 0-1,0 0 1,0 0-1,0 1 1,0-1 0,0 1-1,-1-1 1,1 1-1,-1 0 1,1 0 0,-1 0-1,0 1 1,1-1-1,-1 0 1,0 1 0,-1-1-1,1 1 1,0 0-1,-1 0 1,0 0 0,1 0-1,-1 0 1,0 0-1,1 4 1,1 8 12,0-1 0,-1 0 1,-1 1-1,1 22 0,-2-37-8,-1 0 0,1 0 0,0 0 0,0 0-1,0-1 1,0 1 0,0 0 0,0 0 0,0 0-1,0 0 1,0 0 0,0 0 0,0 0 0,0 0 0,-1-1-1,1 1 1,0 0 0,0 0 0,0 0 0,0 0-1,0 0 1,0 0 0,0 0 0,-1 0 0,1 0-1,0 0 1,0 0 0,0 0 0,0 0 0,0 0 0,-1 0-1,1 0 1,0 0 0,0 0 0,0 0 0,0 0-1,0 0 1,0 0 0,-1 0 0,1 0 0,0 0 0,0 0-1,0 0 1,0 0 0,0 0 0,0 0 0,0 1-1,-1-1 1,1 0 0,0 0 0,0 0 0,0 0-1,0 0 1,0 0 0,0 0 0,0 0 0,0 1 0,0-1-1,0 0 1,0 0 0,0 0 0,0 0 0,0 0-1,0 0 1,0 1 0,0-1 0,0 0 0,0 0-1,-7-14 32,7 5-25,0 0 1,1 0 0,0 0-1,0 0 1,1 1 0,1-1-1,-1 0 1,1 1 0,1-1-1,-1 1 1,1 0 0,1 0-1,0 0 1,0 1 0,0 0-1,12-13 1,-11 15-3,0-1 1,0 1-1,0 0 1,0 0-1,1 1 0,0 0 1,0 0-1,0 1 0,1-1 1,-1 1-1,1 1 1,-1 0-1,1 0 0,0 0 1,0 1-1,0 0 0,0 1 1,0 0-1,15 2 1,-18-1-3,0 0 0,0 1 0,-1 0 1,1 0-1,0 1 0,-1-1 0,0 1 1,1 0-1,-1 0 0,0 1 0,-1-1 1,1 1-1,0-1 0,-1 1 1,0 1-1,0-1 0,0 0 0,-1 1 1,1-1-1,-1 1 0,0 0 0,-1-1 1,1 1-1,1 6 0,2 9 14,-1 0 1,0 0-1,-2 1 0,1 34 0,-3-53-87,0 0 0,0-1 1,0 1-1,0 0 0,0 0 0,0-1 0,0 1 0,-1 0 1,1 0-1,-1-1 0,1 1 0,-1-1 0,0 1 1,0-1-1,0 1 0,0-1 0,0 1 0,0-1 1,0 1-1,0-1 0,0 0 0,-1 0 0,1 0 1,0 0-1,-1 0 0,1 0 0,-1 0 0,-1 1 1,-3-1-1074,0 1 0,0-1 1,0-1-1,0 1 0,-1-1 0,-9 0 1,3 0-2019,-8 0-8222</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3:52.987"/>
    </inkml:context>
    <inkml:brush xml:id="br0">
      <inkml:brushProperty name="width" value="0.05" units="cm"/>
      <inkml:brushProperty name="height" value="0.05" units="cm"/>
      <inkml:brushProperty name="color" value="#E71224"/>
    </inkml:brush>
  </inkml:definitions>
  <inkml:trace contextRef="#ctx0" brushRef="#br0">0 42 6419,'0'0'14535,"42"-42"-16072,-32 65-1472,-2 3-4083</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3:54.738"/>
    </inkml:context>
    <inkml:brush xml:id="br0">
      <inkml:brushProperty name="width" value="0.05" units="cm"/>
      <inkml:brushProperty name="height" value="0.05" units="cm"/>
      <inkml:brushProperty name="color" value="#E71224"/>
    </inkml:brush>
  </inkml:definitions>
  <inkml:trace contextRef="#ctx0" brushRef="#br0">102 413 16327,'0'0'4349,"19"-21"-3079,66-64-486,-81 82-729,0-1-1,0 1 0,1 0 0,-1 1 0,1-1 0,0 1 0,0-1 0,0 2 1,0-1-1,0 0 0,0 1 0,1 0 0,-1 0 0,0 1 0,1 0 1,-1-1-1,1 2 0,-1-1 0,0 1 0,1 0 0,-1 0 0,0 0 1,6 3-1,-8-3-29,1 0-1,-1 0 1,0 1 0,1 0 0,-1-1 0,0 1 0,0 1 0,-1-1-1,1 0 1,0 1 0,-1-1 0,1 1 0,-1 0 0,0 0 0,3 4 0,-1 0 7,0 1 1,-1-1-1,0 1 1,-1 0-1,0 0 1,3 13-1,-3 0 11,0 0-1,-2 0 1,0 0-1,-5 33 0,-15 32-8,14-67-36,1 1 0,0-1 1,-2 39-1,6-47-1,1 0 0,0 0 0,0 0 0,1 0-1,1 0 1,0 0 0,0 0 0,1-1 0,1 1 0,0-1 0,9 19 0,-5-17 27,-1 1 0,0 0 0,-1 0 0,-1 1 0,0 0 0,4 25 0,-8-35 10,-1 0 0,1 0 0,-1-1 0,0 1 0,-1 0 0,1 0 0,-1 0 0,1 0 1,-1 0-1,0-1 0,0 1 0,-1 0 0,1-1 0,-1 1 0,0-1 0,0 1 0,0-1 0,0 0 0,-1 0 0,1 0 0,-1 0 0,0 0 0,0-1 0,0 1 0,0-1 0,0 0 0,-1 0 0,1 0 1,-7 3-1,-15 3-3,1-1 0,-1-1 0,0 0 0,0-3 1,0 0-1,-1-1 0,-47-3 0,47 1-27,21 0-14,0 0-1,0 0 0,0-1 1,0 1-1,0-1 1,1 0-1,-1 0 1,0-1-1,1 0 1,-1 1-1,1-1 1,-1-1-1,1 1 1,-7-6-1,8 5-7,0 0-1,0 0 1,1-1 0,0 1-1,-1-1 1,1 1 0,1-1-1,-1 0 1,0 0 0,1 0-1,0 0 1,0 0 0,0 0-1,0 0 1,1 0 0,0-1-1,0-6 1,1 1-80,0 1 1,0-1 0,1 1-1,1 0 1,0 0-1,0 0 1,0 0 0,1 0-1,1 1 1,-1-1-1,1 1 1,1 0 0,0 1-1,0-1 1,0 1-1,13-11 1,12-8-256,1 1 0,57-34 1,-73 49 265,89-56-202,20-10 399,125-103-1,-249 179-52,1-1-1,-1 0 1,0 1-1,0-1 1,0 0-1,0 0 0,0 0 1,0 1-1,0-1 1,0 0-1,-1 0 1,1 0-1,0 0 1,0-1-1,-1 1 1,1 0-1,-1 0 1,1 0-1,-1-1 1,1 1-1,-1 0 1,0 0-1,0-1 1,0 1-1,1 0 0,-1-1 1,0 1-1,-1 0 1,1 0-1,0-2 1,-2 1-34,1 0 1,-1 1-1,0 0 1,1-1-1,-1 1 1,0 0-1,0 0 1,0 0-1,0 0 1,0 0-1,0 1 1,0-1-1,0 0 1,0 1-1,-5-1 1,-4 0-19,0-1 1,0 2 0,0 0-1,-1 0 1,1 1 0,-14 2-1,21 0 8,-1-1-1,1 1 1,0-1-1,0 1 0,0 0 1,1 1-1,-1-1 1,1 1-1,0-1 0,0 1 1,0 0-1,0 0 1,0 0-1,1 1 0,0-1 1,0 1-1,0-1 0,1 1 1,-2 8-1,0-4-16,1 0 0,0 0 0,1 0 0,0 0 0,1 1 0,0-1 0,0 0 1,1 0-1,3 17 0,-2-23 2,-1-1 1,0 1-1,1-1 0,0 0 1,-1 1-1,1-1 1,0 0-1,0 0 1,0 0-1,1 0 1,-1-1-1,0 1 1,1 0-1,-1-1 1,1 0-1,-1 0 1,1 1-1,0-1 1,-1-1-1,1 1 0,0 0 1,0-1-1,0 1 1,0-1-1,-1 0 1,1 0-1,4-1 1,-3 2 6,1-1 0,-1-1 0,0 1 1,0-1-1,0 1 0,1-1 0,-1 0 0,0-1 0,0 1 1,0-1-1,-1 1 0,1-1 0,0 0 0,0-1 1,-1 1-1,0-1 0,6-4 0,-2-5 17,0 0 0,-1-1 0,7-17-1,9-18 44,-16 92 125,-5-33-184,0-1 1,1 1 0,0-1-1,1 0 1,0 0-1,0 0 1,1 0 0,1-1-1,5 10 1,-7-15-3,0 0 0,0 0 0,1-1-1,0 1 1,-1-1 0,1 0 0,0 0 0,0 0 0,0-1 0,1 0 0,-1 1 0,1-1 0,-1-1 0,1 1-1,0-1 1,0 0 0,-1 0 0,1 0 0,0-1 0,0 1 0,7-1 0,-4 0 2,0 1 1,0-2-1,0 1 0,-1-1 1,1 0-1,0 0 1,0-1-1,-1 0 0,1-1 1,-1 1-1,0-1 1,0-1-1,0 1 0,0-1 1,0-1-1,-1 1 1,0-1-1,0 0 0,11-12 1,-3 1 4,-1 0 0,0-1 0,-2 0 0,1-1 0,-2-1 0,-1 0 0,0 0 0,-1-1 0,-1 0 0,-1 0 0,6-38 0,-4-11 167,-2 0 0,-3-83 0,-4 116-17,-2 17 435,-6 16 170,7 4-722,0 0 0,0 0 0,0 1 0,0-1 0,0 1 0,0-1 0,0 1 0,1 0 0,-1-1 0,1 1 0,-1 0 0,-1 3 0,-9 16-12,1 0 1,1 1-1,0 0 0,2 1 0,1-1 0,0 2 1,2-1-1,-4 35 0,-2 198 187,11-228-216,0-11-73,1-1-1,0 0 1,1 1-1,0-1 1,2 0-1,0 0 1,0 0-1,8 16 0,-9-27 48,-1 0-1,1-1 1,0 1-1,0-1 1,0 1-1,0-1 1,1 0-1,0-1 0,0 1 1,0 0-1,0-1 1,1 0-1,-1 0 1,1-1-1,0 1 1,-1-1-1,1 0 1,0 0-1,0 0 0,1-1 1,-1 0-1,0 0 1,1 0-1,-1-1 1,0 1-1,1-1 1,-1-1-1,8 0 0,-7-1 19,1 0-1,0 0 0,-1 0 0,0-1 1,1 0-1,-1 0 0,0-1 0,-1 0 1,1 0-1,-1 0 0,1-1 0,-1 1 0,-1-1 1,1-1-1,-1 1 0,0-1 0,5-7 1,8-14 0,-2 0 1,17-40-1,-22 42-35,8-15 563,-18 40-520,0 0 1,0 0-1,0 0 0,0 0 1,1 0-1,-1 0 1,0 0-1,0 0 1,0-1-1,0 1 1,0 0-1,0 0 1,0 0-1,1 0 0,-1 0 1,0 0-1,0 0 1,0 0-1,0 0 1,0 0-1,0 0 1,1 0-1,-1 0 1,0 0-1,0 0 0,0 0 1,0 0-1,0 0 1,0 0-1,1 0 1,-1 0-1,0 0 1,0 1-1,0-1 1,0 0-1,0 0 0,0 0 1,0 0-1,1 0 1,-1 0-1,0 0 1,0 0-1,0 0 1,0 1-1,0-1 1,0 0-1,0 0 0,0 0 1,0 0-1,0 0 1,0 0-1,0 0 1,0 1-1,0-1 1,0 0-1,0 0 1,0 0-1,0 0 0,0 0 1,0 1-1,0-1 1,0 0-1,0 0 1,0 0-1,0 0 1,0 0-1,0 1 1,0 29-4,-2-8 4,1-14 7,0-1 0,0 1 0,1 0 0,-1-1 0,2 1 0,-1 0 1,1-1-1,3 12 0,-2-18-16,-1 1 1,1-1-1,0 1 0,0-1 1,0 0-1,1 0 1,-1 0-1,0 0 1,0 0-1,0 0 0,1-1 1,-1 1-1,0-1 1,1 1-1,-1-1 1,1 0-1,-1 0 0,0 0 1,1 0-1,-1 0 1,3-1-1,54-11-6,-45 6 18,0-1 0,0-1 0,23-18 0,-31 23 1,-1-1 0,0-1 0,0 1 0,-1-1 0,1 1 1,-1-1-1,0-1 0,0 1 0,-1-1 0,1 1 0,-1-1 0,2-6 0,-10 24 106,-1 1-109,0 1 0,1-1 0,1 1 0,-5 28 0,8-29-17,1-7 6,-1 0 0,1-1 0,0 1 0,0 0 0,1 0 0,2 11 0,-2-15 3,0-1 1,-1 1 0,1-1-1,0 0 1,0 1 0,0-1-1,0 0 1,1 1-1,-1-1 1,0 0 0,0 0-1,1 0 1,-1 0 0,0 0-1,1 0 1,-1-1 0,1 1-1,0 0 1,-1-1-1,1 1 1,-1-1 0,1 0-1,0 1 1,-1-1 0,1 0-1,0 0 1,-1 0-1,4 0 1,-4-1 2,1 1 0,-1-1 0,0 1 0,0-1 0,0 0 0,1 1-1,-1-1 1,0 0 0,0 0 0,0 0 0,0 0 0,0 0 0,0 0 0,-1 0 0,1 0-1,0 0 1,-1 0 0,1-1 0,0 1 0,-1 0 0,1 0 0,-1-1 0,0 1 0,1 0-1,-1 0 1,0-1 0,0 1 0,0 0 0,0-1 0,0-1 0,1-52-20,-1 44 14,-1-12 6,1 11-4,0 0 0,0 0 0,1 1 0,4-24 0,-4 33 5,-1-1 0,1 1-1,0-1 1,0 1 0,0 0-1,1-1 1,-1 1 0,0 0 0,1 0-1,0 0 1,-1 0 0,1 0-1,0 0 1,0 0 0,0 1-1,0-1 1,0 1 0,1-1 0,-1 1-1,0 0 1,1 0 0,-1 0-1,0 0 1,1 1 0,-1-1-1,1 0 1,4 1 0,-1-1-14,1 0 0,-1 1 0,0-1 1,1 2-1,-1-1 0,1 1 0,-1 0 1,0 0-1,9 3 0,-11-2 13,0 0 0,0 1-1,0-1 1,-1 1 0,1 0 0,-1 0 0,1 0-1,-1 1 1,0-1 0,0 1 0,0 0 0,-1-1-1,4 7 1,-4-5 3,6 9 4,1 0 1,0 0-1,1-1 1,14 16-1,-24-29-2,1 0 0,-1 0 0,1 1-1,0-1 1,-1 0 0,1 0 0,0 0 0,0 0 0,-1 0 0,1 0-1,0 0 1,-1 0 0,1 0 0,0 0 0,-1 0 0,1 0-1,0-1 1,-1 1 0,1 0 0,0-1 0,-1 1 0,1 0 0,-1-1-1,1 1 1,0 0 0,-1-1 0,1 1 0,-1-1 0,1 1 0,-1-1-1,0 1 1,1-1 0,-1 0 0,1 0 0,18-26 57,-15 22-43,13-21 54,22-31 46,-36 53-96,0 1-1,0-1 1,0 1 0,0 0-1,1 0 1,0 0 0,-1 1-1,1-1 1,0 1 0,0 0-1,7-3 1,-9 5-17,0 0 0,0 0 0,0 0-1,0 0 1,0 0 0,0 0 0,-1 0 0,1 1-1,0-1 1,0 1 0,0-1 0,0 1 0,-1 0 0,1 0-1,0 0 1,-1 0 0,1 0 0,-1 0 0,1 0 0,-1 0-1,1 1 1,1 2 0,30 40 90,-17-19-72,12 6-27,-18-21-33,-1-1 0,0 2 1,-1 0-1,0 0 0,0 0 1,-1 1-1,7 16 0,-14-28-45,-1 0-1,1 1 0,0-1 1,0 1-1,0-1 0,0 0 1,0 1-1,-1-1 1,1 0-1,0 0 0,0 1 1,0-1-1,-1 0 0,1 1 1,0-1-1,-1 0 0,1 0 1,0 0-1,0 1 0,-1-1 1,1 0-1,0 0 0,-1 0 1,1 0-1,-1 1 0,1-1 1,0 0-1,-1 0 1,1 0-1,0 0 0,-1 0 1,1 0-1,0 0 0,-1 0 1,1 0-1,-1 0 0,1 0 1,0-1-1,-1 1 0,0 0 1,-18-2-1587,5-1 437,1-2 0,0 1 0,0-1 0,1-1 0,-1-1 0,-14-9 0,10 6-530,-41-26-5656</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3:55.089"/>
    </inkml:context>
    <inkml:brush xml:id="br0">
      <inkml:brushProperty name="width" value="0.05" units="cm"/>
      <inkml:brushProperty name="height" value="0.05" units="cm"/>
      <inkml:brushProperty name="color" value="#E71224"/>
    </inkml:brush>
  </inkml:definitions>
  <inkml:trace contextRef="#ctx0" brushRef="#br0">39 108 17144,'0'0'6371,"-10"-107"-6659,-19 130-12726</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3:55.433"/>
    </inkml:context>
    <inkml:brush xml:id="br0">
      <inkml:brushProperty name="width" value="0.05" units="cm"/>
      <inkml:brushProperty name="height" value="0.05" units="cm"/>
      <inkml:brushProperty name="color" value="#E71224"/>
    </inkml:brush>
  </inkml:definitions>
  <inkml:trace contextRef="#ctx0" brushRef="#br0">0 61 12470,'0'0'14230,"138"19"-13878,-50-26-272,0-7-80,-5 2-352,-6 0-448,-9 1-1297,-14 2-1489,-18-5-2256</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3:56.776"/>
    </inkml:context>
    <inkml:brush xml:id="br0">
      <inkml:brushProperty name="width" value="0.05" units="cm"/>
      <inkml:brushProperty name="height" value="0.05" units="cm"/>
      <inkml:brushProperty name="color" value="#E71224"/>
    </inkml:brush>
  </inkml:definitions>
  <inkml:trace contextRef="#ctx0" brushRef="#br0">89 123 14231,'0'0'8820,"0"-5"-8234,0 277 1896,0 523-916,-1-808-1395,-1 0 0,0 1 0,0-1 0,-2 1 0,-4-14 0,-4-16-53,-10-66-51,6-1 0,4-1-1,5-1 1,8-127 0,0 207-86,2-1 1,1 1 0,1 0-1,14-45 1,-15 64-1,0 1 0,0-1 0,1 1 0,0 1 0,1-1 0,1 1 0,-1 0 0,2 0 0,-1 1 0,1 0 0,1 0 0,0 1 0,0 0 0,19-13 1,-25 19 9,1 0 1,-1 0 0,0 0-1,1 1 1,-1 0 0,0-1 0,1 1-1,0 0 1,-1 1 0,1-1 0,0 0-1,-1 1 1,1 0 0,0 0 0,-1 0-1,1 1 1,0-1 0,3 2 0,-4-1 6,0 0 1,0 1-1,-1 0 1,1 0-1,-1-1 1,1 2-1,-1-1 1,0 0-1,0 0 1,0 1-1,0-1 1,0 1-1,0-1 1,-1 1-1,1 0 1,1 5 0,2 8 12,0 0 1,-2 0-1,0 1 1,-1-1-1,0 1 1,-2 23-1,0-21-5,-2 1-1,-1-1 1,0 1 0,-1-1-1,-1 0 1,-1 0-1,-1-1 1,0 0 0,-1 0-1,-14 22 1,-8 5-396,-2 0 1,-55 59-1,104-111-6493,16-8 4789,100-52-9258,-87 46 4103</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3:59.260"/>
    </inkml:context>
    <inkml:brush xml:id="br0">
      <inkml:brushProperty name="width" value="0.05" units="cm"/>
      <inkml:brushProperty name="height" value="0.05" units="cm"/>
      <inkml:brushProperty name="color" value="#E71224"/>
    </inkml:brush>
  </inkml:definitions>
  <inkml:trace contextRef="#ctx0" brushRef="#br0">138 515 7780,'0'0'8753,"9"-21"-6870,29-69-397,-36 88-1317,-1-1-1,0 1 0,0 0 0,0-1 1,-1 1-1,1-1 0,-1 1 0,1-1 0,-1 1 1,0-1-1,0 1 0,0-1 0,0 1 1,0-1-1,-1 1 0,0-5 0,0 6-120,1 1 0,-1-1 0,0 1-1,1-1 1,-1 0 0,0 1 0,0-1 0,1 1-1,-1-1 1,0 1 0,0 0 0,0-1 0,0 1-1,0 0 1,0 0 0,1-1 0,-1 1 0,0 0-1,0 0 1,0 0 0,0 0 0,0 0 0,0 0-1,0 1 1,0-1 0,0 0 0,-1 1-1,-5 1 62,1 0-1,-1 1 0,1 0 0,-1 0 0,1 0 0,-11 9 0,6-2-106,1 0 0,0 1 0,1 1 0,1 0 0,-1 0 0,2 0 0,0 1 0,0 0 0,1 1 0,1 0 1,0-1-1,1 2 0,1-1 0,0 0 0,0 1 0,2-1 0,0 21 0,1-34-5,0-1 0,1 1 0,-1-1-1,0 1 1,1-1 0,-1 1 0,1-1 0,-1 1 0,1-1 0,-1 0-1,1 1 1,-1-1 0,1 0 0,0 1 0,-1-1 0,1 0 0,-1 0-1,1 1 1,0-1 0,-1 0 0,1 0 0,0 0 0,-1 0 0,1 0-1,0 0 1,-1 0 0,1 0 0,0 0 0,-1 0 0,1 0 0,0-1-1,-1 1 1,1 0 0,-1 0 0,1-1 0,0 1 0,-1 0 0,2-1-1,27-12 20,27-38 75,-45 39-91,0 1 0,1 0 0,23-16 0,-34 26-2,0 1 0,0-1 0,0 0 0,0 1 0,0-1 0,0 1 0,0-1-1,0 1 1,0-1 0,0 1 0,0 0 0,0 0 0,0-1 0,0 1 0,0 0 0,0 0 0,0 0 0,0 0 0,0 0-1,0 0 1,0 1 0,0-1 0,0 0 0,0 0 0,0 1 0,0-1 0,0 1 0,0-1 0,0 1 0,0-1 0,0 1 0,0-1-1,0 1 1,0 0 0,-1 0 0,1-1 0,0 1 0,-1 0 0,1 0 0,0 0 0,-1 0 0,1 0 0,-1 0 0,1 0 0,-1 0-1,0 0 1,1 0 0,-1 0 0,0 0 0,0 0 0,0 0 0,0 1 0,2 10 5,-1 0 0,0 0 0,-1 22-1,-1-21 9,1 66 77,2-87-65,1 0-1,0 0 1,1 0 0,0 1-1,0-1 1,1 1 0,-1 0-1,2 0 1,-1 1-1,1-1 1,0 1 0,0 1-1,0-1 1,1 1 0,0 0-1,0 0 1,0 1 0,1 0-1,14-5 1,-5 1 26,2 1 0,-1 1 0,1 1 0,0 0 0,0 2 0,0 0 0,1 1 0,21 1 0,-37 1-50,1 0 1,-1 1 0,0 0-1,0 0 1,0 0-1,0 1 1,0-1 0,0 1-1,0 0 1,0 0 0,-1 0-1,1 1 1,-1-1-1,1 1 1,-1 0 0,0 0-1,0 0 1,0 0-1,0 0 1,-1 1 0,0 0-1,1-1 1,-1 1 0,0 0-1,1 4 1,0-1 0,-1 1 0,0-1 0,0 0 0,0 1 1,-1-1-1,0 1 0,-1-1 0,0 1 0,0 0 0,0-1 0,-1 1 1,0-1-1,-4 14 0,3-18 6,1 0 1,-1 0-1,0 0 1,0 0 0,0 0-1,0 0 1,0 0-1,0 0 1,-1-1-1,0 1 1,1-1-1,-1 0 1,0 0-1,0 0 1,0 0-1,0 0 1,-1-1 0,1 0-1,0 1 1,-1-1-1,1 0 1,-1-1-1,1 1 1,-1 0-1,1-1 1,-1 0-1,1 0 1,-1 0-1,0 0 1,-5-2 0,8 1 14,0 0 0,-1-1 0,1 1 0,0-1 1,0 1-1,0-1 0,0 1 0,0-1 1,0 0-1,1 1 0,-1-1 0,1 0 1,-1 0-1,1 0 0,0 1 0,-1-1 1,1 0-1,0 0 0,0 0 0,0 0 0,1-3 1,3-43 302,-4 46-312,3-7 8,0-1 0,0 0 0,1 1 0,0 0 0,0-1 0,1 2 0,1-1 0,-1 1 0,2-1 1,-1 2-1,1-1 0,0 1 0,0 0 0,1 0 0,0 1 0,0 0 0,10-5 0,0-1-90,1 2 0,0 0 0,0 1-1,1 1 1,0 0 0,1 2 0,26-5-1,10 5-1945,-1 3 0,1 3 0,78 8 0,35 1 492,-169-9 1634,0-1 0,0 1 0,0-1 0,1 1 0,-2-1-1,1 1 1,0-1 0,0 1 0,0-1 0,0 0 0,0 0 0,0 0 0,-1 1 0,1-1 0,0 0-1,-1 0 1,1 0 0,0 0 0,-1 0 0,0 0 0,1 0 0,-1 0 0,1 0 0,-1 0-1,0-1 1,0 1 0,0 0 0,0 0 0,0 0 0,0 0 0,0-3 0,0 3-8,0 0 0,1 0 0,-1-1 1,0 1-1,-1 0 0,1-1 0,0 1 0,0 0 1,0-1-1,-1 1 0,1 0 0,-1 0 0,1-1 0,-1 1 1,1 0-1,-1 0 0,0 0 0,1 0 0,-1 0 1,0 0-1,0 0 0,0 0 0,0 0 0,0 0 1,0 0-1,0 1 0,0-1 0,-2 0 0,-4-1-1,-1 1-1,0 0 1,1 1-1,-1 0 1,0 0-1,1 1 1,-1 0-1,0 0 1,1 1-1,-1 0 1,1 0-1,0 1 1,-1 0-1,1 0 1,1 1-1,-1 0 1,0 0-1,1 0 1,0 1-1,0 0 1,0 0-1,1 1 0,-10 11 1,7-6-112,1 0 0,0 0 0,0 1 1,1 0-1,1 1 0,0-1 0,0 1 0,1 0 0,1 0 0,1 0 1,-1 0-1,2 1 0,0 13 0,1-26 10,0 0 0,1 0 0,-1 0 1,1 0-1,-1 1 0,1-1 0,-1 0 0,1 0 0,0-1 0,0 1 0,-1 0 1,1 0-1,0 0 0,0 0 0,0-1 0,0 1 0,0 0 0,0-1 0,0 1 0,0-1 1,0 1-1,0-1 0,0 1 0,1-1 0,-1 0 0,0 0 0,0 1 0,0-1 1,0 0-1,1 0 0,-1 0 0,0 0 0,0-1 0,0 1 0,3-1 0,1 1 5,0 0 0,1-1-1,-1 0 1,0 0 0,0-1-1,0 1 1,7-4-1,7-8 29,0-2-1,-1 0 0,-1 0 0,29-36 0,4-3 270,-49 53-269,-1 1 1,1-1 0,-1 0 0,1 1 0,-1-1-1,1 1 1,0-1 0,-1 1 0,1-1 0,0 1-1,0-1 1,-1 1 0,1 0 0,0-1-1,0 1 1,-1 0 0,1 0 0,0-1 0,0 1-1,0 0 1,0 0 0,-1 0 0,1 0 0,0 0-1,0 0 1,0 1 0,-1-1 0,1 0-1,2 1 1,-2 0-21,0 0 0,1 0 0,-1 1 0,0-1 0,0 0 0,0 1 0,0-1 0,0 1 0,0 0 0,0-1 0,-1 1 0,1 0 0,0 1 0,11 60-139,-12-60 186,0 32-26,4 14 94,-4-48-130,0-1 1,1 1-1,-1-1 1,0 0-1,1 1 1,-1-1 0,1 0-1,-1 0 1,0 1-1,1-1 1,-1 0-1,1 0 1,-1 0-1,1 1 1,-1-1-1,1 0 1,-1 0-1,1 0 1,-1 0-1,1 0 1,-1 0-1,1 0 1,-1 0-1,1 0 1,-1 0-1,1 0 1,-1 0-1,1 0 1,-1-1 0,0 1-1,1 0 1,-1 0-1,1 0 1,0-1-1,18-9 37,24-31 27,-33 31-39,0-1 0,1 2-1,0-1 1,1 1 0,24-14 0,-35 22-16,1 1 1,-1-1-1,1 0 1,-1 1 0,1-1-1,0 1 1,-1-1-1,1 1 1,0 0 0,-1 0-1,1 0 1,0 0-1,-1 0 1,1 0 0,0 0-1,-1 0 1,1 1-1,0-1 1,-1 0 0,1 1-1,-1 0 1,1-1-1,0 1 1,-1 0 0,0 0-1,1 0 1,-1 0-1,0 0 1,1 0 0,-1 0-1,2 3 1,2 3-11,-1 0 1,0 1 0,0-1 0,-1 1-1,4 13 1,-5-15 13,0 1 0,0-1 0,1 0-1,0 0 1,0 0 0,0 0 0,1 0 0,5 5 0,-9-10-13,1-1-1,0 1 1,0-1 0,0 1 0,0-1 0,0 0-1,0 1 1,0-1 0,0 0 0,0 0 0,0 0 0,0 0-1,0 0 1,0 0 0,0 0 0,1 0 0,-1 0-1,0 0 1,0-1 0,0 1 0,0 0 0,0-1 0,0 1-1,-1 0 1,1-1 0,0 0 0,0 1 0,0-1-1,0 1 1,0-1 0,-1 0 0,2-1 0,30-33 98,-21 22-59,-3 4-31,0 0 1,0 1-1,0 0 1,1 0-1,0 1 0,18-12 1,-26 19-7,0 0 1,0 0-1,-1 0 1,1 0 0,0 0-1,-1 1 1,1-1-1,0 0 1,0 0-1,-1 0 1,1 1 0,0-1-1,-1 0 1,1 1-1,0-1 1,-1 0-1,1 1 1,-1-1 0,1 1-1,-1-1 1,1 1-1,-1-1 1,1 1-1,-1 0 1,1-1-1,-1 1 1,0-1 0,1 1-1,-1 1 1,13 24-16,-10-20 15,3 7 31,-1-2-45,0-1 1,0 0-1,1 0 0,14 17 1,-19-26 12,0 1 0,0-1 0,1 1 0,-1-1 0,1 0 0,-1 1 0,1-1 0,-1 0 0,1 0 0,0 0 0,0 0 0,-1-1 0,1 1 0,0 0 0,0-1 0,0 0 0,0 1 0,0-1 0,0 0 0,0 0 0,0 0 0,0 0 0,0 0 0,-1 0 0,1 0 0,0-1 0,0 1 0,0-1 1,0 0-1,0 1 0,0-1 0,-1 0 0,1 0 0,0 0 0,2-2 0,12-12 21,-1 0 0,0 0 0,-1-2 1,-1 1-1,18-32 0,-22 35-17,-9 13-4,0 0 0,0-1 0,0 1 0,1 0 0,-1-1 0,0 1 0,0-1 0,1 1 0,-1 0 0,0 0 0,1-1 0,-1 1 0,0 0 0,1-1 0,-1 1 0,0 0 0,1 0 1,-1 0-1,1-1 0,-1 1 0,0 0 0,1 0 0,-1 0 0,1 0 0,-1 0 0,0 0 0,1 0 0,-1 0 0,1 0 0,-1 0 0,1 0 0,-1 0 0,1 0 0,-1 0 0,0 0 0,1 1 0,-1-1 0,1 0 0,-1 0 0,0 0 0,1 1 0,-1-1 0,0 0 0,1 1 0,14 19-27,-8-10 43,0-4-15,0 0-1,1-1 1,0 0 0,0 0 0,0-1-1,0 0 1,1-1 0,0 1 0,0-2-1,0 1 1,0-1 0,0-1 0,0 1-1,0-1 1,1-1 0,-1 0-1,0 0 1,1-1 0,-1-1 0,11-1-1,-17 1 4,1 1-1,0-1 1,0 0 0,-1 0-1,1 0 1,-1-1-1,0 1 1,0-1-1,0 0 1,0 1-1,0-2 1,0 1-1,-1 0 1,1 0 0,-1-1-1,0 1 1,0-1-1,-1 0 1,1 1-1,-1-1 1,3-8-1,-1-3 18,0-1 0,-1 1 0,0-1 0,-1-21-1,-2 36-11,1 0-1,0 0 0,-1 0 1,1 0-1,-1 0 0,1-1 1,-1 1-1,0 0 0,1 1 1,-1-1-1,0 0 0,0 0 1,1 0-1,-1 0 0,0 0 1,0 1-1,0-1 0,0 0 1,0 1-1,0-1 0,0 1 1,0-1-1,-1 1 0,1 0 1,0-1-1,0 1 0,0 0 0,0 0 1,0 0-1,-1 0 0,1 0 1,-2 0-1,-1 0-5,1 0 0,-1 0 1,1 0-1,-1 0 0,1 1 0,-1-1 0,1 1 0,-1 0 1,1 0-1,-6 3 0,4-1 0,1 1 0,0 0 0,0 0 0,0 0-1,0 1 1,1-1 0,-1 1 0,1 0 0,0 0 0,1 0 0,-1 0 0,1 1 0,0-1 0,0 1 0,1-1-1,-2 10 1,0 9-35,0 0 0,2 37 0,1-57 27,0-1-4,0 0 1,0 0-1,1 1 0,0-1 0,-1 0 0,1 0 0,0 0 0,1 0 0,-1 0 0,0 0 0,1 0 0,0-1 0,-1 1 0,1 0 0,0-1 0,0 1 0,1-1 0,-1 0 0,3 3 0,1-1-9,0-1 0,-1 1 0,2-1 1,-1 0-1,0 0 0,0-1 0,1 0 0,0 0 1,6 1-1,-5-1 7,0-1 0,0 0 0,0 0 1,0-1-1,0 0 0,0 0 0,0-1 1,0 0-1,0 0 0,0-1 0,0 0 0,0-1 1,-1 1-1,1-1 0,-1-1 0,10-5 1,-6-2 7,0-1 0,-1 0 0,-1 0 0,0-1 0,0 0 1,-1 0-1,-1-1 0,0 0 0,-1 0 0,7-27 1,2-16 45,12-89 1,-13 58 29,-3 32 129,-3 20 504,-1-1 1,2-67-1,-9 103-250,-2 7-292,-15 36-143,2 2 0,2 0-1,1 1 1,3 0 0,-5 49-1,9 163-111,5-248 63,1 0 1,0 0-1,0 0 0,1 0 1,0 0-1,1-1 1,0 1-1,0-1 0,1 0 1,0 0-1,8 12 0,-9-16-2,1 1-1,0-1 0,0 0 0,0 0 0,0 0 0,1 0 0,-1-1 0,1 0 0,0 0 0,0 0 0,0 0 0,0-1 1,1 0-1,-1 0 0,0-1 0,1 1 0,0-1 0,-1 0 0,10 0 0,-6-1 10,0 0 0,0 0 0,0-1 0,0 0 1,0-1-1,-1 0 0,1 0 0,0-1 0,-1 0 0,1-1 0,-1 1 0,0-2 0,0 1 0,-1-1 0,1 0 0,-1-1 1,0 0-1,0 0 0,-1 0 0,0-1 0,6-9 0,-1 4 36,-2-1 0,0 0 0,0-1 0,-1 0 0,-1 0 0,0-1 0,-1 0 0,-1 0 0,0-1 0,-1 1 0,-1-1 0,0 0 0,-1 0 0,-1-22 0,-1 37-6,1 0 1,-1 0 0,0 1 0,0-1 0,0 0 0,0 0-1,-1 0 1,1 0 0,0 1 0,0-1 0,0 0-1,-1 0 1,1 0 0,0 1 0,-1-1 0,1 0-1,-1 0 1,1 1 0,-1-1 0,1 0 0,-1 1-1,1-1 1,-1 0 0,0 1 0,1-1 0,-1 1 0,0-1-1,1 1 1,-1 0 0,0-1 0,0 1 0,1 0-1,-1-1 1,0 1 0,0 0 0,0 0 0,0 0-1,1 0 1,-1 0 0,0 0 0,0 0 0,0 0-1,0 0 1,0 0 0,1 0 0,-1 0 0,0 1 0,0-1-1,0 0 1,1 1 0,-1-1 0,-1 1 0,-2 1-4,1-1 0,-1 1 0,1 0 0,-1 0 0,1 0 0,0 1 0,0-1 0,0 1 0,0-1 0,-3 6 1,-1 3-37,1 1 0,0 0 1,1 1-1,1-1 0,0 1 1,1 0-1,0 0 0,0 0 1,2 0-1,0 1 1,0-1-1,1 0 0,3 20 1,-3-32 23,1 0 1,0 0-1,-1 0 0,1 0 1,0 0-1,0 0 1,-1 0-1,1-1 1,0 1-1,0 0 1,0 0-1,0-1 1,0 1-1,0 0 1,0-1-1,0 1 0,1-1 1,-1 1-1,0-1 1,0 0-1,0 0 1,0 1-1,1-1 1,-1 0-1,0 0 1,2 0-1,41 0 6,-31-1-6,-1 0 5,0 0-1,0-1 1,-1 0-1,22-8 1,-21 6-20,0 1 1,0 0-1,0 0 0,25 0 1,-31 2 17,1 1 0,0 0 0,-1 1 0,1 0 0,-1 0 1,1 0-1,-1 1 0,8 2 0,-12-2 5,0-1-1,0 0 0,0 1 1,-1-1-1,1 1 1,0 0-1,-1-1 0,1 1 1,-1 0-1,1 0 1,-1 0-1,0 0 0,0 0 1,0 0-1,0 0 1,0 1-1,0-1 1,-1 0-1,1 0 0,-1 1 1,1-1-1,-1 0 1,0 1-1,0-1 0,-1 4 1,2-5 5,-1 0 0,0-1 0,1 1 0,-1 0 0,0 0 0,0 0 0,0 0 0,0 0 0,0-1 0,0 1-1,0 0 1,0 0 0,-1 0 0,1 0 0,0 0 0,0-1 0,-1 1 0,1 0 0,0 0 0,-1 0 0,1-1 0,-1 1 0,1 0 0,-1-1 0,1 1 0,-1 0 0,0-1 0,1 1 0,-1-1 0,0 1 0,1-1 0,-1 1 0,0-1 0,0 1 0,1-1 0,-1 0 0,0 1 0,0-1 0,0 0 0,0 0 0,1 0 0,-1 0 0,0 0 0,0 0-1,0 0 1,0 0 0,0 0 0,1 0 0,-1 0 0,-1-1 0,1-23 371,1 18-360,1-1 0,1 1 0,0 0 0,-1 0 0,2 0 0,-1 0 0,1 0-1,0 0 1,0 1 0,0-1 0,1 1 0,0 0 0,0 0 0,9-8-1,10-9-3,43-32-1,-53 44-31,-2 1-4,15-13-115,2 1 0,0 1 0,1 2 1,2 0-1,56-23 0,-67 38 577,-5 5-4334,-14-2 3763,-1 0 0,0 0 0,0 0 1,0 0-1,1 0 0,-1 0 0,0 0 0,0 0 0,0 0 0,0 1 1,1-1-1,-1 0 0,1 2-1461,-1-2 1461,0 0 0,0 0 0,0 0 0,0 1 0,0-1 1,0 0-1,0 0 0,0 0 0,0 1 0,0-1 0,0 0 0,0 0 1,0 0-1,0 0 0,0 1 0,0-1 0,0 0 0,0 0 0,0 1 1,-18 10-5679,-13-1-5786</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3:59.748"/>
    </inkml:context>
    <inkml:brush xml:id="br0">
      <inkml:brushProperty name="width" value="0.05" units="cm"/>
      <inkml:brushProperty name="height" value="0.05" units="cm"/>
      <inkml:brushProperty name="color" value="#E71224"/>
    </inkml:brush>
  </inkml:definitions>
  <inkml:trace contextRef="#ctx0" brushRef="#br0">0 26 15847,'0'0'9823,"33"-1"-9566,204-10-71,-194 9-1094,171-6 2714,-156 6-5132,-17 3-5197,-66-3-2301</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5:25.691"/>
    </inkml:context>
    <inkml:brush xml:id="br0">
      <inkml:brushProperty name="width" value="0.05" units="cm"/>
      <inkml:brushProperty name="height" value="0.05" units="cm"/>
      <inkml:brushProperty name="color" value="#E71224"/>
    </inkml:brush>
  </inkml:definitions>
  <inkml:trace contextRef="#ctx0" brushRef="#br0">87 232 14903,'0'0'3532,"-3"22"-2665,-80 333 3943,83-354-4607,0-4 256,0-541 1214,0 538-1639,1-29 155,-1 34-166,-1 1-1,1-1 0,0 0 0,0 0 0,1 0 0,-1 0 0,0 0 0,0 0 0,0 1 0,1-1 0,-1 0 1,0 0-1,1 0 0,-1 1 0,0-1 0,1 0 0,-1 0 0,1 1 0,-1-1 0,1 0 0,0 1 1,-1-1-1,1 1 0,0-1 0,-1 0 0,1 1 0,0 0 0,1-1 0,-1 1-24,0 1 1,1-1-1,-1 1 0,0 0 1,0 0-1,0-1 0,0 1 0,0 0 1,0 0-1,0 0 0,0 0 0,-1 0 1,1 0-1,0 1 0,-1-1 0,1 0 1,0 0-1,-1 0 0,0 1 1,1 0-1,11 34-40,-10-30 43,9 36 6,9 78 1,1 8 113,-20-124-121,1 0-1,-1 1 1,1-1 0,-1 0 0,1 0-1,0 0 1,1 0 0,-1 0 0,1-1-1,-1 1 1,1-1 0,0 0 0,5 5 0,-6-7-1,0 0 1,-1 0-1,1 0 1,0 0-1,0 0 1,0-1-1,0 1 1,1-1-1,-1 1 1,0-1-1,0 1 1,0-1-1,0 0 1,0 0-1,1 0 1,-1-1-1,0 1 1,0 0-1,0-1 1,0 1-1,0-1 1,0 0-1,0 0 1,0 0-1,0 0 1,0 0-1,0 0 1,-1 0-1,1-1 1,2-2-1,13-13 19,-1-1-1,-1-1 1,-1 0-1,-1-1 1,-1 0 0,16-34-1,6-10 12,18-21-21,-51 86-21,0-1 1,0 1-1,-1 0 0,1 0 0,0 0 0,-1-1 0,1 1 1,0 0-1,-1 0 0,0 0 0,1 0 0,-1 0 0,1 0 1,-1 0-1,0 0 0,0 1 0,0-1 0,0 0 0,0 0 1,0 1-1,7 69-72,-3 0 0,-6 90 1,-1-31-6580,4-118 2265</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5:26.026"/>
    </inkml:context>
    <inkml:brush xml:id="br0">
      <inkml:brushProperty name="width" value="0.05" units="cm"/>
      <inkml:brushProperty name="height" value="0.05" units="cm"/>
      <inkml:brushProperty name="color" value="#E71224"/>
    </inkml:brush>
  </inkml:definitions>
  <inkml:trace contextRef="#ctx0" brushRef="#br0">328 1 12310,'0'0'9540,"-20"2"-9100,9-1-389,2-1-16,-1 1 0,0 0 0,0 0 0,1 1 1,-1 1-1,1 0 0,0 0 0,-1 0 0,2 2 0,-1-1 0,0 1 0,-10 8 0,7-3-19,1 0-1,1 1 1,-1 0 0,2 1-1,0 0 1,0 0 0,1 1-1,-9 21 1,14-29-15,1 0 0,0 0 0,0 1 1,0-1-1,1 0 0,0 1 0,0-1 1,0 1-1,1-1 0,0 1 0,0-1 0,0 1 1,1-1-1,-1 1 0,1-1 0,1 0 0,-1 1 1,1-1-1,0 0 0,0 0 0,0 0 0,1 0 1,0 0-1,0-1 0,0 1 0,5 5 1,42 29 14,-33-27 2,-1 1-1,23 22 1,-36-32-14,-1 0-1,1 0 0,-1 0 1,1 0-1,-1 0 0,0 0 1,0 0-1,-1 1 0,1-1 0,-1 1 1,0-1-1,0 1 0,0 0 1,0-1-1,0 1 0,-1 0 1,0-1-1,0 1 0,0 5 1,-1-6 12,0-1 1,0 0 0,-1 0 0,1 0-1,0 0 1,-1 0 0,0 0 0,1 0-1,-1 0 1,0-1 0,0 1 0,0-1-1,0 1 1,0-1 0,0 0 0,0 0-1,-1 0 1,1 0 0,0 0 0,-1 0-1,1-1 1,-1 1 0,1-1 0,-1 0-1,-3 1 1,-72 3 44,68-4-96,-4 0-153,-33-2-1048,45 2 1037,1-1-1,-1 1 1,0 0 0,1-1-1,-1 1 1,0-1-1,1 0 1,-1 0 0,0 1-1,1-1 1,-1 0-1,1 0 1,0-1 0,-1 1-1,1 0 1,0 0-1,0-1 1,0 1 0,0-1-1,0 1 1,-2-3-1,1-14-3791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5:26.358"/>
    </inkml:context>
    <inkml:brush xml:id="br0">
      <inkml:brushProperty name="width" value="0.05" units="cm"/>
      <inkml:brushProperty name="height" value="0.05" units="cm"/>
      <inkml:brushProperty name="color" value="#E71224"/>
    </inkml:brush>
  </inkml:definitions>
  <inkml:trace contextRef="#ctx0" brushRef="#br0">78 0 14567,'0'0'9175,"4"15"-8567,-3-13-578,1 7 30,1 1-1,-1-1 1,-1 0-1,0 0 1,0 1-1,-1-1 1,0 1-1,0-1 1,-1 0-1,-1 1 1,-3 14-1,-27 57 146,23-63-200,1 0 0,1 0 0,0 1 0,2 0-1,0 0 1,1 0 0,1 0 0,1 1 0,0 22 0,2-41-16,1 1 1,0 0 0,0-1 0,0 1-1,0-1 1,0 1 0,0-1 0,1 1 0,-1-1-1,0 0 1,1 0 0,-1 1 0,1-1-1,-1 0 1,1-1 0,0 1 0,-1 0 0,1 0-1,0-1 1,0 1 0,-1-1 0,1 1-1,0-1 1,0 0 0,0 0 0,0 1 0,-1-2-1,1 1 1,3 0 0,61-5-68,-49 1-59,0-1 0,0-1 0,0 0-1,-1-1 1,0-1 0,-1-1 0,0 0-1,0-1 1,-1 0 0,19-18 0,-22 18-896,-1 0 0,-1 0 0,0-1 1,-1 0-1,0-1 0,0 0 0,-1 0 0,7-18 0,0-14-10244</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5:26.709"/>
    </inkml:context>
    <inkml:brush xml:id="br0">
      <inkml:brushProperty name="width" value="0.05" units="cm"/>
      <inkml:brushProperty name="height" value="0.05" units="cm"/>
      <inkml:brushProperty name="color" value="#E71224"/>
    </inkml:brush>
  </inkml:definitions>
  <inkml:trace contextRef="#ctx0" brushRef="#br0">50 64 11845,'0'0'7460,"119"-63"-7252,-94 63-192,-7 0-32,-9 0-832,-9 17-1105,0 7-1953,-23 5-3073</inkml:trace>
  <inkml:trace contextRef="#ctx0" brushRef="#br0" timeOffset="1">0 277 8324,'0'0'12678,"120"-4"-12070,-81-5-416,0 2-176,-8 3-16,0 4-544,-5 0-1889,3 2-4002</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5:27.058"/>
    </inkml:context>
    <inkml:brush xml:id="br0">
      <inkml:brushProperty name="width" value="0.05" units="cm"/>
      <inkml:brushProperty name="height" value="0.05" units="cm"/>
      <inkml:brushProperty name="color" value="#E71224"/>
    </inkml:brush>
  </inkml:definitions>
  <inkml:trace contextRef="#ctx0" brushRef="#br0">29 0 13958,'0'0'7540,"118"17"-7460,-100-9-160,-1 1 0,-7 4-1041,-10 3-1856,0 1-2610</inkml:trace>
  <inkml:trace contextRef="#ctx0" brushRef="#br0" timeOffset="1">1 225 8756,'0'0'11221,"107"27"-10917,-79-27-256,-1 0-48,2 0-2737,2 0-8308</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5:27.417"/>
    </inkml:context>
    <inkml:brush xml:id="br0">
      <inkml:brushProperty name="width" value="0.05" units="cm"/>
      <inkml:brushProperty name="height" value="0.05" units="cm"/>
      <inkml:brushProperty name="color" value="#E71224"/>
    </inkml:brush>
  </inkml:definitions>
  <inkml:trace contextRef="#ctx0" brushRef="#br0">81 9 15255,'0'0'10624,"4"-4"-10128,-4 4-494,0-1 0,1 1 1,-1 0-1,0-1 0,0 1 0,1 0 1,-1 0-1,0-1 0,1 1 1,-1 0-1,0 0 0,0-1 1,1 1-1,-1 0 0,1 0 0,-1 0 1,0 0-1,1 0 0,-1 0 1,0 0-1,1-1 0,-1 1 0,1 0 1,-1 0-1,0 0 0,1 0 1,-1 1-1,1-1 0,-1 0 1,0 0-1,1 0 0,-1 0 0,0 0 1,1 0-1,-1 1 0,0-1 1,1 0-1,-1 0 0,0 0 0,1 1 1,-1-1-1,0 0 0,0 0 1,1 1-1,-1-1 0,0 0 1,0 1-1,1-1 0,-1 0 0,0 1 1,0-1-1,0 0 0,0 1 1,0-1-1,0 1 0,1 0 0,7 41 231,-6 78 367,-2-97-443,-1 20-22,-1 1 0,-2 0 0,-18 81 1,13-96-1355,-19 47 0,27-73 734,0-1 0,0 0-1,0 0 1,0-1-1,0 1 1,0 0 0,-1 0-1,1-1 1,-1 1-1,1 0 1,-1-1 0,0 0-1,1 1 1,-1-1-1,0 0 1,-4 2 0,-11 3-5529</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5:27.759"/>
    </inkml:context>
    <inkml:brush xml:id="br0">
      <inkml:brushProperty name="width" value="0.05" units="cm"/>
      <inkml:brushProperty name="height" value="0.05" units="cm"/>
      <inkml:brushProperty name="color" value="#E71224"/>
    </inkml:brush>
  </inkml:definitions>
  <inkml:trace contextRef="#ctx0" brushRef="#br0">1 1 9877,'0'0'14785,"12"5"-13985,8 2-503,1 0 0,-1-1-1,1-2 1,41 5-1,96-3 324,-72-4-346,181 10 268,218 6-14,-511 1-4161,-29 4-3947,26-12-848</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5:28.451"/>
    </inkml:context>
    <inkml:brush xml:id="br0">
      <inkml:brushProperty name="width" value="0.05" units="cm"/>
      <inkml:brushProperty name="height" value="0.05" units="cm"/>
      <inkml:brushProperty name="color" value="#E71224"/>
    </inkml:brush>
  </inkml:definitions>
  <inkml:trace contextRef="#ctx0" brushRef="#br0">5 173 11925,'0'0'8783,"-5"-25"-3399,6 19-5314,0 0 1,0 0-1,0 0 1,0 0-1,1 0 1,0 1-1,0-1 1,1 1-1,0-1 1,0 1-1,0 0 0,0 0 1,1 0-1,0 0 1,0 1-1,0-1 1,0 1-1,11-7 1,-9 6-50,1 1 1,0-1 0,1 1 0,-1 0-1,1 1 1,-1 0 0,1 0 0,0 1 0,0 0-1,0 0 1,1 1 0,-1 0 0,13 0-1,-19 1-21,0 1 0,0 0-1,0 0 1,0 0 0,0 1-1,-1-1 1,1 0 0,0 0-1,-1 1 1,1-1 0,-1 1-1,1 0 1,-1-1 0,0 1-1,0 0 1,0 0 0,0 0-1,0 0 1,0 0 0,0 0-1,-1 0 1,1 0 0,-1 0-1,1 0 1,-1 0 0,0 0 0,0 4-1,5 64-16,-5-70 17,2 84 160,8-102-128,2-1 0,0 1 0,27-30-1,-31 39-28,0 1 0,1 0 0,-1 0 0,1 1 0,1 0 0,0 1 0,0 0 0,0 0 0,13-5 0,-21 11 3,0-1 0,-1 1 0,1 0 0,0 0 0,0 0 0,0 0 0,-1 0 0,1 0 0,0 0 0,0 0 0,0 1 0,-1-1 1,1 1-1,0-1 0,-1 1 0,1 0 0,0 0 0,-1-1 0,1 1 0,-1 0 0,1 1 0,-1-1 0,0 0 0,1 0 0,-1 0 0,0 1 0,0-1 0,0 1 0,0-1 0,0 1 0,0-1 0,0 1 0,0 2 0,5 9-11,-1 0 0,0 0 0,4 22 0,0-1 23,-7-28-207,0 1-1,1-1 1,-1 0 0,1 0-1,0 0 1,1 0 0,-1 0-1,1-1 1,0 0 0,0 0-1,1 0 1,0 0 0,0-1-1,0 1 1,0-1 0,1 0-1,-1-1 1,1 0 0,0 0-1,0 0 1,0 0 0,1-1-1,-1 0 1,1 0 0,-1-1-1,1 0 1,-1 0 0,10 0-1,-2 0-1359,0-1 0,1 0-1,17-3 1,12-9-5708</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5:29.169"/>
    </inkml:context>
    <inkml:brush xml:id="br0">
      <inkml:brushProperty name="width" value="0.05" units="cm"/>
      <inkml:brushProperty name="height" value="0.05" units="cm"/>
      <inkml:brushProperty name="color" value="#E71224"/>
    </inkml:brush>
  </inkml:definitions>
  <inkml:trace contextRef="#ctx0" brushRef="#br0">132 0 15959,'0'0'9861,"0"10"-9602,-2 24-78,-2-1 0,-1 1 0,-19 61 1,4-16 2,-4 25-116,4 1 0,5 1 0,-2 125 0,17-220-123,0-1-1,1 0 1,0 1-1,1-1 0,0 0 1,0 0-1,1 0 0,1-1 1,-1 1-1,2-1 0,5 10 1,-6-13-145,0 0-1,1 0 1,0 0 0,0-1 0,1 0 0,0 0-1,-1-1 1,1 1 0,1-1 0,-1 0 0,1-1-1,-1 0 1,1 0 0,0 0 0,0-1-1,9 2 1,-2-1-992,0-1 0,1 0 0,0-1 0,-1-1-1,1 0 1,17-2 0,-1-6-5776</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5:29.856"/>
    </inkml:context>
    <inkml:brush xml:id="br0">
      <inkml:brushProperty name="width" value="0.05" units="cm"/>
      <inkml:brushProperty name="height" value="0.05" units="cm"/>
      <inkml:brushProperty name="color" value="#E71224"/>
    </inkml:brush>
  </inkml:definitions>
  <inkml:trace contextRef="#ctx0" brushRef="#br0">2 4 14823,'0'0'10218,"0"0"-10212,0 0 0,0 0-1,1-1 1,-1 1 0,0 0 0,0 0 0,0 0 0,0-1 0,0 1 0,0 0-1,1 0 1,-1 0 0,0 0 0,0-1 0,0 1 0,0 0 0,1 0 0,-1 0-1,0 0 1,0 0 0,0 0 0,1 0 0,-1-1 0,0 1 0,0 0 0,0 0 0,1 0-1,-1 0 1,0 0 0,0 0 0,1 0 0,-1 0 0,0 0 0,0 0 0,0 0-1,1 1 1,-1-1 0,0 0 0,0 0 0,1 0 0,-1 0 0,0 0 0,0 0-1,0 0 1,0 0 0,1 1 0,-1-1 0,0 0 0,0 0 0,0 0 0,0 0-1,0 1 1,1-1 0,-1 0 0,0 0 0,0 0 0,0 1 0,0-1 0,1 9 18,0-1 1,-1 0 0,0 1 0,-1-1-1,0 0 1,-3 14 0,-1 26 74,4-31-81,0-6-10,1 0-1,0 0 1,0 0-1,2 0 1,-1 0-1,4 13 0,-4-20-9,1-1 0,-1-1 0,1 1 0,0 0 0,-1 0 0,1 0 0,0-1 0,1 1 0,-1-1 0,0 0 0,1 0 0,-1 0 0,1 0 0,0 0 0,0 0 0,-1-1 0,1 1 0,0-1 0,0 0 0,1 0 0,-1 0 0,0 0 0,0 0 0,0-1 0,6 1 0,-3 0 5,1-1-1,-1 1 1,1-1-1,-1 0 1,1-1-1,-1 1 0,0-1 1,1-1-1,-1 1 1,0-1-1,0 0 0,0-1 1,0 1-1,0-1 1,-1 0-1,10-7 1,-7 2 4,0 1 0,0-2 0,-1 1 1,0-1-1,-1 0 0,0-1 1,0 0-1,8-19 0,-7 13 324,0-1 1,-1 0-1,-1 0 0,0 0 0,3-26 1,-11 89-185,-15 86 0,2-28 194,4 174 220,12-194-515,-3-1 0,-18 108 0,18-173-44,-1 0-1,-1 0 1,0 0 0,-2-1 0,0 1 0,-1-2 0,0 1 0,-1-1-1,-12 15 1,21-30 5,-1 0 0,0 0-1,1 0 1,-1 0-1,0 0 1,1-1-1,-1 1 1,0 0 0,0 0-1,0-1 1,0 1-1,0 0 1,0-1 0,0 1-1,0-1 1,0 1-1,0-1 1,0 1 0,0-1-1,0 0 1,0 0-1,0 0 1,0 0 0,-1 1-1,1-1 1,0 0-1,0-1 1,0 1 0,0 0-1,0 0 1,0 0-1,-1-1 1,1 1 0,0-1-1,0 1 1,0-1-1,0 1 1,0-1-1,0 1 1,1-1 0,-1 0-1,0 0 1,0 1-1,-1-3 1,-3-3 26,1-1 0,-1 1-1,1-1 1,0-1 0,-3-8 0,3 6-17,-7-15-9,1-1 1,2 0-1,1-1 1,0 0-1,2 0 1,1 0-1,2-1 1,0 1-1,4-43 1,0 58 9,0 0 1,0 0-1,1 0 1,1 0 0,0 1-1,1-1 1,0 1-1,1 0 1,0 1-1,0-1 1,1 1 0,1 1-1,-1-1 1,2 1-1,-1 0 1,1 1 0,1 0-1,15-10 1,-2 2-708,0 2 1,45-20 0,48-9-7046,-74 30 1164</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5:30.522"/>
    </inkml:context>
    <inkml:brush xml:id="br0">
      <inkml:brushProperty name="width" value="0.05" units="cm"/>
      <inkml:brushProperty name="height" value="0.05" units="cm"/>
      <inkml:brushProperty name="color" value="#E71224"/>
    </inkml:brush>
  </inkml:definitions>
  <inkml:trace contextRef="#ctx0" brushRef="#br0">33 1 11637,'0'0'13577,"-7"0"-12742,-19 2-278,50 3 238,60 6 193,-41-7-925,12 0-320,58 14 0,-108-15-3290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5:31.569"/>
    </inkml:context>
    <inkml:brush xml:id="br0">
      <inkml:brushProperty name="width" value="0.05" units="cm"/>
      <inkml:brushProperty name="height" value="0.05" units="cm"/>
      <inkml:brushProperty name="color" value="#E71224"/>
    </inkml:brush>
  </inkml:definitions>
  <inkml:trace contextRef="#ctx0" brushRef="#br0">164 1 14343,'0'0'8305,"0"11"-8263,0 198 287,0-208-329,0 1 0,0-1 0,0 1 0,0-1 0,1 0 1,-1 1-1,0-1 0,1 1 0,-1-1 0,1 0 0,0 1 0,-1-1 1,1 0-1,0 0 0,0 0 0,0 1 0,-1-1 0,1 0 1,1 0-1,-1 0 0,0 0 0,2 1 0,0-1 6,0 1-1,1-1 0,-1 0 1,0 0-1,0 0 0,1 0 1,-1-1-1,1 1 0,5-1 0,-1 0 22,0 0 0,0-1 0,0 0 0,-1-1 0,1 1 0,0-1 0,0-1-1,8-3 1,-6-1 144,1 0-1,-1-1 1,0 0-1,-1-1 0,0 0 1,0 0-1,-1-1 1,0 0-1,-1 0 0,0-1 1,-1 0-1,0 0 1,0 0-1,-1-1 1,5-18-1,-41 116 934,1-9-946,-7 44 192,6 2 1,-20 168-1,49-278-329,1-2-20,0 0 1,-1-1 0,-1 1-1,-4 14 1,6-23 3,0 1 1,0-1 0,0 0-1,-1 0 1,1 0 0,0 0 0,-1 0-1,0 0 1,1 0 0,-1-1-1,0 1 1,0 0 0,0-1-1,0 0 1,0 1 0,0-1-1,0 0 1,0 0 0,-1 0-1,1 0 1,0-1 0,-1 1-1,1 0 1,-5-1 0,0 0 11,0 0 0,0-1 0,0 0 0,0 0 0,0 0 1,0-1-1,0 0 0,1-1 0,-1 0 0,1 0 0,-1 0 0,1 0 0,0-1 1,1 0-1,-1-1 0,1 1 0,-1-1 0,1 0 0,1 0 0,-1-1 1,1 1-1,0-1 0,-5-9 0,4 6-17,0 1 0,1-1-1,0 0 1,0-1 0,1 1 0,0-1 0,1 1 0,0-1-1,0 0 1,1 0 0,1 0 0,-1 0 0,2 0-1,-1 0 1,1 0 0,5-17 0,-3 19-7,1 1 1,0-1-1,0 1 1,1 0-1,0 0 1,0 0-1,0 1 0,1-1 1,0 1-1,1 1 1,-1-1-1,8-4 1,18-11-32,44-24 0,-54 33-17,17-8-537,-25 14-617,-1-1 0,0 0 0,-1 0 0,0-2 0,19-16 0,-9 0-3322</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5:31.959"/>
    </inkml:context>
    <inkml:brush xml:id="br0">
      <inkml:brushProperty name="width" value="0.05" units="cm"/>
      <inkml:brushProperty name="height" value="0.05" units="cm"/>
      <inkml:brushProperty name="color" value="#E71224"/>
    </inkml:brush>
  </inkml:definitions>
  <inkml:trace contextRef="#ctx0" brushRef="#br0">130 34 14871,'0'0'9273,"-12"10"-9294,-88 82 130,87-84-83,8-10 62,14-22 25,0 12-123,0 0-1,0 0 1,1 1 0,20-18-1,-25 25 117,0 0 1,1-1-1,-1 2 0,1-1 0,0 1 1,0 0-1,0 0 0,0 0 0,0 1 1,1 0-1,-1 0 0,1 1 0,9-1 1,-14 2-96,0 1 0,0-1 0,0 1 0,0 0 1,0-1-1,0 1 0,-1 0 0,1 1 1,0-1-1,0 0 0,-1 0 0,1 1 1,-1-1-1,1 1 0,-1-1 0,0 1 1,1 0-1,-1-1 0,0 1 0,1 2 1,20 43-24,-20-41 12,15 38-622,16 35-6496,-19-53 2073</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5:32.308"/>
    </inkml:context>
    <inkml:brush xml:id="br0">
      <inkml:brushProperty name="width" value="0.05" units="cm"/>
      <inkml:brushProperty name="height" value="0.05" units="cm"/>
      <inkml:brushProperty name="color" value="#E71224"/>
    </inkml:brush>
  </inkml:definitions>
  <inkml:trace contextRef="#ctx0" brushRef="#br0">43 1 14647,'0'0'11424,"8"8"-11011,5 9-237,-1 1 0,0 0 0,-1 1 0,-1 1 0,-1-1 0,-1 1 0,-1 1 0,0 0 0,-2 0 0,0 0 0,2 26 0,0 19-47,-3 0 1,-7 103-1,1-142-139,-1 0-1,-2 0 1,-12 44 0,12-57-359,0 0 0,-1 0 1,0 0-1,-1-1 1,0 0-1,-2-1 0,1 1 1,-15 14-1,-7-4-3040,7-20-2805,14-6-1752</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5:32.659"/>
    </inkml:context>
    <inkml:brush xml:id="br0">
      <inkml:brushProperty name="width" value="0.05" units="cm"/>
      <inkml:brushProperty name="height" value="0.05" units="cm"/>
      <inkml:brushProperty name="color" value="#E71224"/>
    </inkml:brush>
  </inkml:definitions>
  <inkml:trace contextRef="#ctx0" brushRef="#br0">24 15 14967,'0'0'3023,"24"-3"-377,78-7-986,-98 9-1537,1 1 0,-1 0 0,1 0 0,0 0 0,-1 1 0,1 0 0,-1 0 0,1 0 0,-1 0 0,0 1 0,1-1 0,5 5 0,-8-5-79,0 1-1,1 0 1,-1-1-1,0 1 1,0 0 0,-1 0-1,1 1 1,0-1 0,-1 0-1,1 1 1,-1-1-1,0 1 1,0-1 0,0 1-1,2 4 1,-3-2-17,1 0-1,-1 1 1,1-1 0,-2 0-1,1 0 1,0 1 0,-1-1-1,0 0 1,0 0 0,-1 0-1,1 0 1,-1 0 0,0 0-1,-1 0 1,1-1-1,-1 1 1,-5 6 0,-7 5 80,-1 0-1,0-1 1,-1-1 0,-1-1 0,-27 16 0,-23 17 276,66-45-368,1 0 0,-1 0 0,1 0 0,0 0 0,-1 0 0,1 0 0,0 0 0,0 1 0,0-1 0,0 0 0,0 1 0,0-1 0,0 1 0,0-1 0,1 1 0,-1-1 0,0 1 0,1-1 0,0 1-1,-1 2 1,1-3-10,1 0 0,-1 0 0,1 0 0,-1 0 0,1 0 0,-1 0-1,1 0 1,0-1 0,-1 1 0,1 0 0,0 0 0,0 0-1,0-1 1,-1 1 0,1 0 0,0-1 0,0 1 0,0-1 0,0 1-1,0-1 1,0 0 0,2 1 0,10 3 17,0-1 0,0-1-1,24 2 1,-30-4 12,260 5 92,-173-5-543,-88 0-52,3 0-522,-5-3-2567</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00.036"/>
    </inkml:context>
    <inkml:brush xml:id="br0">
      <inkml:brushProperty name="width" value="0.05" units="cm"/>
      <inkml:brushProperty name="height" value="0.05" units="cm"/>
      <inkml:brushProperty name="color" value="#E71224"/>
    </inkml:brush>
  </inkml:definitions>
  <inkml:trace contextRef="#ctx0" brushRef="#br0">7 140 7780,'0'0'11386,"-7"7"-5372,8-12-5937,-1-1 1,1 0 0,-1 0 0,1 0 0,1 0 0,-1 1 0,5-11 0,-5 14-78,0 0 0,0 0 0,0 0 0,1 0 0,-1 0-1,0 0 1,1 1 0,-1-1 0,1 0 0,0 1 0,-1 0 0,1-1 0,0 1 0,0 0 0,0 0 0,0 0 0,0 0 0,0 0 0,0 0 0,0 0 0,1 1-1,-1-1 1,0 1 0,0 0 0,3 0 0,-4 0-1,0 1-1,0 0 0,0 0 1,-1 0-1,1 0 0,0 0 1,0 0-1,-1 0 0,1 0 1,-1 0-1,1 1 1,-1-1-1,0 0 0,1 0 1,-1 0-1,0 1 0,0-1 1,0 0-1,0 2 0,3 27 6,-4-19-29,0 15-89,3-22 67,2-15 35,1-4 35,1 0-1,1 0 0,12-20 0,-17 30-10,1 0 0,0 0 0,1 0 0,-1 1 1,1 0-1,0-1 0,0 1 0,0 1 0,1-1 0,-1 1 1,1 0-1,0 0 0,8-4 0,-12 6-14,0 1 0,0 0 0,-1 0 0,1 0 0,0-1 0,0 1 0,0 0 0,0 0 0,0 0 0,0 0 0,0 0 0,0 1 0,0-1 0,-1 0 0,1 0 0,0 1 0,0-1 0,0 0 0,0 1 0,-1-1 0,1 1 0,0-1 0,0 1 0,-1-1 0,1 1 0,0 0 0,11 27 31,-9 40-86,-3-57-48,-1 11-231,-1 30-687,2-50 740,0 0 0,1 0-1,-1 0 1,0 0-1,0 0 1,1 0-1,-1 0 1,1 0-1,0 0 1,-1-1 0,1 1-1,0 0 1,0 0-1,0-1 1,0 1-1,1 0 1,-1-1-1,3 3 1,11 4-4004</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08.503"/>
    </inkml:context>
    <inkml:brush xml:id="br0">
      <inkml:brushProperty name="width" value="0.05" units="cm"/>
      <inkml:brushProperty name="height" value="0.05" units="cm"/>
      <inkml:brushProperty name="color" value="#E71224"/>
    </inkml:brush>
  </inkml:definitions>
  <inkml:trace contextRef="#ctx0" brushRef="#br0">311 200 12134,'0'0'3324,"-1"-21"-819,-1 3-1828,-3-72 1168,3 20 3597,5 115-4948,2-1 0,2 1 0,22 73 0,1 11-293,-10-3-327,5 167 1,-24-338 104,-2 0 0,-2 1 0,-2-1 0,-2 1 0,-2 1 0,-26-78 0,34 118 18,0 0 0,0 0 0,-1 0 0,1 1-1,-1-1 1,1 1 0,-1-1 0,0 1 0,0-1 0,0 1 0,0 0 0,0 0-1,0 0 1,-1 0 0,1 0 0,-4-1 0,4 3-2,0-1 1,0 1-1,0 0 1,0-1-1,0 1 1,-1 0-1,1 0 0,0 1 1,0-1-1,0 0 1,0 1-1,0-1 1,-1 1-1,1 0 0,0 0 1,1 0-1,-1 0 1,0 0-1,0 0 1,0 0-1,0 1 0,1-1 1,-3 3-1,-24 23 21,1 2-1,2 0 1,1 2-1,2 1 0,-21 37 1,11-18-205,-41 50 0,72-106-3787,1 4 3625,-1-1 0,1 1 0,0 0 0,-1 0 0,1 0-1,0-1 1,0 1 0,0 0 0,0 0 0,0-1 0,1 1-1,-1 0 1,0 0 0,0 0 0,1-1 0,-1 1 0,1 0-1,0-2 1,12-4-6847</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09.576"/>
    </inkml:context>
    <inkml:brush xml:id="br0">
      <inkml:brushProperty name="width" value="0.05" units="cm"/>
      <inkml:brushProperty name="height" value="0.05" units="cm"/>
      <inkml:brushProperty name="color" value="#E71224"/>
    </inkml:brush>
  </inkml:definitions>
  <inkml:trace contextRef="#ctx0" brushRef="#br0">440 37 14999,'0'0'9703,"11"-8"-9260,-2 3-407,24-16 249,-30 18-202,-5 4-8,-24 13 33,-158 72 22,123-61-79,-95 54 0,154-78-57,0 0-1,0 0 1,-1 1 0,1-1-1,0 1 1,0 0 0,1-1-1,-1 1 1,0 0 0,0 0-1,1 0 1,-1 0 0,1 1-1,0-1 1,-2 5-1,3-6 4,0 0-1,0 0 1,1 0-1,-1 1 1,0-1-1,1 0 1,-1 0-1,1 0 0,-1 1 1,1-1-1,0 0 1,-1 0-1,1 0 1,0 0-1,0 0 1,0-1-1,0 1 0,0 0 1,0 0-1,0 0 1,0-1-1,0 1 1,0 0-1,0-1 1,0 1-1,0-1 0,1 0 1,-1 1-1,0-1 1,0 0-1,1 0 1,0 1-1,32 7 20,-1-1-1,40 2 0,-45-6 33,0 1-1,0 1 0,-1 1 1,31 11-1,-56-16-43,1-1 0,-1 2 0,1-1 1,-1 0-1,0 0 0,1 1 0,-1-1 0,0 1 1,0-1-1,0 1 0,0 0 0,0 0 0,-1 0 0,1 0 1,0 1-1,1 3 0,-2-4-15,-1-1-1,1 1 1,-1 0 0,0 0-1,0 0 1,0-1 0,0 1-1,0 0 1,0 0 0,0 0-1,-1 0 1,1-1 0,-1 1-1,1 0 1,-1-1 0,0 1-1,1 0 1,-3 2 0,-3 4-85,0 0 1,-1 0 0,0-1 0,0 0-1,-1 0 1,-16 11 0,-19 10-207,-67 31 0,69-39 155,1 2 0,-50 36-1,89-57 147,0 0-1,-1 0 1,1-1 0,0 1 0,0 0-1,0 0 1,0 0 0,0 0-1,1 0 1,-1 0 0,0 0-1,0 1 1,1-1 0,-1 0-1,1 0 1,-1 1 0,1-1-1,-1 3 1,1-4-1,0 1 0,0 0-1,1 0 1,-1-1 0,0 1 0,1 0-1,-1-1 1,1 1 0,-1-1-1,1 1 1,-1-1 0,1 1 0,-1 0-1,1-1 1,-1 0 0,1 1 0,0-1-1,-1 1 1,1-1 0,0 0-1,-1 1 1,1-1 0,1 0 0,53 8-75,-51-7 78,326 10 1093,-328-11-1695,6 1 446</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09.940"/>
    </inkml:context>
    <inkml:brush xml:id="br0">
      <inkml:brushProperty name="width" value="0.05" units="cm"/>
      <inkml:brushProperty name="height" value="0.05" units="cm"/>
      <inkml:brushProperty name="color" value="#E71224"/>
    </inkml:brush>
  </inkml:definitions>
  <inkml:trace contextRef="#ctx0" brushRef="#br0">9 0 5218,'0'0'20538,"4"28"-20202,6 7 32,-6-1-208,-4-5-128,0-3-32,0-5-464,-2-5-929,-10-5-1472,0-9-913</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10.290"/>
    </inkml:context>
    <inkml:brush xml:id="br0">
      <inkml:brushProperty name="width" value="0.05" units="cm"/>
      <inkml:brushProperty name="height" value="0.05" units="cm"/>
      <inkml:brushProperty name="color" value="#E71224"/>
    </inkml:brush>
  </inkml:definitions>
  <inkml:trace contextRef="#ctx0" brushRef="#br0">1 8 16087,'0'0'6099,"55"-8"-9140,-46 29-961</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10.641"/>
    </inkml:context>
    <inkml:brush xml:id="br0">
      <inkml:brushProperty name="width" value="0.05" units="cm"/>
      <inkml:brushProperty name="height" value="0.05" units="cm"/>
      <inkml:brushProperty name="color" value="#E71224"/>
    </inkml:brush>
  </inkml:definitions>
  <inkml:trace contextRef="#ctx0" brushRef="#br0">52 1 14935,'0'0'3617,"9"10"-6482,28 32 56,-37-40 2703,0-1 1,1 0-1,-1 1 0,0-1 1,0 0-1,1 1 0,-1-1 1,0 1-1,0-1 0,-1 0 1,1 1-1,0-1 1,0 0-1,-1 1 0,1-1 1,-1 0-1,1 1 0,-1-1 1,1 0-1,-1 0 0,0 1 1,0-1-1,1 0 1,-1 0-1,0 0 0,0 0 1,0 0-1,0 0 0,0-1 1,-1 1-1,1 0 0,0 0 1,0-1-1,0 1 0,-3 0 1,-1 3-393,-9 6-255,-23 19-1321,35-28 2330,0 1 0,1-1 0,-1 1 1,0-1-1,1 1 0,-1 0 0,1 0 0,0 0 0,0-1 0,0 1 0,0 0 0,0 1 0,0-1 0,-1 4 0,10-5 4513,10-1-3919,-16-1-279,17 1 112,0-2 0,0 0 0,-1-2 0,26-6 0,34-16-6673,-56 17 275</inkml:trace>
  <inkml:trace contextRef="#ctx0" brushRef="#br0" timeOffset="1">297 38 3890,'0'0'20807,"2"-8"-19113,0 1-1479,6-14 639,-2 22-451,1 16-93,-1 11-122,-1 0-1,-1 0 1,1 54-1,-5-11-5695,0-40-128,0-20-2138</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12.136"/>
    </inkml:context>
    <inkml:brush xml:id="br0">
      <inkml:brushProperty name="width" value="0.05" units="cm"/>
      <inkml:brushProperty name="height" value="0.05" units="cm"/>
      <inkml:brushProperty name="color" value="#E71224"/>
    </inkml:brush>
  </inkml:definitions>
  <inkml:trace contextRef="#ctx0" brushRef="#br0">48 21 5827,'0'0'12315,"1"-4"-11323,0 0-1517,2-8 3749,-12 20-982,7-5-2247,0 0-1,0 1 1,1-1-1,0 1 1,-1-1 0,1 1-1,1 0 1,-1-1-1,0 1 1,1 0 0,0 0-1,0 0 1,0-1-1,0 1 1,1 0 0,-1 0-1,1-1 1,0 1-1,0 0 1,0-1-1,1 1 1,-1-1 0,1 1-1,0-1 1,0 0-1,0 0 1,0 0 0,1 0-1,-1 0 1,1 0-1,0-1 1,0 1 0,0-1-1,0 0 1,0 0-1,0 0 1,5 2 0,28 13 21,-29-15-11,1 1-1,-1 0 1,0 0 0,0 1-1,0 0 1,0 0 0,-1 1-1,1 0 1,-1 0 0,-1 0 0,1 1-1,5 6 1,-11-11-9,1 0 1,0 0-1,-1 1 1,1-1-1,-1 0 1,1 1-1,-1-1 1,1 1-1,-1-1 1,0 0-1,0 1 1,0-1-1,0 1 1,0-1-1,0 1 1,0-1-1,0 0 0,0 1 1,-1-1-1,1 1 1,-1-1-1,1 0 1,-1 1-1,1-1 1,-2 2-1,0-1-15,0 0-1,-1 0 1,1 0-1,0-1 1,0 1-1,-1-1 1,1 0-1,-1 0 1,1 1-1,-1-1 0,0-1 1,-3 2-1,-11 1-196,0-1-1,0 0 0,-24-2 1,33 0 67,4 0-238,1 0-1,-1 0 1,1 0 0,-1 0-1,1-1 1,-1 0-1,1 0 1,-1 0-1,1 0 1,0 0 0,-1-1-1,1 1 1,0-1-1,0 0 1,0 0-1,0 0 1,-3-3-1,-5-10-5508</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12.478"/>
    </inkml:context>
    <inkml:brush xml:id="br0">
      <inkml:brushProperty name="width" value="0.05" units="cm"/>
      <inkml:brushProperty name="height" value="0.05" units="cm"/>
      <inkml:brushProperty name="color" value="#E71224"/>
    </inkml:brush>
  </inkml:definitions>
  <inkml:trace contextRef="#ctx0" brushRef="#br0">0 80 11493,'0'0'5507,"112"-52"-4435,-73 39-527,-6 4-433,-4 3-48,-7 6-64,-3 0-721,-7 0-1472,-2 8-3970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14.029"/>
    </inkml:context>
    <inkml:brush xml:id="br0">
      <inkml:brushProperty name="width" value="0.05" units="cm"/>
      <inkml:brushProperty name="height" value="0.05" units="cm"/>
      <inkml:brushProperty name="color" value="#E71224"/>
    </inkml:brush>
  </inkml:definitions>
  <inkml:trace contextRef="#ctx0" brushRef="#br0">1 156 6435,'0'0'10885,"3"-15"-9092,1-2-1263,12-54 2122,-10 19 2292,-6 51-4413,0 12-197,26 391 193,-27-316-470,-3 1 0,-25 144 1,22-177-208,7-54-95,0-6-401,0 0 11,0 0-1,0 0 0,0 0 1,1 1-1,0-1 1,0 0-1,1 0 1,-1 1-1,1-1 1,0 0-1,1 1 1,-1 0-1,5-6 1,12-15-4256</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15.319"/>
    </inkml:context>
    <inkml:brush xml:id="br0">
      <inkml:brushProperty name="width" value="0.05" units="cm"/>
      <inkml:brushProperty name="height" value="0.05" units="cm"/>
      <inkml:brushProperty name="color" value="#E71224"/>
    </inkml:brush>
  </inkml:definitions>
  <inkml:trace contextRef="#ctx0" brushRef="#br0">11 43 8964,'0'0'8532,"4"-7"-7945,13-21-254,-13 21 1404,-39 6-2037</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16.097"/>
    </inkml:context>
    <inkml:brush xml:id="br0">
      <inkml:brushProperty name="width" value="0.05" units="cm"/>
      <inkml:brushProperty name="height" value="0.05" units="cm"/>
      <inkml:brushProperty name="color" value="#E71224"/>
    </inkml:brush>
  </inkml:definitions>
  <inkml:trace contextRef="#ctx0" brushRef="#br0">1 25 13142,'0'0'11128,"1"-7"-10453,5-11-595,-4 31 0,-2 56 73,-1-34-77,0 7-50,0-19-56,4 46 0,-3-69 27,0 1 0,0-1 1,0 1-1,0-1 1,1 1-1,-1-1 0,0 1 1,0-1-1,1 1 1,-1-1-1,1 1 0,-1-1 1,0 1-1,1-1 1,-1 0-1,1 1 0,-1-1 1,1 1-1,-1-1 1,1 0-1,-1 0 0,1 1 1,-1-1-1,1 0 1,-1 0-1,1 0 0,0 0 1,-1 0-1,1 0 1,-1 1-1,1-1 0,-1 0 1,1-1-1,0 1 1,-1 0-1,1 0 0,-1 0 1,1 0-1,0-1 1,24-9 15,-5-7 65,-1 0 0,-1-1-1,0-2 1,-1 1 0,25-41 0,-36 99-300,-3-21 124,1 0 0,1 1-1,0-1 1,2-1 0,0 1 0,11 19-1,-16-33 42,1 0-1,0 1 0,0-1 0,0-1 1,0 1-1,1 0 0,-1-1 1,1 0-1,0 1 0,0-2 1,0 1-1,8 4 0,-8-6 53,-1 0 0,0-1 0,1 1-1,-1-1 1,1 1 0,-1-1 0,1 0 0,-1 0-1,1-1 1,-1 1 0,0-1 0,1 1 0,-1-1-1,0 0 1,1-1 0,-1 1 0,0 0 0,0-1-1,0 0 1,5-3 0,-3 1 83,0 0 0,-1-1 0,1 1 0,-1-1 0,0 0 0,-1 0 0,1 0-1,-1-1 1,0 1 0,0-1 0,0 0 0,-1 0 0,0 0 0,0 0 0,-1 0 0,2-8 0,0-7 70,-1 0 1,-1 0-1,-2-34 0,1 51-122,0 0-1,-1 0 1,0 0-1,0 0 0,0 0 1,0 0-1,-1 0 1,1 0-1,-4-5 1,4 8-143,0-1 1,0 1-1,0-1 0,0 1 1,0 0-1,-1 0 1,1 0-1,0 0 1,-1 0-1,1 0 0,-1 0 1,1 0-1,-1 0 1,1 1-1,-1-1 1,1 0-1,-1 1 0,0 0 1,1-1-1,-1 1 1,0 0-1,1 0 0,-1 0 1,-3 0-1,5 0-63,-1 0 0,1 1 1,-1-1-1,1 0 0,-1 1 0,1-1 0,-1 0 0,1 1 0,0-1 0,-1 0 0,1 1 1,0-1-1,-1 1 0,1-1 0,0 1 0,-1-1 0,1 1 0,0-1 0,0 1 0,0-1 1,-1 1-1,1-1 0,0 1 0,0-1 0,0 1 0,0-1 0,0 1 0,0-1 0,0 1 1,0-1-1,0 1 0,0 0 0,0-1 0,1 1 0,-1 0 0,0 3-1580,0 17-7983</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16.457"/>
    </inkml:context>
    <inkml:brush xml:id="br0">
      <inkml:brushProperty name="width" value="0.05" units="cm"/>
      <inkml:brushProperty name="height" value="0.05" units="cm"/>
      <inkml:brushProperty name="color" value="#E71224"/>
    </inkml:brush>
  </inkml:definitions>
  <inkml:trace contextRef="#ctx0" brushRef="#br0">1 0 17224,'0'0'10197,"14"110"-9909,-12-70-288,-2-2 0,0-5 0,0-9-609,2-6-815,0-3-1009,7-5-1121,1-10-1120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18.164"/>
    </inkml:context>
    <inkml:brush xml:id="br0">
      <inkml:brushProperty name="width" value="0.05" units="cm"/>
      <inkml:brushProperty name="height" value="0.05" units="cm"/>
      <inkml:brushProperty name="color" value="#E71224"/>
    </inkml:brush>
  </inkml:definitions>
  <inkml:trace contextRef="#ctx0" brushRef="#br0">1 45 8020,'0'0'17480,"0"-45"-17224,0 55-6835,0 3 1440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18.624"/>
    </inkml:context>
    <inkml:brush xml:id="br0">
      <inkml:brushProperty name="width" value="0.05" units="cm"/>
      <inkml:brushProperty name="height" value="0.05" units="cm"/>
      <inkml:brushProperty name="color" value="#E71224"/>
    </inkml:brush>
  </inkml:definitions>
  <inkml:trace contextRef="#ctx0" brushRef="#br0">12 10 13478,'0'0'12262,"0"0"-12218,0-1 1,0 1 0,0-1-1,0 1 1,0-1-1,-1 1 1,1-1 0,0 1-1,0 0 1,-1-1-1,1 1 1,0-1-1,-1 1 1,1 0 0,0-1-1,-1 1 1,1 0-1,-1-1 1,1 1 0,-1 0-1,1 0 1,0-1-1,-1 1 1,1 0 0,-1 0-1,1 0 1,-2-1-1,1 9 29,1-1 0,0 0 0,0 0 0,0 0 0,1 1 0,0-1 0,0 0 0,4 9 0,-4-10-12,14 95 190,-3 0 1,-6 1-1,-3 0 0,-12 107 1,2-128-768,-2 57-1340,26-137-6089,1-5 2329</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19.429"/>
    </inkml:context>
    <inkml:brush xml:id="br0">
      <inkml:brushProperty name="width" value="0.05" units="cm"/>
      <inkml:brushProperty name="height" value="0.05" units="cm"/>
      <inkml:brushProperty name="color" value="#E71224"/>
    </inkml:brush>
  </inkml:definitions>
  <inkml:trace contextRef="#ctx0" brushRef="#br0">1 3 17592,'0'0'7438,"13"-1"-7104,128 0-529,-139 0 84,-1 1 1,1 0-1,-1 0 0,1 0 1,-1 0-1,1 0 1,-1 1-1,1-1 0,-1 0 1,1 1-1,-1-1 0,0 1 1,1-1-1,-1 1 1,1 0-1,-1 0 0,0 0 1,0-1-1,0 1 1,1 0-1,1 3 0,-3-3-69,1 0-1,-1 0 0,0 1 1,1-1-1,-1 0 0,0 1 1,0-1-1,0 0 0,0 1 1,0-1-1,0 1 0,0-1 1,-1 0-1,1 1 1,0-1-1,-1 0 0,1 0 1,-1 1-1,0 0 0,-3 5-730,0-1 0,0 1 0,0-1 1,-1 0-1,0 0 0,0-1 0,-8 7 0,-23 15-3528,-16 11-187,26-10 8163,26-28-3442,0 0 0,0 1 0,0-1 0,0 0 1,0 0-1,-1 0 0,1 1 0,0-1 0,0 0 0,0 0 0,0 0 1,1 0-1,-1 1 0,0-1 0,0 0 0,0 0 0,0 0 0,0 1 0,0-1 1,0 0-1,0 0 0,0 0 0,0 0 0,0 1 0,1-1 0,-1 0 1,0 0-1,0 0 0,0 0 0,0 0 0,0 0 0,1 0 0,-1 1 0,0-1 1,0 0-1,0 0 0,0 0 0,1 0 0,-1 0 0,0 0 0,0 0 1,0 0-1,0 0 0,1 0 0,-1 0 0,0 0 0,0 0 0,1 0 0,18 2 1566,17-2-166,-19-1-1381,0-2 0,-1 0 1,0 0-1,1-2 0,22-9 0,-3-2-3462</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19.773"/>
    </inkml:context>
    <inkml:brush xml:id="br0">
      <inkml:brushProperty name="width" value="0.05" units="cm"/>
      <inkml:brushProperty name="height" value="0.05" units="cm"/>
      <inkml:brushProperty name="color" value="#E71224"/>
    </inkml:brush>
  </inkml:definitions>
  <inkml:trace contextRef="#ctx0" brushRef="#br0">1 6 15367,'0'0'8452,"115"-6"-7075,-74 40-273,0 10-432,-12 8-191,-10 3-177,-17 1-304,-2 0 0,-29-3-208,-14-3-673,2-7-752,6-8-383,8-9-802,10-7-783,7-10-4531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20.208"/>
    </inkml:context>
    <inkml:brush xml:id="br0">
      <inkml:brushProperty name="width" value="0.05" units="cm"/>
      <inkml:brushProperty name="height" value="0.05" units="cm"/>
      <inkml:brushProperty name="color" value="#E71224"/>
    </inkml:brush>
  </inkml:definitions>
  <inkml:trace contextRef="#ctx0" brushRef="#br0">206 0 19385,'0'0'8262,"13"13"-7872,7 11-226,-1 0 0,-1 1 0,-1 1 0,-1 0 0,18 45 0,-5 12-36,-20-54-450,1 1-1,22 40 0,-28-90-521,-2-15 853,-2 29-11,0 0 0,-1 0 0,1 0 0,-1 0 1,-1 0-1,1 0 0,-1 0 0,0 0 0,0 0 0,-1 0 1,1 1-1,-1 0 0,-1-1 0,1 1 0,-1 0 0,0 0 0,0 1 1,-7-7-1,7 8 11,-1 0 1,1 1-1,0-1 1,-1 1 0,0 0-1,1 0 1,-1 1-1,0 0 1,0-1 0,0 2-1,0-1 1,0 0-1,0 1 1,0 0-1,0 0 1,0 1 0,0-1-1,0 1 1,0 0-1,0 1 1,0-1-1,0 1 1,-7 4 0,-5 2-8,1 1 0,0 1 0,1 1 0,0 0 0,1 1 0,-19 19 0,-2 7-38,-32 46-1,65-82-15,-1 1-115,0 1 0,1-1 0,-1 1 0,1-1-1,0 1 1,0 0 0,0 0 0,0 0 0,1 0-1,-1 0 1,1 0 0,-1 6 0,3-9-61,0 0 0,-1 0 0,1 0 1,0-1-1,0 1 0,0 0 0,0-1 0,0 1 1,0 0-1,0-1 0,-1 1 0,2-1 0,-1 0 0,0 1 1,0-1-1,0 0 0,0 0 0,0 1 0,0-1 1,0 0-1,0 0 0,0 0 0,0 0 0,0 0 1,1-1-1,-1 1 0,0 0 0,0 0 0,1-2 0,5 2-746,27-2-3908</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21.832"/>
    </inkml:context>
    <inkml:brush xml:id="br0">
      <inkml:brushProperty name="width" value="0.05" units="cm"/>
      <inkml:brushProperty name="height" value="0.05" units="cm"/>
      <inkml:brushProperty name="color" value="#E71224"/>
    </inkml:brush>
  </inkml:definitions>
  <inkml:trace contextRef="#ctx0" brushRef="#br0">338 33 13686,'0'0'9698,"3"-4"-8954,-3 3-722,1 1-1,-1 0 1,1-1-1,-1 1 1,1 0-1,-1-1 1,0 1-1,1-1 1,-1 1-1,0-1 1,1 1-1,-1-1 1,0 0-1,0 1 1,1-1-1,-1 1 1,0-1-1,0 1 1,0-1-1,0 0 1,0 1-1,0-1 1,0 1-1,0-1 1,0 0-1,0 1 1,0-1-1,0 1 1,0-1-1,0 0 1,-1 1-1,1-1 1,-1 0-1,-31-4 227,20 4-257,-56-3-329,-111 8 0,177-4 314,0 1 0,0-1 0,0 1 0,1-1 0,-1 1 0,0 0 0,0 0 1,1 0-1,-1 0 0,0 0 0,1 0 0,-1 0 0,1 0 0,0 1 0,-1-1 0,1 1 0,0-1 0,0 1 1,0-1-1,0 1 0,0 0 0,0-1 0,0 1 0,0 0 0,1 0 0,-1 0 0,1-1 0,-1 1 0,1 0 1,0 3-1,-1 8 36,0 0 1,1 0 0,3 22 0,0-11 215,3 79 450,0-27-380,-3 1 0,-3-1 0,-17 131 0,11-176-288,1-1 0,1 1 0,2 1 0,1-1-1,5 46 1,-3-74-12,0 1 0,0 0-1,0 0 1,0 0 0,1-1 0,-1 1-1,1-1 1,0 1 0,0-1-1,1 0 1,-1 1 0,1-1 0,-1 0-1,1-1 1,0 1 0,6 4 0,-3-4-17,0 1 1,0-1 0,1 0 0,-1 0 0,1-1 0,0 0 0,0 0 0,13 1 0,-7-1-71,0-2 0,0 1 0,0-2 0,0 0 0,-1 0 0,1-1 1,0-1-1,-1 0 0,1-1 0,12-5 0,-11 2-1402,-1-1 0,0 0 0,0 0 0,-1-1 0,0-1 0,19-20 0,-1-6-6923</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22.275"/>
    </inkml:context>
    <inkml:brush xml:id="br0">
      <inkml:brushProperty name="width" value="0.05" units="cm"/>
      <inkml:brushProperty name="height" value="0.05" units="cm"/>
      <inkml:brushProperty name="color" value="#E71224"/>
    </inkml:brush>
  </inkml:definitions>
  <inkml:trace contextRef="#ctx0" brushRef="#br0">7 40 12934,'0'0'10810,"0"9"-10527,-6 210 34,6-218-331,0-1-1,0 1 0,0-1 1,0 0-1,0 1 0,0-1 1,0 1-1,0-1 0,0 1 0,0-1 1,0 0-1,1 1 0,-1-1 1,0 1-1,0-1 0,0 0 0,1 1 1,-1-1-1,0 0 0,1 1 1,-1-1-1,0 0 0,0 1 0,1-1 1,-1 0-1,0 0 0,1 1 1,-1-1-1,1 0 0,-1 0 0,0 0 1,1 0-1,-1 0 0,1 1 1,-1-1-1,1 0 0,20-5-97,16-16 171,87-88 176,-124 109-232,1 0 1,-1 0-1,0-1 1,1 1 0,-1 0-1,1 0 1,-1 0-1,0 0 1,1 0 0,-1 0-1,1 0 1,-1 0-1,0 0 1,1 0-1,-1 0 1,1 0 0,-1 0-1,1 0 1,-1 0-1,0 0 1,1 0 0,-1 0-1,1 1 1,-1-1-1,0 0 1,1 0-1,-1 1 1,0-1 0,1 0-1,-1 0 1,0 1-1,1-1 1,-1 0 0,0 1-1,0-1 1,0 0-1,1 1 1,-1-1-1,0 0 1,0 1 0,0-1-1,1 1 1,9 24-28,-7-16 35,0-5 6,-1 1 0,1 0 0,0-1 0,1 0 0,-1 1 0,1-1 0,0-1 0,0 1 1,0-1-1,0 1 0,1-1 0,0 0 0,-1-1 0,1 1 0,0-1 0,0 0 0,0 0 0,0 0 0,1-1 0,-1 0 0,0 0 0,1 0 0,-1-1 0,1 0 0,-1 0 0,0 0 1,1-1-1,-1 1 0,1-1 0,-1-1 0,0 1 0,0-1 0,0 0 0,0 0 0,0 0 0,0-1 0,0 1 0,-1-1 0,1-1 0,-1 1 0,0 0 0,0-1 0,0 0 1,0 0-1,-1 0 0,0-1 0,1 1 0,-2-1 0,1 1 0,0-1 0,-1 0 0,0 0 0,0 0 0,-1-1 0,2-8 0,-1 4 83,-1 0-1,0-1 0,-1 1 1,0 0-1,0 0 0,-1-1 1,-3-12-1,3 20-181,0 0-1,0 0 1,0 1-1,0-1 1,0 0-1,0 1 1,-1 0-1,1-1 0,-1 1 1,0 0-1,0-1 1,0 1-1,0 0 1,0 0-1,0 1 1,0-1-1,-1 0 1,1 1-1,-1-1 1,1 1-1,-1 0 0,0 0 1,1 0-1,-1 0 1,0 0-1,0 1 1,1-1-1,-1 1 1,0 0-1,-5 0 1,7 0-153,0 0 1,0 0 0,1 0 0,-1 0 0,0 0-1,0 0 1,0 0 0,0 0 0,1 0 0,-1 0-1,0 1 1,0-1 0,0 0 0,1 1 0,-1-1 0,0 0-1,0 1 1,1-1 0,-1 1 0,0 0 0,1-1-1,-1 1 1,0-1 0,1 1 0,-1 0 0,1-1-1,-1 1 1,1 0 0,0 0 0,-1-1 0,1 1-1,0 0 1,-1 0 0,1 0 0,0-1 0,0 3-1,-2 18-11645</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22.596"/>
    </inkml:context>
    <inkml:brush xml:id="br0">
      <inkml:brushProperty name="width" value="0.05" units="cm"/>
      <inkml:brushProperty name="height" value="0.05" units="cm"/>
      <inkml:brushProperty name="color" value="#E71224"/>
    </inkml:brush>
  </inkml:definitions>
  <inkml:trace contextRef="#ctx0" brushRef="#br0">1 1 16632,'0'0'11093,"66"104"-10933,-64-69-128,-2-2-32,0 2-256,0-5-929,-4-2-1216,4-8-1745,0-7-2849</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23.009"/>
    </inkml:context>
    <inkml:brush xml:id="br0">
      <inkml:brushProperty name="width" value="0.05" units="cm"/>
      <inkml:brushProperty name="height" value="0.05" units="cm"/>
      <inkml:brushProperty name="color" value="#E71224"/>
    </inkml:brush>
  </inkml:definitions>
  <inkml:trace contextRef="#ctx0" brushRef="#br0">35 80 13574,'0'0'9903,"0"-16"-7947,-2-12-1506,0-7 1752,10 71-1087,-1 6-923,4 16-15,6 109 1,-16-110-389,-1 100 51,-1-132-1048,-2-1-1,-1 0 0,0-1 1,-11 32-1,15-54 975,-1 0-1,1 0 1,0 0-1,-1 0 1,1 0-1,0 0 0,-1 0 1,1 0-1,-1-1 1,0 1-1,1 0 1,-1 0-1,1 0 1,-1-1-1,0 1 1,0 0-1,1-1 0,-1 1 1,0-1-1,0 1 1,0-1-1,0 1 1,0-1-1,0 0 1,0 0-1,1 1 0,-1-1 1,0 0-1,0 0 1,0 0-1,0 0 1,0 0-1,0 0 1,0 0-1,-2 0 0,-17 0-5546</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23.542"/>
    </inkml:context>
    <inkml:brush xml:id="br0">
      <inkml:brushProperty name="width" value="0.05" units="cm"/>
      <inkml:brushProperty name="height" value="0.05" units="cm"/>
      <inkml:brushProperty name="color" value="#E71224"/>
    </inkml:brush>
  </inkml:definitions>
  <inkml:trace contextRef="#ctx0" brushRef="#br0">21 48 9188,'0'0'12254,"-3"-10"-11078,-1-2-1151,-5-13 1453,6 30-680,2 22-447,17 472 1391,-15-410-5599,-1-88 3661,1 1 1,-1-1-1,0 0 1,1 0-1,-1 0 1,1 0-1,-1 0 1,1 0-1,0 0 1,-1 0 0,1 0-1,0 0 1,0 0-1,0 0 1,0 0-1,0-1 1,0 1-1,0 0 1,0-1-1,0 1 1,0-1-1,0 1 1,0-1-1,0 1 1,0-1 0,1 0-1,-1 1 1,0-1-1,0 0 1,0 0-1,1 0 1,-1 0-1,2 0 1,34 1-6309</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23.924"/>
    </inkml:context>
    <inkml:brush xml:id="br0">
      <inkml:brushProperty name="width" value="0.05" units="cm"/>
      <inkml:brushProperty name="height" value="0.05" units="cm"/>
      <inkml:brushProperty name="color" value="#E71224"/>
    </inkml:brush>
  </inkml:definitions>
  <inkml:trace contextRef="#ctx0" brushRef="#br0">0 1 16872,'0'0'10453,"27"0"-10229,18 2 336,9 3-368,-1-1-96,-7 1-64,-7-1-32,-8-2-432,-11 0-529,-5-2-751,-7 0-1362</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24.290"/>
    </inkml:context>
    <inkml:brush xml:id="br0">
      <inkml:brushProperty name="width" value="0.05" units="cm"/>
      <inkml:brushProperty name="height" value="0.05" units="cm"/>
      <inkml:brushProperty name="color" value="#E71224"/>
    </inkml:brush>
  </inkml:definitions>
  <inkml:trace contextRef="#ctx0" brushRef="#br0">38 1 14503,'0'0'11349,"-37"128"-10693,37-77-320,0 7-80,0-1-192,2-1-64,-2-4-656,0-8-1329,0-7-1825,8-15-1600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24.640"/>
    </inkml:context>
    <inkml:brush xml:id="br0">
      <inkml:brushProperty name="width" value="0.05" units="cm"/>
      <inkml:brushProperty name="height" value="0.05" units="cm"/>
      <inkml:brushProperty name="color" value="#E71224"/>
    </inkml:brush>
  </inkml:definitions>
  <inkml:trace contextRef="#ctx0" brushRef="#br0">1 125 10517,'0'0'8847,"4"-17"-4987,16-45-1522,-4 16 1391,-16 49-3586,-1 1-1,0-1 1,1 0 0,0 1 0,0-1 0,0 0 0,0 1-1,1 5 1,1 11-9,-18 387-59,13-305-6977,6-86 2540,13-7-896</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24.991"/>
    </inkml:context>
    <inkml:brush xml:id="br0">
      <inkml:brushProperty name="width" value="0.05" units="cm"/>
      <inkml:brushProperty name="height" value="0.05" units="cm"/>
      <inkml:brushProperty name="color" value="#E71224"/>
    </inkml:brush>
  </inkml:definitions>
  <inkml:trace contextRef="#ctx0" brushRef="#br0">27 1 19705,'0'0'9495,"-2"11"-9367,-7 37-313,1 0-1,3 1 1,3 81-1,2-129 154,0 0 0,0 1-1,0-1 1,0 0 0,0 1-1,1-1 1,-1 0 0,1 0-1,-1 1 1,1-1 0,-1 0-1,1 0 1,0 1 0,-1-1-1,1 0 1,0 0 0,0 0-1,0 0 1,0 0 0,0 0-1,0-1 1,0 1 0,0 0-1,0 0 1,1-1 0,1 2-1,-1-2 14,1 1-1,0-1 1,0 0-1,0 1 1,0-1-1,0-1 1,0 1-1,0 0 0,0-1 1,0 1-1,4-3 1,4 0 21,-1-1-1,0-1 1,0 0 0,0-1 0,13-9 0,28-31-53,-34 29 82,37-27 0,-53 84-135,-1-29 26,0-1 0,1 1 0,0-1 0,0 1 0,1-1 1,1 0-1,0 0 0,0 0 0,6 12 0,-7-18 48,1 0-1,-1-1 0,1 1 1,0-1-1,0 1 0,0-1 1,1 0-1,-1 0 0,1 0 1,-1-1-1,1 1 0,0-1 1,0 0-1,0 0 0,1-1 1,-1 1-1,0-1 0,1 0 1,-1 0-1,0 0 0,1 0 1,-1-1-1,1 0 1,5 0-1,-5 0 67,-1 0 0,0-1 0,1 1 1,-1-1-1,0 0 0,1 0 0,-1 0 0,0-1 0,0 1 1,0-1-1,0 0 0,0-1 0,-1 1 0,1 0 1,0-1-1,-1 0 0,0 0 0,0 0 0,0 0 0,0-1 1,0 1-1,-1-1 0,1 1 0,-1-1 0,0 0 1,0 0-1,1-6 0,2-3 97,-1-1 0,-1 0 0,0-1 1,-1 1-1,-1 0 0,0-1 0,-1-15 0,0 25-115,-1 0 0,0 0 0,1 0 0,-2 1 0,1-1 0,-1 0 1,1 0-1,-1 1 0,0-1 0,-6-7 0,7 10-229,-1-1 0,0 1 0,1 0 0,-1 0 0,0 0 0,0 0 0,-1 1 0,1-1 0,0 0 0,0 1 0,-1-1 0,1 1 0,-1 0 0,1 0 1,-1 0-1,0 0 0,1 1 0,-1-1 0,0 1 0,-4-1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25.357"/>
    </inkml:context>
    <inkml:brush xml:id="br0">
      <inkml:brushProperty name="width" value="0.05" units="cm"/>
      <inkml:brushProperty name="height" value="0.05" units="cm"/>
      <inkml:brushProperty name="color" value="#E71224"/>
    </inkml:brush>
  </inkml:definitions>
  <inkml:trace contextRef="#ctx0" brushRef="#br0">74 0 17576,'0'0'7382,"9"20"-7051,-1-6-356,-1 1-1,-1 1 1,6 23 0,-12-37 7,0 1 0,0 0 1,0-1-1,0 1 1,-1-1-1,1 1 0,-1-1 1,0 1-1,0-1 0,0 1 1,0-1-1,0 0 1,0 1-1,-1-1 0,1 0 1,-1 0-1,1 0 1,-1 0-1,-3 2 0,-41 33-350,28-24 195,15-11 143,1-1 21,0 0 0,0 0 0,0 1 0,0-1 1,1 1-1,-1-1 0,1 1 0,-1-1 0,1 1 0,-1 0 0,1 0 0,0 0 1,0-1-1,0 1 0,0 0 0,0 1 0,0-1 0,1 0 0,-1 0 1,1 0-1,0 0 0,-1 0 0,1 4 0,3-4 69,0-1 1,0 0-1,0 0 1,0 0-1,0 0 1,1-1-1,-1 1 1,0-1-1,0 0 0,0 0 1,1 0-1,-1 0 1,4-1-1,-1 1 97,36 0-134,1-1-1,0-2 0,-1-1 1,54-14-1,-80 12-2637,-7-1-3817</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25.724"/>
    </inkml:context>
    <inkml:brush xml:id="br0">
      <inkml:brushProperty name="width" value="0.05" units="cm"/>
      <inkml:brushProperty name="height" value="0.05" units="cm"/>
      <inkml:brushProperty name="color" value="#E71224"/>
    </inkml:brush>
  </inkml:definitions>
  <inkml:trace contextRef="#ctx0" brushRef="#br0">1 0 19689,'0'0'10720,"4"7"-10390,5 12-228,-2-1-1,0 1 0,-1 0 1,-1 0-1,0 1 0,-2-1 1,2 32-1,-3 157-1634,-4-119-1680,2-72 1712,1 21-7344</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26.056"/>
    </inkml:context>
    <inkml:brush xml:id="br0">
      <inkml:brushProperty name="width" value="0.05" units="cm"/>
      <inkml:brushProperty name="height" value="0.05" units="cm"/>
      <inkml:brushProperty name="color" value="#E71224"/>
    </inkml:brush>
  </inkml:definitions>
  <inkml:trace contextRef="#ctx0" brushRef="#br0">1 176 16295,'0'0'11958,"22"-18"-11638,24 18-96,7 0-32,3 0-160,-3 2-32,-1 1-64,-11-1 16,-8-2-576,-15 0-817,-9 0-1680</inkml:trace>
  <inkml:trace contextRef="#ctx0" brushRef="#br0" timeOffset="1">122 0 14743,'0'0'12806,"-12"60"-12102,12-14-176,0 0-448,0 4 0,0-3-80,-9-1-608,-1-5-561,6-4-1424,4-8-2241,0-6-2689</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27.097"/>
    </inkml:context>
    <inkml:brush xml:id="br0">
      <inkml:brushProperty name="width" value="0.05" units="cm"/>
      <inkml:brushProperty name="height" value="0.05" units="cm"/>
      <inkml:brushProperty name="color" value="#E71224"/>
    </inkml:brush>
  </inkml:definitions>
  <inkml:trace contextRef="#ctx0" brushRef="#br0">0 1 17192,'0'0'9767,"4"10"-9596,3 25-80,-1 1 0,-2-1 0,-1 1 0,-4 57 0,1-56-263,0-37 167,0 0 1,0 1-1,0-1 1,0 0-1,0 0 1,0 1-1,0-1 1,0 0-1,0 1 1,0-1-1,0 0 1,0 1-1,0-1 1,0 0-1,0 0 1,0 1-1,0-1 1,0 0 0,1 1-1,-1-1 1,0 0-1,0 0 1,0 0-1,1 1 1,-1-1-1,0 0 1,0 0-1,0 1 1,1-1-1,-1 0 1,0 0-1,0 0 1,1 0-1,-1 0 1,0 0-1,1 1 1,-1-1 0,0 0-1,0 0 1,1 0-1,-1 0 1,0 0-1,1 0 1,16-9 64,10-17 63,-14 10-78,-5 7-17,-1 0-1,0-1 1,0 0-1,-1 0 1,0-1-1,6-15 1,-12 34-66,0 0 0,0 0 0,1 0 0,0 0 0,1 0 0,0 0 0,0 0 0,0 0 0,1-1-1,0 1 1,6 8 0,-8-14 26,0 0 0,0 1 0,0-1 0,0-1 0,0 1 0,0 0 0,1 0 0,-1 0 0,1-1 0,-1 1 0,1 0 0,0-1 0,-1 0 0,1 1 0,0-1 0,0 0-1,0 0 1,0 0 0,0 0 0,0 0 0,0-1 0,1 1 0,-1 0 0,0-1 0,0 0 0,0 0 0,1 1 0,-1-1 0,0-1 0,0 1 0,1 0 0,-1 0 0,0-1 0,0 1-1,0-1 1,1 0 0,-1 0 0,0 0 0,3-2 0,0 0 43,1 0 0,-1-1 1,0 0-1,-1 0 0,1 0 0,-1-1 0,1 1 0,-1-1 1,-1 0-1,1-1 0,-1 1 0,6-12 0,-6 6-170,0 0-1,0 0 1,-1 0-1,-1-1 1,0 1-1,-1-21 1,-9 50-15496,9-17 15388,0 0 0,1-1-1,-1 1 1,0 0 0,1 0-1,-1-1 1,0 1 0,1 0-1,-1-1 1,2 2 0,2 0 220,0 0 0,0 0 0,0 0 0,0 0 0,0 0 0,1-1 0,-1 0 0,1 0 0,-1 0 1,9 0-1,57-1 5089,-32 0-1739,-34 0-3038,1 0 0,0 1 0,0-1 0,-1 1 0,1 0 0,-1 0 0,1 1 0,-1-1 0,1 1 0,-1 0 0,5 3 0,-7-4-293,-1 1 1,0-1-1,0 0 1,0 1-1,0-1 1,0 1-1,0-1 1,0 1-1,0-1 1,0 1 0,-1 0-1,1-1 1,-1 1-1,1 0 1,-1-1-1,0 1 1,0 0-1,0 0 1,0-1-1,0 1 1,0 0-1,0 0 1,0 0-1,-1-1 1,1 1 0,-1 0-1,1-1 1,-1 1-1,0 0 1,1-1-1,-1 1 1,0-1-1,0 1 1,-2 1-1,-17 25-298,13-21 55,1 1 0,0 1 1,1-1-1,0 1 0,-6 12 1,11-20 210,-1 1 1,0 0 0,1 0-1,0 0 1,-1 0 0,1 0-1,0 0 1,0-1 0,0 1-1,0 0 1,0 0 0,0 0-1,1 0 1,-1 0 0,1 0-1,-1 0 1,1-1 0,0 1-1,-1 0 1,1 0 0,0-1-1,0 1 1,1 0 0,-1-1-1,0 1 1,0-1 0,1 0-1,-1 1 1,1-1 0,-1 0-1,1 0 1,-1 0 0,3 1-1,26 10 215,13 6 1040,-42-17-1113,1 0-1,-1-1 0,0 1 0,1 0 1,-1 0-1,0 0 0,0 0 0,0 0 1,0 0-1,0 0 0,0 0 1,0 1-1,0-1 0,0 0 0,0 0 1,-1 1-1,1-1 0,0 1 0,-1-1 1,1 1-1,-1-1 0,0 2 0,0-2-82,0 0 0,-1-1 0,0 1-1,1 0 1,-1-1 0,1 1 0,-1-1 0,0 1-1,1-1 1,-1 1 0,0-1 0,0 1-1,1-1 1,-1 0 0,0 1 0,0-1 0,0 0-1,0 0 1,1 1 0,-1-1 0,0 0-1,0 0 1,-1 0 0,-28 3 119,25-3-110,-74 4-567,28-6-6467</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27.468"/>
    </inkml:context>
    <inkml:brush xml:id="br0">
      <inkml:brushProperty name="width" value="0.05" units="cm"/>
      <inkml:brushProperty name="height" value="0.05" units="cm"/>
      <inkml:brushProperty name="color" value="#E71224"/>
    </inkml:brush>
  </inkml:definitions>
  <inkml:trace contextRef="#ctx0" brushRef="#br0">11 4 15431,'0'0'12926,"0"-1"-12913,0 1 0,0 0 1,1-1-1,-1 1 0,0 0 0,0 0 0,1 0 1,-1-1-1,0 1 0,1 0 0,-1 0 0,0 0 0,1 0 1,-1-1-1,1 1 0,-1 0 0,0 0 0,1 0 1,-1 0-1,0 0 0,1 0 0,-1 0 0,1 0 1,-1 0-1,0 0 0,1 0 0,-1 1 0,0-1 1,1 0-1,-1 0 0,0 0 0,1 0 0,-1 1 0,0-1 1,1 0-1,-1 0 0,0 0 0,1 1 0,-1-1 1,0 0-1,0 1 0,1-1 0,-1 0 0,0 0 1,0 1-1,0-1 0,0 0 0,1 1 0,-1-1 1,0 1-1,0-1 0,0 0 0,0 1 0,5 13 102,0 0 0,0 0 0,-2 0 0,0 1 0,-1-1 0,1 17 0,3 10 3,19 168-253,-23-170-1733,-6 62 0,4-97 1449,0 0 0,-1-1-1,0 1 1,0 0 0,0 0-1,0 0 1,-1 0 0,1-1 0,-1 1-1,0-1 1,0 1 0,0-1-1,-1 0 1,1 0 0,-1 0-1,0 0 1,1 0 0,-1 0 0,-1-1-1,1 0 1,0 1 0,-1-1-1,-4 2 1,-19 5-4402</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27.806"/>
    </inkml:context>
    <inkml:brush xml:id="br0">
      <inkml:brushProperty name="width" value="0.05" units="cm"/>
      <inkml:brushProperty name="height" value="0.05" units="cm"/>
      <inkml:brushProperty name="color" value="#E71224"/>
    </inkml:brush>
  </inkml:definitions>
  <inkml:trace contextRef="#ctx0" brushRef="#br0">27 51 13622,'0'0'11365,"0"-11"-10708,0-22-443,0 26-147,0 25 7,0 34 162,-18 389-232,16-425-229,0-6-164,0 0-1,1 0 1,0 0-1,1 0 1,0 0-1,0 0 1,1 0-1,4 16 1,-4-24 226,0-1 0,0 1 1,0-1-1,0 0 0,0 0 0,1 1 1,-1-1-1,0 0 0,1 0 0,-1-1 1,1 1-1,-1 0 0,1 0 0,0-1 1,-1 1-1,1-1 0,0 1 0,-1-1 0,3 1 1,36 2-3568,-32-3 2543,41 0-6875</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28.158"/>
    </inkml:context>
    <inkml:brush xml:id="br0">
      <inkml:brushProperty name="width" value="0.05" units="cm"/>
      <inkml:brushProperty name="height" value="0.05" units="cm"/>
      <inkml:brushProperty name="color" value="#E71224"/>
    </inkml:brush>
  </inkml:definitions>
  <inkml:trace contextRef="#ctx0" brushRef="#br0">3 1 15031,'0'0'9716,"-2"0"-9604,27 0 144,5 0-111,1 5-145,-2 1-481,-2-1-1696,2 1-880,-2-6-913,-3 0-2817</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28.507"/>
    </inkml:context>
    <inkml:brush xml:id="br0">
      <inkml:brushProperty name="width" value="0.05" units="cm"/>
      <inkml:brushProperty name="height" value="0.05" units="cm"/>
      <inkml:brushProperty name="color" value="#E71224"/>
    </inkml:brush>
  </inkml:definitions>
  <inkml:trace contextRef="#ctx0" brushRef="#br0">22 15 5827,'0'0'16471,"0"-15"-15975,-21 30-16983</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28.856"/>
    </inkml:context>
    <inkml:brush xml:id="br0">
      <inkml:brushProperty name="width" value="0.05" units="cm"/>
      <inkml:brushProperty name="height" value="0.05" units="cm"/>
      <inkml:brushProperty name="color" value="#E71224"/>
    </inkml:brush>
  </inkml:definitions>
  <inkml:trace contextRef="#ctx0" brushRef="#br0">120 38 4210,'-120'-37'22090,"120"39"-21514,0 20-448,0 8 128,0 7 97,0 0-305,0 4-16,0-4-32,0-2-304,0-6-1153,0-4-1921,0-9-1168</inkml:trace>
  <inkml:trace contextRef="#ctx0" brushRef="#br0" timeOffset="1">134 292 11077,'0'0'3954,"111"-6"-8596,-84 6-3554</inkml:trace>
  <inkml:trace contextRef="#ctx0" brushRef="#br0" timeOffset="2">536 312 10709,'0'0'8804,"94"11"-9140,-67-3-1489,10-1-2993,4 2-3330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29.190"/>
    </inkml:context>
    <inkml:brush xml:id="br0">
      <inkml:brushProperty name="width" value="0.05" units="cm"/>
      <inkml:brushProperty name="height" value="0.05" units="cm"/>
      <inkml:brushProperty name="color" value="#E71224"/>
    </inkml:brush>
  </inkml:definitions>
  <inkml:trace contextRef="#ctx0" brushRef="#br0">0 0 10677,'0'0'15527,"62"0"-15527,-62 4-3009,-14 7-2002</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29.541"/>
    </inkml:context>
    <inkml:brush xml:id="br0">
      <inkml:brushProperty name="width" value="0.05" units="cm"/>
      <inkml:brushProperty name="height" value="0.05" units="cm"/>
      <inkml:brushProperty name="color" value="#E71224"/>
    </inkml:brush>
  </inkml:definitions>
  <inkml:trace contextRef="#ctx0" brushRef="#br0">1 97 17816,'0'0'5325,"13"-16"-2916,39-48-683,-39 48-570,-13 48-217,-17 331-118,9-226-4468,8-136 3447,0 0-1,0 0 0,0 0 0,0 0 0,0-1 0,0 1 0,0 0 0,1 0 1,-1 0-1,0 0 0,0 0 0,1-1 0,-1 1 0,0 0 0,1 0 0,-1 0 1,1-1-1,-1 1 0,1 0 0,0-1 0,-1 1 0,1 0 0,-1-1 0,1 1 1,0-1-1,0 1 0,0-1 0,18 4-6324,1-4-5086</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29.957"/>
    </inkml:context>
    <inkml:brush xml:id="br0">
      <inkml:brushProperty name="width" value="0.05" units="cm"/>
      <inkml:brushProperty name="height" value="0.05" units="cm"/>
      <inkml:brushProperty name="color" value="#E71224"/>
    </inkml:brush>
  </inkml:definitions>
  <inkml:trace contextRef="#ctx0" brushRef="#br0">0 1 16728,'0'0'11344,"1"5"-11267,5 61-13,-6-53-190,1 0 1,0 1-1,0-1 0,1 0 1,1 0-1,0 0 0,1 0 1,1-1-1,5 13 0,-9-24 84,1 1 0,-1-1 0,1 1 0,-1-1-1,1 0 1,-1 0 0,1 0 0,0 0 0,0 0 0,-1 0-1,1 0 1,0-1 0,0 1 0,0 0 0,0-1-1,0 0 1,0 1 0,0-1 0,0 0 0,0 0 0,0 0-1,0 0 1,0-1 0,0 1 0,0-1 0,0 1-1,0-1 1,-1 1 0,4-2 0,3-1 51,-1 0-1,1-1 1,-1 0-1,0 0 1,10-7-1,38-38-16,-54 48-53,13 30-761,-13-26 723,0 0 0,0 0 0,0 0 0,0 0 0,1-1 0,-1 1 0,1 0 0,0-1 1,-1 1-1,4 2 0,-2-2 115,0 0 1,0-1 0,0 1-1,0-1 1,0 0-1,1 0 1,-1 0 0,1-1-1,0 1 1,-1-1-1,1 0 1,0 0 0,0 0-1,0 0 1,0-1-1,0 0 1,0 1 0,0-1-1,-1-1 1,1 1-1,0-1 1,0 1 0,0-1-1,0 0 1,0 0-1,-1-1 1,1 1-1,0-1 1,-1 0 0,5-3-1,-3 1 130,1 0 0,-1-1-1,0 1 1,0-1 0,-1 0-1,1-1 1,-1 1 0,0-1-1,-1 0 1,1 0 0,-1 0-1,0 0 1,-1-1 0,1 1-1,-1-1 1,1-9 0,-1 5-17,-1 0 1,0 0-1,0 0 1,-2-15-1,1 25-217,-1-1-1,1 0 1,0 0-1,0 1 1,-1-1-1,1 0 1,-1 0-1,1 1 1,-1-1-1,0 0 1,1 1 0,-1-1-1,0 1 1,0-1-1,0 1 1,0 0-1,-1-1 1,1 1-1,0 0 1,-1 0-1,1 0 1,0-1-1,-1 2 1,1-1-1,-1 0 1,0 0-1,1 0 1,-1 1-1,0-1 1,1 1-1,-1-1 1,0 1-1,0 0 1,-2 0-1,-4 1-3440,5 5-1351</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30.574"/>
    </inkml:context>
    <inkml:brush xml:id="br0">
      <inkml:brushProperty name="width" value="0.05" units="cm"/>
      <inkml:brushProperty name="height" value="0.05" units="cm"/>
      <inkml:brushProperty name="color" value="#E71224"/>
    </inkml:brush>
  </inkml:definitions>
  <inkml:trace contextRef="#ctx0" brushRef="#br0">6 88 12182,'0'0'11488,"-1"-10"-10669,0 2-601,0 5-154,0 0 1,1 0-1,-1-1 0,1 1 0,0 0 0,0 0 0,0 0 0,0 0 0,0 0 0,1 0 0,0 0 0,0-3 0,1 4 3,-1 0 0,1 0 1,0 0-1,-1 0 0,1 1 1,0-1-1,0 1 0,0 0 1,0-1-1,0 1 0,0 0 1,0 0-1,1 0 0,-1 0 1,0 1-1,1-1 0,-1 1 1,0-1-1,4 1 0,-4-1-75,0 1 0,-1 0-1,1-1 1,0 1 0,-1 0 0,1 0-1,0 0 1,-1 0 0,1 0 0,0 0-1,-1 1 1,1-1 0,0 0-1,-1 1 1,1-1 0,-1 1 0,1 0-1,-1 0 1,1-1 0,-1 1 0,1 0-1,-1 0 1,0 0 0,1 0-1,-1 1 1,2 1 0,-2 21-196,-1-20 101,0-1-1,0 0 0,0 0 1,0 1-1,1-1 0,0 0 0,-1 0 1,1 0-1,1 4 0,0-7 110,0 0 0,0 0 0,0 0 0,0 0 1,0 0-1,0 0 0,0 0 0,0-1 0,0 1 0,0-1 0,-1 0 0,1 1 0,0-1 0,0 0 0,-1 0 0,1 0 0,0 0 0,-1-1 0,1 1 0,-1 0 0,3-3 0,1 0 40,4-2 136,-3 1-4,1 0 0,-1 0 0,1 1 1,0 0-1,1 0 0,-1 1 0,0 0 1,1 0-1,0 1 0,10-2 0,-17 4-166,0 1-1,0-1 0,0 1 1,0-1-1,0 1 0,-1 0 0,1-1 1,0 1-1,0 0 0,0 0 1,-1 0-1,1 0 0,0-1 0,-1 1 1,1 0-1,0 0 0,-1 0 1,1 0-1,-1 0 0,0 0 1,1 2-1,9 27-69,-8-23 65,18 76-747,-12-26-7218,-7-46 3154</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30.974"/>
    </inkml:context>
    <inkml:brush xml:id="br0">
      <inkml:brushProperty name="width" value="0.05" units="cm"/>
      <inkml:brushProperty name="height" value="0.05" units="cm"/>
      <inkml:brushProperty name="color" value="#E71224"/>
    </inkml:brush>
  </inkml:definitions>
  <inkml:trace contextRef="#ctx0" brushRef="#br0">1 140 10053,'0'0'5616,"0"-16"-1996,0-62 89,0 33 3798,0 56-7350,0 653-2171,3-604 551,6-29-912,6-11-3354,-8-17 585</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6:32.487"/>
    </inkml:context>
    <inkml:brush xml:id="br0">
      <inkml:brushProperty name="width" value="0.05" units="cm"/>
      <inkml:brushProperty name="height" value="0.05" units="cm"/>
      <inkml:brushProperty name="color" value="#E71224"/>
    </inkml:brush>
  </inkml:definitions>
  <inkml:trace contextRef="#ctx0" brushRef="#br0">402 5 15127,'0'0'9135,"6"-1"-8375,3 0-672,-1 0 0,1 0 0,-1 1 0,1 0 0,0 0 0,-1 1 0,1 0 0,-1 0 0,0 1 0,1 1 0,-1-1-1,0 1 1,10 5 0,-12-4-84,0 0-1,0 0 0,-1 1 0,1 0 0,-1 0 0,0 0 1,0 1-1,-1-1 0,0 1 0,0 0 0,0 0 1,-1 1-1,1-1 0,-1 1 0,-1 0 0,0 0 1,2 8-1,0 3-15,-1-1 1,-1 1 0,0 1 0,-1-1-1,-2 0 1,-3 30 0,-28 108-119,15-81 139,3-8 32,3 1 1,3 1 0,3-1 0,3 1 0,13 129-1,-5-150-34,-3 0 0,-1 0-1,-7 53 1,5-93 13,-1 0 1,-1 0-1,0 1 1,0-1-1,0 0 1,-1-1-1,0 1 0,-1 0 1,1-1-1,-2 0 1,1 0-1,-1 0 0,0 0 1,0-1-1,-1 0 1,0 0-1,-10 8 0,6-7 42,0-1 0,0-1 0,0 0 0,-1 0 0,0-1-1,0-1 1,0 0 0,0 0 0,-1-1 0,1 0 0,-1-1-1,-12 0 1,-5-1-289,0-1 0,0-1 0,-42-9 0,46 5-1262,-1-1 0,-25-12-1,-9-9-3693</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4:49.275"/>
    </inkml:context>
    <inkml:brush xml:id="br0">
      <inkml:brushProperty name="width" value="0.05" units="cm"/>
      <inkml:brushProperty name="height" value="0.05" units="cm"/>
      <inkml:brushProperty name="color" value="#E71224"/>
    </inkml:brush>
  </inkml:definitions>
  <inkml:trace contextRef="#ctx0" brushRef="#br0">1 182 9540,'0'0'5368,"2"-19"-3303,2 0-1473,8-63 1444,-8 20 4711,-4 92-6277,-7 361 609,0 10-4213,8-400 2255,-1-1 659,1 1 1,-1-1-1,0 0 0,0 0 0,1 0 0,-1 0 1,0 0-1,1 0 0,-1 1 0,0-1 1,1 0-1,-1 0 0,0 0 0,1 0 0,-1 0 1,0 0-1,1 0 0,-1 0 0,0 0 0,1-1 1,-1 1-1,0 0 0,1 0 0,-1 0 1,0 0-1,1 0 0,-1 0 0,0-1 0,1 1 1,9-8-4522</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4:49.633"/>
    </inkml:context>
    <inkml:brush xml:id="br0">
      <inkml:brushProperty name="width" value="0.05" units="cm"/>
      <inkml:brushProperty name="height" value="0.05" units="cm"/>
      <inkml:brushProperty name="color" value="#E71224"/>
    </inkml:brush>
  </inkml:definitions>
  <inkml:trace contextRef="#ctx0" brushRef="#br0">1 100 12358,'0'0'2185,"0"-16"106,0-43-308,0 34 3785,10 659-4269,-10-620-1680,3 54 249,-3-64-372,1 0 1,0 0-1,0-1 0,0 1 1,0 0-1,1 0 0,-1 0 1,1-1-1,0 1 0,0-1 0,1 1 1,-1-1-1,5 5 0,-3-6-2110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4:49.968"/>
    </inkml:context>
    <inkml:brush xml:id="br0">
      <inkml:brushProperty name="width" value="0.05" units="cm"/>
      <inkml:brushProperty name="height" value="0.05" units="cm"/>
      <inkml:brushProperty name="color" value="#E71224"/>
    </inkml:brush>
  </inkml:definitions>
  <inkml:trace contextRef="#ctx0" brushRef="#br0">0 31 15239,'0'0'7878,"11"14"-7088,15 25-359,-13-18-369,0 0 0,1-1 0,2-1 0,0-1 0,0 0-1,26 20 1,-37-35-71,1 0 0,0 0 0,0-1 0,0 0 1,0 0-1,0-1 0,0 0 0,1 0 0,-1 0 0,0-1 0,1 1 0,-1-2 0,0 1 0,1-1 0,-1 0 0,0 0 0,0 0 0,0-1 0,0 0 0,0-1 0,0 1 0,0-1 0,-1 0 0,1 0 0,8-8 0,6-4 38,-1-1-1,0 0 1,-1-2 0,-1 0-1,16-22 1,38-61 54,-73 162-7657,-10-23-1945</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4:50.454"/>
    </inkml:context>
    <inkml:brush xml:id="br0">
      <inkml:brushProperty name="width" value="0.05" units="cm"/>
      <inkml:brushProperty name="height" value="0.05" units="cm"/>
      <inkml:brushProperty name="color" value="#E71224"/>
    </inkml:brush>
  </inkml:definitions>
  <inkml:trace contextRef="#ctx0" brushRef="#br0">289 69 16760,'0'0'5752,"-21"-13"-4336,-67-36-573,87 48-825,-1 0-1,1 0 1,-1 1 0,1-1-1,-1 0 1,0 1-1,1-1 1,-1 1-1,0 0 1,0 0 0,1-1-1,-1 1 1,0 0-1,0 0 1,1 1-1,-1-1 1,0 0-1,0 1 1,1-1 0,-1 1-1,0-1 1,1 1-1,-1 0 1,1 0-1,-1-1 1,1 1 0,-1 0-1,1 1 1,-1-1-1,1 0 1,0 0-1,0 0 1,0 1 0,0-1-1,0 1 1,0-1-1,0 1 1,0-1-1,0 1 1,1-1-1,-1 1 1,1 0 0,-1 0-1,1-1 1,-1 4-1,-2 4 34,-7 18 99,1 1 0,2-1 0,1 2 0,-5 45 0,1 120 473,10-169-534,8 412 746,-1-263-701,-7-125-91,0-48-134,-1-21-2670,0 12 1954,-1 0 0,0-1 1,-1 1-1,0 0 0,0 0 1,-1 0-1,0 1 0,-7-11 1,-6-13-3388,-8-20-7043</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4:50.954"/>
    </inkml:context>
    <inkml:brush xml:id="br0">
      <inkml:brushProperty name="width" value="0.05" units="cm"/>
      <inkml:brushProperty name="height" value="0.05" units="cm"/>
      <inkml:brushProperty name="color" value="#E71224"/>
    </inkml:brush>
  </inkml:definitions>
  <inkml:trace contextRef="#ctx0" brushRef="#br0">0 46 12886,'0'0'7382,"20"-4"-6451,18-4-743,0 2 0,1 2-1,-1 1 1,46 3 0,-50 3-162,1 1-421,51-3 1,-59-14 609,1-2 199,-27 15-406,0 0-1,0 0 1,0 0-1,0 0 1,0 0-1,0 0 1,0 0-1,0 0 1,0 1-1,0-1 1,0 0-1,0 1 1,0-1-1,0 0 1,0 1-1,0-1 1,-1 1-1,1 0 1,0-1-1,0 1 1,-1 0-1,1-1 0,0 1 1,-1 0-1,1 0 1,0-1-1,-1 1 1,1 0-1,0 1 1,19 53 21,-17-46-38,-1-1 0,2 1 0,-1 0-1,1-1 1,0 0 0,7 11 0,-9-18-7,-1 1 0,0-1 0,0 0 0,1-1 0,-1 1 0,1 0 0,-1 0 0,1 0 0,-1-1 0,1 1 0,-1-1-1,1 1 1,0-1 0,-1 0 0,1 0 0,0 0 0,-1 0 0,1 0 0,0 0 0,-1 0 0,1 0 0,0-1 0,-1 1 0,1 0 0,-1-1 0,1 0 0,2 0 0,45-25 145,-38 19-118,-8 5 17,-1 1 1,1-1-1,0 1 1,0-1 0,0 1-1,0 0 1,0 0-1,0 0 1,5 0 0,-7 1-31,1 1 1,-1-1-1,1 1 1,-1-1-1,0 1 1,0 0-1,1-1 1,-1 1-1,0 0 1,0 0-1,0 0 1,0 0-1,0 0 1,0 0 0,0 0-1,0 0 1,0 0-1,0 1 1,0-1-1,-1 0 1,1 2-1,0-1-9,0-1-1,0 1 1,0-1-1,0 0 1,0 1-1,0-1 1,1 0-1,-1 0 1,0 0-1,1 0 1,-1 0-1,0 0 1,1 0-1,-1 0 1,1 0-1,0-1 1,-1 1-1,1-1 1,0 1-1,-1-1 0,1 0 1,2 1-1,36-9 127,-38 7-113,1-1 1,0 1-1,-1 0 0,1 1 1,0-1-1,0 0 0,-1 1 1,1-1-1,0 1 1,0 0-1,0 0 0,0 0 1,-1 0-1,1 1 0,0-1 1,0 1-1,0-1 1,-1 1-1,1 0 0,0 0 1,-1 0-1,1 1 0,4 2 1,29 26-1230,8-7-3944,-20-16-55</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4:51.301"/>
    </inkml:context>
    <inkml:brush xml:id="br0">
      <inkml:brushProperty name="width" value="0.05" units="cm"/>
      <inkml:brushProperty name="height" value="0.05" units="cm"/>
      <inkml:brushProperty name="color" value="#E71224"/>
    </inkml:brush>
  </inkml:definitions>
  <inkml:trace contextRef="#ctx0" brushRef="#br0">100 0 10885,'0'0'10872,"-10"2"-10331,6-1-514,-1-1 0,1 1 0,0 0 0,0 1-1,0-1 1,-1 1 0,2 0 0,-1 0 0,0 0 0,0 0-1,1 1 1,-1 0 0,1-1 0,0 1 0,0 0 0,0 1 0,0-1-1,0 0 1,1 1 0,-1 0 0,1 0 0,0-1 0,0 1-1,1 0 1,-1 0 0,1 1 0,0-1 0,0 0 0,0 0-1,1 1 1,-1-1 0,1 6 0,0-8-35,1 0 0,0-1 0,-1 1 0,1 0 0,0 0 1,0-1-1,0 1 0,0 0 0,0-1 0,0 1 0,0-1 0,1 1 0,-1-1 0,1 0 0,-1 0 1,1 1-1,-1-1 0,1 0 0,0 0 0,-1 0 0,1-1 0,0 1 0,0 0 0,0-1 0,0 1 1,-1-1-1,1 0 0,0 1 0,4-1 0,62 5-1632,-64-5 1375,9 0-384,-9 0 248,1 1-1,-1-1 1,0 0 0,0 0 0,0 0 0,0-1-1,0 0 1,0 1 0,0-1 0,0-1 0,0 1-1,0-1 1,0 1 0,0-1 0,-1 0 0,1 0 0,3-4-1,15-17-4221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4:51.635"/>
    </inkml:context>
    <inkml:brush xml:id="br0">
      <inkml:brushProperty name="width" value="0.05" units="cm"/>
      <inkml:brushProperty name="height" value="0.05" units="cm"/>
      <inkml:brushProperty name="color" value="#E71224"/>
    </inkml:brush>
  </inkml:definitions>
  <inkml:trace contextRef="#ctx0" brushRef="#br0">0 0 10341,'0'0'12520,"2"4"-12344,0 1-183,0 1 0,1-1-1,-1 0 1,2 1 0,-1-1 0,6 7-1,-8-11-9,0 0-1,0 0 0,0 0 0,0 0 1,1-1-1,-1 1 0,0 0 0,0 0 1,1-1-1,-1 1 0,0-1 0,1 1 1,-1-1-1,0 0 0,1 1 0,-1-1 0,1 0 1,-1 0-1,0 0 0,1 0 0,-1 0 1,1 0-1,-1-1 0,0 1 0,1 0 1,-1-1-1,0 1 0,1-1 0,-1 1 1,0-1-1,0 0 0,1 0 0,-1 1 1,0-1-1,0 0 0,0 0 0,1-1 1,1 0-5,-1-1 41,1 0-1,-1 1 0,1 0 1,0-1-1,0 1 1,0 1-1,0-1 0,1 0 1,-1 1-1,0-1 0,5 0 1,-6 2-246,0 1-1,-1 0 1,1 0 0,0 0 0,0 0 0,-1 0-1,1 0 1,0 0 0,-1 0 0,1 1 0,-1-1-1,0 0 1,1 1 0,-1 0 0,0-1 0,0 1-1,0 0 1,0-1 0,0 1 0,0 0 0,-1 0-1,2 3 1,10 18-5565</inkml:trace>
  <inkml:trace contextRef="#ctx0" brushRef="#br0" timeOffset="1">284 328 11477,'0'0'10309</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4:52.070"/>
    </inkml:context>
    <inkml:brush xml:id="br0">
      <inkml:brushProperty name="width" value="0.05" units="cm"/>
      <inkml:brushProperty name="height" value="0.05" units="cm"/>
      <inkml:brushProperty name="color" value="#E71224"/>
    </inkml:brush>
  </inkml:definitions>
  <inkml:trace contextRef="#ctx0" brushRef="#br0">65 474 13478,'0'0'12256,"-7"16"-12103,1-1-124,-1 1 1,2 0 0,0 1-1,1-1 1,1 1 0,-3 33 0,6-48-45,0-1 1,0 1 0,0-1 0,0 0-1,1 1 1,-1-1 0,0 0 0,1 1-1,-1-1 1,1 0 0,0 0 0,-1 1-1,1-1 1,0 0 0,0 0 0,-1 0-1,1 0 1,0 0 0,0 0 0,0 0-1,0 0 1,0 0 0,1-1 0,-1 1-1,0 0 1,2 0 0,1 0-5,0 1-1,0-1 1,0-1 0,0 1 0,0-1 0,0 1-1,0-1 1,0 0 0,6-1 0,-4 0 10,0 1 1,0-2 0,0 1 0,-1 0 0,1-1 0,0 0 0,-1 0-1,1-1 1,-1 0 0,0 0 0,0 0 0,0 0 0,7-7 0,-9 6 2,-1 1 1,0-1-1,0 0 1,0 0 0,0 1-1,-1-1 1,0 0-1,1 0 1,-2 0 0,1-1-1,0 1 1,-1 0-1,0 0 1,1 0 0,-2 0-1,1-1 1,0 1-1,-1 0 1,0 0-1,0 0 1,0 0 0,-1 0-1,1 0 1,-1 0-1,0 0 1,0 1 0,0-1-1,-1 1 1,-3-5-1,-8-8-33,0 0 1,-2 1-1,0 1 0,-27-19 0,15 11 41,26 20-4,-1 0-1,0 0 1,1 0 0,-1-1 0,1 1 0,0-1-1,0 1 1,0-1 0,0 0 0,0 0 0,0 0-1,1 0 1,0 0 0,-1 0 0,1-1 0,0 1 0,1 0-1,-1 0 1,1-1 0,-1 1 0,1-4 0,1 3-5,0 0 1,0 0-1,0 0 1,1 0-1,-1 0 1,1 1 0,0-1-1,0 1 1,1-1-1,-1 1 1,1 0 0,0-1-1,-1 2 1,1-1-1,1 0 1,5-4-1,87-64-89,68-55 216,-151 115-9,42-34 382,-52 43-383,-1 1 0,1-1 0,0 0 0,-1 1 0,1-1-1,0 1 1,0 0 0,0 0 0,0 0 0,0 0 0,0 1 0,0-1 0,0 1 0,0 0 0,1 0 0,-1 0 0,5 1 0,-6 0-70,0 0 1,-1 1 0,1-1-1,-1 1 1,1-1-1,-1 1 1,1 0-1,-1 0 1,0-1 0,0 1-1,0 0 1,0 0-1,0 0 1,0 0-1,-1 0 1,1 0-1,-1 1 1,1-1 0,-1 0-1,0 0 1,0 0-1,0 0 1,0 1-1,0 1 1,0 4 55,2 40 3,-2 1 1,-2-1 0,-3 0 0,-1 1-1,-3-2 1,-1 0 0,-27 72-1,16-61-224,3 0 0,3 2-1,2-1 1,-9 117 0,21-138-12,7 72 1,-3-95 51,0 0 1,0-1-1,1 1 0,1-1 1,1 0-1,0-1 0,13 23 1,-13-26-267,-3-4 89,0 0 0,0-1 0,1 0 0,0 0 0,0 0 0,0 0 0,0 0 0,1-1 0,0 1 0,0-1 0,10 6 0,-14-10-132,-1 1 0,1-1 0,0 0 0,0 0 0,0 1 0,-1-1 0,1 0 0,0 0 1,0 0-1,0 0 0,-1 0 0,1 0 0,0 0 0,0 0 0,0-1 0,-1 1 0,1 0 0,0 0 0,1-1 1,3-9-5498</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4:52.434"/>
    </inkml:context>
    <inkml:brush xml:id="br0">
      <inkml:brushProperty name="width" value="0.05" units="cm"/>
      <inkml:brushProperty name="height" value="0.05" units="cm"/>
      <inkml:brushProperty name="color" value="#E71224"/>
    </inkml:brush>
  </inkml:definitions>
  <inkml:trace contextRef="#ctx0" brushRef="#br0">1 117 16424,'0'0'8724,"138"-59"-8180,-87 48-352,-4 1-192,-3 3-961,3-1-2096,0-3-1761,3 0-6852</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4:52.801"/>
    </inkml:context>
    <inkml:brush xml:id="br0">
      <inkml:brushProperty name="width" value="0.05" units="cm"/>
      <inkml:brushProperty name="height" value="0.05" units="cm"/>
      <inkml:brushProperty name="color" value="#E71224"/>
    </inkml:brush>
  </inkml:definitions>
  <inkml:trace contextRef="#ctx0" brushRef="#br0">3 55 18136,'0'0'9018,"0"13"-8984,0-2-58,-1-1-8,0-1 0,1 1 0,0 0 0,1-1 0,0 1 0,0 0 0,1-1 0,1 0 0,4 13 0,-7-21 5,1 0 0,0-1-1,-1 1 1,1 0 0,0-1-1,0 1 1,0 0 0,0-1-1,0 1 1,-1-1 0,1 0-1,0 1 1,0-1 0,0 0-1,0 1 1,0-1 0,0 0-1,0 0 1,1 0 0,-1 0-1,0 0 1,0 0 0,0 0-1,0 0 1,0 0 0,0-1-1,0 1 1,0 0 0,0-1-1,0 1 1,0 0 0,-1-1-1,1 1 1,0-1 0,0 0-1,0 1 1,1-2 0,29-25 97,28-49 968,-49 111-977,-10-30-70,1-1 1,0 0-1,0 0 0,1 0 1,-1 1-1,1-1 0,0-1 1,0 1-1,0 0 0,1 0 0,-1-1 1,5 5-1,-4-6-5,0 0-1,0 0 0,0 0 1,0-1-1,0 1 1,0-1-1,1 0 1,-1 0-1,0 0 1,1 0-1,-1-1 1,0 1-1,1-1 0,-1 0 1,1 0-1,4-1 1,-6 1 26,1-1 0,-1 1 0,0-1 1,1 0-1,-1 0 0,0 0 0,1 0 0,-1 0 1,0 0-1,0-1 0,0 1 0,0-1 0,0 0 1,0 1-1,0-1 0,-1 0 0,1 0 0,-1 0 0,1 0 1,-1 0-1,0 0 0,0-1 0,0 1 0,0 0 1,0-1-1,0 1 0,-1-1 0,1 1 0,0-4 1,1-11-32,0 1-1,-1 0 1,-1-23 0,0 26-163,0 1-415,-1-4-1417,3 5-6802</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4:53.168"/>
    </inkml:context>
    <inkml:brush xml:id="br0">
      <inkml:brushProperty name="width" value="0.05" units="cm"/>
      <inkml:brushProperty name="height" value="0.05" units="cm"/>
      <inkml:brushProperty name="color" value="#E71224"/>
    </inkml:brush>
  </inkml:definitions>
  <inkml:trace contextRef="#ctx0" brushRef="#br0">6 9 9428,'0'0'16960,"6"-3"-15978,-5 2-970,-1 1 1,1-1-1,0 1 0,-1-1 1,1 1-1,0 0 1,0-1-1,-1 1 0,1 0 1,0 0-1,0-1 1,-1 1-1,1 0 0,0 0 1,0 0-1,-1 0 1,1 0-1,0 0 1,0 0-1,0 0 0,-1 0 1,1 0-1,0 1 1,0-1-1,-1 0 0,1 1 1,0-1-1,0 0 1,-1 1-1,1-1 0,0 1 1,-1-1-1,1 1 1,-1-1-1,1 1 0,-1-1 1,1 1-1,-1-1 1,1 1-1,-1 0 0,1 0 1,-1-1-1,0 1 1,1 0-1,-1-1 0,0 1 1,0 0-1,1 1 1,0 8 29,-1 0 0,0-1 1,0 1-1,-2 11 0,2-18-45,-4 25 61,-13 47 0,12-58-233,1 0 0,0 1 0,1-1 0,1 1 1,0 0-1,2 0 0,2 29 0,-2-46 151,1 0 0,0 0 0,0 0-1,0-1 1,0 1 0,0 0 0,0-1 0,0 1 0,0-1 0,0 1-1,0-1 1,1 1 0,-1-1 0,0 0 0,0 0 0,0 1-1,0-1 1,1 0 0,-1 0 0,0 0 0,0 0 0,0 0 0,1-1-1,0 1 1,33-6 4,-27 1 38,0-1 0,-1 1 0,0-1 0,0-1 1,0 1-1,0-1 0,-1 0 0,0-1 0,-1 1 0,5-10 1,3-5 527,-1 0 0,14-38 0,-27 72-523,0 0 0,1 0 0,0-1 0,1 1 1,0 0-1,5 18 0,-1 3-4,-4-27-16,-1-2-2,1 0 1,0 1-1,-1-1 1,0 0-1,0 0 1,0 0-1,-1 0 1,1 1-1,-2 3 1,1-6-38,0-1 1,0 1 0,-1 0 0,1-1-1,0 0 1,-1 1 0,1-1 0,-1 0 0,0 0-1,1 0 1,-1 0 0,0 0 0,0 0-1,0 0 1,1-1 0,-1 1 0,0-1 0,0 1-1,0-1 1,0 0 0,-4 0 0,-15 3-2787,-1-2 1,1 0 0,-36-4-1,24-3-4021</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4:53.504"/>
    </inkml:context>
    <inkml:brush xml:id="br0">
      <inkml:brushProperty name="width" value="0.05" units="cm"/>
      <inkml:brushProperty name="height" value="0.05" units="cm"/>
      <inkml:brushProperty name="color" value="#E71224"/>
    </inkml:brush>
  </inkml:definitions>
  <inkml:trace contextRef="#ctx0" brushRef="#br0">1 26 7331,'0'0'15047,"113"-26"-14310,-68 26-337,-1 0-400,-5 0-576,-4 4-1634,2 7-2480</inkml:trace>
  <inkml:trace contextRef="#ctx0" brushRef="#br0" timeOffset="1">802 156 8052,'0'0'20073,"-6"0"-22666,-9 0-2370,1 0-4977</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4:55.885"/>
    </inkml:context>
    <inkml:brush xml:id="br0">
      <inkml:brushProperty name="width" value="0.05" units="cm"/>
      <inkml:brushProperty name="height" value="0.05" units="cm"/>
      <inkml:brushProperty name="color" value="#E71224"/>
    </inkml:brush>
  </inkml:definitions>
  <inkml:trace contextRef="#ctx0" brushRef="#br0">206 132 16664,'0'0'2209,"0"-17"-24,0-47-195,0 13 3119,0 55-4805,0 795-667,0-798 349,0-1-1,-1 1 1,1-1 0,-1 1-1,1 0 1,0-1 0,-1 1-1,1-1 1,-1 0-1,1 1 1,-1-1 0,0 1-1,1-1 1,-1 0-1,1 1 1,-1-1 0,0 0-1,1 0 1,-1 1 0,0-1-1,1 0 1,-1 0-1,0 0 1,1 0 0,-1 0-1,0 0 1,1 0-1,-1 0 1,0 0 0,1 0-1,-1-1 1,0 1 0,1 0-1,-1 0 1,0 0-1,1-1 1,-1 1 0,0-1-1,-30-11-96,14-1 144,0-1 0,0-1 0,2-1 0,0 0 1,-19-27-1,4 5 483,30 39-500,-1-1 0,0 1 0,1 0 0,-1-1 0,1 1 0,-1 0 0,1 0 0,-1-1 0,1 1 0,0 0 0,-1 0 0,1 0 0,0-1 0,0 1 0,0 0 0,-1 0 0,1 0 0,0 0 0,0 0 0,0 0 0,0-1 0,0 1 0,1 0 0,-1 0 0,0 1 0,-1 34-123,1-28 107,1-1-1,0 0 1,0 0-1,0 0 1,1 1-1,0-1 1,0 0-1,0-1 1,1 1-1,0 0 1,1-1-1,6 10 1,-7-12-24,1 0 0,-1 0 0,0-1 0,1 1 0,0-1 0,0 0 0,0 0 0,0-1 0,0 1 0,1-1 0,-1 0 0,1 0 0,-1 0 1,1-1-1,0 0 0,0 0 0,0 0 0,-1 0 0,10 0 0,-6-2 24,-1 1 1,1-1-1,-1 0 0,1 0 1,-1-1-1,0 0 0,1-1 1,-1 0-1,0 0 0,0 0 1,-1-1-1,1 0 1,-1 0-1,0 0 0,0-1 1,0 0-1,0 0 0,-1-1 1,0 0-1,0 0 0,4-7 1,3-4-97,0-1 0,-2 0 0,0-1 0,13-37 0,-16 45-1053,5 7-4089,-4 4-1221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4:56.673"/>
    </inkml:context>
    <inkml:brush xml:id="br0">
      <inkml:brushProperty name="width" value="0.05" units="cm"/>
      <inkml:brushProperty name="height" value="0.05" units="cm"/>
      <inkml:brushProperty name="color" value="#E71224"/>
    </inkml:brush>
  </inkml:definitions>
  <inkml:trace contextRef="#ctx0" brushRef="#br0">295 0 18200,'0'0'7049,"-18"13"-6553,9-8-446,1 1 0,1 0-1,-1 0 1,1 1 0,0 0 0,1 0-1,-1 0 1,2 1 0,-1 0 0,1 0-1,0 0 1,0 1 0,1 0 0,1 0-1,-1 0 1,1 0 0,1 1 0,0-1-1,-2 16 1,-9 497 1648,15-346-1608,-2-147-79,-2 1 0,-7 43 0,6-60-8,0-1 0,-1 1 0,0-1 0,-1 0-1,0 0 1,-1 0 0,0-1 0,-8 12-1,13-23-64,1 0-1,-1 0 1,1 1 0,-1-1-1,1 0 1,-1 0-1,0 0 1,1 0-1,-1 0 1,1 0-1,-1-1 1,1 1-1,-1 0 1,1 0-1,-1 0 1,1 0-1,-1-1 1,1 1-1,-1 0 1,1 0-1,0-1 1,-1 1-1,1 0 1,-1-1 0,1 1-1,0-1 1,-1 1-1,1 0 1,0-1-1,-1 1 1,1-1-1,0 1 1,0-1-1,-1 0 1,-13-19-1649,13 18 1356,-43-64-9212,21 26-1886</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4:57.364"/>
    </inkml:context>
    <inkml:brush xml:id="br0">
      <inkml:brushProperty name="width" value="0.05" units="cm"/>
      <inkml:brushProperty name="height" value="0.05" units="cm"/>
      <inkml:brushProperty name="color" value="#E71224"/>
    </inkml:brush>
  </inkml:definitions>
  <inkml:trace contextRef="#ctx0" brushRef="#br0">1 69 12102,'0'0'8611,"10"1"-8312,40 4-15,-6 1-20,50-1 0,-82-5-222,0 0-1,1-1 1,-1 0 0,0-2 0,0 1 0,-1-1 0,1-1-1,0 0 1,13-7 0,4-9 309,-24 16-246,1 0 1,-1 0-1,1 0 0,-1 0 1,1 1-1,0 0 1,1 1-1,-1-1 0,0 1 1,10-2-1,-15 5-90,0-1 0,0 1 0,1-1 0,-1 1 0,0 0 0,0-1 0,0 1 0,0 0 0,0 0-1,-1 0 1,1 0 0,0 0 0,0 0 0,0 0 0,-1 0 0,1 0 0,-1 0 0,1 0 0,0 2 0,13 32-50,-9-21 73,-2-9-35,-1 1 1,1-1 0,0 0 0,0 0 0,1 0 0,-1-1-1,1 1 1,0-1 0,7 6 0,-9-9-7,1 1 0,0 0 1,0-1-1,0 0 0,0 0 1,0 0-1,0 0 0,0 0 0,1-1 1,-1 1-1,0-1 0,0 0 1,1 0-1,-1 0 0,0 0 0,0-1 1,1 1-1,4-2 0,10-2-24,1 2-1,0 0 1,0 1-1,24 2 1,-1 0-38,-9-3 114,-29 1-52,0 0 0,0 1-1,0-1 1,0 1 0,0 0 0,0 0 0,0 1 0,0-1 0,0 1-1,0 0 1,-1 0 0,1 0 0,0 0 0,0 1 0,-1-1-1,1 1 1,-1 0 0,5 3 0,-1 0-561,0-1-1,1 0 1,-1-1 0,1 0-1,0 0 1,0-1-1,0 0 1,1 0 0,-1-1-1,0 0 1,1 0 0,-1-1-1,1 0 1,-1 0 0,1-1-1,-1 0 1,0-1 0,1 0-1,-1 0 1,0-1 0,8-4-1,-10 5 564,0-1-1,0-1 0,0 1 0,-1-1 0,0 0 1,0 0-1,0 0 0,0-1 0,0 0 1,4-7-1,1-10 4879,-10 21-4738,0 1 0,0 0 0,0-1 0,-1 1 0,1-1 0,0 1 1,0 0-1,0-1 0,0 1 0,0 0 0,-1 0 0,1-1 0,0 1 0,0 0 0,0-1 0,-1 1 0,1 0 0,0 0 1,0-1-1,-1 1 0,1 0 0,0 0 0,-1 0 0,1-1 0,0 1 0,-1 0 0,1 0 0,0 0 0,-1 0 1,1 0-1,0 0 0,-1 0 0,0 0 0,-17 4 2636,0 9-3759,15-9 977,0-1 0,0 0 0,0 1 0,1-1 0,-1 1 0,1 0 0,0 0 0,0 0 0,1 0 0,-1 0 0,1 0 0,0 0 0,0 1 0,0 3 0,1-6-32,0 0 1,1 0 0,-1 0-1,1-1 1,-1 1 0,1 0-1,0-1 1,0 1 0,-1-1-1,1 1 1,0-1 0,0 1-1,1-1 1,-1 1 0,0-1-1,0 0 1,1 0-1,-1 0 1,1 0 0,-1 0-1,1 0 1,-1 0 0,1 0-1,-1 0 1,1-1 0,0 1-1,0-1 1,-1 1 0,1-1-1,0 0 1,0 1-1,-1-1 1,1 0 0,0 0-1,2-1 1,94 4-1714,-90-3 1252,0-1-1,0 0 1,-1 0-1,1-1 1,0 0 0,0-1-1,-1 1 1,1-1-1,-1-1 1,8-4-1,14-15-4261</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4:57.719"/>
    </inkml:context>
    <inkml:brush xml:id="br0">
      <inkml:brushProperty name="width" value="0.05" units="cm"/>
      <inkml:brushProperty name="height" value="0.05" units="cm"/>
      <inkml:brushProperty name="color" value="#E71224"/>
    </inkml:brush>
  </inkml:definitions>
  <inkml:trace contextRef="#ctx0" brushRef="#br0">1 41 4722,'0'0'16432,"2"-5"-16048,8-8-197,-2 24-199,-8-10 19,1 1 0,-1-1 0,0 0 0,1 1 0,-1-1 0,1 0 0,0 0 0,-1 1 0,1-1 0,0 0 0,0 0 0,0 0 0,0 0 0,0 0 0,0 0 0,0 0 0,0 0 0,0-1 0,0 1-1,0 0 1,1-1 0,-1 1 0,0-1 0,0 1 0,1-1 0,-1 1 0,0-1 0,1 0 0,-1 0 0,1 0 0,-1 0 0,0 0 0,1 0 0,-1 0 0,0 0 0,1 0 0,-1-1 0,0 1 0,1 0 0,-1-1 0,0 1 0,1-1 0,-1 0 0,0 1 0,2-2 0,23-18 1239,-23 16-1025,0 1 0,0 0 0,1 0 0,-1 0 0,1 1 0,0-1 0,0 1 0,0 0 0,0 0 0,0 0 0,0 1 0,9-3 0,-11 6-391,-1-1-1,0 0 0,1 1 0,-1-1 1,0 1-1,0 0 0,0-1 1,0 1-1,0 0 0,0 0 1,0 0-1,0 0 0,-1 0 0,1-1 1,-1 1-1,1 0 0,-1 0 1,0 4-1,2 4-1492,6 14-2774,2 0-2881</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4:58.052"/>
    </inkml:context>
    <inkml:brush xml:id="br0">
      <inkml:brushProperty name="width" value="0.05" units="cm"/>
      <inkml:brushProperty name="height" value="0.05" units="cm"/>
      <inkml:brushProperty name="color" value="#E71224"/>
    </inkml:brush>
  </inkml:definitions>
  <inkml:trace contextRef="#ctx0" brushRef="#br0">0 1 16279,'0'0'9365,"23"7"-15592,0 2-1793</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4:58.393"/>
    </inkml:context>
    <inkml:brush xml:id="br0">
      <inkml:brushProperty name="width" value="0.05" units="cm"/>
      <inkml:brushProperty name="height" value="0.05" units="cm"/>
      <inkml:brushProperty name="color" value="#E71224"/>
    </inkml:brush>
  </inkml:definitions>
  <inkml:trace contextRef="#ctx0" brushRef="#br0">54 335 17624,'0'0'10293,"-6"12"-10251,-2 3-80,0 1 0,2 1-1,0 0 1,1 0 0,0 0-1,1 0 1,-2 29 0,6-44-4,1-1 0,-1 1-1,0 0 1,1-1 0,0 1 0,-1 0 0,1-1 0,0 1 0,0-1 0,-1 1 0,1-1 0,0 0 0,1 1 0,-1-1 0,0 0 0,0 0 0,0 1-1,1-1 1,-1 0 0,1 0 0,-1-1 0,1 1 0,-1 0 0,1 0 0,-1-1 0,1 1 0,0-1 0,-1 1 0,1-1 0,0 0 0,-1 0 0,1 0-1,0 0 1,0 0 0,-1 0 0,1 0 0,0 0 0,2-1 0,0 1 37,0-1 0,1 1 0,-1-1 0,0 0 0,0 0 0,0 0 0,0-1 0,0 1 0,0-1 0,0 0 0,0 0 0,-1-1 0,1 1 0,-1-1 0,4-2 0,-3-2-58,0 0 0,-1 0 0,1 0 0,-2-1 0,1 1 0,-1-1 0,0 0 0,0 0 0,-1 1 0,0-1 0,-1 0 0,0 0 0,0 0 0,0 0 0,-3-11 0,0 0-103,-1 0-1,-1 1 1,0-1 0,-2 1-1,-10-21 1,3 13 154,5 12 3,1 0 1,1-1-1,-7-21 1,13 34 15,0-1 1,0 0 0,0 0-1,1 1 1,-1-1-1,1 0 1,0 0 0,0 0-1,0 0 1,0 0 0,0 0-1,1 1 1,-1-1-1,1 0 1,-1 0 0,1 0-1,0 1 1,1-1-1,-1 0 1,0 1 0,1-1-1,-1 1 1,1 0-1,0-1 1,2-1 0,8-5 119,0 0 0,0 2 0,1-1 0,0 1 0,1 1 0,0 1 0,0 0 0,0 0 0,0 1 0,1 1 0,-1 1 0,1 0 0,0 1 0,19 0 0,-30 2-65,0 0 1,-1-1 0,1 1 0,0 1-1,-1-1 1,1 0 0,-1 1 0,1 0 0,-1 0-1,0 0 1,0 0 0,0 0 0,0 1 0,0-1-1,0 1 1,-1 0 0,1 0 0,-1 0-1,0 0 1,0 0 0,0 1 0,0-1 0,0 1-1,-1-1 1,0 1 0,1-1 0,-2 1-1,2 5 1,2 11 103,0 1 0,-2-1 0,0 41-1,-5-8-54,-2 0-1,-15 66 1,9-61-105,-7 92 1,17-90-51,2 1 1,3-2-1,22 110 1,-22-141-171,-3-21-104,0 0 0,0-1 1,0 1-1,1-1 0,5 13 0,-1-16-2518,-2-14 387,0-12-2916,-4-11-7588</inkml:trace>
  <inkml:trace contextRef="#ctx0" brushRef="#br0" timeOffset="1">229 667 17960,'0'0'6115,"134"-71"-4994,-71 55-769,-3 1-352,-8 6-400,-13 1-1633,-4 3-1729,-6-1-1473</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4:58.786"/>
    </inkml:context>
    <inkml:brush xml:id="br0">
      <inkml:brushProperty name="width" value="0.05" units="cm"/>
      <inkml:brushProperty name="height" value="0.05" units="cm"/>
      <inkml:brushProperty name="color" value="#E71224"/>
    </inkml:brush>
  </inkml:definitions>
  <inkml:trace contextRef="#ctx0" brushRef="#br0">2 82 15495,'0'0'10058,"0"12"-9837,0 17-191,-1-8-233,1 0 0,1 0 1,4 26-1,-5-46 123,0 0 1,1 0 0,-1 0-1,0 0 1,1 0-1,-1 0 1,1 0 0,-1 0-1,1 0 1,-1 0-1,1 0 1,0 0 0,-1 0-1,1 0 1,0 0 0,0-1-1,0 1 1,-1 0-1,1-1 1,0 1 0,0-1-1,0 1 1,0-1-1,0 1 1,2 0 0,-1-1 34,0 0 1,1 0-1,-1 0 1,0 0-1,0 0 1,0-1 0,1 1-1,-1-1 1,0 0-1,0 1 1,0-1-1,2-1 1,7-4 157,0-1 1,-1 0-1,14-12 0,-20 16-123,7-6 136,18-13 945,-28 22-1053,0 0-1,0 0 1,-1 0-1,1 0 1,0 0-1,0-1 1,0 1-1,-1 1 0,1-1 1,0 0-1,0 0 1,0 0-1,-1 0 1,1 0-1,0 1 1,0-1-1,-1 0 1,1 1-1,0-1 1,0 1-1,-1-1 1,1 1-1,0-1 1,-1 1-1,1-1 0,-1 1 1,1 0-1,-1-1 1,1 1-1,-1 0 1,1-1-1,-1 1 1,0 0-1,1-1 1,-1 1-1,0 0 1,0 0-1,1 1 1,0 0-53,0 1 0,0 0 0,1 0 0,-1-1 1,1 1-1,0 0 0,-1-1 0,1 0 0,1 1 0,-1-1 1,0 0-1,0 0 0,1 0 0,-1-1 0,1 1 0,0 0 1,-1-1-1,1 0 0,0 0 0,0 1 0,0-2 0,0 1 1,4 1-1,-5-3 58,0 1 0,1 0 1,-1 0-1,0-1 0,1 1 1,-1-1-1,0 0 0,0 0 0,0 0 1,0 0-1,0 0 0,0 0 1,0 0-1,0-1 0,0 1 0,-1-1 1,1 1-1,0-1 0,-1 0 1,1 0-1,-1 0 0,0 0 0,0 1 1,0-2-1,0 1 0,0 0 0,0 0 1,0 0-1,-1 0 0,1-1 1,0-2-1,3-15 72,0 0 1,-1 0-1,-1 0 0,-1 0 1,-1 0-1,-1 0 1,-3-21-1,-3 32-1339,-1 9-4096</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4:59.152"/>
    </inkml:context>
    <inkml:brush xml:id="br0">
      <inkml:brushProperty name="width" value="0.05" units="cm"/>
      <inkml:brushProperty name="height" value="0.05" units="cm"/>
      <inkml:brushProperty name="color" value="#E71224"/>
    </inkml:brush>
  </inkml:definitions>
  <inkml:trace contextRef="#ctx0" brushRef="#br0">1 0 12358,'0'0'13782,"8"6"-13072,-5-3-683,0-1 0,0 0 0,0 1-1,0 0 1,0-1 0,-1 1 0,0 0 0,1 0 0,-1 1 0,0-1 0,0 0 0,-1 1 0,3 6 0,-3-3-14,1-1 0,-2 1 0,1 0 0,-1-1 0,0 1 0,-1 0 0,1-1 0,-1 1 0,-3 9 0,-6 24-409,3-14-460,1-1 1,2 1-1,-3 45 1,9-71 793,-1 1 0,1-1 0,0 1 0,0-1 0,-1 0 0,1 0 0,0 0 0,0 0 0,0 0 0,-1 0 0,1 0 0,0 0 0,0-1 0,0 1 0,-1-1 0,4-1 0,4-3 99,-1-1 0,0 0 1,0 0-1,0 0 0,-1-1 0,10-12 0,-11 12 139,0 0 0,1 1 0,0-1 0,0 1 0,1 1 0,-1-1 0,1 1 0,12-6-1,-19 11-137,0 0-1,-1-1 0,1 1 0,0 0 0,0 0 0,0 0 0,-1 0 1,1-1-1,0 1 0,0 0 0,0 0 0,-1 1 0,1-1 0,0 0 0,0 0 1,0 0-1,-1 0 0,1 1 0,0-1 0,-1 0 0,1 1 0,0-1 1,0 1-1,-1-1 0,1 1 0,-1-1 0,1 1 0,0-1 0,0 2 0,10 28 351,-7 43-227,-4-64-20,0-7-196,-1 1 1,1-1-1,-1 1 0,1-1 1,-1 1-1,0-1 0,0 1 1,0-1-1,0 0 0,0 1 1,-1-1-1,1 0 0,-1 0 1,1 0-1,-1 0 0,0 0 1,0-1-1,0 1 0,0 0 1,0-1-1,0 1 0,0-1 1,-1 0-1,1 0 0,0 0 1,-1 0-1,1 0 0,-1 0 1,1-1-1,-6 1 0,2 0-629,1 0 0,-1 0 0,0-1 0,0 0 1,-12-1-1,14 0-314,-1 0 1,1 0 0,0 0-1,-1-1 1,1 1 0,0-1-1,-6-4 1,-17-14-9933</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4:59.501"/>
    </inkml:context>
    <inkml:brush xml:id="br0">
      <inkml:brushProperty name="width" value="0.05" units="cm"/>
      <inkml:brushProperty name="height" value="0.05" units="cm"/>
      <inkml:brushProperty name="color" value="#E71224"/>
    </inkml:brush>
  </inkml:definitions>
  <inkml:trace contextRef="#ctx0" brushRef="#br0">0 6 16263,'0'0'5171,"132"-5"-3538,-89 5-1185,-2 0-448,-4 11-945,-2 7-2240,5 3-3746</inkml:trace>
  <inkml:trace contextRef="#ctx0" brushRef="#br0" timeOffset="1">834 314 19849,'0'0'4898,"-109"9"-19768</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9:11.391"/>
    </inkml:context>
    <inkml:brush xml:id="br0">
      <inkml:brushProperty name="width" value="0.05" units="cm"/>
      <inkml:brushProperty name="height" value="0.05" units="cm"/>
      <inkml:brushProperty name="color" value="#E71224"/>
    </inkml:brush>
  </inkml:definitions>
  <inkml:trace contextRef="#ctx0" brushRef="#br0">315 547 11493,'0'0'5771,"-22"-8"-4442,-70-18-356,90 26-949,-1-1-1,0 1 0,0 0 1,0 0-1,0 0 1,0 1-1,0-1 0,0 1 1,1-1-1,-1 1 1,0 0-1,0 0 0,1 0 1,-1 1-1,1-1 1,-1 1-1,1-1 0,-1 1 1,1 0-1,0 0 1,0 0-1,0 0 0,0 0 1,0 0-1,0 1 1,1-1-1,-1 1 0,-1 4 1,-2 0 26,-3 6-7,0 0 0,1 1 0,0 0 0,1 1 0,1-1 0,0 1 0,1 0 0,1 1 0,0-1 0,1 1 0,0-1 0,2 1 0,1 17 1,-1-31-43,0 0 0,0-1 0,1 1 0,-1 0 0,1-1 0,-1 1 1,1 0-1,0-1 0,0 1 0,0-1 0,0 1 0,0-1 0,0 1 1,0-1-1,0 0 0,0 0 0,1 0 0,-1 1 0,1-1 0,-1 0 1,0 0-1,4 1 0,-1-1 13,1 1 0,-1-1 0,1 0 0,-1 0 0,1 0 0,-1-1 0,1 1 0,8-2 0,-4 1 45,0-1-1,-1-1 0,1 1 0,-1-1 0,0-1 0,1 1 0,-1-1 0,-1-1 0,14-7 0,-10 2 62,-1-2-1,0 1 0,0-1 1,-1 0-1,-1-1 0,0 0 1,0 0-1,-1-1 1,-1 0-1,0-1 0,-1 1 1,5-20-1,-1-1 51,-2-1 1,-1 0-1,2-70 0,-8 86-157,-1-1 0,0 0-1,-2 0 1,0 1 0,-1 0-1,-1-1 1,0 1 0,-2 1-1,0-1 1,-12-19 0,11 24 1,-1 1 1,0 0-1,-1 0 1,0 1-1,-1 0 1,-1 0-1,0 1 1,0 1-1,-1 0 1,0 1-1,-1 1 1,-24-13-1,27 17-20,1 0 0,-1 0 0,1 1 0,-1 0-1,0 1 1,0 1 0,0-1 0,-16 2-1,25 0-51,1 0-1,-1 0 0,1 0 1,0 1-1,-1-1 1,1 1-1,-1-1 0,1 1 1,0 0-1,-1-1 0,1 1 1,0 0-1,0 0 0,0 0 1,-1 0-1,1 0 0,0 0 1,0 0-1,0 1 0,1-1 1,-1 0-1,0 0 1,0 1-1,1-1 0,-1 0 1,1 1-1,-1-1 0,1 1 1,-1-1-1,1 1 0,0-1 1,0 1-1,0-1 0,0 1 1,0-1-1,0 3 0,1 5-494,-1 0 0,1 0 0,1 0 1,0 0-1,3 12 0,30 52-3833</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9:11.801"/>
    </inkml:context>
    <inkml:brush xml:id="br0">
      <inkml:brushProperty name="width" value="0.05" units="cm"/>
      <inkml:brushProperty name="height" value="0.05" units="cm"/>
      <inkml:brushProperty name="color" value="#E71224"/>
    </inkml:brush>
  </inkml:definitions>
  <inkml:trace contextRef="#ctx0" brushRef="#br0">1 13 17176,'0'0'5314,"165"-13"-4914,-29 13-127,16 0 143,9 0-112,-7 0-112,-16 0-48,-33 0-144,-37 0-368,-35 0-705,-29 10-207,-4 4-545,-25 7-800,-16 1-1857</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9:12.256"/>
    </inkml:context>
    <inkml:brush xml:id="br0">
      <inkml:brushProperty name="width" value="0.05" units="cm"/>
      <inkml:brushProperty name="height" value="0.05" units="cm"/>
      <inkml:brushProperty name="color" value="#E71224"/>
    </inkml:brush>
  </inkml:definitions>
  <inkml:trace contextRef="#ctx0" brushRef="#br0">382 472 16888,'0'0'3097,"-20"-13"-2206,-70-41 35,85 52-877,0-1-1,-1 1 1,1 0-1,-1 1 1,0-1-1,0 1 1,1 0-1,-1 1 1,0-1-1,0 1 1,0 0-1,0 1 1,0-1-1,0 1 1,1 0 0,-1 1-1,0-1 1,1 1-1,-1 0 1,1 1-1,-1-1 1,1 1-1,-5 4 1,-2 2-25,0 0-1,1 2 1,0-1 0,0 1 0,1 1-1,-13 20 1,18-26-20,0 1 0,1-1 0,0 1 0,0 1 0,1-1-1,0 0 1,0 1 0,0 0 0,1-1 0,0 1 0,1 0 0,0 0-1,0 0 1,1 1 0,0-1 0,0 0 0,3 16 0,-2-22-6,1 1 1,0-1-1,0 0 1,0 0-1,0 0 1,0 0-1,0 0 1,0 0-1,1-1 1,-1 1-1,1-1 1,-1 1-1,1-1 1,-1 0-1,1 0 1,0 0-1,0 0 1,-1-1-1,1 1 1,0-1-1,0 0 1,0 1-1,0-1 1,4-1-1,4 1 6,-1 0 0,1-1 0,-1 0 0,0-1 0,19-5 0,-19 2 60,0 0 0,0-1-1,0 0 1,-1-1 0,0 0 0,0 0-1,0-1 1,-1 0 0,-1 0 0,1-1-1,-1 0 1,-1 0 0,1-1-1,-2 0 1,1 0 0,-2 0 0,1-1-1,-1 1 1,-1-1 0,4-19 0,-2 9 6,-1-1 0,-2 1 0,0-1 0,-1 0 0,-1 1 1,-1-1-1,-1 1 0,-1-1 0,-1 1 0,-7-24 1,4 25-70,0 1 1,-2 0 0,0 0-1,-1 0 1,-1 2 0,0-1-1,-2 1 1,0 1 0,-1 0 0,-26-23-1,39 39-31,1-1 0,0 1 0,-1-1 0,1 1 0,-1 0 0,1-1 0,-1 1 0,1 0 0,-1-1 0,1 1 0,-1 0-1,1 0 1,-1-1 0,1 1 0,-1 0 0,1 0 0,-1 0 0,1 0 0,-1 0 0,0 0 0,1 0 0,-1 0 0,1 0 0,-1 0 0,1 0 0,-1 0-1,0 0 1,1 1 0,-1-1 0,1 0 0,-1 0 0,0 1 0,-4 19-1232,11 29-1334,14 12-2398,9 6-5102</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9:12.691"/>
    </inkml:context>
    <inkml:brush xml:id="br0">
      <inkml:brushProperty name="width" value="0.05" units="cm"/>
      <inkml:brushProperty name="height" value="0.05" units="cm"/>
      <inkml:brushProperty name="color" value="#E71224"/>
    </inkml:brush>
  </inkml:definitions>
  <inkml:trace contextRef="#ctx0" brushRef="#br0">1 0 15927,'0'0'4384,"0"21"-4200,-1 9-152,3 109-38,-2-137 4,0 1 0,0-1 0,1 0-1,-1 1 1,1-1 0,-1 0 0,1 0-1,0 1 1,0-1 0,0 0 0,0 0-1,2 3 1,-2-5 0,0 1 1,-1 0-1,1-1 1,0 1-1,0 0 1,0-1-1,-1 1 0,1-1 1,0 0-1,0 1 1,0-1-1,0 0 1,0 1-1,0-1 1,0 0-1,0 0 0,0 0 1,0 0-1,0 0 1,2 0-1,0-1 21,0 0 1,1 0-1,-1 0 0,0-1 0,0 1 1,0-1-1,0 0 0,0 0 1,0 0-1,0 0 0,-1 0 0,1-1 1,-1 1-1,3-4 0,2-5 290,-5 9-170,0-1 1,-1 0-1,1 0 1,0 1-1,0-1 1,0 1-1,1 0 0,-1 0 1,0 0-1,1 0 1,0 0-1,-1 0 1,1 0-1,0 1 1,4-2-1,19 58-160,-23-51-28,-1 0 1,1-1 0,0 1 0,0-1 0,0 0-1,0 0 1,0 0 0,1 0 0,-1-1-1,1 1 1,0-1 0,0 0 0,0 0 0,0 0-1,0-1 1,0 1 0,1-1 0,-1 0-1,0 0 1,1-1 0,-1 1 0,1-1 0,-1 0-1,0 0 1,1 0 0,-1-1 0,1 0-1,-1 1 1,6-3 0,-4 1 83,0 0 1,0 0-1,0-1 0,0 1 0,0-1 1,-1-1-1,0 1 0,1-1 0,-1 0 0,0 0 1,-1 0-1,1-1 0,-1 1 0,0-1 1,0 0-1,0-1 0,-1 1 0,0-1 1,5-10-1,-6 6 49,1 1 1,-1-1-1,-1 1 1,0-1-1,0 0 1,-1 0-1,-1 1 1,-2-19-1,3 27-215,-1 1 0,0-1 0,1 1-1,-1-1 1,0 1 0,1-1 0,-1 1-1,0-1 1,0 1 0,0-1-1,1 1 1,-1 0 0,0 0 0,0-1-1,0 1 1,0 0 0,0 0 0,1 0-1,-1 0 1,0 0 0,0 0 0,0 0-1,0 0 1,0 1 0,1-1 0,-1 0-1,0 0 1,0 1 0,0-1 0,0 0-1,1 1 1,-1-1 0,0 1 0,-1 0-1,1 13-3672</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9:13.039"/>
    </inkml:context>
    <inkml:brush xml:id="br0">
      <inkml:brushProperty name="width" value="0.05" units="cm"/>
      <inkml:brushProperty name="height" value="0.05" units="cm"/>
      <inkml:brushProperty name="color" value="#E71224"/>
    </inkml:brush>
  </inkml:definitions>
  <inkml:trace contextRef="#ctx0" brushRef="#br0">0 0 5635,'0'0'20089,"54"107"-20089,-46-77 0,-2-4-144,-2 0-497,-2 0-1279,2-4-1138,-1-5-2913</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9:15.066"/>
    </inkml:context>
    <inkml:brush xml:id="br0">
      <inkml:brushProperty name="width" value="0.05" units="cm"/>
      <inkml:brushProperty name="height" value="0.05" units="cm"/>
      <inkml:brushProperty name="color" value="#E71224"/>
    </inkml:brush>
  </inkml:definitions>
  <inkml:trace contextRef="#ctx0" brushRef="#br0">1 1 2913,'0'0'6051,"111"0"-6051,-82 0-464,4 0-3250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62"/>
    </inkml:context>
    <inkml:brush xml:id="br0">
      <inkml:brushProperty name="width" value="0.05" units="cm"/>
      <inkml:brushProperty name="height" value="0.05" units="cm"/>
      <inkml:brushProperty name="color" value="#E71224"/>
    </inkml:brush>
  </inkml:definitions>
  <inkml:trace contextRef="#ctx0" brushRef="#br0">914 94 11717,'0'0'9573,"-19"-17"-8858,11 8-502,0 0 0,-1 0 0,0 1 0,0 0 0,0 1 0,-15-9 0,20 14-176,0 1 0,0-1 1,0 1-1,0 0 0,0 0 1,0 0-1,0 0 1,0 1-1,-1-1 0,1 1 1,0 0-1,0 0 0,-1 1 1,1 0-1,0-1 1,0 1-1,0 1 0,0-1 1,0 0-1,0 1 0,0 0 1,-5 3-1,-13 9 13,1 1 0,1 1-1,1 1 1,-28 30 0,-66 88 113,100-119-153,-333 446 144,346-461-155,-1 1-1,0 0 1,-1-1 0,1 1-1,0-1 1,0 1-1,-1-1 1,1 1-1,-1-1 1,1 0-1,-1 0 1,0 0-1,1 0 1,-1 0-1,0 0 1,0 0 0,0 0-1,0-1 1,1 1-1,-1-1 1,0 0-1,0 1 1,0-1-1,0 0 1,0 0-1,0 0 1,0 0-1,-3-1 1,2-1 3,0 0 1,1 1-1,-1-2 0,1 1 1,-1 0-1,1 0 0,0-1 0,0 1 1,0-1-1,0 0 0,0 0 1,0 0-1,1 1 0,-1-2 1,0-4-1,-6-17-40,2 0 0,0-1 1,2 0-1,1 0 0,1 0 0,3-53 1,0 39 74,-1 40 35,0 21-72,-2 67 140,-1-49-91,2 0 1,2 0-1,1 0 1,15 71-1,-16-103-49,1-1 0,0 1 0,1-1 0,0 1 0,0-1 0,0 0 0,1 0 0,-1-1 0,2 1 0,-1-1 0,0 0 0,1 0 0,0 0 1,0 0-1,1-1 0,7 5 0,-7-6-1,1 0 0,0-1 1,0 1-1,0-2 0,0 1 0,0-1 1,0 0-1,0 0 0,1-1 1,-1 0-1,0 0 0,1 0 1,-1-1-1,0-1 0,9-2 1,4-3-448,-1 0 0,0-2 0,0-1 1,-1 0-1,0-1 0,-1-1 1,24-22-1,0 3-3750,-12 10-1341</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63"/>
    </inkml:context>
    <inkml:brush xml:id="br0">
      <inkml:brushProperty name="width" value="0.05" units="cm"/>
      <inkml:brushProperty name="height" value="0.05" units="cm"/>
      <inkml:brushProperty name="color" value="#E71224"/>
    </inkml:brush>
  </inkml:definitions>
  <inkml:trace contextRef="#ctx0" brushRef="#br0">120 248 16696,'0'0'4028,"-4"20"-3697,-22 233 1275,24-210-1315,-3 0 0,-1-1-1,-2 0 1,-23 73 0,31-115-279,0 0 0,0 1-1,0-1 1,0 0 0,-1 0-1,1 0 1,0 0 0,0 1 0,0-1-1,0 0 1,0 0 0,0 0 0,0 0-1,0 0 1,0 1 0,-1-1 0,1 0-1,0 0 1,0 0 0,0 0 0,0 0-1,0 0 1,-1 0 0,1 1 0,0-1-1,0 0 1,0 0 0,0 0-1,-1 0 1,1 0 0,0 0 0,0 0-1,0 0 1,0 0 0,-1 0 0,1 0-1,0 0 1,0 0 0,0 0 0,0 0-1,-1 0 1,1 0 0,0 0 0,0-1-1,0 1 1,0 0 0,-1 0 0,1 0-1,0 0 1,0 0 0,-7-11 603,-1-25-475,2 1-1,1-1 1,2 0 0,2 0 0,4-55-1,-1 11-30,-2 46-98,2-1 0,2 0 0,1 1 0,17-61 0,-18 79-16,2 1-1,0 0 1,0 0-1,1 0 1,1 1-1,1 0 1,0 0-1,0 1 1,2 1-1,-1-1 1,2 2 0,18-16-1,-27 24 0,1 1 0,-1 0 0,1 0 0,0 0 0,0 0 0,-1 1 0,1-1 0,0 1 0,0 0 0,1 0 0,-1 1 0,0-1 0,7 1 0,-9 0 1,0 0 0,0 0 1,0 1-1,0-1 0,0 1 0,0 0 0,0-1 1,0 1-1,-1 0 0,1 0 0,0 0 0,0 0 1,-1 1-1,1-1 0,0 0 0,-1 1 0,1-1 0,-1 1 1,0-1-1,0 1 0,1 0 0,-1 0 0,0-1 1,0 1-1,-1 0 0,1 0 0,1 3 0,1 10 5,1 0-1,-2 0 0,0-1 1,-1 1-1,-1 1 0,0-1 1,-1 0-1,0 0 0,-2-1 1,1 1-1,-2 0 0,0-1 0,-12 27 1,6-18-26,-2 0 0,0-1 0,-2-1 0,0 0 1,-2-1-1,0 0 0,-29 26 0,43-44 19,-1 1-4,0 0-1,0 1 1,-1-1 0,1 0 0,-1-1 0,0 1-1,0 0 1,0-1 0,0 0 0,0 0 0,0 0 0,0-1-1,-1 0 1,1 1 0,-1-1 0,-4 0 0,8-2 1,0 0 0,1 0 0,-1 1 1,0-1-1,1 0 0,-1 0 0,1 0 1,-1 0-1,1 0 0,0 0 0,-1 0 0,1 0 1,0-1-1,0 1 0,0 0 0,0 0 1,0 0-1,0 0 0,0-2 0,0 2 3,0 0 0,0 0 0,-1 1 0,1-1 0,0 0-1,0 0 1,0 0 0,0 0 0,1 0 0,-1 1 0,0-1-1,0 0 1,0 0 0,1 0 0,-1 1 0,0-1 0,1 0 0,-1 0-1,1 1 1,-1-1 0,1 0 0,-1 1 0,1-1 0,-1 0 0,1 1-1,0-1 1,-1 1 0,2-1 0,2 1 14,0 1 0,0 0-1,0 0 1,0 0 0,0 1 0,0-1 0,0 1 0,0 0 0,-1 0-1,1 1 1,-1-1 0,0 1 0,1-1 0,-1 1 0,0 0-1,-1 0 1,1 0 0,0 1 0,-1-1 0,0 1 0,4 7 0,5 11 69,0 1 1,11 36 0,-13-36-55,-3-5-5,2 5-9,1-1-1,0-1 1,16 25 0,-23-41-11,1-1 0,0 1 0,0-1 0,0 0 1,1 0-1,0-1 0,-1 1 0,1-1 1,0 1-1,1-1 0,-1-1 0,0 1 0,1 0 1,0-1-1,0 0 0,-1 0 0,1-1 0,0 1 1,0-1-1,9 1 0,-8-2-3,1 0 1,0 0-1,0-1 0,0 1 1,0-2-1,-1 1 0,1-1 1,0 0-1,-1 0 1,0-1-1,1 1 0,-1-2 1,0 1-1,-1-1 0,1 0 1,0 0-1,-1 0 0,0-1 1,0 1-1,-1-1 0,1-1 1,-1 1-1,0-1 0,4-7 1,2-1 19,0 0-1,-1-1 1,-1-1 0,-1 1 0,0-1 0,-1 0 0,0-1 0,-1 0 0,-1 0 0,-1 0 0,-1 0 0,0 0 0,-1-20-1,-2 37 10,-1 0 0,0-1 0,0 2 0,1-1 0,-1 0 0,0 0 0,1 0 1,-1 1-1,0-1 0,1 1 0,-1 0 0,1-1 0,-1 1 0,1 0 0,-4 2 0,0 3-23,0 0 1,0 0 0,0 1 0,0 0-1,1 0 1,0 0 0,1 1 0,0-1 0,0 1-1,0 0 1,1 0 0,0 0 0,0 9 0,-2 17-62,0 61 1,4-91 60,0 0-3,0 0 0,1 0-1,-1-1 1,1 1 0,-1 0-1,1-1 1,1 1 0,-1-1-1,0 1 1,1-1 0,-1 1-1,1-1 1,0 0 0,0 0-1,1 0 1,-1 0 0,0 0-1,5 3 1,-2-2-14,1 0 0,0 0 0,0 0 0,1-1 0,-1 0-1,1-1 1,-1 1 0,1-1 0,8 2 0,9 0-90,1-1-1,-1-2 1,1 0 0,38-4-1,-49 2 46,1-2-1,-2 0 1,1 0-1,0-1 0,-1-1 1,1-1-1,-2 1 1,1-2-1,0 0 1,-1 0-1,-1-2 1,15-11-1,-18 13 60,0 0-1,-1-1 1,1 0-1,-2 0 1,1-1-1,-1 1 1,0-2-1,-1 1 1,0-1-1,0 1 1,-1-1-1,-1-1 1,0 1-1,0 0 1,-1-1-1,2-17 1,-3 15 5,-2-21 426,0 33-410,1 0-1,0 0 1,-1 0 0,1 0 0,-1 1 0,1-1-1,-1 0 1,1 0 0,-1 1 0,0-1 0,1 0-1,-1 1 1,0-1 0,0 1 0,1-1 0,-1 1-1,0-1 1,0 1 0,0-1 0,0 1 0,0 0-1,0-1 1,0 1 0,0 0 0,1 0 0,-1 0-1,0 0 1,0 0 0,0 0 0,-2 0 0,-2 0-8,-1 1 0,0 0 1,0 0-1,1 0 1,-1 1-1,0-1 0,1 1 1,-1 1-1,1-1 0,0 1 1,0 0-1,0 0 1,0 0-1,1 1 0,-1 0 1,1 0-1,0 0 1,0 0-1,0 1 0,1 0 1,-1-1-1,1 1 0,-3 6 1,0 1-18,1 0-1,0 1 1,0-1 0,1 1-1,1 0 1,0 0 0,1 0-1,0 0 1,1 17 0,1-28-9,0 0 0,0 0 1,0 0-1,0 0 0,1 0 1,-1 0-1,1 0 1,0 0-1,-1 0 0,1 0 1,0 0-1,0-1 0,0 1 1,0 0-1,0-1 0,1 1 1,-1-1-1,0 1 0,1-1 1,-1 1-1,1-1 1,-1 0-1,1 0 0,0 0 1,0 0-1,-1 0 0,1 0 1,0 0-1,0-1 0,0 1 1,0-1-1,0 1 0,0-1 1,0 0-1,0 0 1,3 0-1,-1 0 0,0 0 1,0 0-1,0 0 1,0-1-1,0 0 0,0 1 1,0-2-1,-1 1 1,1 0-1,0-1 0,-1 0 1,1 1-1,-1-2 1,1 1-1,-1 0 0,0-1 1,0 1-1,3-4 1,1-4 26,-1 0 0,0 0 1,-1 0-1,0-1 1,3-12-1,15-27 305,-23 50-303,1 0-1,-1 0 1,1 0 0,-1 0 0,1 0 0,0 0-1,-1 0 1,1 0 0,-1 0 0,1 1-1,-1-1 1,1 0 0,-1 0 0,1 1 0,-1-1-1,1 0 1,-1 1 0,1-1 0,-1 0 0,0 1-1,1-1 1,-1 1 0,1-1 0,-1 0 0,0 1-1,0-1 1,1 1 0,-1-1 0,0 1-1,0-1 1,1 1 0,-1-1 0,0 2 0,19 48 178,-1 0 0,-3 2-1,-3 0 1,10 74 0,-20-109-169,33 362 420,-32 2 599,-3-351-954,-1-1 0,-1 0-1,-1 0 1,-1 0-1,-2 0 1,-1-1-1,-1 1 1,-21 44-1,27-69-75,-1 0-1,0 0 0,0 0 0,-1 0 1,1-1-1,-1 1 0,0-1 0,0 0 1,0 0-1,-1 0 0,1 0 0,0-1 1,-1 0-1,0 0 0,0 0 0,1 0 1,-1-1-1,0 0 0,0 0 0,0 0 1,0-1-1,0 0 0,-1 0 0,1 0 1,0 0-1,0-1 0,-6-1 1,-4-1-1,1 0 1,0-1 0,-1 0 0,2-1-1,-1-1 1,1 0 0,0-1 0,-14-10 0,6 3-13,2-2 0,-1 0 0,2-1 1,0-2-1,-23-29 0,33 36 1,-1-1-1,1 0 1,1 0-1,0-1 1,1 0-1,1 0 1,0 0-1,1-1 1,0 1-1,-1-23 1,2 21-36,2 0-1,1-1 1,0 1 0,0 0-1,2 0 1,0 0-1,1 0 1,1 0 0,0 0-1,1 1 1,1 0 0,13-26-1,140-204-716,-79 129 369,219-294-517,-299 409 902,0 1-1,0 0 0,0-1 0,1 1 0,-1-1 0,0 1 0,0-1 0,0 1 0,1 0 0,-1-1 1,0 1-1,0 0 0,1-1 0,-1 1 0,0 0 0,1-1 0,-1 1 0,0 0 0,1 0 0,-1-1 1,1 1-1,-1 0 0,1 0 0,-1 0 0,0 0 0,1-1 0,-1 1 0,1 0 0,-1 0 0,1 0 0,-1 0 1,0 0-1,1 0 0,-1 0 0,1 0 0,-1 0 0,1 1 0,-1-1 0,1 0 0,-1 0 0,0 0 1,1 0-1,-1 1 0,1-1 0,-1 0 0,0 0 0,1 1 0,-1-1 0,0 0 0,1 0 0,-1 1 1,0-1-1,1 0 0,-1 1 0,0-1 0,0 1 0,0-1 0,1 0 0,-1 1 0,0-1 0,0 1 1,0-1-1,0 1 0,0-1 0,1 1 0,4 37-117,-4-29 143,3 43 22,-4-40-35,1-1 1,-1 0-1,2 0 1,-1 1-1,1-1 1,1 0-1,0 0 1,1-1-1,0 1 1,6 11-1,-9-21-14,0 0 0,0 0 0,0 0-1,0 1 1,0-1 0,0 0 0,1 0-1,-1 0 1,0-1 0,0 1 0,1 0-1,-1 0 1,1-1 0,-1 1 0,1-1-1,-1 1 1,1-1 0,-1 0 0,1 1-1,-1-1 1,1 0 0,-1 0 0,1 0-1,-1 0 1,1 0 0,-1-1 0,1 1-1,-1 0 1,1-1 0,-1 1 0,1-1-1,-1 1 1,1-1 0,-1 0 0,0 0-1,1 0 1,-1 1 0,0-1 0,0 0-1,1-2 1,6-3 12,-1-1 0,1 0 0,-2-1 0,10-12 0,94-141-40,-110 160 31,0 1-1,1-1 0,-1 1 1,0-1-1,1 1 0,-1-1 1,0 1-1,1 0 0,-1-1 1,1 1-1,-1 0 0,1-1 1,-1 1-1,1 0 0,-1-1 1,1 1-1,-1 0 0,1 0 1,-1-1-1,1 1 0,-1 0 1,1 0-1,-1 0 0,1 0 1,-1 0-1,1 0 0,0 0 1,-1 0-1,1 0 0,-1 0 1,1 0-1,-1 0 0,1 1 1,-1-1-1,1 0 0,-1 0 1,1 0-1,-1 1 0,1-1 1,-1 0-1,1 1 0,-1-1 1,1 0-1,-1 1 0,1-1 1,-1 1-1,0-1 0,1 1 1,-1-1-1,0 0 0,0 1 1,1-1-1,-1 1 0,0 0 1,0-1-1,1 1 0,12 38 43,-11-30-27,2 5-15,1 0 0,1-1 0,0 1 0,1-1 0,0 0 0,10 13 0,-15-23-2,0 0 1,1 0-1,-1 0 1,1-1-1,-1 0 0,1 1 1,0-1-1,0 0 0,0 0 1,0 0-1,0-1 0,0 1 1,0-1-1,1 0 0,-1 1 1,1-2-1,-1 1 0,1 0 1,-1-1-1,1 1 1,-1-1-1,1 0 0,-1 0 1,1-1-1,-1 1 0,1-1 1,-1 1-1,1-1 0,-1 0 1,1-1-1,5-2 0,-1-1 1,1 0-1,-1-1 1,0 0-1,0-1 1,-1 0-1,1 0 1,-2 0-1,12-16 1,-2-1 3,26-49 1,-32 52 3,-2-1 0,0 0-1,-1 0 1,-2 0 0,0-1-1,2-28 1,-1-139 128,-7 141-26,2 39-67,-5-59 37,4 66-16,0-1-1,-1 0 1,0 1-1,0-1 1,0 1-1,0-1 1,0 1-1,-1-1 1,0 1-1,1 0 1,-1-1 0,0 1-1,-1 0 1,-4-4-1,7 6-47,-1 1 1,0-1-1,0 1 1,1-1-1,-1 1 1,0 0-1,0-1 0,0 1 1,0 0-1,0 0 1,1 0-1,-1 0 0,0 0 1,0 0-1,0 0 1,0 0-1,0 0 1,0 0-1,0 0 0,1 0 1,-1 1-1,0-1 1,0 0-1,0 1 1,0-1-1,1 1 0,-1-1 1,0 1-1,0-1 1,1 1-1,-1-1 0,0 1 1,1 0-1,-1-1 1,1 1-1,-1 0 1,1-1-1,-1 1 0,1 0 1,0 0-1,-1 0 1,0 1-1,-14 35-72,15-36 65,-8 40-27,1 0 0,2 1 0,2 0 0,5 79 0,-1-78-1,0-28-10,0 0-1,1 0 1,1 0 0,0 0-1,1 0 1,1 0 0,0-1 0,1 0-1,0 0 1,1 0 0,1-1-1,0 0 1,12 13 0,-15-19-31,1-1-1,0 1 1,0-2 0,0 1 0,1-1 0,0 0 0,0 0 0,0-1-1,1 1 1,0-2 0,0 1 0,0-1 0,0-1 0,0 1-1,0-1 1,1-1 0,-1 1 0,1-2 0,-1 1 0,1-1-1,-1 0 1,1-1 0,-1 0 0,1 0 0,9-3 0,-12 1 43,0 1 1,1-1 0,-1 0-1,-1 0 1,1-1-1,0 0 1,-1 0 0,0 0-1,0-1 1,0 0-1,0 0 1,-1 0 0,0 0-1,0-1 1,0 1-1,-1-1 1,0 0 0,4-9-1,-2 2 21,0-1 1,0 0-1,-1 0 0,-1-1 1,-1 1-1,0-1 0,1-20 1,-3 33 1,0 0 1,0 0-1,0 0 1,0 0-1,-1 0 1,1 0 0,0 1-1,-1-1 1,1 0-1,-1 0 1,0 0 0,0 0-1,0 1 1,0-1-1,0 0 1,0 0-1,0 1 1,0-1 0,-1 1-1,1 0 1,0-1-1,-1 1 1,1 0-1,-1 0 1,0 0 0,-1-2-1,-1 2 12,0 0 1,1 1-1,-1-1 0,1 0 0,-1 1 0,0 0 0,0 0 1,1 0-1,-1 0 0,0 1 0,1-1 0,-1 1 0,0 0 1,-3 2-1,1-1-4,0 1 1,0 0-1,1 0 1,-1 0-1,1 1 1,0 0 0,0 0-1,0 0 1,0 1-1,1 0 1,-1 0-1,1 0 1,0 0-1,1 0 1,0 1-1,-1 0 1,2 0-1,-1 0 1,1 0 0,0 0-1,-2 9 1,-2 10-178,2 0 0,1 0 1,0 0-1,2 30 1,3-55 108,0 0 1,0-1-1,0 1 1,0 0-1,0-1 1,-1 1-1,1-1 1,0 0-1,0 0 1,-1 0-1,4-2 1,21-21 23,-23 20 25,0 0 0,0 0 0,0 1 0,1 0 0,0 0 0,-1 0 0,1 0 0,0 0-1,0 1 1,1-1 0,-1 1 0,0 0 0,1 0 0,-1 1 0,10-2 0,-13 3 3,1 1-1,-1-1 1,0 1 0,1 0 0,-1 0-1,0-1 1,0 1 0,0 0 0,0 0-1,0 0 1,0 1 0,0-1 0,0 0-1,0 0 1,0 0 0,-1 1 0,1-1-1,0 0 1,-1 1 0,1-1 0,-1 1-1,0-1 1,1 0 0,-1 3-1,6 38 3,-5-42 8,-1 1 0,0-1-1,0 0 1,1 0 0,-1 1-1,0-1 1,1 0 0,-1 0-1,0 0 1,1 1 0,-1-1 0,0 0-1,1 0 1,-1 0 0,0 0-1,1 0 1,-1 0 0,0 0-1,1 0 1,-1 0 0,1 0 0,-1 0-1,0 0 1,1 0 0,-1 0-1,0 0 1,1 0 0,-1 0 0,0 0-1,1 0 1,-1-1 0,0 1-1,1 0 1,-1 0 0,0 0-1,1-1 1,-1 1 0,0 0 0,0 0-1,1-1 1,26-28 22,-10 10-17,1 1 0,33-26 0,-44 39-14,-1 1-1,1-1 1,1 2 0,-1-1-1,1 1 1,-1 0 0,1 0-1,0 1 1,0 0 0,0 0-1,0 1 1,13 0 0,-16 0-2,0 2 0,0-1 0,0 0 0,0 1 0,0 0 0,0 0 0,0 0 0,-1 1 0,1-1 0,0 1 0,-1 1 0,7 3 0,-8-4 6,0 1 0,-1-1 1,1 1-1,-1 0 0,1 0 1,-1 0-1,0 0 0,0 1 0,-1-1 1,1 0-1,-1 1 0,1-1 1,-1 1-1,0-1 0,-1 1 0,1 0 1,0 6-1,0 62 89,-1-72-86,-1 1 1,1-1-1,0 0 0,0 0 1,-1 0-1,1 0 1,0 0-1,0 0 1,-1 0-1,1 0 0,0 0 1,0 0-1,-1 0 1,1 0-1,0 0 1,0 0-1,-1 0 0,1 0 1,0 0-1,0 0 1,-1 0-1,1 0 1,0 0-1,0 0 1,-1-1-1,1 1 0,0 0 1,0 0-1,0 0 1,-1 0-1,1-1 1,0 1-1,0 0 0,0 0 1,0 0-1,-1-1 1,1 1-1,0 0 1,0 0-1,0-1 0,0 1 1,0 0-1,0 0 1,0-1-1,0 1 1,0 0-1,0 0 1,0-1-1,0 1 0,0 0 1,0 0-1,0-1 1,0 1-1,-1-7-4,0 0 0,1 0 0,0 0 0,0 0 0,1 0 0,0 1 0,0-1 0,1 0 0,-1 0 0,1 1 0,1-1 0,0 1 0,-1 0 0,2 0 1,-1 0-1,1 0 0,0 0 0,0 1 0,6-6 0,0 0-2,0 0 1,1 1-1,1 0 1,-1 1-1,2 0 1,-1 1-1,1 0 1,16-6-1,-24 12 9,1-1 1,-1 2-1,1-1 0,0 1 1,0-1-1,-1 2 0,1-1 0,0 1 1,0-1-1,0 2 0,0-1 0,0 1 1,0 0-1,-1 0 0,1 0 1,10 5-1,-8-3 20,0 2 1,-1-1 0,0 1-1,0 0 1,0 0 0,0 1-1,-1 0 1,0 0-1,0 0 1,8 14 0,-6-10-1,-2 1 1,1 0 0,-2 1 0,1-1-1,-2 1 1,0 0 0,0 0-1,-1 1 1,0-1 0,-1 1 0,-1 0-1,0-1 1,0 1 0,-1 0-1,-4 23 1,3-33-230,0-1 0,0 1 0,-1 0 0,1-1 0,-1 0 0,0 1 0,1-1 0,-1 0 0,0 0 0,-1 0 0,1 0-1,0 0 1,0 0 0,-1-1 0,1 1 0,-1-1 0,1 1 0,-1-1 0,0 0 0,0 0 0,-5 1 0,5-1-208,0-1 0,-1 1 0,1 0 0,0-1 0,-1 0 1,1 1-1,-1-1 0,1-1 0,0 1 0,-1 0 0,1-1 0,-1 0 0,1 0 0,0 0 1,0 0-1,-1 0 0,1-1 0,-5-3 0,-8-14-8192</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64"/>
    </inkml:context>
    <inkml:brush xml:id="br0">
      <inkml:brushProperty name="width" value="0.05" units="cm"/>
      <inkml:brushProperty name="height" value="0.05" units="cm"/>
      <inkml:brushProperty name="color" value="#E71224"/>
    </inkml:brush>
  </inkml:definitions>
  <inkml:trace contextRef="#ctx0" brushRef="#br0">0 36 3666,'0'0'15927,"91"-35"-19128,-60 56-3827</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65"/>
    </inkml:context>
    <inkml:brush xml:id="br0">
      <inkml:brushProperty name="width" value="0.05" units="cm"/>
      <inkml:brushProperty name="height" value="0.05" units="cm"/>
      <inkml:brushProperty name="color" value="#E71224"/>
    </inkml:brush>
  </inkml:definitions>
  <inkml:trace contextRef="#ctx0" brushRef="#br0">157 436 9316,'0'0'11392,"-10"-20"-10215,-30-68-348,39 86-811,0 1-1,0-1 0,1 1 0,-1-1 0,1 1 0,-1-1 0,1 0 1,0 1-1,-1-1 0,1 0 0,0 1 0,0-1 0,0 0 0,0 1 1,1-1-1,-1 0 0,0 1 0,1-1 0,-1 1 0,1-1 1,-1 0-1,1 1 0,0-1 0,-1 1 0,1 0 0,0-1 0,0 1 1,0 0-1,1-1 0,-1 1 0,0 0 0,0 0 0,0 0 0,1 0 1,-1 0-1,1 0 0,-1 0 0,1 1 0,-1-1 0,1 0 1,1 0-1,5-2 25,4-3-13,-1 0 0,1 1 0,1 1 0,-1 0 0,1 0 0,-1 2-1,1-1 1,15 0 0,-24 3-31,0 0 0,0-1-1,0 2 1,0-1 0,0 0 0,0 1-1,0 0 1,1 0 0,-2 0 0,1 0-1,0 0 1,0 1 0,0 0 0,-1 0-1,1 0 1,-1 0 0,1 1 0,-1-1-1,0 1 1,0 0 0,0 0 0,0 0-1,-1 0 1,1 0 0,-1 1 0,0-1-1,0 1 1,0-1 0,1 6 0,2 4 13,-2 0 0,0 1 0,-1 0 1,0 0-1,-1-1 0,0 1 1,-2 0-1,1 0 0,-6 25 1,-3 5 37,-28 74 1,25-87-30,2 0 0,1 0 0,1 1 0,-5 61 0,12-85-24,0 0 0,1 0 1,1 0-1,-1-1 0,1 1 0,0 0 1,1 0-1,0-1 0,0 1 1,1-1-1,0 1 0,0-1 0,1 0 1,0 0-1,0-1 0,0 1 1,8 7-1,3 4 17,0 1 0,-1 1 0,-1 0 0,15 32 0,-24-43 10,0 0 1,-1 0-1,0 1 1,-1 0 0,0-1-1,-1 1 1,0 0-1,0 0 1,-1 0-1,0-1 1,-1 1 0,0 0-1,-4 17 1,2-19 12,0-1 0,0 1 0,-1-1 0,0 0 0,-1 0 0,1 0 0,-1 0 0,-1-1 1,1 0-1,-1 0 0,0 0 0,0-1 0,-1 0 0,0 0 0,1-1 0,-2 0 0,1 0 0,-9 3 0,0 0-17,0-1 0,-1 0 0,0-1 0,0-1 0,0-1 0,0-1 0,-28 1 1,36-2-5,0-1 1,0-1 0,0 0 0,0 0 0,0-1 0,0 0-1,0 0 1,-10-5 0,15 5-13,1 0 0,-1 0 0,1-1 0,0 1-1,-1-1 1,1 0 0,1 0 0,-1 0 0,0 0 0,1 0 0,-1-1 0,1 1-1,0-1 1,0 0 0,1 0 0,-1 1 0,1-1 0,0 0 0,0 0-1,-1-5 1,0-3-27,1 1 1,0 0-1,0-1 0,2 0 0,-1 1 0,1-1 0,1 1 0,0 0 0,1-1 0,0 1 1,0 0-1,1 0 0,1 1 0,0-1 0,0 1 0,13-16 0,7-9-70,3 2 1,1 2-1,39-35 0,-37 36 115,57-51-18,-38 37-36,-1-3 1,-2-1-1,63-87 0,-109 134 42,1-1 1,-1 0 0,0 1-1,0-1 1,0 0-1,0 0 1,0 0-1,-1 0 1,1 0-1,0 1 1,-1-1 0,0 0-1,1-4 1,-1 6-9,0-1 1,-1 1 0,1 0 0,0 0 0,-1-1 0,1 1-1,0 0 1,-1-1 0,1 1 0,0 0 0,-1 0 0,1 0-1,-1-1 1,1 1 0,-1 0 0,1 0 0,0 0 0,-1 0-1,1 0 1,-1 0 0,1 0 0,-1 0 0,1 0 0,0 0-1,-1 0 1,1 0 0,-1 0 0,1 0 0,0 0 0,-1 1-1,1-1 1,-1 0 0,1 0 0,0 0 0,-1 1 0,-4 1-7,0 1 1,0-1-1,0 1 1,1 0 0,0 0-1,-1 0 1,1 1-1,-6 6 1,6-4-13,0 1-1,0 0 1,1 0 0,0 0-1,0 0 1,1 1 0,0-1-1,0 1 1,1 0 0,-1-1-1,2 1 1,-1 0 0,1 0-1,0 0 1,3 12-1,-3-18 16,1 0-1,-1 0 0,1 0 0,-1 1 0,1-1 0,0 0 0,0 0 0,0 0 0,1 0 1,-1 0-1,0-1 0,1 1 0,-1 0 0,1-1 0,-1 1 0,1 0 0,0-1 0,0 0 0,-1 1 1,1-1-1,0 0 0,0 0 0,1 0 0,-1-1 0,0 1 0,0 0 0,0-1 0,3 1 1,8 1-54,-1 0 0,1-1 0,23 0 0,-26-1 19,11 0 9,-1 0-1,0-2 0,0 0 0,0-1 0,0-1 1,-1-1-1,1-1 0,-1 0 0,0-2 1,-1 0-1,0-1 0,0-1 0,28-21 0,-30 19 9,0-1-1,-1 0 1,17-19-1,-28 27 21,0 0 1,0 0 0,0-1-1,-1 1 1,0-1-1,0 1 1,0-1-1,-1 0 1,0 0-1,0-1 1,0 1-1,-1 0 1,0-1-1,1-6 1,-3 12 0,1 0 1,-1 0 0,1-1-1,-1 1 1,1 0-1,-1 0 1,0 0 0,1 0-1,-1 0 1,0 0-1,0 0 1,0 0 0,0 0-1,0 0 1,0 0 0,0 0-1,0 1 1,0-1-1,0 0 1,0 1 0,-1-1-1,1 1 1,0 0-1,0-1 1,-1 1 0,1 0-1,0 0 1,-1-1-1,1 1 1,0 0 0,-1 0-1,1 1 1,0-1 0,0 0-1,-3 1 1,-4-1 7,0 1 0,0 0 0,0 1 1,-15 4-1,15-3-12,1 0 0,-1 1 1,1 0-1,0 0 0,0 1 0,0 0 0,1 0 1,0 1-1,0-1 0,0 1 0,1 0 1,0 1-1,0 0 0,0-1 0,1 2 0,0-1 1,0 0-1,1 1 0,0-1 0,0 1 1,1 0-1,0 0 0,1 0 0,-1 1 1,1 9-1,1-17-2,1 0 1,-1 1-1,0-1 1,1 0-1,-1 0 1,1 0-1,0 0 1,-1 0-1,1 0 0,0 0 1,0 0-1,0 0 1,-1 0-1,1 0 1,0 0-1,0-1 1,0 1-1,0 0 1,1-1-1,-1 1 1,0-1-1,0 1 1,0-1-1,0 1 0,1-1 1,-1 0-1,0 0 1,0 1-1,1-1 1,-1 0-1,0 0 1,0 0-1,1 0 1,1-1-1,3 1-24,1 0 0,-1-1 0,1 0-1,-1 0 1,0-1 0,9-2 0,-6-1 20,0 1 0,-1-2-1,0 1 1,0-1 0,0-1 0,-1 1 0,0-1-1,0 0 1,0-1 0,-1 0 0,-1 0 0,1 0-1,-1-1 1,5-11 0,-2 2-5,0-1 1,-1 0 0,-1 0-1,-1 0 1,-1-1-1,3-25 1,-3-9 250,-4-83-1,-2 113-105,-1 1 0,0-1 0,-2 1 0,-1 0 0,-17-43 0,12 49 774,10 17-880,1 0 0,0-1 0,0 1-1,-1 0 1,1 0 0,0 0 0,0 0 0,-1 0-1,1 0 1,0 0 0,0 0 0,-1 0 0,1 0-1,0 0 1,0 1 0,-1-1 0,1 0 0,0 0-1,0 0 1,-1 0 0,1 0 0,0 0 0,0 0-1,-1 1 1,1-1 0,0 0 0,0 0 0,0 0-1,0 1 1,-1-1 0,1 0 0,0 0 0,0 0-1,0 1 1,0-1 0,0 0 0,0 0 0,0 1-1,-7 35 471,1 261 68,8-255-554,1 0 0,2-1 1,2 1-1,2-2 0,16 44 0,-22-75-38,0 0-1,1-1 0,0 0 0,0 0 0,1 0 0,0 0 1,1-1-1,0 1 0,10 9 0,-11-13-49,-1-1-1,2 1 1,-1-1 0,0 0-1,1-1 1,-1 1 0,1-1-1,0 0 1,0 0 0,0-1-1,0 0 1,0 0-1,0 0 1,12-1 0,-9 0-224,-1 0 1,1 0 0,-1-1-1,1 0 1,0 0 0,-1-1 0,0-1-1,0 1 1,1-1 0,-1 0-1,-1-1 1,1 0 0,-1 0-1,1-1 1,-1 0 0,0 0-1,-1-1 1,1 0 0,-1 0-1,-1 0 1,8-10 0,12-27-3780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66"/>
    </inkml:context>
    <inkml:brush xml:id="br0">
      <inkml:brushProperty name="width" value="0.05" units="cm"/>
      <inkml:brushProperty name="height" value="0.05" units="cm"/>
      <inkml:brushProperty name="color" value="#E71224"/>
    </inkml:brush>
  </inkml:definitions>
  <inkml:trace contextRef="#ctx0" brushRef="#br0">242 70 7812,'0'0'9649,"0"22"-3686,0-113-4053,-1 136-1889,-2 1 0,-2 0-1,-2-1 1,-2 0 0,-2 0-1,-2-1 1,-2-1 0,-1 0-1,-3-1 1,-1-1 0,-49 71-1,65-105-18,3-5 0,0 0 1,0 0-1,0 0 1,0 0-1,-1 0 1,1 0-1,-1 0 1,1-1-1,-1 1 1,1-1-1,-1 1 1,0-1-1,0 1 1,0-1-1,0 0 1,0 0-1,0 0 1,0 0-1,0 0 1,0-1-1,0 1 1,0-1-1,-3 1 1,4-4-10,-1 0 1,1-1-1,0 1 1,1 0 0,-1-1-1,1 1 1,-1 0-1,1-1 1,0 1 0,0-1-1,1-5 1,-1 5-11,0 2 5,0 1-1,0-1 0,0 0 1,0 1-1,1-1 0,-1 0 0,0 1 1,1-1-1,-1 1 0,1-1 1,-1 1-1,1-1 0,0 1 0,0-1 1,-1 1-1,1-1 0,0 1 1,0 0-1,1 0 0,-1-1 0,0 1 1,0 0-1,3-1 0,-2 1 3,1 0-1,-1 0 1,0 1-1,0-1 1,1 1-1,-1 0 1,1 0 0,-1 0-1,0 0 1,1 0-1,-1 0 1,0 1-1,1-1 1,-1 1-1,0-1 1,0 1-1,4 2 1,7 3 4,0 2 0,-1 0 0,0 0 0,18 17 0,29 20-2,-49-40-39,0 1 0,0-1-1,1-1 1,-1 0-1,1 0 1,0-1 0,0 0-1,20 1 1,-26-3 5,0-1 1,1 0-1,-1-1 1,1 1-1,-1-1 1,0 0-1,1 0 1,-1-1-1,0 0 1,0 0-1,0 0 1,0 0-1,0-1 1,-1 0-1,1 0 1,-1 0-1,0 0 1,0-1-1,7-7 1,8-15 28,-2-1-1,-1-1 1,-1 0 0,-1-1-1,-1-1 1,12-48 0,-16 133 506,-6-25-428,2 0 0,13 52-1,-16-74-66,1 0 0,0 0 0,0 0 1,0 0-1,1-1 0,0 1 0,1-1 0,-1 0 0,2-1 0,-1 1 0,1-1 0,-1 0 0,2 0 0,-1-1 0,8 6 0,-11-9-4,1-1 1,-1 1-1,1 0 0,0-1 1,-1 0-1,1 0 1,0 0-1,0-1 1,0 1-1,-1-1 0,1 0 1,0 0-1,0 0 1,0 0-1,0-1 1,0 1-1,0-1 0,-1 0 1,1 0-1,0-1 1,-1 1-1,1-1 1,-1 0-1,1 0 0,-1 0 1,0 0-1,0 0 1,0-1-1,4-4 0,-2 2 17,0-1-1,0 0 0,0-1 0,-1 1 0,0-1 0,0 0 0,-1 0 0,0 0 0,0 0 0,-1 0 0,0-1 0,0 0 0,1-14 0,-2 11 15,-1 1-1,0-1 0,-1 1 1,0-1-1,0 0 0,-1 1 1,-1 0-1,1-1 1,-2 1-1,0 0 0,-6-13 1,6 17-5,0 1 0,0-1 0,0 1 0,0 0 1,-1 0-1,0 0 0,0 1 0,0-1 0,-1 1 1,1 1-1,-1-1 0,0 1 0,0 0 0,0 0 0,-1 1 1,1-1-1,-1 1 0,1 1 0,-9-2 0,12 2-11,-1 1 0,1-1 0,-1 1-1,1 0 1,-1-1 0,1 2 0,-1-1-1,1 0 1,-1 1 0,1-1-1,-1 1 1,1 0 0,0 0 0,-1 1-1,1-1 1,0 1 0,0-1 0,0 1-1,0 0 1,0 0 0,-4 4 0,4-2-7,1 0 1,-1 0 0,1 0-1,0 1 1,0-1 0,0 1-1,0-1 1,1 1 0,0 0-1,0-1 1,0 1 0,1 0-1,-1 0 1,2 9 0,-2-9-14,1 0 1,0 1 0,1-1-1,-1 0 1,1 1-1,0-1 1,1 0 0,-1 0-1,1 1 1,0-1 0,0-1-1,1 1 1,3 5 0,-3-6 6,0-1 0,1 1 1,0-1-1,0 0 1,0 0-1,0-1 0,0 1 1,1-1-1,-1 0 0,1 0 1,-1-1-1,1 1 1,0-1-1,0 0 0,6 1 1,6 1-50,0-1-1,1-1 1,-1 0 0,0-1-1,1-1 1,-1 0 0,0-1 0,0-1-1,18-6 1,-24 5 25,0 0-1,0-1 1,-1 0-1,0-1 1,0 0-1,0 0 0,-1-1 1,0 0-1,0-1 1,0 0-1,-1-1 1,-1 1-1,1-2 1,7-13-1,-7 9 99,0-2 0,-1 1-1,-1-1 1,0 0 0,-2 0-1,0 0 1,0-1-1,-1 1 1,0-27 0,-2 55-61,0 1 0,0 0 1,2-1-1,-1 1 0,2-1 1,8 21-1,40 73 77,-35-74-52,24 58-1,-39-85-27,-1-1-1,1 1 0,-1 0 0,0 0 0,-1 0 0,1 0 0,-1 0 0,0 0 0,0 0 1,0 0-1,-1 0 0,0 5 0,0-7 1,-1 0 0,1 0 1,0-1-1,-1 1 0,0 0 0,1-1 0,-1 1 0,0-1 1,0 1-1,-1-1 0,1 0 0,0 0 0,-1 0 1,1 0-1,-1 0 0,0-1 0,1 1 0,-7 1 1,-10 5 12,-2-2 0,1 0 0,-1-1 0,0-1 0,0-1 0,0-1 0,-30 0 0,60-21-1,19-12-29,1 2-1,57-44 1,12-11-27,-87 73 33,92-95-33,-90 92 36,-1-2-1,0 1 1,-1-2 0,-1 1 0,11-26 0,-14 13-14,-7 28 302,0 5-217,-1 40 26,2 56 39,0-91-126,0 0-1,1 1 0,0-1 0,1 0 0,0 0 0,0 0 0,1-1 0,7 14 1,3-2-1,2 0 1,0-1-1,21 18 1,-21-21-21,-1 0 0,0 0 0,-1 2 0,15 24 0,-28-41 18,0 1-1,0-1 1,0 0 0,0 0 0,0 1 0,0-1 0,-1 0-1,1 1 1,-1-1 0,1 1 0,-1-1 0,1 1 0,-1-1-1,0 1 1,0-1 0,0 1 0,0 0 0,0-1 0,0 1-1,0-1 1,0 1 0,0-1 0,-1 1 0,1-1 0,-1 1-1,1-1 1,-1 1 0,0-1 0,1 0 0,-1 1-1,0-1 1,0 0 0,0 0 0,0 1 0,0-1 0,0 0-1,-1 0 1,1 0 0,0 0 0,0 0 0,-1-1 0,1 1-1,0 0 1,-1-1 0,1 1 0,-1-1 0,1 1 0,-1-1-1,-1 1 1,-11 1 25,1 0-1,-1 0 1,0-2 0,-22 0-1,18-1-69,-21 1-97,-12 0-543,17 0-4679</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67"/>
    </inkml:context>
    <inkml:brush xml:id="br0">
      <inkml:brushProperty name="width" value="0.05" units="cm"/>
      <inkml:brushProperty name="height" value="0.05" units="cm"/>
      <inkml:brushProperty name="color" value="#E71224"/>
    </inkml:brush>
  </inkml:definitions>
  <inkml:trace contextRef="#ctx0" brushRef="#br0">1 31 19785,'0'0'6883,"33"-26"-7091,-28 21-1457</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68"/>
    </inkml:context>
    <inkml:brush xml:id="br0">
      <inkml:brushProperty name="width" value="0.05" units="cm"/>
      <inkml:brushProperty name="height" value="0.05" units="cm"/>
      <inkml:brushProperty name="color" value="#E71224"/>
    </inkml:brush>
  </inkml:definitions>
  <inkml:trace contextRef="#ctx0" brushRef="#br0">246 179 11941,'0'0'6041,"0"9"39,10-197-4888,-11 251-602,2-11-576,-10 73 1,-18 6 127,-6-1-1,-60 150 0,72-228-91,-40 76-1,60-126-43,-1 0-1,1 0 1,0 1 0,-1-1-1,1 0 1,1 1 0,-1-1-1,0 1 1,1-1 0,-1 1-1,1 0 1,-1-1 0,1 1-1,0-1 1,0 1-1,1 0 1,-1-1 0,2 6-1,-1-6 1,0-1-1,0 1 0,0 0 0,1 0 1,-1-1-1,1 1 0,-1-1 0,1 1 1,0-1-1,-1 0 0,1 0 0,0 0 1,0 0-1,0 0 0,0 0 0,0 0 0,0 0 1,2 0-1,13 2 22,-1-1 0,1 0 0,0-2 1,29-1-1,-20 0-12,48 2 85,-21 1-72,1-3 1,-2-1-1,73-14 0,-121 14-179,0 1-1,-1-1 1,1 0-1,-1 0 1,0 0-1,1 0 1,-1-1 0,0 1-1,0-1 1,-1 0-1,1 0 1,0 0-1,-1 0 1,3-5 0,29-53-7877,-27 48 5438,8-17-5949</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69"/>
    </inkml:context>
    <inkml:brush xml:id="br0">
      <inkml:brushProperty name="width" value="0.05" units="cm"/>
      <inkml:brushProperty name="height" value="0.05" units="cm"/>
      <inkml:brushProperty name="color" value="#E71224"/>
    </inkml:brush>
  </inkml:definitions>
  <inkml:trace contextRef="#ctx0" brushRef="#br0">0 23 14871,'0'0'8564,"80"-18"-8548,-36 13 64,0 5-80,-2 0-48,-3 0-513,-13 0-1247,-6 0-882,-17 21-12228</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70"/>
    </inkml:context>
    <inkml:brush xml:id="br0">
      <inkml:brushProperty name="width" value="0.05" units="cm"/>
      <inkml:brushProperty name="height" value="0.05" units="cm"/>
      <inkml:brushProperty name="color" value="#E71224"/>
    </inkml:brush>
  </inkml:definitions>
  <inkml:trace contextRef="#ctx0" brushRef="#br0">5 17 9620,'0'0'11190,"-5"27"-10454,44-27-480,5-7-256,-3 1 0,6-1-32,-3 0-688,0 2-1121,-5 0-1617,0-2-5346</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71"/>
    </inkml:context>
    <inkml:brush xml:id="br0">
      <inkml:brushProperty name="width" value="0.05" units="cm"/>
      <inkml:brushProperty name="height" value="0.05" units="cm"/>
      <inkml:brushProperty name="color" value="#E71224"/>
    </inkml:brush>
  </inkml:definitions>
  <inkml:trace contextRef="#ctx0" brushRef="#br0">400 1 15943,'0'0'8393,"-3"1"-8259,1-1-115,1 1 0,0 0-1,0 0 1,0 0 0,0 0 0,0-1 0,0 1-1,0 1 1,0-1 0,1 0 0,-1 0 0,0 0 0,1 0-1,-1 0 1,1 1 0,-1-1 0,1 0 0,-1 1 0,1-1-1,0 0 1,0 1 0,0-1 0,0 0 0,0 1 0,0-1-1,0 0 1,0 1 0,1 1 0,7 58 360,-4-38-210,7 97 160,-9 192 0,-4-153-7171</inkml:trace>
  <inkml:trace contextRef="#ctx0" brushRef="#br0" timeOffset="1">35 833 15319,'0'0'7217,"-9"11"-6839,3-3-304,4-6-39,0 0 0,0 1 0,0 0 0,0-1-1,0 1 1,1 0 0,-1 0 0,1-1 0,-2 7 0,3-8-28,0-1 0,0 1 1,0-1-1,0 1 0,0-1 0,0 1 0,0-1 0,0 1 0,1-1 0,-1 1 0,0-1 0,0 1 1,1-1-1,-1 0 0,0 1 0,0-1 0,1 1 0,-1-1 0,1 0 0,-1 1 0,0-1 0,1 0 1,-1 1-1,1-1 0,-1 0 0,1 0 0,-1 1 0,30 3 201,158-12-257,-1-8 0,228-50 0,-395 64 221,-15 1-2103,-25 1-10095</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73"/>
    </inkml:context>
    <inkml:brush xml:id="br0">
      <inkml:brushProperty name="width" value="0.05" units="cm"/>
      <inkml:brushProperty name="height" value="0.05" units="cm"/>
      <inkml:brushProperty name="color" value="#E71224"/>
    </inkml:brush>
  </inkml:definitions>
  <inkml:trace contextRef="#ctx0" brushRef="#br0">30 260 11269,'0'0'7524,"-1"0"-7323,-1 0 0,1 0 0,0 0 0,-1 0 0,1 0 0,-1 0 0,1 0 0,0 0 0,-1-1 0,1 1 0,0-1 0,-1 1 0,1-1 0,0 1 0,0-1 0,-3-1 0,2-8-77,1 1 0,0-1 0,0 1 0,1-1 0,0 1 0,1-1 0,0 1 0,1-1 0,0 1 0,0 0 0,1-1 0,0 1 0,0 0-1,7-10 1,-8 14-125,1 1 0,0-1 0,0 1 0,1-1 0,-1 1-1,1 0 1,0 1 0,0-1 0,0 1 0,1-1 0,-1 1-1,1 1 1,-1-1 0,1 1 0,0-1 0,0 1-1,1 1 1,-1-1 0,0 1 0,0 0 0,1 0 0,-1 0-1,1 1 1,-1 0 0,0 0 0,10 1 0,-11 0-1,-1 1 0,1-1 1,0 1-1,-1-1 0,1 1 1,-1 0-1,0 0 0,1 1 1,-1-1-1,0 1 0,-1-1 1,1 1-1,0 0 0,-1 0 1,1 0-1,-1 0 0,0 1 1,0-1-1,0 1 0,-1-1 1,1 1-1,-1 0 0,1 3 1,3 8-3,-1 0 0,0 0 0,-1 0 1,1 25-1,-4-33 5,2 13 6,0 1 0,-2 0 1,0-1-1,-1 1 0,-1-1 1,-2 1-1,0-1 0,-8 26 1,8-63 277,4-8-186,-1 4-92,1 0-1,1 0 1,0 0 0,2-1-1,0 2 1,2-1 0,7-22-1,-3 19-9,1 1-1,1 0 1,1 1-1,1 0 0,25-31 1,-37 51 1,1 0 0,-1 1 0,1-1 0,0 1 0,-1-1 0,1 1 0,0-1-1,0 1 1,0 0 0,0 0 0,0 0 0,0 0 0,0 1 0,0-1 0,0 0 0,1 1 0,-1-1 0,0 1 0,0 0 0,1 0 0,-1 0 0,0 0 0,0 0 0,1 0 0,-1 1 0,0-1 0,0 1 0,0 0-1,0-1 1,0 1 0,0 0 0,0 0 0,0 0 0,0 1 0,0-1 0,0 0 0,0 1 0,-1-1 0,1 1 0,-1-1 0,3 4 0,4 5 10,0-1 1,-1 1-1,-1 0 1,0 1-1,0-1 1,6 19-1,-2 4 8,-1 0 0,-1 1 0,4 52 0,7 31 8,-5-82-3368,-13-34 3229,-1-1 0,1 1 0,-1 0 0,1-1 0,-1 1 0,1-1 0,-1 1 0,1-1 0,0 1 0,-1-1 0,1 1 0,0-1 0,-1 0 0,1 0 0,0 1 0,-1-1 0,1 0 0,0 0 0,0 1 0,-1-1 0,1 0 0,0 0 0,0 0 0,0 0 0,-1 0 0,1 0 0,0-1 0,0 1 0,-1 0 0,1 0 0,0 0 0,-1-1 0,1 1 0,0 0 0,0-1 0,-1 1 0,1-1 0,-1 1 0,1-1 0,0 1 0,-1-1 0,1 1 0,-1-1 0,1 1 0,-1-1 0,0 0 0,1 1 0,-1-1 0,1 0 0,-1-1 0,15-26-6251</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74"/>
    </inkml:context>
    <inkml:brush xml:id="br0">
      <inkml:brushProperty name="width" value="0.05" units="cm"/>
      <inkml:brushProperty name="height" value="0.05" units="cm"/>
      <inkml:brushProperty name="color" value="#E71224"/>
    </inkml:brush>
  </inkml:definitions>
  <inkml:trace contextRef="#ctx0" brushRef="#br0">469 40 10981,'0'0'8905,"8"-6"-8131,25-21-248,-25 21 450,-22 15-127,-72 52-481,2 4 0,4 3 0,-133 144 0,209-208-363,1 0 0,-1-1 0,1 1 0,0 1 0,0-1 0,0 0-1,0 1 1,1-1 0,0 1 0,0 0 0,0 0 0,0 0 0,1 0 0,0 0 0,0 0-1,0 0 1,1 7 0,0-11-5,1 0 1,0 0-1,0 0 0,0 0 0,0 0 0,0 0 0,0 0 1,0 0-1,0-1 0,0 1 0,1-1 0,-1 1 0,0-1 1,0 1-1,1-1 0,-1 1 0,0-1 0,1 0 0,-1 0 1,0 0-1,0 0 0,1 0 0,-1 0 0,0 0 0,3-1 1,2 1 2,69 1 73,123-16 0,21 0-22,-205 15-73,19 2-26,-33-1 44,1-1 0,0 1 0,0-1 0,-1 1 0,1-1 0,0 1 0,-1 0 0,1-1 0,-1 1 0,1 0 0,-1 0 0,1-1 0,-1 1 0,1 0 0,-1 0 1,0 0-1,0-1 0,1 1 0,-1 0 0,0 0 0,0 0 0,0 0 0,0 0 0,0 0 0,0-1 0,0 1 0,0 0 0,0 0 0,0 0 0,-1 0 0,1 0 1,0-1-1,-1 2 0,-1 4 0,1-1 1,-1 0 0,-1 0 0,1 0-1,-1 0 1,0-1 0,0 1 0,0-1 0,-1 1-1,-6 5 1,-46 37 24,33-30-11,-28 23-44,-115 96-28,140-111 77,1 0 0,0 2 0,-38 56 0,61-79-14,-1 0 0,1 0 0,0 0 0,0 0 0,0 1 1,1-1-1,-1 1 0,1 0 0,-1 6 0,2-10-4,0 0 1,0 0-1,0 0 1,0 1-1,1-1 0,-1 0 1,0 0-1,1 0 1,-1 1-1,0-1 0,1 0 1,-1 0-1,1 0 0,0 0 1,-1 0-1,1 0 1,0 0-1,0 0 0,0 0 1,0 0-1,0-1 1,0 1-1,0 0 0,0-1 1,0 1-1,0 0 0,0-1 1,0 1-1,0-1 1,0 0-1,1 1 0,-1-1 1,0 0-1,0 0 1,0 0-1,1 1 0,1-2 1,31 3 37,0-1 1,1-2 0,63-10-1,102-33-27,-44 8 61,-139 33-93,7-2-78,-1 1 0,40-1 1,-63 5-92</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75"/>
    </inkml:context>
    <inkml:brush xml:id="br0">
      <inkml:brushProperty name="width" value="0.05" units="cm"/>
      <inkml:brushProperty name="height" value="0.05" units="cm"/>
      <inkml:brushProperty name="color" value="#E71224"/>
    </inkml:brush>
  </inkml:definitions>
  <inkml:trace contextRef="#ctx0" brushRef="#br0">1 395 12902,'0'0'5696,"2"6"-5229,7 43 301,-3 0 1,-2 0-1,-5 98 1,-1-54-703,29-93 30,11-2-39,0-3-1,0-1 1,70-20 0,17-4-17,435-26-103,-309 39 115,256-40-73,-64 6-6,195 37 50,-154 10 237,-235-16 65,-122 7-163,156 5-1,-263 10-145,-1 1 0,1 1 0,33 11 0,21 5 117,-17-11 51,2-2-1,83 0 0,-135-7-61,1-1 0,0-1-1,-1 1 1,1-1 0,-1 0 0,1-1 0,-1 1-1,0-2 1,0 1 0,13-9 0,6-7 503,34-30 0,-6 4 19,-26 25-424,52-29 1,-69 43-218,0 1 1,0 0-1,0 1 0,1 0 1,0 1-1,0 0 1,0 1-1,21-1 1,-33 2 13,0 1 0,1 0 0,-1-1 0,0 1 0,1-1 0,-1 1 0,0-1-1,1 1 1,-1-1 0,0 1 0,0-1 0,1 1 0,-1-1 0,0 1 0,0-1 0,0 1 0,0-1 0,0 1 0,0-1 0,0 1 0,0-1 0,0 1 0,0-1 0,0 0 0,0 1 0,0-1 0,0 1 0,-1-1 0,1 1 0,0-1 0,0 1 0,-1-1 0,0 0-1,-7-19 176,-36-32 58,29 37-111,2-1-1,-1 0 1,2 0-1,0-2 1,1 0-1,1 0 1,1 0-1,-8-22 1,15 31-555,2 8 225,0 0 1,0 0-1,0 0 1,0 0-1,0 0 1,-1 0-1,1 0 1,0 0 0,0 0-1,-1 0 1,1 1-1,-1-1 1,1 0-1,-1 0 1,1 0-1,-1 1 1,1-1-1,-1 0 1,0 0-1,1 1 1,-1-1-1,0 1 1,1-1-1,-1 1 1,0-1-1,0 1 1,-1-1-1,-8 1-5600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76"/>
    </inkml:context>
    <inkml:brush xml:id="br0">
      <inkml:brushProperty name="width" value="0.05" units="cm"/>
      <inkml:brushProperty name="height" value="0.05" units="cm"/>
      <inkml:brushProperty name="color" value="#E71224"/>
    </inkml:brush>
  </inkml:definitions>
  <inkml:trace contextRef="#ctx0" brushRef="#br0">62 74 13718,'0'0'8540,"0"-16"-7649,0-35-401,0 44-354,0 9 1,0 38 135,1 102 1122,-34 259 0,19-305-1306,-2 174 0,17-269-88,-1 0 0,1 1 0,-1-1 0,1 0 0,0 0 0,-1 0 0,1 0 0,0 0 0,0 0 0,0 0 0,0 0 0,0-1 0,0 1-1,0 0 1,0-1 0,0 1 0,0 0 0,0-1 0,0 1 0,0-1 0,1 0 0,-1 1 0,0-1 0,0 0 0,1 0 0,-1 1 0,0-1-1,0 0 1,1 0 0,-1-1 0,1 1 0,53-1-3,-46 0 3,10-2-166,1 0 1,-1-2-1,0 0 0,30-13 1,-29 10-58,1 1 0,0 1-1,34-6 1,-50 11 131,0-1-1,0 0 1,0 0-1,0-1 1,0 1-1,0-1 1,-1 0-1,1-1 0,-1 1 1,0-1-1,0 1 1,0-1-1,-1-1 1,1 1-1,-1 0 1,0-1-1,0 0 1,-1 1-1,1-1 1,2-10-1,1 1 144,-1 1 0,0-1 0,-1 0-1,-1 0 1,0-1 0,1-27 0,-4-1 1747,0 46-1609,-1 10-153,0 0-1,-1 1 0,-6 18 0,-5 35 38,13-62-73,-2 15 0,1 0 0,2-1 1,-1 1-1,2 0 0,4 19 0,-5-35-3,1 0 0,-1 1-1,0-1 1,1 0 0,0 0 0,0 0-1,0 0 1,1 0 0,-1-1 0,1 1-1,0-1 1,0 1 0,0-1-1,0 0 1,1 0 0,-1 0 0,1-1-1,0 1 1,0-1 0,0 0 0,0 0-1,0 0 1,0-1 0,0 0 0,1 1-1,-1-1 1,0-1 0,5 1 0,-3 0-7,-1 0 1,0-1-1,1 0 1,-1 0 0,1 0-1,-1 0 1,0-1-1,1 0 1,-1 0 0,0-1-1,0 0 1,0 0 0,0 0-1,0 0 1,0-1-1,8-5 1,-9 4 13,0-1 1,0 1-1,0-1 0,-1 0 1,0 0-1,0 0 0,0 0 0,0 0 1,-1-1-1,0 1 0,0-1 1,0 0-1,-1 1 0,0-1 1,0-8-1,1 1 3,-1 0 1,0-1 0,-1 1-1,0 0 1,-1-1 0,-1 1-1,0 0 1,-5-14-1,5 20 1,-1 0 0,0 0 0,-1 0-1,0 0 1,0 0 0,0 1-1,-1-1 1,0 1 0,0 1-1,0-1 1,-1 1 0,0 0 0,0 0-1,-13-8 1,17 11-3,0 0 0,-1 1 1,0-1-1,1 0 0,-1 1 1,0 0-1,0 0 0,0 0 0,0 0 1,0 0-1,0 0 0,0 1 1,0-1-1,0 1 0,0 0 0,-1 0 1,1 0-1,0 1 0,0-1 1,0 1-1,0-1 0,0 1 0,0 0 1,0 0-1,0 0 0,0 1 0,1-1 1,-1 1-1,0 0 0,1-1 1,-1 1-1,-3 4 0,2 0-3,0-1-1,1 1 1,0 0-1,0 0 1,0 0-1,0 0 0,1 0 1,0 1-1,1-1 1,-1 1-1,1-1 1,1 1-1,-1 12 1,1-16-7,0-1 1,0 1 0,1 0-1,-1-1 1,1 1 0,-1-1 0,1 1-1,0-1 1,0 1 0,0-1-1,0 0 1,0 1 0,1-1-1,-1 0 1,1 0 0,0 0 0,-1 0-1,1 0 1,2 2 0,0-1-10,1 0 0,-1 0-1,1-1 1,0 0 0,0 0 0,0 0 0,0 0 0,0-1 0,6 2 0,12 0-83,1-1 1,0-1-1,34-3 1,-43 1 26,-2 0 27,-1-1 0,0 0 0,0-1 0,0-1 0,0 0 0,0 0 0,-1-1 0,1-1 0,-1 1 0,-1-2 0,1 0 0,-1 0 0,0-1 0,13-14 0,-14 14 44,-1 0 1,-1-1-1,0 0 1,0-1-1,-1 1 1,0-1-1,0-1 0,-1 1 1,-1-1-1,0 1 1,0-1-1,-1-1 1,0 1-1,-1 0 1,1-21-1,-3 67 1,-2-19 29,2 0-1,0-1 0,0 1 1,2-1-1,0 1 0,0-1 1,2 0-1,0 0 1,1 0-1,7 16 0,8 4 9,26 54 11,-42-80-43,-1-1 0,-1 1 0,0 0 0,0 0 0,0 0 0,-1 0 0,-1 0 0,0 17 0,0-24-2,-1-1 0,1 1 0,-1-1 0,0 0 0,1 0 0,-1 1 0,0-1 0,0 0 0,0 0 0,0 0 0,0 0 0,0 0 1,0 0-1,0 0 0,-1 0 0,1 0 0,0 0 0,-1-1 0,1 1 0,0-1 0,-1 1 0,1-1 0,0 1 0,-1-1 0,1 0 0,-1 1 0,1-1 0,-1 0 0,-1 0 0,-54 0 133,42-1-136,13 2-1,1-1 0,-1 0-1,1 0 1,0 0 0,-1 0-1,1-1 1,-1 1 0,1 0 0,0-1-1,-1 1 1,1-1 0,0 1-1,-1-1 1,1 1 0,0-1 0,0 0-1,0 0 1,-1 0 0,1 0 0,0 0-1,0 0 1,0 0 0,1 0-1,-1 0 1,-1-2 0,1 1-1,1 0 1,-1 0-1,1-1 0,0 1 1,0 0-1,0 0 1,0 0-1,0 0 0,1-1 1,-1 1-1,1 0 1,-1 0-1,1 0 0,0 0 1,0 0-1,0 0 1,0 0-1,0 0 0,1-1 1,13-17-10,0 1-1,2 1 1,0 0 0,30-24-1,13-12-26,-34 28 33,-6 8-42,-1-2-1,0 0 0,-2-1 0,0-1 1,-1-1-1,17-33 0,-26 44 285,-8 23 220,-1 8-498,3-13 43,-1 0 0,1 0 1,0 0-1,0 0 0,0 0 0,1 0 0,0-1 0,0 1 0,1 0 0,0-1 0,0 0 0,0 1 1,6 6-1,4 4 18,2-2-1,27 24 1,-31-30-34,-1 1 0,0 0 0,0 0-1,-1 1 1,0 0 0,-1 0 0,0 1 0,8 16 0,-14-23 20,0 0 0,0 1 0,0-1 1,-1 0-1,0 1 0,0-1 0,0 1 1,0-1-1,-1 1 0,0-1 0,0 1 1,0 0-1,0-1 0,-1 1 0,0-1 1,0 1-1,0-1 0,0 0 0,-1 1 0,0-1 1,0 0-1,0 0 0,0 0 0,-1 0 1,1 0-1,-1-1 0,0 1 0,0-1 1,0 1-1,-1-1 0,1 0 0,-1-1 1,0 1-1,1-1 0,-1 1 0,-1-1 1,1 0-1,0 0 0,0-1 0,-1 0 1,1 1-1,-1-1 0,-4 0 0,-10 2-102,-1-1-1,1-1 1,-30-1-1,17-1-2451</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77"/>
    </inkml:context>
    <inkml:brush xml:id="br0">
      <inkml:brushProperty name="width" value="0.05" units="cm"/>
      <inkml:brushProperty name="height" value="0.05" units="cm"/>
      <inkml:brushProperty name="color" value="#E71224"/>
    </inkml:brush>
  </inkml:definitions>
  <inkml:trace contextRef="#ctx0" brushRef="#br0">37 440 6931,'0'0'7622,"-4"-21"-6216,-12-66-56,7 50 491,2 29 2070,7 23-3793,15 160 546,1 9-160,-16-53-386,3-130-112,1 0 0,0 0 0,0 0 0,-1 0 1,1-1-1,0 1 0,0-1 0,0 0 0,5-1 1,-6 1 5,763-61 2,-411 22-68,316-8-71,-297 35 126,-43 3-66,-146-5 53,306-11 104,-272 26-29,13 2 119,251-29 0,-307-4 626,-106 16-796,121-9 0,-36 19 36,-47 4-28,0-6 1,125-21-1,-232 26 11,0 0 0,0 0-1,0 0 1,1 0 0,-1 0-1,0 0 1,0 0 0,0 0-1,0 0 1,-1 0-1,1-1 1,0 1 0,-1 0-1,1-1 1,0 1 0,-1 0-1,1-1 1,-1 1-1,0-1 1,0 1 0,1-1-1,-1 1 1,0-1 0,0 1-1,0-1 1,-1 1 0,1-1-1,0 1 1,0-1-1,-1 1 1,0-3 0,-13-51 440,-2 9-264,3 0-1,1-1 1,3-1 0,1 1 0,-1-84-1</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78"/>
    </inkml:context>
    <inkml:brush xml:id="br0">
      <inkml:brushProperty name="width" value="0.05" units="cm"/>
      <inkml:brushProperty name="height" value="0.05" units="cm"/>
      <inkml:brushProperty name="color" value="#E71224"/>
    </inkml:brush>
  </inkml:definitions>
  <inkml:trace contextRef="#ctx0" brushRef="#br0">52 78 12854,'0'0'9647,"0"-16"-8761,0-24-598,-1 18-107,2 64 166,2 47 412,-5 0-1,-19 136 1,14-188-702,-2 5 34,2 0 1,2 0 0,2 0-1,3 70 1,0-110-91,1 0 1,-1-1 0,1 1 0,-1 0 0,1-1-1,0 1 1,0-1 0,0 1 0,0-1 0,0 1-1,0-1 1,0 0 0,0 0 0,0 1-1,1-1 1,-1 0 0,0 0 0,1 0 0,-1 0-1,1 0 1,-1-1 0,1 1 0,-1 0 0,1-1-1,0 1 1,-1-1 0,1 1 0,0-1-1,1 0 1,59 2 87,-42-3-69,3 0-49,0-2 0,-1 0 0,34-10 0,29-4-6996,-66 14 3692,1-1-1680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80"/>
    </inkml:context>
    <inkml:brush xml:id="br0">
      <inkml:brushProperty name="width" value="0.05" units="cm"/>
      <inkml:brushProperty name="height" value="0.05" units="cm"/>
      <inkml:brushProperty name="color" value="#E71224"/>
    </inkml:brush>
  </inkml:definitions>
  <inkml:trace contextRef="#ctx0" brushRef="#br0">0 68 14247,'0'0'8409,"5"-13"-7590,-2 6-717,13-25 155,-16 32-254,0 0-1,0 0 1,0 0-1,1 0 1,-1 0 0,0-1-1,0 1 1,1 0-1,-1 0 1,0 0-1,0 0 1,1 0 0,-1 0-1,0 0 1,0 0-1,1 0 1,-1 0-1,0 0 1,0 0 0,1 0-1,-1 1 1,0-1-1,0 0 1,1 0-1,-1 0 1,0 0-1,0 0 1,0 0 0,1 1-1,-1-1 1,0 0-1,0 0 1,0 0-1,1 0 1,-1 1 0,0-1-1,0 0 1,0 0-1,0 1 1,0-1-1,0 0 1,1 1 0,8 28 188,6 63 957,5 171 0,-24 95-536,3-301-462,-11 454-17,10-740-157,6-300-51,1 461-39,20-112 0,-19 151 71,2 1 1,0-1-1,2 2 1,1-1 0,2 1-1,20-33 1,-26 50 24,0 1 0,0 0-1,1 1 1,0 0 0,1 0 0,-1 0 0,2 1 0,9-5 0,-16 10 12,-1 0 0,1 0 1,0 0-1,0 1 0,1-1 1,-1 1-1,0 0 0,0 0 1,1 0-1,-1 1 0,0-1 1,1 1-1,-1 0 0,1 0 1,-1 0-1,1 0 1,-1 0-1,0 1 0,1 0 1,-1-1-1,0 1 0,0 1 1,1-1-1,-1 0 0,0 1 1,0-1-1,0 1 0,0 0 1,-1 0-1,1 0 0,2 3 1,1 2 1,-2 1 1,1 0-1,-1-1 1,0 1 0,0 1-1,-1-1 1,0 0-1,-1 1 1,0 0-1,0 0 1,-1-1 0,1 17-1,-1-7 13,-1-1 1,-1 0-1,0 1 0,-1-1 0,-9 33 0,4-31 4,-1-1-1,0 0 0,-2 0 1,0 0-1,-1-1 0,-1-1 1,-21 23-1,11-15-10,-2-1 0,0-1 0,-52 35 0,72-54-169,0 0 0,0-1 1,0 1-1,0-1 0,0 0 0,-1 0 0,1 0 0,-1-1 0,0 0 0,-8 2 1,14-21-3380,1 11 2926,1 1 0,0 0 0,1 0 0,-1 0 0,1 0 0,0 1 0,1-1-1,-1 1 1,1 0 0,0 0 0,1 1 0,-1-1 0,1 1 0,10-6 0,-12 7 58,40-25-4859</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81"/>
    </inkml:context>
    <inkml:brush xml:id="br0">
      <inkml:brushProperty name="width" value="0.05" units="cm"/>
      <inkml:brushProperty name="height" value="0.05" units="cm"/>
      <inkml:brushProperty name="color" value="#E71224"/>
    </inkml:brush>
  </inkml:definitions>
  <inkml:trace contextRef="#ctx0" brushRef="#br0">0 596 9220,'0'0'8511,"14"-4"-7823,-6 1-601,1 1 70,-1-1 1,1 0-1,-1-1 1,0 0-1,0 0 1,0 0-1,0-1 1,-1-1-1,0 1 1,11-11 0,-12 7 90,1 0 0,-1 0 0,0 0 1,-1-1-1,-1 0 0,1 0 1,-1-1-1,-1 1 0,0-1 1,0 0-1,-1 1 0,-1-1 0,0 0 1,0-20-1,-2 30-226,1 0 0,0 0 0,0 1 0,-1-1 0,1 0 0,0 0 0,-1 0 0,1 1 0,-1-1 0,1 0 0,-1 0 0,1 1 0,-1-1 0,0 1 0,1-1 0,-1 0 0,0 1 0,1-1 0,-1 1 0,0-1 0,0 1 0,0 0 0,1-1 0,-1 1 0,0 0 0,0 0 0,0 0 0,0-1 0,0 1 0,0 0 0,1 0 0,-1 0 0,0 0 0,0 0 0,0 1 0,0-1 0,0 0 0,0 0 0,1 0 0,-3 1 0,0 0-17,-1 0-1,1 0 1,-1 0-1,1 0 1,-1 0 0,1 1-1,0-1 1,0 1-1,0 0 1,-5 3-1,1 3-9,1 0 0,0 1-1,0-1 1,1 1 0,0 0-1,0 0 1,1 1 0,1-1-1,-1 1 1,-2 15-1,2-8-18,1 1 1,1-1-1,1 1 0,1-1 0,2 28 0,-1-39-7,0 1 1,0-1-1,1 0 0,0 0 1,0 0-1,1 0 1,-1 0-1,2-1 1,-1 1-1,0-1 1,1 1-1,0-1 1,0-1-1,1 1 1,-1 0-1,1-1 0,0 0 1,0 0-1,0-1 1,1 1-1,-1-1 1,1 0-1,0-1 1,0 1-1,0-1 1,0 0-1,0-1 0,13 3 1,-14-4 32,0-1 1,0 1-1,0 0 1,0-1-1,0 0 1,0 0-1,0-1 0,0 0 1,0 1-1,-1-1 1,1-1-1,6-4 1,-1-1 8,0 0 1,-1-1 0,-1 0 0,9-11 0,20-28 51,-23 28 251,1 1 0,27-26 0,-42 45-304,0-1-1,1 1 0,-1 0 1,1-1-1,-1 1 0,1 0 1,-1 0-1,0 0 0,1-1 1,-1 1-1,1 0 0,-1 0 1,1 0-1,-1 0 0,1 0 1,-1 0-1,1 0 0,-1 0 1,1 0-1,-1 0 0,1 0 1,-1 0-1,1 0 0,-1 1 1,0-1-1,1 0 0,-1 0 1,1 0-1,-1 1 0,1-1 1,-1 0-1,0 0 0,1 1 1,-1-1-1,0 0 0,1 1 1,14 22 45,6 29-74,-21-51 24,9 29 21,-6-19-25,0 1 0,1-1 0,0 0 0,0 0 0,13 20 0,-17-31 2,1 0 0,-1 1-1,1-1 1,-1 0 0,1 1-1,-1-1 1,1 0 0,0 0-1,-1 1 1,1-1 0,-1 0-1,1 0 1,0 0 0,-1 0-1,1 0 1,0 0 0,-1 0-1,1 0 1,-1 0 0,1 0-1,0-1 1,-1 1 0,1 0-1,-1 0 1,1 0 0,0-1 0,-1 1-1,1 0 1,-1-1 0,1 1-1,-1-1 1,1 1 0,-1 0-1,1-2 1,18-15 72,-17 15-68,30-31 51,2 1 0,66-47 0,-99 78-53,1 0 1,-1 0 0,0 0-1,1 1 1,-1-1 0,1 1-1,-1-1 1,1 1 0,-1-1 0,1 1-1,-1 0 1,1 0 0,0 0-1,-1 0 1,1 0 0,-1 0-1,1 0 1,0 0 0,-1 0-1,1 1 1,-1-1 0,1 1-1,-1-1 1,1 1 0,-1 0-1,0 0 1,1-1 0,1 3-1,3 2-8,0 0-1,-1 1 1,0-1-1,8 13 1,1 0-6,-5-8-228,-1 0-1,1-1 0,1 0 1,0 0-1,0-1 0,1-1 1,0 1-1,0-2 0,0 1 0,1-2 1,0 1-1,0-2 0,1 0 1,-1 0-1,1-1 0,0 0 0,0-1 1,0-1-1,15 0 0,-17-1 180,0 0-1,0-1 1,-1 0-1,1 0 1,-1-1-1,1-1 1,-1 0 0,0 0-1,0-1 1,0 0-1,0-1 1,-1 0-1,0 0 1,0-1-1,0-1 1,-1 1-1,0-1 1,0-1-1,0 1 1,-1-1-1,0-1 1,-1 1-1,8-15 1,-10 16 239,0 0 0,-1 0 1,0-1-1,0 1 0,0-1 0,-1 0 0,-1 1 1,1-1-1,-1 0 0,0 0 0,-1-15 0,0 22-133,0 0-1,0 0 0,0 0 0,-1 1 0,1-1 0,0 0 0,0 0 1,-1 0-1,1 1 0,0-1 0,-1 0 0,1 1 0,-1-1 1,1 0-1,-1 1 0,1-1 0,-1 0 0,1 1 0,-1-1 1,0 1-1,1-1 0,-1 1 0,0 0 0,1-1 0,-1 1 1,0-1-1,0 1 0,-1 0 0,-31-3 466,27 3-494,-1 1 0,0 0 0,1 1 0,-1-1 0,1 1 0,0 1 0,-13 5 0,11-1-50,0 1-1,0 0 0,1 0 0,-1 0 1,2 1-1,-1 0 0,2 1 0,-1 0 1,1-1-1,0 2 0,1-1 0,0 0 1,1 1-1,0 0 0,1 0 0,0 0 1,1 0-1,0 0 0,1 21 0,0-31 20,1-1 0,-1 1 0,0-1-1,0 1 1,1-1 0,-1 1 0,0-1-1,1 0 1,-1 1 0,0-1 0,1 1-1,-1-1 1,1 0 0,-1 0 0,1 1 0,-1-1-1,1 0 1,-1 0 0,1 1 0,-1-1-1,1 0 1,-1 0 0,1 0 0,-1 0-1,1 0 1,-1 0 0,1 0 0,-1 0-1,1 0 1,-1 0 0,1 0 0,-1 0 0,1 0-1,-1 0 1,1-1 0,-1 1 0,1 0-1,-1 0 1,1 0 0,-1-1 0,1 1-1,-1 0 1,1-1 0,-1 1 0,0 0-1,1-2 1,26-13 32,70-87 100,-97 102-108,1 0 0,-1 0-1,1 0 1,-1 0 0,1 0-1,-1 0 1,0 0 0,1 0-1,-1 0 1,1 0 0,-1 1-1,1-1 1,-1 0 0,0 0-1,1 0 1,-1 1 0,1-1-1,-1 0 1,0 1 0,1-1-1,-1 0 1,0 1 0,1-1-1,-1 0 1,0 1 0,0-1-1,1 0 1,-1 1 0,0-1-1,0 1 1,0-1 0,0 1-1,1-1 1,-1 0 0,0 1-1,0-1 1,0 1 0,0-1-1,0 1 1,0 0 0,10 34-2,-5-16 14,-3-14-22,-1-1-1,1 0 1,1 0 0,-1 0 0,0 0 0,1-1 0,0 1-1,0-1 1,0 1 0,0-1 0,0 0 0,1 0 0,0-1-1,-1 1 1,1-1 0,0 1 0,0-1 0,0-1 0,1 1-1,-1 0 1,0-1 0,1 0 0,-1 0 0,1 0 0,-1-1-1,1 1 1,-1-1 0,1 0 0,-1 0 0,1-1 0,-1 0-1,1 1 1,-1-1 0,9-4 0,0 1 5,0-1 0,0 0 0,0-1 0,0-1 0,-1 0 0,0-1 0,-1 0 0,0-1 0,0 0 0,10-11 0,-7 3 59,-1-1-1,0 0 1,-2-1 0,0 0-1,-1 0 1,-1-2-1,-1 1 1,-1-1 0,-1 0-1,0 0 1,2-27-1,1-27 679,-3-141 0,-6 168-551,0 46-115,0 0 1,0 0 0,0 1-1,0-1 1,0 0-1,0 0 1,0 1-1,-1-1 1,1 0-1,-1 1 1,1-1-1,-1 0 1,0 1 0,0-1-1,0 1 1,0-1-1,0 1 1,0-1-1,0 1 1,0 0-1,0 0 1,-2-2-1,2 3-50,-1 0-1,1 0 0,0 0 0,-1 0 0,1 0 0,0 0 1,0 0-1,-1 0 0,1 0 0,0 1 0,0-1 0,-1 1 1,1-1-1,0 1 0,0-1 0,0 1 0,0 0 0,0-1 1,-1 1-1,1 0 0,1 0 0,-1 0 0,0 0 0,0 0 1,0 0-1,0 0 0,1 0 0,-1 0 0,0 0 0,1 0 1,-1 2-1,-9 14-16,2 0-1,0 1 1,0 0 0,2 1 0,0-1-1,-5 37 1,3-1 1,-1 70-1,8-98-16,-1 5-66,2 0 1,6 61 0,-4-83 49,0 1-1,1-1 1,0 0 0,0 0-1,1 0 1,0 0 0,1 0-1,-1-1 1,2 0 0,-1 0 0,1 0-1,0-1 1,12 11 0,-8-10-89,0 0 1,0-1 0,0 0 0,1-1 0,0 0 0,1 0 0,-1-2 0,23 7 0,-29-9 77,1-1 0,-1 1 0,1-2 0,-1 1 0,1-1 1,-1 1-1,1-1 0,0-1 0,-1 1 0,1-1 0,-1 0 0,1-1 0,-1 1 0,0-1 0,1 0 1,-1 0-1,0-1 0,0 1 0,-1-1 0,1 0 0,7-6 0,0-5 33,0-1 0,-1 1 0,-1-2 0,0 1 0,-1-2 0,-1 1-1,0-1 1,-1 0 0,-1-1 0,-1 1 0,4-20 0,1-21 177,-2-1 0,1-64-1,-8 2 2545,-16 384-2645,13-192-66,0-36-37,1 0 0,9 63 0,-7-90-16,2 0-1,-1-1 1,1 0-1,0 1 1,1-1-1,-1 0 1,2 0-1,-1-1 1,1 1-1,0-1 1,0 0-1,9 8 1,-11-11 24,-1-1 1,1 0 0,-1 0 0,1 0-1,0 0 1,0-1 0,0 1-1,0-1 1,0 0 0,0 1 0,0-2-1,0 1 1,1 0 0,-1 0-1,0-1 1,1 0 0,-1 0-1,0 0 1,0 0 0,1 0 0,-1-1-1,0 1 1,1-1 0,-1 0-1,0 0 1,0 0 0,0 0 0,0-1-1,0 1 1,0-1 0,0 0-1,4-4 1,3-3 13,-2 0-1,1-1 0,-1 0 1,-1-1-1,0 1 1,0-2-1,-1 1 1,0-1-1,5-17 1,-5 13 52,-1-1 0,0 0 0,-1 0 0,-1-1 0,2-25 0,-7 86-65,1-22-1,0-1 0,1 1 1,1 0-1,7 33 0,-7-50 4,0 1 0,0-1 0,1 0 0,-1 0 0,1 0 0,0 0 0,0 0 0,1 0 0,-1 0 1,1 0-1,0-1 0,0 1 0,0-1 0,0 0 0,1 0 0,-1 0 0,1-1 0,0 1 0,0-1 0,-1 0 0,2 0 0,-1 0 0,0 0 0,0-1 0,1 0 0,7 2 0,-7-2 2,0 0 0,0-1 0,0 1-1,0-1 1,0 0 0,0-1 0,0 1 0,1-1 0,-1 0 0,0 0-1,-1 0 1,1-1 0,0 0 0,0 0 0,-1 0 0,1 0-1,-1-1 1,7-5 0,-4 2 15,-1 0 0,-1-1 0,1 0 0,-1 0 0,-1 0 0,1-1 0,-1 0 0,-1 0 1,1 0-1,2-10 0,-4 12 27,2-6 77,0 0 1,0 0 0,-1 0-1,2-22 1,-5 33 119,-6 23-43,-11 10-89,2 0 0,2 1 1,0 0-1,3 1 0,1 1 0,-7 46 1,6 92 448,21 278 0,0-196-210,-9-203-272,0 5 82,-6 81 0,3-123-117,-2 0 0,1 0 0,-2 0 0,0-1 0,0 0 1,-2 1-1,1-1 0,-2-1 0,0 1 0,-12 15 0,16-23-20,-1-1-1,-1 0 1,1 0-1,-1-1 1,0 1 0,0-1-1,0 0 1,-1 0 0,1-1-1,-1 0 1,0 0-1,0 0 1,0-1 0,0 1-1,-1-1 1,1-1-1,-1 1 1,1-1 0,-1-1-1,1 1 1,-1-1 0,0 0-1,1 0 1,-1-1-1,1 0 1,-1 0 0,-8-3-1,-1-1 7,1-1 0,0-1 0,0-1 0,1 0 0,0 0 0,0-1 0,1-1 0,0-1 0,-20-20 0,8 5-12,2-1 1,1-1-1,1-1 0,1-1 1,1-1-1,-24-57 1,37 73-5,0 0 0,1-1 0,0 1 0,1-1 0,1 0 0,1 0 0,0 0 0,1 0 0,1 0 0,0 0 1,2-1-1,-1 1 0,2 0 0,0 0 0,1 1 0,1-1 0,9-22 0,0 15-24,1 0-1,0 1 1,2 1-1,0 0 1,2 1-1,0 1 1,1 1 0,40-28-1,17-6-463,99-49-1,-35 36-1503,-45 29-2821,-72 24 664,-18-5-1583,-5 2-1154</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82"/>
    </inkml:context>
    <inkml:brush xml:id="br0">
      <inkml:brushProperty name="width" value="0.05" units="cm"/>
      <inkml:brushProperty name="height" value="0.05" units="cm"/>
      <inkml:brushProperty name="color" value="#E71224"/>
    </inkml:brush>
  </inkml:definitions>
  <inkml:trace contextRef="#ctx0" brushRef="#br0">35 57 11493,'0'0'11912,"-7"2"-11101,-2-1-1036,-9 2 2113,36-2-704,13-3-1169,-1-2-1,1-1 1,-1-1-1,32-11 1,53-11-109,-103 26-403,-5 3-4650,-22 11-396,0-5 1005</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83"/>
    </inkml:context>
    <inkml:brush xml:id="br0">
      <inkml:brushProperty name="width" value="0.05" units="cm"/>
      <inkml:brushProperty name="height" value="0.05" units="cm"/>
      <inkml:brushProperty name="color" value="#E71224"/>
    </inkml:brush>
  </inkml:definitions>
  <inkml:trace contextRef="#ctx0" brushRef="#br0">118 38 13510,'0'0'9565,"-8"-9"-8917,3 3-563,3 3-63,1 1 0,-1 0 1,0-1-1,0 1 0,0 0 0,-1 0 1,1 1-1,0-1 0,-4-1 1,-6 5 58,1 19-1,-4 38 258,2 0 0,3 0-1,-4 80 1,9 187 128,5-219-442,1-72-30,0 0-1,3 0 1,8 39-1,-9-61-210,0 1-1,2 0 0,-1-1 1,2 0-1,-1 0 1,2-1-1,0 1 0,0-2 1,1 1-1,16 17 0,-21-26 15,-1 0-1,2 0 0,-1-1 0,0 1 0,1-1 0,-1 0 1,1 0-1,-1 0 0,1 0 0,0-1 0,0 1 0,0-1 0,0 0 1,0 0-1,0 0 0,0-1 0,0 0 0,1 1 0,-1-2 1,0 1-1,0 0 0,0-1 0,7-1 0,-4-1-317,-1 1 0,1-1-1,-1 0 1,0-1 0,1 0-1,-2 0 1,1 0 0,0 0-1,-1-1 1,0 0 0,0 0-1,8-11 1,20-33-3515</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84"/>
    </inkml:context>
    <inkml:brush xml:id="br0">
      <inkml:brushProperty name="width" value="0.05" units="cm"/>
      <inkml:brushProperty name="height" value="0.05" units="cm"/>
      <inkml:brushProperty name="color" value="#E71224"/>
    </inkml:brush>
  </inkml:definitions>
  <inkml:trace contextRef="#ctx0" brushRef="#br0">115 117 8980,'0'0'12430,"3"-14"-11512,2-7-761,3-7 77,-6 32-170,-1 1 1,1-1-1,-1 0 1,0 1-1,0-1 0,0 1 1,-1 0-1,1 7 1,3 26 93,13 89 29,-14-114-190,0 0 0,0 0 1,2 0-1,0 0 0,0-1 0,1 0 0,8 13 0,-12-23-21,0 1 0,0 0 0,0-1-1,1 1 1,-1-1 0,0 0 0,1 0-1,0 0 1,-1 0 0,1 0 0,0-1-1,0 1 1,0-1 0,0 0-1,0 0 1,0 0 0,1 0 0,-1 0-1,0-1 1,0 1 0,1-1 0,-1 0-1,0 0 1,1 0 0,-1-1-1,0 1 1,0-1 0,1 0 0,-1 0-1,5-1 1,-2-1 5,1 0 0,-1-1-1,1 0 1,-1 0 0,0 0-1,0 0 1,-1-1 0,1 0 0,-1 0-1,0-1 1,-1 1 0,7-11-1,-3 2 5,0-1 0,-1 0 0,-1 0-1,0-1 1,-2 0 0,1 0 0,2-25 0,-2-7 467,-3-62 0,-2 75 932,0 66-875,-19 821 2207,3-258-2193,16-564-508,0 1 46,-7 57-1,6-87-48,0 1 0,1-1 1,-1 0-1,0 0 0,0 1 0,0-1 0,0 0 0,0 0 1,0 0-1,0 0 0,0 0 0,0-1 0,0 1 0,0 0 1,-1 0-1,1-1 0,0 1 0,-1-1 0,1 1 0,0-1 1,-1 0-1,1 1 0,0-1 0,-1 0 0,1 0 0,-1 0 1,1 0-1,-1 0 0,1 0 0,0 0 0,-1-1 0,1 1 1,-3-1-1,-4 0 35,-1-1 0,0 0 0,1-1-1,-14-5 1,3-2-40,0-2 0,0 0-1,1-1 1,1-1 0,0 0-1,1-2 1,1 1 0,0-2-1,-22-33 1,23 29-8,1 1 0,1-2-1,1 0 1,0 0 0,2-1 0,1 0 0,1-1 0,-8-44-1,13 52-13,0 0 0,1 0 0,0 0 0,2 0-1,-1-1 1,2 1 0,1 0 0,0 0-1,0 1 1,2-1 0,0 1 0,1 0 0,0 0-1,1 0 1,1 1 0,11-16 0,0 7-410,2-1 0,0 2 0,2 1 1,0 1-1,51-34 0,31-7-3520,6 6-3397,-68 34 563</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85"/>
    </inkml:context>
    <inkml:brush xml:id="br0">
      <inkml:brushProperty name="width" value="0.05" units="cm"/>
      <inkml:brushProperty name="height" value="0.05" units="cm"/>
      <inkml:brushProperty name="color" value="#E71224"/>
    </inkml:brush>
  </inkml:definitions>
  <inkml:trace contextRef="#ctx0" brushRef="#br0">1 73 18088,'0'0'8628,"44"-21"-8356,0 14-176,5 0-64,-5 0-32,0-2-112,-3 2-656,-4 4-817,-6 1-624,2 0-160,-9-1-1168,2-1-2786</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86"/>
    </inkml:context>
    <inkml:brush xml:id="br0">
      <inkml:brushProperty name="width" value="0.05" units="cm"/>
      <inkml:brushProperty name="height" value="0.05" units="cm"/>
      <inkml:brushProperty name="color" value="#E71224"/>
    </inkml:brush>
  </inkml:definitions>
  <inkml:trace contextRef="#ctx0" brushRef="#br0">78 0 12758,'0'0'11061,"0"4"-10760,-3 153 998,4-92-1120,-1-56-172,0 0-1,0 1 1,1-1-1,1 0 1,0 0-1,0 0 1,0 0 0,1 0-1,1-1 1,5 13-1,-6-17-12,0 0 0,0 0-1,0-1 1,0 1 0,1-1-1,-1 1 1,1-1 0,0 0-1,0-1 1,0 1 0,0-1 0,1 0-1,-1 0 1,1 0 0,-1 0-1,1-1 1,0 0 0,-1 0 0,1 0-1,0 0 1,8-1 0,-7 0-21,0 0 0,0 0 0,1-1 1,-1 1-1,0-1 0,0-1 0,0 1 1,-1-1-1,1 0 0,0-1 0,-1 1 1,1-1-1,9-7 0,-6 3-21,-1-1 0,0 0-1,0 0 1,0-1 0,-1 0 0,10-18-1,-6 8 174,-1-1 0,0-1-1,-2 0 1,0 0 0,-2 0-1,0-1 1,-1 0 0,-1 0-1,-2 0 1,1-34 0,-5 306 809,7 312 383,-1-506-1173,8 137 424,-15 226 1,2-402-551,-1 0 1,-1-1-1,0 1 0,-1-1 1,-12 30-1,14-42-12,1 0-1,-2 0 1,1 0-1,0 0 1,-1 0-1,0 0 1,0-1-1,0 1 1,0-1-1,-1 0 1,1 0-1,-1 0 1,0 0-1,0 0 1,0-1-1,0 0 1,0 0-1,0 0 1,-1 0-1,1-1 1,-1 0-1,1 0 1,-1 0-1,1 0 1,-6-1-1,-2 0 9,1-1-1,0 0 0,-1-1 1,1 0-1,0-1 0,0 0 0,1 0 1,-1-2-1,1 1 0,-1-1 1,1-1-1,1 0 0,-1 0 0,1-1 1,0 0-1,1 0 0,-1-1 1,2 0-1,-1-1 0,1 0 1,0 0-1,-7-14 0,1 1-11,1 0-1,2-1 0,0 0 1,1-1-1,1 0 1,2-1-1,0 1 1,1-1-1,-1-29 1,4 27-9,0-1 1,2 1 0,1-1 0,1 1-1,1 0 1,2 0 0,0 0 0,15-39 0,-6 34-38,2 0 0,1 1 1,1 1-1,2 0 1,28-30-1,126-121-2827,-83 92-2438,-89 87 5069,6-5-1058,-1-1 0,0 0 0,0 0 0,-1 0 0,5-10 1,1-14-6472</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87"/>
    </inkml:context>
    <inkml:brush xml:id="br0">
      <inkml:brushProperty name="width" value="0.05" units="cm"/>
      <inkml:brushProperty name="height" value="0.05" units="cm"/>
      <inkml:brushProperty name="color" value="#E71224"/>
    </inkml:brush>
  </inkml:definitions>
  <inkml:trace contextRef="#ctx0" brushRef="#br0">145 0 14807,'0'0'5789,"-8"20"-5314,3-4-420,-5 13 59,-1 0 0,-2-1 1,-20 35-1,27-54-55,5-6-16,-1 1 0,0-1 0,0 1 0,0-1 0,0 0 0,-1 0 0,1 0 0,-1 0 0,0-1 0,0 1 0,0-1 0,0 1 0,0-1 0,0 0 0,-1-1 0,-4 3 0,6-5 13,1-1 1,0 1-1,1-1 1,-1 0-1,0 1 1,0-1-1,1 0 1,-1 0-1,1 0 1,-1 0-1,1 1 0,0-1 1,0 0-1,0 0 1,0 0-1,0 0 1,0 0-1,1-3 1,-1-1-20,0-3 2,-1 0-1,1 1 1,1-1 0,0 0 0,0 0 0,1 0 0,0 0 0,0 1 0,1-1 0,0 1-1,1 0 1,0 0 0,0 0 0,1 0 0,-1 1 0,2-1 0,-1 1 0,1 1-1,0-1 1,8-6 0,-11 11-15,-1 1-1,1-1 1,0 1 0,-1-1-1,1 1 1,0 0-1,0 0 1,0 1-1,0-1 1,0 0 0,0 1-1,0 0 1,0 0-1,0 0 1,0 0 0,0 0-1,0 0 1,0 1-1,0 0 1,0-1 0,0 1-1,0 0 1,-1 1-1,1-1 1,0 0 0,-1 1-1,1-1 1,-1 1-1,4 2 1,4 5-15,0 0 0,0 0 1,-1 1-1,0 0 0,8 12 0,11 26 44,2 5-1610,-4-27-3326,-8-18 294</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88"/>
    </inkml:context>
    <inkml:brush xml:id="br0">
      <inkml:brushProperty name="width" value="0.05" units="cm"/>
      <inkml:brushProperty name="height" value="0.05" units="cm"/>
      <inkml:brushProperty name="color" value="#E71224"/>
    </inkml:brush>
  </inkml:definitions>
  <inkml:trace contextRef="#ctx0" brushRef="#br0">34 39 10117,'0'0'17888,"-6"-9"-16994,-12-14-548,9 17-236,9 17-9,14 29 65,1-1 1,21 37-1,15 38 114,-11-6-157,26 118 0,-52-162-119,-2 1 0,-3 0 0,0 89 0,-9-137-48,1 12 49,-2 0 1,-6 39-1,5-59-112,0 1 0,-1-1 0,0 0 0,0 0 0,-1 0 0,0-1 0,0 1-1,-1-1 1,0 0 0,-1 0 0,-7 8 0,11-14-50,1-1-1,0 1 1,-1-1 0,1 1 0,-1-1-1,0 1 1,1-1 0,-1 0-1,0 0 1,0 0 0,0 0-1,1 0 1,-1-1 0,0 1 0,0 0-1,0-1 1,0 1 0,-3-1-1,4 0-46,0 0 0,-1-1 0,1 1-1,0-1 1,-1 1 0,1-1 0,0 1-1,0-1 1,-1 0 0,1 0 0,0 0-1,0 1 1,0-1 0,0 0 0,0 0 0,0 0-1,0-1 1,1 1 0,-1 0 0,-1-1-1,-1-6-964,-1 1-1,1-1 1,1 0-1,0 1 0,0-1 1,0 0-1,0-10 1,-2-32-10933</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89"/>
    </inkml:context>
    <inkml:brush xml:id="br0">
      <inkml:brushProperty name="width" value="0.05" units="cm"/>
      <inkml:brushProperty name="height" value="0.05" units="cm"/>
      <inkml:brushProperty name="color" value="#E71224"/>
    </inkml:brush>
  </inkml:definitions>
  <inkml:trace contextRef="#ctx0" brushRef="#br0">0 43 10837,'0'0'10517,"26"-10"-10317,-1 1-160,1 1 0,31-6 0,-55 13-34,0 1 1,0 0-1,0 0 0,-1 0 0,1 0 1,0 0-1,0 0 0,0 1 1,0-1-1,0 0 0,0 1 1,0 0-1,-1-1 0,1 1 1,0 0-1,-1 0 0,1 0 0,0 0 1,-1 0-1,1 0 0,-1 1 1,0-1-1,1 0 0,-1 1 1,0-1-1,2 4 0,0 0 19,-1 0 0,0 0-1,-1 0 1,1 0 0,-1 0 0,1 10-1,-2-11-2,2 12 111,-1-1 0,0 1-1,-1-1 1,-1 0 0,-1 1-1,0-1 1,-1 0 0,0 0-1,-1 0 1,-1 0-1,0-1 1,-10 17 0,-3 1 439,-1-1 1,-2 0 0,-48 52 0,49-58 275,34-22-528,13-5-233,0-2 0,-1-1-1,0-1 1,0-1 0,0-1-1,27-13 1,65-18-1750,-117 38 1075,2 1 725</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90"/>
    </inkml:context>
    <inkml:brush xml:id="br0">
      <inkml:brushProperty name="width" value="0.05" units="cm"/>
      <inkml:brushProperty name="height" value="0.05" units="cm"/>
      <inkml:brushProperty name="color" value="#E71224"/>
    </inkml:brush>
  </inkml:definitions>
  <inkml:trace contextRef="#ctx0" brushRef="#br0">61 73 11221,'0'0'11549,"-13"2"-10305,0 1-1189,-21 5 1246,38-6-621,29-1-425,33-7-149,-1-2-1,64-16 1,-2 0-49,-78 15-179,-13 2-270,1 2 1,38-1-1,-91 6-11376,-6 0 6174</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91"/>
    </inkml:context>
    <inkml:brush xml:id="br0">
      <inkml:brushProperty name="width" value="0.05" units="cm"/>
      <inkml:brushProperty name="height" value="0.05" units="cm"/>
      <inkml:brushProperty name="color" value="#E71224"/>
    </inkml:brush>
  </inkml:definitions>
  <inkml:trace contextRef="#ctx0" brushRef="#br0">35 8 4082,'0'0'18448,"-6"-3"-17877,6 3-559,-1-1-1,1 1 0,-1-1 0,0 1 1,1 0-1,-1-1 0,1 1 0,-1 0 1,0-1-1,1 1 0,-1 0 0,0 0 1,1 0-1,-1-1 0,0 1 0,1 0 1,-1 0-1,0 0 0,1 0 0,-1 0 1,0 0-1,1 0 0,-1 1 0,0-1 1,1 0-1,-1 0 0,0 0 1,1 1-1,-1-1 0,0 0 0,1 1 1,-1-1-1,1 0 0,-1 1 0,1-1 1,-1 1-1,1-1 0,-1 1 0,1-1 1,-1 2-1,-2 37 823,3-21-564,5 159 1344,0 0-4559,-5-177 2827,0 1 1,0-1-1,0 0 0,0 1 0,0-1 1,0 0-1,0 0 0,-1 1 0,1-1 1,0 0-1,0 1 0,0-1 0,0 0 1,1 1-1,-1-1 0,0 0 0,0 1 1,0-1-1,0 0 0,0 1 1,0-1-1,0 0 0,0 1 0,1-1 1,-1 0-1,0 0 0,0 1 0,0-1 1,1 0-1,-1 0 0,0 1 0,0-1 1,1 0-1,-1 0 0,0 0 0,1 0 1,-1 1-1,0-1 0,0 0 0,1 0 1,-1 0-1,0 0 0,1 0 1,-1 0-1,0 0 0,1 0 0,-1 0 1,0 0-1,1 0 0,-1 0 0,0 0 1,1 0-1,11 0-5997</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92"/>
    </inkml:context>
    <inkml:brush xml:id="br0">
      <inkml:brushProperty name="width" value="0.05" units="cm"/>
      <inkml:brushProperty name="height" value="0.05" units="cm"/>
      <inkml:brushProperty name="color" value="#E71224"/>
    </inkml:brush>
  </inkml:definitions>
  <inkml:trace contextRef="#ctx0" brushRef="#br0">32 108 8420,'0'0'5931,"-5"-7"-5328,2 3-368,0-1 0,0 0 0,0 0 0,0 0 0,1 0 0,0-1 0,0 1 1,1-1-1,0 1 0,0-1 0,0 0 0,0 1 0,1-1 0,0-8 0,0 14-173,0 0 0,0-1 0,0 1 0,-1-1 0,1 1 0,0-1 0,0 1 0,0 0-1,0-1 1,0 1 0,0-1 0,0 1 0,0 0 0,0-1 0,0 1 0,0-1 0,1 1 0,-1 0-1,0-1 1,0 1 0,0-1 0,0 1 0,1 0 0,-1-1 0,0 1 0,0 0 0,1-1-1,-1 1 1,0 0 0,1-1 0,-1 1 0,0 0 0,1 0 0,-1-1 0,1 1 0,10 12 363,9 27-501,-17-24 106,0 0 1,-1 1 0,-1-1 0,0 1 0,-3 28 0,1-30-686,0 0 1,1 0-1,1-1 1,0 1 0,0 0-1,2 0 1,5 19-1,3-15-3955</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93"/>
    </inkml:context>
    <inkml:brush xml:id="br0">
      <inkml:brushProperty name="width" value="0.05" units="cm"/>
      <inkml:brushProperty name="height" value="0.05" units="cm"/>
      <inkml:brushProperty name="color" value="#E71224"/>
    </inkml:brush>
  </inkml:definitions>
  <inkml:trace contextRef="#ctx0" brushRef="#br0">261 64 13670,'0'0'9535,"-9"-11"-8846,-29-36-308,31 42-225,5 10-120,5 10-4,13 28 441,32 60 0,-2-7-82,-9-9-93,140 374 105,-171-444-382,-2 1-1,0 0 1,-1-1-1,0 1 1,-1 23-1,-3-44-31,0-1-1,0 1 1,0 0-1,-1 0 0,1 0 1,-1 0-1,0 1 1,0-1-1,0 0 1,0 1-1,-3-4 0,-6-8-38,-43-82-216,36 60 198,-41-61 0,53 89 77,0-1 0,-1 2 0,0-1 0,0 1 0,0 0 1,-1 0-1,0 1 0,-1 0 0,1 1 0,-1 0 1,0 0-1,-11-3 0,16 6-10,-1 1 0,0 0 0,0 0 1,0 0-1,0 0 0,0 1 0,0 0 0,0 0 0,0 0 1,0 1-1,0-1 0,0 1 0,0 0 0,1 1 0,-1-1 1,-8 5-1,6-2-3,0 0 0,0 1 0,1 0 1,-1 1-1,1-1 0,0 1 0,1 0 0,-1 1 1,-5 9-1,-2 5-13,0 1 0,2 1-1,1 0 1,1 1 0,-11 40 0,-21 147 31,40-206-6,1-4-96,0-3-680,-1 1 510,1-1 0,0 1 0,0-1 0,-1 1 0,1-1 0,0 0 0,1 1 0,-1-1 1,0 1-1,0-1 0,1 0 0,-1 1 0,1-1 0,-1 1 0,1 0 0,-1-1 0,1 1 0,0-1 0,1 0 0,19-26-3389,-21 27 3635,28-28-5212</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94"/>
    </inkml:context>
    <inkml:brush xml:id="br0">
      <inkml:brushProperty name="width" value="0.05" units="cm"/>
      <inkml:brushProperty name="height" value="0.05" units="cm"/>
      <inkml:brushProperty name="color" value="#E71224"/>
    </inkml:brush>
  </inkml:definitions>
  <inkml:trace contextRef="#ctx0" brushRef="#br0">544 14 5731,'0'0'14793,"1"-4"-14374,4-6-149,-3 12-44,-12 23 172,1-13-253,0 0 0,0-1 0,-1 0 1,-1 0-1,-15 11 0,-70 47 171,63-46-281,-17 12 88,-16 10 203,1 3 0,-71 70 0,118-94-205,17-23-120,1-1-1,0 1 1,-1-1 0,1 1 0,0-1-1,0 1 1,0-1 0,-1 1 0,1-1-1,0 1 1,0-1 0,0 1 0,0-1-1,0 1 1,0-1 0,0 1 0,0-1-1,0 1 1,0 0 0,0-1 0,0 1-1,0-1 1,0 1 0,1-1 0,-1 1-1,0-1 1,0 1 0,1-1 0,-1 1-1,0-1 1,1 1 0,-1-1 0,0 0-1,1 1 1,-1-1 0,0 0 0,1 1-1,-1-1 1,1 0 0,-1 1-1,1-1 1,-1 0 0,1 0 0,-1 1-1,1-1 1,-1 0 0,1 0 0,-1 0-1,1 0 1,0 0 0,-1 0 0,1 0-1,93 5 61,-1-3-1,108-14 1,89 1-13,-287 11-51,-1 0 0,1 0 1,-1 0-1,1 1 0,0-1 0,-1 1 0,1 0 1,-1-1-1,1 1 0,-1 0 0,0 0 1,1 1-1,-1-1 0,0 0 0,0 1 0,1-1 1,-1 1-1,-1 0 0,1 0 0,0 0 0,0 0 1,-1 0-1,1 0 0,-1 0 0,2 4 1,-2-3-2,0 0 1,0 0-1,-1 0 1,0 0 0,0 0-1,0 1 1,0-1 0,0 0-1,0 0 1,-1 0 0,1 0-1,-1 0 1,0 0 0,0 0-1,0 0 1,-1-1 0,1 1-1,-1 0 1,1-1 0,-1 1-1,0 0 1,-4 3 0,-12 12-4,-2 0 1,0-1-1,-1-2 1,-1 0-1,-31 16 1,13-7-17,-215 121-51,38-23 244,217-122-170,-34 24 213,34-23-210,-1-1 1,0 0-1,1 0 0,-1 1 0,1-1 0,-1 0 0,1 1 1,0-1-1,-1 0 0,1 1 0,-1-1 0,1 0 0,0 1 1,-1-1-1,1 1 0,0-1 0,-1 1 0,1-1 0,0 1 1,0-1-1,-1 1 0,1-1 0,0 1 0,0 0 0,0-1 1,0 1-1,0-1 0,0 1 0,0-1 0,0 1 0,0 0 1,0-1-1,0 1 0,0-1 0,0 1 0,1-1 0,-1 1 1,0-1-1,0 1 0,0-1 0,1 1 0,-1-1 0,0 1 1,1-1-1,-1 1 0,1-1 0,-1 1 0,0-1 0,1 0 1,-1 1-1,1-1 0,-1 0 0,1 1 0,-1-1 0,1 0 1,-1 0-1,1 0 0,-1 1 0,1-1 0,-1 0 0,1 0 1,0 0-1,-1 0 0,1 0 0,44 7 90,-1-3 0,0-1 0,79-5 0,-29 0-11,571-15-472,-664 17 227,-17 12-3726,-11 2 1365,-6-2-1171</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95"/>
    </inkml:context>
    <inkml:brush xml:id="br0">
      <inkml:brushProperty name="width" value="0.05" units="cm"/>
      <inkml:brushProperty name="height" value="0.05" units="cm"/>
      <inkml:brushProperty name="color" value="#E71224"/>
    </inkml:brush>
  </inkml:definitions>
  <inkml:trace contextRef="#ctx0" brushRef="#br0">12 18 9668,'0'0'9757,"-1"-4"-9082,-6-9-392,4 17 245,3 31 695,1-12-755,1 13-21,2-1-1,9 43 1,4 33-279,-15-100 540,-1-4-2730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96"/>
    </inkml:context>
    <inkml:brush xml:id="br0">
      <inkml:brushProperty name="width" value="0.05" units="cm"/>
      <inkml:brushProperty name="height" value="0.05" units="cm"/>
      <inkml:brushProperty name="color" value="#E71224"/>
    </inkml:brush>
  </inkml:definitions>
  <inkml:trace contextRef="#ctx0" brushRef="#br0">11 13 12822,'0'0'7956,"-11"-12"-7972,14 21-3666,2 3-1040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97"/>
    </inkml:context>
    <inkml:brush xml:id="br0">
      <inkml:brushProperty name="width" value="0.05" units="cm"/>
      <inkml:brushProperty name="height" value="0.05" units="cm"/>
      <inkml:brushProperty name="color" value="#E71224"/>
    </inkml:brush>
  </inkml:definitions>
  <inkml:trace contextRef="#ctx0" brushRef="#br0">1 47 10565,'0'0'9457,"0"-10"-8742,-1-27 844,2 70 7,7 50-272,34 158 1,-15-104-934,4 20-54,-10-62-132,-5 0 0,7 160 1,-22-269-3022,0 1 0,0 0 0,7-25 0,2 9-2466</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98"/>
    </inkml:context>
    <inkml:brush xml:id="br0">
      <inkml:brushProperty name="width" value="0.05" units="cm"/>
      <inkml:brushProperty name="height" value="0.05" units="cm"/>
      <inkml:brushProperty name="color" value="#E71224"/>
    </inkml:brush>
  </inkml:definitions>
  <inkml:trace contextRef="#ctx0" brushRef="#br0">2 182 368,'0'0'20775,"0"0"-20766,0 0 0,0 0 0,-1 0 0,1 0 0,0 0 0,0 0-1,0-1 1,0 1 0,0 0 0,0 0 0,0 0 0,0 0 0,0 0 0,0 0 0,0-1 0,0 1 0,0 0 0,0 0-1,0 0 1,-1 0 0,1 0 0,0-1 0,1 1 0,-1 0 0,0 0 0,0 0 0,0 0 0,0 0 0,0-1 0,0 1-1,0 0 1,0 0 0,0 0 0,0 0 0,0 0 0,0-1 0,0 1 0,0 0 0,1 0 0,-1 0 0,0 0 0,0 0-1,0 0 1,0 0 0,0 0 0,0 0 0,0-1 0,1 1 0,-1 0 0,0 0 0,0 0 0,0 0 0,0 0 0,0 0-1,1 0 1,-1 0 0,0 0 0,0 0 0,0 0 0,0 0 0,0 0 0,1 0 0,-1 0 0,0 0 0,0 0 0,0 0-1,0 1 1,0-1 0,1 0 0,10 27 432,-2 1 0,0 0-1,-2 1 1,5 41-1,-2-14-116,-2-12-216,-7-31-86,1 1 0,0-1-1,0 0 1,2 0 0,0 0-1,0 0 1,1-1 0,1 0 0,13 23-1,-17-33-18,-1 0-1,1 0 1,0 0-1,0-1 0,-1 1 1,1-1-1,0 1 1,0-1-1,0 0 1,1 0-1,-1 0 0,0 0 1,0 0-1,0 0 1,1-1-1,-1 1 0,0-1 1,1 1-1,-1-1 1,1 0-1,-1 0 1,0 0-1,1 0 0,-1-1 1,1 1-1,-1-1 1,0 1-1,1-1 1,2-1-1,0-1 5,0 1 0,-1-1 0,1 0 0,-1-1 0,0 1 0,0-1 0,0 0 0,0 0 0,-1 0 1,0 0-1,5-8 0,9-22 3,-1 0 0,-2 0 1,-2-2-1,-1 1 0,-2-2 0,5-38 1,42 244 1104,-50-153-1121,1 0 0,0 0-1,1 0 1,1-1 0,18 26 0,-23-36 9,1-1 0,-1 1-1,1 0 1,0-1 0,0 0 0,0 0 0,0-1-1,1 1 1,0-1 0,-1-1 0,1 1-1,0-1 1,1 0 0,-1 0 0,0 0 0,0-1-1,1 0 1,11 0 0,-15-2 0,0 1-1,0-1 1,0 0 0,0 0 0,-1-1-1,1 1 1,0-1 0,-1 1 0,1-1-1,0 0 1,-1 0 0,0 0 0,0 0 0,1 0-1,-1-1 1,-1 1 0,1-1 0,0 1-1,0-1 1,-1 0 0,0 1 0,1-1-1,-1 0 1,0 0 0,1-6 0,4-10 9,-1-1 1,4-31-1,-4 4 12,-2-1 0,-2 1 0,-6-66 0,2 93-15,-1 0 0,0 1-1,-1-1 1,-11-26 0,12 36-7,0 1 0,-1 0 1,1-1-1,-2 2 0,0-1 1,0 0-1,0 1 1,-1 1-1,0-1 0,-13-10 1,20 18-60,-1-1 0,1 1 1,-1-1-1,1 1 0,-1-1 0,1 1 1,-1 0-1,0-1 0,1 1 1,-1 0-1,0-1 0,1 1 1,-1 0-1,0 0 0,0 0 0,1 0 1,-1-1-1,0 1 0,0 0 1,1 0-1,-1 1 0,0-1 0,1 0 1,-1 0-1,0 0 0,0 0 1,1 1-1,-1-1 0,0 0 1,1 0-1,-1 1 0,0-1 0,1 1 1,-1-1-1,1 0 0,-1 1 1,1-1-1,-1 1 0,1 0 0,-1-1 1,1 1-1,-1-1 0,1 1 1,0 0-1,-1-1 0,1 1 1,0 0-1,0-1 0,-1 1 0,1 0 1,0-1-1,0 1 0,0 0 1,0 0-1,0 1 0,-2 50-4741,2-43 3615,0 28-3877</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799"/>
    </inkml:context>
    <inkml:brush xml:id="br0">
      <inkml:brushProperty name="width" value="0.05" units="cm"/>
      <inkml:brushProperty name="height" value="0.05" units="cm"/>
      <inkml:brushProperty name="color" value="#E71224"/>
    </inkml:brush>
  </inkml:definitions>
  <inkml:trace contextRef="#ctx0" brushRef="#br0">4 1 12566,'0'0'10783,"0"10"-9657,-1 58 274,-1-33-1310,1 0-1,2 0 1,2 0 0,7 35 0,-6-61-2621,8-28-9753,-9-10 1559</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800"/>
    </inkml:context>
    <inkml:brush xml:id="br0">
      <inkml:brushProperty name="width" value="0.05" units="cm"/>
      <inkml:brushProperty name="height" value="0.05" units="cm"/>
      <inkml:brushProperty name="color" value="#E71224"/>
    </inkml:brush>
  </inkml:definitions>
  <inkml:trace contextRef="#ctx0" brushRef="#br0">44 40 12806,'0'0'6304,"29"11"-4423,-28-12-1782,0 0 1,0 0-1,0 0 1,0 0-1,-1-1 0,1 1 1,0 0-1,0 0 1,-1 0-1,1-1 0,-1 1 1,1 0-1,-1-1 1,1 1-1,-1 0 0,0-1 1,0 1-1,1-1 1,-1 1-1,0-2 0,0 2-50,0 0-1,0 1 1,0-1 0,0 0-1,0 0 1,0 1-1,0-1 1,0 0-1,0 0 1,0 0-1,0 1 1,-1-1-1,1 0 1,0 0-1,0 1 1,-1-1 0,1 0-1,-1 0 1,1 1-1,0-1 1,-1 0-1,1 1 1,-1-1-1,0 1 1,1-1-1,-1 1 1,1-1-1,-1 1 1,0-1 0,1 1-1,-1 0 1,0-1-1,-1 0 1,-1 1-139,1 1 0,-1-1 0,1 0 0,0 0 0,-1 1 0,1 0 0,0-1 0,-1 1 0,1 0 0,0 0 0,0 0 0,-1 0 0,1 1 0,0-1 0,0 1 0,0-1 0,1 1 0,-1 0 0,0-1 0,1 1 0,-1 0 0,1 0 0,-2 3 0,-1 2-864,1 0-1,0 0 0,1 1 1,0-1-1,0 1 1,-2 12-1,3 5-4127</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801"/>
    </inkml:context>
    <inkml:brush xml:id="br0">
      <inkml:brushProperty name="width" value="0.05" units="cm"/>
      <inkml:brushProperty name="height" value="0.05" units="cm"/>
      <inkml:brushProperty name="color" value="#E71224"/>
    </inkml:brush>
  </inkml:definitions>
  <inkml:trace contextRef="#ctx0" brushRef="#br0">40 34 13286,'0'0'10813,"-5"-6"-9853,-16-19-231,21 25-704,0 0-1,0 0 1,0 0 0,-1-1 0,1 1 0,0 0 0,0 0-1,0 0 1,0 0 0,0 0 0,0-1 0,-1 1 0,1 0-1,0 0 1,0 0 0,0 0 0,0 0 0,-1 0 0,1 0-1,0 0 1,0 0 0,0 0 0,-1 0 0,1 0 0,0-1-1,0 1 1,0 0 0,0 0 0,-1 0 0,1 1 0,0-1-1,0 0 1,0 0 0,-1 0 0,1 0 0,0 0-1,0 0 1,0 0 0,-1 0 0,1 0 0,0 0 0,0 0-1,0 1 1,-1-1 0,-2 12 300,1 16-209,2-26-9,0 56 348,-1 56 382,24 196 0,37 169-259,-54-413-568,1 17 49,20 87 1,-17-146 10,-3-37-566,-1-40-2269,-5 37 1268,1-42-8548,-2 29-1589</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802"/>
    </inkml:context>
    <inkml:brush xml:id="br0">
      <inkml:brushProperty name="width" value="0.05" units="cm"/>
      <inkml:brushProperty name="height" value="0.05" units="cm"/>
      <inkml:brushProperty name="color" value="#E71224"/>
    </inkml:brush>
  </inkml:definitions>
  <inkml:trace contextRef="#ctx0" brushRef="#br0">117 914 8964,'0'0'5435,"-3"2"-4995,-5 5-49,0 1 1,0 0 0,1 0-1,0 1 1,-9 14-1,-9 10 363,19-26-533,2-3-109,1-1 1,-1 1-1,1 0 1,0 0-1,1 0 0,-1 0 1,-3 9 1669,15-35-888,5 4-775,2 0 0,0 2-1,2 0 1,34-26 0,-4 4-41,65-52-8,4 5 0,4 5 0,3 5 0,181-79 0,-205 107-56,64-29 96,299-97 0,-450 170-121,29-9-21,0 1-1,1 2 1,0 3 0,62-3-1,-104 9 281,-39 0-48,-332-23 160,346 17-64,33-1 121,36-4 116,19 4-499,0 3 0,122 7 0,-184-3-34,1 0-1,0 0 1,-1 0 0,1 1 0,0-1 0,-1 1-1,1 0 1,-1-1 0,1 1 0,-1 0 0,1 0-1,-1 1 1,0-1 0,1 1 0,-1-1 0,0 1-1,0-1 1,0 1 0,0 0 0,0 0 0,0 0 0,-1 0-1,1 1 1,-1-1 0,0 0 0,1 1 0,-1-1-1,0 0 1,0 1 0,0 0 0,-1-1 0,1 1-1,-1-1 1,1 1 0,-1 0 0,0-1 0,0 1-1,0 0 1,0-1 0,-1 1 0,0 2 0,-1 4 0,0 0 1,-1 0 0,0 0 0,-1-1-1,1 1 1,-2-1 0,1 0 0,-1 0-1,0-1 1,-10 11 0,-35 30-851,38-38 196,-1 1 0,1 0 0,1 1 0,0 1-1,1 0 1,0 0 0,-14 27 0,22-24-3609</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803"/>
    </inkml:context>
    <inkml:brush xml:id="br0">
      <inkml:brushProperty name="width" value="0.05" units="cm"/>
      <inkml:brushProperty name="height" value="0.05" units="cm"/>
      <inkml:brushProperty name="color" value="#E71224"/>
    </inkml:brush>
  </inkml:definitions>
  <inkml:trace contextRef="#ctx0" brushRef="#br0">24 343 8900,'0'0'7689,"-4"-23"-5718,-15-74-476,19 93-1418,0 0 1,-1 0-1,1 0 1,0 0-1,1 0 1,-1 0-1,1 0 1,0 0-1,0 0 1,0 0-1,0 0 1,1 1-1,-1-1 1,1 0-1,0 1 1,0-1-1,1 1 1,-1 0-1,1 0 1,-1 0-1,1 0 1,0 0-1,5-3 1,1 0 22,0 0 1,1 1 0,0 0 0,0 0 0,0 1 0,11-3 0,-10 4-62,1 0 0,-1 0 0,1 1 0,0 0 0,-1 1 0,1 1 0,0 0 1,0 1-1,0 0 0,-1 0 0,1 1 0,0 1 0,-1 0 0,0 1 0,15 6 0,-19-6-25,1 0-1,-1 0 1,0 1-1,0 0 1,-1 1-1,1 0 1,-1 0-1,-1 0 1,1 0 0,-1 1-1,0 0 1,0 0-1,-1 0 1,0 1-1,-1 0 1,1-1-1,-1 1 1,-1 1-1,1-1 1,-2 0 0,3 16-1,-3-11-4,0 0 0,-1 0 1,0 0-1,-1 0 0,-3 19 0,2-26-4,1-1 1,-1 0-1,1 0 1,-1 0-1,-1 0 0,1 0 1,-1 0-1,0-1 1,0 1-1,0-1 1,-1 0-1,1 0 0,-1 0 1,0 0-1,-8 5 1,12-9 0,-1 1 0,0 0 0,1-1 0,-1 1 1,0 0-1,0-1 0,0 1 0,1-1 1,-1 1-1,0-1 0,0 0 0,0 1 1,0-1-1,0 0 0,0 0 0,0 1 1,0-1-1,0 0 0,0 0 0,0 0 1,0 0-1,0 0 0,0 0 0,0-1 1,0 1-1,0 0 0,0 0 0,0-1 1,0 1-1,1-1 0,-1 1 0,0-1 0,0 1 1,0-1-1,0 1 0,1-1 0,-1 0 1,0 1-1,1-1 0,-1 0 0,0 0 1,1 0-1,-1 1 0,1-1 0,-1 0 1,1 0-1,0 0 0,-1 0 0,0-2 1,-1-5 13,1 0 0,-1 0 1,1 0-1,0-14 0,1 18-12,-1-5-13,1 0 1,0-1-1,0 1 0,1 0 1,0 0-1,0 0 0,1 0 1,0 0-1,1 0 0,0 1 1,0-1-1,1 1 0,0 0 1,0 0-1,1 0 0,0 0 1,0 1-1,1 0 0,0 0 1,1 0-1,-1 1 0,1 0 1,14-9-1,-11 8-23,1 2-1,-1-1 1,1 1 0,0 1-1,0 0 1,0 1 0,0 0-1,1 0 1,18-1 0,11 2-524,58 3 1,-35 1 56,-31-1 303,37 0-262,-66-1 436,0-1 1,0 1 0,0-1-1,0 0 1,-1 0 0,1 0 0,0 0-1,0-1 1,-1 1 0,1-1 0,-1 0-1,1 0 1,4-4 0,-6 3 74,-1 0 0,1 0 0,-1 1 0,1-1-1,-1 0 1,0 0 0,0 0 0,-1 0 0,1-1 0,-1 1 0,1 0 0,-1 0 0,0 0 0,0 0 0,0 0 0,-1-4 0,0-5 189,1 11-211,0 1 1,-1-1 0,1 0 0,-1 1 0,1-1 0,-1 0 0,1 1 0,-1-1 0,1 0-1,-1 1 1,0-1 0,1 1 0,-1 0 0,0-1 0,1 1 0,-1-1 0,0 1 0,0 0-1,1-1 1,-1 1 0,0 0 0,0 0 0,1 0 0,-1 0 0,0 0 0,0 0-1,0 0 1,0 0 0,1 0 0,-2 0 0,-28 4 204,26-2-236,0 0 0,0 1 0,1-1 0,-1 1 0,1 0 0,0 0-1,0 1 1,0-1 0,0 0 0,1 1 0,-1 0 0,1 0 0,0-1 0,0 1-1,1 1 1,-1-1 0,1 0 0,-1 0 0,1 0 0,1 1 0,-1 5 0,-2 10 9,1 0 0,2 0 1,1 27-1,0-42-14,-1-1 0,1 1 0,0-1 0,0 0 0,0 1 0,0-1 0,1 0 0,0 0 0,0 0 1,0 0-1,0 0 0,1 0 0,-1-1 0,1 1 0,0-1 0,4 4 0,-1-2-3,0-1 1,0 0-1,0 0 1,1-1-1,-1 1 0,1-2 1,0 1-1,0-1 1,8 2-1,13 1-7,0-2-1,0-1 1,0-1-1,29-3 1,-54 2 11,9-1-9,-1 0 1,1-1-1,-1-1 1,0 0-1,1 0 1,-1-1 0,0 0-1,-1-1 1,1 0-1,-1-1 1,0 0-1,14-13 1,-17 14 14,-1-1 0,0 1 0,0-1 0,-1-1 0,1 1 0,-1-1 0,-1 0 0,1 0 0,-1-1 0,-1 1 1,1-1-1,-1 0 0,-1 1 0,1-2 0,-1 1 0,-1 0 0,0 0 0,1-11 0,-2 18-3,0-1-1,-1 1 1,1 0 0,0-1-1,-1 1 1,1-1 0,-1 1 0,0 0-1,1-1 1,-1 1 0,0 0 0,0 0-1,0 0 1,0 0 0,0-1-1,0 1 1,0 0 0,0 1 0,0-1-1,0 0 1,-1 0 0,1 0-1,0 1 1,0-1 0,-1 1 0,1-1-1,-1 1 1,1-1 0,0 1-1,-1 0 1,1 0 0,-1-1 0,1 1-1,-1 0 1,1 1 0,-1-1-1,1 0 1,-1 0 0,1 0 0,-2 1-1,-4 0 0,1 0 1,0 0-1,-1 1 0,1 0 0,0 0 0,-1 0 0,1 1 0,-6 4 1,6-4-8,1 1 1,0 0 0,0 0-1,1 0 1,-1 1 0,1 0 0,0-1-1,0 1 1,1 1 0,0-1-1,-1 1 1,2-1 0,-1 1 0,1 0-1,0 0 1,0 0 0,0 0-1,1 0 1,0 0 0,0 1 0,1-1-1,0 11 1,0-16 1,1 0-1,0 0 1,-1 0 0,1 0 0,0 0-1,0 0 1,0 0 0,0 0 0,-1 0-1,1 0 1,1 0 0,-1 0-1,0-1 1,0 1 0,0-1 0,0 1-1,0-1 1,1 1 0,-1-1 0,0 1-1,0-1 1,1 0 0,-1 0 0,0 0-1,1 0 1,-1 0 0,0 0-1,0 0 1,3 0 0,42-4-83,-12-17 135,-32 18-44,1 1 0,-1-1 0,1 1 0,0 0 0,0 0 0,0 1 0,0-1 0,0 1 0,0-1 0,1 1 0,5-2 0,-8 4-7,-1-1 0,1 1 0,-1-1 0,1 1 0,-1-1-1,1 1 1,-1-1 0,1 1 0,-1 0 0,0-1 0,1 1 0,-1-1-1,0 1 1,1 0 0,-1-1 0,0 1 0,0 0 0,0 0 0,0-1-1,0 1 1,1 1 0,-1 1-4,14 61 193,-3-1 0,2 85 1,-7 132 984,-5-202-762,-3 92 439,2-167-834,0 0-1,-1 0 0,0 0 0,1 0 1,-1 0-1,0 0 0,-1 0 0,1 0 1,0-1-1,-1 1 0,1 0 1,-1-1-1,0 1 0,0-1 0,0 0 1,0 0-1,0 1 0,-1-1 1,1-1-1,-1 1 0,1 0 0,-1 0 1,0-1-1,0 0 0,1 1 0,-1-1 1,0 0-1,0-1 0,0 1 1,0 0-1,0-1 0,0 0 0,-1 1 1,1-1-1,0-1 0,-5 0 1,-1 1-9,-1-1 0,1 0 0,1-1 0,-1 0 1,0 0-1,0-1 0,1 0 0,-1-1 1,1 0-1,0 0 0,-11-8 0,9 4-4,1-1 0,0 1-1,0-1 1,1-1 0,0 0 0,1 0 0,0 0-1,1-1 1,0 0 0,1 0 0,-5-15-1,8 19-5,0 0-1,0 0 1,1-1-1,0 1 1,0-1-1,1 1 0,0 0 1,1-1-1,-1 1 1,1-1-1,1 1 1,-1 0-1,1 0 0,1 0 1,-1 0-1,1 0 1,0 0-1,1 1 1,0-1-1,5-6 0,212-239-285,-142 167 63,-33 35 130,68-70-81,-114 120 177,0 0 0,0 0 1,1 0-1,-1-1 0,0 1 0,0 0 0,1 0 0,-1 0 1,0 0-1,0 0 0,1-1 0,-1 1 0,0 0 0,1 0 0,-1 0 1,0 0-1,1 0 0,-1 0 0,0 0 0,1 0 0,-1 0 1,0 0-1,1 0 0,-1 0 0,0 1 0,0-1 0,1 0 0,-1 0 1,0 0-1,1 0 0,-1 0 0,0 1 0,0-1 0,1 0 1,-1 0-1,0 0 0,1 1 0,8 15-74,6 31-70,-12-36 133,0 1 21,23 68-34,-23-74 15,-1 0-1,1 0 1,0 0-1,0-1 1,1 1-1,0-1 1,0 0 0,0 0-1,1 0 1,5 5-1,-8-9 0,0 0 0,0 0 0,0 0 0,0 0 1,0 0-1,0-1 0,0 1 0,0 0 0,1-1 0,-1 0 0,0 1 0,0-1 0,1 0 0,-1 0 0,0-1 0,0 1 0,0 0 0,1-1 0,-1 1 0,0-1 0,0 1 0,0-1 0,0 0 0,0 0 1,0 0-1,0 0 0,0-1 0,-1 1 0,1 0 0,0-1 0,-1 1 0,4-4 0,3-5 30,1 0 1,-1-1-1,-1 1 1,8-15-1,-10 17-30,5-11 39,-8 14-17,0 0-1,1 0 0,0 0 1,0 1-1,0-1 0,0 1 1,1 0-1,-1 0 0,1 0 1,5-4-1,-1 30-31,-6-14 28,0 0 1,0 1-1,0-1 1,1 0-1,0 0 1,1-1-1,0 1 1,0-1-1,9 12 1,-10-16-11,0 1-1,1-1 1,0 0 0,0 0 0,0 0-1,0-1 1,0 1 0,1-1 0,-1 0-1,0 0 1,1-1 0,0 1-1,-1-1 1,1 0 0,0 0 0,0-1-1,0 0 1,7 0 0,-1 0 9,0-1 0,-1-1 0,1 0 0,0-1 0,-1 1 0,0-2 0,0 0 0,0 0 0,0-1-1,-1 0 1,1 0 0,-1-1 0,-1-1 0,1 1 0,-1-2 0,0 1 0,-1-1 0,0 0 0,0 0 0,0-1 0,-1 0 0,5-11 0,1-2 29,0 0 0,-2-2 0,-1 1-1,0-1 1,-2 0 0,-1-1 0,-1 1 0,3-38 0,-6-40 680,-3 102-701,1-1 1,0 0 0,0 0-1,0 1 1,-1-1 0,1 0-1,0 1 1,-1-1 0,1 1-1,0-1 1,-1 0 0,1 1-1,-1-1 1,1 1 0,-1-1-1,1 1 1,-1-1 0,0 1-1,1 0 1,-1-1 0,0 1-1,1 0 1,-1-1 0,0 1-1,1 0 1,-1 0 0,0-1-1,1 1 1,-1 0-1,0 0 1,0 0 0,1 0-1,-1 0 1,0 0 0,0 0-1,1 0 1,-1 1 0,0-1-1,1 0 1,-1 0 0,0 0-1,1 1 1,-1-1 0,0 0-1,0 1 1,-3 0-2,1 1 1,-1-1-1,1 0 1,-1 1-1,1 0 1,0 0-1,0 0 0,-6 5 1,1 3-10,1 0 0,1 0 1,-1 1-1,2 0 0,-1 0 1,2 1-1,-1-1 0,2 1 0,-1 0 1,2 0-1,-3 17 0,2-2-8,1 0-1,1 0 1,2 1 0,4 32-1,-3-50-17,0-1 1,1 1-1,0-1 0,0 0 0,1 0 1,0 0-1,0 0 0,1-1 0,1 1 1,-1-1-1,1 0 0,1-1 0,-1 0 1,1 0-1,0 0 0,1-1 0,0 0 1,0 0-1,0-1 0,1 0 0,17 7 1,-7-4-29,2-1 0,-1 0 0,1-2 0,-1-1 1,1 0-1,1-2 0,-1 0 0,0-1 0,24-2 1,-38 0 46,1 0 0,-1-1 0,0 0 0,0 0 1,0 0-1,0-1 0,-1 0 0,1 0 1,-1-1-1,1 0 0,-1 0 0,0 0 0,-1-1 1,1 0-1,-1 0 0,0 0 0,0-1 0,-1 1 1,1-1-1,-1 0 0,0-1 0,3-7 0,0-1 7,-1-1 0,0 1 0,-1-1 0,-1 0 0,0 0 0,-1-1 0,-1 1-1,0-28 1,-1 42-2,-1 1 1,0-1-1,0 1 0,0-1 0,-1 1 0,1 0 0,0-1 0,0 1 0,-1-1 1,1 1-1,-1 0 0,1-1 0,-1 1 0,0 0 0,1 0 0,-1-1 0,0 1 1,0 0-1,0 0 0,0 0 0,0 0 0,0 0 0,0 0 0,0 0 0,0 0 1,-1 1-1,0-2 0,-1 1 4,-1 1 0,1-1 0,0 1 0,0-1-1,0 1 1,0 0 0,0 0 0,0 0 0,0 1 0,-1-1 0,1 1 0,-3 1 0,-3 0 8,1 1 0,-1 1 0,1-1 1,-1 1-1,1 1 0,0-1 0,1 1 0,-8 7 0,8-4-13,0 0 0,1 1 0,0 0 0,0 0-1,1 0 1,0 1 0,1 0 0,0-1 0,1 2-1,0-1 1,0 0 0,1 1 0,1-1-1,-1 1 1,2-1 0,0 18 0,1-27-11,-1 0 0,1 0 1,-1-1-1,1 1 1,0 0-1,-1 0 0,1-1 1,0 1-1,0-1 0,-1 1 1,1-1-1,0 1 0,0-1 1,0 1-1,0-1 0,0 0 1,0 1-1,0-1 0,0 0 1,-1 0-1,1 0 1,0 0-1,0 0 0,0 0 1,0 0-1,0 0 0,0 0 1,0 0-1,0 0 0,0-1 1,0 1-1,0 0 0,1-1 1,36-10 9,-14-8 69,-21 16-78,-1 0 1,1 1-1,0 0 1,0-1-1,0 1 1,0 0-1,0 0 1,0 1-1,0-1 1,1 1-1,-1-1 0,1 1 1,-1 0-1,7-1 1,-9 7 1,1-1 0,-1 1-1,0 0 1,0 0 0,-1 0 0,1-1 0,-1 1 0,0 0-1,-1 9 1,0-8 7,1-5 1,0-1-1,0 1 1,0-1-1,0 1 1,1-1 0,-1 1-1,0 0 1,0-1 0,0 1-1,0-1 1,1 1 0,-1-1-1,0 1 1,0-1 0,1 1-1,-1-1 1,0 0-1,1 1 1,-1-1 0,1 1-1,-1-1 1,0 0 0,1 1-1,-1-1 1,1 0 0,-1 1-1,1-1 1,-1 0 0,1 0-1,-1 0 1,1 1-1,-1-1 1,1 0 0,0 0-1,-1 0 1,1 0 0,-1 0-1,1 0 1,-1 0 0,1 0-1,-1 0 1,1 0 0,-1 0-1,1-1 1,0 1-1,-1 0 1,1 0 0,-1 0-1,1-1 1,-1 1 0,1-1-1,29-16 42,-7-3-46,0 2 1,38-23 0,-53 36 13,1 0-1,0 1 1,1 0 0,-1 1-1,1 0 1,0 0 0,0 1 0,0 0-1,0 1 1,0 0 0,13 1-1,-20 0-11,0 1 0,0-1-1,0 1 1,0 0-1,0 0 1,0 0-1,0 1 1,0-1 0,0 1-1,-1-1 1,1 1-1,-1 0 1,1 0 0,-1 0-1,0 1 1,1-1-1,-1 0 1,0 1 0,-1-1-1,1 1 1,0 0-1,-1 0 1,0 0 0,1 0-1,-1 0 1,0 0-1,1 4 1,1 8 12,0-1 0,-1 0 1,-1 1-1,1 22 0,-2-37-8,-1 0 0,1 0 0,0 0 0,0 0-1,0-1 1,0 1 0,0 0 0,0 0 0,0 0-1,0 0 1,0 0 0,0 0 0,0 0 0,0 0 0,-1-1-1,1 1 1,0 0 0,0 0 0,0 0 0,0 0-1,0 0 1,0 0 0,0 0 0,-1 0 0,1 0-1,0 0 1,0 0 0,0 0 0,0 0 0,0 0 0,-1 0-1,1 0 1,0 0 0,0 0 0,0 0 0,0 0-1,0 0 1,0 0 0,-1 0 0,1 0 0,0 0 0,0 0-1,0 0 1,0 0 0,0 0 0,0 0 0,0 1-1,-1-1 1,1 0 0,0 0 0,0 0 0,0 0-1,0 0 1,0 0 0,0 0 0,0 0 0,0 1 0,0-1-1,0 0 1,0 0 0,0 0 0,0 0 0,0 0-1,0 0 1,0 1 0,0-1 0,0 0 0,0 0-1,-7-14 32,7 5-25,0 0 1,1 0 0,0 0-1,0 0 1,1 1 0,1-1-1,-1 0 1,1 1 0,1-1-1,-1 1 1,1 0 0,1 0-1,0 0 1,0 1 0,0 0-1,12-13 1,-11 15-3,0-1 1,0 1-1,0 0 1,0 0-1,1 1 0,0 0 1,0 0-1,0 1 0,1-1 1,-1 1-1,1 1 1,-1 0-1,1 0 0,0 0 1,0 1-1,0 0 0,0 1 1,0 0-1,15 2 1,-18-1-3,0 0 0,0 1 0,-1 0 1,1 0-1,0 1 0,-1-1 0,0 1 1,1 0-1,-1 0 0,0 1 0,-1-1 1,1 1-1,0-1 0,-1 1 1,0 1-1,0-1 0,0 0 0,-1 1 1,1-1-1,-1 1 0,0 0 0,-1-1 1,1 1-1,1 6 0,2 9 14,-1 0 1,0 0-1,-2 1 0,1 34 0,-3-53-87,0 0 0,0-1 1,0 1-1,0 0 0,0 0 0,0-1 0,0 1 0,-1 0 1,1 0-1,-1-1 0,1 1 0,-1-1 0,0 1 1,0-1-1,0 1 0,0-1 0,0 1 0,0-1 1,0 1-1,0-1 0,0 0 0,-1 0 0,1 0 1,0 0-1,-1 0 0,1 0 0,-1 0 0,-1 1 1,-3-1-1074,0 1 0,0-1 1,0-1-1,0 1 0,-1-1 0,-9 0 1,3 0-2019,-8 0-8222</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804"/>
    </inkml:context>
    <inkml:brush xml:id="br0">
      <inkml:brushProperty name="width" value="0.05" units="cm"/>
      <inkml:brushProperty name="height" value="0.05" units="cm"/>
      <inkml:brushProperty name="color" value="#E71224"/>
    </inkml:brush>
  </inkml:definitions>
  <inkml:trace contextRef="#ctx0" brushRef="#br0">0 42 6419,'0'0'14535,"42"-42"-16072,-32 65-1472,-2 3-4083</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805"/>
    </inkml:context>
    <inkml:brush xml:id="br0">
      <inkml:brushProperty name="width" value="0.05" units="cm"/>
      <inkml:brushProperty name="height" value="0.05" units="cm"/>
      <inkml:brushProperty name="color" value="#E71224"/>
    </inkml:brush>
  </inkml:definitions>
  <inkml:trace contextRef="#ctx0" brushRef="#br0">102 413 16327,'0'0'4349,"19"-21"-3079,66-64-486,-81 82-729,0-1-1,0 1 0,1 0 0,-1 1 0,1-1 0,0 1 0,0-1 0,0 2 1,0-1-1,0 0 0,0 1 0,1 0 0,-1 0 0,0 1 0,1 0 1,-1-1-1,1 2 0,-1-1 0,0 1 0,1 0 0,-1 0 0,0 0 1,6 3-1,-8-3-29,1 0-1,-1 0 1,0 1 0,1 0 0,-1-1 0,0 1 0,0 1 0,-1-1-1,1 0 1,0 1 0,-1-1 0,1 1 0,-1 0 0,0 0 0,3 4 0,-1 0 7,0 1 1,-1-1-1,0 1 1,-1 0-1,0 0 1,3 13-1,-3 0 11,0 0-1,-2 0 1,0 0-1,-5 33 0,-15 32-8,14-67-36,1 1 0,0-1 1,-2 39-1,6-47-1,1 0 0,0 0 0,0 0 0,1 0-1,1 0 1,0 0 0,0 0 0,1-1 0,1 1 0,0-1 0,9 19 0,-5-17 27,-1 1 0,0 0 0,-1 0 0,-1 1 0,0 0 0,4 25 0,-8-35 10,-1 0 0,1 0 0,-1-1 0,0 1 0,-1 0 0,1 0 0,-1 0 0,1 0 1,-1 0-1,0-1 0,0 1 0,-1 0 0,1-1 0,-1 1 0,0-1 0,0 1 0,0-1 0,0 0 0,-1 0 0,1 0 0,-1 0 0,0 0 0,0-1 0,0 1 0,0-1 0,0 0 0,-1 0 0,1 0 1,-7 3-1,-15 3-3,1-1 0,-1-1 0,0 0 0,0-3 1,0 0-1,-1-1 0,-47-3 0,47 1-27,21 0-14,0 0-1,0 0 0,0-1 1,0 1-1,0-1 1,1 0-1,-1 0 1,0-1-1,1 0 1,-1 1-1,1-1 1,-1-1-1,1 1 1,-7-6-1,8 5-7,0 0-1,0 0 1,1-1 0,0 1-1,-1-1 1,1 1 0,1-1-1,-1 0 1,0 0 0,1 0-1,0 0 1,0 0 0,0 0-1,0 0 1,1 0 0,0-1-1,0-6 1,1 1-80,0 1 1,0-1 0,1 1-1,1 0 1,0 0-1,0 0 1,0 0 0,1 0-1,1 1 1,-1-1-1,1 1 1,1 0 0,0 1-1,0-1 1,0 1-1,13-11 1,12-8-256,1 1 0,57-34 1,-73 49 265,89-56-202,20-10 399,125-103-1,-249 179-52,1-1-1,-1 0 1,0 1-1,0-1 1,0 0-1,0 0 0,0 0 1,0 1-1,0-1 1,0 0-1,-1 0 1,1 0-1,0 0 1,0-1-1,-1 1 1,1 0-1,-1 0 1,1 0-1,-1-1 1,1 1-1,-1 0 1,0 0-1,0-1 1,0 1-1,1 0 0,-1-1 1,0 1-1,-1 0 1,1 0-1,0-2 1,-2 1-34,1 0 1,-1 1-1,0 0 1,1-1-1,-1 1 1,0 0-1,0 0 1,0 0-1,0 0 1,0 0-1,0 1 1,0-1-1,0 0 1,0 1-1,-5-1 1,-4 0-19,0-1 1,0 2 0,0 0-1,-1 0 1,1 1 0,-14 2-1,21 0 8,-1-1-1,1 1 1,0-1-1,0 1 0,0 0 1,1 1-1,-1-1 1,1 1-1,0-1 0,0 1 1,0 0-1,0 0 1,0 0-1,1 1 0,0-1 1,0 1-1,0-1 0,1 1 1,-2 8-1,0-4-16,1 0 0,0 0 0,1 0 0,0 0 0,1 1 0,0-1 0,0 0 1,1 0-1,3 17 0,-2-23 2,-1-1 1,0 1-1,1-1 0,0 0 1,-1 1-1,1-1 1,0 0-1,0 0 1,0 0-1,1 0 1,-1-1-1,0 1 1,1 0-1,-1-1 1,1 0-1,-1 0 1,1 1-1,0-1 1,-1-1-1,1 1 0,0 0 1,0-1-1,0 1 1,0-1-1,-1 0 1,1 0-1,4-1 1,-3 2 6,1-1 0,-1-1 0,0 1 1,0-1-1,0 1 0,1-1 0,-1 0 0,0-1 0,0 1 1,0-1-1,-1 1 0,1-1 0,0 0 0,0-1 1,-1 1-1,0-1 0,6-4 0,-2-5 17,0 0 0,-1-1 0,7-17-1,9-18 44,-16 92 125,-5-33-184,0-1 1,1 1 0,0-1-1,1 0 1,0 0-1,0 0 1,1 0 0,1-1-1,5 10 1,-7-15-3,0 0 0,0 0 0,1-1-1,0 1 1,-1-1 0,1 0 0,0 0 0,0 0 0,0-1 0,1 0 0,-1 1 0,1-1 0,-1-1 0,1 1-1,0-1 1,0 0 0,-1 0 0,1 0 0,0-1 0,0 1 0,7-1 0,-4 0 2,0 1 1,0-2-1,0 1 0,-1-1 1,1 0-1,0 0 1,0-1-1,-1 0 0,1-1 1,-1 1-1,0-1 1,0-1-1,0 1 0,0-1 1,0-1-1,-1 1 1,0-1-1,0 0 0,11-12 1,-3 1 4,-1 0 0,0-1 0,-2 0 0,1-1 0,-2-1 0,-1 0 0,0 0 0,-1-1 0,-1 0 0,-1 0 0,6-38 0,-4-11 167,-2 0 0,-3-83 0,-4 116-17,-2 17 435,-6 16 170,7 4-722,0 0 0,0 0 0,0 1 0,0-1 0,0 1 0,0-1 0,0 1 0,1 0 0,-1-1 0,1 1 0,-1 0 0,-1 3 0,-9 16-12,1 0 1,1 1-1,0 0 0,2 1 0,1-1 0,0 2 1,2-1-1,-4 35 0,-2 198 187,11-228-216,0-11-73,1-1-1,0 0 1,1 1-1,0-1 1,2 0-1,0 0 1,0 0-1,8 16 0,-9-27 48,-1 0-1,1-1 1,0 1-1,0-1 1,0 1-1,0-1 1,1 0-1,0-1 0,0 1 1,0 0-1,0-1 1,1 0-1,-1 0 1,1-1-1,0 1 1,-1-1-1,1 0 1,0 0-1,0 0 0,1-1 1,-1 0-1,0 0 1,1 0-1,-1-1 1,0 1-1,1-1 1,-1-1-1,8 0 0,-7-1 19,1 0-1,0 0 0,-1 0 0,0-1 1,1 0-1,-1 0 0,0-1 0,-1 0 1,1 0-1,-1 0 0,1-1 0,-1 1 0,-1-1 1,1-1-1,-1 1 0,0-1 0,5-7 1,8-14 0,-2 0 1,17-40-1,-22 42-35,8-15 563,-18 40-520,0 0 1,0 0-1,0 0 0,0 0 1,1 0-1,-1 0 1,0 0-1,0 0 1,0-1-1,0 1 1,0 0-1,0 0 1,0 0-1,1 0 0,-1 0 1,0 0-1,0 0 1,0 0-1,0 0 1,0 0-1,0 0 1,1 0-1,-1 0 1,0 0-1,0 0 0,0 0 1,0 0-1,0 0 1,0 0-1,1 0 1,-1 0-1,0 0 1,0 1-1,0-1 1,0 0-1,0 0 0,0 0 1,0 0-1,1 0 1,-1 0-1,0 0 1,0 0-1,0 0 1,0 1-1,0-1 1,0 0-1,0 0 0,0 0 1,0 0-1,0 0 1,0 0-1,0 0 1,0 1-1,0-1 1,0 0-1,0 0 1,0 0-1,0 0 0,0 0 1,0 1-1,0-1 1,0 0-1,0 0 1,0 0-1,0 0 1,0 0-1,0 1 1,0 29-4,-2-8 4,1-14 7,0-1 0,0 1 0,1 0 0,-1-1 0,2 1 0,-1 0 1,1-1-1,3 12 0,-2-18-16,-1 1 1,1-1-1,0 1 0,0-1 1,0 0-1,1 0 1,-1 0-1,0 0 1,0 0-1,0 0 0,1-1 1,-1 1-1,0-1 1,1 1-1,-1-1 1,1 0-1,-1 0 0,0 0 1,1 0-1,-1 0 1,3-1-1,54-11-6,-45 6 18,0-1 0,0-1 0,23-18 0,-31 23 1,-1-1 0,0-1 0,0 1 0,-1-1 0,1 1 1,-1-1-1,0-1 0,0 1 0,-1-1 0,1 1 0,-1-1 0,2-6 0,-10 24 106,-1 1-109,0 1 0,1-1 0,1 1 0,-5 28 0,8-29-17,1-7 6,-1 0 0,1-1 0,0 1 0,0 0 0,1 0 0,2 11 0,-2-15 3,0-1 1,-1 1 0,1-1-1,0 0 1,0 1 0,0-1-1,0 0 1,1 1-1,-1-1 1,0 0 0,0 0-1,1 0 1,-1 0 0,0 0-1,1 0 1,-1-1 0,1 1-1,0 0 1,-1-1-1,1 1 1,-1-1 0,1 0-1,0 1 1,-1-1 0,1 0-1,0 0 1,-1 0-1,4 0 1,-4-1 2,1 1 0,-1-1 0,0 1 0,0-1 0,0 0 0,1 1-1,-1-1 1,0 0 0,0 0 0,0 0 0,0 0 0,0 0 0,0 0 0,-1 0 0,1 0-1,0 0 1,-1 0 0,1-1 0,0 1 0,-1 0 0,1 0 0,-1-1 0,0 1 0,1 0-1,-1 0 1,0-1 0,0 1 0,0 0 0,0-1 0,0-1 0,1-52-20,-1 44 14,-1-12 6,1 11-4,0 0 0,0 0 0,1 1 0,4-24 0,-4 33 5,-1-1 0,1 1-1,0-1 1,0 1 0,0 0-1,1-1 1,-1 1 0,0 0 0,1 0-1,0 0 1,-1 0 0,1 0-1,0 0 1,0 0 0,0 1-1,0-1 1,0 1 0,1-1 0,-1 1-1,0 0 1,1 0 0,-1 0-1,0 0 1,1 1 0,-1-1-1,1 0 1,4 1 0,-1-1-14,1 0 0,-1 1 0,0-1 1,1 2-1,-1-1 0,1 1 0,-1 0 1,0 0-1,9 3 0,-11-2 13,0 0 0,0 1-1,0-1 1,-1 1 0,1 0 0,-1 0 0,1 0-1,-1 1 1,0-1 0,0 1 0,0 0 0,-1-1-1,4 7 1,-4-5 3,6 9 4,1 0 1,0 0-1,1-1 1,14 16-1,-24-29-2,1 0 0,-1 0 0,1 1-1,0-1 1,-1 0 0,1 0 0,0 0 0,0 0 0,-1 0 0,1 0-1,0 0 1,-1 0 0,1 0 0,0 0 0,-1 0 0,1 0-1,0-1 1,-1 1 0,1 0 0,0-1 0,-1 1 0,1 0 0,-1-1-1,1 1 1,0 0 0,-1-1 0,1 1 0,-1-1 0,1 1 0,-1-1-1,0 1 1,1-1 0,-1 0 0,1 0 0,18-26 57,-15 22-43,13-21 54,22-31 46,-36 53-96,0 1-1,0-1 1,0 1 0,0 0-1,1 0 1,0 0 0,-1 1-1,1-1 1,0 1 0,0 0-1,7-3 1,-9 5-17,0 0 0,0 0 0,0 0-1,0 0 1,0 0 0,0 0 0,-1 0 0,1 1-1,0-1 1,0 1 0,0-1 0,0 1 0,-1 0 0,1 0-1,0 0 1,-1 0 0,1 0 0,-1 0 0,1 0 0,-1 0-1,1 1 1,1 2 0,30 40 90,-17-19-72,12 6-27,-18-21-33,-1-1 0,0 2 1,-1 0-1,0 0 0,0 0 1,-1 1-1,7 16 0,-14-28-45,-1 0-1,1 1 0,0-1 1,0 1-1,0-1 0,0 0 1,0 1-1,-1-1 1,1 0-1,0 0 0,0 1 1,0-1-1,-1 0 0,1 1 1,0-1-1,-1 0 0,1 0 1,0 0-1,0 1 0,-1-1 1,1 0-1,0 0 0,-1 0 1,1 0-1,-1 1 0,1-1 1,0 0-1,-1 0 1,1 0-1,0 0 0,-1 0 1,1 0-1,0 0 0,-1 0 1,1 0-1,-1 0 0,1 0 1,0-1-1,-1 1 0,0 0 1,-18-2-1587,5-1 437,1-2 0,0 1 0,0-1 0,1-1 0,-1-1 0,-14-9 0,10 6-530,-41-26-5656</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806"/>
    </inkml:context>
    <inkml:brush xml:id="br0">
      <inkml:brushProperty name="width" value="0.05" units="cm"/>
      <inkml:brushProperty name="height" value="0.05" units="cm"/>
      <inkml:brushProperty name="color" value="#E71224"/>
    </inkml:brush>
  </inkml:definitions>
  <inkml:trace contextRef="#ctx0" brushRef="#br0">39 108 17144,'0'0'6371,"-10"-107"-6659,-19 130-12726</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807"/>
    </inkml:context>
    <inkml:brush xml:id="br0">
      <inkml:brushProperty name="width" value="0.05" units="cm"/>
      <inkml:brushProperty name="height" value="0.05" units="cm"/>
      <inkml:brushProperty name="color" value="#E71224"/>
    </inkml:brush>
  </inkml:definitions>
  <inkml:trace contextRef="#ctx0" brushRef="#br0">0 61 12470,'0'0'14230,"138"19"-13878,-50-26-272,0-7-80,-5 2-352,-6 0-448,-9 1-1297,-14 2-1489,-18-5-2256</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808"/>
    </inkml:context>
    <inkml:brush xml:id="br0">
      <inkml:brushProperty name="width" value="0.05" units="cm"/>
      <inkml:brushProperty name="height" value="0.05" units="cm"/>
      <inkml:brushProperty name="color" value="#E71224"/>
    </inkml:brush>
  </inkml:definitions>
  <inkml:trace contextRef="#ctx0" brushRef="#br0">89 123 14231,'0'0'8820,"0"-5"-8234,0 277 1896,0 523-916,-1-808-1395,-1 0 0,0 1 0,0-1 0,-2 1 0,-4-14 0,-4-16-53,-10-66-51,6-1 0,4-1-1,5-1 1,8-127 0,0 207-86,2-1 1,1 1 0,1 0-1,14-45 1,-15 64-1,0 1 0,0-1 0,1 1 0,0 1 0,1-1 0,1 1 0,-1 0 0,2 0 0,-1 1 0,1 0 0,1 0 0,0 1 0,0 0 0,19-13 1,-25 19 9,1 0 1,-1 0 0,0 0-1,1 1 1,-1 0 0,0-1 0,1 1-1,0 0 1,-1 1 0,1-1 0,0 0-1,-1 1 1,1 0 0,0 0 0,-1 0-1,1 1 1,0-1 0,3 2 0,-4-1 6,0 0 1,0 1-1,-1 0 1,1 0-1,-1-1 1,1 2-1,-1-1 1,0 0-1,0 0 1,0 1-1,0-1 1,0 1-1,0-1 1,-1 1-1,1 0 1,1 5 0,2 8 12,0 0 1,-2 0-1,0 1 1,-1-1-1,0 1 1,-2 23-1,0-21-5,-2 1-1,-1-1 1,0 1 0,-1-1-1,-1 0 1,-1 0-1,-1-1 1,0 0 0,-1 0-1,-14 22 1,-8 5-396,-2 0 1,-55 59-1,104-111-6493,16-8 4789,100-52-9258,-87 46 4103</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809"/>
    </inkml:context>
    <inkml:brush xml:id="br0">
      <inkml:brushProperty name="width" value="0.05" units="cm"/>
      <inkml:brushProperty name="height" value="0.05" units="cm"/>
      <inkml:brushProperty name="color" value="#E71224"/>
    </inkml:brush>
  </inkml:definitions>
  <inkml:trace contextRef="#ctx0" brushRef="#br0">138 515 7780,'0'0'8753,"9"-21"-6870,29-69-397,-36 88-1317,-1-1-1,0 1 0,0 0 0,0-1 1,-1 1-1,1-1 0,-1 1 0,1-1 0,-1 1 1,0-1-1,0 1 0,0-1 0,0 1 1,0-1-1,-1 1 0,0-5 0,0 6-120,1 1 0,-1-1 0,0 1-1,1-1 1,-1 0 0,0 1 0,0-1 0,1 1-1,-1-1 1,0 1 0,0 0 0,0-1 0,0 1-1,0 0 1,0 0 0,1-1 0,-1 1 0,0 0-1,0 0 1,0 0 0,0 0 0,0 0 0,0 0-1,0 1 1,0-1 0,0 0 0,-1 1-1,-5 1 62,1 0-1,-1 1 0,1 0 0,-1 0 0,1 0 0,-11 9 0,6-2-106,1 0 0,0 1 0,1 1 0,1 0 0,-1 0 0,2 0 0,0 1 0,0 0 0,1 1 0,1 0 1,0-1-1,1 2 0,1-1 0,0 0 0,0 1 0,2-1 0,0 21 0,1-34-5,0-1 0,1 1 0,-1-1-1,0 1 1,1-1 0,-1 1 0,1-1 0,-1 1 0,1-1 0,-1 0-1,1 1 1,-1-1 0,1 0 0,0 1 0,-1-1 0,1 0 0,-1 0-1,1 1 1,0-1 0,-1 0 0,1 0 0,0 0 0,-1 0 0,1 0-1,0 0 1,-1 0 0,1 0 0,0 0 0,-1 0 0,1 0 0,0-1-1,-1 1 1,1 0 0,-1 0 0,1-1 0,0 1 0,-1 0 0,2-1-1,27-12 20,27-38 75,-45 39-91,0 1 0,1 0 0,23-16 0,-34 26-2,0 1 0,0-1 0,0 0 0,0 1 0,0-1 0,0 1 0,0-1-1,0 1 1,0-1 0,0 1 0,0 0 0,0 0 0,0-1 0,0 1 0,0 0 0,0 0 0,0 0 0,0 0 0,0 0-1,0 0 1,0 1 0,0-1 0,0 0 0,0 0 0,0 1 0,0-1 0,0 1 0,0-1 0,0 1 0,0-1 0,0 1 0,0-1-1,0 1 1,0 0 0,-1 0 0,1-1 0,0 1 0,-1 0 0,1 0 0,0 0 0,-1 0 0,1 0 0,-1 0 0,1 0 0,-1 0-1,0 0 1,1 0 0,-1 0 0,0 0 0,0 0 0,0 0 0,0 1 0,2 10 5,-1 0 0,0 0 0,-1 22-1,-1-21 9,1 66 77,2-87-65,1 0-1,0 0 1,1 0 0,0 1-1,0-1 1,1 1 0,-1 0-1,2 0 1,-1 1-1,1-1 1,0 1 0,0 1-1,0-1 1,1 1 0,0 0-1,0 0 1,0 1 0,1 0-1,14-5 1,-5 1 26,2 1 0,-1 1 0,1 1 0,0 0 0,0 2 0,0 0 0,1 1 0,21 1 0,-37 1-50,1 0 1,-1 1 0,0 0-1,0 0 1,0 0-1,0 1 1,0-1 0,0 1-1,0 0 1,0 0 0,-1 0-1,1 1 1,-1-1-1,1 1 1,-1 0 0,0 0-1,0 0 1,0 0-1,0 0 1,-1 1 0,0 0-1,1-1 1,-1 1 0,0 0-1,1 4 1,0-1 0,-1 1 0,0-1 0,0 0 0,0 1 1,-1-1-1,0 1 0,-1-1 0,0 1 0,0 0 0,0-1 0,-1 1 1,0-1-1,-4 14 0,3-18 6,1 0 1,-1 0-1,0 0 1,0 0 0,0 0-1,0 0 1,0 0-1,0 0 1,-1-1-1,0 1 1,1-1-1,-1 0 1,0 0-1,0 0 1,0 0-1,0 0 1,-1-1 0,1 0-1,0 1 1,-1-1-1,1 0 1,-1-1-1,1 1 1,-1 0-1,1-1 1,-1 0-1,1 0 1,-1 0-1,0 0 1,-5-2 0,8 1 14,0 0 0,-1-1 0,1 1 0,0-1 1,0 1-1,0-1 0,0 1 0,0-1 1,0 0-1,1 1 0,-1-1 0,1 0 1,-1 0-1,1 0 0,0 1 0,-1-1 1,1 0-1,0 0 0,0 0 0,0 0 0,1-3 1,3-43 302,-4 46-312,3-7 8,0-1 0,0 0 0,1 1 0,0 0 0,0-1 0,1 2 0,1-1 0,-1 1 0,2-1 1,-1 2-1,1-1 0,0 1 0,0 0 0,1 0 0,0 1 0,0 0 0,10-5 0,0-1-90,1 2 0,0 0 0,0 1-1,1 1 1,0 0 0,1 2 0,26-5-1,10 5-1945,-1 3 0,1 3 0,78 8 0,35 1 492,-169-9 1634,0-1 0,0 1 0,0-1 0,1 1 0,-2-1-1,1 1 1,0-1 0,0 1 0,0-1 0,0 0 0,0 0 0,0 0 0,-1 1 0,1-1 0,0 0-1,-1 0 1,1 0 0,0 0 0,-1 0 0,0 0 0,1 0 0,-1 0 0,1 0 0,-1 0-1,0-1 1,0 1 0,0 0 0,0 0 0,0 0 0,0 0 0,0-3 0,0 3-8,0 0 0,1 0 0,-1-1 1,0 1-1,-1 0 0,1-1 0,0 1 0,0 0 1,0-1-1,-1 1 0,1 0 0,-1 0 0,1-1 0,-1 1 1,1 0-1,-1 0 0,0 0 0,1 0 0,-1 0 1,0 0-1,0 0 0,0 0 0,0 0 0,0 0 1,0 0-1,0 1 0,0-1 0,-2 0 0,-4-1-1,-1 1-1,0 0 1,1 1-1,-1 0 1,0 0-1,1 1 1,-1 0-1,0 0 1,1 1-1,-1 0 1,1 0-1,0 1 1,-1 0-1,1 0 1,1 1-1,-1 0 1,0 0-1,1 0 1,0 1-1,0 0 1,0 0-1,1 1 0,-10 11 1,7-6-112,1 0 0,0 0 0,0 1 1,1 0-1,1 1 0,0-1 0,0 1 0,1 0 0,1 0 0,1 0 1,-1 0-1,2 1 0,0 13 0,1-26 10,0 0 0,1 0 0,-1 0 1,1 0-1,-1 1 0,1-1 0,-1 0 0,1 0 0,0-1 0,0 1 0,-1 0 1,1 0-1,0 0 0,0 0 0,0-1 0,0 1 0,0 0 0,0-1 0,0 1 0,0-1 1,0 1-1,0-1 0,0 1 0,1-1 0,-1 0 0,0 0 0,0 1 0,0-1 1,0 0-1,1 0 0,-1 0 0,0 0 0,0-1 0,0 1 0,3-1 0,1 1 5,0 0 0,1-1-1,-1 0 1,0 0 0,0-1-1,0 1 1,7-4-1,7-8 29,0-2-1,-1 0 0,-1 0 0,29-36 0,4-3 270,-49 53-269,-1 1 1,1-1 0,-1 0 0,1 1 0,-1-1-1,1 1 1,0-1 0,-1 1 0,1-1 0,0 1-1,0-1 1,-1 1 0,1 0 0,0-1-1,0 1 1,-1 0 0,1 0 0,0-1 0,0 1-1,0 0 1,0 0 0,-1 0 0,1 0 0,0 0-1,0 0 1,0 1 0,-1-1 0,1 0-1,2 1 1,-2 0-21,0 0 0,1 0 0,-1 1 0,0-1 0,0 0 0,0 1 0,0-1 0,0 1 0,0 0 0,0-1 0,-1 1 0,1 0 0,0 1 0,11 60-139,-12-60 186,0 32-26,4 14 94,-4-48-130,0-1 1,1 1-1,-1-1 1,0 0-1,1 1 1,-1-1 0,1 0-1,-1 0 1,0 1-1,1-1 1,-1 0-1,1 0 1,-1 0-1,1 1 1,-1-1-1,1 0 1,-1 0-1,1 0 1,-1 0-1,1 0 1,-1 0-1,1 0 1,-1 0-1,1 0 1,-1 0-1,1 0 1,-1 0-1,1 0 1,-1-1 0,0 1-1,1 0 1,-1 0-1,1 0 1,0-1-1,18-9 37,24-31 27,-33 31-39,0-1 0,1 2-1,0-1 1,1 1 0,24-14 0,-35 22-16,1 1 1,-1-1-1,1 0 1,-1 1 0,1-1-1,0 1 1,-1-1-1,1 1 1,0 0 0,-1 0-1,1 0 1,0 0-1,-1 0 1,1 0 0,0 0-1,-1 0 1,1 1-1,0-1 1,-1 0 0,1 1-1,-1 0 1,1-1-1,0 1 1,-1 0 0,0 0-1,1 0 1,-1 0-1,0 0 1,1 0 0,-1 0-1,2 3 1,2 3-11,-1 0 1,0 1 0,0-1 0,-1 1-1,4 13 1,-5-15 13,0 1 0,0-1 0,1 0-1,0 0 1,0 0 0,0 0 0,1 0 0,5 5 0,-9-10-13,1-1-1,0 1 1,0-1 0,0 1 0,0-1 0,0 0-1,0 1 1,0-1 0,0 0 0,0 0 0,0 0 0,0 0-1,0 0 1,0 0 0,0 0 0,1 0 0,-1 0-1,0 0 1,0-1 0,0 1 0,0 0 0,0-1 0,0 1-1,-1 0 1,1-1 0,0 0 0,0 1 0,0-1-1,0 1 1,0-1 0,-1 0 0,2-1 0,30-33 98,-21 22-59,-3 4-31,0 0 1,0 1-1,0 0 1,1 0-1,0 1 0,18-12 1,-26 19-7,0 0 1,0 0-1,-1 0 1,1 0 0,0 0-1,-1 1 1,1-1-1,0 0 1,0 0-1,-1 0 1,1 1 0,0-1-1,-1 0 1,1 1-1,0-1 1,-1 0-1,1 1 1,-1-1 0,1 1-1,-1-1 1,1 1-1,-1-1 1,1 1-1,-1 0 1,1-1-1,-1 1 1,0-1 0,1 1-1,-1 1 1,13 24-16,-10-20 15,3 7 31,-1-2-45,0-1 1,0 0-1,1 0 0,14 17 1,-19-26 12,0 1 0,0-1 0,1 1 0,-1-1 0,1 0 0,-1 1 0,1-1 0,-1 0 0,1 0 0,0 0 0,0 0 0,-1-1 0,1 1 0,0 0 0,0-1 0,0 0 0,0 1 0,0-1 0,0 0 0,0 0 0,0 0 0,0 0 0,0 0 0,-1 0 0,1 0 0,0-1 0,0 1 0,0-1 1,0 0-1,0 1 0,0-1 0,-1 0 0,1 0 0,0 0 0,2-2 0,12-12 21,-1 0 0,0 0 0,-1-2 1,-1 1-1,18-32 0,-22 35-17,-9 13-4,0 0 0,0-1 0,0 1 0,1 0 0,-1-1 0,0 1 0,0-1 0,1 1 0,-1 0 0,0 0 0,1-1 0,-1 1 0,0 0 0,1-1 0,-1 1 0,0 0 0,1 0 1,-1 0-1,1-1 0,-1 1 0,0 0 0,1 0 0,-1 0 0,1 0 0,-1 0 0,0 0 0,1 0 0,-1 0 0,1 0 0,-1 0 0,1 0 0,-1 0 0,1 0 0,-1 0 0,0 0 0,1 1 0,-1-1 0,1 0 0,-1 0 0,0 0 0,1 1 0,-1-1 0,0 0 0,1 1 0,14 19-27,-8-10 43,0-4-15,0 0-1,1-1 1,0 0 0,0 0 0,0-1-1,0 0 1,1-1 0,0 1 0,0-2-1,0 1 1,0-1 0,0-1 0,0 1-1,0-1 1,1-1 0,-1 0-1,0 0 1,1-1 0,-1-1 0,11-1-1,-17 1 4,1 1-1,0-1 1,0 0 0,-1 0-1,1 0 1,-1-1-1,0 1 1,0-1-1,0 0 1,0 1-1,0-2 1,0 1-1,-1 0 1,1 0 0,-1-1-1,0 1 1,0-1-1,-1 0 1,1 1-1,-1-1 1,3-8-1,-1-3 18,0-1 0,-1 1 0,0-1 0,-1-21-1,-2 36-11,1 0-1,0 0 0,-1 0 1,1 0-1,-1 0 0,1-1 1,-1 1-1,0 0 0,1 1 1,-1-1-1,0 0 0,0 0 1,1 0-1,-1 0 0,0 0 1,0 1-1,0-1 0,0 0 1,0 1-1,0-1 0,0 1 1,0-1-1,-1 1 0,1 0 1,0-1-1,0 1 0,0 0 0,0 0 1,0 0-1,-1 0 0,1 0 1,-2 0-1,-1 0-5,1 0 0,-1 0 1,1 0-1,-1 0 0,1 1 0,-1-1 0,1 1 0,-1 0 1,1 0-1,-6 3 0,4-1 0,1 1 0,0 0 0,0 0 0,0 0-1,0 1 1,1-1 0,-1 1 0,1 0 0,0 0 0,1 0 0,-1 0 0,1 1 0,0-1 0,0 1 0,1-1-1,-2 10 1,0 9-35,0 0 0,2 37 0,1-57 27,0-1-4,0 0 1,0 0-1,1 1 0,0-1 0,-1 0 0,1 0 0,0 0 0,1 0 0,-1 0 0,0 0 0,1 0 0,0-1 0,-1 1 0,1 0 0,0-1 0,0 1 0,1-1 0,-1 0 0,3 3 0,1-1-9,0-1 0,-1 1 0,2-1 1,-1 0-1,0 0 0,0-1 0,1 0 0,0 0 1,6 1-1,-5-1 7,0-1 0,0 0 0,0 0 1,0-1-1,0 0 0,0 0 0,0-1 1,0 0-1,0 0 0,0-1 0,0 0 0,0-1 1,-1 1-1,1-1 0,-1-1 0,10-5 1,-6-2 7,0-1 0,-1 0 0,-1 0 0,0-1 0,0 0 1,-1 0-1,-1-1 0,0 0 0,-1 0 0,7-27 1,2-16 45,12-89 1,-13 58 29,-3 32 129,-3 20 504,-1-1 1,2-67-1,-9 103-250,-2 7-292,-15 36-143,2 2 0,2 0-1,1 1 1,3 0 0,-5 49-1,9 163-111,5-248 63,1 0 1,0 0-1,0 0 0,1 0 1,0 0-1,1-1 1,0 1-1,0-1 0,1 0 1,0 0-1,8 12 0,-9-16-2,1 1-1,0-1 0,0 0 0,0 0 0,0 0 0,1 0 0,-1-1 0,1 0 0,0 0 0,0 0 0,0 0 0,0-1 1,1 0-1,-1 0 0,0-1 0,1 1 0,0-1 0,-1 0 0,10 0 0,-6-1 10,0 0 0,0 0 0,0-1 0,0 0 1,0-1-1,-1 0 0,1 0 0,0-1 0,-1 0 0,1-1 0,-1 1 0,0-2 0,0 1 0,-1-1 0,1 0 0,-1-1 1,0 0-1,0 0 0,-1 0 0,0-1 0,6-9 0,-1 4 36,-2-1 0,0 0 0,0-1 0,-1 0 0,-1 0 0,0-1 0,-1 0 0,-1 0 0,0-1 0,-1 1 0,-1-1 0,0 0 0,-1 0 0,-1-22 0,-1 37-6,1 0 1,-1 0 0,0 1 0,0-1 0,0 0 0,0 0-1,-1 0 1,1 0 0,0 1 0,0-1 0,0 0-1,-1 0 1,1 0 0,0 1 0,-1-1 0,1 0-1,-1 0 1,1 1 0,-1-1 0,1 0 0,-1 1-1,1-1 1,-1 0 0,0 1 0,1-1 0,-1 1 0,0-1-1,1 1 1,-1 0 0,0-1 0,0 1 0,1 0-1,-1-1 1,0 1 0,0 0 0,0 0 0,0 0-1,1 0 1,-1 0 0,0 0 0,0 0 0,0 0-1,0 0 1,0 0 0,1 0 0,-1 0 0,0 1 0,0-1-1,0 0 1,1 1 0,-1-1 0,-1 1 0,-2 1-4,1-1 0,-1 1 0,1 0 0,-1 0 0,1 0 0,0 1 0,0-1 0,0 1 0,0-1 0,-3 6 1,-1 3-37,1 1 0,0 0 1,1 1-1,1-1 0,0 1 1,1 0-1,0 0 0,0 0 1,2 0-1,0 1 1,0-1-1,1 0 0,3 20 1,-3-32 23,1 0 1,0 0-1,-1 0 0,1 0 1,0 0-1,0 0 1,-1 0-1,1-1 1,0 1-1,0 0 1,0 0-1,0-1 1,0 1-1,0 0 1,0-1-1,0 1 0,1-1 1,-1 1-1,0-1 1,0 0-1,0 0 1,0 1-1,1-1 1,-1 0-1,0 0 1,2 0-1,41 0 6,-31-1-6,-1 0 5,0 0-1,0-1 1,-1 0-1,22-8 1,-21 6-20,0 1 1,0 0-1,0 0 0,25 0 1,-31 2 17,1 1 0,0 0 0,-1 1 0,1 0 0,-1 0 1,1 0-1,-1 1 0,8 2 0,-12-2 5,0-1-1,0 0 0,0 1 1,-1-1-1,1 1 1,0 0-1,-1-1 0,1 1 1,-1 0-1,1 0 1,-1 0-1,0 0 0,0 0 1,0 0-1,0 0 1,0 1-1,0-1 1,-1 0-1,1 0 0,-1 1 1,1-1-1,-1 0 1,0 1-1,0-1 0,-1 4 1,2-5 5,-1 0 0,0-1 0,1 1 0,-1 0 0,0 0 0,0 0 0,0 0 0,0 0 0,0-1 0,0 1-1,0 0 1,0 0 0,-1 0 0,1 0 0,0 0 0,0-1 0,-1 1 0,1 0 0,0 0 0,-1 0 0,1-1 0,-1 1 0,1 0 0,-1-1 0,1 1 0,-1 0 0,0-1 0,1 1 0,-1-1 0,0 1 0,1-1 0,-1 1 0,0-1 0,0 1 0,1-1 0,-1 0 0,0 1 0,0-1 0,0 0 0,0 0 0,1 0 0,-1 0 0,0 0 0,0 0-1,0 0 1,0 0 0,0 0 0,1 0 0,-1 0 0,-1-1 0,1-23 371,1 18-360,1-1 0,1 1 0,0 0 0,-1 0 0,2 0 0,-1 0 0,1 0-1,0 0 1,0 1 0,0-1 0,1 1 0,0 0 0,0 0 0,9-8-1,10-9-3,43-32-1,-53 44-31,-2 1-4,15-13-115,2 1 0,0 1 0,1 2 1,2 0-1,56-23 0,-67 38 577,-5 5-4334,-14-2 3763,-1 0 0,0 0 0,0 0 1,0 0-1,1 0 0,-1 0 0,0 0 0,0 0 0,0 0 0,0 1 1,1-1-1,-1 0 0,1 2-1461,-1-2 1461,0 0 0,0 0 0,0 0 0,0 1 0,0-1 1,0 0-1,0 0 0,0 0 0,0 1 0,0-1 0,0 0 0,0 0 1,0 0-1,0 0 0,0 1 0,0-1 0,0 0 0,0 0 0,0 1 1,-18 10-5679,-13-1-5786</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4:44.810"/>
    </inkml:context>
    <inkml:brush xml:id="br0">
      <inkml:brushProperty name="width" value="0.05" units="cm"/>
      <inkml:brushProperty name="height" value="0.05" units="cm"/>
      <inkml:brushProperty name="color" value="#E71224"/>
    </inkml:brush>
  </inkml:definitions>
  <inkml:trace contextRef="#ctx0" brushRef="#br0">0 26 15847,'0'0'9823,"33"-1"-9566,204-10-71,-194 9-1094,171-6 2714,-156 6-5132,-17 3-5197,-66-3-2301</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5:38.899"/>
    </inkml:context>
    <inkml:brush xml:id="br0">
      <inkml:brushProperty name="width" value="0.05" units="cm"/>
      <inkml:brushProperty name="height" value="0.05" units="cm"/>
      <inkml:brushProperty name="color" value="#E71224"/>
    </inkml:brush>
  </inkml:definitions>
  <inkml:trace contextRef="#ctx0" brushRef="#br0">135 72 7203,'0'0'6128,"1"-6"-5735,0 5-283,9-25 707,3 7 2740,-13 19-3465,1 0 0,-1-1-1,0 1 1,1 0-1,-1-1 1,0 1 0,1 0-1,-1-1 1,0 1-1,0 0 1,1-1 0,-1 1-1,0-1 1,0 1-1,0 0 1,0-1 0,1 1-1,-1-1 1,0 1-1,0-1 1,0 1 0,0-1-1,0 1 1,0-1-1,0 1 1,0 0 0,-1-1-1,1 1 1,0-1-1,0 1 1,0-1 0,0 1-1,0 0 1,-1-1 0,1 1-1,0-1 1,0 1-1,-1 0 1,1-1 0,0 1-1,-1 0 1,1-1-1,0 1 1,-1 0 0,1 0-1,-1-1 1,1 1-1,0 0 1,-1 0 0,1 0-1,-1 0 1,1-1-1,-1 1 1,1 0 0,0 0-1,-1 0 1,1 0-1,-1 0 1,1 0 0,-1 0-1,1 0 1,-1 0-1,-1 0-82,1 0 0,-1 0 0,1 0 0,-1 0 0,0 0 0,1 0 0,-1 0 0,1 0 0,-1 0 0,1 1 0,-1-1 0,1 1 0,-1-1 0,1 1 0,-1 0 0,1-1 0,0 1 0,-1 0 0,1 0 0,0 0 0,0 0 0,0 0 0,-2 2 0,-11 21 182,0 1 0,2 0 1,1 1-1,1 0 0,1 1 0,-9 43 0,7-7 82,-6 114 0,17 263 348,5-390-546,2-1 1,16 58-1,-12-59-71,-8-36-1,-1-1 0,2 0 0,-1 0 0,2 0-1,-1 0 1,1 0 0,1-1 0,7 10 0,-10-19-110,-1 0 0,1 0 0,0 0-1,0 0 1,0 0 0,-1-1 0,1 1-1,0-1 1,0 0 0,0 0 0,0 0-1,0 0 1,5-2 0,5 2-611,-1-1-274,0-1 1,0 0 0,-1-1 0,1 0 0,-1 0-1,19-9 1,-17 7-279,28-13-4501</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5:40.237"/>
    </inkml:context>
    <inkml:brush xml:id="br0">
      <inkml:brushProperty name="width" value="0.05" units="cm"/>
      <inkml:brushProperty name="height" value="0.05" units="cm"/>
      <inkml:brushProperty name="color" value="#E71224"/>
    </inkml:brush>
  </inkml:definitions>
  <inkml:trace contextRef="#ctx0" brushRef="#br0">88 24 8500,'0'0'8807,"-7"-4"-7906,-21-11-148,21 11 1314,47 27 481,-22-12-2212,0 0 0,0 1-1,-2 1 1,1 0 0,15 18-1,-22-20-237,-2 0 0,1 1 0,-2-1 0,1 2-1,-2-1 1,0 1 0,0 0 0,6 24 0,1 20 127,-2 0 1,3 88-1,-6-58-96,3 54 85,-9 169-1,-5-282-161,-1-1 0,-1 0-1,-2 0 1,0-1 0,-2 0-1,-1 0 1,-1-1-1,-1 0 1,-2-1 0,0 0-1,-1-1 1,-1-1 0,-2 0-1,0-1 1,-1-2-1,-24 21 1,38-36-41,-4 5 10,0-2-1,-1 1 1,0-1-1,-1 0 1,1-1-1,-19 7 1,28-13-91,0 0 1,0 0-1,1 0 1,-1 0-1,0 0 1,0-1 0,1 1-1,-1 0 1,0-1-1,0 1 1,1 0-1,-1-1 1,0 1-1,1-1 1,-1 1-1,1-1 1,-1 0-1,0 1 1,1-1-1,-1 0 1,1 1 0,0-1-1,-1 0 1,1 1-1,0-1 1,-1 0-1,1 0 1,0 1-1,0-1 1,-1 0-1,1 0 1,0 0-1,0 1 1,0-1-1,0 0 1,0 0-1,0 0 1,0 1 0,1-1-1,-1-1 1,3-40-3299,10 3-85,16-4-1191</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5:41.077"/>
    </inkml:context>
    <inkml:brush xml:id="br0">
      <inkml:brushProperty name="width" value="0.05" units="cm"/>
      <inkml:brushProperty name="height" value="0.05" units="cm"/>
      <inkml:brushProperty name="color" value="#E71224"/>
    </inkml:brush>
  </inkml:definitions>
  <inkml:trace contextRef="#ctx0" brushRef="#br0">63 43 14663,'0'0'7294,"12"-7"-7222,-1 1 25,1 0 0,1 1 0,-1 1 0,1 0 1,25-5-1,-34 8-20,0 1 0,1 0 0,-1 0-1,1 0 1,-1 0 0,1 1 0,-1-1 0,0 1 0,1 0 0,-1 0 0,6 3 0,-7-2-25,-1-1 1,0 1 0,1 0-1,-1 0 1,0-1 0,0 1-1,0 1 1,0-1 0,-1 0-1,1 0 1,0 1 0,-1-1-1,0 1 1,1-1 0,-1 1-1,0 0 1,0 0 0,-1-1-1,1 1 1,0 3 0,0 2-6,0 0 0,-1-1 0,0 1 0,0-1 1,-1 1-1,0 0 0,0-1 0,0 1 0,-1-1 1,0 0-1,-1 1 0,0-1 0,0 0 0,0-1 0,-1 1 1,0 0-1,-9 9 0,-6 6 26,-1 0 0,-2-2 0,-32 25 0,-23 23 418,68-60-323,6-6-72,1-1 1,0 1 0,-1 0 0,1 1-1,0-1 1,0 0 0,0 0 0,0 1 0,1-1-1,-1 1 1,-1 3 0,34-6 341,250-23-12,-119 6-367,-151 14 482,-3 0-2055</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5:42.389"/>
    </inkml:context>
    <inkml:brush xml:id="br0">
      <inkml:brushProperty name="width" value="0.05" units="cm"/>
      <inkml:brushProperty name="height" value="0.05" units="cm"/>
      <inkml:brushProperty name="color" value="#E71224"/>
    </inkml:brush>
  </inkml:definitions>
  <inkml:trace contextRef="#ctx0" brushRef="#br0">262 0 2385,'0'0'8948,"-42"12"-4826,29-12-3381,0 1-1,0 0 1,0 1 0,-14 4-1,18-3-623,0 0 1,0 0-1,0 1 0,0 0 0,0 1 1,1 0-1,0 0 0,0 1 0,0 0 0,1 0 1,0 1-1,0 0 0,0 0 0,1 0 1,0 1-1,-8 15 0,14-21-141,14-3-5112,5-2-1523</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26:34.631"/>
    </inkml:context>
    <inkml:brush xml:id="br0">
      <inkml:brushProperty name="width" value="0.05" units="cm"/>
      <inkml:brushProperty name="height" value="0.05" units="cm"/>
      <inkml:brushProperty name="color" value="#E71224"/>
    </inkml:brush>
  </inkml:definitions>
  <inkml:trace contextRef="#ctx0" brushRef="#br0">140 53 8420,'0'0'8959,"-21"-5"-3864,21 4-5072,0-1 1,0 0-1,0 1 0,0-1 0,0 0 0,0 0 1,1 1-1,-1-1 0,0 1 0,1-1 0,-1 0 0,1 1 1,0-1-1,-1 1 0,1-1 0,0 1 0,0 0 1,0-1-1,0 1 0,0 0 0,1-1 0,-1 1 1,2-1-1,1 0-21,0 1 0,0-1-1,1 1 1,-1 0 0,1 0 0,-1 1 0,1 0 0,4-1 0,2 0 11,0 1 0,0-1 0,-1 2 0,1 0 1,0 0-1,12 3 0,-20-3-16,0 0 0,0 0 0,0 1-1,0-1 1,-1 1 0,1-1 0,-1 1 0,1 0 0,-1 0 0,0 0 0,1 0 0,-1 1-1,0-1 1,0 1 0,-1-1 0,1 1 0,0-1 0,-1 1 0,0 0 0,0 0 0,0 0-1,0 0 1,0 0 0,0 0 0,-1 0 0,1 4 0,1 10 1,-1 0 1,-1 0-1,-1-1 0,0 1 1,-1 0-1,0-1 0,-2 1 1,0-1-1,-1 0 0,0 0 1,-1 0-1,-15 26 1,10-21 31,-1 1 0,-1-1 0,-1-1 0,-21 25 1,25-34 24,-1-1 1,0 0-1,0 0 1,-1-1-1,-1-1 1,1 0-1,-1-1 1,-19 8 0,10-4 265,-16 6 1353,42-16-1613,1 1 0,-1-1 0,1 0 0,-1-1-1,1 1 1,-1-1 0,1 1 0,7-2 0,-8 1-25,54 2 133,207 18 1,-261-20-178,-1 0 0,1 1 0,-1-1 0,1 1-1,-1 0 1,1 0 0,-1 0 0,1 1 0,-1-1-1,0 1 1,0 0 0,0 0 0,0 0 0,0 0 0,5 5-1,-6-6 140,0 1-840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7:06.237"/>
    </inkml:context>
    <inkml:brush xml:id="br0">
      <inkml:brushProperty name="width" value="0.05" units="cm"/>
      <inkml:brushProperty name="height" value="0.05" units="cm"/>
      <inkml:brushProperty name="color" value="#E71224"/>
    </inkml:brush>
  </inkml:definitions>
  <inkml:trace contextRef="#ctx0" brushRef="#br0">233 62 7555,'0'0'11222,"8"-6"-10177,25-22-351,-32 27-582,0 1-1,0-1 1,0 0-1,0 1 1,0-1 0,-1 0-1,1 1 1,0-1-1,-1 0 1,1 0 0,0 0-1,-1 0 1,1 0-1,-1 0 1,0 0 0,1 0-1,-1 0 1,0 0-1,1 0 1,-1-2 0,0 3-70,-1-1 1,1 1-1,0-1 1,-1 1 0,1-1-1,-1 1 1,1-1 0,-1 1-1,1-1 1,-1 1 0,1 0-1,-1-1 1,1 1-1,-1 0 1,1-1 0,-1 1-1,0 0 1,1 0 0,-1 0-1,0 0 1,1-1-1,-1 1 1,0 0 0,-36 0 160,32 2-193,0-1 0,0 1 0,0 0 0,0 0 0,0 1 0,1-1 0,-1 1 1,1 0-1,0 0 0,0 1 0,0-1 0,-5 7 0,-41 53 276,47-59-250,-11 18 65,0 1 1,2 0-1,0 1 0,2 0 0,0 1 0,2 0 0,1 1 1,1-1-1,-3 31 0,1 28 251,5 129 0,2-38-278,-1-131-89,0-19 24,0 1 0,2 0 1,6 46-1,-3-64-4,-1 0 0,1-1-1,0 0 1,0 1 0,1-1 0,0 0 0,1-1 0,-1 1 0,1-1 0,0 0 0,1 0-1,-1 0 1,1-1 0,1 0 0,-1 0 0,1-1 0,-1 1 0,12 4 0,-3-2-661,0-1 0,0 0 0,0-1 0,1-1 0,0 0 0,0-1 0,0-1 0,18 1 0,3-3-3167,0 0-2393</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7:07.150"/>
    </inkml:context>
    <inkml:brush xml:id="br0">
      <inkml:brushProperty name="width" value="0.05" units="cm"/>
      <inkml:brushProperty name="height" value="0.05" units="cm"/>
      <inkml:brushProperty name="color" value="#E71224"/>
    </inkml:brush>
  </inkml:definitions>
  <inkml:trace contextRef="#ctx0" brushRef="#br0">132 153 7235,'0'0'7566,"7"-18"-6048,24-54-114,-30 67-1084,1 1 1,-1 0 0,0-1-1,0 1 1,0-1 0,0 1-1,-1-1 1,0-4-1,0 8-208,0 0-1,0 1 0,0-1 0,0 0 1,0 1-1,0-1 0,0 0 0,0 1 1,0-1-1,-1 0 0,1 1 0,0-1 1,0 1-1,-1-1 0,1 1 0,0-1 1,-1 0-1,1 1 0,-1-1 0,1 1 1,-1 0-1,1-1 0,-1 1 0,1-1 0,-1 1 1,1 0-1,-1-1 0,1 1 0,-1 0 1,0 0-1,1-1 0,-1 1 0,0 0 1,0 0-1,-1 43 1268,4-19-1131,1 0 0,1-1 0,1 0-1,1 0 1,1 0 0,11 23 0,-5-12-132,15 61-1,-18-14-68,-3 0 0,-7 156 0,-2-100-68,1-110 13,-2 0-1,0-1 0,-1 1 0,-2-1 0,-1 0 0,-1-1 0,-19 44 0,4-23-125,-2-1 0,-2-1-1,-35 43 1,62-86 114,-34 37-1084,32-36 654,0-1 1,1 0-1,-1 0 0,0 0 1,0 0-1,1 0 0,-1 0 1,0 0-1,0 0 0,0-1 1,0 1-1,0-1 0,-3 1 1,0-2-3577</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9:56.545"/>
    </inkml:context>
    <inkml:brush xml:id="br0">
      <inkml:brushProperty name="width" value="0.05" units="cm"/>
      <inkml:brushProperty name="height" value="0.05" units="cm"/>
      <inkml:brushProperty name="color" value="#E71224"/>
    </inkml:brush>
  </inkml:definitions>
  <inkml:trace contextRef="#ctx0" brushRef="#br0">46 102 15255,'0'0'6390,"0"-16"-5059,-2-69 865,2 101-1807,5 388 1303,-2 233-1188,-6-599-492,-2 0 0,-13 51 1,10-54 39,1 0 1,-3 72-1,10-105-51,0 0 0,0 0 0,0-1 0,1 1 0,-1 0 0,1 0 0,-1-1 0,1 1 0,-1-1 0,1 1 0,0 0 0,0-1 0,0 1 0,0-1-1,0 0 1,0 1 0,1-1 0,-1 0 0,0 1 0,2 0 0,1 0 6,0 1 0,0-1 0,0 0 0,1 0 0,-1 0 0,1-1 0,7 2-1,9 1 37,1-2 0,35 0-1,-43-1-26,608-14 172,-123-2-173,-313 14-45,151 1 12,-235 5 10,127 21 0,-224-25-4,-1 0 0,1 0 1,-1 1-1,1-1 0,-1 1 0,9 4 0,-2 0-377,-30-9-5592,2 2 3400,-27-15-6193</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9:57.478"/>
    </inkml:context>
    <inkml:brush xml:id="br0">
      <inkml:brushProperty name="width" value="0.05" units="cm"/>
      <inkml:brushProperty name="height" value="0.05" units="cm"/>
      <inkml:brushProperty name="color" value="#E71224"/>
    </inkml:brush>
  </inkml:definitions>
  <inkml:trace contextRef="#ctx0" brushRef="#br0">0 0 14423,'0'0'5698,"5"13"-5244,16 38-113,-12-38 4828,-6-14-5643,-12 8-4421,-1 14 837,3 3-2051</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9:57.811"/>
    </inkml:context>
    <inkml:brush xml:id="br0">
      <inkml:brushProperty name="width" value="0.05" units="cm"/>
      <inkml:brushProperty name="height" value="0.05" units="cm"/>
      <inkml:brushProperty name="color" value="#E71224"/>
    </inkml:brush>
  </inkml:definitions>
  <inkml:trace contextRef="#ctx0" brushRef="#br0">0 63 17400,'0'0'9828,"45"-53"-9539,-43 47-193,0 2-96,3 4-817,-1 0-1792,6 0-1713,6 0-3201</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9:58.181"/>
    </inkml:context>
    <inkml:brush xml:id="br0">
      <inkml:brushProperty name="width" value="0.05" units="cm"/>
      <inkml:brushProperty name="height" value="0.05" units="cm"/>
      <inkml:brushProperty name="color" value="#E71224"/>
    </inkml:brush>
  </inkml:definitions>
  <inkml:trace contextRef="#ctx0" brushRef="#br0">2 10 18424,'0'0'9557,"-2"-9"-9685,2 13-1361,0 10-144,0 3-1424,0-4-1521,0 0-4098</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9:58.531"/>
    </inkml:context>
    <inkml:brush xml:id="br0">
      <inkml:brushProperty name="width" value="0.05" units="cm"/>
      <inkml:brushProperty name="height" value="0.05" units="cm"/>
      <inkml:brushProperty name="color" value="#E71224"/>
    </inkml:brush>
  </inkml:definitions>
  <inkml:trace contextRef="#ctx0" brushRef="#br0">1 52 15895,'0'0'11253,"8"-51"-11253,-2 51-16,4 13-1040,7 11-1025,8 5-1072,8 1-1714,6 1-8931</inkml:trace>
  <inkml:trace contextRef="#ctx0" brushRef="#br0" timeOffset="1">1063 288 15191,'0'0'12246,"4"2"-12006,-2-2-16,1 0-32,5 5-1537,6 4-1216,9 6-1249,4 0-2497</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9:58.882"/>
    </inkml:context>
    <inkml:brush xml:id="br0">
      <inkml:brushProperty name="width" value="0.05" units="cm"/>
      <inkml:brushProperty name="height" value="0.05" units="cm"/>
      <inkml:brushProperty name="color" value="#E71224"/>
    </inkml:brush>
  </inkml:definitions>
  <inkml:trace contextRef="#ctx0" brushRef="#br0">1 1 11445,'0'0'15623,"80"37"-15286,-72-32-273,0 3-48,1-1-16,-1 1-593,-2-3-687,4 3-1089,1-1-753,1 0-1520,2 1-4370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9:59.224"/>
    </inkml:context>
    <inkml:brush xml:id="br0">
      <inkml:brushProperty name="width" value="0.05" units="cm"/>
      <inkml:brushProperty name="height" value="0.05" units="cm"/>
      <inkml:brushProperty name="color" value="#E71224"/>
    </inkml:brush>
  </inkml:definitions>
  <inkml:trace contextRef="#ctx0" brushRef="#br0">579 76 11221,'0'0'11750,"45"2"-11494,-34-2-112,-3 2-144,0 0 0,-6-2-449</inkml:trace>
  <inkml:trace contextRef="#ctx0" brushRef="#br0" timeOffset="1">7 28 16135,'0'0'11286,"-7"-22"-11110,7 20-176,13 2-6323,14 0 1344,5-3-6066</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29:59.574"/>
    </inkml:context>
    <inkml:brush xml:id="br0">
      <inkml:brushProperty name="width" value="0.05" units="cm"/>
      <inkml:brushProperty name="height" value="0.05" units="cm"/>
      <inkml:brushProperty name="color" value="#E71224"/>
    </inkml:brush>
  </inkml:definitions>
  <inkml:trace contextRef="#ctx0" brushRef="#br0">1 19 18184,'0'0'7076,"25"-18"-9686,-11 23 65,9 6-1441,3 2-6018</inkml:trace>
  <inkml:trace contextRef="#ctx0" brushRef="#br0" timeOffset="1">437 204 14086,'0'0'12582,"38"-3"-12822,-43 3-2881,-28 0-4611</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0:01.946"/>
    </inkml:context>
    <inkml:brush xml:id="br0">
      <inkml:brushProperty name="width" value="0.05" units="cm"/>
      <inkml:brushProperty name="height" value="0.05" units="cm"/>
      <inkml:brushProperty name="color" value="#E71224"/>
    </inkml:brush>
  </inkml:definitions>
  <inkml:trace contextRef="#ctx0" brushRef="#br0">0 37 10725,'0'0'11536,"1"-7"-10597,0 2-838,1-17 438,1 19-324,1 17-176,5 36 309,-2 1 0,1 65 0,-7-72-292,2 0 1,2 0-1,20 80 1,-23-116-55,1 1 1,0-1-1,1 0 1,0 0 0,0-1-1,7 10 1,-10-15-2,1 0 0,0 0 0,-1 0 0,1 0 0,0-1 0,0 1-1,0 0 1,1-1 0,-1 0 0,0 1 0,0-1 0,1 0 0,-1 0 0,1 0 0,-1-1 0,1 1 0,-1-1 0,1 1 0,-1-1 0,1 0 0,0 0 0,-1 0-1,1 0 1,-1 0 0,5-2 0,-5 2 3,0-1 0,0 0 0,0 0 0,0-1 0,0 1 0,0 0 0,-1-1 0,1 1 0,0-1 0,-1 1 0,0-1 0,1 0 0,-1 0 0,0 1 0,2-4 0,17-35 66,-14 26-36,1 0-29,15-34 135,2 1 1,39-56-1,-54 90-36,1 1 0,0 0 1,1 0-1,0 1 1,1 0-1,0 1 0,0 1 1,1 0-1,1 0 0,-1 2 1,1-1-1,20-6 1,-31 13-109,-1 0 1,1 1 0,-1-1 0,1 1 0,0 0 0,-1-1 0,1 1 0,0 0 0,-1 0-1,1 1 1,0-1 0,-1 1 0,1-1 0,-1 1 0,1 0 0,-1 0 0,1 0 0,-1 0-1,1 0 1,-1 1 0,3 1 0,0 1-2,-1 0 0,0 1 0,1-1 0,-1 1 0,-1 0 0,1 0 0,-1 1 0,5 10 0,0 1 0,-2 1 1,0 0-1,-1 0 0,-1 0 1,2 26-1,-6 60 8,0 12 11,1-106-2,1 1 0,-1 0 0,2-1 0,-1 1 0,2-1 0,-1 0 0,1 0 0,6 11 1,-7-18-14,-1 1 1,1-1-1,-1 1 1,1-1-1,0 0 1,0 0-1,0 0 1,1-1 0,-1 1-1,1-1 1,0 0-1,-1 0 1,1 0-1,0 0 1,0-1 0,0 1-1,0-1 1,1 0-1,-1-1 1,0 1-1,0-1 1,1 1 0,-1-1-1,0 0 1,0-1-1,1 1 1,-1-1-1,0 0 1,0 0 0,0 0-1,0-1 1,0 1-1,0-1 1,0 0-1,0 0 1,3-3 0,8-6 31,0-1 1,-1-1 0,-1 0 0,0-1-1,-1 0 1,-1-1 0,0 0 0,-1 0 0,0-2-1,-1 1 1,10-30 0,-8 20 82,0 1-1,2 1 1,0-1-1,25-31 1,-34 50-91,1 0 1,0 0 0,0 0-1,1 1 1,0 0 0,0 0-1,0 1 1,0-1 0,1 1-1,0 1 1,0-1 0,0 1-1,0 0 1,0 1 0,1 0-1,-1 0 1,1 0 0,-1 1-1,1 0 1,12 1 0,-17 0-25,0 1 0,0 0 1,0 0-1,0 1 0,-1-1 1,1 0-1,0 1 0,-1 0 1,1 0-1,-1 0 0,1 0 1,-1 0-1,0 0 0,0 1 1,0-1-1,3 6 1,30 50-5,-28-45 4,9 21 3,-1 1-1,-2 0 0,-2 1 1,9 46-1,-10-40 0,1 0-1,29 68 1,-37-103-10,0-1 0,1 1 1,0-1-1,0 0 1,0 0-1,1-1 0,-1 1 1,2-1-1,-1 0 1,8 6-1,-11-10 8,0 0 0,1 1-1,-1-1 1,1 0 0,-1 0 0,1-1-1,0 1 1,-1 0 0,1-1 0,0 0-1,-1 1 1,1-1 0,0 0 0,0 0-1,-1-1 1,1 1 0,0-1-1,-1 1 1,1-1 0,-1 0 0,1 0-1,0 0 1,-1 0 0,0 0 0,1-1-1,-1 1 1,0-1 0,0 1 0,0-1-1,4-4 1,21-21 51,46-59-1,11-14 82,-74 90-122,1 0 1,0 0-1,0 2 1,1-1-1,0 2 1,24-13-1,-33 19-10,-1 0 0,0 0 0,1 0 0,-1 1 0,1-1 0,-1 0 0,1 1 0,-1 0-1,1-1 1,-1 1 0,1 0 0,-1 0 0,1 1 0,-1-1 0,1 0 0,-1 1 0,1 0 0,-1-1 0,1 1-1,-1 0 1,0 0 0,4 2 0,-3 0-3,0 0-1,0 0 1,0 0 0,0 0-1,0 1 1,-1-1 0,0 1-1,1 0 1,-1 0 0,-1 0-1,1 0 1,1 5 0,3 14-20,-1 0 0,-1 0 0,2 45 0,-6-60 23,0 46-23,1 27-6,-1-75 28,1 0-1,0-1 1,1 1 0,-1-1 0,1 1 0,0-1-1,0 1 1,1-1 0,-1 0 0,1 0 0,4 5-1,-5-9 5,-1 1-1,1-1 1,-1 0-1,1 0 0,-1 0 1,1 0-1,-1 0 1,1 0-1,0-1 1,0 1-1,-1 0 0,1-1 1,0 0-1,0 1 1,0-1-1,0 0 0,-1 0 1,1 0-1,0 0 1,0 0-1,0 0 0,0 0 1,-1-1-1,1 1 1,0-1-1,0 0 0,0 1 1,-1-1-1,1 0 1,-1 0-1,3-1 0,6-4 24,0 0 0,-1-1 0,15-13 0,-22 18-23,87-84 98,-56 51 3,73-57 1,-101 89-63,1 0 0,-1 0 0,1 0-1,-1 1 1,1 0 0,0 0 0,0 1 0,0-1 0,0 1 0,1 0-1,5 1 1,-8-1-45,-1 1-1,1 0 1,0 0-1,-1 1 1,1-1-1,-1 1 1,1 0-1,-1 0 1,1 0-1,-1 0 1,1 1-1,-1-1 1,0 1-1,0 0 1,0 0-1,0 0 1,0 0-1,0 0 1,3 5-1,5 9 3,-1 1 0,-1 0-1,-1 1 1,0 0 0,-2 1 0,6 21-1,15 37 41,-27-76-37,1 0 1,0 0 0,-1-1 0,1 1 0,0 0 0,0-1 0,-1 1 0,1 0-1,0-1 1,0 1 0,0-1 0,0 0 0,0 1 0,0-1 0,0 0 0,-1 1 0,1-1-1,0 0 1,0 0 0,0 0 0,0 0 0,0 0 0,0 0 0,0 0 0,0 0 0,0 0-1,0 0 1,0-1 0,0 1 0,0 0 0,0-1 0,2 0 0,29-15 40,-15 3-58,-1 0 51,0 2-1,0-1 1,1 2-1,28-13 1,-41 21-59,0 1-1,0-1 1,-1 1 0,1 0 0,0 0 0,0 1 0,0-1 0,0 1 0,1 0 0,-1 0 0,0 0 0,0 0-1,0 1 1,0-1 0,0 1 0,0 0 0,-1 1 0,1-1 0,0 0 0,0 1 0,-1 0 0,1 0 0,-1 0-1,1 1 1,-1-1 0,0 1 0,0 0 0,4 4 0,-2-1-470,21 28-843,-18-8-5185</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0:05.587"/>
    </inkml:context>
    <inkml:brush xml:id="br0">
      <inkml:brushProperty name="width" value="0.05" units="cm"/>
      <inkml:brushProperty name="height" value="0.05" units="cm"/>
      <inkml:brushProperty name="color" value="#E71224"/>
    </inkml:brush>
  </inkml:definitions>
  <inkml:trace contextRef="#ctx0" brushRef="#br0">1 0 5795,'0'0'1264</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0:05.982"/>
    </inkml:context>
    <inkml:brush xml:id="br0">
      <inkml:brushProperty name="width" value="0.05" units="cm"/>
      <inkml:brushProperty name="height" value="0.05" units="cm"/>
      <inkml:brushProperty name="color" value="#E71224"/>
    </inkml:brush>
  </inkml:definitions>
  <inkml:trace contextRef="#ctx0" brushRef="#br0">63 0 5619,'-40'68'2625,"40"-68"-2407,0 1 0,0-1 0,-1 0 0,1 1 0,0-1 0,-1 0 1,1 1-1,0-1 0,-1 0 0,1 1 0,0-1 0,-1 0 0,1 0 0,-1 0 0,1 1 1,-1-1-1,1 0 0,-1 0 0,1 0 0,0 0 0,-1 0 0,1 0 0,-1 0 0,1 0 1,-1 0-1,1 0 0,-1 0 0,1 0 0,-1 0 0,1 0 0,0-1 0,-1 1 0,1 0 1,-1 0-1,1 0 0,0-1 0,-1 1 0,1 0 0,-1 0 0,1-1 0,-6-1 488</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0:06.332"/>
    </inkml:context>
    <inkml:brush xml:id="br0">
      <inkml:brushProperty name="width" value="0.05" units="cm"/>
      <inkml:brushProperty name="height" value="0.05" units="cm"/>
      <inkml:brushProperty name="color" value="#E71224"/>
    </inkml:brush>
  </inkml:definitions>
  <inkml:trace contextRef="#ctx0" brushRef="#br0">93 4 9076,'0'0'6963,"-6"-4"-7027,-2 17 32,4 6-208,1 1-1248,1-1-2578,2 3-4274</inkml:trace>
  <inkml:trace contextRef="#ctx0" brushRef="#br0" timeOffset="1">56 267 8116,'0'0'3185,"-23"102"-4561,19-84-1218,2-1-1007,-2 5 3297</inkml:trace>
  <inkml:trace contextRef="#ctx0" brushRef="#br0" timeOffset="2">0 547 1921,'0'0'8500,"0"33"-8420,0-18-80,0 0-80,0 5-224,0 2-1665</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0:06.698"/>
    </inkml:context>
    <inkml:brush xml:id="br0">
      <inkml:brushProperty name="width" value="0.05" units="cm"/>
      <inkml:brushProperty name="height" value="0.05" units="cm"/>
      <inkml:brushProperty name="color" value="#E71224"/>
    </inkml:brush>
  </inkml:definitions>
  <inkml:trace contextRef="#ctx0" brushRef="#br0">1 0 4802,'0'0'10053,"0"47"-9925,0-34-128,0 0 0,0 1-240,0-4-1169,0-1-1296,0 0-1601</inkml:trace>
  <inkml:trace contextRef="#ctx0" brushRef="#br0" timeOffset="1">19 137 6787,'0'0'4930,"0"2"-6018</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0:07.115"/>
    </inkml:context>
    <inkml:brush xml:id="br0">
      <inkml:brushProperty name="width" value="0.05" units="cm"/>
      <inkml:brushProperty name="height" value="0.05" units="cm"/>
      <inkml:brushProperty name="color" value="#E71224"/>
    </inkml:brush>
  </inkml:definitions>
  <inkml:trace contextRef="#ctx0" brushRef="#br0">0 18 9636,'0'0'10648,"9"-3"-10146,28-9-177,-36 11-312,1 1 1,0-1-1,-1 1 1,1 0-1,0 0 0,-1 0 1,1 0-1,0 0 0,-1 0 1,1 0-1,0 0 1,-1 1-1,1-1 0,0 1 1,-1-1-1,1 1 1,-1-1-1,1 1 0,-1 0 1,1 0-1,-1 0 1,0 0-1,1 0 0,-1 0 1,0 0-1,0 1 0,0-1 1,0 0-1,0 1 1,0-1-1,0 0 0,0 1 1,0 0-1,-1-1 1,1 1-1,-1-1 0,1 1 1,-1 1-1,2 4-51,0 0 0,-1 0-1,-1 0 1,1 0 0,-1 0 0,0 0-1,-1 8 1,1-15-179,0-3 200,0 1-1,1 0 1,-1-1-1,1 1 1,0 0-1,-1 0 1,1 0-1,0-1 1,0 1-1,0 0 0,1 0 1,-1 0-1,0 1 1,1-1-1,-1 0 1,3-2-1,-3 4 19,2-3 51,0 1 0,0-1 0,0 1 0,0 0 0,1 0 0,-1 0 1,1 0-1,6-2 0,-4 35-207,-5-27 97,1-1-1,0 0 1,0 0 0,0 0-1,0 0 1,1 0 0,-1-1 0,1 1-1,-1-1 1,1 0 0,0 1-1,0-1 1,0 0 0,1-1-1,-1 1 1,0-1 0,1 1-1,-1-1 1,0 0 0,1 0 0,0 0-1,-1-1 1,1 1 0,-1-1-1,7 0 1,0 0-408,0 1 0,1-2 0,-1 1 0,0-2 0,0 1 0,0-1 1,0-1-1,12-4 0,13-13-3035,-4-7-2013</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0:08.728"/>
    </inkml:context>
    <inkml:brush xml:id="br0">
      <inkml:brushProperty name="width" value="0.05" units="cm"/>
      <inkml:brushProperty name="height" value="0.05" units="cm"/>
      <inkml:brushProperty name="color" value="#E71224"/>
    </inkml:brush>
  </inkml:definitions>
  <inkml:trace contextRef="#ctx0" brushRef="#br0">1 473 2481,'0'0'5429,"6"-10"-4172,9-12-608,32-48 5969,-38 59-6390,-1 0 0,0 0-1,0-1 1,-1-1 0,-1 1 0,0-1-1,-1 0 1,0 0 0,-1 0 0,4-22-1,-6 26-124,0 1 0,1-1-1,1 1 1,-1 0 0,1 0 0,0 1-1,1-1 1,0 1 0,0 0-1,1 0 1,0 1 0,0 0-1,12-10 1,-7 6 13,-1-1-1,1 0 0,11-19 1,-20 27-43,0 0 0,0 1-1,0-1 1,1 1 0,-1-1 0,0 1 0,1 0 0,0 0 0,0 0 0,-1 0-1,1 0 1,0 1 0,0-1 0,0 1 0,1 0 0,-1 0 0,0 0 0,7-1-1,-8 2-75,0 0-1,0 0 0,0 0 0,0 1 0,0-1 0,0 1 1,0-1-1,0 1 0,0 0 0,-1-1 0,1 1 0,0 0 0,0 0 1,-1 0-1,1 1 0,0-1 0,-1 0 0,1 1 0,-1-1 1,0 1-1,0-1 0,1 1 0,-1 0 0,0-1 0,0 1 1,0 0-1,-1 0 0,1 0 0,0-1 0,-1 1 0,1 0 0,-1 0 1,1 3-1,4 23 19,-1 0 0,-1 1 0,-1-1 0,-2 1 0,-5 49 0,1-62-36,0 1 0,-2-1 0,1 0 0,-12 20 0,11-23 4,0-1 1,1 1-1,0 0 1,1 0 0,1 0-1,0 0 1,-2 27-1,6-1 9,11 55 0,0 8-21,-12-94 30,1 1 0,0-1 0,1 0 1,0 0-1,0 0 0,1 0 0,0-1 1,0 1-1,9 13 0,-10-17-5,1 0 0,0 0 0,0-1 0,0 1 0,1-1 0,-1 0 0,1 0 0,0 0 0,-1-1 0,1 1 0,1-1 0,-1 0 0,0 0 0,0 0 0,1-1 0,-1 1 0,1-1 0,8 1 0,65 1-1207,-25-4-4231,-44 1 3840,30-2-11388</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0:12.712"/>
    </inkml:context>
    <inkml:brush xml:id="br0">
      <inkml:brushProperty name="width" value="0.05" units="cm"/>
      <inkml:brushProperty name="height" value="0.05" units="cm"/>
      <inkml:brushProperty name="color" value="#E71224"/>
    </inkml:brush>
  </inkml:definitions>
  <inkml:trace contextRef="#ctx0" brushRef="#br0">1 8 9828,'0'0'4242,"18"-8"-5698,-11 8-193,-1 0-1376</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0:13.115"/>
    </inkml:context>
    <inkml:brush xml:id="br0">
      <inkml:brushProperty name="width" value="0.05" units="cm"/>
      <inkml:brushProperty name="height" value="0.05" units="cm"/>
      <inkml:brushProperty name="color" value="#E71224"/>
    </inkml:brush>
  </inkml:definitions>
  <inkml:trace contextRef="#ctx0" brushRef="#br0">1 1 10293,'0'0'2945</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0:17.323"/>
    </inkml:context>
    <inkml:brush xml:id="br0">
      <inkml:brushProperty name="width" value="0.05" units="cm"/>
      <inkml:brushProperty name="height" value="0.05" units="cm"/>
      <inkml:brushProperty name="color" value="#E71224"/>
    </inkml:brush>
  </inkml:definitions>
  <inkml:trace contextRef="#ctx0" brushRef="#br0">17 102 14311,'0'0'4159,"3"-16"-2193,-1-2-1434,-1 10-263,-1 1 1,2-1-1,-1 1 0,1-1 1,0 1-1,1-1 0,3-6 1,-3 21 37,-1 0 1,0 1 0,0-1-1,0 1 1,0 10 0,6 88 763,-6 137 0,-4-114-882,-33 423 381,14-313-449,17-77-38,5-157-79,-1 0 1,0-1-1,1 1 0,0-1 0,0 1 0,1-1 0,-1 1 0,1-1 1,0 0-1,0 0 0,0 0 0,1 0 0,-1 0 0,1 0 1,0 0-1,0-1 0,0 0 0,1 0 0,-1 1 0,1-2 1,0 1-1,-1 0 0,1-1 0,1 0 0,-1 0 0,0 0 1,0 0-1,1-1 0,6 2 0,14 3 25,1-1-1,0-1 0,0-1 1,29-1-1,-24-1-17,99 6 66,862 62 441,326 70-14,-1070-109-371,167 14-10,-407-44 29,-7 0-83,-46-9-2232,-95-29-5953,37 9-920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0:19.078"/>
    </inkml:context>
    <inkml:brush xml:id="br0">
      <inkml:brushProperty name="width" value="0.05" units="cm"/>
      <inkml:brushProperty name="height" value="0.05" units="cm"/>
      <inkml:brushProperty name="color" value="#E71224"/>
    </inkml:brush>
  </inkml:definitions>
  <inkml:trace contextRef="#ctx0" brushRef="#br0">0 61 10485,'0'0'11026,"2"-10"-10100,7-31-54,-7 31 228,-3 19-1016,1 0 1,0 0 0,1-1 0,0 1-1,0 0 1,1 0 0,0-1 0,1 1-1,5 13 1,1 5-33,4 23-20,-7-26 1,1 0 0,1-1 0,15 33 0,-19-48-28,1 0-1,0-1 0,1 1 1,-1-1-1,2 0 1,-1 0-1,1-1 0,0 0 1,0 0-1,0-1 0,1 0 1,16 9-1,-6-6 35,1 0-1,-1 0 1,1-2-1,0 0 1,1-2-1,0 0 1,-1-1-1,27 1 1,126 16 285,-38-3-112,-95-11-75,1 2 0,-1 1-1,40 15 1,-28-7-36,-19-6-55,0 2 1,-1 1-1,0 1 0,-2 2 0,0 1 0,52 42 0,-50-30-60,0 2-1,-2 1 0,49 72 1,-76-102 14,5 6 7,1-1 0,0 0 0,0-1 0,0 0 0,1 0 0,0-1 0,0 0 0,0-1 0,1 0 0,0 0 0,17 5 0,-8-4 8,0 0 0,0-2 0,1 0-1,0-1 1,32 0 0,-7-2-14,185-9-15,-210 6 13,0 0 0,0 1 1,1 1-1,-1 2 0,0-1 1,28 8-1,-39-7 0,0 1 1,0 1-1,-1-1 1,0 1-1,1 1 1,-1-1-1,-1 2 1,1-1-1,-1 1 1,0 0-1,0 0 1,-1 1-1,0 0 1,0 0-1,0 0 1,5 12-1,1 1 3,-8-12 3,1 1-1,0 0 0,0-1 1,1 0-1,0-1 0,0 1 1,1-1-1,0 0 0,8 6 1,-47-43-26722</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0:20.545"/>
    </inkml:context>
    <inkml:brush xml:id="br0">
      <inkml:brushProperty name="width" value="0.05" units="cm"/>
      <inkml:brushProperty name="height" value="0.05" units="cm"/>
      <inkml:brushProperty name="color" value="#E71224"/>
    </inkml:brush>
  </inkml:definitions>
  <inkml:trace contextRef="#ctx0" brushRef="#br0">65 1 11493,'0'0'10112,"-1"9"-5105,-2 23-5781,3-69 521,-25 52-3914,1 12-2065,13-14-454</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0:21.082"/>
    </inkml:context>
    <inkml:brush xml:id="br0">
      <inkml:brushProperty name="width" value="0.05" units="cm"/>
      <inkml:brushProperty name="height" value="0.05" units="cm"/>
      <inkml:brushProperty name="color" value="#E71224"/>
    </inkml:brush>
  </inkml:definitions>
  <inkml:trace contextRef="#ctx0" brushRef="#br0">15 30 10421,'0'0'5680,"-2"5"-5363,-2 1-81,3-4-89,0 0-1,0 0 1,0 0 0,0 0-1,0 0 1,1 0 0,-1 0-1,1 0 1,-1 0 0,1 0-1,0 0 1,0 4 1603,15-21 536,-13 10-2038,-1 1-1,1-1 1,-1 1-1,-1-1 1,1 0-1,-1 1 1,1-1-1,-2-7 1,1 5-11,-1 8-484,0-1-1,0 0 0,1 1 0,-1-1 0,0 0 0,0 1 0,0-1 0,0 1 0,1-1 1,-1 1-1,0-1 0,1 1 0,-1 0 0,0-1 0,1 1 0,-1 0 0,1 0 1,-1-1-1,1 1 0,-1 0 0,1 0 0,-1 1 0,-3 21-3575,2 4-1579</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0:24.700"/>
    </inkml:context>
    <inkml:brush xml:id="br0">
      <inkml:brushProperty name="width" value="0.05" units="cm"/>
      <inkml:brushProperty name="height" value="0.05" units="cm"/>
      <inkml:brushProperty name="color" value="#E71224"/>
    </inkml:brush>
  </inkml:definitions>
  <inkml:trace contextRef="#ctx0" brushRef="#br0">1 8 11845,'0'0'12097,"4"-7"-11300,-2 15-623,0 1 0,0-1 0,0 1-1,-1-1 1,-1 1 0,1 0-1,-2-1 1,-1 17 0,1 1 39,0 7-199,0-22-166,0 1 0,1 0 0,1 0-1,-1 0 1,5 16 0,-5-27-194,1 0-1,0 0 1,-1 0 0,1 1-1,0-1 1,0 0 0,0 0-1,0 0 1,0 0-1,0 0 1,0 0 0,1-1-1,-1 1 1,0 0 0,0-1-1,1 1 1,-1 0-1,0-1 1,1 0 0,-1 1-1,0-1 1,1 0 0,-1 0-1,1 1 1,-1-1 0,0 0-1,1-1 1,1 1-1,19 0-10439</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1:35.901"/>
    </inkml:context>
    <inkml:brush xml:id="br0">
      <inkml:brushProperty name="width" value="0.05" units="cm"/>
      <inkml:brushProperty name="height" value="0.05" units="cm"/>
      <inkml:brushProperty name="color" value="#E71224"/>
    </inkml:brush>
  </inkml:definitions>
  <inkml:trace contextRef="#ctx0" brushRef="#br0">5 22 14823,'0'0'9449,"-4"0"-9072,326 4 2044,-212-4-2388,-97 0-38,27 1 0,1-2-1,-1-1 1,1-2-1,64-16 1,-104 20-35,-209 24-399,88-7 451,65-9-15,23-3 23,-62 2 1,92-7-96,6 0 3,58 0 43,0-2 1,87-16-1,-99 5 26,-36 9-22,1 0 0,0 1-1,29-3 1,-43 6-47,-28 0-389,-38 4-488,-125 22 0,39-3-6264,114-20-612</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2:15.093"/>
    </inkml:context>
    <inkml:brush xml:id="br0">
      <inkml:brushProperty name="width" value="0.05" units="cm"/>
      <inkml:brushProperty name="height" value="0.05" units="cm"/>
      <inkml:brushProperty name="color" value="#E71224"/>
    </inkml:brush>
  </inkml:definitions>
  <inkml:trace contextRef="#ctx0" brushRef="#br0">159 117 12614,'0'0'3761,"0"-16"-2178,0-41-369,0 13 3956,0 48-4941,-32 118 611,-14 71 113,10 42-290,-8 348 0,52-302-507,12-2-1,70 344 1,-75-546-169,3-2 1,30 76-1,-31-108-55,2-1-1,1-1 0,3 0 0,47 64 0,-59-90-43,23 30-591,79 81 0,-102-116 100,0 0 0,1-1-1,0 0 1,0 0 0,0-2-1,1 1 1,1-2-1,-1 0 1,1 0 0,0-1-1,0-1 1,28 5 0,28-7-6030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2:16.246"/>
    </inkml:context>
    <inkml:brush xml:id="br0">
      <inkml:brushProperty name="width" value="0.05" units="cm"/>
      <inkml:brushProperty name="height" value="0.05" units="cm"/>
      <inkml:brushProperty name="color" value="#E71224"/>
    </inkml:brush>
  </inkml:definitions>
  <inkml:trace contextRef="#ctx0" brushRef="#br0">33 120 13206,'0'0'6099,"-5"-18"-4573,-8-33-573,-2 0 2656,25 78-2592,1-1 0,2-1 0,26 42 0,17 35-512,-1 25-359,-6 2-1,-6 2 1,-6 2 0,-5 2 0,17 170 0,-40-214-118,-3 1 1,-9 117 0,-2-154-26,-2 1 1,-3-1 0,-2-1-1,-38 106 1,-123 190-69,77-168-396,89-169-216,-12 27 988,11-13-8012,9-34 2845</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32:20.358"/>
    </inkml:context>
    <inkml:brush xml:id="br0">
      <inkml:brushProperty name="width" value="0.05" units="cm"/>
      <inkml:brushProperty name="height" value="0.05" units="cm"/>
      <inkml:brushProperty name="color" value="#E71224"/>
    </inkml:brush>
  </inkml:definitions>
  <inkml:trace contextRef="#ctx0" brushRef="#br0">192 0 12630,'0'0'9409,"-3"4"-9158,1 2-169,0 0 0,0 0 0,0 1 0,1-1 1,-1 1-1,2-1 0,-1 1 0,1-1 0,0 1 0,0 0 0,1-1 0,0 1 0,0-1 0,2 7 0,2 20 117,11 143-1199,-8 244-1,-14-377-10,6-42 922,0 1-1,0-1 1,0 0 0,-1 1 0,1-1 0,-1 0 0,1 0-1,0 1 1,-1-1 0,0 0 0,1 0 0,-1 0 0,0 0-1,0 0 1,0 0 0,1 0 0,-1 0 0,0 0 0,0 0-1,0 0 1,-1 0 0,1-1 0,0 1 0,0 0 0,0-1-1,-1 1 1,0 0 0,-1-2 100,1-1-1,0 1 1,0-1-1,0 1 1,0-1-1,0 1 1,0-1-1,0 0 1,1 0-1,-1 0 1,1 0-1,-1 0 1,1-1-1,0 1 1,0 0 0,0 0-1,0-1 1,0 1-1,0-4 1,-3-2 111,-5-12 262,-44-85 1345,47 94-1378,-1 0 0,-1 1 0,1 0 0,-1 1 0,-1-1-1,0 2 1,-12-10 0,21 18-317,0 0 0,0 0 0,0 0 0,0-1 0,-1 1 0,1 0 0,0 0 0,0 0 0,0 0 0,-1 0-1,1 0 1,0 0 0,0 0 0,0 0 0,-1 0 0,1 0 0,0 0 0,0 0 0,0 0 0,-1 0 0,1 0 0,0 1 0,0-1 0,0 0 0,0 0 0,-1 0 0,1 0 0,0 0-1,0 0 1,0 0 0,0 1 0,-1-1 0,1 0 0,0 0 0,0 0 0,0 0 0,0 1 0,0-1 0,0 0 0,0 0 0,0 0 0,0 0 0,-1 1 0,1-1 0,0 0 0,0 0-1,0 0 1,0 1 0,-3 19 379,2 28-750,1-40 511,1 7-148,-1 0 0,2 0 0,0-1 1,0 1-1,2-1 0,9 27 0,-11-35-24,1 1 0,1 0 0,-1-1 0,1 0 0,0 0 0,1 0 0,-1 0 0,1-1-1,0 1 1,1-1 0,-1-1 0,1 1 0,0-1 0,0 0 0,0 0 0,7 2 0,-9-4-2,0-1 1,1 1-1,-1-1 0,0-1 0,0 1 0,1 0 1,-1-1-1,0 0 0,1 0 0,-1-1 1,0 1-1,1-1 0,-1 0 0,0 0 1,0 0-1,0 0 0,0-1 0,0 0 0,0 0 1,0 0-1,0 0 0,-1 0 0,1-1 1,-1 0-1,6-5 0,5-6 2,0-1 1,-1-1-1,-1 0 1,11-21-1,-12 21-1,69-108-3472,-75 112-518</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0:21.564"/>
    </inkml:context>
    <inkml:brush xml:id="br0">
      <inkml:brushProperty name="width" value="0.05" units="cm"/>
      <inkml:brushProperty name="height" value="0.05" units="cm"/>
      <inkml:brushProperty name="color" value="#E71224"/>
    </inkml:brush>
  </inkml:definitions>
  <inkml:trace contextRef="#ctx0" brushRef="#br0">0 330 12214,'0'0'8441,"18"-8"-8004,-6 1-347,114-49 690,-92 43-442,346-121 455,-379 134-792,8-2-37,-1-1 0,1 0 0,-1-1 0,12-6 1,-19 10 43,0-1 1,1 1 0,-1-1-1,0 0 1,0 0 0,0 1-1,0-1 1,0 0 0,0 0-1,0 0 1,0 0 0,0 0-1,-1-1 1,1 1 0,0 0-1,-1 0 1,1 0 0,-1-1-1,1 1 1,-1 0 0,0 0-1,1-1 1,-1 1 0,0 0-1,0-1 1,0 1 0,0 0-1,0-1 1,0 1 0,0 0-1,0-1 1,-1 1 0,1 0-1,-1-1 1,1 1 0,-1 0-1,1 0 1,-1-1 0,-1-1-1,-4-1 7,0-1 0,0 1 0,0 1 0,-1-1 0,1 1 0,-1 0 0,0 0 0,0 1 0,0 0 0,-8-1 0,0-2 419,21 4 592,7 1-952,2-1-32,-1 1 0,1 1 0,-1 0 1,1 1-1,21 6 0,-33-7-46,0 0 0,1 0-1,-1 1 1,0-1 0,0 1 0,0 0-1,-1 0 1,1 0 0,0 0 0,-1 1 0,1-1-1,-1 1 1,0-1 0,0 1 0,0 0-1,0 0 1,0 0 0,-1 0 0,1 0-1,-1 0 1,0 0 0,0 1 0,0-1 0,0 0-1,-1 1 1,1-1 0,-1 1 0,0-1-1,0 5 1,-1-1-126,0-1 0,0 1 0,0 0-1,-1-1 1,0 1 0,-1-1 0,1 0-1,-1 0 1,0 0 0,-1 0 0,0 0 0,0-1-1,-9 11 1,-16 27-5101,20-26-139</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0:22.040"/>
    </inkml:context>
    <inkml:brush xml:id="br0">
      <inkml:brushProperty name="width" value="0.05" units="cm"/>
      <inkml:brushProperty name="height" value="0.05" units="cm"/>
      <inkml:brushProperty name="color" value="#E71224"/>
    </inkml:brush>
  </inkml:definitions>
  <inkml:trace contextRef="#ctx0" brushRef="#br0">159 1 16071,'0'0'10202,"7"14"-9735,15 31-213,-1 2 0,-3 0 1,18 75-1,-28-76-249,-7-31-115,2 1-1,-1-1 1,2 1-1,0-1 0,1 0 1,12 25-1,-17-40 98,0 0-1,0 0 0,0 1 0,1-1 1,-1 0-1,0 0 0,0 1 1,0-1-1,0 0 0,1 0 0,-1 1 1,0-1-1,0 0 0,0 0 0,1 0 1,-1 0-1,0 1 0,1-1 0,-1 0 1,0 0-1,0 0 0,1 0 1,-1 0-1,0 0 0,1 0 0,-1 0 1,0 0-1,0 0 0,1 0 0,-1 0 1,0 0-1,1 0 0,-1 0 0,0 0 1,1 0-1,-1 0 0,0 0 1,0 0-1,1 0 0,-1 0 0,0-1 1,0 1-1,1 0 0,-1 0 0,0 0 1,0-1-1,1 1 0,-1 0 0,0 0 1,0 0-1,0-1 0,0 1 1,1 0-1,-1 0 0,0-1 0,0 1 1,0 0-1,0-1 0,0 1 0,0 0 1,0 0-1,0-1 0,0 1 1,0 0-1,0-1 0,0 1 0,0 0 1,0-1-1,5-22 4,-5 22 7,1-4 4,3-13 52,-2 0 1,0 0 0,-1-1-1,-1 1 1,0 0-1,-6-31 1,5 46-25,-1 1 1,0-1-1,0 0 0,0 1 0,0 0 1,0-1-1,0 1 0,-1 0 0,1 0 0,-1 0 1,1 1-1,-1-1 0,0 1 0,0-1 1,1 1-1,-1 0 0,0 0 0,0 0 1,0 0-1,-1 1 0,1-1 0,0 1 1,0 0-1,0 0 0,-3 0 0,-2-1-16,1 1 0,0 1-1,0-1 1,0 1-1,0 0 1,0 1 0,0-1-1,0 1 1,1 1 0,-10 3-1,1 6-71,-1 1 0,2 1 0,0 0 0,0 0 0,2 1 0,0 1 0,-19 31 0,-5 23-4186,30-55 1076,3-2-1601</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2:54.411"/>
    </inkml:context>
    <inkml:brush xml:id="br0">
      <inkml:brushProperty name="width" value="0.05" units="cm"/>
      <inkml:brushProperty name="height" value="0.05" units="cm"/>
      <inkml:brushProperty name="color" value="#E71224"/>
    </inkml:brush>
  </inkml:definitions>
  <inkml:trace contextRef="#ctx0" brushRef="#br0">759 1 12678,'0'0'5376,"-22"11"-5190,3-2-102,-17 7 149,1 3 1,-42 28 0,-152 99 166,40-27-392,189-119-4,0 0 1,-1 1-1,1-1 1,0 0-1,-1 0 1,1 1-1,0-1 1,-1 0-1,1 0 1,0 0-1,-1 0 1,1 1-1,-1-1 1,1 0-1,0 0 1,-1 0-1,1 0 1,-1 0-1,1 0 1,-1 0-1,1 0 1,0 0-1,-1 0 1,1-1-1,-1 1 1,1 0-1,0 0 1,-1 0-1,1 0 1,-1 0-1,1-1 1,0 1-1,-1 0 1,1 0-1,0-1 1,-1 1-1,1 0 1,0-1-1,0 1 1,-1 0-1,1-1 1,0 0-1,-6-25 114,10-34-29,-1 44-30,1 0 0,1 1 0,10-24 0,8-30 1340,-26 74-1328,0 0-1,-1-1 0,1 1 1,-1-1-1,0 0 0,-5 4 1,-8 10-62,-7 11 19,-40 62 0,56-78-35,1 0 0,1 1 0,0 0 0,1 0 0,0 0 0,1 0 0,-4 29 0,8-40 5,-1 0 0,1 0 0,0 0 0,1 0 1,-1 0-1,0 0 0,1 0 0,0 0 0,-1 0 0,1 0 0,1-1 0,-1 1 0,0 0 0,0 0 0,1-1 1,0 1-1,-1-1 0,4 4 0,-1-2-1,1-1 1,-1 1-1,1-1 1,0 0 0,-1 0-1,1-1 1,0 0-1,1 1 1,6 1-1,12 1-1,0 0 1,1-1-1,40 0 0,-48-3 5,203 2-1943,-154-3-1846,-36 0-2661</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2:55.193"/>
    </inkml:context>
    <inkml:brush xml:id="br0">
      <inkml:brushProperty name="width" value="0.05" units="cm"/>
      <inkml:brushProperty name="height" value="0.05" units="cm"/>
      <inkml:brushProperty name="color" value="#E71224"/>
    </inkml:brush>
  </inkml:definitions>
  <inkml:trace contextRef="#ctx0" brushRef="#br0">0 1 15591,'0'0'5192,"2"6"-4856,2 23-251,0 0 0,-2 57 1,-1-15-27,-1-71-58,0 1 1,0 0 0,0 0-1,0 0 1,0 0-1,0 0 1,0 0-1,0 0 1,0 0 0,0-1-1,1 1 1,-1 0-1,0 0 1,1 0 0,-1 0-1,0 0 1,1-1-1,-1 1 1,1 0 0,-1 0-1,1-1 1,0 1-1,-1 0 1,1-1-1,0 1 1,-1-1 0,1 1-1,0-1 1,0 1-1,0-1 1,-1 0 0,1 1-1,0-1 1,1 1-1,0-2 9,1 1 0,-1 0-1,1-1 1,-1 0 0,1 1 0,-1-1-1,0 0 1,1 0 0,-1-1-1,0 1 1,0 0 0,3-3-1,53-49 213,-57 52-220,61-67 60,-61 79-97,-1 0 3,-1 12 3,2 0-1,7 44 0,-7-61 31,0 0-1,1 0 1,0 0-1,0 0 1,0-1-1,1 1 1,0-1-1,0 1 1,0-1-1,1 0 1,-1 0-1,1-1 1,0 1-1,1-1 1,-1 0-1,8 5 1,-9-7 1,0 0 1,0-1-1,0 1 1,0-1-1,0 0 1,0 0-1,0 0 1,0 0-1,0-1 1,1 1-1,-1-1 1,0 0-1,1 0 1,-1 0-1,0 0 0,0-1 1,1 1-1,-1-1 1,0 0-1,0 0 1,0 0-1,0 0 1,0-1-1,0 1 1,0-1-1,0 1 1,0-1-1,-1 0 1,1 0-1,-1-1 0,0 1 1,1 0-1,-1-1 1,0 0-1,2-3 1,4-5 14,-1 0 0,0 0 0,0-1-1,-2 0 1,1-1 0,-1 1 0,4-18 0,-6 15 33,0 1 0,-1-1 0,0 0 1,-2 0-1,1 0 0,-3-16 0,2 28-151,0 0 1,0 0-1,-1 0 0,1 0 0,-1 0 1,0 0-1,0 0 0,0 0 0,0 0 1,0 0-1,-1 0 0,1 0 0,-1 1 1,0-1-1,0 1 0,0-1 0,0 1 1,0 0-1,0 0 0,-1 0 1,1 0-1,-1 0 0,1 0 0,-1 1 1,0-1-1,1 1 0,-1 0 0,0 0 1,0 0-1,0 0 0,0 0 0,0 1 1,0-1-1,-5 1 0,-1 0-3847</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3:01.732"/>
    </inkml:context>
    <inkml:brush xml:id="br0">
      <inkml:brushProperty name="width" value="0.05" units="cm"/>
      <inkml:brushProperty name="height" value="0.05" units="cm"/>
      <inkml:brushProperty name="color" value="#E71224"/>
    </inkml:brush>
  </inkml:definitions>
  <inkml:trace contextRef="#ctx0" brushRef="#br0">324 0 3089,'0'0'12366,"-21"2"-10701,15-2-1554,-17 2 362,0 1 0,0 1 1,1 1-1,-1 0 0,-26 12 1,28-8 6,0 2 0,-19 13 1,36-22-403,1 0 1,-1 0-1,1 1 1,-1 0 0,1-1-1,0 1 1,0 0-1,0 1 1,0-1 0,1 0-1,-1 1 1,1 0 0,0-1-1,0 1 1,0 0-1,1 0 1,-1 0 0,-1 8-1,4-10-65,-1-1-1,1 0 1,-1 0-1,1 1 0,0-1 1,-1 0-1,1 0 1,0 0-1,0 0 1,0 0-1,0 0 1,0 0-1,0 0 1,0 0-1,0 0 0,1 0 1,-1-1-1,0 1 1,0 0-1,1-1 1,-1 1-1,0-1 1,0 0-1,1 1 1,-1-1-1,3 0 0,45 8 364,-40-7-269,364 8 989,-241-10-1039,-20 2-45,-1-4 1,0-6 0,116-23-1,-213 23 528,-11 5-2238</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3:10.926"/>
    </inkml:context>
    <inkml:brush xml:id="br0">
      <inkml:brushProperty name="width" value="0.05" units="cm"/>
      <inkml:brushProperty name="height" value="0.05" units="cm"/>
      <inkml:brushProperty name="color" value="#E71224"/>
    </inkml:brush>
  </inkml:definitions>
  <inkml:trace contextRef="#ctx0" brushRef="#br0">90 10 12854,'0'0'8292,"-16"3"-7812,-48 9 3,54-7 95,16 1-319,15-1 158,49 5 216,0-3 0,128-4 0,-116-4-537,387-28-85,8-1-390,-476 30 318,-1 3-408,-1 1 146,1 0 1,-1-1-1,0 1 1,0-1-1,0 1 1,-3 6-1,-21 6-6784,11-14-3730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3:36.444"/>
    </inkml:context>
    <inkml:brush xml:id="br0">
      <inkml:brushProperty name="width" value="0.05" units="cm"/>
      <inkml:brushProperty name="height" value="0.05" units="cm"/>
      <inkml:brushProperty name="color" value="#E71224"/>
    </inkml:brush>
  </inkml:definitions>
  <inkml:trace contextRef="#ctx0" brushRef="#br0">237 8 11845,'0'0'1593,"-19"-2"427,-158-4 3043,175 6-4974,-1 1-1,1-1 1,0 1-1,-1 0 1,1-1-1,-1 1 0,1 0 1,0 0-1,0 1 1,-1-1-1,1 0 1,0 1-1,0-1 1,-2 3-1,4-3-74,0-1 0,-1 0-1,1 1 1,-1-1 0,1 1 0,0-1-1,0 1 1,-1-1 0,1 0 0,0 1 0,0-1-1,-1 1 1,1 0 0,0-1 0,0 1-1,0-1 1,0 1 0,0-1 0,0 1 0,0-1-1,0 1 1,0-1 0,0 1 0,0-1-1,0 1 1,1 0 0,-1 0-4,1 0-1,0 0 1,0 0 0,0 0-1,0-1 1,0 1 0,0 0-1,0-1 1,0 1 0,0 0-1,1-1 1,-1 1 0,0-1 0,0 0-1,0 1 1,1-1 0,1 0-1,47 7 450,0-3 0,1-1 0,52-6 0,-14 2-313,158 0 69,315 4-131,-533-3-92,-19-1 12,0 1-1,-1 0 0,1 1 1,-1 0-1,1 0 0,-1 1 1,10 3-1,-18-2-70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3:38.747"/>
    </inkml:context>
    <inkml:brush xml:id="br0">
      <inkml:brushProperty name="width" value="0.05" units="cm"/>
      <inkml:brushProperty name="height" value="0.05" units="cm"/>
      <inkml:brushProperty name="color" value="#E71224"/>
    </inkml:brush>
  </inkml:definitions>
  <inkml:trace contextRef="#ctx0" brushRef="#br0">272 15 11573,'0'0'2359,"-21"-2"-326,-171-9 1315,169 10-3159,-12 1 1695,35 0-1856,0 0-1,0 0 1,0 0-1,0 0 1,0 0 0,0 0-1,0 0 1,0 0-1,0 0 1,0 0-1,0 0 1,0 1 0,0-1-1,0 0 1,0 0-1,0 0 1,0 0 0,0 0-1,0 0 1,0 0-1,0 0 1,0 0-1,0 0 1,0 0 0,0 0-1,0 0 1,0 0-1,0 0 1,-1 0 0,23 4 200,97 7 504,207-7 0,-169-7-619,115 5 86,462-11-110,-733 9-146,0 0 0,0 0-1,-1 1 1,1-1 0,0 0 0,-1 1-1,1-1 1,0 0 0,-1 1-1,1-1 1,-1 1 0,1-1 0,-1 1-1,1-1 1,-1 1 0,1 0 0,-1-1-1,1 1 1,-1-1 0,0 1 0,1 0-1,-1 0 1,0-1 0,0 1-1,1 0 1,-1-1 0,0 1 0,0 0-1,0 0 1,0-1 0,0 1 0,0 0-1,0 0 1,0-1 0,0 1-1,0 0 1,-1 0 0,1-1 0,0 1-1,-1 1 1,3 18-3024,12-8-1150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2:54.295"/>
    </inkml:context>
    <inkml:brush xml:id="br0">
      <inkml:brushProperty name="width" value="0.05" units="cm"/>
      <inkml:brushProperty name="height" value="0.05" units="cm"/>
      <inkml:brushProperty name="color" value="#E71224"/>
    </inkml:brush>
  </inkml:definitions>
  <inkml:trace contextRef="#ctx0" brushRef="#br0">111 147 15047,'0'0'8649,"-3"1"-8558,1 0-68,1 0 0,-1 0 1,1 1-1,0-1 0,-1 0 1,1 1-1,0-1 0,0 1 0,0-1 1,0 1-1,0-1 0,1 1 0,-1 0 1,0 0-1,1-1 0,-1 1 1,1 0-1,0 0 0,-1-1 0,1 1 1,0 3-1,-2 57 431,2-30-209,-2 4 3,-27 276 654,29-306-882,-7 14 171,7-20-167,-1 1 1,1-1-1,0 0 1,-1 0-1,1 0 1,-1 0-1,1 0 1,0 0 0,-1 0-1,1 0 1,0-1-1,-1 1 1,1 0-1,-1 0 1,1 0-1,0 0 1,-1 0-1,1-1 1,0 1-1,0 0 1,-1 0-1,1-1 1,0 1-1,-1 0 1,1 0 0,0-1-1,0 1 1,0 0-1,-1-1 1,1 1-1,0 0 1,0-1-1,0 1 1,0 0-1,-1-1 1,1 1-1,0 0 1,0-1-1,0 1 1,0-1 0,-8-22 75,0 0 0,2-1 0,1 0 1,1 0-1,-3-42 0,7-128-183,1 180 98,-1-1-22,2 1-1,-1 0 1,2-1-1,0 1 1,1 0 0,0 0-1,1 1 1,1-1-1,0 1 1,11-16 0,-13 22-1,0 1 1,1 0 0,-1 0 0,1 1 0,1-1-1,-1 1 1,1 0 0,0 1 0,0-1-1,1 1 1,-1 1 0,1-1 0,-1 1 0,1 0-1,0 0 1,1 1 0,-1 0 0,0 1 0,1-1-1,-1 1 1,11 0 0,-14 1-2,0 1 1,-1-1-1,1 1 0,0 0 0,-1 0 1,1 0-1,-1 1 0,1-1 1,-1 1-1,0 0 0,0 0 1,0 0-1,0 0 0,0 1 0,0-1 1,0 1-1,-1-1 0,1 1 1,-1 0-1,0 0 0,0 0 1,0 0-1,0 1 0,-1-1 0,1 0 1,-1 1-1,0-1 0,0 1 1,0 0-1,0-1 0,0 5 1,1 3-10,-1 0 1,0 1-1,0-1 1,-1 0-1,0 0 1,-1 0-1,-1 1 0,0-1 1,-5 18-1,2-18-30,0-1-1,0 1 0,-1-1 0,0-1 0,-1 1 0,0-1 0,-1 0 0,0-1 0,0 0 0,-1 0 1,-9 7-1,3-4-35,-1-1 1,0 0-1,0-1 1,-1-1-1,0-1 1,-21 7-1,37-14 114,3 10-52,0 0 1,1-1-1,0 0 0,1 1 1,-1-1-1,2 0 1,0-1-1,0 1 1,0-1-1,1 0 1,13 14-1,5 9 22,-9-9 5,1 0-1,0-1 1,2-1 0,1-1-1,23 19 1,-32-31-17,0 0-1,0 0 1,1-1 0,0 0-1,0-1 1,1-1 0,-1 0 0,1 0-1,0-1 1,0 0 0,0-1-1,0-1 1,18 1 0,-23-2 6,1 1 1,-1-1-1,0-1 1,1 1-1,-1-1 1,0-1-1,0 1 0,0-1 1,0 0-1,0-1 1,0 1-1,0-2 1,-1 1-1,1-1 1,-1 0-1,0 0 1,0 0-1,-1-1 0,1 0 1,-1 0-1,0 0 1,0-1-1,-1 0 1,0 0-1,6-10 1,-5 5 79,0 0 1,0-1-1,-1 1 1,0-1-1,-1 0 0,-1 0 1,0 0-1,-1-1 1,0 1-1,-1-22 1,-1 34-59,-1 0 1,1 0 0,0 1-1,0-1 1,0 0 0,0 1-1,0 0 1,0-1 0,-1 1-1,1-1 1,1 1 0,-1 0-1,0 0 1,0 0 0,0 0 0,0-1-1,0 1 1,1 0 0,-2 2-1,-4 14-36,1-1-1,1 1 1,1 1-1,0-1 1,1 0-1,1 1 1,0 0 0,3 24-1,-2-39 17,1 0 1,-1 0-1,0 0 0,1 0 0,0 0 0,0 0 0,0-1 1,0 1-1,0 0 0,0 0 0,1-1 0,-1 1 1,1 0-1,0-1 0,0 0 0,0 1 0,0-1 1,4 3-1,-1-1-18,0-1 1,0 0 0,1-1 0,-1 1-1,1-1 1,-1 0 0,1 0-1,-1-1 1,8 1 0,11 1-58,0-2 0,-1-1 0,41-4 0,-62 4 80,17-2-11,0-2 0,-1 0 0,0-1 0,0-1 0,0 0 0,-1-2 0,0 0 0,29-18 0,-36 20 12,0-1 0,-1 0 0,0 0 0,0-1 0,-1 0 1,0-1-1,0 1 0,-1-2 0,0 1 0,-1-1 0,0 0 0,0 0 0,-1-1 1,0 1-1,4-16 0,-9 25 3,1-1-1,-1 1 1,1-1 0,-1 1 0,0-1 0,1 1 0,-1 0-1,0-1 1,0 1 0,0-1 0,0 1 0,0-1-1,0 1 1,-1-1 0,1 1 0,0-1 0,-1 1-1,1-1 1,-1 1 0,0 0 0,1-1 0,-1 1 0,0 0-1,0 0 1,0-1 0,0 1 0,0 0 0,0 0-1,0 0 1,-2-2 0,0 3 8,0-1 0,0 1 1,0-1-1,0 1 0,0 0 0,0 0 0,0 0 1,0 1-1,0-1 0,1 1 0,-1-1 0,0 1 0,0 0 1,0 0-1,-4 3 0,-3 1-13,1 0 0,0 1 0,1 0 0,0 0 0,0 1 0,0 0 0,0 1 0,1 0 0,-10 15 0,13-19-22,1 0 1,0 1-1,0 0 0,0 0 1,1 0-1,0 0 1,0 0-1,0 0 0,0 1 1,1-1-1,0 1 1,0-1-1,1 1 1,-1-1-1,1 1 0,0 0 1,1-1-1,-1 1 1,1-1-1,2 7 0,-2-10-1,1 0 0,0-1 0,0 1 0,-1-1 0,1 1 0,0-1 0,0 0 0,0 0 0,0 0 0,1 0 0,-1 0 0,0 0 0,0-1 0,0 1-1,1-1 1,-1 1 0,0-1 0,1 0 0,-1 0 0,0 0 0,1 0 0,1-1 0,2 1 7,0 0 1,0 0 0,0-1-1,-1 0 1,1 0-1,0-1 1,-1 0-1,9-3 1,-6-1 33,0-1 1,0-1 0,0 1-1,-1-1 1,0-1-1,0 1 1,-1-1 0,0 0-1,6-14 1,11-14 190,-23 37-202,0 0 0,0-1 0,0 1 0,0 0 0,0 0 0,0 0 0,0 0 0,0-1 0,0 1 0,0 0 0,0 0 0,1 0 0,-1 0 0,0-1 0,0 1 0,0 0 0,0 0 0,0 0 0,0 0 0,1 0 0,-1 0 0,0 0 0,0 0 1,0-1-1,0 1 0,1 0 0,-1 0 0,0 0 0,0 0 0,0 0 0,0 0 0,1 0 0,-1 0 0,0 0 0,0 0 0,0 0 0,1 0 0,-1 0 0,0 0 0,0 0 0,0 0 0,0 0 0,1 1 0,-1-1 0,0 0 0,0 0 0,0 0 0,0 0 0,0 0 0,1 0 0,-1 1 0,4 13 47,48 432 544,11 127 852,-57-360-1143,-6-210-301,0-1 0,0 1 0,0-1 0,-1 0 1,1 1-1,-1-1 0,1 0 0,-1 0 0,0 1 0,0-1 0,0 0 0,0 0 0,-1 0 0,1 0 0,0 0 0,-1 0 0,1 0 0,-1-1 0,0 1 0,0 0 0,0-1 0,1 0 0,-2 1 0,1-1 0,0 0 1,0 0-1,0 0 0,0 0 0,-1 0 0,1-1 0,0 1 0,-1-1 0,1 1 0,0-1 0,-1 0 0,1 0 0,0 0 0,-1 0 0,-3-1 0,-4 0 14,0 0 1,-1-1-1,1 0 0,0 0 0,0-1 1,0-1-1,0 1 0,-12-8 0,3-1 3,0-1 0,1 0-1,1-1 1,0-1-1,1 0 1,1-2 0,-18-24-1,22 27-31,1 0-1,1-1 1,1 0 0,0-1-1,1 0 1,1 0-1,0-1 1,1 0 0,1 0-1,-3-20 1,5 20-9,0 0 1,2-1-1,-1 1 1,2-1-1,1 1 1,0 0-1,1 0 1,1 0-1,0 0 0,1 0 1,1 1-1,1 0 1,12-22-1,41-52-178,5 3-1,88-92 1,-69 84-91,74-112 0,-146 192 298,-12 15-14,0 0 0,0 0 0,0 1 0,0-1-1,0 0 1,0 0 0,0 0 0,0 0 0,0 1 0,0-1 0,0 0 0,0 0 0,0 0 0,1 0 0,-1 0 0,0 0-1,0 1 1,0-1 0,0 0 0,0 0 0,0 0 0,1 0 0,-1 0 0,0 0 0,0 0 0,0 0 0,0 0 0,0 0-1,1 0 1,-1 1 0,0-1 0,0 0 0,0 0 0,0 0 0,1 0 0,-1 0 0,0 0 0,0-1 0,0 1 0,0 0-1,1 0 1,-1 0 0,0 0 0,0 0 0,0 0 0,0 0 0,1 0 0,-1 0 0,0 2-25,0 12-39,4 95 7,-3-100 54,0 0 0,0 0-1,1-1 1,0 1 0,1 0 0,0-1-1,0 0 1,1 1 0,8 13 0,-11-21-7,0 0 1,0 0 0,0-1-1,-1 1 1,1 0 0,0 0-1,0 0 1,0 0 0,0-1-1,1 1 1,-1-1-1,0 1 1,0-1 0,0 1-1,0-1 1,1 1 0,-1-1-1,0 0 1,0 0 0,1 0-1,-1 0 1,0 0 0,0 0-1,1 0 1,-1 0 0,0 0-1,0 0 1,1-1-1,-1 1 1,0-1 0,0 1-1,0-1 1,1 1 0,-1-1-1,0 0 1,0 1 0,0-1-1,0 0 1,0 0 0,0 0-1,-1 0 1,2-1 0,6-6 22,-1 0 1,0-1 0,10-18-1,-10 17 1,74-121 91,-81 131-104,0 0 1,0-1 0,0 1-1,0 0 1,1-1 0,-1 1 0,0 0-1,0-1 1,0 1 0,1 0-1,-1 0 1,0-1 0,0 1 0,1 0-1,-1 0 1,0 0 0,0-1-1,1 1 1,-1 0 0,0 0 0,1 0-1,-1 0 1,0 0 0,1 0 0,-1-1-1,0 1 1,1 0 0,-1 0-1,0 0 1,1 0 0,-1 0 0,1 0-1,-1 0 1,0 0 0,1 1-1,-1-1 1,0 0 0,1 0 0,-1 0-1,0 0 1,0 0 0,1 1-1,-1-1 1,0 0 0,1 0 0,-1 0-1,0 1 1,0-1 0,1 0 0,-1 0-1,0 1 1,0-1 0,0 0-1,1 1 1,-1-1 0,0 0 0,0 0-1,0 1 1,0 0 0,9 24-136,-8-19 129,3 9 9,1-1-1,0 0 1,1-1 0,15 26-1,-19-35 0,1-1-1,0 1 1,0-1-1,0 1 1,0-1-1,1 0 0,-1 0 1,1-1-1,0 1 1,-1-1-1,1 0 1,1 0-1,-1 0 1,0 0-1,0-1 1,1 1-1,-1-1 1,1-1-1,-1 1 1,8 0-1,-3-1-3,-1 0-1,1-1 1,-1 0-1,1 0 0,-1-1 1,0 0-1,1-1 1,-1 1-1,0-2 1,-1 1-1,1-1 1,10-7-1,-7 3 3,0-1-1,-1 0 0,0 0 0,0-1 0,-1-1 1,0 1-1,8-15 0,-2 0 13,-2-1 0,0 0 0,-2-1 0,-1 0 0,-1 0 0,10-55 0,-12 26 348,0-102-1,-7 157-343,0 0 0,0 1 0,0-1 0,0 0 0,0 1 0,0-1 0,0 0-1,0 1 1,0-1 0,-1 0 0,1 1 0,0-1 0,0 0 0,0 1 0,-1-1 0,1 1-1,0-1 1,-1 1 0,1-1 0,-1 0 0,1 1 0,-1-1 0,1 1 0,0 0 0,-1-1-1,0 1 1,1-1 0,-1 1 0,1 0 0,-1-1 0,1 1 0,-1 0 0,0 0 0,1 0-1,-1-1 1,0 1 0,1 0 0,-1 0 0,0 0 0,1 0 0,-1 0 0,0 0 0,1 0-1,-1 0 1,0 0 0,1 1 0,-1-1 0,0 0 0,1 0 0,-1 1 0,-2 0 27,0 0 0,1 0 0,-1 0 0,1 1 0,-1-1 0,1 1 0,-1 0 0,1 0 0,0 0 0,0 0 0,-3 4 0,-4 8-43,1 0 0,1 1-1,0 0 1,1 1 0,1 0 0,0 0 0,1 0 0,-3 31-1,-1 140-29,9-162 28,-2-15-18,2 0 1,-1 0-1,1 1 0,1-1 1,0-1-1,0 1 0,1 0 1,0 0-1,1-1 0,0 0 1,1 0-1,8 14 0,-8-17-31,-1-1-1,1 0 1,0-1-1,0 1 0,1-1 1,-1 0-1,1 0 1,0 0-1,0-1 1,0 0-1,0 0 1,1-1-1,-1 0 1,1 0-1,0 0 0,-1-1 1,1 0-1,0 0 1,9-1-1,-9 1 38,-1 0 0,0-1 0,0 0 0,0-1 0,0 1 0,0-1 0,0 0-1,0-1 1,0 1 0,0-1 0,0 0 0,-1-1 0,1 0 0,-1 1 0,0-2 0,0 1-1,0-1 1,0 1 0,0-1 0,-1 0 0,1-1 0,-1 1 0,-1-1 0,1 0 0,5-8-1,-2 0 29,1 0 0,-2 0 0,1-1 0,-2 0 0,0 0 0,-1 0 0,0-1 0,-1 1 0,0-1 0,-2 0 1,1-27-1,-2 41-1,-1 0 0,1 0 0,0 0 0,0 0 0,-1-1 0,1 1 0,-1 0 0,1 0 0,-1 0 0,0 0 0,1 0 1,-1 0-1,0 0 0,1 0 0,-1 1 0,0-1 0,0 0 0,0 0 0,0 1 0,0-1 0,0 0 0,0 1 0,0-1 1,0 1-1,0-1 0,0 1 0,-1 0 0,1 0 0,0-1 0,0 1 0,0 0 0,0 0 0,-1 0 0,1 0 0,0 0 1,0 0-1,-2 1 0,-2-1-3,0 1 0,0-1 0,0 1 0,1 0 0,-1 1 0,0-1 0,1 1 0,-10 4 0,6 0-1,0 1-1,0 0 0,0 0 1,1 1-1,0 0 1,0 0-1,1 1 1,0-1-1,1 1 1,0 1-1,0-1 1,1 1-1,-6 18 1,4-5-76,0 0 1,1 0-1,2 1 1,0-1-1,1 27 1,3-49 54,-1-1 1,0 1-1,1-1 1,-1 1-1,1-1 0,-1 1 1,1-1-1,-1 1 1,1-1-1,-1 0 0,1 1 1,0-1-1,-1 0 1,1 0-1,0 1 0,-1-1 1,1 0-1,0 0 1,-1 0-1,1 0 0,0 0 1,-1 0-1,1 0 1,0 0-1,-1 0 0,1 0 1,0 0-1,0 0 1,23-3-49,-17 0 67,0-1 0,0 0 0,0 0 1,0 0-1,0-1 0,-1 0 0,0 0 1,0-1-1,6-6 0,-6 5 1,1 0-1,0 1 1,0 0-1,1 0 0,0 1 1,8-5-1,-15 10-6,-1 0 1,1 0-1,0 0 0,-1 0 0,1 0 0,0 0 0,-1 0 0,1 0 0,0 0 0,0 1 0,-1-1 0,1 0 1,0 0-1,-1 1 0,1-1 0,-1 0 0,1 1 0,0-1 0,-1 1 0,1-1 0,-1 0 0,1 1 0,-1 0 1,1-1-1,-1 1 0,0-1 0,1 1 0,-1-1 0,0 1 0,1 0 0,-1-1 0,0 1 0,0 0 0,1-1 1,-1 1-1,0 0 0,0 0 0,0-1 0,0 1 0,0 1 0,6 41 9,-4-27 5,-2-15-15,1 1-1,-1 0 0,1 0 0,-1 0 1,1-1-1,0 1 0,-1 0 0,1-1 1,0 1-1,0-1 0,0 1 0,2 2 0,-2-4 6,-1 0-1,1 1 0,-1-1 1,1 0-1,0 1 0,-1-1 1,1 0-1,-1 0 1,1 0-1,0 0 0,-1 0 1,1 1-1,-1-1 0,1 0 1,0 0-1,-1 0 0,1 0 1,-1-1-1,1 1 0,0 0 1,-1 0-1,1 0 0,-1 0 1,2-1-1,2-2 25,1 0 1,-1 0-1,0-1 0,0 1 1,0-1-1,5-7 0,3-3 2,11-8 47,1 2 1,1 1-1,29-18 0,-43 31-61,0-1 0,1 2 0,0 0 0,0 0 0,0 1 0,1 1 0,-1 0 0,1 0 0,0 2 0,16-1 0,-27 2-10,0 0-1,0 0 1,0 0 0,0 1 0,0-1-1,0 1 1,0 0 0,0-1 0,0 1-1,0 0 1,0 0 0,-1 0 0,1 0 0,0 1-1,-1-1 1,1 0 0,-1 1 0,1-1-1,-1 1 1,0-1 0,1 1 0,-1 0 0,0-1-1,0 1 1,0 0 0,0 0 0,-1 0-1,1 0 1,-1 0 0,1 0 0,-1 0-1,1 2 1,1 9 18,-1 1 0,0-1 0,-2 27 0,1-17-29,-1-31 342,0 3-316,0 0 1,1 0 0,0 0-1,0-1 1,0 1 0,1 0-1,-1 0 1,1 0-1,0 0 1,1 0 0,-1 0-1,1 0 1,0 0 0,5-8-1,1 3-16,1 0-1,-1 1 1,2 0-1,-1 0 1,1 1 0,0 1-1,16-9 1,-21 13-4,0 0 0,0 0 0,1 1 0,-1 0 0,1 0 0,0 0 0,0 0 0,0 1 0,-1 0 0,1 1 0,0-1 0,0 1 0,0 0 0,0 0 0,0 1 0,0 0 0,0 0 0,7 2 0,-9 0-1,0 0 0,0-1-1,0 1 1,0 1-1,0-1 1,-1 0-1,1 1 1,-1 0-1,0 0 1,0 0 0,0 0-1,-1 0 1,0 1-1,1-1 1,-1 1-1,-1 0 1,2 6-1,2 3-7,-2-1 0,0 1 0,-1 0 0,1 28-1,-2-38-122,-1-1-1,0 0 0,-1 1 1,1-1-1,-1 1 0,1-1 1,-1 1-1,0-1 0,0 0 1,-1 0-1,1 1 0,0-1 1,-1 0-1,0 0 0,0 0 1,-4 5-1,-20 7-3993,-10-9-3486,12-6-5834</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2:54.810"/>
    </inkml:context>
    <inkml:brush xml:id="br0">
      <inkml:brushProperty name="width" value="0.05" units="cm"/>
      <inkml:brushProperty name="height" value="0.05" units="cm"/>
      <inkml:brushProperty name="color" value="#E71224"/>
    </inkml:brush>
  </inkml:definitions>
  <inkml:trace contextRef="#ctx0" brushRef="#br0">1 1 16087,'0'0'0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2:56.216"/>
    </inkml:context>
    <inkml:brush xml:id="br0">
      <inkml:brushProperty name="width" value="0.05" units="cm"/>
      <inkml:brushProperty name="height" value="0.05" units="cm"/>
      <inkml:brushProperty name="color" value="#E71224"/>
    </inkml:brush>
  </inkml:definitions>
  <inkml:trace contextRef="#ctx0" brushRef="#br0">2 289 15079,'0'0'7494,"25"-2"-6795,80 0-37,-103 2-644,0 0 0,0 0 0,0 0 0,0 1 0,0-1 0,0 0 0,0 1 0,0 0 0,0-1 0,-1 1 0,1 0 0,0 0 0,0 0 0,-1 0 0,1 0 0,0 1 0,-1-1 0,1 0 1,-1 1-1,0-1 0,1 1 0,-1-1 0,0 1 0,0 0 0,0 0 0,0-1 0,0 1 0,0 0 0,-1 0 0,1 0 0,-1 0 0,1 0 0,-1 0 0,0 0 0,1 2 0,1 6 53,6 27 45,-2 0-1,-1 0 1,0 56-1,-4-50-24,2 0-1,11 52 1,0-45 401,2-1 0,32 66 0,-26-65 218,29 94 1,-47-127-596,-1 0 1,2 32-1,-4-44-101,-1-1-1,0 0 0,0 0 0,0 0 0,-1 0 1,1 0-1,-1 0 0,0 0 0,0 0 0,0 0 1,-1 0-1,0 0 0,1 0 0,-1-1 1,-1 1-1,1-1 0,-6 7 0,1-5 4,-1 0-1,0-1 1,0 1-1,0-2 1,-1 1 0,0-1-1,1-1 1,-1 1-1,0-2 1,-13 2-1,-17 1-7,-41-2 0,68-2-22,-8 0-1,12 0 13,-1 1 0,0-2 0,1 1-1,-1-1 1,1 0 0,-11-4 0,17 5-8,-1-2 1,1 1-1,0 0 1,0 0-1,0-1 1,0 1-1,0-1 1,0 1-1,0-1 1,0 0 0,1 0-1,-1 0 1,1 0-1,-1 0 1,1 0-1,0 0 1,0-1-1,0 1 1,0 0-1,0-1 1,0 1-1,1-1 1,-1 1 0,1 0-1,0-1 1,-1-2-1,1-5-17,0 1 0,0-1 0,1 1 0,0-1 0,1 1 0,0 0 0,1-1 0,0 1 0,0 0 0,0 0 0,1 1 0,7-11 0,8-11-75,1 2 1,25-28-1,-32 41 77,276-301-373,-214 245 219,3 4 0,98-66 0,-167 127 166,1 0 0,-1 1 0,1 0 0,0 0 0,0 1 0,0 1 0,1 0 0,-1 0 0,1 1 0,0 0 0,0 0 0,-1 2 0,15-1 0,-24 0 45,-1 0 1,-1-1-1,1 1 1,0 0 0,0-1-1,0 1 1,-1 0-1,1-1 1,0 1-1,-1 0 1,0-1-1,1 1 1,-1 0 0,0 0-1,1 0 1,-1 0-1,0 0 1,-1-2-1,-8-1-15,0 1 0,-1 0 0,1 1 0,0 0 0,-1 0 0,1 1 0,-1 0 0,0 1 0,1 0 0,-1 1 0,1 0 0,-1 1 0,1 0 0,-13 4 0,14-1-21,0-1 1,0 1 0,0 1-1,1 0 1,-1 0-1,2 0 1,-1 1-1,1 0 1,0 1-1,0 0 1,1 0 0,0 0-1,-7 13 1,7-9-8,0 0-1,0 0 1,1 1 0,1 0 0,0 0 0,1 0-1,0 0 1,1 1 0,0 21 0,2-33 0,0-1 0,0 1 0,0-1 1,1 0-1,-1 0 0,1 1 0,-1-1 0,1 0 1,-1 0-1,1 1 0,0-1 0,-1 0 1,1 0-1,0 0 0,0 0 0,0 0 0,0 0 1,0 0-1,0 0 0,0 0 0,0-1 0,0 1 1,0 0-1,1-1 0,-1 1 0,0-1 1,0 1-1,1-1 0,-1 1 0,0-1 0,1 0 1,-1 0-1,0 0 0,1 0 0,-1 0 0,0 0 1,3 0-1,1 0 10,0-1 0,0 1 0,1-1 0,-1 0 0,0 0 1,0-1-1,0 0 0,-1 1 0,7-4 0,2-6 20,-1 1 1,-1-1-1,0-1 0,0 0 1,-1-1-1,-1 0 1,0 0-1,0-1 0,9-21 1,-9 18 20,2 56-19,-10-32-21,0-1 0,1 1 0,0 0 0,0-1 0,1 1 0,0-1 0,0 0 0,1 0 1,-1 0-1,1 0 0,1 0 0,5 6 0,-5-8 0,0-1 0,0 0 0,0 1 0,1-2 0,-1 1 0,1 0 0,0-1 0,-1 0 0,1-1 0,0 1 0,0-1 0,0 0 0,0-1 0,11 1 0,-9-1 0,1 0 1,0-1-1,-1 0 0,1 0 0,-1-1 1,1 0-1,-1 0 0,0-1 0,0 0 1,0-1-1,0 1 0,0-2 0,13-9 1,-9 4 12,-1 0 1,-1 0-1,0-2 0,0 1 1,-1-1-1,-1-1 1,11-19-1,-3 1 60,-1-1-1,-2-1 0,-1 0 0,-2-1 0,-1 0 0,-2-1 0,-1 0 1,-2 0-1,-1 0 0,-2-1 0,-4-40 0,3 75-50,0 0 0,0 0-1,0 0 1,0 0 0,-1 0 0,1 0 0,0 0-1,-1 1 1,1-1 0,0 0 0,-1 0-1,1 0 1,-1 1 0,1-1 0,-1 0-1,0 0 1,1 1 0,-1-1 0,1 1-1,-1-1 1,0 0 0,0 1 0,1-1 0,-1 1-1,0 0 1,0-1 0,0 1 0,0 0-1,0-1 1,1 1 0,-1 0 0,0 0-1,0 0 1,0 0 0,0 0 0,0 0 0,0 0-1,0 0 1,0 0 0,0 0 0,1 0-1,-1 1 1,-1-1 0,-1 1-6,0 0 0,0 0 0,0 0 0,0 1 1,1-1-1,-1 1 0,0-1 0,1 1 0,-1 0 0,1 0 0,0 0 1,-3 3-1,-5 11-9,1 0-1,0 0 1,1 1 0,1 0 0,1 0 0,0 1 0,1 0-1,-2 19 1,-2 17 1,-2 79 0,11-129-9,-3 28-13,2 1 0,2 0-1,1-1 1,11 58 0,-11-84-19,-1 1 1,1 0-1,0 0 0,1-1 1,0 1-1,0-1 1,0 0-1,1 0 1,0 0-1,0-1 0,0 1 1,1-1-1,0 0 1,0 0-1,0 0 0,1-1 1,-1 0-1,1 0 1,0 0-1,0-1 1,1 0-1,-1 0 0,1-1 1,-1 1-1,1-1 1,0-1-1,0 1 1,11 0-1,-12-2 17,1 1 0,-1-1 1,0 0-1,0 0 0,0-1 0,1 0 0,-1 0 0,0 0 1,0-1-1,0 0 0,-1 0 0,9-4 0,-6 0 20,0 0-1,-1 0 1,1 0-1,-1-1 0,-1 0 1,1 0-1,5-10 1,2 0 20,-1 0 0,-1-1 0,-1-1 0,0 0 0,-2 0 0,0-1 0,10-34 0,-21 78 128,1 49 0,1-17-145,-2-26-10,0-19-6,1 0 1,1 0 0,0 0 0,1 1 0,0-1-1,3 15 1,-3-25-4,0 0 0,0 0 0,0 0 0,1 0-1,-1 0 1,0 0 0,0 0 0,1 0 0,-1 0 0,1-1 0,-1 1-1,1 0 1,-1-1 0,1 1 0,-1-1 0,1 0 0,0 0 0,-1 1-1,1-1 1,-1 0 0,1 0 0,0 0 0,-1-1 0,1 1 0,-1 0-1,3-1 1,45-13-3,-33 4 13,0-1 0,-1-1-1,-1 0 1,0-1 0,0-1 0,-1 0-1,18-26 1,-12 15 105,40-37 0,-60 93-46,-3-6-109,0 3 66,0 0 1,2 0 0,2 33-1,12-39-161,-12-22 146,0 0-1,1 1 1,-1-1-1,0 0 1,0 1-1,0-1 1,0 0-1,1 1 1,-1-1-1,0 0 1,0 0-1,1 1 1,-1-1-1,0 0 1,0 0-1,1 1 0,-1-1 1,0 0-1,1 0 1,-1 0-1,0 0 1,1 1-1,-1-1 1,0 0-1,1 0 1,-1 0-1,0 0 1,1 0-1,-1 0 1,0 0-1,1 0 1,-1 0-1,0 0 1,1 0-1,-1 0 1,1 0-1,-1 0 0,0 0 1,1-1-1,-1 1 1,0 0-1,1 0 1,-1 0-1,0 0 1,0-1-1,1 1 1,-1 0-1,0 0 1,1-1-1,-1 1 1,0 0-1,0 0 1,0-1-1,1 1 1,-1 0-1,0-1 1,0 1-1,0 0 0,0-1 1,0 1-1,1 0 1,-1-1-1,7-25 38,1 1 0,1 0 0,22-40-1,-26 57-27,0 0 0,0 0-1,0 0 1,1 1 0,1-1 0,-1 1-1,1 1 1,0 0 0,1 0-1,-1 0 1,1 1 0,0 0-1,1 0 1,9-4 0,-14 8 1,-1 0 0,1 0 1,0 0-1,0 0 0,-1 1 0,1-1 1,0 1-1,0 0 0,0 0 0,-1 0 1,1 1-1,0-1 0,0 1 1,-1 0-1,1 0 0,0 0 0,-1 1 1,1-1-1,-1 1 0,0 0 0,1 0 1,-1 0-1,0 0 0,5 5 1,2 5-54,1 0 1,-2 0-1,1 1 1,12 25-1,8 10-279,-29-47 324,-1-1-1,1 0 1,-1 1 0,0-1-1,1 0 1,-1 1-1,1-1 1,-1 0-1,1 0 1,-1 1-1,1-1 1,0 0 0,-1 0-1,1 0 1,-1 0-1,1 0 1,-1 0-1,1 0 1,-1 0-1,1 0 1,0 0 0,-1 0-1,1 0 1,-1 0-1,1 0 1,-1 0-1,1-1 1,-1 1-1,1 0 1,-1 0 0,1-1-1,-1 1 1,1 0-1,-1-1 1,1 1-1,-1 0 1,1-1-1,-1 1 1,0-1 0,1 1-1,-1 0 1,1-2-1,16-22 86,-15 21-91,11-16 83,1 1 1,0 0 0,1 1-1,1 0 1,34-26-1,-47 41-64,-1 0 0,1 1 0,0 0 1,0-1-1,0 1 0,0 0 0,0 1 0,0-1 0,0 0 0,0 1 0,0-1 0,0 1 0,0 0 0,1 0 0,-1 1 0,0-1 0,0 1 0,0-1 0,0 1 0,0 0 1,0 0-1,0 0 0,0 0 0,-1 1 0,1-1 0,0 1 0,-1 0 0,1 0 0,-1 0 0,1 0 0,-1 0 0,3 4 0,7 7-25,0 1-1,-1 0 1,-1 1 0,11 20-1,-17-29 33,-4-5-24,7 9-127,0 1 0,-1-1 0,-1 1 0,0 1 1,0-1-1,-1 1 0,0 0 0,-1 0 0,-1 0 1,2 13-1,-4-24-6,-1 0 1,1-1-1,-1 1 1,1 0-1,-1-1 1,1 1-1,-1-1 1,1 1-1,-1-1 1,1 1-1,-1-1 1,0 1-1,1-1 1,-1 0-1,0 1 0,1-1 1,-1 0-1,0 0 1,1 1-1,-1-1 1,0 0-1,0 0 1,1 0-1,-1 0 1,0 0-1,0 0 1,1 0-1,-1 0 1,0 0-1,-1-1 1,-27-3-3137,-1-14-795,-1-12-2134</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2:56.576"/>
    </inkml:context>
    <inkml:brush xml:id="br0">
      <inkml:brushProperty name="width" value="0.05" units="cm"/>
      <inkml:brushProperty name="height" value="0.05" units="cm"/>
      <inkml:brushProperty name="color" value="#E71224"/>
    </inkml:brush>
  </inkml:definitions>
  <inkml:trace contextRef="#ctx0" brushRef="#br0">583 57 17304,'0'0'6083,"-31"-56"-16264</inkml:trace>
  <inkml:trace contextRef="#ctx0" brushRef="#br0" timeOffset="1">0 271 17592,'0'0'9909,"135"12"-9445,-57-17-416,-6-6-48,-2 1-464,-3 3-1105,-2 5-1424,-10 0-1522,-14 2-5137</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2:57.384"/>
    </inkml:context>
    <inkml:brush xml:id="br0">
      <inkml:brushProperty name="width" value="0.05" units="cm"/>
      <inkml:brushProperty name="height" value="0.05" units="cm"/>
      <inkml:brushProperty name="color" value="#E71224"/>
    </inkml:brush>
  </inkml:definitions>
  <inkml:trace contextRef="#ctx0" brushRef="#br0">0 96 17864,'0'0'6296,"36"3"-5557,4 2-567,1 0-8,0-2-1,0-2 1,69-6 0,187-44 122,-272 39-248,-24 10-33,-1 0 0,0 0 0,1-1 0,-1 1 0,0 0-1,1-1 1,-1 1 0,0 0 0,1-1 0,-1 1 0,0-1 0,0 1 0,1 0 0,-1-1 0,0 1 0,0-1 0,0 1 0,0-1 0,1 1 0,-1-1-1,0 1 1,0 0 0,0-1 0,0 1 0,0-1 0,0 1 0,0-1 0,-2-1 0,1 0 0,0 0 1,-1 1-1,1-1 0,-1 1 0,0-1 0,1 1 1,-1 0-1,0-1 0,0 1 0,0 0 0,0 0 0,0 0 1,0 1-1,0-1 0,0 0 0,-3 0 0,-11-3-1,0 1-1,0 0 0,-1 1 0,-30 0 0,44 2 16,-1 1 0,1 0 0,-1 1 0,1-1-1,0 1 1,0-1 0,0 1 0,0 0 0,0 0-1,0 0 1,0 1 0,0-1 0,1 0 0,-1 1-1,1 0 1,0 0 0,0 0 0,0 0 0,0 0-1,1 0 1,-1 0 0,1 1 0,-2 3 0,-6 15 115,1 0 1,-6 27 0,12-43-102,-15 69-305,4 1 0,2 0-1,0 148 1,11-221 59,0-1-1,0 0 1,0 1 0,0-1-1,0 0 1,0 1-1,1-1 1,-1 0 0,1 1-1,-1-1 1,1 0-1,0 0 1,0 0-1,0 0 1,0 0 0,1 0-1,-1 0 1,2 2-1,0-2-97,-1-1-1,1 0 1,0 0-1,0 0 0,0 0 1,0 0-1,0 0 1,0-1-1,0 1 0,0-1 1,0 0-1,0 0 1,4-1-1,-2 2-343,1-2 1,-1 1-1,1-1 0,-1 1 1,1-2-1,-1 1 0,1-1 0,-1 1 1,8-5-1,20-13-4475</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2:58.352"/>
    </inkml:context>
    <inkml:brush xml:id="br0">
      <inkml:brushProperty name="width" value="0.05" units="cm"/>
      <inkml:brushProperty name="height" value="0.05" units="cm"/>
      <inkml:brushProperty name="color" value="#E71224"/>
    </inkml:brush>
  </inkml:definitions>
  <inkml:trace contextRef="#ctx0" brushRef="#br0">1 159 8244,'0'0'10108,"11"0"-8984,-3 0-959,-1 0 1,0-1 0,0 0-1,1 0 1,-1 0-1,0-1 1,0 0 0,0-1-1,-1 1 1,1-1 0,-1-1-1,1 1 1,-1-1 0,0 0-1,0-1 1,-1 1 0,1-1-1,-1 0 1,0 0 0,0-1-1,4-6 1,-6 7 159,1-1 0,-1 0 1,0 0-1,0 0 0,0 0 0,-1 0 1,0-1-1,0 1 0,-1-1 1,0 1-1,1-13 0,-33 56-314,22-23-74,1 1 1,1 0-1,0 1 1,1 0-1,1 0 1,1 0-1,0 1 1,1 0-1,0-1 1,2 1 0,1 34-1,0-50-38,14-6 69,46-29 264,-45 24-206,0 1 1,1 0-1,0 1 0,0 1 0,1 1 0,0 0 0,0 1 0,0 0 0,34-3 0,-43 8-31,1-1-6,0 1 0,0 0 0,0 0 0,0 1 0,0 0 0,11 3 0,-17-3 15,-1 1-1,1-1 1,-1 0-1,1 1 1,-1-1-1,0 1 0,1 0 1,-1 0-1,0 0 1,0 0-1,0 0 0,-1 0 1,1 1-1,-1-1 1,1 1-1,-1-1 0,1 1 1,-1-1-1,0 1 1,0 0-1,-1-1 0,1 1 1,0 4-1,1 8 1,0 0-1,-2 0 1,0 17 0,-1-6 51,1-26 145,2-38 504,0 32-689,0 1 1,0-1-1,1 1 1,0-1-1,0 1 1,0 0-1,0 0 1,1 0-1,0 1 1,0-1-1,1 1 1,-1 0-1,1 0 1,0 1-1,0-1 1,9-4-1,-2 1-6,1 0-1,0 1 1,0 0-1,0 1 1,0 1-1,18-4 1,-24 7-8,0 0 0,0 0 1,0 0-1,1 1 0,-1 0 0,0 1 1,9 1-1,-13-1-1,0 0 0,0 0-1,-1 0 1,1 0 0,0 1 0,-1-1 0,1 1 0,-1 0 0,0 0 0,1 0 0,-1 0 0,0 0-1,0 0 1,0 1 0,-1-1 0,1 1 0,0-1 0,1 6 0,5 12-37,-8-17 24,1 0-1,0 1 0,0-1 0,1 0 0,-1 0 0,0 0 1,1 0-1,0 0 0,0 0 0,0-1 0,0 1 1,4 4-1,-5-7 19,0 0 0,0 0 0,0 0 0,0 0 0,0 0 0,0 0 0,0 0 0,0-1 1,0 1-1,0 0 0,0 0 0,0-1 0,0 1 0,-1-1 0,1 1 0,0-1 0,0 1 0,0-1 0,-1 1 1,1-1-1,0 0 0,0-1 0,19-19 79,-15 15-96,13-15 25,35-35 42,-48 52-40,0 0 1,0 0 0,0 0-1,0 1 1,1 0 0,-1 0-1,1 0 1,0 0 0,8-1-1,-12 4-12,0-1 0,0 1 1,0 1-1,0-1 0,0 0 0,0 0 0,0 1 0,0-1 0,0 1 0,0 0 1,0-1-1,-1 1 0,1 0 0,0 0 0,-1 0 0,1 0 0,0 1 1,-1-1-1,1 0 0,-1 1 0,0-1 0,1 1 0,-1-1 0,0 1 0,1 2 1,29 53 39,-20-35-42,-7-13 18,21 28-52,-24-36 32,0 0 0,0-1 1,0 1-1,0 0 0,0 0 0,0 0 0,0-1 1,0 1-1,1-1 0,-1 1 0,0-1 0,1 1 1,-1-1-1,0 0 0,1 1 0,-1-1 1,0 0-1,1 0 0,-1 0 0,0 0 0,1-1 1,-1 1-1,1 0 0,-1 0 0,0-1 0,0 1 1,1-1-1,-1 1 0,2-2 0,8-5 33,0-1 0,-1 0 0,1-1-1,-2 0 1,13-15 0,32-28 17,-53 52-44,0-1 0,0 1 0,0-1 0,0 1-1,1 0 1,-1-1 0,0 1 0,0 0-1,1 0 1,-1 0 0,0 0 0,0 0 0,1 0-1,-1 0 1,0 1 0,0-1 0,1 0-1,-1 1 1,0-1 0,0 0 0,0 1 0,0 0-1,0-1 1,1 1 0,-1 0 0,0-1 0,0 1-1,-1 0 1,1 0 0,0 0 0,0 0-1,0 0 1,-1 0 0,1 0 0,0 0 0,0 2-1,27 46-7,-26-43 16,14 42 14,3 7-2212,-19-54 1934,1 0 1,-1 0-1,1 0 1,0 0 0,-1 0-1,1 0 1,0-1-1,0 1 1,0 0-1,-1-1 1,1 1-1,0 0 1,0-1-1,0 1 1,0-1-1,0 1 1,2-1 0,12 2-5508,0-2-1387</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2:58.680"/>
    </inkml:context>
    <inkml:brush xml:id="br0">
      <inkml:brushProperty name="width" value="0.05" units="cm"/>
      <inkml:brushProperty name="height" value="0.05" units="cm"/>
      <inkml:brushProperty name="color" value="#E71224"/>
    </inkml:brush>
  </inkml:definitions>
  <inkml:trace contextRef="#ctx0" brushRef="#br0">60 19 18136,'0'0'8756,"0"-19"-10917,0 43-1248,3 3-1169,-3 11-5283</inkml:trace>
  <inkml:trace contextRef="#ctx0" brushRef="#br0" timeOffset="1">6 438 13494,'0'0'11141,"-5"38"-11141,7-38-1184,6-7-1970,5-10-2256</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2:59.055"/>
    </inkml:context>
    <inkml:brush xml:id="br0">
      <inkml:brushProperty name="width" value="0.05" units="cm"/>
      <inkml:brushProperty name="height" value="0.05" units="cm"/>
      <inkml:brushProperty name="color" value="#E71224"/>
    </inkml:brush>
  </inkml:definitions>
  <inkml:trace contextRef="#ctx0" brushRef="#br0">0 212 15719,'176'-139'4306,"-163"129"-1761,13-1 513,8-1-2002,5 0-239,2 3-225,3 2-464,-5 0-128,-3 5-32,-5 2-480,-5 0-657,0 0-1440,0 0-2353,0-3-4483</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3:00.274"/>
    </inkml:context>
    <inkml:brush xml:id="br0">
      <inkml:brushProperty name="width" value="0.05" units="cm"/>
      <inkml:brushProperty name="height" value="0.05" units="cm"/>
      <inkml:brushProperty name="color" value="#E71224"/>
    </inkml:brush>
  </inkml:definitions>
  <inkml:trace contextRef="#ctx0" brushRef="#br0">28 35 13702,'0'0'11045,"-4"-8"-10055,-8-17-575,12 25-411,0-1 0,0 1 0,0 0 0,0 0 0,0 0 0,-1 0 0,1 0 0,0 0 1,0 0-1,0 0 0,0 0 0,0-1 0,-1 1 0,1 0 0,0 0 0,0 0 0,0 0 0,0 0 0,0 0 0,-1 0 0,1 0 0,0 0 0,0 0 0,0 0 1,0 0-1,0 0 0,-1 0 0,1 0 0,0 0 0,0 0 0,0 1 0,0-1 0,0 0 0,-1 0 0,1 0 0,0 0 0,0 0 0,0 0 0,0 0 0,0 0 1,0 0-1,0 1 0,-1-1 0,1 0 0,0 0 0,0 0 0,0 0 0,0 0 0,0 0 0,0 1 0,0-1 0,0 0 0,0 0 0,0 0 0,0 0 0,0 1 1,0-1-1,0 0 0,0 0 0,0 0 0,0 0 0,0 0 0,0 1 0,0-1 0,-2 58 247,3-30-196,-3 49 237,-1-38-221,3 0 1,1 0 0,9 50-1,-9-84-74,0 0 0,0-1-1,1 1 1,-1-1-1,1 1 1,1-1 0,-1 0-1,0 1 1,1-1-1,6 6 1,-8-8 3,1-1 0,-1 0-1,1 1 1,0-1 0,-1 0-1,1 0 1,0 0 0,0 0 0,0-1-1,0 1 1,0 0 0,0-1 0,0 1-1,0-1 1,0 0 0,0 0-1,0 1 1,0-1 0,0-1 0,0 1-1,0 0 1,0 0 0,0-1 0,0 1-1,0-1 1,0 0 0,0 1-1,3-3 1,3-2 32,0-1-1,0 1 1,-1-1-1,0 0 1,0-1-1,0 0 1,8-11-1,41-63 40,-39 55-23,-17 25-48,1-1-1,0 1 1,-1 0 0,1-1 0,0 1-1,0-1 1,0 1 0,0 0-1,0 0 1,0 0 0,0 0-1,0-1 1,0 1 0,1 1 0,-1-1-1,0 0 1,1 0 0,-1 0-1,0 1 1,1-1 0,-1 1 0,3-1-1,-3 2-14,1 1-1,-1-1 1,0 1-1,0-1 1,0 1 0,0 0-1,0 0 1,0-1-1,-1 1 1,1 0-1,-1 0 1,1 0-1,-1 3 1,8 19 22,-2-6-7,1 0-1,0-1 1,2 0 0,0-1 0,12 18-1,-17-29-1,-1-1 0,1 1-1,0-1 1,1 1 0,-1-1-1,1 0 1,-1-1 0,1 1-1,0-1 1,1 0 0,-1 0-1,0-1 1,1 1 0,0-1-1,-1 0 1,1-1 0,0 1-1,0-1 1,10 0 0,-12-1 11,0-1 0,0 0 0,-1 0 0,1-1 0,-1 1 0,1-1 0,-1 0 0,1 0 0,-1 0 0,0 0 0,0 0 0,0-1 0,0 1 0,-1-1 0,1 0 0,-1 0 0,1 0 0,-1 0 0,0 0 0,0-1 0,0 1-1,2-7 1,2-3 44,0-1 0,-1 0-1,-1 0 1,5-25-1,0-57 517,-8 89-515,-1 0-1,0 0 0,-1-1 1,0 1-1,0 0 0,0 0 0,-1 0 1,0 0-1,0 0 0,-6-12 1,7 18-60,1 0 0,0 1 0,-1-1 0,0 0 0,1 0 0,-1 0 0,1 0 1,-1 1-1,0-1 0,0 0 0,1 1 0,-1-1 0,0 1 0,0-1 0,0 0 1,0 1-1,0 0 0,0-1 0,0 1 0,0 0 0,1-1 0,-3 1 0,2 0-46,1 1 0,-1-1 0,0 1 0,1-1 0,-1 1 0,0-1 0,1 1 1,-1 0-1,1-1 0,0 1 0,-1 0 0,1-1 0,-1 1 0,1 0 0,0-1 0,-1 1 0,1 0 0,0 0 0,0 0 0,0-1 0,0 2 0,-4 51-3163,4-48 2800,0 2-397,-1 1 1,1-1-1,0 0 1,1 1-1,0-1 1,0 0-1,0 0 1,1 0-1,0 0 1,0 0-1,1 0 1,0 0-1,0-1 1,1 1-1,0-1 1,6 8-1,27 18-8590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3:00.602"/>
    </inkml:context>
    <inkml:brush xml:id="br0">
      <inkml:brushProperty name="width" value="0.05" units="cm"/>
      <inkml:brushProperty name="height" value="0.05" units="cm"/>
      <inkml:brushProperty name="color" value="#E71224"/>
    </inkml:brush>
  </inkml:definitions>
  <inkml:trace contextRef="#ctx0" brushRef="#br0">1 0 11109,'0'0'14940,"3"15"-13603,-5 71-187,0-12-1901,6-26-3322,-4-48 3892,0 0 0,1 1 0,-1-1 0,0 0 0,0 1 0,0-1 0,0 0-1,0 0 1,0 1 0,0-1 0,1 0 0,-1 0 0,0 1 0,0-1 0,0 0 0,1 0 0,-1 0-1,0 1 1,0-1 0,1 0 0,-1 0 0,0 0 0,0 0 0,1 1 0,-1-1 0,0 0 0,0 0 0,1 0-1,-1 0 1,0 0 0,1 0 0,-1 0 0,0 0 0,0 0 0,1 0 0,-1 0 0,0 0 0,1 0 0,0 0-672,7 0-5932</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3:01.617"/>
    </inkml:context>
    <inkml:brush xml:id="br0">
      <inkml:brushProperty name="width" value="0.05" units="cm"/>
      <inkml:brushProperty name="height" value="0.05" units="cm"/>
      <inkml:brushProperty name="color" value="#E71224"/>
    </inkml:brush>
  </inkml:definitions>
  <inkml:trace contextRef="#ctx0" brushRef="#br0">40 48 3586,'0'0'16869,"1"-8"-16691,-1 7-171,0-1-1,0 1 0,0-1 1,0 1-1,0-1 0,0 1 0,0-1 1,1 1-1,-1 0 0,1-1 0,-1 1 1,1 0-1,-1-1 0,1 1 0,0 0 1,0-1-1,0 1 0,-1 0 0,1 0 1,0 0-1,1 0 0,-1 0 1,0 0-1,0 0 0,0 0 0,2 0 1,4-1 37,-1 1 0,1 0 0,0 0 0,0 1 1,13 0-1,-20 0-44,5 0 44,-1 0 0,1 0 0,-1 0 0,1 0 0,-1 1 0,1 0 0,-1 0 0,1 0-1,-1 1 1,0-1 0,0 1 0,0 0 0,0 0 0,0 1 0,5 3 0,-6-3-13,-1 0 0,1 1 0,-1-1 0,0 1-1,0 0 1,0 0 0,0-1 0,-1 1 0,1 0 0,-1 1 0,0-1 0,0 0 0,-1 0 0,1 0 0,-1 0 0,0 1 0,-1 3 0,1 0 29,-1-1 0,0 1 0,0-1 1,-1 1-1,1-1 0,-2 1 0,1-1 1,-1 0-1,0 0 0,-1-1 0,0 1 1,0-1-1,-8 11 0,-7 4 232,0-2 0,-34 28 0,32-29 812,-37 38 0,58-56-1094,0 0 0,0 0 0,1 0 0,-1 0 0,0 0 0,0 0 0,0 0 0,0 0 0,0 0 0,0 0 0,0 0 0,1 0 0,-1 0 0,0 0 0,0 0 0,0-1 0,0 1 0,0 0 0,0 0 0,1 1 0,-1-1 0,0 0 0,0 0 0,0 0 0,0 0 0,0 0 0,0 0 0,1 0 0,-1 0 0,0 0 0,0 0 0,0 0 0,0 0 0,0 0 0,0 0 0,0 0 0,0 0 0,1 1 0,-1-1 0,0 0 0,0 0 0,0 0 0,0 0 0,0 0 0,0 0 0,0 0 0,0 1 0,0-1 0,0 0 0,0 0 0,0 0 0,0 0 0,0 0 0,0 0 0,0 1 0,0-1 0,0 0 0,0 0 0,0 0 0,0 0 0,0 0 0,0 1 0,4-2 3,44 3 37,1-3 0,-1-3 0,0-1 1,0-2-1,55-16 0,-69 16-3233,0 6-4647,-16 1 928</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3:02.088"/>
    </inkml:context>
    <inkml:brush xml:id="br0">
      <inkml:brushProperty name="width" value="0.05" units="cm"/>
      <inkml:brushProperty name="height" value="0.05" units="cm"/>
      <inkml:brushProperty name="color" value="#E71224"/>
    </inkml:brush>
  </inkml:definitions>
  <inkml:trace contextRef="#ctx0" brushRef="#br0">7 91 15143,'0'0'11907,"-3"-3"-11483,2 3-420,1 0 0,0 0 1,0 0-1,0-1 0,-1 1 0,1 0 1,0 0-1,0-1 0,0 1 0,-1 0 1,1 0-1,0-1 0,0 1 0,0 0 1,0-1-1,0 1 0,0 0 0,0 0 1,0-1-1,0 1 0,0 0 0,0-1 0,0 1 1,0 0-1,0-1 0,0 1 0,0 0 1,0 0-1,0-1 0,0 1 0,0 0 1,1-1-1,-1 1 0,0 0 0,0 0 1,0-1-1,0 1 0,1 0 0,-1 0 1,0 0-1,0-1 0,1 1 0,-1 0 1,0 0-1,0 0 0,1 0 0,-1-1 1,0 1-1,26-11 75,47-4-44,-59 12-5,278-43-894,-284 46 378,-3 0-2700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3:02.416"/>
    </inkml:context>
    <inkml:brush xml:id="br0">
      <inkml:brushProperty name="width" value="0.05" units="cm"/>
      <inkml:brushProperty name="height" value="0.05" units="cm"/>
      <inkml:brushProperty name="color" value="#E71224"/>
    </inkml:brush>
  </inkml:definitions>
  <inkml:trace contextRef="#ctx0" brushRef="#br0">44 54 10613,'0'0'14124,"-7"-11"-12788,-22-32-501,28 44-819,0-1-1,1 1 1,-1 0-1,1-1 1,-1 1-1,1 0 1,-1-1-1,1 1 1,-1 0-1,1 0 1,0 0-1,-1-1 0,1 1 1,0 0-1,0 0 1,0 0-1,-1 0 1,1 0-1,0-1 1,0 1-1,0 0 1,1 0-1,-1 0 1,0 0-1,1 1 1,-3 35 91,5 4 44,1 0 1,11 49-1,-1-7-408,-12-73 29,9 42-2339,-10-50 2115,0 0 1,-1 0-1,1 0 0,0 0 0,1 0 0,-1 0 0,0 0 0,1 0 0,-1 0 0,1-1 0,-1 1 0,1-1 0,0 1 0,-1-1 0,1 0 0,0 0 0,0 1 1,0-1-1,0 0 0,4 1 0,19 0-8955</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3:02.916"/>
    </inkml:context>
    <inkml:brush xml:id="br0">
      <inkml:brushProperty name="width" value="0.05" units="cm"/>
      <inkml:brushProperty name="height" value="0.05" units="cm"/>
      <inkml:brushProperty name="color" value="#E71224"/>
    </inkml:brush>
  </inkml:definitions>
  <inkml:trace contextRef="#ctx0" brushRef="#br0">20 0 18232,'0'0'7052,"-3"15"-6612,-5 35-326,2 1 1,3-1 0,5 83 0,-2-131-115,0-1 0,0 1 0,0-1 0,0 0 0,0 1-1,1-1 1,-1 0 0,0 1 0,1-1 0,-1 0 0,1 0 0,-1 1 0,1-1 0,0 0 0,-1 0 0,1 0 0,0 0 0,0 1 0,0-1 0,0-1 0,0 1 0,0 0 0,0 0 0,0 0 0,0 0 0,0-1 0,1 1 0,-1 0 0,0-1 0,0 0 0,1 1 0,-1-1 0,0 1 0,1-1 0,-1 0 0,1 0 0,-1 0-1,0 0 1,1 0 0,-1 0 0,0 0 0,1-1 0,2 0 0,0 0 13,0 0 0,0-1 0,-1 0 0,1 0-1,0 0 1,-1 0 0,1 0 0,-1-1 0,0 0 0,1 1-1,-1-1 1,5-7 0,26-47 77,-22 36-5,0 0-1,17-19 1,-29 40-79,0 0-1,0 0 0,0-1 0,0 1 1,1 0-1,-1 0 0,0 0 1,0 0-1,0 0 0,0-1 1,0 1-1,1 0 0,-1 0 0,0 0 1,0 0-1,0 0 0,1 0 1,-1 0-1,0 0 0,0 0 1,0 0-1,0 0 0,1 0 0,-1 0 1,0 0-1,0 0 0,0 0 1,1 0-1,-1 0 0,0 0 1,0 0-1,0 0 0,1 0 0,-1 0 1,0 0-1,0 0 0,0 0 1,0 1-1,1-1 0,-1 0 1,0 0-1,0 0 0,0 0 0,7 13 42,3 26-143,-7-26 136,0-3-33,0-1 0,0 1 0,1-1 0,0 0 0,0 0-1,1-1 1,1 1 0,6 8 0,-9-14-4,0 0 1,0 0 0,1 0-1,-1 0 1,1-1-1,0 1 1,-1-1-1,1 0 1,0 0-1,0-1 1,1 1-1,-1-1 1,0 0 0,0 0-1,1 0 1,-1-1-1,0 1 1,1-1-1,-1 0 1,9-1-1,-9-1 11,0 1 0,0-1 0,0 1 0,0-1 0,0 0 0,0-1 0,0 1 0,-1-1 0,1 1 0,-1-1 0,0 0 0,1 0 0,-2-1 0,1 1-1,0-1 1,-1 1 0,1-1 0,2-7 0,2-2 89,-1 1-1,0-2 0,-1 1 0,6-24 1,-9 25-20,0-1-1,0 1 1,-1 0 0,-1-1 0,0 1 0,0 0 0,-4-17 0,4 26-92,-1 0 0,0-1 1,1 1-1,-1 0 1,-1 0-1,1 0 0,0 0 1,-1 0-1,1 0 1,-1 1-1,0-1 0,0 0 1,0 1-1,0 0 1,-1-1-1,1 1 0,-1 0 1,1 0-1,-1 0 1,0 0-1,1 1 0,-1-1 1,0 1-1,0 0 0,0 0 1,-1 0-1,1 0 1,0 0-1,0 0 0,0 1 1,-1 0-1,-3 0 1,6 0-120,0 0 0,0 0 0,0 0 1,-1 0-1,1 0 0,0 1 0,0-1 1,0 0-1,0 1 0,0-1 0,0 0 1,0 1-1,0 0 0,1-1 0,-1 1 1,0 0-1,0-1 0,0 1 0,0 0 1,1 0-1,-1-1 0,0 1 1,1 0-1,-1 0 0,1 0 0,-1 0 1,1 0-1,-1 0 0,1 0 0,-1 2 1,-2 35-5250,3-31 4151,0 21-5086</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3:03.275"/>
    </inkml:context>
    <inkml:brush xml:id="br0">
      <inkml:brushProperty name="width" value="0.05" units="cm"/>
      <inkml:brushProperty name="height" value="0.05" units="cm"/>
      <inkml:brushProperty name="color" value="#E71224"/>
    </inkml:brush>
  </inkml:definitions>
  <inkml:trace contextRef="#ctx0" brushRef="#br0">77 0 7988,'0'0'11055,"14"6"-10230,43 23-180,-55-28-625,-1 0 0,0 0 0,1 0 0,-1 0 0,0 0 0,0 1-1,0-1 1,0 0 0,0 1 0,0-1 0,-1 1 0,1-1 0,0 1-1,-1-1 1,1 1 0,-1 0 0,1-1 0,-1 1 0,0 0 0,0-1-1,0 1 1,0 0 0,0-1 0,0 1 0,0 0 0,-1-1 0,1 3-1,-1 5 98,0-4-72,1-1 0,-1 1 0,1 0 0,-2 0 0,1-1 0,0 1 0,-1-1 0,0 1 1,0-1-1,0 1 0,0-1 0,-1 0 0,0 0 0,-5 5 0,-5 5 310,0-1 0,-24 17 0,25-21 16,1 0 0,0 1 0,0 0 0,-11 15 0,22-25-342,0 0-1,0 0 1,-1 1 0,1-1-1,0 0 1,0 1 0,-1-1-1,1 0 1,0 1 0,0-1-1,0 0 1,0 1 0,0-1-1,-1 1 1,1-1 0,0 0-1,0 1 1,0-1 0,0 1-1,0-1 1,0 0 0,0 1-1,0-1 1,1 0 0,-1 1-1,0-1 1,0 1-1,0-1 1,0 0 0,0 1-1,1-1 1,-1 0 0,0 1-1,16 5 555,29-7 6,-36 1-406,25-4-53,-1 0 0,-1-2 0,1-2 0,32-11 0,48-12-233,-110 31-80,-1 0 0,0-1 0,0 1 0,0-1 0,0 0 0,0 0 0,0 0 0,0 0 0,0 0 0,0 0 0,2-2 0,4-15-6828,-3 3-731</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3:03.728"/>
    </inkml:context>
    <inkml:brush xml:id="br0">
      <inkml:brushProperty name="width" value="0.05" units="cm"/>
      <inkml:brushProperty name="height" value="0.05" units="cm"/>
      <inkml:brushProperty name="color" value="#E71224"/>
    </inkml:brush>
  </inkml:definitions>
  <inkml:trace contextRef="#ctx0" brushRef="#br0">0 2 9412,'0'0'12150,"27"-1"-12001,84 2 14,-108-1-147,-1 0 0,1 0 0,0 1 0,-1-1 0,1 1 1,-1 0-1,1 0 0,-1 0 0,0 0 0,1 0 0,-1 0 0,0 0 0,0 1 0,0 0 0,0-1 0,0 1 1,0 0-1,0 0 0,0 0 0,-1 0 0,1 0 0,-1 0 0,0 0 0,1 1 0,-1-1 0,0 0 0,0 1 1,0-1-1,0 6 0,0-3 68,0 1 1,-1-1-1,0 1 0,0 0 1,-1-1-1,1 1 1,-1-1-1,0 1 0,-1-1 1,-1 7-1,-2-3 46,-1 0 1,1 0-1,-1-1 0,-1 0 0,0 0 0,0-1 0,0 0 1,-1 0-1,-11 8 0,10-8 84,0 0 0,0 0 0,1 1 0,0 1 1,1-1-1,0 1 0,-11 17 0,18-26-199,0 1-1,0-1 1,-1 0-1,1 1 0,0-1 1,0 0-1,0 1 1,0-1-1,0 0 1,0 1-1,0-1 1,0 0-1,0 1 1,0-1-1,0 0 1,0 1-1,1-1 1,-1 0-1,0 1 1,0-1-1,0 0 1,0 1-1,0-1 1,1 0-1,-1 0 1,0 1-1,0-1 1,0 0-1,1 0 1,-1 1-1,0-1 1,1 0-1,-1 0 1,0 0-1,0 0 1,1 1-1,-1-1 1,0 0-1,1 0 0,-1 0 1,0 0-1,1 0 1,-1 0-1,0 0 1,1 0-1,-1 0 1,0 0-1,1 0 1,-1 0-1,1 0 1,22 0 199,-16 0-110,14 0-27,0 0 1,0-1 0,1-1 0,-1 0-1,-1-2 1,41-13 0,-36 8-529,-13 5-455,-1 0 0,1-1-1,-1 0 1,0-1 0,10-8 0,-15 7-4107</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3:28.979"/>
    </inkml:context>
    <inkml:brush xml:id="br0">
      <inkml:brushProperty name="width" value="0.05" units="cm"/>
      <inkml:brushProperty name="height" value="0.05" units="cm"/>
      <inkml:brushProperty name="color" value="#E71224"/>
    </inkml:brush>
  </inkml:definitions>
  <inkml:trace contextRef="#ctx0" brushRef="#br0">493 1 12438,'0'0'9039,"0"3"-8586,2 19 1409,-1-19-1830,-1-1-1,0 0 0,0 1 1,0-1-1,-1 0 0,1 1 1,-1-1-1,1 0 0,-1 0 1,0 0-1,-1 4 0,-13 9 58,-1-1 0,0-1 0,-1 0 0,0-1 0,-29 15 0,12-7-38,-275 152 661,308-171-700,-1-1 0,1 1-1,0 0 1,0 0 0,0-1 0,0 1-1,0 0 1,-1 0 0,2 0 0,-1 0 0,0 1-1,0-1 1,0 0 0,0 0 0,1 0-1,-1 1 1,1-1 0,-1 0 0,1 1 0,-1-1-1,1 0 1,0 1 0,-1-1 0,1 1-1,0-1 1,0 1 0,0-1 0,0 0 0,1 1-1,-1-1 1,0 1 0,1-1 0,-1 0-1,1 3 1,1 0 5,-1-1-1,1 1 1,0 0 0,0-1-1,1 1 1,-1-1 0,1 0-1,0 0 1,0 0-1,4 4 1,165 108 307,-108-76-287,68 55-1,-123-88 944,6 9-7999,-15-14 6744,-1 0 0,1-1 0,0 1 0,0 0 0,-1-1 0,1 1 1,0-1-1,-1 1 0,1 0 0,-1-1 0,1 1 0,-1-1 0,1 1 0,-1-1 0,1 0 0,-1 1 1,1-1-1,-1 0 0,0 1 0,1-1 0,-1 0 0,0 1 0,1-1 0,-1 0 0,0 0 1,1 0-1,-1 0 0,0 0 0,1 0 0,-2 0 0,-12 5-6755</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3:29.360"/>
    </inkml:context>
    <inkml:brush xml:id="br0">
      <inkml:brushProperty name="width" value="0.05" units="cm"/>
      <inkml:brushProperty name="height" value="0.05" units="cm"/>
      <inkml:brushProperty name="color" value="#E71224"/>
    </inkml:brush>
  </inkml:definitions>
  <inkml:trace contextRef="#ctx0" brushRef="#br0">19 13 13270,'0'0'10149,"-4"-3"-9538,-10-7-155,30 23-62,36 24 164,34 18-136,-48-28-311,1-3 0,71 33 0,-73-50-1912,-30-7 11,1 0 0,0-1 0,-1 1 0,1-1 0,12-4 0,5-7-8436</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3:30.364"/>
    </inkml:context>
    <inkml:brush xml:id="br0">
      <inkml:brushProperty name="width" value="0.05" units="cm"/>
      <inkml:brushProperty name="height" value="0.05" units="cm"/>
      <inkml:brushProperty name="color" value="#E71224"/>
    </inkml:brush>
  </inkml:definitions>
  <inkml:trace contextRef="#ctx0" brushRef="#br0">261 123 10533,'0'0'9562,"-3"-16"-8533,-11-53-154,13 67-806,0-1 0,0 1-1,0 0 1,-1 0 0,1 0-1,0 0 1,-1 0 0,1 0-1,-1 1 1,0-1 0,1 0-1,-1 1 1,0-1 0,0 1-1,0 0 1,0 0 0,0 0-1,-1 0 1,1 0 0,0 0-1,0 0 1,-1 1 0,1-1-1,0 1 1,-1-1 0,-3 1-1,0 0 1,0 0-1,0 0 0,0 0 1,0 1-1,0 0 1,0 0-1,-8 3 1,8-1-50,-1 1 0,2 0 1,-1 0-1,0 1 1,1-1-1,0 1 0,0 0 1,0 1-1,1-1 1,0 1-1,-6 9 0,-35 72 13,40-77-34,2 1 1,-1 0 0,2-1-1,-1 2 1,1-1 0,1 0-1,0 0 1,1 0 0,2 23-1,-2-33 4,1 1-1,0-1 0,0 0 1,0 1-1,0-1 1,0 0-1,0 0 1,0 0-1,0 0 0,1 0 1,-1 0-1,0 0 1,0 0-1,1-1 0,-1 1 1,1 0-1,-1-1 1,1 1-1,-1-1 0,1 1 1,-1-1-1,1 0 1,-1 0-1,1 0 0,-1 0 1,1 0-1,1 0 1,4 0 8,0 1-1,-1-2 1,1 1 0,0-1 0,9-2 0,-9 0-2,0 0 0,0-1 0,0 0-1,-1 0 1,0-1 0,0 1 0,0-1 0,0-1 0,5-7 0,44-56 91,-53 67-96,30-56 328,-32 57 315,0 20-563,0 15-91,-1-16 20,0 0-1,2 1 0,0-1 1,1 0-1,7 28 0,-7-41-9,0 0 1,0 0-1,0-1 0,0 1 0,1-1 0,0 1 0,0-1 1,0 0-1,1 0 0,-1 0 0,1-1 0,0 1 0,0-1 1,0 0-1,0 0 0,0 0 0,1-1 0,-1 1 0,1-1 0,0 0 1,0 0-1,0-1 0,0 0 0,10 2 0,1-1 34,1 0 0,-1 0 0,1-2 0,-1 0 1,1-1-1,20-4 0,-27 3-53,-1 0 0,1-1 0,-1 0 0,0-1-1,0 0 1,0 0 0,0-1 0,-1 0 0,0 0 0,0-1 0,14-13 0,-14 8-990,-6 6-2809</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3:32.630"/>
    </inkml:context>
    <inkml:brush xml:id="br0">
      <inkml:brushProperty name="width" value="0.05" units="cm"/>
      <inkml:brushProperty name="height" value="0.05" units="cm"/>
      <inkml:brushProperty name="color" value="#E71224"/>
    </inkml:brush>
  </inkml:definitions>
  <inkml:trace contextRef="#ctx0" brushRef="#br0">168 0 15271,'0'0'9468,"-19"10"-9198,12-7-238,0 0 1,0 0-1,0 1 0,0 0 1,1 0-1,-1 1 0,1 0 1,0 0-1,1 0 1,-1 1-1,1 0 0,0 0 1,0 0-1,1 1 0,0-1 1,0 1-1,1 0 1,-1 0-1,2 1 0,-1-1 1,-2 11-1,-10 79 303,4 1 1,3 190-1,8-274-335,1 0 0,0-1 1,1 1-1,1-1 0,0 0 0,1 0 0,0 0 1,0 0-1,2 0 0,0-1 0,0 0 0,10 13 1,-10-17-61,1 0 0,0 0 0,0-1 0,1 0 1,-1-1-1,2 0 0,-1 0 0,1 0 0,0-1 1,0-1-1,0 1 0,1-2 0,-1 1 0,1-1 1,0-1-1,18 3 0,77 4-2572,-94-9 1729,0-1-1,0 1 1,-1-2 0,1 1 0,0-1 0,-1-1-1,18-6 1,7-15-4963</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3:33.298"/>
    </inkml:context>
    <inkml:brush xml:id="br0">
      <inkml:brushProperty name="width" value="0.05" units="cm"/>
      <inkml:brushProperty name="height" value="0.05" units="cm"/>
      <inkml:brushProperty name="color" value="#E71224"/>
    </inkml:brush>
  </inkml:definitions>
  <inkml:trace contextRef="#ctx0" brushRef="#br0">14 314 9444,'0'0'12998,"0"6"-12811,11 145 1102,1 15-241,-12-165-810,0-5 354,-1-15-277,-1 1 0,-1-1 0,-6-18 0,-6-38-193,9-113-40,6 146-50,0 28-34,1 1-1,1-1 1,0 0-1,1 1 1,0-1-1,1 1 1,1 0-1,0 0 1,0 1-1,14-23 1,-16 30-4,0 0-1,1 1 1,0-1 0,0 1 0,0-1-1,0 1 1,0 0 0,1 1 0,0-1-1,0 1 1,0 0 0,0 0 0,0 0-1,0 1 1,1-1 0,0 2 0,-1-1-1,1 0 1,0 1 0,0 0 0,-1 1-1,1-1 1,0 1 0,0 0 0,0 1-1,0-1 1,9 3 0,-12-2-2,-1-1 1,0 1 0,1 0-1,-1 1 1,0-1-1,1 0 1,-1 0 0,0 1-1,0 0 1,0-1-1,0 1 1,0 0 0,-1 0-1,1 0 1,-1 0 0,1 0-1,1 4 1,0 0-22,0 0 1,-1 1-1,1 0 1,-1-1-1,-1 1 0,2 10 1,-1 1-100,-2-1 1,1 1-1,-2-1 0,-5 29 1,2-33 28,-1 0 0,0 0 0,-1 0 0,0 0 0,-1-1 0,-1 0 0,0-1 0,-1 1 0,0-2 0,-18 18 0,-8 12-162,33-37 122,16-2-85,5 0 222,0 1 1,0 0-1,0 2 1,0 0 0,0 2-1,-1 0 1,0 0-1,32 18 1,-43-20 0,0 1 0,0 0-1,0 0 1,-1 0 0,0 1 0,0 0 0,0 0 0,-1 1 0,0-1 0,0 1 0,0 0 0,-1 1 0,0-1 0,-1 1 0,1 0 0,-1 0 0,-1 0 0,0 0 0,0 0 0,-1 0 0,1 1 0,-1 14-1,-1-20 8,-1 0 0,1 0 0,0 0 0,-1 0 0,1-1 0,-1 1 0,0 0-1,0 0 1,0-1 0,-1 1 0,1-1 0,0 1 0,-1-1 0,0 1-1,0-1 1,1 0 0,-1 0 0,-1 0 0,1 0 0,0 0 0,0 0 0,-1-1-1,1 1 1,-1-1 0,1 1 0,-1-1 0,0 0 0,1 0 0,-1 0 0,-4 0-1,-9 3 131,-1-2 0,1 0 1,0-1-1,-21-1 0,24 0-19,6 0-91,0 0 1,0-1 0,0 0-1,0 0 1,0 0 0,0-1-1,1 0 1,-1-1 0,1 0-1,-1 1 1,1-2 0,0 1-1,0-1 1,0 0 0,1 0-1,-1-1 1,1 0 0,-9-10 0,56 12-13097,-7 3 4991</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3:35.532"/>
    </inkml:context>
    <inkml:brush xml:id="br0">
      <inkml:brushProperty name="width" value="0.05" units="cm"/>
      <inkml:brushProperty name="height" value="0.05" units="cm"/>
      <inkml:brushProperty name="color" value="#E71224"/>
    </inkml:brush>
  </inkml:definitions>
  <inkml:trace contextRef="#ctx0" brushRef="#br0">27 376 5186,'0'0'16739,"1"-1"-16462,-2 6-143,-10 64 687,6-41-587,0 0 0,1 32 0,3-48-222,1-1-1,0 0 1,1 0 0,1 1-1,-1-1 1,7 20 0,-6-28-13,0 1 0,0-1 0,0 0 0,1 1 0,-1-1 1,1-1-1,-1 1 0,1 0 0,0 0 0,0-1 0,0 0 0,0 0 1,1 0-1,-1 0 0,1 0 0,-1 0 0,1-1 0,0 0 1,-1 0-1,1 0 0,0 0 0,0-1 0,5 1 0,1 0 15,-1 0-1,1-1 1,-1 0 0,1 0-1,-1-1 1,0-1-1,1 1 1,-1-1 0,0-1-1,0 0 1,0 0-1,8-5 1,-12 5-8,-1 1 0,0-1 0,1 0 0,-1 0 0,0 0 0,-1 0 0,1-1 0,-1 1 0,1-1 0,-1 0 0,0 0 0,-1-1 0,1 1 0,-1 0 0,0-1 0,0 0 0,0 1 0,0-1 0,-1 0 0,0 0-1,0 0 1,0 0 0,0-9 0,-1 11 1,0-1-1,0 1 1,-1 0-1,1-1 1,-1 1-1,1 0 1,-1 0-1,0 0 0,0-1 1,0 1-1,-1 0 1,1 0-1,-1 1 1,0-1-1,0 0 1,0 0-1,-4-3 1,-1 0-2,0 1 0,0 0 0,-1 1 0,0-1 0,-13-4 0,-4 0 27,18 7-13,0-1-1,1 1 1,-1-1 0,1 0-1,0 0 1,-7-6 0,12 9-17,1-1 1,0 0 0,-1 1-1,1-1 1,0 0-1,-1 0 1,1 0-1,0 1 1,0-1-1,-1 0 1,1 0 0,0 0-1,0 1 1,0-1-1,0 0 1,0 0-1,0 0 1,0 0-1,1 1 1,-1-1 0,0 0-1,0 0 1,1 0-1,-1 1 1,0-1-1,1 0 1,-1 1-1,1-1 1,-1 0 0,1 1-1,-1-1 1,1 0-1,-1 1 1,1-1-1,0 1 1,-1-1-1,1 1 1,0-1 0,-1 1-1,1 0 1,0-1-1,1 1 1,34-21-49,-35 20 49,26-10-17,-1 0 0,1 1 1,1 2-1,0 1 0,0 1 1,0 1-1,53-2 0,-79 8 11,0-1 0,-1 0 1,1 1-1,0 0 0,-1-1 0,1 1 0,-1 0 0,1 0 0,-1 0 0,1 0 1,-1 0-1,0 0 0,1 0 0,-1 1 0,0-1 0,0 0 0,0 1 0,0-1 0,0 1 1,0-1-1,0 1 0,-1-1 0,1 1 0,-1 0 0,1-1 0,0 3 0,11 54-9,-10-44 12,0-4-3,0 2-2,1 1 0,-1-1 0,2 0 0,8 19 0,-11-28 8,0 0-1,1-1 1,-1 1-1,1-1 0,0 0 1,0 1-1,0-1 0,0 0 1,0 0-1,0 0 1,1 0-1,-1-1 0,1 1 1,-1-1-1,1 1 0,0-1 1,-1 0-1,1 0 1,0 0-1,0 0 0,0-1 1,0 1-1,-1-1 0,1 0 1,3 1-1,1-1 8,0 0 0,0-1 0,-1 1 0,1-1 0,0-1 0,-1 1 0,1-1 0,-1 0 0,1-1 0,-1 1 0,0-1 0,0-1-1,0 1 1,-1-1 0,1 0 0,-1 0 0,0 0 0,0-1 0,0 0 0,-1 0 0,5-6 0,4-3 201,0 0-1,-1-1 1,-1-1 0,0 0 0,9-18 0,-20 34-208,0 0 0,0 0 0,0-1 0,0 1 0,0 0 0,0 0 0,0 0 0,0 0 0,0 0 1,0-1-1,1 1 0,-1 0 0,0 0 0,0 0 0,0 0 0,0 0 0,0-1 0,1 1 1,-1 0-1,0 0 0,0 0 0,0 0 0,0 0 0,0 0 0,1 0 0,-1 0 0,0 0 0,0 0 1,0 0-1,1 0 0,-1 0 0,0 0 0,0 0 0,0 0 0,0 0 0,1 0 0,-1 0 0,0 0 1,0 0-1,0 0 0,1 0 0,-1 0 0,0 0 0,0 0 0,0 0 0,0 1 0,1-1 1,8 11 127,7 22 27,-14-28-151,9 20-12,-8-17-1,-1-1 0,1 1 0,1 0 0,0-1 0,0 0 0,0 0 0,1 0 0,0-1 0,0 1 0,1-1 0,0 0 0,12 9 0,-16-14 5,0 0-1,0 0 0,0-1 0,1 0 0,-1 1 1,0-1-1,0 0 0,0 0 0,0 0 0,1 0 1,-1 0-1,0-1 0,0 1 0,0-1 0,0 1 1,0-1-1,0 0 0,0 0 0,0 0 1,0 0-1,0 0 0,0 0 0,0 0 0,-1-1 1,3-1-1,44-48 82,-29 29-15,-12 15-112,37-31 348,-43 37-294,0 0-1,0 1 1,0-1 0,0 0-1,0 1 1,1-1 0,-1 1-1,0-1 1,1 1 0,-1-1-1,0 1 1,1 0 0,-1 0-1,0 0 1,1 0-1,-1 0 1,0 0 0,1 0-1,-1 0 1,0 0 0,1 0-1,-1 1 1,0-1 0,1 1-1,-1-1 1,0 1 0,0-1-1,0 1 1,1 0 0,-1 0-1,0 0 1,0-1 0,0 1-1,0 0 1,1 2 0,9 12-21,-7-8 13,0-1 0,0 1 0,1-1 0,0 0 0,0 0 0,0-1 0,1 1 0,0-1 0,0-1 0,0 1 0,1-1 0,12 6 0,-18-10 4,0 0 1,1 0-1,-1 0 1,1 0-1,-1 0 1,0 0-1,1-1 1,-1 1-1,0 0 1,1-1-1,-1 1 1,0-1-1,0 0 1,1 1-1,-1-1 1,0 0-1,0 0 1,0 0-1,0 0 1,0 0-1,1-1 1,22-30 72,-13 16-58,-8 13-13,3-4-4,0 0-1,1 0 0,-1 0 1,1 1-1,14-10 0,-19 15-9,0 0 1,0 0-1,0 0 0,1 0 0,-1 0 0,0 1 0,1-1 1,-1 1-1,0-1 0,1 1 0,-1 0 0,1 0 0,-1 0 0,0 0 1,1 1-1,-1-1 0,0 1 0,1-1 0,-1 1 0,0 0 1,1 0-1,-1 0 0,0 0 0,0 0 0,0 0 0,0 1 0,3 2 1,7 5-159,1-1 1,0 0-1,0-1 1,1-1 0,0 0-1,0-1 1,0 0 0,0-1-1,1-1 1,18 2-1,6-1-452,0-2-1,67-6 0,-99 4 648,-1-1 0,0 0 0,1 0 0,-1-1 1,0 1-1,0-1 0,0-1 0,0 1 0,0-1 0,-1 0 0,1 0 1,-1-1-1,0 0 0,0 0 0,0 0 0,0 0 0,-1-1 0,1 0 0,-1 0 1,-1 0-1,1 0 0,-1-1 0,0 1 0,0-1 0,0 0 0,-1 0 1,0 0-1,0 0 0,0 0 0,-1 0 0,0-1 0,0-7 0,-1 0 222,1 10-110,-1 0 0,0 1 0,0-1 0,0 0 0,-1 1 0,1-1 1,-1 0-1,0 1 0,-2-6 0,2 8-115,0 0 1,0-1 0,0 1 0,-1 0-1,1 0 1,-1 0 0,1 0-1,-1 0 1,1 1 0,-1-1 0,1 0-1,-1 1 1,0-1 0,1 1 0,-1-1-1,0 1 1,1 0 0,-1 0-1,0 0 1,0 0 0,1 0 0,-1 0-1,-3 1 1,-3 0-28,1 1 0,-1 0 0,1 0 0,-1 1 0,1 0 0,0 0 0,0 1 0,0 0 0,0 0 0,1 0 0,-1 1 0,1 0 0,-10 12 0,0-1-28,1 1 0,0 1 1,-19 32-1,30-43 14,0 0 0,1 0 0,0 0 0,0 0 0,1 1 0,0 0 0,0-1 0,1 1 0,0 0 0,0 0 0,1 9 0,0-16-3,0 0 1,0 0-1,0 0 0,1-1 0,-1 1 1,0 0-1,0 0 0,1 0 0,-1 0 1,1 0-1,-1 0 0,1 0 0,-1-1 1,1 1-1,-1 0 0,1 0 0,0-1 0,-1 1 1,1 0-1,0-1 0,-1 1 0,1-1 1,0 1-1,0-1 0,1 1 0,30 6-232,34-13 120,-52 3 129,-1-1-1,1-1 0,-1 0 0,-1-1 0,1 0 0,-1-1 0,0 0 0,0-1 0,-1 0 1,0-1-1,-1-1 0,0 1 0,0-1 0,-1-1 0,13-18 0,-11 12 68,0 0-1,-2-1 1,0 0 0,-1-1-1,0 1 1,-2-2-1,0 1 1,-1-1 0,-1 1-1,2-28 1,-5-156 1757,-5 198-1014,-6 11-657,-5 14-227,3 9 73,2 0-1,2 0 1,0 1-1,2-1 1,1 2-1,2-1 1,1 0-1,1 1 1,6 56-1,-5-81-11,1-1 0,0 1 0,0-1-1,1 0 1,-1 1 0,1-1-1,0 0 1,1 0 0,-1 0 0,1 0-1,0-1 1,0 1 0,1-1-1,-1 0 1,7 6 0,-3-4-19,0 0 1,1-1-1,0 0 1,0 0-1,0-1 0,1 0 1,-1-1-1,15 4 1,4-1-49,1-1 0,-1-1 0,1-1 0,0-2 0,32-2 1,-52 0 79,1 0 0,0 0 1,0-1-1,-1 0 0,1-1 1,-1 0-1,1 0 0,-1 0 1,0-1-1,0-1 0,-1 1 1,1-1-1,-1 0 0,0-1 1,-1 0-1,1 0 1,-1 0-1,0-1 0,-1 0 1,1 0-1,-2-1 0,1 1 1,-1-1-1,0 0 0,0 0 1,-1 0-1,0-1 0,-1 1 1,1-1-1,-2 0 0,1 1 1,-1-1-1,-1-13 1,0 22 9,0-1 1,0 1 0,0-1 0,0 1-1,0-1 1,0 1 0,0-1 0,0 1 0,0-1-1,0 1 1,0-1 0,-1 1 0,1-1 0,0 1-1,0 0 1,-1-1 0,1 1 0,0-1 0,0 1-1,-1 0 1,1-1 0,0 1 0,-1 0 0,1-1-1,-1 1 1,1 0 0,0 0 0,-1-1 0,1 1-1,-1 0 1,1 0 0,-2-1 0,-18 4 20,-15 18-106,29-14 67,1 0 1,0 1-1,0-1 0,1 1 0,0 0 0,1 0 0,-1 0 0,2 0 0,-1 1 0,1-1 1,0 1-1,1 0 0,0-1 0,0 1 0,1 0 0,1 14 0,0-20 2,0 0 0,0 0 0,0 0 0,0 0 0,0 0 0,1 0 0,-1 0 0,1 0-1,0 0 1,0-1 0,0 1 0,0-1 0,0 1 0,1-1 0,-1 0 0,1 0 0,-1 0 0,1 0 0,0 0 0,0-1-1,0 1 1,0-1 0,0 0 0,0 0 0,0 0 0,5 1 0,10 3-20,1-1 1,0 0 0,24 0-1,-1 0-30,0-2 1,0-2-1,83-10 0,-111 7 54,0 0 1,-1-1-1,0-1 0,0 0 0,0 0 1,23-14-1,-29 14 20,1 0-1,-2-1 1,1 0 0,-1 0-1,0 0 1,0-1 0,-1 1-1,0-1 1,0-1 0,0 1-1,-1-1 1,4-9 0,-7 14 5,0 0 1,0 1 0,0-1-1,0 0 1,0 1-1,0-1 1,-1 0 0,0 0-1,1 1 1,-1-1 0,0 0-1,-1 0 1,1 0 0,-1-5-1,0 7-14,0 0 0,0-1 0,0 1 0,0 0 0,0 0 0,0 0 1,0 0-1,0 0 0,0 0 0,-1 0 0,1 0 0,0 0 0,-1 1 0,1-1 0,0 1 0,-1-1 0,1 1 0,-1-1 0,1 1 0,-1 0 0,1 0 0,-1-1 0,1 1 0,-1 0 0,1 0 1,-3 1-1,-6 0-18,-1 0 1,1 0 0,-1 2 0,1-1 0,0 1 0,0 1-1,0-1 1,0 2 0,1-1 0,0 2 0,0-1 0,0 1-1,0 0 1,1 1 0,0 0 0,0 0 0,1 1 0,0 0-1,1 0 1,-11 18 0,16-25 1,0 0 0,0 0 1,0 1-1,0-1 0,1 0 0,-1 1 0,0-1 0,1 1 1,-1-1-1,1 1 0,0-1 0,-1 1 0,1-1 0,0 1 1,0-1-1,0 1 0,0 0 0,0-1 0,0 1 0,1-1 1,-1 1-1,0-1 0,1 1 0,-1-1 0,1 1 0,0-1 1,-1 0-1,1 1 0,0-1 0,0 0 0,0 0 0,0 1 0,0-1 1,0 0-1,0 0 0,0 0 0,1 0 0,-1 0 0,0 0 1,1-1-1,-1 1 0,0 0 0,1-1 0,-1 1 0,1-1 1,-1 1-1,1-1 0,-1 0 0,1 0 0,3 1 0,3-1-34,1 1-1,0-1 0,0-1 0,0 1 0,0-2 0,-1 1 0,1-1 0,10-4 0,-11 3 20,0-1 0,0 0 0,-1 0 0,1-1 0,-1 0 0,0 0 0,0-1 0,-1 1 0,1-2 0,-1 1-1,-1-1 1,1 0 0,-1 0 0,0 0 0,-1-1 0,0 0 0,0 1 0,-1-2 0,0 1 0,0 0 0,3-17 0,0-11 165,-1-2 1,-2 1-1,-4-69 1,1 52 219,0 42-137,0 1 0,-1-1 0,0 0 0,-5-16 0,1 82 507,0 12-630,3 0-1,12 121 1,-8-176-126,0 1 0,1-1 0,0 0-1,0 0 1,2 0 0,9 19 0,-12-27-335,0 1 0,1-1 0,0 1 0,0-1 0,0 0 0,0 0 0,1 0 0,5 4 0,-5-5-599,0 0-1,-1 0 1,1-1 0,0 0-1,0 1 1,0-1-1,0-1 1,0 1 0,0 0-1,7-1 1,12 0-10502</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3:35.897"/>
    </inkml:context>
    <inkml:brush xml:id="br0">
      <inkml:brushProperty name="width" value="0.05" units="cm"/>
      <inkml:brushProperty name="height" value="0.05" units="cm"/>
      <inkml:brushProperty name="color" value="#E71224"/>
    </inkml:brush>
  </inkml:definitions>
  <inkml:trace contextRef="#ctx0" brushRef="#br0">125 2 17848,'0'0'11115,"6"-1"-10875,-3 1-230,0 0 1,-1 0 0,1 0 0,0 1 0,0-1-1,0 1 1,-1-1 0,1 1 0,0 0 0,-1 0-1,1 1 1,-1-1 0,1 0 0,-1 1-1,1-1 1,-1 1 0,2 2 0,4 3 30,-1 0 0,-1 1 0,1-1 0,9 17 0,0 3 61,-2 0 1,16 45 0,-18-34-101,-2 1 0,-2 0-1,-1 0 1,-2 0 0,-2 1 0,-3 58 0,-1-81-140,-1 0 0,0 0 0,-1 0 0,-1-1 1,-1 1-1,0-1 0,-1 0 0,-1-1 0,0 0 0,-1 0 0,-19 27 0,11-21-997,0-1-1,-31 29 1,21-27-2676,-42 31 0,-10-4-7474</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5:15.432"/>
    </inkml:context>
    <inkml:brush xml:id="br0">
      <inkml:brushProperty name="width" value="0.05" units="cm"/>
      <inkml:brushProperty name="height" value="0.05" units="cm"/>
      <inkml:brushProperty name="color" value="#E71224"/>
    </inkml:brush>
  </inkml:definitions>
  <inkml:trace contextRef="#ctx0" brushRef="#br0">22 0 14791,'0'0'6120,"0"4"-5920,-17 259 2388,16-251-2521,-2 113 37,3-124-101,0-1 0,0 0 0,0 0 1,0 0-1,0 0 0,0 1 0,0-1 1,0 0-1,0 0 0,0 0 0,0 1 1,0-1-1,0 0 0,0 0 1,0 0-1,0 1 0,0-1 0,0 0 1,0 0-1,0 0 0,0 0 0,0 1 1,0-1-1,1 0 0,-1 0 0,0 0 1,0 0-1,0 0 0,0 1 1,0-1-1,0 0 0,1 0 0,-1 0 1,0 0-1,0 0 0,0 0 0,0 0 1,1 0-1,-1 0 0,0 0 0,0 1 1,0-1-1,0 0 0,1 0 0,-1 0 1,0 0-1,0 0 0,1 0 1,9-8 145,7-13 70,47-106 112,-64 127-334,0-1 1,0 1 0,0-1 0,0 1-1,0 0 1,0-1 0,0 1-1,1 0 1,-1-1 0,0 1 0,0-1-1,0 1 1,0 0 0,1 0-1,-1-1 1,0 1 0,0 0 0,1-1-1,-1 1 1,0 0 0,0 0-1,1-1 1,-1 1 0,0 0 0,1 0-1,-1 0 1,0-1 0,1 1-1,-1 0 1,1 0 0,-1 0 0,0 0-1,1 0 1,-1 0 0,0 0-1,1 0 1,-1 0 0,1 0 0,-1 0-1,0 0 1,1 0 0,-1 0-1,0 0 1,1 0 0,-1 0 0,1 1-1,-1-1 1,0 0 0,1 0-1,-1 0 1,0 1 0,0-1 0,1 0-1,-1 0 1,0 1 0,1-1-1,-1 0 1,0 1 0,0-1 0,1 1-1,-1-1-1,10 15-8,-1 0 1,-1 1-1,9 23 0,-7-17 25,0 0-1,15 23 0,-22-40-12,1 0 0,0 0 0,-1 0 0,2-1 0,-1 0 0,0 0 0,1 0-1,0 0 1,0 0 0,0-1 0,0 0 0,1 0 0,6 2 0,-8-3 4,0-1 1,0 0-1,0 0 0,0-1 0,0 1 1,1-1-1,-1 0 0,0 0 1,0 0-1,0 0 0,0-1 1,0 0-1,0 0 0,0 0 1,0 0-1,0-1 0,0 1 1,0-1-1,-1 0 0,1 0 0,-1-1 1,1 1-1,-1-1 0,0 1 1,0-1-1,0 0 0,0 0 1,-1 0-1,1-1 0,-1 1 1,0-1-1,3-5 0,1-2 27,-1-1-1,0 0 1,0 0 0,-2 0-1,1-1 1,-2 0-1,0 1 1,0-1 0,0-16-1,-2 26-10,0-12 178,-1-1 1,-3-27 0,2 38-186,1 0-1,0 0 1,-1 0 0,0 1 0,0-1-1,0 1 1,-1-1 0,1 1 0,-1 0 0,0 0-1,0 0 1,-7-6 0,4 40-5730,6 7 2219,0 2-1166</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5:15.800"/>
    </inkml:context>
    <inkml:brush xml:id="br0">
      <inkml:brushProperty name="width" value="0.05" units="cm"/>
      <inkml:brushProperty name="height" value="0.05" units="cm"/>
      <inkml:brushProperty name="color" value="#E71224"/>
    </inkml:brush>
  </inkml:definitions>
  <inkml:trace contextRef="#ctx0" brushRef="#br0">1 1 8004,'0'0'13334,"0"123"-12982,0-78-192,0-3-144,0-5-16,0-2 0,0-7-240,0-7-753,5-7-1071,0-12-1314</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5:16.140"/>
    </inkml:context>
    <inkml:brush xml:id="br0">
      <inkml:brushProperty name="width" value="0.05" units="cm"/>
      <inkml:brushProperty name="height" value="0.05" units="cm"/>
      <inkml:brushProperty name="color" value="#E71224"/>
    </inkml:brush>
  </inkml:definitions>
  <inkml:trace contextRef="#ctx0" brushRef="#br0">1 52 13766,'0'0'5296,"28"-9"-4504,92-29-333,-116 37-440,0 0 0,0 0-1,0 0 1,0 1-1,0-1 1,0 1 0,0 0-1,0 0 1,0 1-1,0-1 1,0 1 0,0 0-1,7 2 1,-9-2-12,0 0 1,0 0-1,0 1 0,0-1 1,0 1-1,0 0 0,0-1 1,0 1-1,-1 0 0,1 0 0,0 0 1,-1 0-1,0 0 0,0 0 1,1 1-1,0 2 0,0 1 8,-1 0 0,0-1 0,0 1 0,0 0 0,-1 0 0,0 0 0,0 0 0,0 0 0,-1 0 0,0 0 0,0-1 0,0 1 0,-5 11 0,0-7 132,0 0-1,-1 0 1,0 0 0,-1-1-1,0 0 1,-1-1 0,0 0-1,0 0 1,-20 12-1,14-9 286,0 1 0,1 0 0,-15 17 0,29-29-423,0 0 0,-1 1 0,1-1 1,0 0-1,0 0 0,-1 0 1,1 1-1,0-1 0,0 0 0,0 0 1,-1 1-1,1-1 0,0 0 0,0 0 1,0 1-1,0-1 0,0 0 0,0 0 1,0 1-1,-1-1 0,1 0 0,0 1 1,0-1-1,0 0 0,0 1 0,0-1 1,0 0-1,0 0 0,1 1 1,-1-1-1,0 0 0,0 1 0,0-1 1,0 0-1,0 0 0,0 1 0,0-1 1,1 0-1,-1 0 0,0 1 0,0-1 1,0 0-1,1 0 0,-1 0 0,0 1 1,0-1-1,0 0 0,1 0 1,-1 0-1,0 0 0,1 1 0,-1-1 1,0 0-1,0 0 0,1 0 0,-1 0 1,0 0-1,1 0 0,-1 0 0,0 0 1,0 0-1,1 0 0,25 0 240,-20 0-204,60-1-519,126-19-1,-107 9-2688,-28 8-2793,-13 3-3609</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5:16.480"/>
    </inkml:context>
    <inkml:brush xml:id="br0">
      <inkml:brushProperty name="width" value="0.05" units="cm"/>
      <inkml:brushProperty name="height" value="0.05" units="cm"/>
      <inkml:brushProperty name="color" value="#E71224"/>
    </inkml:brush>
  </inkml:definitions>
  <inkml:trace contextRef="#ctx0" brushRef="#br0">0 56 17336,'0'0'7779,"190"0"-7698,-123-2-33,-5-5-48,-5 0 0,-10 0-16,-11 2-401,-10 0-639,-11 3-977,-7-3-64,-8-2-976,0-2-2034</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5:16.819"/>
    </inkml:context>
    <inkml:brush xml:id="br0">
      <inkml:brushProperty name="width" value="0.05" units="cm"/>
      <inkml:brushProperty name="height" value="0.05" units="cm"/>
      <inkml:brushProperty name="color" value="#E71224"/>
    </inkml:brush>
  </inkml:definitions>
  <inkml:trace contextRef="#ctx0" brushRef="#br0">24 13 11205,'0'0'12491,"-4"-4"-12029,4 3-455,0 1 0,-1-1 0,1 1-1,0-1 1,-1 1 0,1-1 0,0 1 0,-1-1 0,1 1 0,-1-1 0,1 1 0,0 0 0,-1-1 0,1 1 0,-1 0 0,1 0 0,-1-1 0,1 1-1,-1 0 1,1 0 0,-1-1 0,0 1 0,1 0 0,-1 0 0,1 0 0,-1 0 0,1 0 0,-1 0 0,0 0 0,1 0 0,-1 0 0,0 1 0,-2 19 188,16 53 133,-9-51-219,3 30-367,-3-1-1,-3 90 0,-2-68-3644,2-51-224,6-7-2418</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5:17.190"/>
    </inkml:context>
    <inkml:brush xml:id="br0">
      <inkml:brushProperty name="width" value="0.05" units="cm"/>
      <inkml:brushProperty name="height" value="0.05" units="cm"/>
      <inkml:brushProperty name="color" value="#E71224"/>
    </inkml:brush>
  </inkml:definitions>
  <inkml:trace contextRef="#ctx0" brushRef="#br0">1 0 16776,'0'0'8038,"0"11"-7966,0 254 328,1-264-400,-1 0 0,1 0 0,-1 0-1,1-1 1,0 1 0,-1 0 0,1-1 0,0 1-1,0 0 1,0-1 0,-1 1 0,1-1 0,0 0-1,0 1 1,0-1 0,0 0 0,0 1 0,0-1-1,0 0 1,0 0 0,0 0 0,0 0 0,0 0-1,0 0 1,0 0 0,0 0 0,0 0 0,0 0-1,0 0 1,0-1 0,0 1 0,-1 0 0,1-1-1,2 0 1,38-13 45,-23 1-22,-1-1 0,-1 0 0,0-1 0,14-18 0,24-22 22,-53 54-49,-1 1 1,0-1 0,1 1 0,-1-1 0,1 1-1,0-1 1,-1 1 0,1 0 0,-1-1 0,1 1-1,0 0 1,-1-1 0,1 1 0,-1 0 0,1 0-1,0 0 1,-1-1 0,1 1 0,0 0 0,0 0-1,-1 0 1,1 0 0,0 0 0,-1 1 0,1-1-1,0 0 1,-1 0 0,1 0 0,0 0 0,-1 1-1,1-1 1,-1 0 0,1 1 0,0-1 0,-1 0-1,1 1 1,-1-1 0,1 1 0,-1-1 0,1 1-1,-1-1 1,1 1 0,-1-1 0,0 1 0,1 0-1,-1-1 1,0 1 0,1-1 0,-1 2-1,14 45-44,-8-24 25,-4-17-85,1 0 1,0 0-1,0-1 1,1 1 0,0-1-1,-1 1 1,2-1-1,-1 0 1,1-1-1,-1 1 1,1-1 0,1 0-1,5 4 1,-8-6 89,-1-1 0,1 0 1,-1 0-1,1 0 0,0 0 0,-1 0 1,1 0-1,0-1 0,0 1 1,-1-1-1,1 0 0,0 0 0,0 0 1,0 0-1,0 0 0,-1-1 0,1 1 1,0-1-1,0 0 0,-1 1 0,1-2 1,0 1-1,-1 0 0,1 0 1,-1-1-1,0 1 0,1-1 0,-1 0 1,0 0-1,0 1 0,0-2 0,3-2 1,0-3 109,1 1 1,-1-1-1,-1 0 1,0 0-1,0-1 1,0 1-1,-1-1 1,-1 0-1,1 1 1,-1-1-1,-1-1 1,0 1-1,0 0 1,0 0-1,-2-16 1,0 21-114,1 0 1,-1 0-1,1-1 0,-1 1 1,0 0-1,-1 0 0,1 0 1,-1 0-1,0 0 0,0 0 1,0 1-1,0-1 1,-1 1-1,1-1 0,-1 1 1,0 0-1,0 0 0,0 0 1,0 0-1,-1 1 0,1-1 1,-1 1-1,0 0 0,1 0 1,-1 0-1,0 0 0,0 1 1,0 0-1,0-1 1,-1 2-1,1-1 0,0 0 1,0 1-1,-8 0 0,11 0-115,1 0 0,-1 0 0,0 0 0,1 0 0,-1 1-1,0-1 1,1 0 0,-1 0 0,0 1 0,1-1 0,-1 0 0,1 1 0,-1-1-1,1 0 1,-1 1 0,0-1 0,1 1 0,0-1 0,-1 1 0,1 0 0,-1-1-1,1 1 1,0-1 0,-1 1 0,1 0 0,0-1 0,-1 1 0,1 0-1,0-1 1,0 1 0,0 0 0,0-1 0,0 1 0,0 0 0,0-1 0,0 1-1,0 0 1,0 0 0,-1 22-4725</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5:17.546"/>
    </inkml:context>
    <inkml:brush xml:id="br0">
      <inkml:brushProperty name="width" value="0.05" units="cm"/>
      <inkml:brushProperty name="height" value="0.05" units="cm"/>
      <inkml:brushProperty name="color" value="#E71224"/>
    </inkml:brush>
  </inkml:definitions>
  <inkml:trace contextRef="#ctx0" brushRef="#br0">33 0 12054,'0'0'7832,"15"14"-7607,47 46-116,-61-59-100,0 0 0,0 0 1,0 0-1,0 0 0,0 0 0,0 0 0,0 0 0,-1 0 1,1 1-1,-1-1 0,1 0 0,0 0 0,-1 1 1,0-1-1,1 0 0,-1 1 0,0-1 0,0 1 1,0-1-1,0 0 0,0 1 0,0-1 0,0 0 1,0 1-1,0-1 0,-1 1 0,1-1 0,-1 0 1,1 0-1,-1 1 0,1-1 0,-1 0 0,0 0 1,0 0-1,1 1 0,-1-1 0,0 0 0,0 0 1,0 0-1,0 0 0,0-1 0,0 1 0,-1 0 1,1 0-1,-2 0 0,-3 4 61,-23 18 361,22-19-200,0 1 0,0 0-1,1 0 1,-1 0-1,1 1 1,1 0 0,-1 1-1,1-1 1,-7 12 0,12-17-177,1-1 0,-1 1 1,1 0-1,-1-1 0,1 1 0,-1-1 1,1 1-1,0-1 0,-1 1 1,1-1-1,-1 0 0,1 1 0,0-1 1,-1 0-1,1 1 0,0-1 1,0 0-1,-1 0 0,1 0 0,0 0 1,0 1-1,-1-1 0,1 0 1,0 0-1,0 0 0,-1-1 1,1 1-1,1 0 0,34 0 172,-29 0-84,20 0-306,0-1 1,0-2-1,-1-1 0,1 0 1,-1-2-1,0-2 1,0 0-1,44-21 0,-69 28-44,1 1-1,-1-1 1,0 0-1,0 0 0,1 0 1,-1 0-1,0 0 1,0 0-1,0 0 1,0 0-1,0 0 0,0-1 1,-1 1-1,2-2 1,0-13-6412,-2 2-4463</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5:17.880"/>
    </inkml:context>
    <inkml:brush xml:id="br0">
      <inkml:brushProperty name="width" value="0.05" units="cm"/>
      <inkml:brushProperty name="height" value="0.05" units="cm"/>
      <inkml:brushProperty name="color" value="#E71224"/>
    </inkml:brush>
  </inkml:definitions>
  <inkml:trace contextRef="#ctx0" brushRef="#br0">0 41 15159,'0'0'4888,"23"-8"-4608,75-21-203,-95 28-71,-1 0 0,1 1 1,-1-1-1,1 1 0,-1-1 0,1 1 1,0 0-1,-1 0 0,1 0 0,0 1 1,-1-1-1,1 0 0,-1 1 0,1 0 1,-1 0-1,5 1 0,-6-1 0,1 1 1,0-1-1,-1 0 0,0 1 0,1-1 0,-1 1 1,0-1-1,0 1 0,0-1 0,0 1 0,0 0 0,0 0 1,0-1-1,-1 1 0,1 0 0,0 4 0,0 0 34,0-1 0,-1 1 0,0 0-1,0 0 1,-1 0 0,1-1-1,-1 1 1,0 0 0,-1 0 0,-3 9-1,0-7 68,1-1 0,-1 0 0,-1 0 0,1-1 0,-1 0 0,0 0 0,-1 0 0,-7 6 0,6-7 21,1 1 1,0 0-1,1 1 1,-1-1-1,1 1 1,1 1-1,-7 10 1,11-18-112,1 0 1,0 1-1,0-1 1,0 0 0,0 1-1,-1-1 1,1 1 0,0-1-1,0 0 1,0 1 0,0-1-1,0 1 1,0-1 0,0 0-1,0 1 1,0-1 0,0 0-1,0 1 1,1-1-1,-1 1 1,0-1 0,0 0-1,0 1 1,0-1 0,0 0-1,1 1 1,-1-1 0,0 0-1,0 1 1,1-1 0,-1 0-1,0 0 1,1 1-1,-1-1 1,0 0 0,1 0-1,-1 1 1,0-1 0,1 0-1,-1 0 1,26 5 424,32-7-89,-54 2-337,29-5-77,0-1 0,55-18 1,-43 11-2628,-1 2-3407,-18 6-3530</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5:18.240"/>
    </inkml:context>
    <inkml:brush xml:id="br0">
      <inkml:brushProperty name="width" value="0.05" units="cm"/>
      <inkml:brushProperty name="height" value="0.05" units="cm"/>
      <inkml:brushProperty name="color" value="#E71224"/>
    </inkml:brush>
  </inkml:definitions>
  <inkml:trace contextRef="#ctx0" brushRef="#br0">68 0 9828,'0'0'17352,"-67"0"-16455,101 0-737,12 0-144,16 0-16,3 0 0,-3 0-208,-10 0-737,-8 0-719,-13 2-1762,-13 3-928</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5:18.571"/>
    </inkml:context>
    <inkml:brush xml:id="br0">
      <inkml:brushProperty name="width" value="0.05" units="cm"/>
      <inkml:brushProperty name="height" value="0.05" units="cm"/>
      <inkml:brushProperty name="color" value="#E71224"/>
    </inkml:brush>
  </inkml:definitions>
  <inkml:trace contextRef="#ctx0" brushRef="#br0">1 68 13030,'0'0'11525,"106"-16"-11333,-49 2-144,-2 2-16,-1 5-32,0 0-640,3 3-1025,0 1-1120,3-1-3234</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5:18.950"/>
    </inkml:context>
    <inkml:brush xml:id="br0">
      <inkml:brushProperty name="width" value="0.05" units="cm"/>
      <inkml:brushProperty name="height" value="0.05" units="cm"/>
      <inkml:brushProperty name="color" value="#E71224"/>
    </inkml:brush>
  </inkml:definitions>
  <inkml:trace contextRef="#ctx0" brushRef="#br0">345 58 12438,'0'0'12720,"-18"-12"-12088,4 2-541,0 1-1,-1 1 0,-21-9 0,32 16-80,0 1 0,0 0 0,0 0 0,1 0 0,-1 0 0,0 0 0,0 1 0,0 0 0,0 0 0,1 0 0,-1 0 0,0 0 0,1 1 0,-1 0 0,1 0 0,0 0 0,0 0 0,-1 0 0,1 1 0,1-1 0,-1 1 0,-4 4 0,-5 4 8,-14 10-10,-34 36 1,52-49-13,1 0 0,0 1 1,0 0-1,1 0 0,0 0 1,0 1-1,1 0 0,-5 15 1,10-24-18,-1 1-1,1-1 1,-1 0 0,1 0 0,0 1-1,0-1 1,0 0 0,0 0 0,0 1-1,0-1 1,0 0 0,0 0 0,0 1 0,0-1-1,1 0 1,-1 0 0,1 1 0,-1-1-1,1 0 1,-1 0 0,1 0 0,0 0-1,-1 0 1,1 0 0,1 2 0,0-2 3,0 0 0,0 0 0,0 0-1,1 0 1,-1 0 0,0 0 0,0 0 0,0-1 0,1 1 0,-1-1 0,0 0 0,5 1 0,5-2 0,-1 1 1,1-2-1,-1 0 0,21-5 1,-16 0 30,0 0 1,0-1 0,-1-1 0,0 0 0,0-1-1,-1-1 1,-1 0 0,0-1 0,0-1 0,-1 0-1,18-25 1,-30 82 637,-6 11-461,2-32-176,2 1 0,0 31 0,2-51-14,1-1-1,0 0 1,0 0-1,-1 0 1,2 0-1,-1 0 1,0 0-1,1 0 1,-1-1-1,1 1 1,0 0-1,0-1 1,0 1-1,0-1 1,0 0-1,0 0 1,1 0-1,-1 0 1,1 0-1,0 0 1,-1 0-1,1-1 1,0 0-1,0 1 1,0-1-1,0 0 1,0 0-1,0-1 1,5 1-1,12 3-14,0-2 0,0 0-1,31-2 1,-34 0-10,-1 0-51,0-1 0,-1 0 0,25-7 0,-35 7-98,0 0 0,-1 0-1,1-1 1,-1 1 0,0-1 0,1 0-1,-1-1 1,0 1 0,0-1 0,0 0 0,0 0-1,-1 0 1,1 0 0,-1 0 0,0-1 0,4-5-1,-3-8-3053,-5 6-1857,-6-5-7390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5:25.599"/>
    </inkml:context>
    <inkml:brush xml:id="br0">
      <inkml:brushProperty name="width" value="0.05" units="cm"/>
      <inkml:brushProperty name="height" value="0.05" units="cm"/>
      <inkml:brushProperty name="color" value="#E71224"/>
    </inkml:brush>
  </inkml:definitions>
  <inkml:trace contextRef="#ctx0" brushRef="#br0">743 34 10901,'0'0'7291,"4"-5"-6762,-2 2-380,-1 2-84,1 0 0,-1-1 0,0 1-1,1-1 1,-1 1 0,0-1 0,0 1-1,0-1 1,0 0 0,-1 1 0,1-1 0,0 0-1,0-3 2680,-3 7-2694,-22 25 69,-1-2 0,-2 0 0,-52 36 0,61-47-80,-389 266 327,388-267-366,11-6-2,-1-1 0,1 0 0,-2 0 0,1-1 0,-1-1 0,1 1 0,-1-1 0,0-1 0,-1 0 0,-11 2 0,21-5 125,1-11 8,0-1-141,0 1-1,0-1 1,1 0 0,0 1 0,1-1-1,1 1 1,0 0 0,0-1 0,1 1 0,0 1-1,10-17 1,73-105-99,-132 192 401,30-42-134,-26 41 0,36-51-144,-40 84 254,41-83-248,1 1 0,0 0 1,1 0-1,0 0 0,1 0 0,0 0 1,0 0-1,1 11 0,1-19-18,0 0 0,-1 0 0,1-1 0,0 1 0,0 0 0,0 0 0,1 0 0,-1-1 0,0 1 0,1 0 0,-1-1 0,1 1 0,-1-1 0,1 0-1,0 0 1,0 1 0,0-1 0,-1 0 0,1 0 0,0-1 0,0 1 0,0 0 0,0-1 0,0 1 0,1-1 0,-1 0 0,2 1 0,65 5 77,-22-3-176,59-1-956,-41-11-4897,-46 2 671</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5:27.349"/>
    </inkml:context>
    <inkml:brush xml:id="br0">
      <inkml:brushProperty name="width" value="0.05" units="cm"/>
      <inkml:brushProperty name="height" value="0.05" units="cm"/>
      <inkml:brushProperty name="color" value="#E71224"/>
    </inkml:brush>
  </inkml:definitions>
  <inkml:trace contextRef="#ctx0" brushRef="#br0">17 214 12806,'0'0'3762,"-5"7"-3373,4-5-373,0 0 30,-1 0 0,1 0 0,0 0 0,0 1 0,0-1 0,0 0 0,1 0 0,-1 1 0,0-1 0,0 5 0,2-6-21,-1 0-1,1 1 0,-1-1 0,1 0 1,-1 0-1,1 0 0,0 0 1,0 0-1,-1 0 0,1 0 1,0 0-1,0 0 0,0 0 0,0 0 1,0-1-1,0 1 0,0 0 1,0 0-1,1-1 0,-1 1 1,0-1-1,0 0 0,0 1 1,1-1-1,-1 0 0,0 1 0,0-1 1,1 0-1,1 0 0,9 2 112,-1 0 0,1 0 0,0-1-1,0-1 1,-1 0 0,1-1 0,0 0 0,0 0-1,-1-1 1,1-1 0,-1 0 0,0-1-1,1 0 1,-2-1 0,1 0 0,0 0 0,-1-1-1,16-13 1,-6 4-93,0-1 0,-2-1 0,19-22 0,-31 33 69,-1 0 0,-1-1-1,1 1 1,-1-1 0,0 0 0,-1 0 0,1-1-1,-1 1 1,-1-1 0,0 1 0,0-1-1,0 0 1,0-14 0,-2 21-78,0 0 1,0 0-1,0 0 1,0 1-1,0-1 0,0 0 1,-1 0-1,1 0 1,0 1-1,-1-1 0,1 0 1,-1 1-1,1-1 1,0 0-1,-1 1 0,0-1 1,1 1-1,-1-1 1,1 0-1,-1 1 0,0-1 1,1 1-1,-1 0 1,0-1-1,1 1 0,-1 0 1,0-1-1,-1 1 1,-32-3 221,25 4-247,-1 1 0,1-1 0,-1 2 0,1-1-1,-10 5 1,7 0 8,0 0 0,0 1-1,1 0 1,0 1 0,1 0-1,0 1 1,0 0 0,1 0-1,0 1 1,1 0 0,0 1-1,1 0 1,0 0 0,-9 25-1,7-12-7,1 1 0,1 0 0,1 0 0,1 1 0,2 0 0,-1 47-1,4-69-13,0 1-1,0 0 0,1-1 0,0 1 1,0-1-1,0 1 0,1-1 0,-1 0 0,1 1 1,1-1-1,-1 0 0,1 0 0,0 0 1,0-1-1,0 1 0,1-1 0,-1 0 1,1 0-1,7 6 0,-3-4 3,1-1-1,0 0 1,0 0-1,0-1 1,1 0 0,0-1-1,-1 0 1,1 0-1,20 2 1,-13-2 8,1-1 0,-1-1 0,1 0 0,-1-1 0,0-1 0,1 0 0,-1-2 0,0 0 0,0-1 0,0 0 0,0-2 0,-1 0 0,0-1 0,0 0 0,21-14 0,-8 2-9,-2-1 0,30-27 0,-45 35 4,-1 1-1,0-1 0,-1-1 1,0 0-1,0-1 1,11-23-1,-19 33 1,-1 1 0,1-1-1,-1 1 1,0-1 0,0 0 0,0 1 0,-1-1-1,1 0 1,-1 0 0,0 1 0,0-1 0,-1-4-1,0 7-1,0 1 0,0-1 0,0 0-1,0 1 1,0-1 0,0 0-1,0 1 1,-1 0 0,1-1 0,0 1-1,0-1 1,-1 1 0,1 0 0,0 0-1,0 0 1,-1 0 0,1 0-1,0 0 1,-1 0 0,-1 1 0,-30 3-73,25-2 70,-1 2 1,1-1 0,0 1 0,0 0 0,1 1-1,-1 0 1,1 0 0,0 1 0,0-1 0,-8 10-1,12-12 1,0 1 0,0-1 0,0 1 0,0-1 0,0 1 0,1 0-1,0 0 1,0 0 0,0 0 0,0 1 0,0-1 0,1 0 0,0 1-1,0-1 1,0 1 0,0 0 0,1-1 0,0 1 0,0-1 0,0 1-1,1 0 1,0 4 0,0-8-5,0 0-1,0 0 1,0-1 0,0 1-1,0 0 1,0-1-1,0 1 1,0 0-1,0-1 1,0 1 0,1-1-1,-1 1 1,0-1-1,0 0 1,1 0-1,-1 0 1,0 1 0,0-1-1,2 0 1,34 1 11,-26-1-3,-7 0 6,1 1 0,-1-1 0,0 1 0,1 0 0,-1 0 0,0 1-1,0-1 1,0 1 0,0 0 0,0 0 0,0 1 0,0-1 0,-1 1-1,1 0 1,-1 0 0,0 0 0,0 0 0,0 0 0,0 1-1,0-1 1,-1 1 0,0 0 0,0 0 0,0 0 0,0 0 0,0 0-1,-1 0 1,2 6 0,2 11 43,-1 1-1,-1 0 1,-1 0-1,0 31 1,-2-45-29,-1 168 538,7 141 396,-6-316-951,0 0-1,0 1 1,0-1 0,0 0 0,0 0-1,0 0 1,0 0 0,0 0 0,1 0-1,-1 1 1,0-1 0,1 0 0,-1 0-1,1 0 1,-1 0 0,1 0-1,-1 0 1,1 0 0,0 0 0,-1 0-1,1-1 1,0 1 0,2 1 0,-2-2-47,0-1 1,0 1-1,0-1 1,0 1-1,0-1 1,0 1-1,-1-1 1,1 0-1,0 0 1,0 1-1,0-1 1,-1 0-1,1 0 1,0 0-1,-1 0 1,1 0-1,-1 0 1,1-2-1,27-61-3520,-27 61 3132,14-44-4193,-2-8-2911</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5:27.701"/>
    </inkml:context>
    <inkml:brush xml:id="br0">
      <inkml:brushProperty name="width" value="0.05" units="cm"/>
      <inkml:brushProperty name="height" value="0.05" units="cm"/>
      <inkml:brushProperty name="color" value="#E71224"/>
    </inkml:brush>
  </inkml:definitions>
  <inkml:trace contextRef="#ctx0" brushRef="#br0">1 1 13126,'0'0'8158,"9"15"-7933,6 13-63,-1 0 1,17 51 0,-30-79-139,-1 0 0,0 1 0,0-1 0,0 0 0,0 1 0,0-1 0,0 0 0,0 0 0,0 1 0,1-1 0,-1 0 0,0 0 0,0 1 0,0-1 0,0 0 0,1 0 0,-1 0 0,0 1 1,0-1-1,1 0 0,-1 0 0,0 0 0,0 0 0,1 0 0,-1 0 0,0 1 0,0-1 0,1 0 0,-1 0 0,0 0 0,1 0 0,-1 0 0,0 0 0,1 0 0,-1 0 0,0 0 0,0 0 0,1 0 0,-1 0 0,0-1 0,0 1 0,1 0 0,13-11 688,7-16 11,-8 8-456,-7 7-157,1 1 0,1 1 0,0-1 0,0 1 0,1 0 0,11-9 0,-19 18-107,-1 1 0,1-1-1,0 1 1,0-1-1,0 1 1,0-1 0,0 1-1,-1 0 1,1-1 0,0 1-1,0 0 1,0 0 0,0 0-1,0-1 1,0 1-1,0 0 1,0 0 0,0 0-1,0 1 1,0-1 0,0 0-1,0 0 1,0 0-1,0 1 1,0-1 0,-1 0-1,1 1 1,1 0 0,0 1-1,1 0 0,-1 0 0,-1 0 1,1 0-1,0 0 0,0 1 0,-1-1 1,0 0-1,1 1 0,0 2 0,18 65-472,-19-68 423,3 24-2435,-1 0 0,-2 53 0,-1-52-954,0 17-5342</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5:28.069"/>
    </inkml:context>
    <inkml:brush xml:id="br0">
      <inkml:brushProperty name="width" value="0.05" units="cm"/>
      <inkml:brushProperty name="height" value="0.05" units="cm"/>
      <inkml:brushProperty name="color" value="#E71224"/>
    </inkml:brush>
  </inkml:definitions>
  <inkml:trace contextRef="#ctx0" brushRef="#br0">0 15 15735,'0'0'5523,"23"-14"-10117,3 14-1073</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5:28.563"/>
    </inkml:context>
    <inkml:brush xml:id="br0">
      <inkml:brushProperty name="width" value="0.05" units="cm"/>
      <inkml:brushProperty name="height" value="0.05" units="cm"/>
      <inkml:brushProperty name="color" value="#E71224"/>
    </inkml:brush>
  </inkml:definitions>
  <inkml:trace contextRef="#ctx0" brushRef="#br0">92 331 14407,'0'0'8854,"1"3"-8686,-1 4-116,1 0 0,-1 0-1,0 0 1,0 0 0,-1 0-1,0 0 1,0 0 0,-1 0-1,-3 9 1,-5 37 74,9-39-113,3 42-58,-1-55 43,-1 1 0,1 0 0,-1 0-1,1 0 1,0-1 0,-1 1 0,1 0-1,0-1 1,0 1 0,0 0 0,0-1-1,1 1 1,-1-1 0,0 0 0,1 1-1,-1-1 1,1 0 0,-1 0-1,1 0 1,-1 0 0,1 0 0,0 0-1,-1-1 1,1 1 0,3 0 0,0 1 3,1-1 0,0 0 0,0 0 0,0-1-1,0 1 1,0-1 0,0-1 0,0 1 0,0-1 0,0 0 0,0 0 0,0-1 0,0 0 0,-1 0 0,8-3 0,-10 2 7,1 1-1,-1 0 0,-1-1 1,1 0-1,0 0 1,-1 1-1,1-2 0,-1 1 1,0 0-1,0 0 1,0-1-1,0 1 0,-1-1 1,0 1-1,1-1 1,-1 0-1,0 0 0,-1 1 1,1-1-1,-1 0 1,0 0-1,1 0 1,-2 0-1,1 1 0,-1-5 1,1 4-7,-1 1 0,0 0 0,0-1 0,0 1 0,0 0 0,0 0 0,0 0 0,-1 0 0,1 0 0,-1 0 1,0 0-1,0 1 0,0-1 0,-1 1 0,1-1 0,0 1 0,-5-4 0,-5-2-7,0 1-1,0 1 1,-16-7-1,20 10 21,1 0 0,0 0 0,0 0 0,0-1 0,1 0-1,-1-1 1,1 1 0,0-1 0,0 0 0,0-1 0,-9-11 0,13 13-17,1 0 0,-1 0-1,1 0 1,0-1 0,1 1 0,-1 0 0,1 0 0,-1-1-1,1 1 1,0 0 0,1-1 0,-1 1 0,1 0 0,0 0 0,0-1-1,0 1 1,1 0 0,-1 0 0,1 0 0,0 1 0,0-1-1,0 0 1,1 1 0,5-7 0,6-8-31,2 1-1,0 0 1,23-18 0,-31 28 42,14-12-15,1 1 1,38-23-1,-51 35 29,0 1 0,0 0-1,0 1 1,1 0 0,0 0-1,0 1 1,0 1 0,0 0-1,20-2 1,-28 5 3,-1-1-1,1 1 0,-1-1 1,1 1-1,0 0 0,-1 0 1,1 0-1,-1 1 0,0-1 1,1 1-1,-1-1 1,0 1-1,0 0 0,0-1 1,0 1-1,0 0 0,-1 0 1,1 1-1,0-1 1,-1 0-1,0 0 0,1 1 1,-1-1-1,0 1 0,0-1 1,0 1-1,-1 0 1,1-1-1,-1 1 0,1 2 1,2 14 101,0 0 1,-1 0 0,-1 21-1,-1-36-102,0 38 270,-1 1 0,-3-1 0,-1 1 0,-21 80 0,-15 39-60,7 3-1,7 1 0,-9 289 1,32-229-320,24-234-36,-4-6 130,-1 0 0,-1-1 0,0-1 1,-1-1-1,0 0 0,-2 0 0,0-2 1,-1 1-1,0-1 0,11-36 0,-18 45 6,0 0-1,-1-1 0,0 1 0,-1 0 0,0-1 0,-1 1 0,-2-18 0,2 24-12,-1-1 0,0 0-1,0 1 1,0 0 0,-1-1 0,0 1 0,0 0 0,0 0-1,0 0 1,-1 0 0,1 0 0,-1 0 0,0 1-1,0-1 1,0 1 0,-1 0 0,1 0 0,-8-5-1,-6-1-10,0 1-1,-1 0 1,1 2-1,-1 0 1,-1 0-1,1 2 1,-36-4-1,-138 1 54,153 7-34,39 0-7,-1 1-1,1-1 0,0 0 0,-1 0 0,1 0 0,0 0 0,-1 0 0,1 0 1,-1 0-1,1 0 0,0 0 0,-1 0 0,1 0 0,0 0 0,-1 0 0,1 0 0,-1 0 1,1 0-1,0 0 0,-1 0 0,1 0 0,0 0 0,-1-1 0,1 1 0,0 0 0,-1 0 1,1-1-1,0 1 0,0 0 0,-1 0 0,1-1 0,0 1 0,0 0 0,-1 0 1,1-1-1,0 1 0,0 0 0,0-1 0,-1 1 0,1-1 0,0 1 0,0 0 0,0-1 1,0 1-1,0 0 0,0-1 0,0 1 0,0-1 0,0 1 0,0 0 0,0-1 0,0 1 1,0 0-1,0-1 0,0 1 0,0-1 0,1 1 0,-1-1 0,20-18 24,22-2-87,0 3-1,1 1 0,1 2 1,78-15-1,-52 13-213,9-3-596,52-14-2265,-47 7-2277,-44 10-1027</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5:29.044"/>
    </inkml:context>
    <inkml:brush xml:id="br0">
      <inkml:brushProperty name="width" value="0.05" units="cm"/>
      <inkml:brushProperty name="height" value="0.05" units="cm"/>
      <inkml:brushProperty name="color" value="#E71224"/>
    </inkml:brush>
  </inkml:definitions>
  <inkml:trace contextRef="#ctx0" brushRef="#br0">233 1 18088,'0'0'7041,"-23"4"-6737,8-2-260,7-2-18,0 1 1,1 0 0,-1 0-1,0 1 1,1 0-1,0 0 1,-1 0 0,1 1-1,0 1 1,0-1 0,0 1-1,1 0 1,0 0-1,-1 1 1,1 0 0,1 0-1,-1 1 1,-5 7 0,3-1-4,0 1 0,1 0 1,1 0-1,0 0 1,1 1-1,0 0 1,1 0-1,1 0 1,0 1-1,1-1 0,1 1 1,0-1-1,2 18 1,-1-28-24,0 1 0,0-1 0,1 0 1,0 0-1,0 0 0,0-1 0,0 1 0,1 0 1,-1 0-1,1 0 0,0-1 0,0 1 0,0-1 1,1 0-1,-1 0 0,6 6 0,-2-5 1,0 1 0,-1-1 0,1-1 0,0 1 0,1-1 0,-1 0 0,1 0-1,-1-1 1,9 2 0,13 1 0,1-1 0,-1-1 0,54-1 0,-66-2-4,-7-1-1,-1 0 0,1 0 0,-1 0 0,0-1 0,0-1 0,0 1 0,0-1 0,0 0 0,0-1 0,-1 0 0,0 0-1,0-1 1,0 0 0,0 0 0,-1-1 0,1 1 0,-1-1 0,9-13 0,-8 10 82,0-1 0,-1 0 0,0 0 0,-1 0 0,0-1 0,0 0 0,-2 0 0,1 0 0,-1 0 0,0-1 0,-1 1 0,0-23-1,-2 245 251,0-120-4532</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5:29.400"/>
    </inkml:context>
    <inkml:brush xml:id="br0">
      <inkml:brushProperty name="width" value="0.05" units="cm"/>
      <inkml:brushProperty name="height" value="0.05" units="cm"/>
      <inkml:brushProperty name="color" value="#E71224"/>
    </inkml:brush>
  </inkml:definitions>
  <inkml:trace contextRef="#ctx0" brushRef="#br0">11 22 15911,'0'0'7060,"-10"-21"-8565,28 51-864,-5 5-2770,0 7-6674</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5:30.504"/>
    </inkml:context>
    <inkml:brush xml:id="br0">
      <inkml:brushProperty name="width" value="0.05" units="cm"/>
      <inkml:brushProperty name="height" value="0.05" units="cm"/>
      <inkml:brushProperty name="color" value="#E71224"/>
    </inkml:brush>
  </inkml:definitions>
  <inkml:trace contextRef="#ctx0" brushRef="#br0">1 422 9620,'0'0'10144,"6"-7"-6281,33-41-2671,-32 39-1089,13-14 65,-2 0 0,0-1 0,-2-1 0,-1-1 0,-1 0-1,15-38 1,-28 63-151,-1 0-1,1 0 0,-1 0 1,0 0-1,1 0 0,-1 0 1,0 0-1,0 0 0,1 0 1,-1 0-1,0 0 0,0 0 1,0-1-1,0 1 0,-1 0 1,1 0-1,0 0 0,0 0 1,-1 0-1,1 0 0,0 0 1,-1 0-1,1 0 0,-1 0 1,1 0-1,-1 0 0,0 1 1,1-1-1,-1 0 0,0 0 1,0 0-1,0 1 0,0-2 1,-2 2-5,0-1 1,1 1-1,-1-1 1,0 1-1,1 0 1,-1 0 0,0 0-1,1 0 1,-1 1-1,1-1 1,-1 1-1,0-1 1,-2 2-1,-1 1-9,1-1-1,-1 1 0,1 0 0,0 0 1,0 0-1,0 1 0,0 0 0,1 0 1,-1 0-1,1 0 0,-6 8 1,8-9-32,0 0 1,0 0-1,0 0 1,0 0 0,0 0-1,1 0 1,-1 1-1,1-1 1,0 0-1,0 1 1,0-1 0,1 1-1,-1-1 1,1 1-1,0-1 1,0 1 0,0-1-1,0 1 1,1-1-1,-1 1 1,3 4 0,0-4-20,0 0 1,1-1 0,0 0-1,0 0 1,0 0 0,0 0-1,0-1 1,1 1 0,-1-1-1,1 0 1,-1 0-1,10 1 1,17 10-44,-26-10 89,-1 0-1,1 1 1,0 0 0,-1-1 0,0 1 0,0 1 0,0-1 0,-1 1 0,1-1 0,-1 1 0,0 0-1,0 0 1,-1 0 0,1 1 0,-1-1 0,-1 1 0,3 9 0,-1 5 0,-1 0 0,0 1 0,-3 33 0,0-14 2,1-40 1,0 1-1,0 0 1,0 0-1,0 0 1,0 0-1,0-1 0,0 1 1,0 0-1,0 0 1,1 0-1,-1-1 1,0 1-1,1 0 1,-1 0-1,0-1 0,1 1 1,-1 0-1,1-1 1,-1 1-1,1 0 1,-1-1-1,1 1 0,0-1 1,-1 1-1,1-1 1,0 1-1,-1-1 1,1 0-1,0 1 1,1-1-1,0 1 3,0-1-1,0 0 1,1 0 0,-1 0-1,0 0 1,0 0-1,1 0 1,-1-1 0,0 1-1,0-1 1,3-1 0,3-1 7,0 0 0,0-1 0,0 0 1,-1-1-1,9-5 0,39-38 81,-27 22-63,2 0 0,1 3 1,0 0-1,41-21 0,-68 43 15,0-1 0,1 1 1,-1 0-1,0 0 0,1 1 0,-1-1 0,0 1 0,1 0 1,6 0-1,27-3 147,-37 2-144,0 0 1,0 0-1,-1-1 0,1 1 1,0 0-1,-1-1 1,1 1-1,-1-1 0,0 1 1,1-1-1,-1 1 1,0-1-1,0 1 0,0-1 1,0 1-1,0-1 1,0 1-1,-1-1 0,1 1 1,0 0-1,-1-1 1,1 1-1,-1-1 0,1 1 1,-1 0-1,0-1 1,-1 0-1,-2 0-45,-1 1-1,1 0 1,-1 1-1,1-1 1,-1 1-1,1 0 1,-1 0 0,0 0-1,1 1 1,-1-1-1,1 1 1,-1 0-1,1 1 1,-1-1 0,1 1-1,0 0 1,0 0-1,0 0 1,0 0-1,0 1 1,0 0 0,1-1-1,-1 2 1,1-1-1,0 0 1,0 1-1,0-1 1,0 1 0,1 0-1,-1 0 1,1 0-1,0 0 1,0 0-1,1 0 1,-1 1 0,1-1-1,0 0 1,0 1-1,0 0 1,1-1-1,-1 9 1,1-8-10,0 0-1,0 1 1,1-1-1,-1 0 1,1 1-1,0-1 1,1 0-1,-1 0 1,1 0-1,4 9 1,-4-11-13,1 0 0,-1-1 0,1 1 0,-1 0 1,1-1-1,0 0 0,0 1 0,0-1 0,0 0 1,1-1-1,-1 1 0,1 0 0,-1-1 1,1 0-1,-1 0 0,6 1 0,2 1-8,-1-1 0,1-1 0,0 0 0,0 0 0,0-1 0,-1 0 0,1-1 0,0 0 0,0-1 0,-1 0 0,1-1 0,-1 0 0,0 0-1,0-1 1,0-1 0,0 0 0,15-10 0,-11 5 28,-1-1-1,-1 0 0,0-1 0,-1 0 1,0-1-1,-1 0 0,0 0 0,-1-1 1,-1-1-1,0 0 0,6-15 1,38-109 120,-45 119 132,-2-2-1,0 1 1,-1 0-1,1-40 1,-5 59 78,-4 3-288,1 0-1,-1-1 1,1 1 0,0 0 0,-1 0 0,1 1 0,0-1 0,0 1-1,0 0 1,0 0 0,0 0 0,0 0 0,0 0 0,1 0 0,-1 1 0,-2 2-1,-33 48-71,28-32 34,0 0 0,2 1 0,0 0-1,1 0 1,1 1 0,2 0 0,0 0 0,1 0-1,1 0 1,1 0 0,5 46 0,-3-64-12,0-1 0,0 1 0,0 0 0,0-1 0,1 0 0,0 1 0,0-1 1,0 0-1,1 0 0,-1 0 0,1 0 0,0 0 0,0-1 0,0 1 0,0-1 0,1 0 1,-1 0-1,1 0 0,0 0 0,0-1 0,0 1 0,0-1 0,1 0 0,-1-1 0,0 1 0,1-1 1,-1 1-1,6-1 0,-1 1-8,-1-1 1,0 0 0,1 0-1,-1-1 1,1 0-1,-1-1 1,0 0-1,1 0 1,-1-1 0,0 0-1,0 0 1,0-1-1,0 0 1,0 0-1,7-6 1,-2 1 22,0-2-1,-1 1 1,0-2-1,-1 0 1,14-16-1,-20 21 0,0 0 0,-1 0 0,0 0 0,0-1 0,-1 0 0,0 1 0,0-1 0,-1 0 0,1 0 0,-1-1 0,-1 1 0,0 0 0,1-10 0,-2 16 1,-1 0-1,0-1 1,1 1 0,-1 0 0,0 0-1,0 0 1,0 0 0,0 0 0,0 0-1,0 0 1,0 0 0,0 0 0,0 0-1,0 0 1,-1 1 0,1-1 0,0 1-1,0-1 1,-1 1 0,1-1 0,-1 1-1,1-1 1,0 1 0,-1 0 0,1 0-1,-1 0 1,1 0 0,0 0 0,-1 0-1,1 0 1,-1 1 0,0-1 0,-4 0-3,0 1 0,0-1 0,0 1 0,1 0 0,-1 0 0,0 1 0,-7 2 0,8 0-1,-1 0-1,1 1 1,0 0 0,0-1-1,1 2 1,0-1-1,-1 0 1,2 1 0,-1 0-1,1 0 1,0 0-1,0 0 1,0 0 0,1 1-1,-2 7 1,1-5-5,1 0-1,0 1 1,1-1 0,0 1 0,0-1-1,1 1 1,0 0 0,1-1-1,0 1 1,3 14 0,-2-21 4,-1 0 0,1 0 1,0 0-1,0 0 0,0 0 0,0 0 1,1 0-1,-1 0 0,1-1 0,0 1 1,0-1-1,-1 0 0,1 0 0,1 0 1,-1 0-1,0-1 0,0 1 0,1-1 0,-1 0 1,1 0-1,-1 0 0,7 1 0,9 1 4,0-1 0,-1-1 0,20 0 0,-30-1-4,16 1-264,0-1 0,-1-2 0,1 0 0,-1-1 0,0-1-1,0-1 1,34-13 0,-38 5-983,-13 3-1382,-12 0-3846,-11 1-1950</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2:29.275"/>
    </inkml:context>
    <inkml:brush xml:id="br0">
      <inkml:brushProperty name="width" value="0.05" units="cm"/>
      <inkml:brushProperty name="height" value="0.05" units="cm"/>
      <inkml:brushProperty name="color" value="#E71224"/>
    </inkml:brush>
  </inkml:definitions>
  <inkml:trace contextRef="#ctx0" brushRef="#br0">1 578 10485,'0'0'2318,"0"34"-525,0 137-208,1-296 116,0 66 2094,1 55-3695,0 1 1,0-1 0,0 0 0,0 1 0,1-1-1,-1 1 1,1 0 0,0 0 0,0 0 0,0 0-1,0 1 1,0-1 0,1 1 0,-1 0 0,6-3-1,-1 0-34,105-71-76,2 6 0,4 5 0,126-49 0,-210 100-14,1 1 1,0 1 0,0 3-1,1 0 1,0 3 0,1 1-1,50 0 1,-87 5 183,-1 0-156,0-1 0,0 1 1,0 0-1,1-1 0,-1 1 0,0 0 1,0 0-1,0-1 0,0 1 0,0 0 1,0-1-1,0 1 0,0 0 0,0-1 1,0 1-1,0 0 0,0-1 0,0 1 1,0 0-1,0 0 0,0-1 0,0 1 1,0 0-1,0-1 0,0 1 0,-1 0 1,1 0-1,0-1 0,0 1 0,0 0 1,-1-1-1,1 1 0,0 0 0,0 0 1,0 0-1,-1-1 0,1 1 0,0 0 1,0 0-1,-1 0 0,-11-11 1,-25-5-26,0 1-1,-1 2 1,-1 1 0,-62-10 0,45 10 60,46 8-42,10 0-9,19-3-26,31-3-18,140 2 94,-179 8-39,-8 0 0,0 0 0,0 1 1,1-1-1,-1 1 0,0-1 0,0 1 1,1 0-1,-1 0 0,0 0 0,0 1 1,0-1-1,0 1 0,-1 0 0,1 0 1,0 0-1,-1 0 0,1 0 0,-1 0 1,3 3-1,-2 0 1,1 1 0,-1-1 0,0 1 0,0-1 0,-1 1 1,0 0-1,0 0 0,0 0 0,1 10 0,-1-2-3,-1 0 0,0 0 0,-1 0 0,0 0 1,-1 0-1,-1 0 0,0 0 0,-8 23 0,-13 13-254,2-6-1991,12-13-3187</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2:31.181"/>
    </inkml:context>
    <inkml:brush xml:id="br0">
      <inkml:brushProperty name="width" value="0.05" units="cm"/>
      <inkml:brushProperty name="height" value="0.05" units="cm"/>
      <inkml:brushProperty name="color" value="#E71224"/>
    </inkml:brush>
  </inkml:definitions>
  <inkml:trace contextRef="#ctx0" brushRef="#br0">220 147 12438,'0'0'6651,"-2"0"-6327,1 1 1,0-1-1,0 0 1,0 0-1,-1 1 1,1-1-1,0 0 1,0 0-1,-1 0 1,1-1-1,0 1 1,0 0-1,0 0 0,-1 0 1,-1-2-1,-5-11-231,0-2 0,0 1-1,1-1 1,1 0 0,0 0 0,-6-31-1,9 34-7,0 99-320,3-49 257,0-1 0,-3 1 0,-1-1 0,-2 0 0,-1 0 0,-2 0 0,-17 42 0,13-43 42,8-21-54,0-1-1,-1 1 1,0-1-1,-1 0 1,-1-1 0,-13 19-1,20-32-6,1 0 1,0 0-1,0 0 0,0 0 0,-1 0 0,1 1 1,0-1-1,0 0 0,-1 0 0,1 0 1,0 0-1,0 0 0,-1 0 0,1 0 0,0 0 1,-1 0-1,1 0 0,0 0 0,0 0 1,-1 0-1,1 0 0,0 0 0,0 0 0,-1-1 1,1 1-1,0 0 0,0 0 0,0 0 1,-1 0-1,1 0 0,0-1 0,0 1 0,0 0 1,-1 0-1,1 0 0,0 0 0,0-1 1,0 1-1,0 0 0,0 0 0,-1-1 0,1 1 1,0 0-1,0 0 0,0-1 0,0 1 1,0 0-1,0 0 0,0-1 0,0 1 0,0 0 1,0 0-1,0-1 0,0 1 0,0 0 1,0 0-1,0-1 0,0 1 0,0 0 1,0 0-1,1-1 0,-1 1 0,0 0 0,0-1 1,0-25 38,0 22-43,0-4-11,0 0 0,1-1 0,0 1 0,0 0-1,1 0 1,0 0 0,0 0 0,1 0 0,4-9 0,-5 14 8,0 0-1,0 0 1,0 0-1,0 0 1,0 1-1,1-1 1,-1 0-1,1 1 1,0 0 0,0 0-1,0 0 1,0 0-1,0 0 1,0 1-1,1-1 1,-1 1-1,0 0 1,1 0 0,-1 0-1,1 0 1,-1 0-1,1 1 1,0 0-1,3 0 1,4 1-4,0 1 1,-1 0-1,0 1 0,1 0 1,-1 1-1,0 0 1,0 0-1,-1 1 1,1 0-1,-1 1 0,0 0 1,-1 1-1,13 11 1,-12-10-62,0 0 1,1-1 0,0 0 0,0 0 0,0-1 0,1 0 0,0-1 0,0-1 0,1 1 0,-1-2 0,22 5 0,-28-8 26,0 1-1,0-1 1,0 0 0,1-1 0,-1 1-1,0-1 1,0 0 0,0 0 0,0-1 0,0 1-1,0-1 1,0 0 0,0 0 0,-1-1 0,9-5-1,-6 1 20,0 0 0,0-1-1,-1 1 1,0-1 0,0 0 0,-1-1-1,7-14 1,-7 10 16,0 1-1,0-2 1,3-17 0,6-17 252,-4 83-29,-7-18-218,1 0 0,1-1 0,0 0 0,1 0 0,1-1 0,0 1 0,1-1 0,0-1 0,2 0 0,0 0 0,0 0 0,14 12 0,-21-23-1,1-1 1,0 1 0,-1-1 0,1 0 0,0 0 0,1 0 0,-1 0 0,0-1 0,1 0 0,-1 1 0,0-2 0,1 1 0,-1 0 0,1-1 0,0 0 0,-1 0 0,1 0 0,-1-1 0,1 0-1,-1 0 1,1 0 0,-1 0 0,0 0 0,0-1 0,1 0 0,-1 0 0,0 0 0,0 0 0,-1-1 0,1 0 0,-1 1 0,1-1 0,-1-1 0,0 1 0,0 0 0,0-1 0,0 0 0,4-7-1,-2 0 10,0 0-1,0 0 0,-1-1 1,-1 0-1,0 1 0,0-1 1,-1 0-1,-1 0 0,0-1 1,-1-21-1,0 30-2,-1 0 1,1 0-1,-1-1 1,0 1-1,0 0 1,0 0-1,-1 0 0,1 0 1,-1 1-1,0-1 1,0 0-1,0 1 1,-1-1-1,1 1 1,-1 0-1,0-1 0,0 2 1,0-1-1,0 0 1,0 0-1,-1 1 1,1 0-1,-1 0 1,0 0-1,-3-2 1,-4 0 23,0-1 1,-1 2-1,1 0 1,-1 0-1,1 1 1,-1 0-1,-23 0 1,31 2-25,1 0 0,-1 1 0,1-1 0,0 1 0,-1-1 0,1 1 0,0 0 0,0 0 0,-1 0 0,1 1 0,0-1 0,0 1 0,0 0 0,1 0 0,-1 0 0,0 0 0,1 0 0,-1 1 0,1-1 0,0 1 0,0-1 0,0 1-1,0 0 1,0 0 0,0 0 0,-1 5 0,-1 2-4,1 0-1,1 0 0,0 0 0,0 0 1,1 0-1,0 0 0,1 20 0,1-27-1,-1 0-1,1 0 1,0 0 0,0-1-1,0 1 1,0 0-1,0 0 1,0-1-1,1 1 1,-1-1-1,1 1 1,0-1-1,0 0 1,0 0-1,0 1 1,0-1-1,0-1 1,1 1-1,-1 0 1,0-1-1,1 1 1,0-1 0,-1 1-1,1-1 1,0 0-1,0 0 1,-1-1-1,1 1 1,4 0-1,10 2-16,1 0 0,0-2 0,27 0 0,-38-1 12,9 0-18,1-2 1,-1 0-1,1 0 0,-1-2 1,0 0-1,0-1 0,-1 0 0,1-2 1,-1 1-1,0-2 0,-1 0 1,0-1-1,0 0 0,21-20 1,-24 19 24,-1 0 0,0-1 0,-1 0 0,0 0 0,-1-1 0,0 0 0,-1-1 1,0 0-1,-1 0 0,-1 0 0,0-1 0,0 0 0,-1 0 0,-1 0 0,-1 0 1,0 0-1,0-17 0,-2 30 107,8 20-185,4 5 86,1-1-1,1 0 1,2-1-1,0-1 1,0 0 0,31 27-1,-37-37 18,-5-5-12,0 0 1,0 0 0,-1 0 0,0 0 0,4 10 0,-7-14-10,0-1 0,0 1 1,0 0-1,-1 0 0,1-1 0,-1 1 1,1 0-1,-1 0 0,0 0 1,1 0-1,-1 0 0,0-1 1,0 1-1,0 0 0,-1 0 1,1 0-1,0 0 0,-1 0 1,1-1-1,-1 1 0,0 0 0,0 0 1,0-1-1,1 1 0,-1 0 1,-1-1-1,1 1 0,-1 1 1,-14 8 20,1-1 0,-1-1 1,-1 0-1,-26 9 1,3 0-28,25-14 13,18-13 11,21-17-1,-22 24-27,55-53-119,-13 13-127,66-80 0,-100 108 228,0 1 0,-1-1 1,-1 0-1,0-1 0,-1 0 0,0 0 0,-2-1 0,0 0 1,0 0-1,-1 0 0,1-19 0,-3 42 442,-1 4-421,0 0 1,2 0-1,-1-1 1,1 1-1,5 10 1,2-5 7,1-1 0,0 0 0,25 24 0,-26-29 8,0 1 1,0 0-1,-1 0 1,-1 0-1,0 1 1,0 0-1,9 23 1,-16-32-11,0 0 0,0 0 0,0 0 1,0 0-1,0 0 0,-1 0 0,0 0 0,1 0 0,-1 0 0,0 0 1,-1 0-1,1 0 0,-1 0 0,1 0 0,-1 0 0,0 0 1,0 0-1,0 0 0,0 0 0,-1 0 0,1 0 0,-1-1 1,1 1-1,-1-1 0,0 1 0,0-1 0,0 0 0,-1 0 1,1 0-1,-5 4 0,-5 0-76,0 1 0,-1-2 0,0 0 0,0 0-1,-23 4 1,18-4-245,-6-1-1804,10-3-2442</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2:31.789"/>
    </inkml:context>
    <inkml:brush xml:id="br0">
      <inkml:brushProperty name="width" value="0.05" units="cm"/>
      <inkml:brushProperty name="height" value="0.05" units="cm"/>
      <inkml:brushProperty name="color" value="#E71224"/>
    </inkml:brush>
  </inkml:definitions>
  <inkml:trace contextRef="#ctx0" brushRef="#br0">12 219 12134,'0'0'9897,"-8"0"-9029,8 0-864,0 0-1,0 0 1,0 0 0,0 0 0,0 0-1,0 0 1,0-1 0,0 1-1,0 0 1,0 0 0,0 0-1,0 0 1,0 0 0,0 0-1,0 0 1,0-1 0,0 1 0,0 0-1,0 0 1,0 0 0,0 0-1,0 0 1,0 0 0,0 0-1,0 0 1,0-1 0,0 1-1,0 0 1,0 0 0,0 0 0,0 0-1,0 0 1,0 0 0,0 0-1,0 0 1,-1-1 0,1 1-1,0 0 1,0 0 0,0 0-1,0 0 1,0 0 0,0 0 0,0 0-1,0 0 1,-1 0 0,1 0-1,0 0 1,0 0 0,0 0-1,0 0 1,0 0 0,0 0-1,0 0 1,-1 0 0,1 0 0,0 0-1,0 0 1,0 0 0,0 0-1,0 0 1,64-22 761,-25 10-511,148-57 337,-89 31-820,143-35 0,-251 74 194,-1 0 0,1 0 0,-1 0 0,-10-2-1,15 0 40,-1 0 1,1 1-1,-1 0 0,1 0 0,0 1 0,-1 0 0,1 0 0,0 0 0,0 1 0,0 0 0,0 0 0,0 0 1,0 1-1,-7 4 0,7-2 23,0 0 0,1 0 1,-1 0-1,1 1 0,1 0 0,-1 0 1,1 0-1,0 1 0,0-1 0,1 1 1,0 0-1,0 0 0,1 0 1,0 0-1,0 0 0,-1 10 0,0 12 62,1 0-1,3 58 0,1-26-29,-2 221-2228,0-281 1974,0 1 1,0-1 0,0 1-1,0 0 1,0-1-1,0 1 1,0 0-1,0-1 1,1 1 0,-1-1-1,1 1 1,-1 0-1,1-1 1,0 1 0,-1-1-1,1 0 1,0 1-1,0-1 1,1 2 0,0-2-569,1 0 1,-1 0 0,1-1-1,-1 1 1,1-1-1,0 1 1,-1-1 0,1 0-1,-1 0 1,6-1 0,-8 1 625,20 0-8059</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2:32.820"/>
    </inkml:context>
    <inkml:brush xml:id="br0">
      <inkml:brushProperty name="width" value="0.05" units="cm"/>
      <inkml:brushProperty name="height" value="0.05" units="cm"/>
      <inkml:brushProperty name="color" value="#E71224"/>
    </inkml:brush>
  </inkml:definitions>
  <inkml:trace contextRef="#ctx0" brushRef="#br0">22 180 4434,'0'0'12771,"6"-7"-11733,3-3-768,33-41 1179,-39 47-1320,0-1 0,-1 1 1,1-1-1,-1 0 0,0 0 0,0 0 0,-1 0 0,1 0 0,-1 0 0,0 0 0,0-6 0,-1 7 90,0 0 0,0 1 0,0-1 0,0 1-1,-1-1 1,1 0 0,-1 1 0,-3-7 0,4 9-200,-1 0-1,0 1 1,0-1 0,0 0-1,0 1 1,0-1 0,0 1 0,0-1-1,0 1 1,0-1 0,0 1 0,0 0-1,0-1 1,0 1 0,0 0-1,0 0 1,0 0 0,0 0 0,0 0-1,-1 0 1,1 0 0,0 0 0,0 0-1,0 1 1,0-1 0,0 0 0,0 1-1,0-1 1,0 1 0,0-1-1,0 1 1,0-1 0,0 1 0,-1 1-1,-2 1-20,0 0 0,0 1 0,1-1 0,-1 1 0,1 0 0,0 0 0,0 0 0,0 0 0,1 0 0,0 1 0,-1-1 1,1 1-1,1-1 0,-1 1 0,-1 10 0,-1 1-11,1 0 1,0 0 0,0 28 0,3-33-7,-1-4 1,1 1 1,1 0-1,-1 0 1,1 0-1,0 0 1,3 9-1,-3-15 10,0-1-1,0 1 1,0 0-1,0 0 1,0 0-1,1-1 1,-1 1-1,0 0 0,1-1 1,-1 0-1,1 1 1,0-1-1,-1 0 1,1 1-1,0-1 1,0 0-1,0-1 1,0 1-1,0 0 1,0 0-1,0-1 1,0 1-1,0-1 0,0 0 1,0 1-1,0-1 1,0 0-1,3-1 1,5 0 5,-1 0 1,0-1 0,0-1-1,0 1 1,-1-1-1,1-1 1,0 0 0,-1 0-1,0-1 1,0 1 0,9-9-1,-6 5 1,0 1 0,1 0 0,0 1 1,0 1-1,22-8 0,-26 11 4,1 0 1,-1 0 0,1 1-1,0 1 1,-1-1 0,1 1 0,0 1-1,0-1 1,-1 2 0,1-1-1,9 4 1,-14-4-2,0 1 0,-1-1 0,1 1 1,-1 0-1,0 0 0,0 1 0,0-1 0,0 1 1,0-1-1,0 1 0,-1 0 0,1 0 0,-1 0 0,0 1 1,0-1-1,0 0 0,0 1 0,0-1 0,-1 1 1,0 0-1,1-1 0,-2 1 0,1 0 0,0 0 0,-1 0 1,1 7-1,-1 67 100,0-77-97,0-1 0,0 1 0,0-1 0,0 1 0,0 0 0,0-1 0,-1 1-1,1-1 1,0 1 0,0-1 0,0 1 0,0-1 0,-1 1 0,1 0 0,0-1 0,-1 0-1,1 1 1,0-1 0,-1 1 0,1-1 0,-1 1 0,1-1 0,0 0 0,-1 1 0,1-1 0,-1 0-1,1 1 1,-1-1 0,1 0 0,-1 0 0,1 1 0,-1-1 0,0 0 0,1 0 0,-1 0-1,1 0 1,-1 0 0,1 0 0,-1 0 0,0 0 0,1 0 0,-1 0 0,0 0 0,0-1 5,0 1 0,0-1 0,0 1 1,0-1-1,0 0 0,0 1 0,0-1 1,1 0-1,-1 1 0,0-1 0,0 0 1,1 0-1,-1 0 0,0 0 1,1 1-1,-1-1 0,1 0 0,0 0 1,-1 0-1,1 0 0,0 0 0,-1 0 1,1-1-1,0-1 0,-1-5 8,1 0 0,-1 0 0,2 0 0,-1-1 0,1 1 0,1 0 0,-1 0 0,1 0 0,1 0 0,-1 1 0,1-1 0,1 0 1,0 1-1,0 0 0,0 0 0,1 0 0,-1 1 0,2-1 0,-1 1 0,1 0 0,0 1 0,0-1 0,1 1 0,-1 0 0,12-5 0,-10 5-11,0 0 0,1 1 0,-1 1 1,1-1-1,0 1 0,0 1 0,11-3 0,-17 5-5,-1-1 0,1 1 0,0 0 0,-1-1 0,1 1 0,0 0 0,-1 1 0,1-1 0,0 0 0,-1 1 0,1-1 0,-1 1 0,1 0 0,-1 0 0,1 0 0,-1 0 0,1 1 0,-1-1 0,0 0 0,0 1 0,1 0 0,-1 0-1,-1-1 1,1 1 0,0 0 0,0 0 0,-1 1 0,3 2 0,0 6 6,0 1-1,0-1 1,-1 1-1,-1 0 0,0 0 1,0 0-1,-2 0 1,1 0-1,-2 14 0,1-25 29,0-11 368,2 3-367,0-1-1,0 1 1,0-1 0,1 1-1,0 0 1,1 0 0,-1 0-1,1 1 1,1-1 0,-1 1-1,1 0 1,0 0 0,1 0-1,11-9 1,-15 13-31,1 0-1,-1 0 1,1 0 0,0 0-1,-1 0 1,1 1 0,0-1-1,0 1 1,0 0 0,0-1-1,0 2 1,0-1 0,0 0-1,1 1 1,-1-1 0,0 1-1,0 0 1,1 0 0,-1 0-1,0 0 1,0 1 0,0-1-1,1 1 1,-1 0 0,0 0-1,0 0 1,0 0 0,0 1-1,0-1 1,-1 1 0,1 0-1,0 0 1,-1 0 0,1 0-1,-1 0 1,0 0 0,4 6-1,3 4-6,17 20 18,-25-30-15,0-1 0,0 0 0,0 0 0,1 0 0,-1 0 0,0 0 0,1 0 0,-1 0 0,1 0 0,-1 0 0,1-1 0,-1 1 0,1-1 1,-1 1-1,1-1 0,0 1 0,-1-1 0,1 0 0,2 0 0,0-2 14,-1-1 0,0 0 1,-1 1-1,1-1 0,0 0 0,-1-1 1,1 1-1,-1 0 0,0-1 0,0 1 1,-1-1-1,3-6 0,0 1 11,8-16 16,-8 16 39,-1 1 0,2-1 1,-1 0-1,1 1 1,1 0-1,-1 0 1,1 1-1,1-1 1,12-10-1,-18 17-60,0 1-1,0 0 0,1-1 0,-1 1 0,0 0 1,1 0-1,-1-1 0,0 1 0,1 0 1,-1 1-1,0-1 0,1 0 0,-1 0 1,0 0-1,0 1 0,1-1 0,-1 1 0,0-1 1,0 1-1,1 0 0,-1-1 0,0 1 1,0 0-1,0 0 0,0-1 0,0 1 0,0 0 1,0 0-1,0 0 0,-1 0 0,1 1 1,1 1-1,28 45-103,-24-37 136,3 6-91,0 1-1,0 1 1,6 24 0,-6-9-2515,-1 0-3732,-7-23-1841</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6:43.786"/>
    </inkml:context>
    <inkml:brush xml:id="br0">
      <inkml:brushProperty name="width" value="0.05" units="cm"/>
      <inkml:brushProperty name="height" value="0.05" units="cm"/>
      <inkml:brushProperty name="color" value="#E71224"/>
    </inkml:brush>
  </inkml:definitions>
  <inkml:trace contextRef="#ctx0" brushRef="#br0">77 1 13206,'0'0'9391,"0"14"-8865,-1 59 165,3 176 554,-2-243-1244,1 0 0,0-1-1,0 1 1,0-1-1,0 1 1,1-1 0,0 1-1,0-1 1,0 0-1,1 0 1,0 0 0,0 0-1,0 0 1,1-1-1,-1 0 1,1 1 0,0-1-1,0 0 1,1-1-1,-1 1 1,1-1 0,0 0-1,0 0 1,0 0-1,0-1 1,0 0 0,0 0-1,1 0 1,-1-1-1,1 1 1,-1-1-1,1-1 1,0 1 0,-1-1-1,10 0 1,-11-1 7,-1 0 0,1 0 0,0-1-1,-1 1 1,1-1 0,-1 1 0,1-1 0,-1 0 0,0-1 0,0 1 0,0 0 0,0-1 0,0 0 0,0 0-1,-1 0 1,1 0 0,-1 0 0,0 0 0,0 0 0,3-8 0,4-6 26,-1-1 1,12-34-1,-17 39 87,-1 1-1,1-1 1,-2 1-1,0-1 1,-1-18 784,0 42-876,13 1121 1580,-13-1127-1607,1 9 11,-1-1 0,0 1 0,-1 0 0,0 0 0,-1-1 0,-1 1 1,0-1-1,-1 0 0,-6 15 0,9-27-5,0 0-1,0 0 1,1-1 0,-1 1 0,0-1-1,0 1 1,0 0 0,1-1-1,-1 1 1,0-1 0,0 0-1,0 1 1,0-1 0,0 0-1,0 0 1,0 1 0,0-1 0,0 0-1,0 0 1,0 0 0,0 0-1,0 0 1,0 0 0,0-1-1,-2 1 1,-25-10 227,15 2-199,1-1-1,0 0 1,0-1 0,1 0-1,0 0 1,1-2 0,-18-23 0,4 0-33,-31-62 1,42 72-9,1-1 0,1 1 0,1-2 0,2 1 0,0-1 0,2-1 0,1 1 0,1-1 0,1 0 0,3-55-1,2 72-6,0 0 0,1 0 0,0 0 0,1 1-1,0-1 1,1 1 0,0 0 0,1 0 0,0 1 0,0-1-1,1 1 1,0 1 0,1-1 0,0 1 0,0 0-1,11-7 1,13-9-270,1 1 1,1 2-1,45-21 0,-51 28-729,1 2 0,1 0-1,55-12 1,-25 14-3251,1 7-3398,-41 3-370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6:44.386"/>
    </inkml:context>
    <inkml:brush xml:id="br0">
      <inkml:brushProperty name="width" value="0.05" units="cm"/>
      <inkml:brushProperty name="height" value="0.05" units="cm"/>
      <inkml:brushProperty name="color" value="#E71224"/>
    </inkml:brush>
  </inkml:definitions>
  <inkml:trace contextRef="#ctx0" brushRef="#br0">13 0 15095,'0'0'9903,"-13"0"-9463,321 0-434</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6:45.505"/>
    </inkml:context>
    <inkml:brush xml:id="br0">
      <inkml:brushProperty name="width" value="0.05" units="cm"/>
      <inkml:brushProperty name="height" value="0.05" units="cm"/>
      <inkml:brushProperty name="color" value="#E71224"/>
    </inkml:brush>
  </inkml:definitions>
  <inkml:trace contextRef="#ctx0" brushRef="#br0">50 30 11877,'0'0'10944,"-5"-7"-10421,2 3-509,3 3-4,-1-1 1,0 1-1,0-1 0,0 1 1,0 0-1,0-1 1,-1 1-1,1 0 1,0 0-1,0 0 1,-1 0-1,1 0 1,-1 0-1,-1-1 0,2 4 15,0 0 1,0 0-1,0 0 0,0 0 0,1-1 0,-1 1 0,1 0 0,-1 0 0,1 0 0,0 0 0,-1 0 0,1 0 0,0 0 0,0 0 0,1 1 0,-1-1 1,1 2-1,-2 35 371,0-16-306,1-1 0,0 0 1,2 0-1,9 43 0,-10-59-88,1-1-1,0 0 1,0 0 0,0 1-1,1-2 1,-1 1 0,1 0-1,1 0 1,-1-1 0,0 0-1,1 0 1,0 0 0,0 0-1,0 0 1,1-1 0,-1 0 0,1 0-1,0 0 1,0 0 0,0-1-1,0 0 1,0 0 0,1 0-1,-1-1 1,7 1 0,-6 0-5,1-1 1,-1 0-1,0-1 1,1 0-1,-1 0 0,1 0 1,-1-1-1,1 0 1,-1 0-1,0 0 1,0-1-1,1 0 1,-1 0-1,0-1 0,-1 1 1,1-1-1,0-1 1,-1 1-1,7-6 1,-5 2 6,0-1 0,0 1-1,-1-1 1,0 0 0,-1 0 0,0-1 0,0 0 0,-1 0 0,0 0 0,0 0 0,-1-1 0,2-9 0,3-40 210,-4 30 1357,-3 63-966,2 971 318,-3-999-916,0 4 0,1-1 0,-1 1 0,-1-1 0,0 1-1,0-1 1,-1 1 0,0-1 0,-1 0 0,0 0 0,-6 12 0,8-20 3,0 0-1,0 0 1,-1 0 0,1-1 0,0 1-1,-1 0 1,1 0 0,-1-1-1,1 1 1,-1-1 0,1 0 0,-1 1-1,1-1 1,-1 0 0,1 0 0,-1 0-1,1 0 1,-1 0 0,-2 0-1,-34-8 104,26 2-85,1 0 1,0-2-1,1 1 1,-1-1-1,1-1 1,1 1 0,0-2-1,-16-19 1,0-5-18,-31-54 1,46 69-11,0-1 1,1 0-1,1 0 1,1-1-1,0 0 0,-6-43 1,12 53-9,0 0 1,0 0-1,1 0 0,0 0 1,1 0-1,1 0 0,-1 1 1,2-1-1,-1 0 1,2 0-1,-1 1 0,1 0 1,1 0-1,0 0 0,9-13 1,4 0-171,0 2 0,2 0 0,0 1 0,2 1 0,0 1 0,1 1 0,0 1 0,2 1 0,43-20 0,-18 13-2030,54-16-1,58-7-7393,-111 31 1445</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6:47.556"/>
    </inkml:context>
    <inkml:brush xml:id="br0">
      <inkml:brushProperty name="width" value="0.05" units="cm"/>
      <inkml:brushProperty name="height" value="0.05" units="cm"/>
      <inkml:brushProperty name="color" value="#E71224"/>
    </inkml:brush>
  </inkml:definitions>
  <inkml:trace contextRef="#ctx0" brushRef="#br0">163 7 10773,'0'0'7876,"-29"22"-5502,-5 21-1904,1 3-1,-34 61 1,83-140 430,-6 12-886,0 1 0,1 0-1,18-24 1,-25 38-18,6-6 28,-1 0-1,1 1 1,1 0 0,0 1 0,16-12-1,-25 21-17,0 1-1,-1-1 1,1 1 0,0 0-1,0-1 1,0 1-1,0 0 1,-1 0-1,1 0 1,0 1-1,0-1 1,0 0-1,-1 1 1,1-1-1,0 1 1,0-1-1,-1 1 1,1 0-1,0 0 1,-1 0-1,1 0 1,-1 0-1,1 0 1,-1 0-1,0 0 1,1 1-1,-1-1 1,0 0-1,2 3 1,35 48 103,-36-48-119,41 66 139,2 4-1504,2-4-3361,-26-46 900,4 0-3301</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6:48.050"/>
    </inkml:context>
    <inkml:brush xml:id="br0">
      <inkml:brushProperty name="width" value="0.05" units="cm"/>
      <inkml:brushProperty name="height" value="0.05" units="cm"/>
      <inkml:brushProperty name="color" value="#E71224"/>
    </inkml:brush>
  </inkml:definitions>
  <inkml:trace contextRef="#ctx0" brushRef="#br0">122 49 10149,'0'0'14292,"-5"-8"-13508,-18-25-130,18 25-257,14 34-221,55 68 250,18 30 7,-59-80-390,-2 0 1,-2 2-1,-2 0 0,15 63 0,-25-74-108,-1 0 0,-1 0 0,-3 0 0,0 1-1,-2-1 1,-9 65 0,4-78-260,0 0-1,-2 0 1,-1 0-1,0-1 1,-1 0-1,-2 0 1,0-1-1,-1-1 1,-16 21-1,13-22-638,0 0 0,-1 0-1,-1-2 1,-1 0 0,0-1-1,-1-1 1,-1 0 0,-37 19 0,-12-6-4506</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6:48.956"/>
    </inkml:context>
    <inkml:brush xml:id="br0">
      <inkml:brushProperty name="width" value="0.05" units="cm"/>
      <inkml:brushProperty name="height" value="0.05" units="cm"/>
      <inkml:brushProperty name="color" value="#E71224"/>
    </inkml:brush>
  </inkml:definitions>
  <inkml:trace contextRef="#ctx0" brushRef="#br0">50 40 10677,'0'0'9866,"-3"-8"-9050,-11-23-250,14 31-548,0 0 0,0 0 0,0 1 0,0-1 0,0 0 1,0 0-1,0 0 0,0 1 0,-1-1 0,1 0 0,0 0 1,0 0-1,0 0 0,0 1 0,0-1 0,-1 0 0,1 0 0,0 0 1,0 0-1,0 0 0,0 0 0,-1 1 0,1-1 0,0 0 1,0 0-1,0 0 0,-1 0 0,1 0 0,0 0 0,0 0 0,0 0 1,-1 0-1,1 0 0,0 0 0,0 0 0,0 0 0,-1 0 1,1 0-1,0 0 0,0 0 0,0 0 0,-1 0 0,1-1 0,0 1 1,0 0-1,0 0 0,-1 0 0,1 0 0,0 0 0,0 0 1,0-1-1,0 1 0,0 0 0,-1 0 0,1 0 0,0 0 0,0-1 1,0 1-1,0 0 0,0 0 0,0 0 0,0-1 0,0 1 1,0 0-1,-5 15 85,5-15-90,-10 83 810,3 1-1,5 118 1,3-109-503,0-53-221,2-1 1,2 1-1,1 0 0,2-1 0,1-1 1,3 1-1,19 45 0,-21-62-452,0-1 1,1 0-1,1 0 0,1-1 1,1-1-1,0 0 0,2-1 1,0 0-1,1-1 1,1-1-1,0-1 0,1-1 1,30 18-1,-35-25-468,0-1-1,0-1 1,0 0 0,1-1-1,-1-1 1,1 0-1,16 1 1,39-2-5030</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6:49.779"/>
    </inkml:context>
    <inkml:brush xml:id="br0">
      <inkml:brushProperty name="width" value="0.05" units="cm"/>
      <inkml:brushProperty name="height" value="0.05" units="cm"/>
      <inkml:brushProperty name="color" value="#E71224"/>
    </inkml:brush>
  </inkml:definitions>
  <inkml:trace contextRef="#ctx0" brushRef="#br0">9 71 15543,'0'0'7836,"12"-11"-7644,40-34 64,-51 44-245,1-1 0,-1 1 0,0 0 0,1 0 0,-1 0-1,1 0 1,-1 0 0,1 0 0,0 0 0,-1 1 0,1-1 0,0 0 0,0 1 0,-1-1 0,1 1 0,0 0 0,0 0 0,0 0 0,0 0-1,-1 0 1,1 0 0,0 0 0,0 0 0,0 1 0,0-1 0,-1 1 0,1-1 0,0 1 0,-1 0 0,1 0 0,0 0 0,-1 0 0,1 0 0,-1 0-1,1 0 1,-1 0 0,0 0 0,1 1 0,-1-1 0,0 1 0,0-1 0,0 1 0,0-1 0,0 1 0,0 0 0,0 2 0,3 4 80,-1 1 1,-1 0-1,1-1 1,-2 1-1,1 0 1,-1 0-1,0 10 1,-1-14-59,1 5 54,-1-1 0,0 0 0,0 0 0,-1 0 0,0 0-1,-1 0 1,0 0 0,-1 0 0,1 0 0,-2-1 0,1 1 0,-7 10 0,-46 57 501,38-54-239,1 1 0,-20 34 0,36-56-336,0 1 0,1 0-1,-1-1 1,0 1-1,1 0 1,-1 0-1,0 0 1,1-1-1,0 1 1,0 0-1,-1 0 1,1 0-1,1 3 1,-1-4-6,0 0-1,0 0 1,1-1 0,-1 1-1,1 0 1,-1 0-1,1-1 1,-1 1 0,1 0-1,-1-1 1,1 1 0,-1 0-1,1-1 1,0 1 0,-1-1-1,1 1 1,0-1-1,0 0 1,-1 1 0,1-1-1,1 1 1,5 0 24,0 0-1,0 0 1,0-1-1,0 1 1,0-2-1,8 0 1,7 0 31,28-1-172,1-3 0,-1-2 0,69-18 0,-110 23-468,20-4 128,-9 4-6638</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6:53.675"/>
    </inkml:context>
    <inkml:brush xml:id="br0">
      <inkml:brushProperty name="width" value="0.05" units="cm"/>
      <inkml:brushProperty name="height" value="0.05" units="cm"/>
      <inkml:brushProperty name="color" value="#E71224"/>
    </inkml:brush>
  </inkml:definitions>
  <inkml:trace contextRef="#ctx0" brushRef="#br0">54 31 10773,'0'0'8540,"-6"-5"-8020,-18-15-53,24 19-403,0 1 0,0 0 0,-1-1 0,1 1 0,0-1 0,-1 1 0,1 0 0,0 0 0,-1-1 0,1 1 0,0 0 0,-1-1 1,1 1-1,-1 0 0,1 0 0,0 0 0,-1 0 0,1-1 0,-1 1 0,1 0 0,-1 0 0,1 0 0,-1 0 0,1 0 0,0 0 0,-1 0 0,1 0 0,-1 0 0,1 0 0,-1 0 0,1 1 0,-1-1 0,1 0 0,0 0 0,-1 0 1,1 0-1,-1 1 0,1-1 0,0 0 0,-1 0 0,1 1 0,0-1 0,-1 0 0,1 1 0,0-1 0,-1 0 0,1 1 0,0-1 0,0 1 0,0-1 0,-1 0 0,1 1 0,0-1 0,0 1 0,0-1 0,0 1 0,0-1 0,0 1 0,0-1 1,0 0-1,0 1 0,0 0 0,-2 38-688,2-30 996,-2 381 287,4-192-224,-2-197-422,0 15-11666,0-9 6008</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6:54.171"/>
    </inkml:context>
    <inkml:brush xml:id="br0">
      <inkml:brushProperty name="width" value="0.05" units="cm"/>
      <inkml:brushProperty name="height" value="0.05" units="cm"/>
      <inkml:brushProperty name="color" value="#E71224"/>
    </inkml:brush>
  </inkml:definitions>
  <inkml:trace contextRef="#ctx0" brushRef="#br0">13 56 7940,'0'0'11159,"-9"0"-10586,5 0-541,8 0 201,432-27 2839,22-2-3287,-457 29-51,-5 0-882,-1 1 637,1 0 1,0 0 0,-1 0 0,1 0-1,0 1 1,0-1 0,0 1-1,0 0 1,-6 5 0,-21 11-4018</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6:55.331"/>
    </inkml:context>
    <inkml:brush xml:id="br0">
      <inkml:brushProperty name="width" value="0.05" units="cm"/>
      <inkml:brushProperty name="height" value="0.05" units="cm"/>
      <inkml:brushProperty name="color" value="#E71224"/>
    </inkml:brush>
  </inkml:definitions>
  <inkml:trace contextRef="#ctx0" brushRef="#br0">18 185 6979,'0'0'9610,"-2"-3"-8687,0-1-753,0 0 1,0 0-1,0 0 1,1 0-1,-1 0 1,1-1-1,0 1 1,0 0-1,0-1 1,1 1-1,0-1 0,0 1 1,0 0-1,0-1 1,1 1-1,-1-1 1,1 1-1,0 0 1,0-1-1,1 1 1,0 0-1,-1 0 0,1 0 1,0 0-1,1 0 1,-1 1-1,1-1 1,0 1-1,0-1 1,0 1-1,5-4 1,-2 2-128,0 0 0,0 0 1,0 1-1,1 0 1,-1 0-1,1 1 1,0-1-1,0 2 1,1-1-1,-1 1 1,0 0-1,1 0 0,-1 1 1,1 0-1,0 1 1,-1 0-1,1 0 1,11 1-1,-16 0-36,1 1 0,-1-1 0,0 0 0,0 1 0,0 0 0,0 0 0,0 0 0,0 0 0,-1 0-1,1 1 1,-1-1 0,1 1 0,-1-1 0,0 1 0,0 0 0,0 0 0,0 0 0,-1 0 0,1 1 0,-1-1 0,0 0-1,0 0 1,2 7 0,0 5 29,0 0 1,-1 0-1,0 0 0,-1 17 0,-1 84 148,0-115 80,-1-4-230,0 0 0,0 0 0,0-1-1,1 1 1,0 0 0,-1 0 0,1-1 0,1 1-1,0-7 1,-1 2 2,0-11-58,1 0 0,0 0 0,1-1 1,8-26-1,-9 40 17,1 0-1,1 0 1,-1 0-1,1 0 1,0 0 0,0 1-1,0-1 1,1 1 0,0 0-1,0 0 1,0 0 0,1 1-1,-1-1 1,1 1-1,0 0 1,1 1 0,7-5-1,-12 7 2,1 0 0,0 0 0,0 0 0,0 1 1,-1-1-1,1 1 0,0-1 0,0 1 0,0 0 0,0 0 0,0 0 0,0 0 0,0 0 0,0 0 0,0 0 0,0 0 0,-1 1 0,1-1 0,0 1 0,0 0 0,2 1 0,-1-1-4,0 2 0,0-1 1,-1 0-1,1 1 0,-1-1 0,1 1 0,-1 0 0,0-1 1,0 1-1,0 0 0,1 4 0,5 10 7,-2 0 1,0 1-1,6 30 0,-8-32 65,5 33 6,-2 1-1,-2 0 0,-3 65 1,-2-114-137,24-2-7643,-11-5 2932</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9:50.052"/>
    </inkml:context>
    <inkml:brush xml:id="br0">
      <inkml:brushProperty name="width" value="0.05" units="cm"/>
      <inkml:brushProperty name="height" value="0.05" units="cm"/>
      <inkml:brushProperty name="color" value="#E71224"/>
    </inkml:brush>
  </inkml:definitions>
  <inkml:trace contextRef="#ctx0" brushRef="#br0">138 0 5811,'0'0'6093,"-68"0"1,-2 3-2866,109-3-2663,90 15-199,46 2-121,122 4-130,-149-9-80,227 19-11,610 29 184,-275 28 865,-664-81-1063,537 42 633,-339-28-637,-38-2 65,-10 1-58,-50-3-10,-145-17 0,1 1 0,-1-1 1,0 0-1,0 0 0,1 0 0,-1 1 0,0-1 0,1 0 0,-1-1 0,0 1 1,0 0-1,1 0 0,-1 0 0,0-1 0,0 1 0,0-1 0,1 1 0,-1-1 1,0 1-1,0-1 0,1-1 0,-2 1 4,0 1 0,0-1 0,0 0 1,-1 0-1,1 0 0,0 0 0,-1 0 0,1 0 1,0 1-1,-1-1 0,1 0 0,-1 0 0,0 1 0,1-1 1,-1 0-1,1 1 0,-1-1 0,0 1 0,0-1 1,-1 0-1,-49-32 208,-33-3-216,61 28 65,1-1 0,0-1-1,1 0 1,0-2 0,-38-28 0,59 40-60,0 0 1,0 0 0,-1 0-1,1 0 1,0 0 0,0 0-1,0 0 1,0 0 0,0 0-1,0 0 1,-1 0-1,1-1 1,0 1 0,0 0-1,0 0 1,0 0 0,0 0-1,0 0 1,0 0 0,0 0-1,-1-1 1,1 1 0,0 0-1,0 0 1,0 0 0,0 0-1,0 0 1,0 0 0,0-1-1,0 1 1,0 0 0,0 0-1,0 0 1,0 0 0,0 0-1,0-1 1,0 1 0,0 0-1,0 0 1,0 0-1,0 0 1,0 0 0,0-1-1,0 1 1,0 0 0,0 0-1,1 0 1,-1 0 0,0 0-1,0 0 1,0 0 0,0-1-1,0 1 1,0 0 0,0 0-1,0 0 1,1 0 0,-1 0-1,0 0 1,0 0 0,0 0-1,0 0 1,0 0 0,1 0-1,-1 0 1,0 0-1,0 0 1,0 0 0,0 0-1,19 1 41,21 8-77,-32-5 27,-1 0-1,1 1 1,-1-1-1,0 2 1,0-1-1,-1 1 1,1 0-1,-1 0 1,-1 0-1,1 1 0,-1 0 1,0 0-1,-1 0 1,0 1-1,0 0 1,5 14-1,-7-15 2,0-1-1,0 1 1,-1-1-1,0 1 1,0-1-1,-1 1 1,0 0-1,0-1 1,-1 1-1,1 0 1,-2-1-1,1 1 1,0-1-1,-1 1 1,-1-1-1,1 0 1,-1 0-1,0 0 1,0 0 0,0 0-1,-1-1 1,-5 6-1,-71 76-183,26-30-1684,2 3-3936,32-34 56</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9:50.991"/>
    </inkml:context>
    <inkml:brush xml:id="br0">
      <inkml:brushProperty name="width" value="0.05" units="cm"/>
      <inkml:brushProperty name="height" value="0.05" units="cm"/>
      <inkml:brushProperty name="color" value="#E71224"/>
    </inkml:brush>
  </inkml:definitions>
  <inkml:trace contextRef="#ctx0" brushRef="#br0">147 96 3282,'0'0'15801,"1"-15"-14875,1-48-165,0 46 2064,-2 30-2486,-4 43-94,-2-1 0,-3 0 0,-2 0 0,-35 99 0,26-90-151,2 1 0,-17 115 0,34-170-89,0 0 1,1 0-1,0 0 1,0 0-1,4 20 1,-4-28-5,1 1 1,0-1 0,0 1-1,0-1 1,1 0 0,-1 1-1,1-1 1,-1 0 0,1 0-1,0 0 1,0 0 0,0 0-1,0 0 1,0-1 0,0 1-1,0-1 1,0 1-1,1-1 1,-1 0 0,1 0-1,-1 0 1,1 0 0,-1 0-1,1-1 1,-1 1 0,4 0-1,11 1-270,-1 0 1,1-1-1,0-1 0,-1 0 0,1-1 0,0-1 0,-1-1 0,32-8 0,-37 7-1215,1 0 0,-1-1-1,0 0 1,0-1 0,0-1-1,-1 1 1,16-15 0,-9 5-3705</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9:52.063"/>
    </inkml:context>
    <inkml:brush xml:id="br0">
      <inkml:brushProperty name="width" value="0.05" units="cm"/>
      <inkml:brushProperty name="height" value="0.05" units="cm"/>
      <inkml:brushProperty name="color" value="#E71224"/>
    </inkml:brush>
  </inkml:definitions>
  <inkml:trace contextRef="#ctx0" brushRef="#br0">50 83 9380,'0'0'10258,"-4"-1"-9724,4 0-520,-1 1 0,1 0 0,-1 0 0,0 0 0,1-1-1,-1 1 1,1 0 0,-1 0 0,0 0 0,1 0 0,-1 0 0,0 0 0,1 1 0,-1-1 0,1 0 0,-1 0 0,1 0-1,-1 0 1,0 1 0,1-1 0,-1 0 0,1 1 0,-1-1 0,1 0 0,-1 1 0,1-1 0,-1 1 0,1-1 0,0 0 0,-1 1-1,1-1 1,0 1 0,-1-1 0,0 2 0,-8 31 526,7 54 370,2-69-761,0 5-83,-1-13-53,1-1 0,0 1 0,1 0 0,0-1 0,1 1 0,2 10 0,-3-18-12,0 1 0,1 0 0,-1 0 0,1 0 0,0-1 0,-1 1-1,1-1 1,1 0 0,-1 1 0,0-1 0,0 0 0,1 0 0,-1 0 0,1-1 0,0 1 0,-1 0 0,1-1-1,0 0 1,0 0 0,0 0 0,0 0 0,0 0 0,4 0 0,-1 1 2,0-1-1,0 0 1,1 0 0,-1-1-1,1 0 1,-1 0 0,0 0-1,1-1 1,-1 1 0,0-2 0,1 1-1,-1-1 1,0 0 0,0 0-1,0-1 1,9-5 0,-10 5-2,-1-1 0,-1 1 0,1-1 0,0 0 0,-1 0 0,0 0 0,0-1 0,0 1 0,-1-1 0,0 0 0,1 0 0,-1 0 0,-1 0 0,1 0 0,-1 0 0,0 0 0,0 0 0,-1 0 0,1-1 0,-2-9 0,2 4 13,-2-1 1,1 1 0,-2-1 0,1 1 0,-2 0-1,0 0 1,0-1 0,-5-9 0,5 15 30,0 0 1,0 1-1,-1-1 1,0 1 0,0 0-1,-1 0 1,1 0-1,-1 1 1,0-1-1,0 1 1,0 0-1,-1 1 1,1-1-1,-1 1 1,-10-4-1,12 5-29,1 1 0,-1-1-1,1 1 1,-1-1-1,0 1 1,0 0 0,0 0-1,1 1 1,-1-1-1,0 1 1,0 0 0,0 0-1,0 0 1,0 1-1,0-1 1,0 1 0,0 0-1,1 0 1,-1 0 0,0 1-1,1-1 1,-1 1-1,1 0 1,-1 0 0,1 0-1,0 0 1,-3 4-1,2-1-17,0 0-1,0 1 1,1-1-1,0 1 0,0 0 1,0 0-1,1 1 0,0-1 1,0 0-1,1 1 0,0-1 1,0 1-1,0-1 0,1 1 1,0 7-1,0-12-1,0 0-1,0 0 1,1 0-1,-1 0 1,0 0 0,1 0-1,0 0 1,-1 0-1,1 0 1,0 0-1,0-1 1,0 1-1,0 0 1,0-1 0,1 1-1,-1 0 1,0-1-1,1 0 1,2 3-1,0-2-13,0 1 0,1 0 0,-1-1-1,1 0 1,0 0 0,0 0 0,7 2-1,7-1-123,1 0-1,-1 0 0,21-2 1,-3 0-278,57-6 0,-81 4 376,-1-2 1,1 0-1,-1 0 0,0-1 1,0-1-1,0 0 0,0 0 1,12-9-1,-3 0 147,0-1 0,-1-1 0,27-27 0,-42 38-72,1 0 1,-1-1-1,0 0 0,-1 0 0,1-1 0,-1 1 1,0-1-1,-1 0 0,0 0 0,0 0 0,0 0 1,-1-1-1,0 1 0,1-14 0,-3 56-1,-2-21 4,1 0-1,1 0 1,1-1-1,0 1 0,0 0 1,2 0-1,0-1 1,0 1-1,1-1 0,9 20 1,1-11 10,15 28-16,-28-47-13,0-1-1,0 1 1,0 0 0,0 0-1,-1 0 1,1-1-1,-1 1 1,0 0-1,1 0 1,-2 0 0,1 0-1,0 0 1,0 0-1,-1 0 1,0 0-1,-1 3 1,1-4-5,0 0-1,-1-1 1,0 1 0,1 0-1,-1-1 1,0 0 0,0 1-1,0-1 1,0 0 0,0 0-1,0 0 1,0 0-1,0 0 1,0 0 0,-3 0-1,-43 10 43,33-8-39,-20 6 120,35-9-63,7-10-28,33-25-73,73-48 1,12-10 33,-120 89-7,7-5-3,0 0 0,-1-1 0,-1 0 0,1-1 0,-2 0-1,1-1 1,-2 0 0,0 0 0,13-25 0,-22 40 0,1 1 0,0-1 0,0 1 0,0-1 1,0 1-1,1-1 0,-1 1 0,1-1 0,0 0 0,0 1 0,0-1 1,0 0-1,1 0 0,-1 1 0,4 3 0,39 61 1,-20-31 28,-18-29-15,-1 1-1,-1 1 0,1-1 0,-2 0 0,1 1 0,-1 0 0,-1 0 0,0 0 0,0 0 0,-1 0 0,0 1 0,-1-1 0,0 0 0,-2 12 0,2-19 27,-1 0 1,0 0-1,0-1 0,-1 1 1,1 0-1,-1 0 0,1-1 0,-1 1 1,0-1-1,0 1 0,0-1 0,0 0 1,0 0-1,-1 0 0,1 0 1,-1 0-1,1-1 0,-1 1 0,0-1 1,0 1-1,1-1 0,-1 0 1,0 0-1,0 0 0,0-1 0,-6 2 1,-9 1 102,-1-1 0,1-1 1,-22 0-1,31-1-137,-11-5-760,20 5 653,-1 0 0,1 0-1,0-1 1,0 1 0,0 0-1,0 0 1,-1-1 0,1 1-1,0 0 1,0-1 0,0 1-1,0 0 1,0-1 0,0 1 0,0 0-1,0-1 1,0 1 0,0 0-1,0-1 1,0 1 0,0 0-1,0 0 1,0-1 0,0 1-1,1 0 1,-1-1 0,0 1-1,0 0 1,0 0 0,0-1 0,1 1-1,-1 0 1,0-1 0,32-22-7433,8 2-3053</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9:52.418"/>
    </inkml:context>
    <inkml:brush xml:id="br0">
      <inkml:brushProperty name="width" value="0.05" units="cm"/>
      <inkml:brushProperty name="height" value="0.05" units="cm"/>
      <inkml:brushProperty name="color" value="#E71224"/>
    </inkml:brush>
  </inkml:definitions>
  <inkml:trace contextRef="#ctx0" brushRef="#br0">1 3 4290,'0'0'17640,"41"-2"-17256,-15 2-240,3 0-80,2 0-64,-5 0-80,-3 0-688,-7 0-801,-9 0-1264,-7 16-6211</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9:52.758"/>
    </inkml:context>
    <inkml:brush xml:id="br0">
      <inkml:brushProperty name="width" value="0.05" units="cm"/>
      <inkml:brushProperty name="height" value="0.05" units="cm"/>
      <inkml:brushProperty name="color" value="#E71224"/>
    </inkml:brush>
  </inkml:definitions>
  <inkml:trace contextRef="#ctx0" brushRef="#br0">11 51 8900,'-11'10'11333,"29"-10"-10612,11 0-353,5 0-256,-3-7-80,2-5-32,-2 1-48,-2 1-641,-3 1-1391,-5 2-1586,-3 2-6243</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9:53.166"/>
    </inkml:context>
    <inkml:brush xml:id="br0">
      <inkml:brushProperty name="width" value="0.05" units="cm"/>
      <inkml:brushProperty name="height" value="0.05" units="cm"/>
      <inkml:brushProperty name="color" value="#E71224"/>
    </inkml:brush>
  </inkml:definitions>
  <inkml:trace contextRef="#ctx0" brushRef="#br0">74 1 14439,'0'0'8665,"-8"5"-8529,4-2-115,0 1 1,0-1-1,0 1 1,0 0-1,0 0 1,1 0-1,0 0 1,0 0-1,0 1 1,1-1-1,-1 1 0,-1 5 1,0 1 71,1 0-1,0 0 1,1 0 0,0 1-1,0 21 1,0-2-53,1-15-2,0 1 0,1 0 0,1-1 0,0 1 0,7 31-1,-7-44-32,1 0-1,-1 0 1,1-1-1,0 1 1,0 0-1,0-1 0,1 0 1,-1 1-1,1-1 1,0 0-1,0 0 1,0 0-1,0-1 0,0 1 1,1-1-1,-1 0 1,1 0-1,-1 0 1,1 0-1,0 0 0,0-1 1,0 0-1,0 0 1,0 0-1,0 0 0,0-1 1,0 1-1,0-1 1,5 0-1,-3 0 1,0 1-1,0-1 0,0-1 1,0 1-1,0-1 1,0 0-1,0 0 0,0-1 1,0 0-1,0 0 0,-1 0 1,1-1-1,-1 1 1,1-1-1,-1-1 0,0 1 1,0-1-1,-1 0 1,1 0-1,-1 0 0,0-1 1,0 1-1,0-1 1,-1 0-1,1 0 0,-1 0 1,0-1-1,-1 1 0,1-1 1,1-8-1,-1 4 36,0 0 0,-2 0 0,1-1 1,-1 1-1,-1 0 0,0 0 0,0-1 0,-1 1 0,0 0 0,-1 0 0,0 0 0,0 0 0,-5-10 0,5 16-20,0-1 1,0 0-1,-1 0 0,1 1 0,-1 0 0,0-1 0,0 1 0,-1 0 0,1 0 1,-1 1-1,0-1 0,0 1 0,0 0 0,-1 0 0,1 0 0,-1 1 0,1-1 1,-1 1-1,0 0 0,0 1 0,0-1 0,0 1 0,0 0 0,0 0 0,0 0 1,-9 1-1,5 0-91,3-1-417,1 1 0,0 0 0,0 0 0,0 1 0,0-1 0,0 1-1,0 1 1,0-1 0,0 0 0,-6 4 0,-6 8-5814</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1:36.966"/>
    </inkml:context>
    <inkml:brush xml:id="br0">
      <inkml:brushProperty name="width" value="0.05" units="cm"/>
      <inkml:brushProperty name="height" value="0.05" units="cm"/>
      <inkml:brushProperty name="color" value="#E71224"/>
    </inkml:brush>
  </inkml:definitions>
  <inkml:trace contextRef="#ctx0" brushRef="#br0">6 0 8036,'-2'2'12718,"-2"8"-12054,6 2-628,-1 0-1,1 0 1,1 0 0,0 0 0,1-1-1,0 1 1,1-1 0,0 0 0,1 0 0,0-1-1,9 11 1,1 2-42,1-2 0,1 0 0,39 35 0,1-7 1,99 65-1,-128-97 8,1-1-1,1-1 1,0-1-1,1-2 0,64 16 1,187 12-28,-65-12 38,-54-2 19,351 74 29,-371-63-35,242 29 1,314 26 282,-243-29-51,-414-59-212,1-3-1,80-6 1,-122 5-40,-1 0 1,1 0 0,-1 0 0,0 0-1,1 0 1,-1 0 0,1 0 0,-1-1-1,0 1 1,1-1 0,-1 1-1,0-1 1,1 1 0,-1-1 0,0 0-1,0 1 1,0-1 0,1 0-1,-1 0 1,0 0 0,0 0 0,0 0-1,-1 0 1,1 0 0,0 0 0,0-1-1,0 1 1,-1 0 0,1 0-1,-1-1 1,1 1 0,-1 0 0,1-1-1,-1 1 1,0-2 0,0 0 0,-1 1-1,1-1 1,-1 0 0,0 1 0,0 0-1,0-1 1,0 1 0,-1 0-1,1-1 1,-1 1 0,1 0 0,-1 0-1,0 0 1,0 0 0,1 0 0,-2 1-1,-3-4 1,-60-34-1,52 32 131,-1-1-1,1-1 0,0 0 0,1-1 0,-23-21 1,47 40 2,0 0 1,1 0 0,21 11 0,-15-9-160,1 1 1,26 22-1,-41-30 21,0 0-1,0 0 1,-1 0 0,1 1-1,-1 0 1,0-1 0,-1 1-1,1 0 1,-1 0-1,0 1 1,0-1 0,0 0-1,-1 1 1,1-1 0,-1 1-1,-1-1 1,1 1-1,-1 0 1,0-1 0,0 1-1,-3 11 1,1-8-21,-1 1 0,-1 0 0,0-1 0,0 1 1,0-1-1,-1 0 0,-1-1 0,0 1 0,0-1 0,0 0 0,-9 8 0,8-9-233,-57 56-2122,18-24-4718,20-20-5829</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2:34.383"/>
    </inkml:context>
    <inkml:brush xml:id="br0">
      <inkml:brushProperty name="width" value="0.05" units="cm"/>
      <inkml:brushProperty name="height" value="0.05" units="cm"/>
      <inkml:brushProperty name="color" value="#E71224"/>
    </inkml:brush>
  </inkml:definitions>
  <inkml:trace contextRef="#ctx0" brushRef="#br0">42 29 11381,'0'0'8994,"-6"-6"-8223,-22-17-110,28 23-655,0 1-1,0-1 1,0 0-1,0 0 1,0 0-1,0 0 0,0 1 1,-1-1-1,1 0 1,0 0-1,0 0 1,0 0-1,0 0 0,0 1 1,0-1-1,0 0 1,-1 0-1,1 0 1,0 0-1,0 0 1,0 0-1,0 0 0,0 1 1,-1-1-1,1 0 1,0 0-1,0 0 1,0 0-1,-1 0 0,1 0 1,0 0-1,0 0 1,0 0-1,0 0 1,-1 0-1,1 0 1,0 0-1,0 0 0,0 0 1,0 0-1,-1 0 1,1 0-1,0 0 1,0-1-1,0 1 1,0 0-1,-1 0 0,1 0 1,0 0-1,0 0 1,0 2 20,1 8 34,0 0 0,1 1 0,0-1 0,0-1 0,1 1 0,1 0-1,0-1 1,5 10 0,46 77 484,-34-63-426,-17-25-104,33 55 58,3-2 0,52 61 1,-76-104-69,1 0 0,0-2 0,2 0 0,0 0 0,0-2 0,2-1 0,-1 0 0,2-2 0,0 0 0,28 9 0,-10-7 14,1-3 0,0-1 0,68 5 0,126-7 110,-235-7-123,1 0 0,-1 0-1,1 0 1,-1 0 0,0 0 0,1-1 0,-1 1 0,0 0 0,1 0-1,-1 0 1,0-1 0,1 1 0,-1 0 0,0 0 0,1-1-1,-1 1 1,0 0 0,0-1 0,1 1 0,-1 0 0,0-1 0,0 1-1,1 0 1,-1-1 0,0 1 0,0 0 0,0-1 0,0 1-1,0-1 1,0 1 0,0 0 0,0-1 0,0 1 0,0-1 0,0 1-1,0 0 1,0-1 0,0 0 0,-2-13 75,2 14-74,-5-10 48,0 1 1,-1-1-1,0 1 1,0 0-1,0 1 1,-1 0-1,-1 0 0,1 0 1,-1 1-1,-12-8 1,-33-36 1114,53 44-328,11 5-704,14 4-207,-18-1 69,1 1 1,-1 0 0,0 0 0,0 0 0,0 1 0,0 0 0,-1 1 0,1-1-1,-1 1 1,0 0 0,0 1 0,0 0 0,-1 0 0,1 0 0,-1 0 0,0 1 0,-1 0-1,1 0 1,-1 0 0,-1 0 0,1 1 0,-1 0 0,0-1 0,0 1 0,1 8-1,-1-3-23,0 0-1,-1 0 1,0 0-1,-1 0 1,-1 1-1,0-1 1,0 0-1,-1 1 1,-1-1-1,0 0 1,-1 0-1,0 0 1,-1-1-1,-8 20 1,-56 93-3343,20-40-4864,32-56-711</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2:37.098"/>
    </inkml:context>
    <inkml:brush xml:id="br0">
      <inkml:brushProperty name="width" value="0.05" units="cm"/>
      <inkml:brushProperty name="height" value="0.05" units="cm"/>
      <inkml:brushProperty name="color" value="#E71224"/>
    </inkml:brush>
  </inkml:definitions>
  <inkml:trace contextRef="#ctx0" brushRef="#br0">24 364 15159,'0'0'6480,"0"13"-6162,8 366 2411,-9-379-2708,1 0 0,0 0 0,0 1 0,0-1 0,-1 0 0,1 0 0,0 0 0,0 0 0,-1 0 0,1 0 0,0 0 0,0 0 0,-1 0 0,1 0 0,0 0-1,0-1 1,-1 1 0,1 0 0,0 0 0,0 0 0,0 0 0,-1 0 0,1 0 0,0 0 0,0-1 0,0 1 0,-1 0 0,1 0 0,0 0 0,0 0 0,0-1 0,0 1 0,0 0 0,0 0 0,-1-1 0,1 1 0,0 0 0,0 0 0,0 0 0,0-1 0,0 1 0,0 0 0,-6-23 93,0 1 1,2 0 0,1-1 0,0 0-1,2 0 1,0 0 0,4-23-1,-3 0-42,0-5-69,2 0-1,13-77 1,-11 109-5,0 1 0,1 0 1,1 1-1,1-1 1,0 1-1,1 0 0,1 1 1,1 0-1,0 0 0,18-19 1,-23 29-8,0 1 0,1-1 0,-1 1 0,1 0 0,1 1 0,-1-1 0,1 1 0,-1 1 0,1-1 0,0 1 0,0 0 0,1 1 0,-1 0 0,1 0 0,-1 0 0,1 1-1,-1 0 1,1 1 0,0-1 0,13 3 0,-19-2 4,1 1-1,-1 0 0,1 0 0,-1 0 1,0 0-1,0 1 0,0-1 1,0 1-1,0-1 0,0 1 0,0 0 1,0-1-1,0 1 0,-1 0 0,1 0 1,-1 0-1,1 1 0,-1-1 0,0 0 1,0 0-1,0 1 0,0-1 0,-1 1 1,1-1-1,0 1 0,-1-1 1,0 1-1,0-1 0,0 4 0,1 7-20,0 1 0,-2 0-1,1-1 1,-4 17-1,1-17-4,-1-1 1,0 0-1,-1 0 0,0 0 0,-1 0 1,0-1-1,-1 0 0,0 0 0,-1-1 0,0 0 1,-1 0-1,-11 9 0,3-2-185,-2-2 1,1 0-1,-2-1 0,0-1 1,-38 18-1,57-31 211,1 0 0,-1 1-1,1-1 1,-1 0 0,1 0 0,-1 1-1,1-1 1,-1 0 0,1 1-1,-1-1 1,1 0 0,-1 1 0,1-1-1,0 1 1,-1-1 0,1 0-1,0 1 1,-1-1 0,1 1 0,0-1-1,0 1 1,-1-1 0,1 1 0,0 0-1,0-1 1,0 1 0,0-1-1,0 1 1,0-1 0,0 1 0,0-1-1,0 1 1,0 0 0,0-1 0,0 1-1,0-1 1,0 1 0,1-1-1,-1 1 1,0-1 0,1 2 0,12 13-25,-12-14 20,33 33 6,2 2 142,49 61 0,-78-88-127,10 15 10,1-1 0,0-1 0,32 28 0,-43-44-19,1 0-1,0 0 1,0-1-1,0-1 0,0 1 1,1-1-1,0-1 1,0 1-1,0-2 1,0 1-1,0-1 1,0 0-1,1-1 1,15 0-1,-17-1 6,0 0 1,0-1-1,0 0 0,1-1 1,-1 1-1,0-1 0,-1-1 0,1 0 1,0 0-1,-1 0 0,1-1 1,-1 0-1,0-1 0,-1 1 0,1-1 1,-1-1-1,0 1 0,0-1 0,0 0 1,-1-1-1,0 1 0,0-1 1,-1 0-1,0 0 0,0 0 0,0-1 1,-1 1-1,0-1 0,-1 0 1,0 0-1,0 0 0,1-14 0,-3 19 2,2-8 57,-1 0 0,0 0-1,-1 0 1,0 1 0,0-1 0,-4-16 0,3 26-59,0 1 0,0-1 1,0 0-1,0 1 0,-1-1 0,1 0 1,0 1-1,0 0 0,0-1 1,-1 1-1,1 0 0,0-1 0,-1 1 1,1 0-1,0 0 0,-1 0 0,1 0 1,0 0-1,-1 1 0,1-1 1,0 0-1,0 0 0,-1 1 0,1-1 1,0 1-1,0-1 0,0 1 0,-2 1 1,-2 3-15,1 0 0,0 0 0,0 0 0,1 1-1,-1-1 1,1 1 0,0 0 0,1 0 0,0 0 0,0 0 0,0 0 0,0 0 0,0 9 0,-2 9 1,2 1 0,0 28-1,2-48 2,0 1 1,0-1-1,0 0 0,0 0 0,1 0 0,0 0 1,0 0-1,0 0 0,1-1 0,-1 1 0,1 0 0,0-1 1,1 1-1,-1-1 0,1 1 0,0-1 0,0 0 0,0 0 1,1-1-1,-1 1 0,1-1 0,0 1 0,0-1 1,0 0-1,0-1 0,1 1 0,-1-1 0,1 0 0,-1 0 1,8 2-1,4 1 2,0-1 1,0-1-1,0 0 0,0-1 1,1-1-1,-1-1 0,0 0 1,1-1-1,-1-1 0,0 0 1,0-1-1,0-1 0,0 0 0,0-1 1,-1-1-1,0-1 0,0 0 1,23-16-1,-27 15 4,-1-1 0,0 0-1,-1 0 1,0-1 0,-1 0-1,13-21 1,-18 26 7,0 1 0,0-1 1,-1 0-1,1-1 0,-1 1 0,-1 0 0,1-1 0,-1 1 1,0-1-1,0 1 0,0-1 0,-1 1 0,0-1 0,0 0 1,0 1-1,-1-1 0,0 1 0,-2-8 0,2 12-8,0 0-1,0 0 1,0 0-1,0 0 1,0 1-1,0-1 1,0 0-1,0 0 1,-1 1-1,1-1 1,0 1-1,-1-1 1,1 1-1,0-1 1,-1 1-1,1 0 1,0 0-1,-1 0 1,1 0-1,-1 0 0,1 0 1,-3 0-1,-33 7-35,31-4 28,0 1 0,0 0 0,1 1-1,-1-1 1,1 1 0,1 0 0,-1 0-1,1 1 1,-1 0 0,2-1 0,-1 1 0,0 1-1,1-1 1,1 0 0,-1 1 0,1-1 0,0 1-1,0 0 1,1 0 0,0 0 0,0 0-1,0 0 1,1 0 0,2 14 0,-2-20 4,0 0 0,0 0 0,1 0 0,-1 0 0,0 0 0,1 0 1,-1 0-1,1 0 0,-1 0 0,1 0 0,0 0 0,-1 0 0,1 0 0,0 0 0,0 0 0,0 0 1,0-1-1,0 1 0,-1 0 0,1-1 0,0 1 0,0-1 0,1 1 0,-1-1 0,1 1 0,1 0 4,1-1 0,-1 1-1,1-1 1,-1 0-1,0 0 1,1 0 0,-1 0-1,7-2 1,-3 1 9,-1-1 1,1 0-1,0 0 1,0-1-1,-1 0 1,0 0-1,12-8 0,-3-3 13,-1-2 1,22-31-1,-24 30-9,-3 40-170,3 92 489,-3 164-1,-6-91 105,7 30 179,5 215 1107,-14-423-1676,-2-1 0,1 0-1,-1 0 1,0 0-1,-1 0 1,0-1 0,-4 11-1,5-18-36,1 1-1,-1 0 0,0 0 1,0-1-1,-1 1 1,1-1-1,0 1 0,0-1 1,-1 1-1,1-1 0,-1 0 1,1 0-1,-1 0 0,0 0 1,1 0-1,-1 0 0,0 0 1,0 0-1,1-1 1,-1 1-1,0-1 0,0 1 1,0-1-1,0 0 0,0 1 1,0-1-1,0 0 0,0-1 1,0 1-1,1 0 0,-1 0 1,0-1-1,0 1 1,0-1-1,0 0 0,0 1 1,1-1-1,-4-2 0,-2-1 8,1 1-1,-1-1 1,1-1-1,0 1 1,1-1-1,-1 0 1,1 0-1,0-1 1,0 0-1,-6-10 1,-37-68 32,32 50-57,1-2-1,3 1 0,0-2 1,3 0-1,1 0 1,1-1-1,3 0 1,1 0-1,1 0 0,3 0 1,5-45-1,-2 60-30,1 1-1,1 1 0,2-1 0,0 1 0,0 0 1,2 1-1,16-25 0,98-129-412,-120 168 437,20-25-141,0 1-1,2 1 1,57-49 0,-83 77 150,1 0 0,0 0 0,-1 1 0,1-1 1,0 0-1,0 1 0,0-1 0,0 0 1,-1 1-1,1 0 0,0-1 0,0 1 0,0-1 1,0 1-1,0 0 0,0 0 0,0-1 0,0 1 1,0 0-1,0 0 0,0 0 0,0 0 0,0 0 1,0 1-1,0-1 0,0 0 0,0 0 0,0 1 1,0-1-1,0 0 0,0 1 0,0-1 0,0 1 1,0-1-1,0 1 0,0 0 0,-1-1 0,1 1 1,0 0-1,0-1 0,-1 1 0,1 0 0,-1 0 1,1 0-1,-1 0 0,1 0 0,0 1 0,2 7-3,0-1-1,-1 1 0,0-1 1,1 17-1,-1-6 12,2 4-11,-2-9-8,0 0-1,1-1 1,1 1-1,0-1 1,0 0-1,1 0 1,14 24-1,-18-35 18,0-1-1,0 0 0,0 0 0,1 1 0,-1-1 0,0 0 0,1 0 0,-1 0 0,1 0 0,-1 0 0,1-1 0,-1 1 0,1 0 0,-1-1 0,1 1 0,0-1 0,0 1 0,-1-1 1,1 0-1,0 0 0,-1 0 0,1 0 0,0 0 0,0 0 0,-1 0 0,1-1 0,0 1 0,-1-1 0,1 1 0,0-1 0,-1 0 0,1 1 0,-1-1 0,1 0 0,-1 0 0,1 0 1,-1 0-1,3-3 0,5-3 19,-1-1 0,0 0 1,0 0-1,8-13 0,53-88 55,-68 109-74,-1 0 1,1 0-1,-1-1 0,1 1 0,-1 0 0,0 0 1,1 0-1,-1 0 0,1 1 0,-1-1 0,1 0 1,-1 0-1,1 0 0,-1 0 0,0 0 0,1 0 1,-1 1-1,1-1 0,-1 0 0,0 0 0,1 1 1,-1-1-1,1 0 0,-1 1 0,0-1 0,0 0 1,1 1-1,-1-1 0,0 0 0,0 1 0,1-1 1,-1 1-1,0-1 0,0 0 0,0 1 0,1 0 1,12 20-104,-12-19 97,6 8 1,-1-1-1,1-1 0,0 1 1,1-1-1,0-1 0,0 1 1,1-1-1,0-1 0,19 11 1,-24-15 4,1 0-1,-1 0 1,1 0 0,-1-1 0,1 1 0,0-1 0,0-1 0,-1 1 0,1-1 0,0 1 0,0-1-1,0-1 1,0 1 0,-1-1 0,1 0 0,0 0 0,0 0 0,-1-1 0,1 1 0,-1-1 0,1 0-1,-1-1 1,0 1 0,0-1 0,5-4 0,3-3 0,0-1-1,-1-1 1,-1 0 0,0 0-1,0-1 1,-1-1 0,-1 1 0,-1-1-1,0-1 1,0 1 0,-2-1-1,1 0 1,-2-1 0,3-16-1,1-21 28,-2 0 0,-2-96-1,-4 146-22,1-11 28,-2 1 0,0-1 0,0 1 0,-5-17 0,6 28-12,0 0 1,-1 0-1,1 1 0,-1-1 1,1 0-1,-1 1 1,1-1-1,-1 0 1,0 1-1,0-1 0,0 1 1,0 0-1,0-1 1,0 1-1,0 0 1,-1-1-1,1 1 1,0 0-1,-1 0 0,1 0 1,0 0-1,-1 0 1,0 0-1,1 1 1,-1-1-1,1 0 0,-1 1 1,0-1-1,0 1 1,1 0-1,-1 0 1,0-1-1,1 1 0,-1 0 1,0 0-1,0 1 1,1-1-1,-1 0 1,0 1-1,0-1 0,1 1 1,-1-1-1,-2 2 1,0 0-9,1 0-1,0 0 1,0 1 0,0-1 0,0 1 0,0-1-1,1 1 1,-1 0 0,1 0 0,0 0 0,0 0 0,0 1-1,0-1 1,-2 6 0,-18 57 41,19-53-48,-7 27-9,2-1 0,2 1 0,2 1 0,1-1 1,2 1-1,9 72 0,-7-104-17,0 0 0,1-1 0,1 1 0,-1-1 0,1 0 0,1 0 0,-1 0 1,1 0-1,1-1 0,-1 1 0,1-1 0,1 0 0,-1-1 0,1 1 0,0-1 0,1 0 0,-1-1 0,1 1 1,13 6-1,-8-6-58,0 0 0,0-1 1,1-1-1,0 0 1,0 0-1,1-1 0,-1-1 1,0-1-1,1 0 0,-1 0 1,1-1-1,14-3 0,-20 2 48,1-1-1,-1 0 0,-1-1 1,1 1-1,0-2 0,-1 1 1,1-1-1,-1 0 0,0-1 1,-1 0-1,1 0 0,-1 0 1,0-1-1,0 1 0,10-14 0,-10 11 29,0 0 1,-1 0-1,0-1 0,0 1 0,0-1 0,-1 0 0,-1-1 0,0 1 0,0-1 0,-1 0 0,0 1 0,1-20 0,-3 28 7,0-1 1,-1 1-1,1 0 0,-1 0 0,1-1 1,-1 1-1,0 0 0,0 0 0,1 0 1,-1 0-1,0 0 0,0 0 0,0 0 1,0 0-1,0 0 0,0 0 0,-1 0 1,1 1-1,0-1 0,0 1 0,0-1 1,-1 0-1,1 1 0,0 0 0,-1-1 1,1 1-1,0 0 0,-1 0 0,1 0 1,-1 0-1,1 0 0,0 0 0,-2 0 1,-50 4 94,47-3-94,1 0 1,0 1 0,-1 0-1,1 0 1,0 1-1,1-1 1,-1 1 0,0 0-1,1 1 1,-1-1-1,1 1 1,0 0 0,0 0-1,1 0 1,-1 0-1,1 1 1,0-1 0,0 1-1,0 0 1,1 0-1,-3 7 1,-1 1-16,2 1 1,0 0 0,1 0-1,0 0 1,1 0-1,0 1 1,1 14-1,2-29 6,-1 1 0,1-1-1,-1 1 1,1-1 0,-1 1-1,1-1 1,-1 1 0,1-1-1,0 1 1,-1-1 0,1 0-1,0 1 1,-1-1 0,1 0-1,0 0 1,-1 1 0,1-1-1,0 0 1,0 0 0,-1 0-1,1 0 1,0 0 0,-1 0-1,1 0 1,0 0 0,0 0-1,-1 0 1,1 0 0,0-1-1,1 1 1,26-7-6,-10-7-18,20-11-28,-37 25 54,0-1 0,0 1 0,0-1 0,0 1 0,0 0 0,0 0-1,0 0 1,0 0 0,1-1 0,-1 1 0,0 1 0,0-1 0,0 0-1,0 0 1,0 0 0,0 0 0,0 1 0,0-1 0,0 1 0,0-1-1,0 1 1,0-1 0,0 1 0,0-1 0,0 1 0,0 0 0,-1-1-1,1 1 1,0 0 0,0 0 0,-1 0 0,1 0 0,-1-1 0,1 1-1,0 2 1,0-1 5,0-1 0,0 1 0,0 0 0,0 0 0,1-1 0,-1 1 0,0 0 0,1-1 0,-1 1-1,1-1 1,0 0 0,-1 0 0,1 1 0,0-1 0,0 0 0,0-1 0,0 1 0,0 0 0,0 0 0,0-1-1,0 1 1,0-1 0,0 0 0,0 0 0,0 1 0,0-1 0,0-1 0,0 1 0,0 0 0,1 0 0,-1-1-1,0 1 1,0-1 0,3-1 0,6-3 32,0-1 0,0 0 1,0-1-1,17-15 0,-4 4 2,-14 10-18,0 1 0,1 0-1,0 0 1,0 1 0,0 1-1,1 0 1,0 0-1,0 1 1,0 0 0,0 2-1,1-1 1,-1 1 0,23 0-1,-33 2-15,-1 1 0,1-1 0,0 1-1,0 0 1,0 0 0,0-1 0,-1 1 0,1 0-1,-1 0 1,1 1 0,0-1 0,-1 0 0,0 0 0,1 1-1,-1-1 1,0 1 0,0-1 0,0 1 0,0 0-1,0-1 1,0 1 0,0 0 0,0 0 0,-1 0-1,1 0 1,-1-1 0,1 1 0,-1 0 0,0 4 0,2 9 6,-1-1 0,-1 30 0,0-27 0,0-15-5,0 0 0,0 0 1,0 0-1,0 0 0,0 0 0,0 0 0,-1 0 1,1 1-1,-1-1 0,1 0 0,-1 0 1,0 0-1,0 0 0,0-1 0,0 1 1,0 0-1,0 0 0,0 0 0,-1-1 0,1 1 1,-1-1-1,1 1 0,-1-1 0,0 0 1,-2 2-1,2-32 362,3 20-355,0 1 0,1-1 0,1 1 0,-1 0 0,1 0 0,1 0 0,-1 0 0,1 1 0,1-1 0,-1 1 0,1 0 0,1 1 0,6-8 0,2-2 24,0 2 0,1-1 0,1 2 0,28-19 0,-36 27-2,0 1 0,0 0 0,1 0 0,-1 1 0,1 0 0,0 0 0,11-1 0,-17 3-23,0 1 0,0 0-1,0-1 1,0 1 0,0 0-1,1 0 1,-1 1 0,0-1 0,0 1-1,0-1 1,0 1 0,0 0-1,0 0 1,0 1 0,0-1 0,-1 0-1,1 1 1,0 0 0,-1-1-1,1 1 1,-1 0 0,0 1 0,1-1-1,1 3 1,4 8 5,0 1 0,-1 0 0,-1 0-1,0 0 1,-1 1 0,0 0 0,4 25 0,-4-4-54,-1 0 1,-2 42 0,-2-77-60,0-1 0,0 1 1,0 0-1,0-1 0,0 1 1,-1-1-1,1 1 0,0-1 1,0 1-1,-1 0 1,1-1-1,0 1 0,-1-1 1,1 1-1,-1-1 0,1 1 1,0-1-1,-1 0 0,1 1 1,-1-1-1,1 0 0,-1 1 1,1-1-1,-1 0 1,0 1-1,1-1 0,-1 0 1,1 0-1,-1 0 0,0 0 1,1 0-1,-1 1 0,0-1 1,-24-5-6334,7-12-812</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2:37.489"/>
    </inkml:context>
    <inkml:brush xml:id="br0">
      <inkml:brushProperty name="width" value="0.05" units="cm"/>
      <inkml:brushProperty name="height" value="0.05" units="cm"/>
      <inkml:brushProperty name="color" value="#E71224"/>
    </inkml:brush>
  </inkml:definitions>
  <inkml:trace contextRef="#ctx0" brushRef="#br0">1 0 16952,'0'0'5298</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2:39.176"/>
    </inkml:context>
    <inkml:brush xml:id="br0">
      <inkml:brushProperty name="width" value="0.05" units="cm"/>
      <inkml:brushProperty name="height" value="0.05" units="cm"/>
      <inkml:brushProperty name="color" value="#E71224"/>
    </inkml:brush>
  </inkml:definitions>
  <inkml:trace contextRef="#ctx0" brushRef="#br0">18 344 16119,'0'0'7844,"13"-18"-7737,0 0-95,1 1 1,21-21-1,-31 35-4,-1 0 1,1 1-1,0-1 1,0 1-1,0 0 0,0 0 1,1 1-1,-1-1 0,0 1 1,1 0-1,-1 0 1,1 0-1,-1 1 0,1-1 1,-1 1-1,1 0 0,-1 1 1,1-1-1,0 1 1,-1 0-1,0 0 0,1 0 1,-1 1-1,0-1 0,1 1 1,-1 0-1,0 0 1,0 1-1,-1-1 0,1 1 1,0 0-1,-1 0 0,0 0 1,0 0-1,5 6 1,-4 1 0,0-1 0,0 1 1,-1 0-1,0 0 0,-1 0 1,0 1-1,-1-1 1,0 0-1,-1 1 0,0-1 1,0 1-1,-1-1 1,-4 17-1,-1 1 7,-1-1 0,-2-1-1,-22 47 1,24-59-17,0 0 0,1 0-1,0 1 1,1 0 0,1 0-1,0 0 1,2 1 0,-1-1-1,2 1 1,0 0 0,1 20-1,1-33 2,0 1 0,1-1 0,-1 1 0,1-1 0,-1 0 0,1 1 0,0-1 0,0 0 0,0 0 0,1 0 0,-1-1 0,1 1 1,0 0-1,-1-1 0,5 3 0,57 35 40,-18-12-3,-37-21-34,-1 1 0,-1-1-1,1 1 1,-1 1 0,-1-1 0,1 1 0,-2 1 0,1-1 0,-1 1 0,0 0 0,-1 0 0,4 16 0,-6-20 15,0 0 0,-1 1 0,0-1 0,0 0 1,-1 0-1,1 1 0,-2-1 0,1 1 0,0-1 1,-1 0-1,-1 0 0,1 1 0,-1-1 0,0 0 0,0 0 1,0 0-1,-1-1 0,0 1 0,0-1 0,-1 1 0,0-1 1,-6 7-1,1-4-3,0 0 0,-1 0 1,-1-2-1,1 1 0,-1-1 0,0 0 0,-1-1 1,1-1-1,-1 0 0,0 0 0,0-1 1,0 0-1,0-1 0,-1-1 0,1 0 1,-16-1-1,22 0-11,-1 0 1,1-1 0,-1 0-1,1 0 1,0 0-1,-1-1 1,1 0-1,0 0 1,0-1 0,0 1-1,0-1 1,1-1-1,-1 1 1,1-1-1,0 0 1,0 0 0,0 0-1,0-1 1,1 0-1,0 0 1,0 0 0,0 0-1,1-1 1,-1 1-1,1-1 1,1 0-1,-1 0 1,1 0 0,0 0-1,0-1 1,-1-10-1,1 8-12,1-1 1,0 0-1,1 1 0,0-1 0,0 0 0,1 1 0,0-1 0,1 1 0,0-1 1,1 1-1,0 0 0,0-1 0,1 2 0,0-1 0,0 0 0,1 1 0,0 0 0,1 0 1,0 0-1,0 1 0,10-10 0,55-54-100,130-101-1,-148 133 64,1 2 0,3 3 0,91-41-1,-123 60 249,-25 7-68,-16-1-80,4 6-42,-1 1 1,1 0 0,-1 1 0,0 0-1,1 1 1,-1 0 0,0 1 0,1 0-1,-1 1 1,1 1 0,0 0 0,-18 7-1,25-8-12,-1 0 1,1 1-1,0 0 0,0 0 0,0 1 0,0-1 0,1 1 0,-1 0 0,1 0 0,0 1 0,0-1 0,1 1 0,-1 0 1,1 0-1,0 0 0,1 0 0,-1 1 0,1-1 0,0 1 0,0-1 0,0 1 0,1 0 0,0 0 0,0 0 1,1 0-1,0 11 0,0-16-18,1 1 1,0-1 0,-1 1 0,1-1 0,0 0-1,0 1 1,0-1 0,0 0 0,0 0 0,0 0-1,0 0 1,1 0 0,-1 0 0,0 0 0,1 0-1,-1 0 1,0 0 0,1-1 0,-1 1-1,1-1 1,-1 1 0,1-1 0,0 1 0,-1-1-1,1 0 1,-1 0 0,1 0 0,-1 0 0,1 0-1,0 0 1,2-1 0,4 1-8,-1 0 0,1 0 1,0-1-1,-1 0 0,15-4 0,-11-1 27,-1-1-1,1 1 1,-1-2 0,-1 1-1,1-1 1,-2-1 0,1 0-1,11-15 1,8 57-78,-23-28 74,0-1 0,1 0 0,-1-1-1,1 1 1,0-1 0,0 0 0,0 0-1,0-1 1,1 0 0,-1 0-1,1 0 1,-1-1 0,1 0 0,-1 0-1,1-1 1,0 0 0,-1 0 0,1 0-1,11-3 1,-6 1-1,1-1 1,-1 0-1,0 0 0,-1-2 0,1 1 1,-1-2-1,0 1 0,0-1 0,17-14 1,-13 8-2,-1-2 1,0 1-1,-1-2 1,-1 0-1,0 0 1,-1-1-1,-1-1 1,0 0-1,-1 0 1,-1-1-1,-1 0 1,6-21-1,-5 6 76,-1-1 0,-2 0 0,-1 0 0,-1 0 0,-5-67 0,2 98-15,0 1 0,-1-1 0,1 0 0,-1 1 0,0-1 0,0 1 0,0-1 0,0 1 0,0 0 0,0-1 0,-1 1 0,1 0 0,-1 0 0,1 0 0,-1 0 0,0 0 0,0 0-1,0 0 1,0 0 0,-4-2 0,5 4-24,-1-1 0,0 1-1,1-1 1,-1 1-1,1-1 1,-1 1 0,0 0-1,0 0 1,1 0-1,-1 0 1,0 0 0,1 0-1,-1 0 1,0 0-1,1 1 1,-1-1 0,0 1-1,1-1 1,-1 1-1,1 0 1,-1-1 0,1 1-1,-1 0 1,1 0-1,0 0 1,-1 0 0,1 1-1,0-1 1,0 0-1,0 0 1,0 1 0,0-1-1,0 1 1,-1 1-1,-6 11-12,0 0 0,1 1 0,1 0 0,0 0 0,1 1 0,0 0 0,2 0 0,-3 22 0,-4 137 73,10-164-94,0-7-1,-2 29-6,3 0 0,0 0 0,2 0 0,11 48 0,-12-74-25,-1 0-1,2 0 1,-1 0-1,0-1 1,1 1 0,0-1-1,1 0 1,0 0-1,0 0 1,0 0-1,0-1 1,1 1-1,0-1 1,0 0 0,0-1-1,1 1 1,0-1-1,0 0 1,0 0-1,0-1 1,0 0-1,1 0 1,-1 0-1,1-1 1,0 0 0,0-1-1,13 3 1,-12-5 19,0 1 0,0-1 1,0 0-1,0 0 1,0-1-1,-1 0 1,1-1-1,0 0 0,-1 0 1,0 0-1,0-1 1,0 0-1,0-1 0,-1 1 1,1-1-1,-1 0 1,0-1-1,-1 0 0,1 0 1,5-8-1,9-13 26,-1 0 0,-1-1-1,21-46 1,-27 45-59,3-2 614,-15 30-565,0 1 1,0 0 0,0 0-1,0 0 1,0 0 0,0 0-1,0 0 1,0 0-1,0 0 1,0 0 0,0 0-1,0 0 1,1-1-1,-1 1 1,0 0 0,0 0-1,0 0 1,0 0 0,0 0-1,0 0 1,0 0-1,0 0 1,1 0 0,-1 0-1,0 0 1,0 0 0,0 0-1,0 0 1,0 0-1,0 0 1,0 0 0,0 0-1,1 0 1,-1 0 0,0 0-1,0 0 1,0 0-1,0 1 1,0-1 0,0 0-1,0 0 1,0 0-1,0 0 1,1 0 0,-1 0-1,0 0 1,0 0 0,0 0-1,0 0 1,0 0-1,0 1 1,0-1 0,0 0-1,0 0 1,0 0 0,0 0-1,0 0 1,0 0-1,0 0 1,0 0 0,0 1-1,0-1 1,0 0 0,0 0-1,2 21 6,-7 58-51,2-56 35,1 1 1,2-1 0,3 42 0,-2-63 0,0 0-1,0 0 1,0 0 0,0 0-1,0 0 1,1 0-1,-1 0 1,0 0-1,1-1 1,-1 1 0,1-1-1,0 1 1,0-1-1,-1 1 1,1-1 0,0 0-1,0 0 1,0 0-1,1 0 1,-1 0-1,0-1 1,0 1 0,0 0-1,0-1 1,1 0-1,-1 0 1,0 1-1,1-1 1,2-1 0,1 2-5,1-1 0,0-1 0,0 1 0,0-1 0,0 0 0,0-1 0,-1 1 0,12-5 0,-8-1 10,0 0 0,0 0 0,0 0 0,-1-2 0,-1 1 0,1-1-1,-1 0 1,-1 0 0,10-17 0,-8 13 7,-1-1 0,-1 0 1,0 0-1,-1-1 0,0 0 0,6-28 0,-13 43-4,1 0-1,0 0 0,0 0 0,0 1 0,0-1 0,0 0 1,0 0-1,0 0 0,0 0 0,-1 0 0,1 0 0,0 0 1,0 0-1,0 0 0,0 0 0,0 0 0,0 0 0,0 0 1,0 0-1,-1 0 0,1 0 0,0-1 0,0 1 0,0 0 1,0 0-1,0 0 0,0 0 0,0 0 0,0 0 0,0 0 1,-1 0-1,1 0 0,0 0 0,0 0 0,0 0 0,0 0 1,0-1-1,0 1 0,0 0 0,0 0 0,0 0 0,0 0 1,0 0-1,0 0 0,0 0 0,0 0 0,0-1 0,0 1 1,0 0-1,0 0 0,0 0 0,0 0 0,0 0 1,0 0-1,0 0 0,0 0 0,0-1 0,0 1 0,0 0 1,0 0-1,-11 12 2,-9 19-27,15-18 11,1 1-1,0-1 0,1 0 1,1 1-1,0 0 1,0 0-1,2 0 1,0 20-1,0-22-48,0-11 49,1-1-1,-1 1 1,0-1-1,0 1 1,0 0 0,1-1-1,-1 1 1,0 0-1,1-1 1,-1 1-1,0-1 1,1 1 0,-1-1-1,1 1 1,-1-1-1,1 1 1,-1-1-1,1 0 1,-1 1 0,1-1-1,-1 1 1,1-1-1,-1 0 1,1 0 0,0 1-1,-1-1 1,1 0-1,0 0 1,-1 0-1,1 0 1,0 0 0,-1 0-1,1 0 1,0 0-1,-1 0 1,1 0-1,0 0 1,-1 0 0,1 0-1,-1 0 1,1-1-1,1 0 1,0 1 3,0 0-1,0-1 1,0 0 0,0 1 0,0-1 0,0 0-1,0 0 1,0 0 0,-1 0 0,1-1-1,0 1 1,-1 0 0,4-4 0,-1-3-11,-1 0 0,0 0 0,0-1 0,-1 1 0,0-1 0,2-14 0,-3 13 72,0 1 0,1-1-1,0 1 1,1 0 0,7-16 0,-9 23-35,1-1-1,-1 1 1,1 0 0,0 0 0,0 0-1,0 0 1,0 0 0,0 0 0,0 0 0,1 1-1,-1-1 1,0 1 0,1 0 0,-1-1-1,1 1 1,0 0 0,-1 1 0,1-1-1,0 0 1,-1 1 0,1-1 0,0 1-1,0 0 1,3 0 0,-2 0-5,0 0 0,-1 0-1,1 0 1,-1 1 0,1-1 0,0 1 0,-1 0 0,1 0 0,-1 0-1,1 0 1,-1 1 0,6 2 0,-5 0-9,0 0 1,-1-1-1,0 1 1,0 0-1,0 1 0,0-1 1,0 0-1,2 8 1,1 0 19,-3-3-22,1 0 1,1-1-1,0 0 0,7 11 0,-11-18 4,0 0 0,-1 0-1,1 0 1,0-1 0,-1 1-1,1 0 1,0-1-1,0 1 1,0 0 0,-1-1-1,1 1 1,0-1-1,0 1 1,0-1 0,0 1-1,0-1 1,0 0 0,0 1-1,0-1 1,0 0-1,0 0 1,0 0 0,1 0-1,-1 0 1,0 0 0,0 0-1,0 0 1,0-1-1,0 1 1,0 0 0,0 0-1,0-1 1,0 1-1,0-1 1,0 1 0,0-1-1,-1 1 1,1-1 0,0 0-1,0 1 1,0-1-1,-1 0 1,1 0 0,0 1-1,-1-1 1,1 0 0,0-2-1,25-33 78,-17 22-29,1 0 0,0 1 0,19-18 0,-25 27-3,0 1 0,0-1 0,0 1 1,1 0-1,0 1 0,-1-1 0,1 1 0,0 0 0,0 0 0,1 1 1,-1-1-1,0 1 0,0 0 0,1 1 0,7-1 0,-6 2-26,0-1-1,0 1 1,0 1-1,0 0 1,0 0 0,0 0-1,0 1 1,-1 0-1,1 0 1,-1 0-1,0 1 1,0 0-1,0 0 1,0 1-1,-1 0 1,1 0-1,-1 0 1,-1 0-1,1 1 1,4 8 0,-2-4-91,-1 0 1,0 1 0,-1 0 0,0 0-1,0 0 1,-1 1 0,-1 0 0,0 0-1,-1-1 1,0 2 0,0 16 0,-2-28-83,0 1 1,-1-1-1,1 1 1,-1-1 0,1 0-1,-1 1 1,1-1-1,-1 0 1,0 1-1,0-1 1,1 0 0,-1 0-1,0 0 1,0 0-1,0 0 1,0 0-1,-1 0 1,1 0-1,0 0 1,0 0 0,-1-1-1,1 1 1,0 0-1,-1-1 1,1 1-1,0-1 1,-1 0 0,1 1-1,-1-1 1,1 0-1,-1 0 1,-2 0-1,-51-2-7625,24-5 921</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2:39.520"/>
    </inkml:context>
    <inkml:brush xml:id="br0">
      <inkml:brushProperty name="width" value="0.05" units="cm"/>
      <inkml:brushProperty name="height" value="0.05" units="cm"/>
      <inkml:brushProperty name="color" value="#E71224"/>
    </inkml:brush>
  </inkml:definitions>
  <inkml:trace contextRef="#ctx0" brushRef="#br0">190 117 16039,'0'0'7124,"-16"-116"-7124,-2 116-577,-18 9-1760,-18 17-2049,-11 7-9652</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2:39.863"/>
    </inkml:context>
    <inkml:brush xml:id="br0">
      <inkml:brushProperty name="width" value="0.05" units="cm"/>
      <inkml:brushProperty name="height" value="0.05" units="cm"/>
      <inkml:brushProperty name="color" value="#E71224"/>
    </inkml:brush>
  </inkml:definitions>
  <inkml:trace contextRef="#ctx0" brushRef="#br0">1 49 17688,'0'0'4818,"145"14"-3441,-59-14-993,2-12-192,-11-4-144,-4 2-48,-14 5-176,-12 2-704,-11 2-529,-12 5-512,-14 0-1600</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2:40.254"/>
    </inkml:context>
    <inkml:brush xml:id="br0">
      <inkml:brushProperty name="width" value="0.05" units="cm"/>
      <inkml:brushProperty name="height" value="0.05" units="cm"/>
      <inkml:brushProperty name="color" value="#E71224"/>
    </inkml:brush>
  </inkml:definitions>
  <inkml:trace contextRef="#ctx0" brushRef="#br0">1 56 13686,'0'0'4536,"10"2"-3552,-1 0-796,-3 0-6,0-1 0,0 0 0,1 0 1,-1 0-1,0-1 0,7 0 0,-11 0-116,0 0 0,-1-1 0,1 1 0,-1-1 0,1 1 0,-1-1 0,1 1 0,-1-1 1,1 0-1,-1 1 0,0-1 0,0 0 0,1 0 0,-1 0 0,0 0 0,0-1 0,0 1 0,0 0 0,0 0 0,0-1 0,0 1 0,0 0 0,-1-1 0,1 1 0,0-1 0,-1 1 0,1-1 0,-1 1 0,0-1 0,1 1 0,-1-1 0,0-2 0,0 3-34,0 0-1,0 0 1,1 0 0,-1 0 0,0 0 0,0 0 0,0 0-1,-1 0 1,1 0 0,0 0 0,0 0 0,0 0 0,-1 0-1,1 1 1,0-1 0,-1 0 0,1 0 0,-1 0-1,1 0 1,-1 1 0,1-1 0,-1 0 0,0 1 0,1-1-1,-1 0 1,0 1 0,0-1 0,1 1 0,-1-1-1,0 1 1,0-1 0,0 1 0,0-1 0,-1 1 0,-2-1 57,1 1 0,-1 0 0,1 0 0,-1 0 0,0 0 0,1 1 0,-1-1 0,-4 2 0,5 0-175,0-1-1,0 0 0,0 1 0,1 0 0,-1-1 0,1 1 1,-1 0-1,1 0 0,0 1 0,-1-1 0,1 0 1,0 1-1,1-1 0,-1 1 0,0 0 0,1 0 0,-1-1 1,1 1-1,0 0 0,0 0 0,0 0 0,1 0 1,-1 1-1,0 5 0,-1 10-1665,0 0 1,3 36-1,-1-43 653,2 32-7488</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2:41.207"/>
    </inkml:context>
    <inkml:brush xml:id="br0">
      <inkml:brushProperty name="width" value="0.05" units="cm"/>
      <inkml:brushProperty name="height" value="0.05" units="cm"/>
      <inkml:brushProperty name="color" value="#E71224"/>
    </inkml:brush>
  </inkml:definitions>
  <inkml:trace contextRef="#ctx0" brushRef="#br0">0 77 13942,'0'0'8890,"3"-2"-8410,2 0-416,0-1 0,-1 1 1,1 0-1,0 0 0,0 1 0,0 0 0,0 0 1,1 0-1,-1 0 0,0 1 0,0-1 0,8 2 1,18-2 87,189-22 84,229-12-272,-448 35-177,-44 3 145,-75-4 0,39-1 596,75 2-494,0 1 0,1-1 0,-1 1 0,0 0 0,1 0 0,0 0 0,-1 1 0,1-1 0,-1 1 0,1 0 0,0-1 0,0 2 0,0-1 0,0 0 0,1 0 0,-1 1 0,0 0 0,1-1 0,0 1 0,0 0 0,0 0 0,0 0 0,0 1 0,0-1 0,1 0 0,0 1 0,-1-1 0,1 1 0,1-1 0,-2 6 0,-2 12 91,1 0 0,0 0-1,2 39 1,1-59-117,0 138 222,23 170 1,-18-264-265,-4-27-143,1 1-1,1-1 1,1-1 0,0 1 0,1 0-1,11 24 1,-15-39-71,1-1 1,0 1-1,0-1 0,0 0 1,0 1-1,0-1 0,0 0 1,1 0-1,-1-1 0,1 1 1,-1 0-1,1-1 0,0 1 0,0-1 1,0 0-1,4 1 0,-4-1-377,1 0-1,0 0 1,0-1-1,-1 1 1,1-1-1,0 0 0,0-1 1,0 1-1,0 0 1,-1-1-1,1 0 1,0 0-1,3-1 0,22-18-7348</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2:42.365"/>
    </inkml:context>
    <inkml:brush xml:id="br0">
      <inkml:brushProperty name="width" value="0.05" units="cm"/>
      <inkml:brushProperty name="height" value="0.05" units="cm"/>
      <inkml:brushProperty name="color" value="#E71224"/>
    </inkml:brush>
  </inkml:definitions>
  <inkml:trace contextRef="#ctx0" brushRef="#br0">41 181 11189,'0'0'7654,"5"-3"-6688,1-1-796,0 0-1,-1 0 1,1 0-1,-1-1 1,0 1-1,0-1 1,0-1 0,-1 1-1,0 0 1,0-1-1,0 0 1,-1 0-1,1 0 1,-2-1 0,1 1-1,-1-1 1,0 1-1,0-1 1,-1 0-1,1 0 1,-2 0 0,1 0-1,-1 0 1,-1-10-1,1 16-155,1 0-1,-1 0 1,0 0 0,0 1-1,0-1 1,0 0-1,-1 0 1,1 0 0,0 1-1,0-1 1,0 0-1,-1 0 1,1 1-1,0-1 1,-1 0 0,1 0-1,-1 1 1,1-1-1,0 0 1,-1 1-1,0-1 1,1 1 0,-1-1-1,1 1 1,-1-1-1,0 1 1,1-1-1,-1 1 1,0-1 0,1 1-1,-1 0 1,0 0-1,0-1 1,0 1-1,1 0 1,-1 0 0,0 0-1,0 0 1,0 0-1,1 0 1,-1 0 0,0 0-1,0 0 1,0 0-1,1 0 1,-1 0-1,0 1 1,0-1 0,1 0-1,-1 1 1,0-1-1,0 1 1,-3 0-16,0 1 0,0 0 0,1 0 0,-1 0 0,1 0 0,-1 1-1,1-1 1,0 1 0,-4 4 0,-1 6-6,0 1 0,1 0 0,1 0 0,0 0 0,0 0 0,2 1 0,0 0 0,1 0 0,0 0 0,1 1 0,1-1 0,0 0 0,1 1 0,1-1 0,4 27 0,-4-38 7,0-1 0,0 1 0,0-1 0,1 0 0,-1 1 0,1-1-1,-1 0 1,1 0 0,0 0 0,1 0 0,-1 0 0,0-1 0,1 1 0,-1-1 0,1 1-1,0-1 1,3 2 0,-4-3 1,1 0 1,-1 0-1,0 0 0,0 0 0,1-1 0,-1 1 0,1-1 0,-1 1 1,0-1-1,1 0 0,-1 0 0,1 0 0,-1 0 0,0-1 0,1 1 1,-1 0-1,1-1 0,-1 0 0,0 0 0,0 0 0,1 0 1,-1 0-1,0 0 0,0 0 0,0-1 0,3-1 0,46-42 49,-31 27-10,1 1 0,34-22-1,-47 34-11,1 0 0,0 1 0,0 0 0,1 1 0,-1 0 0,1 0 0,0 1 0,-1 0 0,1 1 0,16 0 0,-24 1-28,0 0 0,1 0 0,-1 0 0,0 1 0,1-1 0,-1 1 0,0 0 0,0 0-1,1 0 1,-1 0 0,0 0 0,0 0 0,0 0 0,0 1 0,0-1 0,0 1 0,-1-1 0,1 1 0,2 3 0,-1 0-1,1 0-1,-1 1 1,-1-1 0,1 1-1,-1-1 1,0 1 0,2 9-1,0 7-1,-1 0 0,-1 0 0,0 27 0,-2 5 20,-1-54-8,1 0 1,-1 0-1,1 0 0,-1 0 1,1 0-1,-1 0 0,1 0 1,-1 0-1,1 0 0,-1 0 1,1 0-1,-1-1 0,1 1 1,0 0-1,-1 0 1,1-1-1,-1 1 0,1 0 1,0 0-1,-1-1 0,1 1 1,-1 0-1,1-1 0,0 1 1,0-1-1,-1 1 0,1 0 1,0-1-1,-1 0 1,-1-6-4,0 1 0,1-1 0,0 0 0,0 1 0,0-1 0,1 0 0,0 0 0,1 0 0,-1 0 1,1 1-1,0-1 0,1 0 0,0 1 0,0-1 0,0 1 0,1-1 0,0 1 0,0 0 0,0 0 0,1 0 1,0 1-1,0-1 0,6-4 0,-4 3-3,2 1-1,-1 0 1,1 0 0,0 1 0,0 0-1,0 0 1,1 1 0,-1 0 0,1 1-1,0 0 1,0 0 0,1 1 0,-1 0-1,0 1 1,1 0 0,12 0 0,-18 0 0,0 1 0,0 0 0,0 0 1,0 0-1,0 1 0,0-1 0,0 1 1,0 0-1,0 0 0,0 0 1,-1 1-1,1-1 0,0 1 0,-1 0 1,1 0-1,-1 0 0,0 1 0,0-1 1,0 1-1,0 0 0,0 0 0,0 0 1,-1 0-1,0 0 0,1 0 0,-1 1 1,0-1-1,0 1 0,-1-1 1,1 1-1,-1 0 0,1 6 0,3 13-8,0 1-1,-3 0 1,0 0-1,-1 35 1,-1-49-12,0-10 90,22-37 242,-13 24-281,0 0 0,1 1 0,1 1 0,16-15 0,-22 22-22,0 0 0,0 1 0,1-1 0,-1 1 0,1 0 0,-1 0 0,1 1 0,0-1-1,0 1 1,0 1 0,0-1 0,1 1 0,9-1 0,-14 3-12,0-1 1,0 1-1,0-1 1,0 1-1,0 0 1,0 0-1,0 0 1,-1 0-1,1 0 0,0 0 1,0 1-1,-1-1 1,1 0-1,-1 1 1,1-1-1,-1 1 1,0 0-1,0-1 0,0 1 1,0 0-1,0 0 1,2 3-1,17 52-16,-16-44 15,-1-3 5,12 24 54,-14-33-55,-1-1-1,1 1 1,0-1 0,0 1 0,-1-1 0,1 0 0,0 1-1,0-1 1,0 0 0,-1 0 0,1 0 0,0 0-1,0 1 1,0-1 0,0 0 0,-1 0 0,1 0-1,0-1 1,0 1 0,0 0 0,-1 0 0,1 0 0,0-1-1,0 1 1,0 0 0,-1-1 0,1 1 0,0-1-1,-1 1 1,1-1 0,0 1 0,-1-1 0,1 1-1,0-1 1,-1 0 0,1 1 0,-1-1 0,1 0 0,-1 1-1,0-1 1,1-1 0,44-52 63,-32 37-36,1 0 1,0 1 0,2 0-1,-1 1 1,35-24 0,-48 38-22,0-1 1,0 1-1,0 0 0,0 0 1,1 1-1,-1-1 1,0 0-1,0 1 1,1 0-1,-1-1 0,0 1 1,1 0-1,-1 0 1,1 0-1,-1 1 0,0-1 1,1 0-1,-1 1 1,0 0-1,0-1 0,1 1 1,-1 0-1,0 0 1,0 0-1,0 1 1,0-1-1,0 0 0,0 1 1,-1-1-1,1 1 1,0 0-1,-1-1 0,1 1 1,-1 0-1,2 3 1,7 9-25,-2 1 1,0-1 0,-1 1-1,7 18 1,-4-7 37,1 4-156,3 5-995,-3-16-3712</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1:40.306"/>
    </inkml:context>
    <inkml:brush xml:id="br0">
      <inkml:brushProperty name="width" value="0.05" units="cm"/>
      <inkml:brushProperty name="height" value="0.05" units="cm"/>
      <inkml:brushProperty name="color" value="#E71224"/>
    </inkml:brush>
  </inkml:definitions>
  <inkml:trace contextRef="#ctx0" brushRef="#br0">228 32 11125,'0'0'8927,"-6"-6"-8524,5 4-390,-1 0 0,1 0 0,0 0 0,-1 1-1,1-1 1,-1 1 0,0-1 0,1 1 0,-1 0 0,0-1 0,0 1 0,0 0 0,0 0 0,0 0 0,0 1 0,0-1 0,0 0 0,-1 1 0,1-1 0,0 1 0,0 0 0,0 0 0,-1 0 0,1 0 0,0 0 0,0 0 0,0 1 0,-1-1-1,1 1 1,0-1 0,0 1 0,0 0 0,0 0 0,0 0 0,0 0 0,0 0 0,0 0 0,0 1 0,1-1 0,-1 1 0,-2 2 0,-5 3 2,-1 1-1,1 0 1,1 1 0,-1 0 0,2 0-1,-1 1 1,1 0 0,1 0 0,0 1-1,0 0 1,1 0 0,0 0 0,1 1-1,0-1 1,1 1 0,1 0-1,-1 0 1,2 0 0,0 0 0,0 17-1,1-27-13,1-1-1,-1 1 0,0 0 1,0 0-1,1 0 0,-1-1 0,1 1 1,0 0-1,-1-1 0,1 1 1,0 0-1,0-1 0,0 1 0,0-1 1,0 1-1,1-1 0,-1 0 1,0 1-1,1-1 0,-1 0 0,0 0 1,1 0-1,0 0 0,-1 0 1,1 0-1,-1-1 0,1 1 0,0 0 1,0-1-1,-1 1 0,4-1 1,7 2-5,-1 0 1,1-2 0,23 0 0,-18 0-20,9-12-3,-20 5 26,-16 6 124,1 4-115,1 0 0,-1 1 0,1 0-1,0 0 1,0 1 0,0-1-1,0 2 1,1-1 0,0 1 0,0 1-1,0-1 1,1 1 0,0 0-1,-7 12 1,6-9 3,1 0 1,0 0-1,1 0 0,0 1 0,0 0 1,1-1-1,1 2 0,0-1 0,1 0 0,0 1 1,-1 16-1,3-25-12,-1 0 1,1-1 0,0 1-1,0 0 1,0-1-1,0 1 1,0 0-1,1-1 1,-1 1 0,1-1-1,0 1 1,0-1-1,0 1 1,0-1-1,0 1 1,0-1-1,1 0 1,-1 0 0,1 0-1,-1 1 1,1-2-1,0 1 1,0 0-1,0 0 1,0 0-1,0-1 1,0 1 0,1-1-1,-1 0 1,0 0-1,1 0 1,-1 0-1,1 0 1,-1 0-1,1-1 1,0 1 0,-1-1-1,1 1 1,-1-1-1,1 0 1,0 0-1,4-1 1,-1 1-2,0-1 0,0 0 0,-1 0 0,1 0 0,0 0 0,-1-1 0,1 0 1,-1 0-1,0 0 0,0-1 0,5-3 0,51-42-7,-54 40 8,1 0-1,1 1 1,0 0-1,0 0 1,0 1-1,1 0 1,0 1-1,0 0 1,0 0-1,13-3 1,-15 6-2,0 0-1,0 1 1,1 0-1,-1 1 1,1-1 0,-1 2-1,0-1 1,1 1-1,9 3 1,-13-3 0,0 1 1,0 0-1,0 0 1,-1 1-1,1 0 1,-1 0-1,0 0 1,1 0-1,-2 0 1,1 1-1,0 0 1,-1 0-1,1 0 1,-1 0-1,4 8 1,-3-6-4,0 1 0,-1 1 0,0-1 1,0 0-1,-1 1 0,0 0 0,0-1 0,0 10 0,-1-15 9,-1 0-1,0 0 0,0 0 1,0 0-1,0-1 0,0 1 1,0 0-1,0 0 0,-1 0 0,1-1 1,-1 1-1,1 0 0,-1 0 1,1-1-1,-1 1 0,0 0 1,0-1-1,0 1 0,0-1 1,0 1-1,-1-1 0,1 1 0,0-1 1,0 0-1,-1 0 0,1 0 1,-1 0-1,1 0 0,-1 0 1,0 0-1,1 0 0,-1 0 0,0-1 1,0 1-1,1-1 0,-1 1 1,0-1-1,-3 0 0,3 1 12,-1-1 0,1 0 0,0 1 0,-1-1-1,1 0 1,-1 0 0,1-1 0,0 1 0,-1 0 0,1-1-1,0 0 1,0 1 0,-1-1 0,1 0 0,0 0 0,0 0 0,0 0-1,0-1 1,0 1 0,-3-3 0,4 1 2,-1 0 0,1 0 0,0 1 0,0-1 0,0 0 0,1 0 0,-1 0 0,1 0 0,-1 0 0,1-1 0,0 1 0,0 0 0,1 0 0,-1 0 0,1 0 0,0-3 0,1 1-17,0-1 0,0 1 1,0 1-1,0-1 1,1 0-1,0 0 1,0 1-1,0 0 1,1 0-1,-1 0 0,1 0 1,0 0-1,0 1 1,1-1-1,7-4 1,7-4-13,0 2-1,32-14 1,-27 15 8,2 2 0,-1 1 0,1 1 0,0 1 0,0 2 0,0 0 0,38 3 0,-62-1 0,0 0 1,0 1-1,0-1 0,0 0 0,0 1 0,0-1 0,-1 1 1,1-1-1,0 1 0,0 0 0,0 0 0,0 0 1,-1 0-1,1 0 0,0 1 0,-1-1 0,1 0 0,-1 1 1,0-1-1,1 1 0,1 2 0,0 1-4,-1 0-1,0 0 0,0 0 0,0 0 1,0 0-1,-1 1 0,0-1 1,1 6-1,0 11 18,-1-1 0,-1 1 1,-3 23-1,3-44 0,0 0 1,0 0-1,0 0 1,-1 1-1,1-1 0,0 0 1,0 0-1,-1 0 1,1 0-1,0 0 1,-1 1-1,1-1 1,-1 0-1,0 0 0,1 0 1,-1 0-1,0 0 1,-1 1-1,2-3-3,-1 1-1,0 0 0,1-1 0,-1 1 1,1 0-1,0-1 0,-1 1 1,1-1-1,-1 1 0,1-1 1,0 1-1,-1-1 0,1 1 1,0-1-1,-1 0 0,1 1 1,0-1-1,0 1 0,0-1 1,-1 0-1,1 1 0,0-1 0,0 0 1,0 1-1,0-1 0,0 0 1,0 1-1,0-1 0,1 0 1,-1 1-1,0-1 0,1 0 1,-1 0-5,0 0 0,0 0 1,0 0-1,0 0 0,0 0 1,0 0-1,0 0 1,0 0-1,0 0 0,0 1 1,0-1-1,-1 0 0,1 0 1,0 0-1,0 0 1,-1 0-1,1 0 0,-1 1 1,1-1-1,-1 0 0,1 0 1,-1 1-1,0-1 1,1 0-1,-1 1 0,-1-2 1,-20 7 66,-5 4-35,26-9-26,0 1 0,0-1 0,0 1-1,0-1 1,0 0 0,0 0 0,-1 1 0,1-1-1,0 0 1,0 0 0,0 0 0,0 0-1,0-1 1,0 1 0,-1 0 0,1 0 0,0-1-1,0 1 1,0 0 0,0-1 0,0 1-1,0-1 1,0 0 0,0 1 0,0-1 0,0 0-1,1 0 1,-1 1 0,0-1 0,0 0-1,1 0 1,-1 0 0,0 0 0,1 0 0,-1 0-1,1 0 1,-1 0 0,1 0 0,0 0 0,-1 0-1,1 0 1,0 0 0,0 0 0,0-1-1,0 1 1,0 0 0,0 0 0,0 0 0,0 0-1,0 0 1,0 0 0,1-2 0,0-2-2,0 1 1,1-1-1,-1 1 1,1-1 0,0 1-1,0 0 1,1 0 0,-1 0-1,1 0 1,0 1-1,0-1 1,5-4 0,12-7-20,1 0 1,0 2 0,1 1-1,1 1 1,29-11 0,-37 17 5,0 0 0,1 0-1,-1 2 1,1 0 0,0 1 0,0 0 0,0 1 0,0 1 0,21 2 0,-34-1 0,-1 0 0,0 0 0,1 0 0,-1 0 0,0 0 0,0 1 0,0-1 0,0 1 0,0-1 0,0 1 0,-1 0 0,1 0 0,0-1 0,-1 1 0,1 0 0,-1 1 0,0-1 0,0 0 0,0 0 0,0 0 0,0 1 0,0-1 0,0 1 0,0 4 0,2 9-95,0 1 1,1 28 0,-2-19 47,0-1 9,-1-13-23,0 0 0,1 0 1,0-1-1,1 1 0,5 14 0,-7-23 47,0-1 0,0 1 1,1-1-1,-1 1 0,1-1 0,0 0 0,0 1 0,0-1 0,0 0 0,0 0 0,0 0 0,1-1 0,-1 1 0,0 0 0,1-1 0,0 0 0,-1 1 0,1-1 0,0 0 0,-1 0 0,1-1 0,0 1 0,0-1 0,0 1 0,0-1 0,5 0 0,0 0-31,-1 0-1,1 0 0,-1-1 1,1 0-1,-1-1 1,0 1-1,1-1 0,-1-1 1,0 1-1,0-1 0,7-5 1,-11 6 32,-1 0 1,1 0-1,-1 0 1,0-1-1,1 1 0,-1-1 1,0 0-1,0 0 1,-1 1-1,1-1 1,-1-1-1,1 1 1,-1 0-1,0 0 0,0 0 1,0 0-1,-1-1 1,1 1-1,-1-1 1,0 1-1,0 0 1,0-1-1,0 1 0,0 0 1,-1-1-1,1 1 1,-3-6-1,2 7 23,0 0-1,0 0 1,0 0-1,0 0 1,0 0 0,-1 1-1,1-1 1,-1 0-1,1 0 1,-1 1-1,0-1 1,1 1 0,-1 0-1,0-1 1,0 1-1,0 0 1,0 0-1,-3-1 1,-46-16 73,33 13-33,10 3 17,1 0 19,1 0-1,-1 0 1,0-1 0,1 0-1,-1 0 1,1 0-1,0-1 1,0 0-1,-9-7 1,15 10-69,0 1 1,0-1-1,-1 1 0,1-1 0,0 1 1,0-1-1,0 0 0,0 1 0,0-1 1,0 1-1,0-1 0,0 1 1,0-1-1,0 0 0,0 1 0,1-1 1,-1 1-1,0-1 0,0 1 1,0-1-1,1 1 0,-1-1 0,0 1 1,1-1-1,-1 1 0,0-1 0,1 1 1,-1 0-1,1-1 0,-1 1 1,0-1-1,1 1 0,-1 0 0,1-1 1,-1 1-1,1 0 0,-1 0 0,1 0 1,0-1-1,-1 1 0,1 0 1,-1 0-1,1 0 0,-1 0 0,1 0 1,0 0-1,-1 0 0,1 0 1,-1 0-1,1 0 0,0 0 0,40 0-95,-34 0 117,10 1-41,-1 0 1,0 0 0,0 2-1,0 0 1,0 1-1,0 0 1,21 10-1,-29-11 7,0 1 0,0 0 0,-1 1 0,1 0 0,-1 0 0,0 0 0,-1 1-1,1 0 1,-1 0 0,-1 0 0,1 1 0,-1 0 0,0 0 0,0 1 0,5 12-1,-7-12-3,-1 0 0,0 0 0,-1 0 0,0 0 0,0 0 0,-1 0-1,-1 11 1,1-4 3,0-15 8,0 0-1,0 1 1,0-1-1,0 0 1,0 0-1,0 0 1,0 0-1,0 0 1,0 0-1,0 1 1,0-1-1,0 0 1,0 0-1,0 0 1,0 0-1,0 0 1,0 1-1,0-1 1,-1 0-1,1 0 1,0 0-1,0 0 1,0 0-1,0 0 1,0 0-1,0 0 1,0 0-1,-1 1 1,1-1-1,0 0 1,0 0-1,0 0 1,0 0-1,0 0 1,0 0-1,-1 0 1,1 0-1,0 0 0,0 0 1,0 0-1,0 0 1,0 0-1,-1 0 1,1 0-1,0 0 1,0 0-1,0 0 1,0 0-1,0 0 1,0 0-1,-1 0 1,1-1-1,0 1 1,0 0-1,0 0 1,0 0-1,0 0 1,0 0-1,0 0 1,-1 0-1,1 0 1,0 0-1,0-1 1,0 1 0,-6-12 347,5 4-306,1 1-1,0 0 1,0-1 0,1 1-1,0 0 1,0-1 0,1 1-1,0 0 1,0 0 0,1 0-1,0 0 1,0 1 0,6-9-1,-3 6-43,1 1-1,0 0 1,0 0-1,1 1 1,0 0-1,0 1 1,1-1-1,18-9 1,-14 9-146,1 1 1,0 1-1,0 0 1,0 0 0,0 2-1,1 0 1,24-2-1,56 2-6089,-63 3-1597</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1:41.608"/>
    </inkml:context>
    <inkml:brush xml:id="br0">
      <inkml:brushProperty name="width" value="0.05" units="cm"/>
      <inkml:brushProperty name="height" value="0.05" units="cm"/>
      <inkml:brushProperty name="color" value="#E71224"/>
    </inkml:brush>
  </inkml:definitions>
  <inkml:trace contextRef="#ctx0" brushRef="#br0">70 27 9652,'0'0'12737,"-12"-5"-11995,-35-17-171,48 23-557,-1-1 1,0 0-1,0 1 1,1-1-1,-1 0 1,0 1-1,0-1 1,0 0-1,0 1 1,0-1-1,0 0 1,1 1-1,-1-1 1,0 1-1,0-1 1,0 0-1,0 1 1,0-1-1,0 1 1,-1-1-1,1 0 1,0 1-1,0-1 1,0 0-1,0 1 1,0-1-1,0 0 1,-1 1-1,1-1 1,0 0-1,0 1 1,-1-1 0,1 0-1,0 1 1,0-1-1,-1 0 1,1 0-1,0 1 1,-1-1-1,1 0 1,0 0-1,-1 0 1,1 0-1,0 1 1,-1-1-1,1 0 1,-1 0-1,1 0 1,0 0-1,-1 0 1,1 0-1,0 0 1,-1 0-1,1 0 1,-1 0-1,1 0 1,0 0-1,-1 0 1,1 0-1,-1-1 1,1 1 0,0 0 24,3 6-9,1-1 0,0 0 0,0 0 0,1 0 0,-1-1 1,1 0-1,0 0 0,0 0 0,1 0 0,-1-1 1,10 5-1,73 30 102,-66-29-138,71 22 29,-64-22-10,0 0 1,-1 2 0,33 18-1,-59-29-14,0 1 1,0 0-1,-1 0 0,1 0 0,0 0 0,0 0 1,-1 0-1,1 1 0,-1-1 0,1 0 0,-1 1 1,1-1-1,-1 1 0,0 0 0,0-1 0,0 1 1,0 0-1,0 0 0,0 0 0,-1-1 1,1 1-1,0 0 0,-1 0 0,0 0 0,1 0 1,-1 0-1,0 0 0,0 1 0,0-1 0,0 0 1,0 0-1,-1 0 0,1 0 0,-1 0 0,1 0 1,-1-1-1,0 1 0,0 0 0,0 0 0,0 0 1,0-1-1,0 1 0,0 0 0,0-1 0,-1 1 1,-2 2-1,-6 6 0,-1 0 0,0-1 0,0 0 0,-1-1 0,-15 8 1,-22 13 89,13-6-69,-2-1 0,0-3-1,-60 23 1,96-42-247,23-1-5141,-8-1 3486,-1 0 0,1-2-1,18-6 1,14-6-5700</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1:42.035"/>
    </inkml:context>
    <inkml:brush xml:id="br0">
      <inkml:brushProperty name="width" value="0.05" units="cm"/>
      <inkml:brushProperty name="height" value="0.05" units="cm"/>
      <inkml:brushProperty name="color" value="#E71224"/>
    </inkml:brush>
  </inkml:definitions>
  <inkml:trace contextRef="#ctx0" brushRef="#br0">39 28 10325,'0'0'11512,"2"-7"-10960,-1-13-300,-11 38 27,-13 52 68,19-42-298,1 1 1,1 39 0,2-65-50,1-1 0,-1 1 1,0 0-1,1 0 0,-1-1 0,1 1 1,0 0-1,0 0 0,0-1 0,0 1 0,0-1 1,1 1-1,-1-1 0,1 0 0,0 1 0,-1-1 1,1 0-1,0 0 0,0 0 0,3 2 1,0-1-5,0 0 1,0-1 0,0 1-1,0-1 1,0 0 0,1 0-1,-1-1 1,1 1 0,10 0-1,-7-1 3,0 0 0,0-1-1,-1 0 1,1-1 0,0 1-1,0-2 1,0 1-1,0-1 1,-1-1 0,1 0-1,-1 0 1,0 0-1,9-6 1,-11 4 1,0 0 0,-1 0 0,1 0 0,-1-1-1,-1 0 1,1 0 0,-1 0 0,0-1 0,0 0 0,-1 1 0,0-1 0,4-13 0,-6 16 12,0 0 0,0 1 0,0-1 0,-1 0 0,1 1 0,-1-1 1,0 0-1,0 0 0,-1 1 0,1-1 0,-1 0 0,0 0 1,1 1-1,-2-1 0,1 1 0,0-1 0,-1 1 0,1-1 0,-1 1 1,0 0-1,0 0 0,-1 0 0,1 0 0,-1 0 0,1 0 1,-1 1-1,-4-4 0,0 1 14,-1 1-1,0-1 1,0 1 0,0 1 0,-1 0-1,1 0 1,-1 0 0,0 1 0,0 0 0,-13 0-1,17 2-483,0 0 0,0 0 0,0 0 0,0 1 1,0 0-1,0 0 0,-6 3 0,-6 6-3814</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1:43.575"/>
    </inkml:context>
    <inkml:brush xml:id="br0">
      <inkml:brushProperty name="width" value="0.05" units="cm"/>
      <inkml:brushProperty name="height" value="0.05" units="cm"/>
      <inkml:brushProperty name="color" value="#E71224"/>
    </inkml:brush>
  </inkml:definitions>
  <inkml:trace contextRef="#ctx0" brushRef="#br0">8 3 4098,'0'0'12926,"0"0"-12865,0 0-1,0 0 1,0 0 0,0-1 0,0 1-1,0 0 1,0 0 0,-1 0 0,1 0-1,0 0 1,0-1 0,0 1 0,0 0-1,0 0 1,-1 0 0,1 0 0,0 0-1,0 0 1,0 0 0,0 0 0,-1 0-1,1 0 1,0-1 0,0 1 0,0 0 0,0 0-1,-1 0 1,1 0 0,0 0 0,0 0-1,0 0 1,-1 1 0,1-1 0,0 0-1,0 0 1,0 0 0,0 0 0,-1 0-1,1 0 1,0 0 0,0 0 0,0 0-1,0 0 1,0 0 0,-1 1 0,1-1-1,0 0 1,0 0 0,0 0 0,0 0-1,0 0 1,0 1 0,0 8 107,1 1-1,0-1 1,0 0 0,1 1-1,1-1 1,0 0 0,0 0-1,0-1 1,1 1 0,8 11-1,-2-4-50,1-1-1,1 0 1,0-1-1,25 23 1,9 0-37,2-2 1,67 38 0,-112-72-66,110 61 0,2-6 1,3-5-1,2-5 1,242 58-1,-274-82 15,2-5-1,0-3 0,113 1 1,-203-15-26,1-1 0,0 1 0,-1-1 1,1 1-1,0-1 0,-1 0 0,1 1 1,-1-1-1,1 0 0,-1 1 1,1-1-1,-1 0 0,0 0 0,1 1 1,-1-1-1,0 0 0,0 0 0,0 0 1,1 0-1,-1 1 0,0-1 1,0 0-1,0 0 0,0 0 0,-1-1 1,1-30 2,0 26-5,0 1-4,-1 0 1,0-1-1,0 1 1,-1 0-1,1 0 1,-1 0-1,0 0 1,-1 0-1,1 1 1,-1-1-1,0 1 1,0-1-1,0 1 1,-1 0-1,1 0 1,-1 1-1,0-1 1,0 1-1,0 0 1,-9-5-1,-2-1 136,-1 0 0,0 1 0,0 1-1,-30-9 1,45 15 298,18 3-506,0 4 77,0 1 1,0 0-1,-1 2 1,0 0 0,0 0-1,-1 2 1,0 0-1,21 21 1,-32-28-7,0-1 0,-1 1 0,0 0 1,0 0-1,0 0 0,0 0 0,0 0 0,-1 1 1,0-1-1,0 1 0,0 0 0,-1 0 1,1 0-1,-1-1 0,0 1 0,0 0 0,-1 0 1,0 1-1,0-1 0,0 0 0,0 0 1,-1 0-1,0 0 0,0 0 0,-2 6 0,-4 6-500,-1-1-1,-1 1 1,0-2-1,-1 1 1,-18 21-1,20-28-105,-12 19-2331,4-4-1753</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1:45.645"/>
    </inkml:context>
    <inkml:brush xml:id="br0">
      <inkml:brushProperty name="width" value="0.05" units="cm"/>
      <inkml:brushProperty name="height" value="0.05" units="cm"/>
      <inkml:brushProperty name="color" value="#E71224"/>
    </inkml:brush>
  </inkml:definitions>
  <inkml:trace contextRef="#ctx0" brushRef="#br0">36 115 11605,'0'0'7831,"-1"6"-7487,-4 49 815,4 91 1,2-66-283,-1-80-626,-5-10 893,-3-20-1068,2 0 0,2 0-1,0-1 1,2 1 0,2-1 0,2-34-1,0 2-53,-3 50-17,0 9 3,1 0-1,0-1 0,-1 1 0,2-1 1,-1 1-1,0-1 0,1 1 0,0-1 1,0 1-1,0-1 0,1 1 1,-1 0-1,4-6 0,-5 10-6,1 0 1,-1-1-1,0 1 0,1 0 1,-1 0-1,0 0 0,1 0 0,-1 0 1,0 0-1,1 0 0,-1 0 0,1 0 1,-1 0-1,0 0 0,1 0 1,-1 0-1,1 0 0,-1 0 0,0 0 1,1 0-1,-1 0 0,0 1 0,1-1 1,-1 0-1,0 0 0,1 0 1,-1 1-1,0-1 0,0 0 0,1 0 1,-1 1-1,0-1 0,1 0 0,-1 1 1,0-1-1,0 0 0,0 1 1,0-1-1,1 1 0,9 16 17,-9-14-18,26 53 0,31 57-2,-52-102 1,2 0 0,-1-1 0,1 0 0,1 0 0,-1-1 0,2 0 0,14 11 0,-23-18 2,1-1-1,0 0 1,0 0 0,0 0 0,0 0 0,0 0 0,0-1-1,0 1 1,0-1 0,0 1 0,0-1 0,0 0 0,0 1-1,0-1 1,1 0 0,-1-1 0,0 1 0,0 0 0,0-1-1,0 1 1,0-1 0,0 1 0,0-1 0,0 0 0,0 0-1,0 0 1,0 0 0,0 0 0,-1 0 0,1-1-1,0 1 1,-1-1 0,1 1 0,-1-1 0,0 1 0,1-1-1,-1 0 1,1-2 0,7-10 10,-1 1 0,-1-1-1,-1 0 1,7-19 0,-6 13-6,48-132 37,-55 152-39,0 1 0,0-1 0,0 0 0,0 0 0,0 0 0,0 1-1,0-1 1,0 0 0,0 0 0,0 0 0,0 1 0,1-1 0,-1 0 0,0 0 0,0 0 0,0 0-1,0 1 1,0-1 0,0 0 0,0 0 0,1 0 0,-1 0 0,0 1 0,0-1 0,0 0 0,0 0-1,0 0 1,1 0 0,-1 0 0,0 0 0,0 0 0,0 0 0,1 0 0,-1 1 0,0-1-1,0 0 1,0 0 0,1 0 0,-1 0 0,0 0 0,0 0 0,0 0 0,1 0 0,-1 0 0,0 0-1,0-1 1,0 1 0,1 0 0,-1 0 0,0 0 0,0 0 0,0 0 0,0 0 0,1 0 0,-1 0-1,0-1 1,0 1 0,0 0 0,0 0 0,0 0 0,1 0 0,-1 0 0,0-1 0,0 1-1,0 0 1,0 0 0,0 0 0,0-1 0,0 1 0,11 22-11,-2 1 1,-1 0-1,-1 0 0,6 30 0,-10-33-93,2 0-1,0 0 1,2 0-1,0-1 1,1 0-1,1 0 0,13 21 1,-16-34-152,-1-1-1,1 0 1,0 0-1,0 0 1,0 0 0,0-1-1,1 0 1,0-1-1,0 1 1,0-1 0,0-1-1,1 1 1,-1-1-1,1-1 1,-1 1 0,1-1-1,0 0 1,-1-1-1,1 0 1,10-1 0,-5 0-158,0 0 1,0-1-1,0-1 1,0 0-1,0 0 1,-1-1-1,0-1 1,1 0-1,-2-1 1,1 0-1,13-10 1,-19 12 379,0-2 1,0 1 0,-1 0-1,1-1 1,-1 0 0,-1-1-1,1 1 1,7-14 0,-10 14 381,0 1-1,0 0 1,-1-1 0,1 0 0,-1 1-1,0-1 1,-1 0 0,1 0 0,-1 1 0,0-1-1,0 0 1,-3-10 0,3 15-264,-1 0 1,0 0 0,1 0-1,-1 0 1,0 0-1,1 0 1,-1 0 0,0 0-1,0 0 1,0 1-1,0-1 1,0 0 0,0 1-1,0-1 1,0 1-1,0-1 1,0 1 0,0-1-1,0 1 1,0 0-1,-1-1 1,1 1 0,0 0-1,0 0 1,0 0-1,-3 0 1,-36 1 674,36-1-634,-3 2-81,0 0 1,0 0-1,1 1 1,-1-1 0,1 1-1,0 1 1,0-1-1,0 1 1,0 0-1,0 0 1,1 1 0,0 0-1,0 0 1,0 0-1,1 0 1,0 1-1,-7 12 1,6-12-48,1 1 0,0 0 0,1 0 0,-1 0 0,1 1 0,1-1 0,-1 1 0,1-1 0,1 1 0,-1 0 0,2 0 0,-1 0 0,1 0 0,0 0 0,0 0 0,2 8 0,-1-14-14,0-1-1,0 1 1,1-1-1,-1 0 1,0 1-1,0-1 1,1 0-1,-1 1 1,1-1 0,-1 0-1,1 0 1,0 0-1,-1-1 1,1 1-1,0 0 1,0-1-1,-1 1 1,1-1 0,0 1-1,0-1 1,0 0-1,0 0 1,0 0-1,-1 0 1,1 0-1,0 0 1,0 0-1,0-1 1,3 0 0,-1 1-19,1-1 0,-1 0 0,1 0 0,-1 0 1,1-1-1,-1 1 0,0-1 0,0 0 0,1 0 1,-1 0-1,4-4 0,30-46 51,-32 42-13,1 0 0,0 0 0,1 0 0,0 1 0,11-9 0,-19 17-5,1 0 1,0 0-1,1 0 1,-1 0-1,0 0 1,0 1-1,0-1 0,0 0 1,1 1-1,-1-1 1,0 1-1,1-1 1,-1 1-1,0 0 0,1-1 1,-1 1-1,0 0 1,1 0-1,-1 0 0,0 0 1,1 0-1,-1 0 1,1 1-1,-1-1 1,0 0-1,1 1 0,1 0 1,-1 1 1,0 0 0,0-1 0,0 1 0,0 0-1,0 1 1,-1-1 0,1 0 0,-1 0 0,0 1 0,1-1 0,-1 1 0,0-1 0,0 4 0,4 8 7,-2 0 0,0 0 1,-1 1-1,1 14 0,-2-13 7,1 37 2,-2-50-14,0-1 0,0 1 0,0 0 0,0-1 0,0 1 0,-1 0 0,0-1 1,1 1-1,-1 0 0,0-1 0,0 1 0,0-1 0,-3 4 0,3-5 76,2-5-59,0 0 0,-1-1 0,1 1-1,1 0 1,-1 0 0,1 0 0,-1 1-1,1-1 1,0 0 0,1 1 0,-1-1 0,0 1-1,1-1 1,0 1 0,3-3 0,56-46-75,-36 32 77,10-13-28,-19 17 3,1 0 0,1 2-1,34-22 1,-52 36 1,-1 0-1,1 0 1,-1 1-1,1-1 1,0 0-1,-1 0 0,0 1 1,1-1-1,-1 0 1,1 1-1,-1-1 1,1 1-1,-1-1 1,0 1-1,1-1 0,-1 0 1,0 1-1,1-1 1,-1 1-1,0 0 1,0-1-1,1 1 1,-1-1-1,0 1 0,0-1 1,0 1-1,0-1 1,0 1-1,0 0 1,0-1-1,0 1 1,0-1-1,0 1 1,0 0-1,0-1 0,0 1 1,-1 0-1,1 33-77,0-30 73,-6 63 43,3-55-26,2 1 0,-1-1-1,2 0 1,-1 1 0,2-1 0,2 22-1,-2-33-9,-1 0-1,1 1 1,-1-1-1,1 0 1,-1 0-1,1 1 1,0-1 0,0 0-1,0 0 1,0 0-1,0 0 1,0 0-1,0 0 1,0 0-1,0 0 1,0 0-1,0 0 1,0-1-1,1 1 1,-1-1-1,0 1 1,2 0-1,2 0 4,-1 0-1,1 0 1,-1-1-1,0 1 0,1-1 1,-1 0-1,7-1 1,-3 0 0,0 0 1,-1 0 0,1-1 0,-1 0 0,0-1 0,1 1-1,-1-2 1,9-4 0,-9 3 7,0-1 0,0 1 0,-1-1 0,1-1 0,-2 1 0,1-1 0,-1 0 0,0 0-1,0-1 1,-1 1 0,0-1 0,0 0 0,-1 0 0,0-1 0,0 1 0,-1 0 0,0-1 0,-1 0 0,1 1 0,-1-14 0,-12 105 529,7-62-481,1 0-1,0 25 1,3-44-57,0 1 0,0 0 0,0-1 0,0 1 0,0-1-1,1 1 1,-1-1 0,1 1 0,0-1 0,-1 0 0,1 1 0,1-1 0,-1 0 0,0 1-1,0-1 1,1 0 0,1 2 0,0-2-6,0 0 1,0 0-1,-1-1 0,1 1 0,0-1 1,0 0-1,0 0 0,1 0 0,-1 0 0,0-1 1,0 1-1,0-1 0,6 0 0,5 1 26,0-1 0,0 0-1,0-1 1,0 0-1,23-6 1,-31 4-424,1 1-1,-1-1 1,1 1 0,-1-2-1,0 1 1,0-1 0,0 0 0,-1 0-1,0 0 1,1-1 0,-1 0 0,-1 0-1,7-8 1,-2 3-3772,1 1-4158</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1:46.993"/>
    </inkml:context>
    <inkml:brush xml:id="br0">
      <inkml:brushProperty name="width" value="0.05" units="cm"/>
      <inkml:brushProperty name="height" value="0.05" units="cm"/>
      <inkml:brushProperty name="color" value="#E71224"/>
    </inkml:brush>
  </inkml:definitions>
  <inkml:trace contextRef="#ctx0" brushRef="#br0">4 70 6563,'0'0'12342,"-1"-8"-11814,-1-27-205,2 35-306,0-1 0,1 0 0,-1 1 0,1-1 1,-1 1-1,1-1 0,-1 1 0,1-1 0,-1 1 0,1-1 1,-1 1-1,1-1 0,0 1 0,-1 0 0,1-1 0,0 1 0,-1 0 1,1-1-1,0 1 0,-1 0 0,1 0 0,0 0 0,0 0 1,-1 0-1,1 0 0,0 0 0,0 0 0,1 0 0,27 1 216,-25-1-152,-2 0-64,0 1 1,0-1-1,0 1 1,0 0 0,0-1-1,0 1 1,0 0-1,0 0 1,-1 0-1,1 1 1,0-1-1,-1 0 1,1 1-1,-1-1 1,1 1 0,-1-1-1,0 1 1,1 0-1,-1-1 1,0 1-1,0 0 1,0 0-1,0 0 1,-1 0 0,1 0-1,-1 0 1,2 4-1,0 4 37,0 0 0,0 0 0,-1 1-1,0 13 1,0-14-42,0 0 0,-1 0 0,-1-1-1,0 1 1,0 0 0,-1-1 0,0 1 0,-1-1 0,0 0-1,0 0 1,-1 0 0,0 0 0,0 0 0,-1-1 0,-7 9 0,-6 5 15,10-15 32,11-13 196,13-18-248,2 1 1,1 0-1,39-35 0,-33 35 2,-1-2 0,32-43 0,-54 65 22,1-1 14,0 0 0,-1 1 0,1-1 0,-1 0 0,0 0 0,0 0 0,0-1 0,-1 1 0,0 0 0,0-1 0,0 1 0,1-6 833,-6 49-793,-5 1-20,2 2-1,1-1 1,1 51 0,5-87-59,0-1 0,1 1 0,0 0 0,0 0-1,1-1 1,-1 1 0,1-1 0,0 1 0,0-1 0,0 1 0,1-1 0,-1 0 0,1 0 0,0-1 0,0 1 0,1 0-1,-1-1 1,1 0 0,0 0 0,0 0 0,0 0 0,0-1 0,0 1 0,0-1 0,1 0 0,-1-1 0,9 3 0,0 0-18,0 0 1,0-1 0,1-1-1,-1 0 1,1-1 0,0-1-1,-1 0 1,28-3 0,-38 2-97,1 0 1,-1 0-1,0 0 0,0-1 1,1 1-1,-1-1 0,0 0 1,0 0-1,0 0 1,-1 0-1,1 0 0,0-1 1,-1 1-1,0-1 0,4-4 1,17-29-6895,-16 23 71</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1:48.808"/>
    </inkml:context>
    <inkml:brush xml:id="br0">
      <inkml:brushProperty name="width" value="0.05" units="cm"/>
      <inkml:brushProperty name="height" value="0.05" units="cm"/>
      <inkml:brushProperty name="color" value="#E71224"/>
    </inkml:brush>
  </inkml:definitions>
  <inkml:trace contextRef="#ctx0" brushRef="#br0">40 143 11813,'0'0'8153,"0"0"-8108,-1-1 0,1 1 0,-1-1 0,1 1-1,0-1 1,-1 1 0,1-1 0,0 1 0,0-1-1,-1 1 1,1-1 0,0 1 0,0-1 0,0 1-1,0-1 1,0 1 0,0-1 0,0 0 0,0 1 0,0-1-1,0 1 1,0-1 0,0 0 0,0 1 0,0-1-1,0 1 1,1-1 0,-1 0 0,37-19 472,-30 17-432,-1 0 0,1 0 0,-1-1-1,0 0 1,0 0 0,0 0 0,-1-1 0,1 0 0,6-7 0,-10 9-34,-1 1 1,1 0 0,0 0 0,-1-1-1,1 1 1,-1-1 0,1 1 0,-1-1 0,0 0-1,0 1 1,-1-1 0,1 0 0,0 0-1,-1 1 1,0-1 0,1 0 0,-1 0-1,0 0 1,-1-5 0,-46 7 327,43 1-375,-1 1 1,1 0-1,0 0 1,0 0 0,0 0-1,-1 1 1,1-1-1,1 1 1,-1 0 0,0 1-1,0-1 1,1 0-1,-1 1 1,1 0-1,0 0 1,0 0 0,0 0-1,0 1 1,0-1-1,1 1 1,0-1 0,0 1-1,0 0 1,0 0-1,0 0 1,-2 8 0,-1 4-5,1 0 1,0 0 0,1 1-1,1-1 1,-1 31 0,3-40-3,0 0 0,0 0 1,1 0-1,0 0 1,0 0-1,4 12 0,-4-17 2,0 0 0,0 0 0,0-1-1,0 1 1,0 0 0,1-1 0,-1 1-1,1-1 1,-1 1 0,1-1 0,-1 1-1,1-1 1,0 0 0,0 0-1,0 0 1,-1 0 0,1 0 0,0-1-1,0 1 1,0-1 0,0 1 0,0-1-1,1 1 1,-1-1 0,0 0 0,0 0-1,3 0 1,8-2 1,1 0 0,-1-1 0,0 0 0,1-1 0,-1 0 0,-1-1 0,1-1 0,-1 0-1,0 0 1,0-2 0,15-11 0,-14 10 0,-1 0 0,1 1 0,1 1 0,-1 0 0,1 1 0,0 0 0,1 1 0,-1 1 0,23-4 0,-31 7-1,-1 1-1,1-1 0,-1 1 0,1 1 0,0-1 0,-1 1 0,1 0 0,-1 0 1,0 0-1,1 1 0,-1 0 0,0 0 0,0 0 0,0 1 0,0 0 1,5 3-1,-7-2 0,1 0-1,-1-1 1,0 1 0,0 1 0,-1-1 0,1 0-1,-1 1 1,0-1 0,0 1 0,0-1 0,-1 1-1,1 0 1,-1 0 0,0 0 0,-1 0 0,1 0-1,-1 0 1,0 7 0,0-10 5,0 1 0,1-1 0,-1 1-1,0 0 1,0-1 0,-1 1 0,1-1 0,-1 1 0,1-1 0,-1 1-1,0-1 1,0 1 0,0-1 0,0 1 0,0-1 0,0 0-1,-1 0 1,1 1 0,-1-1 0,0 0 0,1-1 0,-1 1 0,0 0-1,0 0 1,0-1 0,0 1 0,-1-1 0,1 0 0,0 1-1,-1-1 1,1 0 0,0 0 0,-1-1 0,1 1 0,-1 0 0,0-1-1,1 0 1,-1 0 0,1 1 0,-1-1 0,0-1 0,-3 1-1,5-1 8,0 1 0,0 0 0,0 0 0,1 0-1,-1 0 1,0-1 0,0 1 0,1 0-1,-1-1 1,0 1 0,0-1 0,1 1-1,-1-1 1,1 1 0,-1-1 0,0 1 0,1-1-1,-1 0 1,1 1 0,-1-1 0,1 0-1,-1 1 1,1-1 0,0 0 0,-1 1 0,1-2-1,-6-30 191,6 26-174,0-1-1,0 1 1,1-1 0,0 1-1,0 0 1,1-1-1,3-10 1,1 10-25,-1-1 0,1 1 1,1 1-1,-1-1 0,1 1 1,0 0-1,1 0 0,0 1 1,-1 0-1,18-7 0,-11 5-2,0 1 1,0 1-1,0 0 0,1 1 0,0 0 0,17-1 0,-20 4-11,0 0 0,0 1-1,1 0 1,-1 1 0,22 3-1,-30-2 9,1-1-1,-1 1 0,0 0 0,0 0 0,0 0 1,-1 0-1,1 1 0,0 0 0,-1 0 0,0 0 1,0 0-1,1 0 0,-2 0 0,1 1 0,0 0 1,-1-1-1,0 1 0,0 0 0,2 5 0,0 3-2,-1-1-1,0 1 1,-1 0 0,0 0-1,-1 0 1,0 0-1,-1 0 1,-2 13-1,2 3-25,0-27 31,0 0 1,0 0 0,0 0-1,0 0 1,0 0 0,0 0-1,-1 0 1,1 0 0,0 0-1,-1 0 1,1 0 0,0 0 0,-1 0-1,1 0 1,-1 0 0,0 0-1,1 0 1,-1 0 0,0-1-1,1 1 1,-1 0 0,0 0-1,0-1 1,0 1 0,1-1-1,-3 2 1,-27 2 163,29-5-158,0 1 1,1-1-1,-1 1 0,0-1 0,0 0 0,1 1 0,-1-1 0,0 0 0,1 0 0,-1 0 0,1 1 0,-1-1 0,1 0 0,-1 0 0,1 0 0,0 0 0,-1 0 0,1 0 0,0 0 0,0 0 0,0 0 0,0 0 0,0 0 0,0 0 0,0 0 1,0-2-1,0-36-23,0 31 25,1 2-7,1 1 1,-1-1-1,1 1 0,0-1 1,0 1-1,0 0 1,1 0-1,0 0 0,0 0 1,0 0-1,1 1 1,0 0-1,-1-1 1,1 1-1,1 1 0,-1-1 1,8-5-1,-2 2 2,0 0-1,0 0 0,1 1 1,0 0-1,0 1 1,1 0-1,13-3 0,-22 7-3,-1 0 0,1 0 0,0 1 0,0-1 0,-1 1 0,1-1 0,0 1 0,0 0 0,0 0 0,-1 0 0,1 1 0,0-1 0,0 1 0,-1-1-1,1 1 1,0 0 0,-1 0 0,1 0 0,-1 1 0,1-1 0,-1 0 0,1 1 0,-1 0 0,0 0 0,0-1 0,0 1 0,0 0 0,0 1 0,2 2-1,0 4-6,0 0 0,-1 0 0,-1 0-1,1 0 1,-1 0 0,-1 1 0,1 14-1,0-1 20,-1-13-5,-1 0 0,1 0-1,1 0 1,5 18 0,-6-26-11,0 0 0,0 0 0,0 0 0,0 0 0,0 0 0,0-1 0,0 1 0,1 0 0,-1-1 0,0 1 0,1-1 0,0 1 1,-1-1-1,1 0 0,0 1 0,0-1 0,0 0 0,-1 0 0,1 0 0,0-1 0,1 1 0,-1 0 0,0-1 0,0 0 0,0 1 0,0-1 1,0 0-1,3 0 0,-3 0 0,-1 0 0,1 0 0,0 0 0,0 0 1,0 0-1,0 0 0,0-1 0,0 1 0,0-1 0,-1 1 1,1-1-1,0 0 0,0 1 0,-1-1 0,1 0 0,0 0 1,-1-1-1,1 1 0,-1 0 0,0 0 0,1-1 0,-1 1 0,0-1 1,0 1-1,0-1 0,0 1 0,0-1 0,0 0 0,0 0 1,0 1-1,-1-1 0,1 0 0,-1 0 0,1 0 0,-1 0 1,0 0-1,0 1 0,0-1 0,0 0 0,0 0 0,0 0 1,0 0-1,-1 0 0,1 0 0,-1 0 0,1 1 0,-2-4 1,1 3-13,0 0 1,0 0 0,0 0-1,0 0 1,-1 0 0,1 0-1,-1 0 1,1 1 0,-1-1 0,1 1-1,-1-1 1,0 1 0,0-1-1,0 1 1,0 0 0,-3-2-1,3 3 17,0-1 0,0 0-1,0 0 1,0 0 0,1 0 0,-1-1-1,0 1 1,1 0 0,-1-1-1,1 1 1,-1-1 0,1 1-1,0-1 1,0 0 0,0 1-1,0-1 1,0 0 0,0 0 0,0 0-1,0 0 1,1 0 0,-1 0-1,1 0 1,-1 0 0,1-3-1,0 2 2,0 1-1,1-1 0,-1 0 1,1 1-1,-1-1 0,1 1 1,0-1-1,0 1 0,0-1 0,0 1 1,1-1-1,-1 1 0,1 0 1,-1 0-1,1 0 0,0 0 1,3-4-1,1 2 1,-1 0-1,1 0 1,-1 1 0,1 0 0,0 0-1,0 0 1,8-2 0,3 0 0,0 1 0,0 1 1,1 0-1,34-1 0,-46 4 0,0 0-1,0 0 1,0 0-1,0 0 1,1 1-1,-1 0 1,0 1-1,0-1 1,0 1-1,-1 0 1,1 1-1,0-1 1,-1 1-1,0 0 1,1 1-1,-1-1 1,0 1 0,-1 0-1,1 0 1,-1 0-1,0 1 1,0 0-1,0 0 1,0 0-1,-1 0 1,0 0-1,5 12 1,-3-4-1,0 1 0,0-1 1,-2 1-1,0 1 0,0-1 1,-1 0-1,-1 0 0,0 1 1,-2-1-1,1 1 0,-3 14 1,2-28 2,1-1 1,0 0-1,0 1 1,-1-1-1,1 1 1,0-1-1,0 0 1,-1 1-1,1-1 1,0 0-1,-1 0 1,1 1-1,0-1 1,-1 0-1,1 0 0,-1 1 1,1-1-1,0 0 1,-1 0-1,1 0 1,-1 0-1,1 0 1,-1 0-1,1 0 1,0 0-1,-1 0 1,1 0-1,-1 0 1,1 0-1,-1 0 1,1 0-1,-1 0 1,1 0-1,0 0 1,-1 0-1,1-1 1,-1 1-1,1 0 1,0 0-1,-1 0 1,1-1-1,0 1 1,-1 0-1,1-1 1,0 1-1,-1 0 0,1-1 1,0 1-1,0 0 1,-1-1-1,1 1 1,0 0-1,0-1 1,0 1-1,-1-1 1,1 1-1,0-1 1,-2-7 35,0-1 1,0 1-1,1 0 0,1-1 1,-1 1-1,1-1 1,0 1-1,1-1 0,0 1 1,1-1-1,-1 1 1,2 0-1,-1 0 0,1 0 1,0 0-1,1 0 1,0 0-1,8-11 0,-2 4-12,1 0-1,1 1 0,0 0 0,1 0 0,1 2 1,0 0-1,26-18 0,-35 27-103,1 1 0,-1-1-1,1 1 1,0 0 0,-1 0 0,1 1 0,0-1 0,0 1-1,0 1 1,11-1 0,34 4-5857,-28 0-1210</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5:31.374"/>
    </inkml:context>
    <inkml:brush xml:id="br0">
      <inkml:brushProperty name="width" value="0.05" units="cm"/>
      <inkml:brushProperty name="height" value="0.05" units="cm"/>
      <inkml:brushProperty name="color" value="#E71224"/>
    </inkml:brush>
  </inkml:definitions>
  <inkml:trace contextRef="#ctx0" brushRef="#br0">14 0 7587,'0'0'6638,"-13"23"-1713,13-12-4459,0-6-408,-1 0 0,1 0 0,0 0 0,0 0 1,1 0-1,-1 0 0,1 0 0,0 0 0,0 0 0,1-1 1,0 1-1,-1 0 0,1-1 0,1 1 0,-1-1 0,1 0 1,5 7-1,14 9-11,1 0 1,0-2-1,38 23 0,11-1-15,2-2 1,2-4-1,119 36 0,23 11 5,-143-44-33,-1 4 0,-3 2 0,79 64 0,-134-95-4,360 241 95,-273-194 20,198 85 0,53 28 75,-249-115-148,3-4 1,132 44 0,264 32 183,-216-61-114,693 223 59,-406-137-88,-145-44-22,755 190 201,-332-113 66,-625-134-237,-39 0-33,-61-15-23,-125-37-7,0-1 1,0 1 0,0 0-1,0-1 1,0 1-1,0-1 1,0 0 0,0 0-1,0 0 1,0 0-1,5-2 1,-6 2-10,-1-1 0,0 0 0,0 0 0,0 1 0,-1-1-1,1 0 1,0 0 0,0 0 0,0 0 0,-1 0 0,1 0 0,0 0 0,-1 0 0,1-1 0,-1 1 0,1 0 0,-1 0-1,0 0 1,0-1 0,1 1 0,-1 0 0,0 0 0,0-1 0,0 1 0,0 0 0,-1-2 0,1-5 3,-1 1 0,-1 0 0,0 0 0,0 0 0,0 0 0,0 1 0,-1-1 0,-1 0 0,1 1 0,-1 0 0,0 0 0,0 0 0,-1 0 0,1 1 0,-1 0 0,-11-9 0,-11-9 49,-1 2 0,-38-21 0,41 26 14,-33-16 435,50 31-9,33 23-403,81 45 74,11 7-15,-105-65-152,0 0 0,-1 1 0,0 1 0,-1 0 0,0 0 0,15 24 0,-22-31-15,-1 1 0,0-1 0,1 1-1,-1-1 1,-1 1 0,1 0 0,-1 0 0,0 0 0,0 0 0,0 0 0,-1 0 0,0 0 0,0 0 0,0 0 0,0 0 0,-1 0 0,0 0 0,0 0 0,-2 7 0,-1-4-1,0-1 1,0 1 0,-1 0-1,0-1 1,0 0-1,0 0 1,-1-1 0,0 1-1,-1-1 1,-7 5-1,-152 109-568,48-57-5032,92-52 1241</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5:32.817"/>
    </inkml:context>
    <inkml:brush xml:id="br0">
      <inkml:brushProperty name="width" value="0.05" units="cm"/>
      <inkml:brushProperty name="height" value="0.05" units="cm"/>
      <inkml:brushProperty name="color" value="#E71224"/>
    </inkml:brush>
  </inkml:definitions>
  <inkml:trace contextRef="#ctx0" brushRef="#br0">1 41 14407,'0'0'4434,"24"-1"-4005,689-5 556,-676 6-980,-37 0-1,0-1 1,0 1-1,0-1 0,0 1 0,0 0 1,-1-1-1,1 1 0,0-1 1,0 1-1,0 0 0,0-1 0,0 1 1,-1 0-1,1-1 0,0 1 1,0 0-1,-1-1 0,1 1 0,0 0 1,0-1-1,-1 1 0,1 0 1,0 0-1,-1-1 0,1 1 0,0 0 1,-1 0-1,1 0 0,-1-1 0,1 1 1,0 0-1,-1 0 0,-17-6-5,0 1 0,-1 1-1,1 1 1,-1 0 0,1 1-1,-1 1 1,-33 3 0,48-2 24,-1 1 0,0 0 0,1 0 1,-1 1-1,1-1 0,-1 1 0,1 0 1,0 0-1,0 1 0,0-1 0,0 1 1,0 0-1,0 0 0,1 0 0,-1 0 1,1 1-1,0-1 0,0 1 1,0 0-1,1 0 0,-1 0 0,1 0 1,0 0-1,0 1 0,0-1 0,-1 6 1,-4 16 93,0-1 1,2 1-1,-4 40 1,6-41-141,-21 403-1869,24-421 1677,3 21-1803,-3-27 1838,1 0 1,-1 0 0,1-1 0,-1 1-1,1 0 1,-1 0 0,1-1 0,0 1 0,-1 0-1,1-1 1,0 1 0,-1-1 0,1 1 0,0-1-1,0 1 1,0-1 0,0 1 0,-1-1-1,1 0 1,0 1 0,0-1 0,0 0 0,0 0-1,0 0 1,0 0 0,1 0 0,21 1-3743</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5:33.499"/>
    </inkml:context>
    <inkml:brush xml:id="br0">
      <inkml:brushProperty name="width" value="0.05" units="cm"/>
      <inkml:brushProperty name="height" value="0.05" units="cm"/>
      <inkml:brushProperty name="color" value="#E71224"/>
    </inkml:brush>
  </inkml:definitions>
  <inkml:trace contextRef="#ctx0" brushRef="#br0">1 1 11333,'0'0'9244,"1"15"-8377,1 276 1260,-3-200-2157,12-94-23,8-15 91,-1 0 1,20-29-1,-25 31-16,1-1-1,0 2 1,1-1 0,0 2 0,26-19 0,-40 33-26,0-1 1,-1 1 0,1-1 0,0 1 0,0 0-1,-1-1 1,1 1 0,0 0 0,0 0 0,-1 0 0,1-1-1,0 1 1,0 0 0,-1 0 0,1 0 0,0 0-1,0 0 1,0 1 0,-1-1 0,1 0 0,0 0 0,0 0-1,-1 1 1,1-1 0,0 0 0,-1 1 0,1-1-1,0 1 1,-1-1 0,1 1 0,0-1 0,-1 1 0,1-1-1,-1 1 1,1-1 0,-1 1 0,1 0 0,-1-1 0,0 1-1,1 0 1,-1 0 0,0-1 0,1 1 0,-1 0-1,0 0 1,0-1 0,0 1 0,0 0 0,0 1 0,8 52 63,-7-36 17,1-6-76,0 1 0,1-1 0,0 0 0,1 0 0,6 13 0,-9-22-3,0 0 0,1 0 0,-1 0 1,1 0-1,0-1 0,0 1 1,0 0-1,0-1 0,1 0 0,-1 1 1,0-1-1,1 0 0,0 0 1,0 0-1,-1-1 0,1 1 1,0-1-1,0 0 0,0 1 0,0-1 1,1-1-1,-1 1 0,0 0 1,6 0-1,-3-1 13,1-1-1,-1 0 1,0 0 0,0 0 0,0-1 0,0 1 0,0-1-1,0-1 1,-1 1 0,1-1 0,9-7 0,1-2 63,-1 0 1,20-21-1,13-12 5,-47 45-80,-1-1 0,1 1 1,-1 0-1,1 0 0,-1 0 0,1 0 0,-1-1 0,1 1 1,-1 0-1,1 0 0,-1 0 0,1 0 0,-1 0 1,1 0-1,-1 0 0,0 1 0,1-1 0,-1 0 0,1 0 1,-1 0-1,1 0 0,-1 1 0,1-1 0,-1 0 1,1 0-1,-1 1 0,0-1 0,1 0 0,-1 1 0,0-1 1,1 0-1,-1 1 0,0-1 0,1 1 0,-1-1 1,0 0-1,0 1 0,1-1 0,-1 1 0,0-1 0,0 1 1,0-1-1,0 1 0,0-1 0,0 1 0,0-1 0,0 1 1,0 0-1,10 37-50,-6-20 62,0-6 5,1 0 1,0 0-1,1-1 1,0 1-1,15 19 1,-20-29-17,1 0 0,0 1 0,0-1 0,0 0 0,0 0 0,0 0 0,0 0 0,1 0 0,-1-1 0,1 1 0,-1-1 0,1 1 0,0-1 0,-1 0 0,1 0 0,0 0 0,0-1 0,0 1 0,0-1 0,0 1 0,0-1 0,0 0 0,0 0 0,-1 0 0,1 0 0,0-1 0,0 1 0,0-1 0,0 0 0,0 0 0,-1 0 0,4-2 0,11-8 31,0-1-1,-1-1 1,0 0 0,14-17 0,11-9 1,-30 30-35,-1 0-1,1 0 0,1 1 1,0 1-1,15-8 0,-24 14 12,1-1 0,0 1-1,-1 0 1,1 0-1,0 0 1,0 1 0,0-1-1,0 1 1,0 0-1,0 0 1,0 0-1,-1 1 1,1-1 0,0 1-1,0 0 1,0 0-1,0 0 1,-1 1 0,1-1-1,-1 1 1,1 0-1,-1 0 1,4 3 0,0 1 32,1 0 1,-1 0-1,0 1 1,0 0-1,-1 0 1,0 1-1,8 13 1,-11-16-26,-1 0 1,1 0 0,-1 1 0,0-1-1,0 0 1,-1 1 0,0-1 0,0 1-1,0 0 1,0-1 0,-1 1 0,0 0-1,0-1 1,-2 10 0,1-14-28,0 1 1,0-1 0,1 1-1,-1-1 1,0 0-1,0 1 1,0-1 0,-1 0-1,1 0 1,0 0 0,0 0-1,-1 0 1,1 0-1,0 0 1,-1-1 0,1 1-1,-1 0 1,1-1-1,-1 1 1,0-1 0,1 1-1,-1-1 1,1 0-1,-1 0 1,-2 0 0,-52 2-1106,43-2 537,1 0-139,1 0 0,-1-1 0,0 0 1,1-1-1,-1-1 0,-18-5 0,-26-19-4403</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5:33.834"/>
    </inkml:context>
    <inkml:brush xml:id="br0">
      <inkml:brushProperty name="width" value="0.05" units="cm"/>
      <inkml:brushProperty name="height" value="0.05" units="cm"/>
      <inkml:brushProperty name="color" value="#E71224"/>
    </inkml:brush>
  </inkml:definitions>
  <inkml:trace contextRef="#ctx0" brushRef="#br0">10 1 17704,'0'0'5218,"-10"25"-10884</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5:34.733"/>
    </inkml:context>
    <inkml:brush xml:id="br0">
      <inkml:brushProperty name="width" value="0.05" units="cm"/>
      <inkml:brushProperty name="height" value="0.05" units="cm"/>
      <inkml:brushProperty name="color" value="#E71224"/>
    </inkml:brush>
  </inkml:definitions>
  <inkml:trace contextRef="#ctx0" brushRef="#br0">0 193 9428,'0'0'13657,"26"-8"-11709,-5-10-1782,0 0 1,-1-2-1,25-29 1,29-30 77,-73 79-242,-1 0 0,0 0 0,1 0 0,-1 0 0,0-1 0,1 1 0,-1 0 0,0 0 0,1 0 1,-1 0-1,0 0 0,1 0 0,-1 0 0,0 0 0,1 0 0,-1 1 0,0-1 0,1 0 1,-1 0-1,0 0 0,1 0 0,-1 0 0,0 1 0,1-1 0,-1 0 0,0 0 0,0 0 0,1 1 1,-1-1-1,0 0 0,0 0 0,1 1 0,-1-1 0,0 0 0,0 1 0,0-1 0,0 0 0,0 1 1,1-1-1,-1 0 0,0 1 0,0-1 0,0 0 0,0 1 0,7 20-96,-6-19 96,14 50-22,-9-28 24,1-2 0,1 1 0,1-1-1,0-1 1,16 25 0,-24-44-1,0-1 0,0 0 0,0 0 0,0 0 0,0 0 0,0 0-1,1 0 1,-1 0 0,1 0 0,-1 0 0,0 0 0,1-1 0,-1 1 0,1-1 0,-1 1 0,1-1 0,0 1 0,-1-1 0,1 0 0,-1 0 0,1 0 0,0 0-1,-1 0 1,1 0 0,-1 0 0,1 0 0,0-1 0,-1 1 0,1-1 0,-1 1 0,2-2 0,6-2 26,0 0 0,-1-1 1,1 0-1,8-8 0,2 0 0,-12 8-41,0 1-1,0 0 1,1 1-1,-1 0 1,1 0-1,-1 0 1,1 1-1,0 0 0,0 1 1,0 0-1,0 0 1,0 0-1,0 1 1,0 1-1,0-1 1,0 1-1,0 1 1,0-1-1,9 4 1,-9-3 16,0 0 1,0 0 0,0-1 0,0 0 0,0 0 0,0-1 0,0 0-1,0 0 1,0-1 0,13-2 0,-5-2-15,-1-1 0,1 0 0,27-17 0,-40 21 0,0 0 0,0 1 1,0-1-1,0 0 0,1 1 0,-1 0 0,0 0 1,0 0-1,1 0 0,-1 0 0,1 1 0,-1-1 1,1 1-1,-1 0 0,1 0 0,-1 0 1,1 1-1,-1-1 0,1 1 0,-1 0 0,0 0 1,1 0-1,-1 0 0,0 1 0,0-1 1,0 1-1,0 0 0,0 0 0,0 0 0,0 0 1,-1 0-1,1 1 0,-1-1 0,1 1 0,1 3 1,14 14-27,-3-2-255,1-1 0,0-1 0,2 0 0,31 22-1,-49-38 154,0 1-1,1-1 0,-1 0 1,0 0-1,0 0 0,1 0 1,-1 0-1,0 0 0,0 1 1,1-1-1,-1 0 0,0 0 1,0 0-1,1 0 0,-1 0 0,0 0 1,0 0-1,1 0 0,-1 0 1,0 0-1,1 0 0,-1 0 1,0 0-1,0-1 0,1 1 1,-1 0-1,0 0 0,0 0 1,1 0-1,-1 0 0,0 0 1,0-1-1,0 1 0,1 0 0,-1 0 1,0 0-1,0-1 0,0 1 1,0 0-1,1 0 0,-1 0 1,0-1-1,0 1 0,0 0 1,0 0-1,0-1 0,0 1 1,0 0-1,0-1 0,0 1 1,0 0-1,0 0 0,0-1 0,0 1 1,0-1-1,1-22-6226</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5:35.097"/>
    </inkml:context>
    <inkml:brush xml:id="br0">
      <inkml:brushProperty name="width" value="0.05" units="cm"/>
      <inkml:brushProperty name="height" value="0.05" units="cm"/>
      <inkml:brushProperty name="color" value="#E71224"/>
    </inkml:brush>
  </inkml:definitions>
  <inkml:trace contextRef="#ctx0" brushRef="#br0">32 145 13910,'0'0'4514,"153"-23"-3793,-135-12-433,-11 2-32,-7 5 384,-7 10-384,-30 11 305,-7 7-321,-5 9-128,8 26-112,15 12-352,21 4-1377,5-4-1953</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5:37.818"/>
    </inkml:context>
    <inkml:brush xml:id="br0">
      <inkml:brushProperty name="width" value="0.05" units="cm"/>
      <inkml:brushProperty name="height" value="0.05" units="cm"/>
      <inkml:brushProperty name="color" value="#E71224"/>
    </inkml:brush>
  </inkml:definitions>
  <inkml:trace contextRef="#ctx0" brushRef="#br0">43 89 12246,'0'0'9617,"0"-16"-8464,0-56 5,-21 299 101,1-8-832,19-181-415,2 0 1,1-1-1,8 39 1,-7-59-11,2 0 1,0-1-1,1 0 1,0 0-1,2 0 1,0-1-1,0 0 0,21 27 1,-26-39-3,-1 0 0,1 0 0,0 0 0,0 0 0,0-1 1,1 1-1,-1-1 0,0 0 0,1 0 0,0 0 0,-1 0 0,1-1 0,0 1 1,0-1-1,0 0 0,0 0 0,0-1 0,0 1 0,0-1 0,0 0 0,1 0 1,-1 0-1,0-1 0,0 1 0,0-1 0,0 0 0,0 0 0,0-1 0,0 1 1,-1-1-1,1 1 0,4-4 0,4-2-4,0 0 0,-1-1 0,0 0 0,0-1 0,-1 0 0,0-1 0,-1 0 0,12-16 0,-12 14 6,-1-1 0,0-1 1,-1 1-1,-1-1 0,0 0 0,-1 0 1,0-1-1,-1 0 0,-1 0 0,0 0 1,-1 0-1,-1-26 0,-1 41-4,0-1 1,0 1-1,0-1 0,0 1 0,-1 0 0,1-1 0,0 1 0,0-1 1,-1 1-1,1 0 0,0 0 0,-1-1 0,1 1 0,0 0 1,-1-1-1,1 1 0,-1 0 0,1 0 0,0 0 0,-1 0 0,1-1 1,-1 1-1,1 0 0,-1 0 0,1 0 0,0 0 0,-1 0 1,1 0-1,-1 0 0,1 0 0,-1 0 0,1 0 0,-1 0 0,1 0 1,0 1-1,-1-1 0,1 0 0,-1 0 0,1 0 0,0 0 1,-1 1-1,1-1 0,-1 0 0,1 1 0,-1-1 0,-18 11-46,11-4 46,1 0-1,0 1 1,0 0 0,1 0-1,0 1 1,0 0 0,1 0-1,0 0 1,1 1 0,-6 18-1,4-9-1,2 0-1,0 1 1,2-1-1,-1 39 1,3-56 2,0-1 1,0 0-1,1 0 0,-1 1 1,1-1-1,-1 0 0,1 0 1,-1 0-1,1 0 1,0 0-1,-1 0 0,1 0 1,0 0-1,0 0 0,0 0 1,0 0-1,0 0 1,0-1-1,0 1 0,0 0 1,0-1-1,0 1 1,1-1-1,-1 1 0,0-1 1,0 1-1,0-1 0,1 0 1,-1 0-1,0 0 1,1 1-1,-1-1 0,2-1 1,52 1 5,-43-1-1,57-8 32,-47 5-31,1 1 0,-1 1-1,0 1 1,1 0-1,31 5 1,-49-3-5,-1 0 0,1 0 0,0 0-1,0 1 1,-1 0 0,1 0 0,-1 0 0,0 0-1,0 1 1,1 0 0,-1 0 0,-1 0 0,1 0-1,0 1 1,-1-1 0,0 1 0,0 0 0,0 0-1,0 0 1,-1 0 0,1 0 0,-1 1 0,0-1-1,-1 1 1,1 0 0,-1-1 0,1 1 0,-2 0-1,2 9 1,-1-7-1,1 47-86,-2-53 91,0 0-1,0 1 1,0-1 0,0 0-1,0 0 1,-1 1-1,1-1 1,0 0-1,-1 0 1,1 0 0,-1 1-1,0-1 1,1 0-1,-1 0 1,0 0-1,1 0 1,-1 0 0,0 0-1,0 0 1,0-1-1,0 1 1,0 0-1,0 0 1,0-1-1,0 1 1,0-1 0,-1 1-1,1-1 1,0 1-1,0-1 1,0 1-1,-1-1 1,1 0 0,-3 0-1,3 0 7,0 0 0,0-1 1,-1 1-1,1 0 0,0-1 0,0 0 0,0 1 1,-1-1-1,1 0 0,0 1 0,0-1 0,0 0 1,0 0-1,0 0 0,0 0 0,0 0 0,1 0 1,-1 0-1,0 0 0,1 0 0,-1 0 0,0 0 1,1-1-1,-1 1 0,1 0 0,0 0 0,-1-1 0,1 1 1,0 0-1,0-1 0,0-1 0,-2-51-6,2 41 4,0 9-16,0-1-1,1 1 1,-1-1-1,1 1 1,0-1-1,0 1 0,1-1 1,-1 1-1,1 0 1,0 0-1,0 0 1,1 0-1,-1 0 1,1 0-1,0 1 1,5-6-1,-1 2-83,0 2 0,0-1 0,1 1 0,0 0 0,0 1 0,0 0 0,17-6 0,4 1-666,0 2 0,0 2 0,0 0 0,40-1 0,-12 7-769,37-3-463,-87 2 1912,-1-1 0,0 0 1,0 0-1,1-1 0,-1 1 1,0-2-1,0 1 1,0-1-1,-1 1 0,1-2 1,5-3-1,-9 5 195,0 0-1,0 0 1,0 0-1,0 0 1,-1 0 0,1-1-1,-1 1 1,1 0 0,-1-1-1,0 1 1,0-1-1,0 0 1,0 1 0,-1-1-1,1 0 1,-1 0-1,0 1 1,1-1 0,-1 0-1,-1-3 1,-2 5 99,-1 1 0,1-1 0,-1 1 0,1-1 0,-1 1 0,0 0 0,1 0 0,-1 1 0,1-1 0,-1 1 0,-4 1 0,2 0-150,0 1 1,0 0 0,0 0 0,0 0 0,1 1-1,-1 0 1,1 0 0,0 0 0,0 1 0,0-1-1,1 1 1,0 1 0,0-1 0,0 0 0,1 1-1,-1 0 1,1 0 0,1 0 0,-1 0 0,1 0-1,0 1 1,-1 8 0,1-8-59,1 0 0,1 1-1,-1-1 1,1 1 0,0-1 0,1 1-1,0-1 1,0 0 0,0 1 0,1-1-1,0 0 1,1 0 0,0 0 0,0 0 0,0 0-1,1-1 1,0 1 0,0-1 0,9 10-1,24 18-10,-27-26 6,-1 0 0,1 1 0,-1 0 0,-1 0 0,0 1 0,0 0 0,-1 0 0,6 13 0,-12-23 2,-1 1 1,0 0-1,0 0 1,1-1 0,-1 1-1,0 0 1,0 0-1,0 0 1,0-1-1,0 1 1,0 0-1,0 0 1,0 0-1,0-1 1,-1 1 0,1 0-1,0 0 1,0-1-1,-1 1 1,1 0-1,0 0 1,-1-1-1,1 1 1,-1 0-1,1-1 1,-1 1 0,1-1-1,-1 1 1,0 0-1,1-1 1,-1 1-1,1-1 1,-1 0-1,0 1 1,0-1-1,1 0 1,-1 1 0,0-1-1,0 0 1,1 0-1,-1 1 1,0-1-1,0 0 1,0 0-1,-1 0 1,-44 1 133,34-2-106,-28 2 14,25 0-29,-1 0 1,1-1 0,-1-1-1,1-1 1,-22-4 0,32 1-142,14-2-60,17-4-65,-24 11 251,50-18-96,162-64-297,-184 69 387,-2-1 1,0-2-1,-1-1 0,0-1 1,23-21-1,-47 37 67,-1 0 0,0 1 0,0-1 0,0 0 0,0 0 0,0-1 0,0 1 0,-1 0 0,1 0 0,-1-1 0,1 1 0,-1-1 0,0 0 0,0 1 0,0-1 0,0 0 0,0-5 0,-29 10 633,20 1-680,0 1 0,0-1 0,0 2 0,1-1-1,-1 1 1,1 0 0,0 0 0,1 1 0,-1 0 0,1 0 0,0 1 0,-9 13-1,11-16-15,1 1-1,0 0 1,0 0-1,0 0 1,0 1-1,1-1 1,0 1-1,0 0 0,0-1 1,1 1-1,0 0 1,0 0-1,0 0 1,1 0-1,0 0 1,0 0-1,0 0 0,1 0 1,0 0-1,2 7 1,-2-11-22,1 1 1,-1-1-1,1 0 0,-1 0 1,1 0-1,0 0 1,0 0-1,0 0 0,0-1 1,0 1-1,0-1 1,0 1-1,1-1 0,-1 0 1,0 0-1,1 0 0,-1 0 1,1 0-1,-1 0 1,4 0-1,57 5-432,-57-5 388,34 0-385,63-5-1,-86 2 399,0-1 0,-1 0 1,1-2-1,-1 0 0,0 0 0,23-13 0,45-32-13,-77 45 70,0-1 0,0 1 0,-1-1 0,0 0 0,0-1 0,0 0 0,-1 0 0,0 0 0,5-10 0,-10 17 35,1 0 1,-1-1-1,0 1 1,1-1-1,-1 1 1,0-1-1,1 1 0,-1-1 1,0 1-1,0-1 1,0 0-1,0 1 1,1-1-1,-1 1 1,0-1-1,0 1 1,0-1-1,0 0 1,0 1-1,0-1 0,0 1 1,0-1-1,-1 1 1,1-1-1,0 0 1,0 1-1,0-1 1,-1 1-1,1-1 1,0 1-1,-1-1 1,1 1-1,-1-1 0,-18 3 344,-23 22-381,35-18-2,0 0 1,1 1-1,-1-1 0,1 2 1,1-1-1,-1 1 0,1-1 1,1 1-1,-1 1 0,2-1 1,-1 1-1,1-1 0,0 1 1,1 0-1,0 0 0,0 0 1,1 1-1,0-1 0,1 0 1,0 0-1,0 1 0,1-1 1,2 9-1,-2-15-12,1 0 1,-1-1-1,1 1 0,-1 0 1,1-1-1,0 0 1,0 1-1,0-1 0,1 0 1,-1 0-1,0 0 1,1 0-1,0-1 0,-1 1 1,1-1-1,0 1 0,-1-1 1,1 0-1,0 0 1,0 0-1,0 0 0,0-1 1,0 1-1,4-1 0,10 2-117,0-1-1,34-2 0,-38-1 101,0-1 1,0 0 0,0 0 0,-1-2-1,1 1 1,-1-1 0,0-1 0,-1 0 0,0-1-1,0 0 1,0-1 0,-1 0 0,0-1 0,0 0-1,11-14 1,0-1 30,-1-1 0,-1-2 0,-2 0 0,0 0-1,15-38 1,-21 35 225,-1 0-1,-1 0 1,-2 0-1,-1-1 1,-1 0-1,-2-1 0,-1-52 1,-2 84-184,0-1 0,-1 0-1,1 1 1,-1-1 0,1 0 0,0 1 0,-1-1 0,1 1 0,-1-1-1,0 1 1,1-1 0,-1 1 0,1-1 0,-1 1 0,0 0 0,1-1-1,-1 1 1,0 0 0,1-1 0,-1 1 0,0 0 0,0 0 0,1 0-1,-1 0 1,0 0 0,0-1 0,1 1 0,-1 1 0,0-1 0,0 0 0,1 0-1,-1 0 1,0 0 0,1 0 0,-1 1 0,0-1 0,0 0 0,1 1-1,-1-1 1,1 0 0,-1 1 0,0-1 0,1 1 0,-1-1 0,0 2-1,-5 3-7,0 0-1,1 1 0,0 0 0,0 0 0,1 0 0,-1 1 0,1 0 0,1 0 0,-1 0 1,1 0-1,-2 9 0,-24 89 55,21-55-86,3 1-1,2 91 1,3-111-16,0-21-37,0 0-1,1 0 1,0 0 0,1 0-1,0-1 1,1 1 0,0 0 0,0-1-1,1 0 1,0 0 0,1 0-1,8 13 1,-9-17-30,1 0 1,-1 0 0,1-1-1,-1 1 1,2-1-1,-1 0 1,0 0-1,1-1 1,-1 0-1,1 0 1,0 0-1,0 0 1,0-1-1,1 0 1,-1 0-1,0-1 1,1 0-1,-1 0 1,14 0-1,-12-2 58,0 1 0,-1-1-1,1-1 1,0 0 0,0 0-1,-1 0 1,0-1 0,1 0-1,-1 0 1,0-1 0,0 0 0,-1 0-1,1 0 1,-1-1 0,0 0-1,0-1 1,0 1 0,-1-1-1,6-8 1,4-7 53,-1-1-1,-1 0 1,-1 0-1,15-41 1,-36 96 469,1 1-1,-5 61 1,13-95-500,-1 9-8,1 0 0,1 0-1,-1 0 1,1 0 0,1 0-1,3 12 1,-4-18 5,1-1 0,-1 1 0,1-1-1,-1 1 1,1-1 0,0 0 0,0 0-1,0 0 1,0 0 0,0 0 0,0-1-1,1 1 1,-1 0 0,1-1 0,-1 0 0,1 0-1,-1 0 1,1 0 0,0 0 0,-1 0-1,1 0 1,0-1 0,0 0 0,4 1-1,2-1-2,0 0 1,1-1-1,-1 0 0,0 0 0,1-1 0,-1-1 0,0 1 0,0-1 0,-1-1 0,1 1 0,-1-2 0,1 1 0,-1-1 0,-1 0 0,1-1 0,-1 0 0,0 0 0,13-14 0,-5 3 20,-1 1 0,-1-2 1,0 0-1,-1-1 0,-1 0 0,-1-1 0,9-23 0,-44 98 547,19-43-566,-1 0 1,2 1-1,0 0 0,0 0 0,2 0 0,-1 1 1,1-1-1,-1 24 0,3-21-95,1 28 89,0-43-8,0 0 0,0-1 0,0 1 1,0 0-1,0 0 0,0 0 0,0 0 0,0 0 0,1 0 0,-1 0 0,0 0 1,1-1-1,-1 1 0,1 0 0,-1 0 0,1 0 0,-1-1 0,1 1 1,-1 0-1,1-1 0,0 1 0,-1 0 0,1-1 0,0 1 0,0-1 0,-1 1 1,1-1-1,0 1 0,0-1 0,0 0 0,0 1 0,1-1 0,0 0 13,0-1-1,-1 1 1,1-1-1,0 0 1,-1 0-1,1 1 1,0-1-1,-1 0 1,1-1-1,-1 1 0,0 0 1,1 0-1,-1-1 1,0 1-1,0 0 1,1-1-1,-1 1 1,0-1-1,-1 0 1,2-1-1,20-43-28,-15 29 31,-1 5 11,5-12-25,1 1 0,1 0 0,25-33 1,-34 51 18,-1 1 1,1 0-1,0 0 1,0 0-1,0 0 1,0 1 0,1-1-1,-1 1 1,1 0-1,0 0 1,0 1 0,0 0-1,0-1 1,0 2-1,1-1 1,-1 1 0,1-1-1,-1 2 1,1-1-1,-1 0 1,1 1-1,0 0 1,6 1 0,-9 1 2,0-1 0,0 0 0,0 1 1,0-1-1,0 1 0,0 0 0,-1 0 0,1 0 1,-1 1-1,1-1 0,-1 1 0,0-1 1,0 1-1,0 0 0,0-1 0,-1 1 0,1 0 1,1 4-1,25 68 54,-20-53-55,27 80-160,-35-102 158,0 1 0,1-1 0,-1 1 1,0-1-1,0 0 0,0 1 0,1-1 1,-1 0-1,0 0 0,0 1 0,1-1 1,-1 0-1,0 1 0,1-1 0,-1 0 1,0 0-1,1 0 0,-1 1 0,0-1 1,1 0-1,-1 0 0,0 0 0,1 0 1,-1 0-1,1 0 0,-1 0 0,0 0 1,1 0-1,-1 0 0,1 0 0,-1 0 1,0 0-1,1 0 0,-1 0 0,0 0 1,1 0-1,-1 0 0,1 0 0,-1-1 1,0 1-1,1 0 0,-1 0 0,0 0 1,1-1-1,-1 1 0,0 0 0,0 0 1,1-1-1,-1 1 0,0 0 0,1-1 1,14-20 122,-14 19-116,19-30 36,50-73 85,-62 96-93,-1 0 0,1 0 0,1 1 0,-1 0 0,1 0 0,1 1-1,-1 0 1,14-7 0,-20 13-16,-1 0-1,1 0 1,-1 0-1,1 0 0,0 0 1,0 1-1,-1-1 1,1 1-1,0-1 1,0 1-1,-1 0 1,1 0-1,0 1 1,0-1-1,0 1 0,-1-1 1,1 1-1,0 0 1,-1 0-1,1 0 1,-1 0-1,1 0 1,-1 1-1,1-1 1,-1 1-1,0 0 0,0-1 1,0 1-1,0 0 1,0 0-1,0 0 1,0 1-1,2 3 1,5 9-1,-1 0 0,-1 0 0,0 0 0,7 27 0,-4-13-2,0-5-129,-5-15-178,-1 1 1,0-1-1,-1 1 0,0 0 0,-1 0 0,0 0 0,1 12 0,-15-25-7310,-7-14 2491</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5:38.185"/>
    </inkml:context>
    <inkml:brush xml:id="br0">
      <inkml:brushProperty name="width" value="0.05" units="cm"/>
      <inkml:brushProperty name="height" value="0.05" units="cm"/>
      <inkml:brushProperty name="color" value="#E71224"/>
    </inkml:brush>
  </inkml:definitions>
  <inkml:trace contextRef="#ctx0" brushRef="#br0">140 89 19017,'0'0'7283,"-62"-88"-7395,60 88-1409,-11 9-2433,-13 15-31,-11 6-7044</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5:38.545"/>
    </inkml:context>
    <inkml:brush xml:id="br0">
      <inkml:brushProperty name="width" value="0.05" units="cm"/>
      <inkml:brushProperty name="height" value="0.05" units="cm"/>
      <inkml:brushProperty name="color" value="#E71224"/>
    </inkml:brush>
  </inkml:definitions>
  <inkml:trace contextRef="#ctx0" brushRef="#br0">1 21 18248,'0'0'7780,"189"19"-7556,-119-19-208,0 0-16,-8-7-192,-10-2-752,-11 2-1282,-10 0-719,-13-3-1249</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5:38.883"/>
    </inkml:context>
    <inkml:brush xml:id="br0">
      <inkml:brushProperty name="width" value="0.05" units="cm"/>
      <inkml:brushProperty name="height" value="0.05" units="cm"/>
      <inkml:brushProperty name="color" value="#E71224"/>
    </inkml:brush>
  </inkml:definitions>
  <inkml:trace contextRef="#ctx0" brushRef="#br0">1 0 17656,'0'0'6291,"5"21"-5539,60-18-127,7-3-609,1 0 144,-1 0-160,-7 0 0,-3 0-497,-5 0-1311,-2 0-1042,-3 0-1456</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5:39.880"/>
    </inkml:context>
    <inkml:brush xml:id="br0">
      <inkml:brushProperty name="width" value="0.05" units="cm"/>
      <inkml:brushProperty name="height" value="0.05" units="cm"/>
      <inkml:brushProperty name="color" value="#E71224"/>
    </inkml:brush>
  </inkml:definitions>
  <inkml:trace contextRef="#ctx0" brushRef="#br0">1 865 16664,'0'0'4917,"19"-26"-4768,134-164 198,-132 161-257,0-2 0,-2 0 0,-2-1 0,-1-1 0,-1-1 1,-2 0-1,-1 0 0,-2-2 0,-1 1 0,-2-1 0,-1 0 0,-3-1 1,0-64-1,-2 73 140,0 21-59,0 0 1,-1-1-1,0 1 1,0 0 0,-1 0-1,0 0 1,0 0-1,-4-14 1,-1 17 821,1 18-863,-32 242-42,22-128 101,-85 929 366,94-699-499,5-403 530,-11-57 0,0-1-597,6-217 10,6 235-3,1 22-32,16-119 0,-13 158-5,1 0 0,1 0 0,1 0 0,1 1 0,1 0 0,1 1-1,25-41 1,-30 57 29,0 1-1,-1-1 0,2 1 0,-1 0 0,1 0 0,0 0 0,0 1 1,0 0-1,0 0 0,1 1 0,0-1 0,-1 1 0,1 1 0,0 0 0,1 0 1,-1 0-1,0 0 0,1 1 0,-1 1 0,0-1 0,14 2 0,-13-1 9,0 1-1,1 1 1,-1-1-1,0 1 0,0 1 1,0-1-1,0 1 0,0 1 1,-1-1-1,0 1 1,1 1-1,-1-1 0,-1 1 1,1 1-1,-1-1 0,0 1 1,0 0-1,7 10 1,-7-8 0,0 1 1,-1 0 0,0 0-1,0 0 1,-1 0 0,0 1-1,-1 0 1,0-1 0,-1 1-1,0 0 1,0 0 0,-1 1-1,-1-1 1,1 0 0,-2 0-1,1 1 1,-1-1 0,-1 0-1,0 0 1,0 0 0,-1 0-1,-1-1 1,1 1 0,-1-1-1,-1 0 1,0 0 0,0 0-1,-1 0 1,0-1 0,0 0-1,-13 12 1,5-8-143,0-1 1,-1 0-1,-1-1 1,1-1-1,-2 0 1,1-1-1,-1-1 1,0 0-1,-1-2 1,1 0-1,-1 0 1,-31 2-1,48-7 63,1 0-1,0 0 0,-1 0 0,1 0 0,-1 0 1,1 0-1,0 0 0,-1 0 0,1 0 1,0 0-1,-1 0 0,1-1 0,-1 1 0,1 0 1,0 0-1,-1 0 0,1-1 0,0 1 0,0 0 1,-1 0-1,1-1 0,0 1 0,-1 0 1,1-1-1,0 1 0,0 0 0,0-1 0,-1 1 1,1 0-1,0-1 0,0 1 0,0 0 1,0-1-1,0 1 0,0-1 0,0 1 0,4-20-2035,17-15-1658,20 4-2092,8-1-3319</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5:41.043"/>
    </inkml:context>
    <inkml:brush xml:id="br0">
      <inkml:brushProperty name="width" value="0.05" units="cm"/>
      <inkml:brushProperty name="height" value="0.05" units="cm"/>
      <inkml:brushProperty name="color" value="#E71224"/>
    </inkml:brush>
  </inkml:definitions>
  <inkml:trace contextRef="#ctx0" brushRef="#br0">92 113 11493,'0'0'9146,"-5"12"-8559,-13 34-347,2 0 0,2 1 0,2 0 0,-11 89 0,23-122-228,-1-4-13,0 1 0,1 0 0,1 0 0,3 19 0,-4-27 1,1 0 1,0-1 0,0 1-1,0-1 1,0 0-1,0 1 1,1-1 0,-1 0-1,1 1 1,-1-1-1,1 0 1,0 0 0,0 0-1,0-1 1,0 1-1,0 0 1,0-1-1,1 1 1,-1-1 0,0 0-1,1 0 1,-1 0-1,1 0 1,3 1 0,0-1 8,0 1 0,0-1 1,0 0-1,0-1 1,1 0-1,-1 0 0,0 0 1,0 0-1,0-1 1,1 0-1,-1-1 0,0 1 1,0-1-1,-1 0 1,1-1-1,0 1 1,-1-1-1,1 0 0,-1-1 1,0 1-1,0-1 1,0 0-1,-1 0 0,1-1 1,-1 1-1,0-1 1,0 0-1,-1 0 0,6-9 1,-1-2 10,0-1 0,-1 1 0,0-1 0,-2 0 0,0 0 0,0-1 0,-2 0 0,0 0 0,0-20 1,-2 14 16,-1 0 1,-1 1 0,-1-1 0,-5-24 0,6 41 53,-1 0 1,0 0 0,0 1-1,-1-1 1,1 0-1,-2 1 1,1-1 0,-1 1-1,0 0 1,0 0-1,-1 1 1,1-1 0,-1 1-1,0 0 1,-1 0-1,1 1 1,-12-8 0,13 10-83,1 0 0,-1 1 1,0-1-1,1 1 0,-1-1 0,0 1 1,0 0-1,0 0 0,0 1 1,1-1-1,-1 1 0,0 0 0,0 0 1,0 0-1,0 1 0,0-1 1,0 1-1,0 0 0,-4 2 0,2-1 5,1 1 0,0 0 0,1 0 0,-1 1 0,1-1-1,-1 1 1,1 0 0,0 0 0,0 1 0,1-1 0,-1 1-1,-2 5 1,-1 2 5,0 1 0,1 0 0,1 1 0,0-1 0,1 1 0,0 0 0,1 1 0,0-1 0,0 23 0,3-25-17,0-1 0,1 1 0,0-1 1,1 1-1,0-1 0,0 0 1,2 0-1,8 21 0,-10-27-1,1-1 0,0 0 0,0 1 1,0-1-1,1-1 0,0 1 0,-1 0 0,1-1 0,0 0 0,1 0 0,-1 0 0,0 0 0,1-1 0,0 1 0,-1-1 0,1 0 1,0-1-1,0 1 0,0-1 0,1 0 0,-1 0 0,7-1 0,-4 2 10,1-1 1,-1 0-1,1-1 0,0 0 0,-1 0 1,1-1-1,-1 0 0,1 0 1,-1-1-1,1 0 0,-1-1 1,0 0-1,0 0 0,0-1 0,0 0 1,11-8-1,122-110 477,-140 122-474,0-1 0,0 1 0,0-1 0,0 1 0,-1 0-1,1-1 1,0 1 0,0 0 0,0 0 0,0-1 0,0 1-1,0 0 1,0 0 0,0 0 0,0 0 0,0 0 0,-1 0 0,1 1-1,0-1 1,0 0 0,0 0 0,0 1 0,0-1 0,0 0 0,0 1-1,-1-1 1,1 1 0,0-1 0,0 1 0,-1 0 0,1-1-1,0 1 1,-1 0 0,1-1 0,-1 1 0,1 0 0,0 0 0,-1-1-1,0 1 1,1 1 0,17 38-63,-17-37 96,3 9-34,-1 1 0,-1-1 1,2 19-1,-4-21-6,1 1-1,1-1 1,0 0 0,0 0 0,7 16-1,-8-25-3,-1 0 0,1-1 0,0 1 0,-1 0 0,1-1 0,0 1 0,0-1 0,-1 1 0,1-1 0,0 1 0,0-1 0,0 0 0,0 0 0,-1 1 0,1-1 0,0 0-1,0 0 1,0 0 0,0 0 0,0 0 0,0 0 0,0 0 0,0 0 0,-1 0 0,1 0 0,0 0 0,0-1 0,0 1 0,0 0 0,0-1 0,-1 1 0,1 0 0,0-1 0,0 1 0,0-1 0,-1 0 0,1 1 0,0-2 0,34-24 89,-31 22-76,11-8 10,41-33 41,-52 42-75,1 0 0,-1 0-1,1 1 1,-1 0-1,1-1 1,0 1-1,0 1 1,0-1-1,0 1 1,8-1-1,-11 2 7,-1 0 0,0 1 0,0-1 0,1 0 0,-1 1 0,0 0 0,0-1 0,0 1 0,0 0 0,1-1 0,-1 1 0,0 0 0,0 0 0,-1 0 0,1 0 0,0 0 0,0 0 0,0 0 0,-1 0 0,2 3 0,14 30 10,-10-19 0,-5-13-6,-1-1 0,1 1 1,0 0-1,0-1 1,0 1-1,0-1 0,0 1 1,0-1-1,0 1 1,0-1-1,1 0 0,-1 1 1,0-1-1,1 0 0,-1 0 1,1 0-1,0 0 1,-1 0-1,1-1 0,0 1 1,-1 0-1,1-1 1,0 1-1,0-1 0,0 0 1,-1 1-1,3-1 0,0-1 10,-1 0-1,1 0 0,0-1 0,-1 1 0,0-1 0,1 0 0,-1 0 0,0 0 0,0 0 0,0-1 0,0 1 0,3-4 0,2-3-12,-1 2 14,-1 1 1,2 0-1,-1 0 0,11-7 0,-17 12-17,0 0 0,1 1 0,-1-1-1,1 0 1,-1 1 0,0-1 0,1 1-1,-1-1 1,1 1 0,-1-1-1,1 1 1,0 0 0,-1 0 0,1 0-1,-1 0 1,1 0 0,-1 0 0,1 1-1,-1-1 1,1 0 0,-1 1 0,1-1-1,-1 1 1,1-1 0,-1 1-1,0 0 1,1 0 0,-1 0 0,0 0-1,0 0 1,1 0 0,-1 0 0,1 2-1,26 35-42,-21-27 43,1 0-1,0-1 1,16 17-1,-21-24 4,1 0 0,0 0-1,0-1 1,0 1 0,0-1-1,0 0 1,1 0 0,-1 0-1,0-1 1,1 1-1,0-1 1,-1 0 0,1-1-1,6 1 1,-4 0 0,-1-2-1,0 1 1,1-1-1,-1 0 1,0 0-1,0-1 1,0 1 0,0-1-1,0-1 1,0 1-1,0-1 1,-1 0 0,10-7-1,-6 3 3,-1 0 0,0-1 0,0 0 0,0-1 0,-1 0 0,0 0 0,6-12 0,0-3 7,-2 0 0,-1 0 0,0-1 1,-2 0-1,-1-1 0,4-27 0,-5 19 40,-2-1-1,-1 0 1,-2 0-1,-4-52 1,3 87-32,0 0-1,0-1 1,0 1 0,0 0 0,-1-1-1,1 1 1,0 0 0,0-1 0,0 1 0,0 0-1,-1 0 1,1-1 0,0 1 0,0 0-1,-1-1 1,1 1 0,0 0 0,0 0-1,-1 0 1,1-1 0,0 1 0,-1 0 0,1 0-1,0 0 1,-1 0 0,1 0 0,0 0-1,-1 0 1,1 0 0,0 0 0,-1 0-1,1 0 1,0 0 0,-1 0 0,1 0 0,-1 0-1,1 0 1,0 0 0,-1 0 0,1 0-1,0 0 1,-1 0 0,1 1 0,0-1-1,0 0 1,-1 0 0,1 0 0,0 1 0,-1-1-1,1 0 1,-17 14 122,6 0-105,2 1 1,0-1-1,1 2 1,0-1-1,1 1 1,1 0-1,1 1 1,0-1 0,1 1-1,-3 27 1,0 21 12,3 91-1,4-150-47,-1 1 1,1 0-1,1 0 0,-1 0 0,1 0 0,0 0 0,1-1 1,0 1-1,0 0 0,0-1 0,1 1 0,0-1 0,0 0 0,5 7 1,-5-10-56,1 1 1,-1 0-1,1-1 1,1 0-1,-1 0 1,0 0-1,1 0 1,-1-1-1,1 1 1,0-1-1,-1-1 1,1 1-1,0 0 1,0-1-1,1 0 1,-1-1-1,0 1 1,7-1-1,0 1-556,0-1 0,0 0 0,1 0 0,-1-2 0,15-2 0,-21 2-114,-1 0 0,1 0-1,0-1 1,-1 1-1,0-1 1,1-1 0,-1 1-1,-1-1 1,1 1-1,0-1 1,-1-1 0,7-7-1,16-26-10872</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5:41.379"/>
    </inkml:context>
    <inkml:brush xml:id="br0">
      <inkml:brushProperty name="width" value="0.05" units="cm"/>
      <inkml:brushProperty name="height" value="0.05" units="cm"/>
      <inkml:brushProperty name="color" value="#E71224"/>
    </inkml:brush>
  </inkml:definitions>
  <inkml:trace contextRef="#ctx0" brushRef="#br0">0 82 16231,'0'0'7140,"174"0"-6932,-125-5-144,-5-4 64,-5-1-128,-5 3-16,-16-4-624,-5-1-1313,-13-2-881,0 0-3024</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5:41.715"/>
    </inkml:context>
    <inkml:brush xml:id="br0">
      <inkml:brushProperty name="width" value="0.05" units="cm"/>
      <inkml:brushProperty name="height" value="0.05" units="cm"/>
      <inkml:brushProperty name="color" value="#E71224"/>
    </inkml:brush>
  </inkml:definitions>
  <inkml:trace contextRef="#ctx0" brushRef="#br0">32 33 7283,'0'0'19529,"-32"-32"-19673,35 32-1200,2 2-1106,3 10-1711</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01.891"/>
    </inkml:context>
    <inkml:brush xml:id="br0">
      <inkml:brushProperty name="width" value="0.05" units="cm"/>
      <inkml:brushProperty name="height" value="0.05" units="cm"/>
      <inkml:brushProperty name="color" value="#E71224"/>
    </inkml:brush>
  </inkml:definitions>
  <inkml:trace contextRef="#ctx0" brushRef="#br0">20 94 13926,'0'0'5992,"-4"19"-5511,-11 54-73,24-95 851,1 0 1,14-22-1,27-54-1027,-43 168 99,-4-36-335,12 80 26,-13-102-21,0 0 1,0-1-1,2 1 0,-1-1 1,1 0-1,1 0 0,8 12 1,-13-21-5,1 1 1,-1-1-1,1 0 1,0 0-1,0 0 1,0-1-1,0 1 1,0 0-1,0-1 1,0 1-1,1-1 1,-1 0-1,1 0 1,-1 0-1,1 0 1,-1 0-1,1 0 1,-1-1-1,1 1 1,0-1-1,-1 0 1,1 1-1,0-1 0,-1-1 1,1 1-1,0 0 1,-1-1-1,1 1 1,-1-1-1,1 0 1,-1 0-1,1 0 1,-1 0-1,1 0 1,-1 0-1,0-1 1,0 1-1,1-1 1,2-3-1,10-8 26,-1-1-1,0 1 1,-1-2 0,15-22-1,-14 20-21,14-19 4,-17 19-6,1 1 1,1 0 0,1 1 0,0 0-1,1 1 1,22-15 0,-35 27-1,0 1 0,-1 1 0,1-1 0,0 0 1,-1 0-1,1 1 0,0-1 0,0 1 0,0-1 0,0 1 1,-1 0-1,1 0 0,0 0 0,0 0 0,0 0 0,0 0 0,0 0 1,0 1-1,0-1 0,-1 1 0,1-1 0,0 1 0,2 1 1,-1 0-1,1 1 1,-1-1 0,0 1 0,-1 0-1,1 0 1,0 0 0,-1 0 0,0 0-1,1 1 1,2 5 0,2 8 16,0 0-1,-1 0 1,6 32 0,-4 4 122,-3-1 0,-1 90-1,-5-141-139,1 1 0,-1-1 0,1 0-1,-1 0 1,1 1 0,-1-1 0,0 0-1,1 0 1,-1 0 0,0 0 0,0 0-1,0 0 1,0 0 0,0 0 0,0 0-1,0 0 1,0-1 0,-1 1 0,1 0-1,0-1 1,0 1 0,0-1 0,-1 1 0,1-1-1,0 0 1,-1 1 0,1-1 0,0 0-1,-1 0 1,1 0 0,-1 0 0,0 0-1,-49-4-1515,41-1 676,0 0 0,0 0 1,1-1-1,0 0 0,0-1 1,0 0-1,1 0 0,0-1 1,0 0-1,-11-16 0,16 21 384,-43-55-8773</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02.226"/>
    </inkml:context>
    <inkml:brush xml:id="br0">
      <inkml:brushProperty name="width" value="0.05" units="cm"/>
      <inkml:brushProperty name="height" value="0.05" units="cm"/>
      <inkml:brushProperty name="color" value="#E71224"/>
    </inkml:brush>
  </inkml:definitions>
  <inkml:trace contextRef="#ctx0" brushRef="#br0">75 129 9828,'0'0'6926,"8"-2"-5816,-6 2-1044,0-1-1,1 0 0,-1 1 1,0-1-1,0 0 0,0 0 1,0 0-1,0 0 0,0-1 1,0 1-1,0 0 0,0-1 1,-1 0-1,1 1 1,0-1-1,-1 0 0,0 0 1,1 0-1,0-3 0,1-1 94,-2 0 0,1 0 0,-1 0-1,0 0 1,0-1 0,-1 1 0,0-11-1,0 16-125,0 0-1,0-1 0,0 1 0,0-1 0,0 1 1,0 0-1,0-1 0,-1 1 0,1-1 1,-1 1-1,1 0 0,-1 0 0,1-1 0,-1 1 1,0 0-1,1 0 0,-1-1 0,0 1 1,0 0-1,0 0 0,0 0 0,0 0 1,0 0-1,0 1 0,0-1 0,-1 0 0,0-1 1,-2 1 7,-1 0 0,1 1 0,0-1 1,0 1-1,0-1 0,0 1 0,-1 0 1,-5 2-1,7-2-77,0 0 0,1 1 0,-1 0 0,1 0 0,-1 0 1,1 0-1,-1 0 0,1 0 0,0 1 0,-1-1 0,1 1 0,0 0 0,0-1 0,0 1 1,0 0-1,1 0 0,-1 0 0,0 0 0,1 1 0,0-1 0,-1 0 0,0 4 0,-2 2-867,1 0-1,1 0 0,-1 1 0,1-1 0,-1 17 0,1 12-6087</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02.829"/>
    </inkml:context>
    <inkml:brush xml:id="br0">
      <inkml:brushProperty name="width" value="0.05" units="cm"/>
      <inkml:brushProperty name="height" value="0.05" units="cm"/>
      <inkml:brushProperty name="color" value="#E71224"/>
    </inkml:brush>
  </inkml:definitions>
  <inkml:trace contextRef="#ctx0" brushRef="#br0">376 106 15271,'0'0'5410,"-26"-18"-3918,-89-55-526,111 71-925,1 0-1,-1 0 1,1 1 0,-1-1 0,0 1 0,1 0 0,-1 0 0,0 0 0,0 0 0,0 1 0,0-1 0,0 1 0,0 0 0,0 1-1,0-1 1,0 0 0,0 1 0,1 0 0,-1 0 0,0 0 0,0 1 0,-5 2 0,2 1 9,0 0 0,1 0 0,0 1 0,0 0 1,0 0-1,1 0 0,-7 11 0,7-11-29,-6 11-9,1 0 0,1 0-1,0 1 1,1 0 0,1 0 0,0 1 0,2 0-1,0 0 1,1 0 0,1 1 0,1-1 0,1 1-1,1 21 1,0-40-16,0 1 0,0-1-1,0 0 1,1 0 0,-1 1 0,0-1-1,1 0 1,-1 0 0,1 0 0,-1 1-1,1-1 1,0 0 0,-1 0-1,1 0 1,0 0 0,0 0 0,0 0-1,0-1 1,0 1 0,0 0 0,0 0-1,0-1 1,0 1 0,0 0-1,0-1 1,0 1 0,1-1 0,-1 0-1,0 1 1,0-1 0,0 0-1,1 0 1,-1 0 0,0 0 0,2 0-1,1 1 5,1-1-1,-1-1 0,1 1 0,-1-1 0,1 1 1,-1-1-1,0 0 0,0-1 0,1 1 0,4-3 1,3-4 22,0 0 0,0-1 1,-1 0-1,0-1 1,0 0-1,14-19 0,55-80 80,-55 73-99,-1 1 5,-23 68 80,-3 24 108,0-22-90,3 52 0,0-79-103,0 0 1,0 1-1,1-1 0,0 0 0,0 0 0,1-1 0,0 1 0,0 0 0,1-1 0,0 0 1,8 12-1,-7-14-8,0-1 1,0 0 0,1 0 0,-1-1-1,1 1 1,0-1 0,0 0 0,0-1-1,0 0 1,0 1 0,1-2 0,-1 1-1,1-1 1,-1 0 0,1-1 0,0 1-1,-1-1 1,1 0 0,12-3 0,-3 1-137,0 0 0,0-2 1,0 0-1,-1 0 0,0-2 0,30-14 1,-24 8-839,-1-1 1,32-27-1,2-16-4049,-17 6-3194</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03.643"/>
    </inkml:context>
    <inkml:brush xml:id="br0">
      <inkml:brushProperty name="width" value="0.05" units="cm"/>
      <inkml:brushProperty name="height" value="0.05" units="cm"/>
      <inkml:brushProperty name="color" value="#E71224"/>
    </inkml:brush>
  </inkml:definitions>
  <inkml:trace contextRef="#ctx0" brushRef="#br0">0 761 15127,'0'0'4807,"10"-26"-3739,7-16-784,2 0 1,1 1 0,39-57 0,-54 91-216,45-64 624,50-96 0,-88 144-474,-1 0-1,-1-1 1,-1-1 0,-2 1-1,0-1 1,-1-1-1,-2 1 1,2-47 0,-7 73-183,-1-1 0,0 1 1,0 0-1,0-1 0,1 1 1,-1 0-1,0 1 0,1-1 1,-1 0-1,1 0 0,-1 0 1,-1 4-1,-4 6-30,0 1 0,1-1 1,1 2-1,0-1 0,0 1 0,1-1 0,1 1 1,0 0-1,-1 21 0,1-7 0,2 1 1,1-1-1,6 51 1,-2-59-12,0 0 1,1 0-1,2-1 1,-1 0-1,2 0 1,0-1-1,19 29 1,8 3-26,46 50 1,-45-56 17,-36-43 12,1 0 0,-1 1 0,0-1 0,0 0 0,0 0-1,1 0 1,-1 0 0,0 0 0,0 1 0,0-1 0,0 0 0,0 0-1,1 0 1,-1 1 0,0-1 0,0 0 0,0 0 0,0 1-1,0-1 1,0 0 0,0 0 0,0 0 0,0 1 0,0-1 0,0 0-1,0 0 1,0 1 0,0-1 0,0 0 0,0 0 0,0 1 0,0-1-1,0 0 1,0 0 0,0 0 0,-1 1 0,1-1 0,0 0 0,0 0-1,0 0 1,0 1 0,0-1 0,-1 0 0,1 0 0,0 0 0,0 0-1,0 1 1,0-1 0,-1 0 0,1 0 0,0 0 0,0 0 0,-1 0-1,1 0 1,0 0 0,0 0 0,0 0 0,-1 0 0,1 0 0,-16 1 43,13-1-35,-139-11 120,-10-1-72,137 11-152,-21 3-165,35-2 175,0 1 0,0-1 1,0 0-1,0 1 1,0-1-1,1 1 1,-1-1-1,0 1 1,0 0-1,1-1 1,-1 1-1,0 0 1,1 0-1,-1-1 1,1 1-1,-1 0 0,1 0 1,0 0-1,-1-1 1,1 1-1,0 0 1,-1 0-1,1 0 1,0 0-1,0 0 1,0 0-1,0 0 1,0 0-1,0 0 1,0 0-1,0 0 0,0 1 1,1-1-60,-1 1 0,1-1 0,0 0 1,0 0-1,-1 0 0,1 0 0,0-1 0,0 1 0,0 0 0,0 0 1,0 0-1,0-1 0,0 1 0,0 0 0,0-1 0,0 1 1,0-1-1,1 1 0,-1-1 0,0 0 0,0 0 0,0 1 1,1-1-1,-1 0 0,0 0 0,0 0 0,2 0 0,45 0-2141,-36 0 1214,46-2-3938,4-8-3629</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05.424"/>
    </inkml:context>
    <inkml:brush xml:id="br0">
      <inkml:brushProperty name="width" value="0.05" units="cm"/>
      <inkml:brushProperty name="height" value="0.05" units="cm"/>
      <inkml:brushProperty name="color" value="#E71224"/>
    </inkml:brush>
  </inkml:definitions>
  <inkml:trace contextRef="#ctx0" brushRef="#br0">67 269 11669,'0'0'6662,"-9"26"-5376,5-13-1166,-8 22 141,1 0 0,2 1 0,2 0 0,-6 68 0,13-83-229,-1-10-19,1-1 1,0 1 0,1-1 0,4 20-1,-5-27-12,1-1 0,0 1 0,0-1 0,0 1-1,1-1 1,-1 0 0,1 1 0,-1-1 0,1 0-1,-1 0 1,1 0 0,0 0 0,0 0 0,0-1-1,0 1 1,1 0 0,-1-1 0,0 0 0,1 1-1,-1-1 1,1 0 0,-1 0 0,6 0 0,-3 1 22,1-1 0,0 0 1,-1 0-1,1 0 1,0-1-1,0 0 0,-1 0 1,1 0-1,0-1 0,0 0 1,-1 0-1,1-1 0,0 1 1,-1-1-1,0 0 1,1-1-1,-1 1 0,0-1 1,0 0-1,0-1 0,-1 1 1,1-1-1,-1 0 0,0 0 1,0 0-1,0 0 1,0-1-1,-1 1 0,0-1 1,0 0-1,0 0 0,-1-1 1,3-5-1,3-10 111,-1-1 0,-1 1-1,-1-1 1,-1 0 0,-1 0 0,0-1 0,-2-28 0,-1 43-46,0 0 1,-1 0-1,0 0 1,0 0-1,-1 0 1,0 0-1,0 0 1,-1 1-1,0-1 1,0 1-1,-8-13 1,8 16-46,0 1 1,0-1 0,0 1-1,0 0 1,-1 0 0,1 0 0,-1 0-1,0 1 1,0 0 0,0-1-1,0 1 1,0 1 0,0-1 0,-1 0-1,1 1 1,-1 0 0,1 0 0,-1 1-1,1-1 1,-1 1 0,1 0-1,-8 1 1,7 0-41,0 0 1,0 0-1,1 1 0,-1 0 0,1 0 1,-1 0-1,1 0 0,0 1 0,0 0 1,0 0-1,0 0 0,0 0 0,1 0 0,0 1 1,-1 0-1,1 0 0,0 0 0,1 0 1,-1 0-1,1 0 0,0 1 0,0-1 1,0 1-1,-1 7 0,-1-3-29,2 0 1,-1 1-1,1-1 1,1 1-1,-1 0 0,2-1 1,-1 1-1,1 0 0,1 0 1,0 0-1,4 17 0,-4-23-19,1-1 0,0 0 0,0 1-1,0-1 1,0 0 0,0 0-1,1 0 1,-1-1 0,1 1 0,0 0-1,0-1 1,0 0 0,0 0-1,0 0 1,1 0 0,-1 0 0,0-1-1,1 1 1,0-1 0,-1 0-1,1 0 1,6 1 0,9 1-208,0-1 0,1-1 1,22 0-1,-27-2 142,2 0 29,1-1 1,-1 0-1,0-2 1,0 0-1,0-1 1,-1 0-1,1-2 0,-1 0 1,-1 0-1,1-2 1,-1 0-1,-1-1 1,0 0-1,0-1 1,-1 0-1,0-1 1,-1-1-1,11-15 1,-5 6 275,-1-1 0,-1-1-1,-1-1 1,-2 0 0,0 0 0,-2-1 0,0-1 0,-2 0 0,-1-1 0,6-40 0,-10 13 2367,-4 54-1787,-3 7-382,-20 47-381,1 1-1,3 1 1,3 1 0,2 0-1,2 1 1,3 0 0,3 1-1,1 110 1,5-164-32,1 0 0,-1 1 0,1-1 0,-1 0 0,1 0-1,1 0 1,-1 0 0,1 1 0,-1-2 0,1 1 0,0 0 0,0 0 0,1-1 0,-1 1 0,1-1-1,0 1 1,0-1 0,0 0 0,0 0 0,5 2 0,-5-3 10,1 0-1,-1-1 1,0 0 0,1 0 0,0 0 0,-1 0-1,1 0 1,0-1 0,-1 1 0,1-1 0,0 0-1,-1 0 1,1-1 0,0 1 0,-1-1-1,1 0 1,0 0 0,-1 0 0,1 0 0,-1 0-1,0-1 1,1 0 0,5-4 0,4-3 15,-1-1 1,-1 0 0,1-1-1,-2 0 1,1-1 0,-2-1-1,10-14 1,-6 9 64,0 1-1,29-29 1,-40 83-97,-1-31 34,0 4-9,0 0 0,0 0 0,0-1-1,2 1 1,-1-1 0,1 1 0,0-1 0,1 0-1,9 16 1,-11-23-3,-1-1-1,1 1 1,0-1-1,0 0 1,0 0 0,0 0-1,0 0 1,0 0-1,0 0 1,1 0-1,-1-1 1,0 1 0,0-1-1,1 0 1,-1 0-1,0 1 1,0-1-1,1-1 1,-1 1 0,0 0-1,0-1 1,5 0-1,-1-1 11,0 1 0,0-1 0,0 0-1,0-1 1,0 1 0,0-1 0,5-4 0,13-13 26,0-1 1,-2 0 0,39-49 0,-42 150-106,-17-75 71,1 1-1,-1-1 1,1 0 0,0 0 0,0 0 0,0 0 0,1 0-1,0-1 1,0 0 0,0 1 0,0-1 0,1-1 0,-1 1 0,1-1-1,0 1 1,0-1 0,0-1 0,1 1 0,-1-1 0,1 0-1,-1 0 1,1-1 0,0 1 0,-1-1 0,1-1 0,0 1-1,0-1 1,0 0 0,0 0 0,0-1 0,-1 1 0,1-1-1,0-1 1,0 1 0,-1-1 0,1 0 0,-1 0 0,1-1-1,-1 1 1,9-7 0,-2-3 22,0-1-1,-1 0 1,0 0 0,-1-1 0,-1 0-1,0 0 1,-1-1 0,-1-1-1,0 1 1,-1-1 0,-1 0-1,0-1 1,-1 1 0,2-19 0,2-32 121,-2-1 1,-4-77-1,-2 107-97,0 33-52,-3-29 727,3 33-697,0 1 1,0-1 0,0 1 0,0-1-1,0 1 1,0-1 0,-1 1-1,1-1 1,0 1 0,0-1 0,-1 1-1,1-1 1,0 1 0,0 0 0,-1-1-1,1 1 1,0-1 0,-1 1-1,1 0 1,-1-1 0,1 1 0,-1 0-1,1 0 1,0-1 0,-1 1-1,1 0 1,-1 0 0,1 0 0,-1-1-1,1 1 1,-1 0 0,1 0 0,-1 0-1,1 0 1,-1 0 0,1 0-1,-1 0 1,1 0 0,-1 0 0,1 1-1,-1-1 1,1 0 0,-1 0 0,1 0-1,-1 0 1,1 1 0,-1-1-1,1 0 1,-1 0 0,1 1 0,0-1-1,-1 0 1,1 1 0,0-1 0,-1 1-1,-3 3-14,1-1-1,-1 1 0,1 0 1,0 0-1,0 0 1,0 0-1,1 0 0,0 1 1,-1-1-1,-1 8 0,-15 53-45,16-53 37,-8 46-7,3 0 0,2 1 0,2 0 0,7 86 0,-2-133-31,0 0 0,1 0 0,0-1 1,1 1-1,1-1 0,-1 1 1,2-1-1,0 0 0,8 15 0,-10-22-3,0 0 0,-1 1 0,2-1 0,-1 0 0,0 0 0,1-1 0,0 1 0,-1-1-1,1 0 1,1 0 0,-1 0 0,0 0 0,1-1 0,-1 0 0,1 0 0,0 0-1,0 0 1,0-1 0,0 0 0,0 0 0,0 0 0,0 0 0,0-1 0,6 0 0,-5-2 41,0 1 0,-1-1 1,1 0-1,0-1 1,-1 1-1,0-1 0,0 0 1,0-1-1,0 1 0,0-1 1,0 0-1,-1 0 1,0 0-1,0-1 0,5-6 1,9-12 3,25-44-1,-40 62 1,6-16 84,3-4 119,-8 24-131,-2 14-59,-4 51-46,0-28 6,4 50 1,-2-84 7,0 0-1,1 1 1,-1-1 0,1 0 0,0 0-1,-1 0 1,1 0 0,0 0 0,0 0-1,0 0 1,0 0 0,1 0 0,-1 0-1,0-1 1,1 1 0,0-1-1,-1 1 1,1-1 0,0 1 0,-1-1-1,5 2 1,-2-1-11,1 0 0,-1-1 0,1 1 0,0-1 0,0 0 0,-1-1 0,1 1 0,0-1 0,9 0 0,-4-1 13,1 0-1,0-1 1,0 0-1,-1-1 1,1 0-1,-1 0 1,0-1-1,15-9 1,-6 2 24,-1-1 1,0-1 0,-1-1 0,0-1 0,-2 0 0,1-1 0,-2-1 0,17-23 0,-22 12 392,-11 22 60,-7 17-408,3-1-71,1 1 0,0-1 0,0 1 0,1 0 0,1 1 0,0-1 0,0 1 0,1-1 0,1 1 0,0 0 0,0-1 0,1 1 0,1 0 0,3 18 0,-4-29 5,0 1-1,1-1 0,-1 0 0,1 1 1,-1-1-1,1 0 0,-1 0 0,1 1 1,0-1-1,0 0 0,0 0 0,0 0 1,0 0-1,0 0 0,0 0 0,0 0 0,0 0 1,0-1-1,0 1 0,0 0 0,1-1 1,-1 1-1,0-1 0,1 1 0,-1-1 1,0 1-1,1-1 0,-1 0 0,0 0 1,1 0-1,-1 0 0,1 0 0,-1 0 1,0 0-1,1 0 0,1-1 0,0 1 6,0-1-1,0 0 1,-1 1-1,1-1 1,0-1-1,0 1 1,-1 0-1,1-1 1,0 1-1,-1-1 0,0 0 1,1 0-1,-1 0 1,0 0-1,2-3 1,2-5-4,-1 0 0,0-1 1,0 0-1,-2 0 0,1 0 1,-1-1-1,2-19 1,4-12 77,-8 41-57,0 0 1,0-1-1,0 1 0,1 0 1,0 0-1,-1 0 0,1 0 1,0 0-1,0 0 0,0 0 1,0 0-1,0 1 0,0-1 1,1 1-1,-1 0 0,0 0 0,1 0 1,-1 0-1,1 0 0,-1 0 1,1 0-1,0 1 0,-1 0 1,1-1-1,-1 1 0,1 0 1,4 1-1,-2-2-12,0 1-1,0 0 1,0 1 0,0-1-1,0 1 1,0 0 0,0 0-1,0 1 1,-1-1 0,1 1-1,-1 0 1,1 0-1,-1 1 1,5 2 0,-3 2 7,0 1 1,-1-1-1,0 1 1,0-1-1,-1 1 1,0 1-1,5 11 1,-6-11-9,1 0 0,0 0 1,0-1-1,1 1 0,12 14 0,-16-23 8,-1 1-1,1 0 0,0-1 1,0 1-1,0 0 1,0-1-1,0 1 1,0-1-1,0 0 1,0 1-1,1-1 1,-1 0-1,0 0 0,0 0 1,0 1-1,0-1 1,0 0-1,0-1 1,1 1-1,-1 0 1,0 0-1,0 0 1,0-1-1,0 1 0,0 0 1,0-1-1,0 1 1,0-1-1,0 1 1,0-1-1,0 0 1,0 1-1,0-1 1,0-1-1,33-32 139,-28 28-151,10-14 42,34-33 112,-46 50-127,-1 0-1,0 1 1,1-1-1,0 1 1,-1 0 0,1 0-1,0 0 1,0 1-1,0-1 1,1 1-1,-1 0 1,0 0-1,9-1 1,-11 3-12,0 0 1,0 0-1,0-1 1,-1 1 0,1 1-1,0-1 1,0 0-1,-1 0 1,1 1-1,-1-1 1,1 1-1,-1-1 1,0 1 0,1-1-1,-1 1 1,0 0-1,0 0 1,0 0-1,1 3 1,20 48 67,-19-43-58,7 13-314,-2 1 0,0 0 0,-2 0 0,-1 1 0,0 0 0,0 45 0,-5-70 157,0 1-1,0-1 1,0 1 0,-1-1 0,1 1 0,0-1 0,-1 1-1,1-1 1,0 1 0,-1-1 0,1 1 0,-1-1-1,1 1 1,0-1 0,-1 0 0,1 1 0,-1-1 0,0 0-1,1 0 1,-1 1 0,1-1 0,-1 0 0,1 0-1,-1 0 1,1 1 0,-1-1 0,0 0 0,1 0 0,-1 0-1,1 0 1,-1 0 0,0 0 0,1 0 0,-2-1-1,-23-3-4875,-8-11-3849</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05.745"/>
    </inkml:context>
    <inkml:brush xml:id="br0">
      <inkml:brushProperty name="width" value="0.05" units="cm"/>
      <inkml:brushProperty name="height" value="0.05" units="cm"/>
      <inkml:brushProperty name="color" value="#E71224"/>
    </inkml:brush>
  </inkml:definitions>
  <inkml:trace contextRef="#ctx0" brushRef="#br0">34 96 18649,'0'0'4241,"-33"-96"-6402</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06.116"/>
    </inkml:context>
    <inkml:brush xml:id="br0">
      <inkml:brushProperty name="width" value="0.05" units="cm"/>
      <inkml:brushProperty name="height" value="0.05" units="cm"/>
      <inkml:brushProperty name="color" value="#E71224"/>
    </inkml:brush>
  </inkml:definitions>
  <inkml:trace contextRef="#ctx0" brushRef="#br0">1 49 18072,'0'0'6755,"168"40"-6322,-82-40-209,2-5-192,0-9-32,-5-2-288,0 0-593,-11 2-1552,-10 0-176,-15 4-2161</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17.111"/>
    </inkml:context>
    <inkml:brush xml:id="br0">
      <inkml:brushProperty name="width" value="0.05" units="cm"/>
      <inkml:brushProperty name="height" value="0.05" units="cm"/>
      <inkml:brushProperty name="color" value="#E71224"/>
    </inkml:brush>
  </inkml:definitions>
  <inkml:trace contextRef="#ctx0" brushRef="#br0">288 343 10869,'0'0'6955,"1"0"-6878,-1 0-1,0 0 1,0 0 0,1 0-1,-1 0 1,0 0-1,0 0 1,1 0 0,-1 0-1,0 0 1,1-1 0,-1 1-1,0 0 1,0 0-1,1 0 1,-1 0 0,0 0-1,0 0 1,1-1-1,-1 1 1,0 0 0,0 0-1,0 0 1,1-1 0,-1 1-1,0 0 1,0 0-1,0 0 1,0-1 0,1 1-1,-1 0 1,0-1-1,0 1 1,0 0 0,0 0-1,0-1 1,0 1 0,0 0-1,0 0 1,0-1-1,0 1 1,0 0 0,0-1-1,0 1 1,0-1-1,0-7 63,1-7-71,-1-1 1,0 1-1,-2 0 0,1-1 0,-2 1 0,0 0 0,-1 0 1,-10-27-1,-38-47 417,48 82-358,-1 0 1,0 1 0,-1-1 0,1 1 0,-1 0 0,-1 1 0,1-1 0,-1 1 0,0 1-1,-9-6 1,15 9-98,0 1 0,0-1 0,0 1 0,0 0 0,0-1 0,0 1 0,0 0 1,0 0-1,0 0 0,0 0 0,0 0 0,0 0 0,-1 0 0,1 0 0,0 0 0,0 0 0,0 0 0,0 1 0,0-1 0,0 0 0,0 1 0,0-1 0,1 1 0,-1-1 0,0 1 0,0-1 0,0 1 0,0 0 0,1-1 0,-1 1 0,0 0 0,0 0 0,1 0 0,-1-1 0,1 1 0,-1 0 0,0 2 0,-10 42-67,9-33 131,-15 107 217,-1 133 1,16 127 476,3-208-550,-1 466 440,-11-648-1049,4-5-762,0-1 0,1 0 0,1 0 1,1-1-1,0 1 0,1-1 0,1 0 1,1-31-1,-3-4-4487,-1-1-3902</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17.853"/>
    </inkml:context>
    <inkml:brush xml:id="br0">
      <inkml:brushProperty name="width" value="0.05" units="cm"/>
      <inkml:brushProperty name="height" value="0.05" units="cm"/>
      <inkml:brushProperty name="color" value="#E71224"/>
    </inkml:brush>
  </inkml:definitions>
  <inkml:trace contextRef="#ctx0" brushRef="#br0">78 204 14679,'0'0'6115,"-13"-2"-5819,-39-1-190,52 3-104,-1 0 0,1 0 0,-1 0 0,1 0 0,-1 0 0,1 0 0,-1 0 1,1 0-1,-1 0 0,1 0 0,-1 1 0,1-1 0,-1 0 0,1 0 0,0 1 0,-1-1 0,1 0 0,-1 0 0,1 1 0,0-1 0,-1 1 0,1-1 0,0 0 0,-1 1 0,1-1 0,0 1 0,0-1 0,-1 1 0,1-1 0,0 0 0,0 1 0,0-1 0,-1 1 0,1-1 0,0 1 0,0-1 0,0 1 0,0-1 0,0 1 0,0-1 0,0 1 0,1 0 0,7 18 210,-2-13-170,-1-1 1,1 1-1,0-1 0,0-1 0,1 1 1,0-1-1,-1 0 0,1-1 0,0 1 1,1-2-1,-1 1 0,1-1 0,12 3 0,4-1-14,1 0 0,1-2-1,24 0 1,-33-2-10,3 1-20,1-1 1,-1-1-1,0 0 1,0-2-1,0 0 0,0-1 1,32-12-1,-15 0-17,-2-3 1,0 0-1,36-27 0,-55 35 16,-1-2 0,0 0 0,-1 0-1,0-2 1,-1 1 0,-1-2 0,0 0-1,12-20 1,-15 12 194,-9 24-181,0-1 0,0 1 0,0 0 1,0 0-1,0 0 0,0 0 0,0 0 0,0-1 0,0 1 0,0 0 0,0 0 0,0 0 0,-1 0 1,1 0-1,0 0 0,0 0 0,0-1 0,0 1 0,0 0 0,0 0 0,0 0 0,0 0 1,-1 0-1,1 0 0,0 0 0,0 0 0,0 0 0,0 0 0,0 0 0,-1 0 0,1 0 1,0 0-1,0 0 0,0 0 0,0 0 0,0 0 0,-1 0 0,1 0 0,0 0 0,0 0 0,0 0 1,0 0-1,0 0 0,-1 0 0,1 0 0,0 0 0,0 0 0,0 0 0,0 0 0,0 0 1,0 0-1,0 1 0,-1-1 0,1 0 0,0 0 0,0 0 0,0 0 0,0 0 0,0 0 1,0 0-1,0 1 0,0-1 0,-5 4 37,1-1-1,1 1 1,-1 0 0,0 1 0,1-1 0,-4 7-1,-6 14-41,1 1 0,2 1 0,0 0 0,2 0-1,1 1 1,1 0 0,1 0 0,2 0 0,-1 55-1,4-81-13,0-1 0,0 1 0,0-1 0,0 1 0,0-1 0,0 1 1,1-1-1,-1 1 0,0-1 0,1 1 0,-1-1 0,1 0 0,0 1 0,-1-1 0,1 0 0,0 1 0,0-1 0,0 0 0,0 0 0,0 0 0,0 0 0,0 0 0,0 0 0,0 0 0,0 0 0,0 0 0,1-1 0,-1 1 0,0 0 0,1-1 0,-1 1 0,1-1 0,-1 1 0,0-1 0,2 0 0,0 0-3,-1 0 0,0 0 0,0 0 0,0 0 0,0-1 0,0 1 0,0-1 0,0 1 0,0-1 0,0 0 0,0 0 0,0 0 0,-1 0 0,1 0 0,0 0 0,-1-1 0,1 1 0,-1-1 0,1 1 0,-1-1 0,1 1 0,-1-1 0,2-3 0,3-9 16,-1 0 0,0 0 0,-1-1-1,0 0 1,2-23 0,-4 23 8,1 1 0,0-1 1,1 1-1,0 0 0,11-24 1,-12 33-10,0 1 0,0 0-1,0 0 1,0 0 0,1 0 0,-1 1 0,1 0 0,0-1 0,0 1 0,0 1 0,1-1 0,-1 0-1,1 1 1,-1 0 0,1 0 0,0 1 0,0-1 0,0 1 0,0 0 0,0 0 0,7 0-1,-4 0 13,1 1 0,-1 0-1,1 0 1,-1 1 0,1-1-1,-1 2 1,1 0 0,-1 0-1,0 0 1,0 1-1,0 0 1,0 0 0,-1 1-1,1 0 1,-1 1 0,0 0-1,0 0 1,-1 0-1,1 1 1,-1 0 0,0 0-1,-1 0 1,0 1 0,0 0-1,0 0 1,-1 0 0,0 1-1,0-1 1,0 1-1,-1 0 1,-1 0 0,4 13-1,-4-5 14,1 0 0,-2 0-1,-1 27 1,0-29 13,0-13-11,-1-1 0,1 0 0,-1 0 0,1 0 0,-1 0 0,1 0-1,-1 0 1,1 0 0,-1 0 0,0 0 0,1 0 0,-1 0 0,1 0-1,-1 0 1,1-1 0,-1 1 0,1 0 0,-1 0 0,1 0 0,-1-1-1,1 1 1,-1 0 0,1-1 0,-1 1 0,1 0 0,0-1 0,-1 1-1,1-1 1,0 1 0,-1-1 0,1 1 0,0 0 0,-1-1-1,1 1 1,0-1 0,0 0 0,0 1 0,-1-1 0,1 1 0,0-1-1,0 0 1,-2-11-7,1 0-1,0-1 1,0 1-1,2 0 1,-1 0-1,1-1 1,1 1-1,1 0 1,-1 0-1,2 0 1,-1 1-1,2-1 1,0 1-1,0 0 1,1 0-1,0 0 1,1 1-1,0 0 1,1 0-1,0 1 0,0 0 1,1 0-1,0 1 1,1 0-1,12-7 1,-13 9-259,0 1-1,1 0 1,0 0-1,0 1 1,0 0 0,0 1-1,1 0 1,0 1 0,-1 0-1,1 0 1,15 1 0,0 1-3868,-2 0-3363</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19.942"/>
    </inkml:context>
    <inkml:brush xml:id="br0">
      <inkml:brushProperty name="width" value="0.05" units="cm"/>
      <inkml:brushProperty name="height" value="0.05" units="cm"/>
      <inkml:brushProperty name="color" value="#E71224"/>
    </inkml:brush>
  </inkml:definitions>
  <inkml:trace contextRef="#ctx0" brushRef="#br0">0 106 9492,'0'6'15365,"0"-13"-15355,0 0 0,0 0 1,1 0-1,0 0 0,0 0 1,0 0-1,1 0 0,0 0 1,3-6-1,-3 11-9,-1-1 0,1 1 0,0-1 0,0 1 1,1 0-1,-1 0 0,0 0 0,1 0 0,-1 1 0,1-1 0,-1 0 0,1 1 0,0 0 0,0 0 0,-1 0 1,1 0-1,0 0 0,0 0 0,0 1 0,0 0 0,0-1 0,0 1 0,0 0 0,4 1 0,0-1 0,-1 0-1,0 0 0,1 0 1,-1 1-1,0 0 0,1 1 1,-1-1-1,0 1 0,0 0 1,0 1-1,6 3 0,-9-3-1,1-1 0,-1 1 0,0 0 0,0 0 0,-1 0 0,1 1 0,-1-1 0,1 1 0,-1-1 0,0 1 0,0 0 0,-1 0 0,1 0 0,-1 0 0,0 0 0,0 0 0,0 0-1,0 6 1,1 4-11,-1 0 0,0 0 0,-1 0 0,-1 15 0,0-25 18,1-1 0,-1 1 1,1-1-1,-1 1 0,0-1 0,0 0 1,0 1-1,-1-1 0,1 0 1,-1 0-1,0 0 0,0 0 0,0 0 1,0 0-1,0-1 0,-1 1 0,1-1 1,-1 1-1,0-1 0,0 0 1,-5 3-1,7-5 1,1-1 1,-1 1-1,1 0 1,-1-1-1,1 1 0,-1-1 1,1 1-1,-1-1 1,1 1-1,-1-1 1,1 1-1,0-1 1,-1 0-1,1 1 0,0-1 1,0 0-1,-1 1 1,1-1-1,0 0 1,0 1-1,0-1 1,0 0-1,0 1 0,0-1 1,0 0-1,0 1 1,0-1-1,0 0 1,0 0-1,-1-29 0,1 29 6,1-9-12,0 1 0,1 0 0,0 0 0,0 0 0,1 0 0,0 0-1,1 1 1,0-1 0,0 1 0,1 0 0,0 0 0,0 0 0,1 1 0,0 0 0,0 0 0,1 1 0,0-1 0,0 1 0,0 1 0,1-1 0,0 1 0,0 1 0,0-1 0,0 1 0,1 1 0,10-4 0,-15 6-4,0 0 0,0 0 0,0 0 1,0 0-1,0 0 0,0 1 0,0 0 0,0 0 0,0 0 0,0 0 0,0 1 0,0-1 0,0 1 0,0 0 0,0 0 1,0 1-1,0-1 0,-1 1 0,1 0 0,0 0 0,-1 0 0,0 0 0,1 1 0,-1-1 0,0 1 0,0 0 0,-1 0 1,5 6-1,-2-1 5,-1 1 1,0 0-1,0 0 1,-1 0 0,-1 0-1,1 0 1,-1 1-1,-1-1 1,0 1 0,0-1-1,-1 11 1,0 1-16,0-20 87,5-3-57,0-1-1,-1 0 0,1 0 0,0 0 1,-1-1-1,0 0 0,0 1 1,0-2-1,0 1 0,3-6 0,15-13-99,-20 21 85,66-49 8,-63 47-18,1 1-1,0 0 1,0 0 0,0 0-1,0 1 1,0 0 0,1 0-1,-1 1 1,1-1 0,9 0-1,-15 3 8,1-1-1,-1 1 0,1 0 0,-1-1 1,0 1-1,1 0 0,-1 0 0,0 0 1,0 0-1,1 0 0,-1 0 1,0 0-1,0 0 0,0 0 0,0 1 1,0-1-1,-1 0 0,1 1 1,0-1-1,-1 1 0,1-1 0,-1 1 1,1-1-1,-1 1 0,1 1 0,10 47-33,-10-40 33,1 4 2,7 34 0,-9-48 0,0 1 0,0-1 0,0 1 0,1-1 0,-1 1 0,0-1 0,1 1 0,-1-1 0,0 1 0,1-1 0,-1 1 0,1-1 0,-1 1 0,1-1 0,-1 0 0,1 1 0,-1-1 0,1 0-1,-1 1 1,1-1 0,-1 0 0,1 0 0,1 1 0,-1-1 0,0-1 0,0 1 0,0 0 0,0-1 0,0 1-1,0-1 1,0 1 0,0-1 0,0 1 0,0-1 0,0 0 0,0 0 0,0 1-1,0-1 1,-1 0 0,1 0 0,1-2 0,28-33-29,76-98-35,-105 134 57,-1-1 1,0 1-1,0 0 1,0-1 0,1 1-1,-1 0 1,0-1 0,0 1-1,1 0 1,-1 0 0,0 0-1,1-1 1,-1 1-1,0 0 1,1 0 0,-1 0-1,0 0 1,1-1 0,-1 1-1,0 0 1,1 0 0,-1 0-1,0 0 1,1 0 0,-1 0-1,0 0 1,1 0-1,-1 0 1,0 0 0,1 0-1,-1 0 1,1 1 0,-1-1-1,0 0 1,1 0 0,-1 0-1,0 0 1,0 0 0,1 1-1,-1-1 1,0 0-1,1 0 1,-1 1 0,0-1-1,0 0 1,1 0 0,-1 1-1,0-1 1,0 0 0,0 1-1,1-1 1,-1 0-1,0 1 1,0-1 0,0 0-1,0 1 1,8 18 11,-8-19-10,11 35 15,18 50 30,-26-79-37,0 0-1,0 0 0,0 0 0,1-1 0,0 1 0,0-1 1,0 0-1,1 0 0,0 0 0,7 5 0,-10-9-14,-1 0-1,1-1 0,-1 1 0,1-1 1,0 0-1,-1 0 0,1 0 0,0 0 0,-1 0 1,1 0-1,0 0 0,-1 0 0,1 0 1,0-1-1,-1 1 0,1-1 0,-1 1 1,1-1-1,-1 0 0,1 0 0,-1 1 0,1-1 1,-1 0-1,0 0 0,1 0 0,-1-1 1,0 1-1,0 0 0,0 0 0,0-1 1,0 1-1,0 0 0,1-4 0,29-48-457,-31 53 470,2-4-13,0 0 0,-1-1 0,1 1 0,-1 0-1,0-1 1,0 1 0,-1-1 0,1 1 0,-1-1 0,0-5 0,-21 25-9640,10-7 729</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20.285"/>
    </inkml:context>
    <inkml:brush xml:id="br0">
      <inkml:brushProperty name="width" value="0.05" units="cm"/>
      <inkml:brushProperty name="height" value="0.05" units="cm"/>
      <inkml:brushProperty name="color" value="#E71224"/>
    </inkml:brush>
  </inkml:definitions>
  <inkml:trace contextRef="#ctx0" brushRef="#br0">1 0 15127,'0'0'3201,"31"12"-11989</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20.977"/>
    </inkml:context>
    <inkml:brush xml:id="br0">
      <inkml:brushProperty name="width" value="0.05" units="cm"/>
      <inkml:brushProperty name="height" value="0.05" units="cm"/>
      <inkml:brushProperty name="color" value="#E71224"/>
    </inkml:brush>
  </inkml:definitions>
  <inkml:trace contextRef="#ctx0" brushRef="#br0">26 134 5603,'0'0'13998,"-5"-8"-13168,2 3-702,0 1 0,1-1 1,-1-1-1,1 1 0,0 0 0,0 0 1,-1-9-1,3 12-69,-1-1 1,1 1-1,0-1 1,1 1-1,-1 0 0,0-1 1,1 1-1,-1-1 1,1 1-1,0 0 0,0-1 1,0 1-1,0 0 1,0 0-1,0 0 0,1 0 1,-1 0-1,1 0 1,-1 0-1,1 0 0,0 0 1,0 1-1,3-3 0,-2 1-30,0 1 0,0 0-1,1 0 1,-1 0 0,1 0-1,-1 0 1,1 1-1,0-1 1,-1 1 0,1 0-1,0 0 1,0 1 0,0-1-1,0 1 1,0 0-1,0 0 1,0 0 0,4 1-1,-5 0-23,0 0 1,0 0-1,0 0 0,0 1 0,0-1 0,0 1 0,0 0 0,-1 0 0,1 0 0,-1 0 1,1 0-1,-1 0 0,0 1 0,0-1 0,0 1 0,0 0 0,-1-1 0,1 1 0,0 0 1,-1 0-1,2 5 0,2 12 20,0 0-1,-1 1 1,0 0 0,-2 0 0,-1 0-1,-1 27 1,16-78 279,-6 9-252,1 0 0,1 1-1,1 0 1,0 0 0,2 2-1,0 0 1,24-23 0,-38 40-41,0 1 0,0-1 0,-1 0 0,1 1 0,0-1 0,0 1 0,0-1 0,0 1 0,0-1 0,-1 1 0,1-1 1,0 1-1,0 0 0,0 0 0,0-1 0,0 1 0,0 0 0,1 0 0,-1 0 0,0 0 0,0 0 0,0 0 0,0 1 0,0-1 0,0 0 0,0 0 0,0 1 0,0-1 0,-1 0 0,1 1 1,0-1-1,0 1 0,0 0 0,0-1 0,0 1 0,-1 0 0,1-1 0,0 1 0,-1 0 0,1 0 0,0-1 0,-1 1 0,1 0 0,-1 0 0,1 1 0,21 49 84,-18-40-37,10 32-45,-11-29-17,1-1-1,0 0 1,1-1 0,1 1-1,0-1 1,1 0-1,0 0 1,9 10 0,-16-21-8,1 0 0,0 0 1,-1-1-1,1 1 0,0 0 0,0-1 1,0 1-1,0-1 0,0 1 0,0-1 1,-1 0-1,1 1 0,0-1 0,0 0 1,0 1-1,0-1 0,0 0 0,0 0 1,0 0-1,1 0 0,-1 0 0,0 0 1,0 0-1,0 0 0,0-1 0,0 1 1,0 0-1,0 0 0,0-1 0,-1 1 1,1-1-1,0 1 0,0-1 1,0 1-1,0-1 0,0 0 0,-1 1 1,1-1-1,0 0 0,-1 0 0,2 0 1,23-39 43,-23 35-49,27-65 28,-23 53 12,0 0 1,1 0-1,1 1 1,13-19-1,-21 35-1,1 0 0,-1 1-1,1-1 1,-1 0-1,1 0 1,-1 1 0,1-1-1,-1 0 1,1 1-1,-1-1 1,0 0 0,1 1-1,-1-1 1,1 1-1,-1-1 1,0 1 0,1-1-1,-1 1 1,0-1-1,0 1 1,0-1 0,1 1-1,-1-1 1,0 1-1,0-1 1,0 1 0,0-1-1,0 1 1,0 1-1,7 21-39,29 153 265,-30-100-7652</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21.410"/>
    </inkml:context>
    <inkml:brush xml:id="br0">
      <inkml:brushProperty name="width" value="0.05" units="cm"/>
      <inkml:brushProperty name="height" value="0.05" units="cm"/>
      <inkml:brushProperty name="color" value="#E71224"/>
    </inkml:brush>
  </inkml:definitions>
  <inkml:trace contextRef="#ctx0" brushRef="#br0">1 57 16744,'0'0'5186,"38"-56"-8003,-7 82-3570</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22.295"/>
    </inkml:context>
    <inkml:brush xml:id="br0">
      <inkml:brushProperty name="width" value="0.05" units="cm"/>
      <inkml:brushProperty name="height" value="0.05" units="cm"/>
      <inkml:brushProperty name="color" value="#E71224"/>
    </inkml:brush>
  </inkml:definitions>
  <inkml:trace contextRef="#ctx0" brushRef="#br0">16 160 10837,'0'0'10845,"-3"-6"-9845,-7-21-159,7 21-276,4-38 2074,9 35-2618,0 0-1,1 1 1,19-11 0,-26 16-27,0 1 1,0 0-1,1 1 0,-1-1 0,1 1 1,-1 0-1,1 0 0,-1 0 1,1 1-1,-1-1 0,1 1 0,0 0 1,-1 0-1,10 2 0,-11 0 3,0-1-1,-1 0 1,1 1 0,-1 0-1,1-1 1,-1 1-1,0 0 1,0 0-1,0 1 1,0-1 0,0 0-1,0 1 1,0-1-1,-1 1 1,1-1 0,-1 1-1,0 0 1,0-1-1,0 1 1,0 0-1,0 0 1,-1 0 0,1 4-1,2 8-19,-1 1 0,0 30-1,-2 40 0,0-85 67,2-30 320,5 15-365,0 0 0,0 1 0,1 0 0,1 0 0,0 1 1,1 0-1,0 0 0,1 1 0,0 1 0,1 0 0,0 0 1,20-12-1,-30 21-5,0 0 0,-1 0 0,1 0 0,0 1 0,0-1 0,0 0 0,0 1 1,0-1-1,0 1 0,0-1 0,0 1 0,0 0 0,0 0 0,0 0 0,0 0 1,0 0-1,0 1 0,0-1 0,0 1 0,0-1 0,0 1 0,0-1 0,-1 1 0,1 0 1,0 0-1,0 0 0,0 0 0,1 2 0,3 3-2,1 1 0,-2 0 1,1 0-1,-1 0 0,7 11 0,-9-12 13,0-1 0,0 0 0,0 1 0,1-2 0,0 1 0,0 0 0,0-1 0,1 0 1,0 0-1,5 4 0,-8-7-4,1 0 0,0-1 1,0 1-1,0-1 0,0 1 1,-1-1-1,1 0 0,0 0 0,0 0 1,0 0-1,0-1 0,0 1 1,0-1-1,-1 1 0,1-1 1,0 0-1,-1 0 0,1-1 1,0 1-1,-1-1 0,1 1 1,-1-1-1,4-3 0,6-5 13,-1-1 0,0 0 0,12-16 0,-5 5-27,-1 3 22,-12 12-4,0 1 0,1-1 0,0 1 0,0 0 0,9-6 0,-15 13-4,1-1-1,0 0 1,-1 0 0,1 1-1,-1-1 1,1 0 0,-1 1 0,1-1-1,-1 0 1,0 1 0,1-1-1,-1 0 1,1 1 0,-1-1 0,0 1-1,1-1 1,-1 1 0,0-1-1,0 1 1,1-1 0,-1 1 0,0 0-1,0-1 1,0 1 0,0-1-1,1 1 1,-1-1 0,0 1-1,0 0 1,0 0 0,5 28 60,-4-24-36,5 36-10,-4-25-6,1 0 0,0 0 0,1 0 0,12 30 0,-15-43-10,1 1 1,0-1 0,0 1 0,0-1 0,0 0 0,1 0 0,-1 0-1,1 0 1,0-1 0,0 1 0,0-1 0,0 0 0,0 0-1,1 0 1,-1 0 0,1 0 0,-1-1 0,1 1 0,0-1 0,-1 0-1,1 0 1,0 0 0,0-1 0,0 1 0,6-1 0,26-8 777,-19-3-2684,-10-5-9094</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22.651"/>
    </inkml:context>
    <inkml:brush xml:id="br0">
      <inkml:brushProperty name="width" value="0.05" units="cm"/>
      <inkml:brushProperty name="height" value="0.05" units="cm"/>
      <inkml:brushProperty name="color" value="#E71224"/>
    </inkml:brush>
  </inkml:definitions>
  <inkml:trace contextRef="#ctx0" brushRef="#br0">0 1 15575,'0'0'7155,"3"15"-6357,28 225 1171,-28-231-2973,-1-40-14829</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23"/>
    </inkml:context>
    <inkml:brush xml:id="br0">
      <inkml:brushProperty name="width" value="0.05" units="cm"/>
      <inkml:brushProperty name="height" value="0.05" units="cm"/>
      <inkml:brushProperty name="color" value="#E71224"/>
    </inkml:brush>
  </inkml:definitions>
  <inkml:trace contextRef="#ctx0" brushRef="#br0">27 103 16167,'0'0'7748,"-26"-103"-7764,39 108-1297,2 21-1312,-2 6-3105</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24.198"/>
    </inkml:context>
    <inkml:brush xml:id="br0">
      <inkml:brushProperty name="width" value="0.05" units="cm"/>
      <inkml:brushProperty name="height" value="0.05" units="cm"/>
      <inkml:brushProperty name="color" value="#E71224"/>
    </inkml:brush>
  </inkml:definitions>
  <inkml:trace contextRef="#ctx0" brushRef="#br0">88 88 16504,'0'0'6616,"6"-15"-6312,-3 8-281,-1 1-1,1 1 1,0-1-1,0 1 1,0-1 0,0 1-1,1 0 1,4-4-1,-6 7-11,0 0 0,0 0-1,1 1 1,-1-1 0,0 1-1,1-1 1,0 1 0,-1 0-1,1 0 1,0 0 0,-1 1-1,1-1 1,0 0-1,0 1 1,0 0 0,-1 0-1,1 0 1,0 0 0,0 0-1,0 0 1,0 1 0,4 1-1,-3-1 6,-1 0-1,1 1 0,-1 0 1,1 0-1,-1 0 0,0 0 1,1 1-1,-1-1 0,0 1 1,-1 0-1,1 0 0,0 0 1,-1 0-1,0 0 1,1 0-1,-1 1 0,-1-1 1,1 1-1,0-1 0,-1 1 1,0 0-1,0 0 0,0 0 1,0-1-1,0 8 0,2 12 64,-2 0-1,0 0 0,-3 27 0,1-37-40,-11 78 190,8-73-221,1 0-1,0 0 1,1 1 0,2-1-1,0 0 1,4 35 0,-1-45-1,0 0 0,0 0 1,1 0-1,0-1 1,1 0-1,0 0 0,0 0 1,0 0-1,11 9 0,17 24 11,-25-29 54,-1 1 0,0-1 1,-1 1-1,-1 1 0,1-1 1,-2 1-1,0-1 0,-1 1 1,0 0-1,0 1 0,-2-1 1,0 0-1,0 1 0,-2 20 1,-1-29-44,1 0 0,-1 0 0,0 0 0,0-1 0,0 1 0,-1-1 0,1 1 0,-1-1 0,0 0 0,-1 0 0,1 0 0,-1 0 0,1-1 0,-1 0 0,0 1 1,0-1-1,-1-1 0,1 1 0,-1 0 0,1-1 0,-1 0 0,0 0 0,-7 1 0,-7 3 38,1-1-1,-1-1 1,0-1-1,0-1 1,-20 0 0,28-1-27,1-1 0,-1 0 0,1-1 0,-1 0 0,1-1 0,-1 0 0,-17-7 0,25 7-33,-1 1-1,1-1 1,-1-1 0,1 1 0,0 0 0,0-1-1,0 0 1,0 1 0,0-1 0,0-1-1,1 1 1,0 0 0,-1 0 0,1-1 0,0 1-1,1-1 1,-1 0 0,1 0 0,0 1 0,0-1-1,0 0 1,0 0 0,0-7 0,0 0-8,1 0 0,1 1 0,0-1 1,0 1-1,1 0 0,0-1 1,1 1-1,0 0 0,1 0 0,0 0 1,0 1-1,1-1 0,0 1 1,9-11-1,11-13-13,1 2 0,43-39-1,-51 52 8,76-73-151,146-108 0,-239 198 154,1 0 0,0-1 0,0 1 0,0 0 1,0 0-1,0 0 0,0 0 0,0 0 0,0 1 0,0-1 0,0 0 0,0 1 0,0 0 0,1-1 0,-1 1 0,3 0 0,-3 1 2,-1-1 0,0 1 0,1-1-1,-1 1 1,1 0 0,-1-1 0,0 1-1,0 0 1,1 0 0,-1 0 0,0 0-1,0 0 1,0 0 0,0 0 0,0 1-1,0-1 1,0 0 0,0 2-1,4 8-4,-1-1 0,-1 1 0,0 0-1,-1 0 1,2 16 0,2 5 22,-4-26-20,-1 0 1,1 0 0,1 0 0,-1-1-1,1 1 1,0-1 0,5 8-1,-7-12 5,0 1 0,0-1 0,0 0 0,0 0 0,0 0-1,1 0 1,-1 0 0,1 0 0,-1 0 0,0-1 0,1 1-1,-1 0 1,1-1 0,-1 1 0,1-1 0,0 0 0,-1 1 0,1-1-1,0 0 1,-1 0 0,1 0 0,-1 0 0,1 0 0,0 0 0,-1-1-1,1 1 1,-1-1 0,1 1 0,-1-1 0,1 1 0,-1-1-1,1 0 1,-1 0 0,3-1 0,48-41 30,-43 35-27,0-1 0,0 1-1,1 1 1,17-11-1,-23 17 0,-1 0-1,0-1 0,0 2 0,1-1 0,-1 0 1,1 1-1,-1-1 0,1 1 0,-1 0 0,1 0 0,-1 0 1,1 1-1,-1-1 0,0 1 0,4 1 0,51 23-1,-11-4-17,-40-19-34,0 0 1,0-1-1,0 0 0,1 0 0,-1 0 0,0-1 0,1 0 0,-1 0 1,0-1-1,1 0 0,8-2 0,-4-1 37,0-1-1,0 0 1,0-1-1,-1 0 1,13-10-1,-22 15 11,0 0-1,0 0 1,1 0-1,-1 0 1,0 0-1,0 1 0,0-1 1,1 1-1,-1-1 1,0 1-1,1 0 1,-1 0-1,0 0 1,1 0-1,-1 0 0,0 1 1,1-1-1,-1 1 1,0 0-1,3 0 1,45 28-69,-7-5 56,-14-16 23,0-2-1,0-1 0,0-1 1,1-2-1,57-2 0,-51 0-3,-27 0 2,0 0 0,0-1 0,-1 0 0,1-1 0,0 1 0,-1-2 0,1 1 1,11-6-1,-17 6 1,0 1 1,1-1-1,-1 0 0,0-1 1,0 1-1,0-1 1,0 1-1,-1-1 1,1 0-1,-1 0 0,1 0 1,-1 0-1,0-1 1,0 1-1,-1 0 1,1-1-1,-1 0 1,0 1-1,1-1 0,-2 0 1,2-6-1,-1 7 1,0-1 0,-1 1-1,0 0 1,1-1 0,-1 1-1,-1-1 1,1 1 0,0-1-1,-1 1 1,0-1 0,0 1-1,0-1 1,0 1 0,0 0-1,0 0 1,-1 0 0,0 0-1,-4-6 1,3 7 1,0-1 1,0 1-1,-1 0 0,1 0 0,-1 0 1,0 1-1,0-1 0,1 1 1,-1 0-1,0 0 0,0 0 1,0 0-1,0 1 0,0 0 0,-7 0 1,-9-1 57,12 0-45,0 0 0,-1 1 0,1 1 0,-1-1 0,1 1 0,-10 2 0,16-2-18,0 0 1,1 0-1,-1-1 0,0 1 1,0 1-1,1-1 0,-1 0 1,0 0-1,1 1 0,-1-1 1,1 0-1,0 1 0,-1 0 1,1-1-1,0 1 0,0 0 1,0-1-1,0 1 0,0 0 1,1 0-1,-1 0 0,0 0 1,1 0-1,0 0 0,-1 0 1,1 0-1,0 0 0,0 0 1,0 4-1,1 4 1,0-1 0,1 1 0,-1-1 0,2 0 0,0 1 0,4 9 0,-3-9-11,-1 1-1,0-1 1,0 1-1,-1-1 1,1 15-1,-4 44 89,-3 1 0,-4-2-1,-19 85 1,-7 59 418,19 216 1050,13-224-533,2-186-914,-1 0 0,-1 0 0,-1-1 0,0 1 0,-1-1 0,-1 1 1,-13 31-1,15-44-67,1-1 0,-1 1 1,1-1-1,-1 0 1,-1 0-1,1 0 1,-1 0-1,1 0 0,-1-1 1,0 1-1,0-1 1,-1 0-1,1 0 0,-1-1 1,1 0-1,-1 1 1,0-1-1,0-1 1,0 1-1,0-1 0,0 0 1,0 0-1,0 0 1,0-1-1,-1 0 0,1 0 1,0 0-1,0 0 1,0-1-1,0 0 0,-8-2 1,2-1 13,0 0 1,0-1-1,1 0 0,-1-1 1,1 0-1,0-1 1,1 0-1,-1 0 0,2-1 1,-1 0-1,1-1 1,-9-11-1,-13-18 41,-38-65 0,54 79-87,0-1-1,2 0 1,0-1-1,2 0 1,-13-53-1,20 66-4,1 1-1,0-1 1,1 0-1,1 0 1,0 0-1,1 0 1,0 0-1,1 0 1,0 0-1,1 0 1,0 1-1,1-1 0,1 1 1,0 0-1,8-14 1,7-4-71,1 0 0,2 2-1,1 0 1,1 2 0,48-40 0,158-101-2409,-195 143 1660,-27 18 130,1 0 0,-1-1 0,-1 0 0,16-17 0,-21 20 59,-1 1 0,1-1 0,-1 0 0,0 0 0,0 0 0,-1 0 0,1 0 0,-1 0 0,0-1 0,0 1 0,0 0 0,-1-1 0,0 1 0,1 0 0,-2-9 0,-3-27-9789</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24.548"/>
    </inkml:context>
    <inkml:brush xml:id="br0">
      <inkml:brushProperty name="width" value="0.05" units="cm"/>
      <inkml:brushProperty name="height" value="0.05" units="cm"/>
      <inkml:brushProperty name="color" value="#E71224"/>
    </inkml:brush>
  </inkml:definitions>
  <inkml:trace contextRef="#ctx0" brushRef="#br0">19 24 20041,'0'0'6931,"-18"-23"-7667,21 37-1345,4 9-1777,-7-4-3409</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27.411"/>
    </inkml:context>
    <inkml:brush xml:id="br0">
      <inkml:brushProperty name="width" value="0.05" units="cm"/>
      <inkml:brushProperty name="height" value="0.05" units="cm"/>
      <inkml:brushProperty name="color" value="#E71224"/>
    </inkml:brush>
  </inkml:definitions>
  <inkml:trace contextRef="#ctx0" brushRef="#br0">45 643 7668,'0'0'11359,"-8"8"-10182,-21 25-318,22-25 1467,22-21-1699,11-15-538,0-2-1,-2 0 1,-2-2-1,0-1 1,-3 0 0,0-1-1,-2-1 1,-2-1-1,-1-1 1,-2 0-1,-2 0 1,-1-1-1,-2 0 1,-1-1-1,0-77 1,-6 70 954,-11 51-661,-1 12-400,2 2 0,0-1 1,1 1-1,1 1 0,1-1 1,0 1-1,-5 34 0,5-10 30,2 0 0,3 0 0,5 86 0,-2-121-19,1 1 1,-1-1-1,2 0 0,-1 0 0,2 0 0,-1 0 0,1 0 1,0-1-1,1 0 0,0 0 0,0 0 0,1 0 0,0-1 1,0 0-1,13 11 0,-14-13 1,1 0 1,0-1 0,-1 0-1,1-1 1,1 1-1,-1-1 1,0 0-1,1 0 1,0-1-1,-1 0 1,1 0-1,0-1 1,0 0 0,0 0-1,0-1 1,0 1-1,0-2 1,0 1-1,0-1 1,0 0-1,0 0 1,7-3-1,-6 1 3,-1-1-1,0 0 1,0 0-1,0-1 0,0 1 1,-1-2-1,1 1 1,-1-1-1,6-7 0,46-61-1,-53 67 9,49-83-111,-43 71 97,-11 18 4,0 12-20,-2 50-99,0-32 137,2 0 0,0 0 0,7 39-1,-6-64-10,0-1-1,0 1 0,1-1 0,-1 1 0,1-1 0,0 0 1,0 0-1,0 0 0,1 0 0,-1 0 0,1 0 0,0-1 1,-1 1-1,1-1 0,0 0 0,0 0 0,1 0 0,-1 0 1,0 0-1,1-1 0,-1 1 0,1-1 0,-1 0 0,1 0 1,0 0-1,-1-1 0,1 1 0,0-1 0,0 0 0,-1 0 1,1 0-1,0-1 0,0 1 0,-1-1 0,1 0 0,0 0 1,-1 0-1,1 0 0,-1-1 0,0 0 0,1 1 1,-1-1-1,0 0 0,0-1 0,0 1 0,4-4 0,-2-1 9,1 1 0,-1-1-1,0 0 1,-1-1 0,0 1-1,0-1 1,-1 0 0,1 0-1,-2 0 1,3-10 0,-4 15-4,0-1 1,0 0-1,-1 0 1,1 0-1,-1 0 1,0 0-1,0 0 1,-1 0-1,1 0 1,-1 0-1,0 0 0,0 0 1,0 1-1,0-1 1,-1 0-1,1 1 1,-1-1-1,0 1 1,0-1-1,0 1 1,-1 0-1,1 0 1,-6-5-1,1 3 4,0 0-1,0 1 1,-1 0-1,0 0 1,0 0-1,0 1 1,0 0-1,-1 1 1,1 0-1,-1 0 1,1 1 0,-1 0-1,-9 0 1,15 1-11,0 0 0,0 0 0,0 0 0,0 1 0,0-1 0,0 1 0,0 0 0,0-1 0,0 1 0,0 0 0,0 1 0,0-1 0,0 1 0,1-1 0,-1 1 0,0 0 0,1 0 1,0 0-1,-1 0 0,1 0 0,0 1 0,0-1 0,0 0 0,1 1 0,-1 0 0,0-1 0,1 1 0,0 0 0,0 0 0,0 0 0,0 0 0,0 0 0,0 0 0,1 0 0,-1 0 0,1 0 0,0 6 0,1-7 2,0-1-1,-1 1 1,1-1-1,0 1 0,0-1 1,0 1-1,0-1 0,0 0 1,0 0-1,0 1 0,1-1 1,-1 0-1,0 0 0,1 0 1,-1 0-1,1-1 0,-1 1 1,1 0-1,-1-1 0,1 1 1,-1-1-1,1 1 0,0-1 1,-1 0-1,1 1 0,0-1 1,-1 0-1,1 0 1,3-1-1,67 2-16,-58-1 16,6-2-12,-1 0 1,1-2-1,-1 0 0,0-1 0,0-1 1,0 0-1,-1-2 0,0 0 0,28-18 1,-23 11-7,0 0 0,-1-2 0,-1 0 1,-1-1-1,0-2 0,25-32 0,-42 49 18,0-1 0,0 0 1,1 0-1,-1-1 0,0 1 0,-1-1 0,1 1 0,-1-1 0,0 0 0,0 0 0,-1 0 0,1 0 0,0-7 0,-2 11-31,0 4-45,3 10 66,0 0 0,0 0 0,1 0 0,1-1 0,0 0 0,1 1 0,0-2 0,1 1 0,0-1 0,1 0 0,10 12 0,7 3-5,1-2 1,1-1-1,31 21 0,-48-37 15,-7-6 0,0 1 0,1 0 0,-1 0 0,-1 0 0,1 0 0,0 1 0,0-1 0,-1 1-1,0 0 1,1-1 0,-1 1 0,0 0 0,0 1 0,-1-1 0,1 0 0,1 4 0,-4-6 1,1 0 1,0 0-1,-1 0 0,1 0 0,0 1 0,-1-1 1,1 0-1,-1 0 0,0 0 0,1-1 0,-1 1 0,0 0 1,1 0-1,-1 0 0,0 0 0,0-1 0,0 1 1,0 0-1,0-1 0,0 1 0,0-1 0,0 1 1,0-1-1,0 1 0,0-1 0,0 0 0,-2 1 0,-38 10 61,30-9-47,-73 19 6,-118 25 62,200-46-130,9 0 24,0-2-1,0 1 1,0-1 0,-1 0 0,1-1 0,-1 0 0,1 0 0,-1 0 0,0 0 0,10-9 0,5-1 0,194-123-632,-195 121 620,0-1 0,0 0 0,-2-2 0,0-1 0,-1 0 0,-1-1 0,25-40 0,-31 36 209,-10 24-165,0 0-1,0 0 0,0 0 0,0-1 0,0 1 0,0 0 1,0 0-1,0 0 0,-1 0 0,1 0 0,0 0 0,0-1 0,0 1 1,0 0-1,0 0 0,0 0 0,0 0 0,0 0 0,0 0 1,0 0-1,0 0 0,0-1 0,0 1 0,-1 0 0,1 0 1,0 0-1,0 0 0,0 0 0,0 0 0,0 0 0,0 0 0,0 0 1,-1 0-1,1 0 0,0 0 0,0 0 0,0 0 0,0 0 1,0 0-1,0 0 0,-1 0 0,1 0 0,0 0 0,0 0 1,0 0-1,0 0 0,0 0 0,0 0 0,-1 0 0,1 0 0,0 0 1,0 0-1,0 0 0,0 0 0,0 0 0,0 1 0,0-1 1,0 0-1,-1 0 0,1 0 0,0 0 0,0 0 0,0 0 1,0 0-1,0 0 0,0 1 0,0-1 0,0 0 0,-3 3 16,1-1 0,-1 1 0,1 0 0,0 0 0,0 0 0,0 0 0,0 1 0,1-1 0,-1 0 0,0 5 0,0-1-16,0 0-1,0 1 1,1-1-1,0 1 0,1-1 1,0 1-1,0-1 0,0 0 1,1 1-1,0-1 1,1 1-1,0-1 0,0 0 1,0 0-1,1 0 1,6 11-1,2-1 4,0 0 0,2-2 0,0 1 0,25 21 0,-17-17 0,32 41 0,-51-59-5,0 0 0,0 0-1,-1 1 1,1-1 0,-1 0-1,0 1 1,1-1 0,-1 1 0,0 0-1,0-1 1,-1 1 0,1 0-1,-1-1 1,1 1 0,-1 0-1,0-1 1,0 1 0,0 0 0,-1 4-1,0-6 9,0 1 0,0 0-1,0-1 1,-1 1 0,1-1-1,-1 1 1,1-1 0,-1 0 0,0 0-1,1 1 1,-1-1 0,0 0-1,0-1 1,0 1 0,1 0-1,-1 0 1,0-1 0,0 1 0,0-1-1,0 0 1,0 0 0,0 1-1,-1-1 1,1 0 0,-2-1-1,-153 1-2335</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27.912"/>
    </inkml:context>
    <inkml:brush xml:id="br0">
      <inkml:brushProperty name="width" value="0.05" units="cm"/>
      <inkml:brushProperty name="height" value="0.05" units="cm"/>
      <inkml:brushProperty name="color" value="#E71224"/>
    </inkml:brush>
  </inkml:definitions>
  <inkml:trace contextRef="#ctx0" brushRef="#br0">648 835 18376,'0'0'8644,"-27"-15"-8022,-2 0-437,14 8-111,0-1 0,0 0 0,0-2 0,1 1 0,1-2 1,0 0-1,0 0 0,1-2 0,-12-14 0,-10-15 75,2-2 0,2 0 0,3-2 0,-30-66 0,46 88-140,2 0-1,1 0 0,1 0 1,0-1-1,2-1 0,2 1 1,0 0-1,1-1 0,2 0 1,0 1-1,5-32 0,-4 54-27,0-1 0,0 0 0,0 1 0,1-1-1,-1 1 1,1 0 0,0-1 0,0 1 0,0 0-1,0 0 1,1 0 0,-1 0 0,1 1 0,0-1-1,0 1 1,0-1 0,0 1 0,0 0 0,0 0-1,1 0 1,-1 1 0,0-1 0,1 1 0,5-2-1,-6 3 3,0-1-1,0 1 0,1-1 1,-1 1-1,0 0 1,0 0-1,0 0 0,1 0 1,-1 1-1,0 0 1,0-1-1,0 1 0,0 0 1,0 0-1,0 1 1,0-1-1,0 1 0,0-1 1,-1 1-1,1 0 0,-1 0 1,1 0-1,-1 0 1,0 0-1,1 1 0,-1-1 1,0 1-1,-1 0 1,3 3-1,1 5-14,0 1 0,-1-1 1,-1 1-1,0 0 0,0 0 0,-1 0 0,-1 0 0,0 19 1,-1-5-2,-1 1-1,-2-1 1,-6 29 0,2-26 17,-2 0 0,-2 0 0,0-1 0,-24 42 0,-72 104-105,94-154 103,-50 70-27,38-57 35,1 2-1,1 0 0,-27 61 0,50-95 10,0-1 0,0 0-1,0 0 1,0 1 0,0-1-1,0 0 1,0 1 0,0-1-1,0 0 1,0 0 0,1 1-1,-1-1 1,0 0 0,0 1 0,0-1-1,0 0 1,1 0 0,-1 1-1,0-1 1,0 0 0,0 0-1,1 0 1,-1 1 0,0-1-1,0 0 1,1 0 0,-1 0-1,0 0 1,0 0 0,1 0-1,-1 1 1,0-1 0,1 0-1,-1 0 1,0 0 0,0 0-1,1 0 1,-1 0 0,0 0 0,1 0-1,-1 0 1,0 0 0,1 0-1,-1 0 1,0-1 0,0 1-1,1 0 1,-1 0 0,0 0-1,0 0 1,1-1 0,20-4 5,8-9 5,0-1-1,-1-1 0,51-40 0,-12 7 2,463-263-1101,-528 311 1061,50-32-5079,-47 27 217</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30.315"/>
    </inkml:context>
    <inkml:brush xml:id="br0">
      <inkml:brushProperty name="width" value="0.05" units="cm"/>
      <inkml:brushProperty name="height" value="0.05" units="cm"/>
      <inkml:brushProperty name="color" value="#E71224"/>
    </inkml:brush>
  </inkml:definitions>
  <inkml:trace contextRef="#ctx0" brushRef="#br0">0 126 16728,'0'0'4530,"17"-20"-3989,1-2-306,38-37 0,-53 56-197,1 1 0,0-1 1,0 1-1,0 0 0,0 0 0,0 0 0,1 0 1,-1 1-1,0-1 0,1 1 0,-1 0 0,1 1 1,0-1-1,-1 1 0,1 0 0,-1 0 1,1 0-1,6 2 0,-3 0 36,0 0 0,0 0 0,0 1 0,0 0 0,0 1 0,-1 0 0,10 6 0,-8-3-1,-1-1 0,1 2-1,-1-1 1,0 1 0,-1 1 0,0-1 0,-1 1 0,1 1 0,-2-1-1,1 1 1,-1 0 0,-1 0 0,0 0 0,0 1 0,-1-1 0,3 19-1,-5-20-62,0-1 0,0 0 0,-1 0 0,0 1 0,0-1 0,-1 0 0,0 1 0,0-1 0,-1 0 0,0 0 0,-1 0 0,0 0 0,0-1 0,0 1 0,-1-1 0,0 0-1,-1 0 1,0 0 0,0 0 0,0-1 0,-1 0 0,-9 8 0,15-13-7,-1 0-1,0 0 1,0 0-1,0 0 1,0-1-1,0 1 1,0 0 0,0 0-1,0-1 1,0 1-1,0-1 1,0 1-1,-1-1 1,1 0-1,0 1 1,0-1-1,0 0 1,-1 0 0,1 0-1,0 1 1,0-2-1,-1 1 1,1 0-1,0 0 1,0 0-1,0 0 1,-3-1 0,3-1 5,0 1 0,0-1 0,0 1 1,0-1-1,0 1 0,0-1 1,1 1-1,-1-1 0,0 0 1,1 1-1,-1-1 0,1 0 1,0 0-1,-1 1 0,1-1 1,0-3-1,0-8 42,1-1 0,0 1 0,5-26 1,-2 27-53,0 1 0,1-1 0,0 1 0,0 0 0,2 1 0,-1 0 0,1 0 0,1 0 0,-1 1 0,2 0 1,-1 0-1,1 1 0,1 0 0,-1 1 0,20-12 0,-12 9-5,0 1 0,1 1 0,-1 0 0,2 1 0,-1 1 0,1 1-1,0 0 1,0 2 0,26-2 0,157 7-3043,-62 2 474,-138-4 2623,0 0 0,0 0 0,0 0 1,0 0-1,0 0 0,0 0 0,0-1 1,0 1-1,0-1 0,0 0 0,0 1 1,0-1-1,0 0 0,-1 0 0,1 0 1,0 0-1,0 0 0,-1-1 0,1 1 1,-1 0-1,0-1 0,1 1 0,-1-1 0,0 0 1,0 1-1,0-1 0,0 0 0,0 0 1,0 0-1,0 1 0,-1-1 0,1 0 1,0 0-1,-1 0 0,0 0 0,0 0 1,1 0-1,-1 0 0,0 0 0,-1-3 1,1 4 5,-1 1 1,1-1 0,-1 1 0,1-1 0,-1 1 0,0-1 0,1 1 0,-1 0 0,1-1-1,-1 1 1,0 0 0,1-1 0,-1 1 0,0 0 0,1 0 0,-1 0 0,0-1 0,1 1-1,-1 0 1,0 0 0,0 0 0,1 0 0,-1 0 0,0 1 0,1-1 0,-2 0 0,-21 3 371,17-1-385,1 1 0,0-1 0,0 1 0,0 0 0,0 1 0,0-1 0,1 1 0,0 0 0,0 0 0,0 0-1,0 1 1,0-1 0,1 1 0,0 0 0,0 0 0,0 0 0,-2 7 0,0 0-37,0 1 0,0 0 1,1 0-1,1 0 0,0 0 1,-1 18-1,4-26-6,-1 1 1,1-1-1,0 0 0,0 0 0,1 0 1,0 1-1,0-1 0,0 0 0,0 0 1,1 0-1,0 0 0,0-1 0,0 1 1,4 6-1,-3-7-2,1-1 1,0 1-1,0-1 1,1 0-1,-1 0 1,0 0-1,1 0 1,0-1-1,0 1 0,0-1 1,0-1-1,0 1 1,0-1-1,7 1 1,13 3-32,0-1 1,0-1 0,1-2-1,-1-1 1,1 0 0,-1-2-1,1-1 1,42-11 0,-54 11 30,0-1 0,0-1 1,0 0-1,0-1 0,-1-1 1,0 0-1,0 0 0,-1-2 1,0 1-1,-1-1 0,1-1 1,-2 0-1,1-1 0,-2 0 1,1-1-1,10-17 0,-16 20 7,0 0 0,-1 0 0,0 0 0,0 0 0,-1 0 0,0-1 0,-1 1 0,0-1 0,-1 0 0,0-12 0,0 21 3,0-1 0,0 1 0,0 0 1,0 0-1,0 0 0,0-1 0,-1 1 1,1 0-1,0 0 0,-1 0 0,1 0 1,-1 0-1,1 0 0,-1-1 1,0 1-1,1 0 0,-1 1 0,0-1 1,0 0-1,1 0 0,-1 0 0,0 0 1,0 1-1,0-1 0,0 0 0,-2 0 1,0 0 2,0 0 1,0 0 0,1 1-1,-1 0 1,0-1 0,0 1 0,0 0-1,0 0 1,0 1 0,0-1-1,-3 1 1,-1 1 1,0 0 0,0 0 0,0 1 0,0 0 0,1 0 0,-1 0 0,1 1 0,-11 7 0,13-7-11,0 1 1,0-1 0,0 0-1,0 1 1,1 0-1,0 0 1,0 0 0,0 0-1,0 1 1,1-1 0,0 1-1,0 0 1,1-1-1,-1 1 1,1 0 0,1 0-1,-1 0 1,1 0-1,0 0 1,1 11 0,0-16-1,0 0 0,-1 1 0,1-1 0,0 0 0,0 0 0,0 1 0,0-1 0,0 0 0,0 0 0,0 0 0,1 0 0,-1 0 0,0-1 0,0 1 0,1 0 0,-1 0 0,1-1 0,-1 1 0,3 0 0,35 7 3,-22-4-3,-10-2 1,-1 0 0,0 1 0,0-1 0,0 2 0,0-1 0,0 1 0,-1-1 0,0 2 0,1-1 0,-1 0 0,-1 1 0,1 0 0,-1 0 0,0 1 0,0-1 0,-1 1 0,1 0 0,-1 0 0,0 0 0,-1 0 0,0 0 0,2 9 0,4 14 24,-2 1 1,-1 0-1,1 49 0,-5-62-6,11 397 1194,-8-188 25,-2-149-833,0 316 1284,-2-380-1620,-1 0 1,-1 0 0,0 1-1,0-1 1,-8 20 0,9-30-49,0-1 1,0 1-1,0-1 1,0 1-1,-1-1 1,1 0-1,-1 0 1,1 0-1,-1 1 1,0-2-1,0 1 0,0 0 1,0 0-1,0-1 1,0 1-1,0-1 1,0 1-1,-1-1 1,1 0-1,-1 0 1,1 0-1,-1 0 1,1-1-1,-1 1 0,1 0 1,-1-1-1,0 0 1,1 0-1,-1 0 1,0 0-1,1 0 1,-1 0-1,1-1 1,-6-1-1,1-1 1,1 0 1,-1 0-1,1-1 0,0 0 1,0 0-1,1 0 0,-1-1 0,1 0 1,0 0-1,0 0 0,0-1 1,1 0-1,0 0 0,0 0 1,-5-12-1,-4-6 1,3 0 0,0-1 0,-7-27 1,8 19-25,2 0 0,1-1 0,2 1 0,1-1 1,3-49-1,1 59-25,1 0 1,2 0 0,0 0-1,2 1 1,0 0 0,2 0-1,0 0 1,18-32-1,13-9-185,91-112 0,63-43-450,-190 216 649,21-26-91,-16 20 54,0-1 0,0 1 0,1 0 1,0 0-1,0 1 0,1 1 0,0 0 1,12-7-1,-20 18 9,0 0 0,0 0 0,0 0 0,-1 0 0,0 0 0,0 0 0,0 1-1,0 6 1,0-7 27,1 6-1,-1-4-36,0-1 0,0 1-1,0 0 1,1 0 0,0-1-1,0 1 1,0-1 0,1 0 0,0 1-1,3 4 1,-4-10 49,-1 1 0,0 0 0,0-1 0,0 1 0,0-1 0,0 0 0,1 1 0,-1-1 0,0 0 0,0 0 0,1 0 0,-1 1 0,0-2 0,0 1 0,1 0 0,-1 0 0,0 0 0,0 0 0,0-1 0,1 1 0,-1-1 0,0 1 0,0-1 0,0 1 0,0-1 0,2 0 0,24-19-13,-26 19 15,0 1 0,3-4-9,0 0 1,0 0 0,0 1 0,1 0 0,-1 0 0,1 0 0,0 1 0,8-4 0,-11 6 5,0 0 0,0 0 0,0 0 1,0 1-1,0-1 0,0 1 0,0-1 1,0 1-1,0-1 0,-1 1 1,1 0-1,0 0 0,0 0 0,-1 0 1,1 0-1,0 1 0,-1-1 0,1 0 1,-1 1-1,1-1 0,-1 1 0,0-1 1,0 1-1,0 0 0,2 3 0,0-1 4,0 1-1,0-1 0,0 0 1,1 0-1,0 0 0,-1 0 1,1-1-1,1 0 0,-1 1 1,0-2-1,1 1 0,0 0 1,0-1-1,-1 0 0,1 0 1,0 0-1,1-1 0,-1 0 1,0 0-1,0 0 0,1 0 1,-1-1-1,0 0 0,1 0 1,-1 0-1,0-1 0,1 0 1,-1 0-1,0 0 0,0-1 1,0 0-1,0 0 0,0 0 1,0 0-1,-1-1 0,1 0 1,-1 0-1,1 0 0,-1 0 1,7-8-1,3-4-3,0-1 1,-2-1 0,1 0 0,-2-1-1,-1 0 1,0 0 0,-1-1-1,-1 0 1,-1-1 0,0 0-1,5-30 1,-4 2 3,-2-1 0,-2 0 0,-4-84 0,0 132 9,0 1-1,1-1 1,-1 0 0,0 0 0,0 0-1,0 0 1,0 0 0,0 0 0,0 0-1,0 0 1,-1 0 0,1 0 0,0 0-1,0 0 1,-1 0 0,1 0 0,-1 0-1,1 0 1,-1 1 0,1-1 0,-1 0-1,1 0 1,-1 1 0,0-1 0,1 0-1,-1 1 1,0-1 0,0 0 0,0 1-1,1-1 1,-1 1 0,0-1 0,0 1-1,0 0 1,0-1 0,0 1 0,0 0-1,0 0 1,0 0 0,0-1 0,0 1-1,0 0 1,0 0 0,0 1 0,0-1-1,0 0 1,0 0 0,0 0 0,0 1-1,1-1 1,-1 0 0,0 1 0,-1 0-1,-2 1 28,-1 0-1,1 0 0,0 1 0,0 0 0,1 0 0,-1 0 0,1 0 0,-1 1 0,1-1 0,-3 5 0,-3 7-12,1 1 1,0-1 0,1 1-1,1 0 1,1 1-1,0 0 1,1 0 0,1 0-1,1 0 1,0 0-1,1 0 1,1 1 0,0-1-1,2 1 1,0-1-1,0 0 1,7 20 0,-6-26-43,1 0 1,-1 0 0,2 0-1,0-1 1,0 1 0,1-1 0,0 0-1,1-1 1,0 1 0,0-1-1,1-1 1,0 0 0,1 0 0,-1 0-1,2-1 1,-1 0 0,1-1-1,0 0 1,0 0 0,1-1 0,-1-1-1,1 0 1,0 0 0,1-1-1,-1-1 1,17 3 0,-15-4-6,-1-1 1,0 0-1,0-1 1,1 0-1,-1-1 1,0 0-1,0-1 1,0 0-1,-1-1 1,1 0-1,-1-1 1,0 0-1,0-1 0,0 0 1,-1-1-1,0 0 1,0-1-1,-1 0 1,0 0-1,-1-1 1,1 0-1,-2-1 1,1 1-1,-1-2 1,-1 1-1,7-13 1,-11 17 15,1 1 1,-1 0-1,0-1 1,-1 1 0,1-1-1,-1 0 1,0 1-1,-1-1 1,1-6 0,-1 11 8,-1 0 0,1 0 0,0 0 0,0 0 0,-1 0 0,1 0 0,0 1 0,-1-1 0,1 0 0,-1 0-1,1 0 1,-1 1 0,1-1 0,-1 0 0,0 1 0,1-1 0,-1 0 0,0 1 0,0-1 0,0 1 0,1-1 0,-1 1 0,0-1 0,0 1 0,0 0 0,0-1 0,0 1 0,0 0 0,1 0 0,-1 0 0,0-1 0,0 1 0,0 0 0,-1 1 0,-39 0 28,35 0-23,-3 0-2,-1 1-1,1 0 0,0 1 0,0 0 1,1 0-1,-1 1 0,1 0 0,-1 1 1,1-1-1,1 2 0,-1-1 0,-12 12 1,15-12-25,-1 1 0,1-1 0,0 1 0,1 0-1,0 0 1,0 1 0,0-1 0,0 1 0,1 0 0,1 0 0,-1 0 0,1 0 0,0 0 0,0 1 0,1-1 0,-1 11 0,4-17-1,-1-1 1,0 1-1,1-1 1,-1 1-1,1-1 1,-1 1-1,0-1 0,1 0 1,-1 0-1,1 0 1,-1 0-1,1 0 1,-1 0-1,0 0 1,1-1-1,-1 1 0,3-1 1,-4 1 16,10-2-29,1-1-1,-1-1 0,0 0 1,16-8-1,31-12-131,-56 24 159,0 0 0,-1-1 0,1 1 0,0 0 0,0 0 0,0 0 0,-1-1 0,1 1 0,0 0 0,0 0 0,0 0 0,0 1 0,-1-1 0,1 0 0,0 0 0,0 0 0,0 1 0,-1-1 0,1 0 0,0 1 0,0-1 0,-1 0 0,1 1 0,0-1 0,-1 1-1,1-1 1,0 1 0,-1 0 0,1-1 0,-1 1 0,2 1 0,4 26-39,-6-26 44,-1-1 0,1 1 0,0 0 0,1-1-1,-1 1 1,0 0 0,0-1 0,1 1 0,-1 0-1,1-1 1,-1 1 0,1-1 0,0 1 0,0-1-1,0 1 1,0-1 0,0 0 0,0 1 0,2 1-1,0-3 5,0 1 0,1-1-1,-1 0 1,0 0 0,0-1 0,1 1-1,-1-1 1,0 1 0,0-1-1,1 0 1,-1 0 0,0 0 0,0-1-1,0 1 1,-1-1 0,1 0-1,0 0 1,0 0 0,2-2 0,10-6 1,2 1-8,0 1 1,1 1-1,0 0 1,0 2-1,1 0 0,-1 1 1,1 0-1,0 2 0,0 0 1,19 1-1,-33 2 22,-1 0 1,0-1-1,0 1 0,0 1 1,0-1-1,-1 1 0,1-1 1,0 1-1,0 0 0,-1 0 1,1 1-1,-1-1 0,0 1 1,0 0-1,0 0 0,0 0 1,0 0-1,-1 0 0,1 0 1,-1 1-1,0-1 0,0 1 1,0 0-1,-1 0 0,2 4 1,-1-3-8,0 0 0,0 0 0,-1 0 1,1 0-1,-1 0 0,0 0 0,-1 1 1,0-1-1,1 0 0,-2 1 0,1-1 1,-1 0-1,1 1 0,-1-1 0,-1 0 1,1 0-1,-1 0 0,0 0 0,-4 7 1,5-10-13,0 0 0,-1 0 0,1-1 0,-1 1 0,0-1 0,1 1 0,-1-1 1,0 0-1,0 1 0,0-1 0,0 0 0,0 0 0,0 0 0,0-1 0,-2 2 0,3-2 4,0 0-1,0 0 1,1 0-1,-1 0 1,0 0-1,0 0 1,1 0-1,-1-1 1,0 1 0,0 0-1,1 0 1,-1-1-1,0 1 1,0 0-1,1-1 1,-1 1-1,0-1 1,1 1-1,-1-1 1,1 1-1,-1-1 1,1 1-1,-1-1 1,1 0-1,-1 1 1,1-1-1,-1 0 1,1 1-1,0-1 1,-1 0-1,1 0 1,0 1-1,0-1 1,-1 0-1,1 0 1,0 1-1,0-1 1,0 0-1,0 0 1,0 0-1,0 1 1,1-2-1,-2-7 0,1 1 0,0 0 0,1 0 0,0-1-1,0 1 1,0 0 0,1 0 0,1 0 0,-1 0 0,1 1 0,1-1 0,-1 1-1,1-1 1,1 1 0,-1 0 0,1 1 0,0-1 0,1 1 0,8-8-1,1-1 7,2 1-1,0 0 0,1 0 1,0 2-1,1 1 0,21-11 1,-30 17-1,1 1-1,-1 0 1,1 0 0,1 1 0,-1 0 0,0 1-1,1 0 1,-1 1 0,1 0 0,0 1 0,-1 1 0,1-1-1,14 4 1,-21-2 18,1 1 0,-1-1 0,0 1 0,0 0 1,0 0-1,-1 0 0,1 1 0,-1 0 0,0 0 0,0 0 0,0 0 0,-1 0 0,1 1 0,-1 0 0,0 0 0,0 0 0,-1 0 1,1 0-1,-1 0 0,1 7 0,3 4-148,-2 0 0,0 0 0,-1 1 0,0-1 0,0 29 0,-3-45-54,0 1 0,0-1 0,0 1 0,0-1 0,0 1 0,-1-1-1,1 0 1,0 1 0,0-1 0,0 1 0,0-1 0,0 1 0,-1-1 0,1 0-1,0 1 1,0-1 0,-1 0 0,1 1 0,0-1 0,-1 0 0,1 1-1,0-1 1,-1 0 0,1 1 0,0-1 0,-1 0 0,1 0 0,-1 0-1,1 1 1,-1-1 0,1 0 0,0 0 0,-1 0 0,1 0 0,-1 0-1,1 0 1,-1 0 0,1 0 0,-1 0 0,1 0 0,-1 0 0,1 0 0,0 0-1,-1 0 1,1 0 0,-1-1 0,0 1 0,-9-2-6944</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30.717"/>
    </inkml:context>
    <inkml:brush xml:id="br0">
      <inkml:brushProperty name="width" value="0.05" units="cm"/>
      <inkml:brushProperty name="height" value="0.05" units="cm"/>
      <inkml:brushProperty name="color" value="#E71224"/>
    </inkml:brush>
  </inkml:definitions>
  <inkml:trace contextRef="#ctx0" brushRef="#br0">1 47 13894,'0'0'10421,"15"-46"-13654,-2 64-3042</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32.403"/>
    </inkml:context>
    <inkml:brush xml:id="br0">
      <inkml:brushProperty name="width" value="0.05" units="cm"/>
      <inkml:brushProperty name="height" value="0.05" units="cm"/>
      <inkml:brushProperty name="color" value="#E71224"/>
    </inkml:brush>
  </inkml:definitions>
  <inkml:trace contextRef="#ctx0" brushRef="#br0">0 336 15079,'0'0'1993,"18"-21"-336,6-8-1184,31-27 1,-48 50-396,0 1 1,0 1-1,1-1 1,0 1-1,0 0 1,0 1-1,0 0 1,0 0-1,1 1 1,-1 0 0,1 0-1,0 1 1,-1 0-1,1 1 1,0 0-1,15 1 1,-2 0 77,-16-2-112,-1 1-1,0 1 1,1-1 0,-1 1-1,0-1 1,0 2 0,0-1-1,0 0 1,0 1 0,0 0-1,7 4 1,-10-4-25,0 0 0,1 0 0,-1 0 0,0 1 0,0-1 0,0 1 0,0-1 0,-1 1 0,1 0 0,-1 0 0,1 0 0,-1 0 0,0 0 0,0 0 0,-1 0 0,1 0 0,0 0 0,-1 1 0,0 4 0,0 1 14,0 0-1,0-1 0,-1 1 1,0-1-1,-1 1 0,0-1 1,0 0-1,-1 1 0,-4 10 1,-5 3 76,-25 39 1,27-48-85,2 0 0,-1 0 0,2 1 0,0 0 0,0 0-1,2 1 1,-9 30 0,13-38-24,-1 1-1,1 0 1,1 0-1,0 0 1,0-1 0,0 1-1,1 0 1,0 0-1,0-1 1,1 1 0,0 0-1,1-1 1,0 0-1,0 1 1,0-1 0,1 0-1,0-1 1,0 1-1,1-1 1,-1 0 0,2 0-1,-1 0 1,1 0-1,-1-1 1,1 0 0,8 5-1,7 6 18,5 3-11,-2 1 0,40 42 0,-57-53-1,0-1 0,-1 1 0,0 0 0,-1 0 0,0 0 0,0 1 0,-1 0 0,-1 0 0,1 0 0,-2 0 0,1 1 0,1 15 1,-3-18 56,-1 0 0,1 1 0,-2-1 0,1 0 1,-1 0-1,0 1 0,0-1 0,-1 0 0,0 0 1,-1 0-1,-4 9 0,4-12-14,0 0-1,-1 0 1,0 0-1,0 0 1,0-1 0,0 0-1,-1 0 1,0 0-1,0 0 1,0-1 0,0 0-1,0 0 1,-1 0-1,1-1 1,-1 0 0,-6 2-1,2 0-7,0-1-1,0-1 1,0 0-1,-1 0 1,1-1-1,-1 0 1,1-1-1,-1 0 1,1-1-1,-1 0 1,-18-5-1,25 5-26,-1-1-1,1 1 0,-1-1 0,1-1 0,0 1 0,-1-1 0,1 1 0,1-1 1,-1-1-1,0 1 0,1 0 0,0-1 0,-1 0 0,1 1 0,1-1 0,-1 0 0,1-1 1,-1 1-1,1 0 0,0-1 0,1 1 0,-1-1 0,1 0 0,0 1 0,0-1 0,0-10 1,0 8-26,1 0 0,0 0 1,1 0-1,0-1 1,0 1-1,0 0 0,1 0 1,0 0-1,1 0 1,-1 0-1,1 1 0,0-1 1,1 1-1,0 0 1,0 0-1,0 0 0,1 0 1,0 1-1,7-7 1,10-7-87,1 2 1,0 0 0,42-22 0,-30 19 27,-30 16 45,228-145-813,-202 126 791,-1-1 0,-1-2 0,-1-1 0,-1-1 0,24-33 0,-46 55 60,-1 0 1,0 0-1,0-1 0,-1 0 1,0 1-1,0-1 0,-1 0 1,1 0-1,-1 0 1,-1-1-1,0 1 0,1-14 1,-2 20 5,0 0 1,0 1-1,0-1 1,0 0-1,-1 0 1,1 0 0,0 0-1,0 1 1,-1-1-1,1 0 1,-1 0 0,1 1-1,-1-1 1,1 0-1,-1 1 1,1-1 0,-1 1-1,1-1 1,-1 0-1,0 1 1,1-1-1,-1 1 1,0 0 0,0-1-1,1 1 1,-1 0-1,0-1 1,0 1 0,0 0-1,0 0 1,1 0-1,-1-1 1,0 1 0,0 0-1,-1 0 1,-35 3 323,34-3-316,-9 4 17,-1-1 0,1 1 0,0 1 0,1 0 0,-1 1 0,1 0 0,0 0 1,1 1-1,-1 1 0,1 0 0,-16 17 0,19-18-47,1-1 0,0 1 1,0 0-1,0 0 0,1 1 1,0-1-1,1 1 0,0 0 0,0 1 1,1-1-1,0 1 0,0-1 1,1 1-1,0 0 0,0 0 0,1 0 1,0 15-1,2-23 0,0 0 0,0 0 0,-1-1 0,1 1 0,0 0 0,0 0 0,0-1-1,0 1 1,0-1 0,0 1 0,0-1 0,0 1 0,0-1 0,1 1 0,-1-1 0,0 0 0,0 0 0,0 0 0,0 1 0,0-1 0,1 0 0,-1-1 0,0 1 0,0 0-1,2 0 1,32-3-38,-34 3 39,7-2-7,1 0 0,-1-1-1,0 1 1,0-2 0,-1 1 0,1-1-1,-1 0 1,0-1 0,0 0 0,0 0-1,8-8 1,42-27-224,-56 40 226,0 0-1,0-1 1,0 1-1,-1 0 1,1 0-1,0 0 1,0 0-1,0 1 1,-1-1-1,1 0 1,0 0-1,0 0 1,-1 1 0,1-1-1,0 0 1,0 1-1,-1-1 1,1 0-1,0 1 1,-1-1-1,1 1 1,0-1-1,-1 1 1,1 0-1,-1-1 1,1 1 0,-1 0-1,1-1 1,-1 1-1,0 0 1,1-1-1,-1 1 1,1 1-1,15 36-90,-9-20 98,-4-14-1,-1 0 0,1-1-1,0 1 1,0-1 0,1 0 0,-1 0 0,0 0 0,1 0 0,0-1 0,0 0-1,0 1 1,0-1 0,0 0 0,0-1 0,0 1 0,1-1 0,-1 0-1,0 0 1,1 0 0,-1-1 0,1 0 0,-1 0 0,6 0 0,-2 0 8,0-1 0,0 0 0,0 0 1,0-1-1,0 0 0,0 0 0,-1-1 0,1 0 1,-1 0-1,0-1 0,0 0 0,8-6 1,5-6 2,-1-2 1,-1-1-1,0 0 1,-1-1 0,-2-1-1,0-1 1,-1 0-1,-1-1 1,16-37 0,-18 29 75,0-1 1,-2 0-1,-1-1 1,-2 0 0,-1 0-1,1-65 1,-7 14 732,1 83-780,0 0 0,-1 0 0,1 0 1,0 0-1,0 0 0,-1 0 0,1 1 0,0-1 1,-1 0-1,1 0 0,-1 0 0,1 0 0,-1 1 1,1-1-1,-1 0 0,0 0 0,1 1 0,-1-1 0,0 0 1,0 1-1,1-1 0,-1 1 0,0-1 0,0 1 1,0 0-1,0-1 0,0 1 0,1 0 0,-1-1 1,0 1-1,0 0 0,0 0 0,0 0 0,0 0 1,0 0-1,0 0 0,0 0 0,0 0 0,0 0 0,0 1 1,0-1-1,0 0 0,0 1 0,0-1 0,1 0 1,-1 1-1,0-1 0,0 1 0,-1 0 0,-3 2 9,1-1-1,-1 1 0,1-1 1,0 1-1,0 1 0,0-1 0,0 0 1,-5 7-1,-4 11-6,2 0 1,0 0-1,1 1 1,1 0-1,1 1 1,1 0-1,2 0 1,0 1-1,-2 25 0,2 6-5,2 1-1,9 100 0,-6-148-51,2 0-1,-1 0 1,1 0-1,0 0 1,0-1-1,1 1 0,0-1 1,0 0-1,1 0 1,0 0-1,0 0 1,1 0-1,0-1 1,0 0-1,0 0 1,1 0-1,0-1 1,0 0-1,0 0 0,1 0 1,-1-1-1,1 0 1,0 0-1,0-1 1,1 0-1,-1 0 1,1-1-1,0 0 1,-1 0-1,1-1 0,0 0 1,0 0-1,0-1 1,0 0-1,0 0 1,0-1-1,0 0 1,0 0-1,10-4 1,-5 1-25,-1 0 0,0-2 0,0 1 0,0-2 0,-1 0 0,1 0 0,-2-1 0,1 0 0,13-14 0,-8 6-8,-1 0 0,0-1 1,-1-1-1,20-33 0,-31 46 67,0 0 0,-1 0 0,1 0 0,-1 0 0,0 0 0,-1 0 1,1 0-1,0-9 0,-2 12 249,0 18-115,-5 10-151,-13 43 0,11-45 0,1 0 0,-6 47 0,11-57-4,0-4-21,0 1-1,1 0 1,1 0-1,2 18 1,-2-28 9,0 1 1,0-1 0,1 0-1,-1 1 1,0-1 0,1 0-1,-1 0 1,1 0 0,0 0 0,-1 0-1,1-1 1,0 1 0,0 0-1,-1-1 1,1 1 0,0-1 0,0 0-1,0 1 1,0-1 0,-1 0-1,1 0 1,0 0 0,0-1-1,0 1 1,0 0 0,2-1 0,4 0-6,1 0 0,-1-1 0,0 1 1,0-2-1,8-2 0,-4-2 3,0 0 0,-1-1 0,-1 0 0,1-1 0,-1-1 0,-1 1 0,0-1 0,0-1 0,7-11 0,2-6-24,0 0 0,20-47 0,-33 63 58,1-1 133,-9 17 67,-15 28-1,10-18-233,0 0-1,1 1 1,0 0-1,1 0 0,1 1 1,0 0-1,2 0 1,-1 0-1,2 0 1,0 0-1,1 1 1,1-1-1,3 26 1,-3-41 10,1-1 0,-1 1 0,1 0 0,0-1 0,-1 1 0,1-1 0,0 1 0,-1-1 0,1 1 0,0-1 0,0 0 0,0 1 0,-1-1 0,1 0 0,0 0 0,0 0 0,0 1 0,0-1 0,0 0 0,-1 0 0,1 0 0,0 0 0,0-1 0,0 1 0,0 0 0,0 0 0,-1 0 0,1-1 0,0 1 0,0 0 0,0-1 0,-1 1 0,1-1 0,0 1 0,0-1 0,-1 1 0,1-1 0,1-1 1,3-6-2,1-2 1,-1 1 0,-1-1-1,1 1 1,-2-1 0,1-1-1,-2 1 1,3-11 0,-4 11 2,1 1 0,0 0 0,1 0 0,-1 1 0,2-1 0,-1 0 0,2 1 0,-1 0 0,1 0 0,0 0 0,0 1 0,13-14 0,-16 20 4,1-1 0,0 1 0,0 0 0,0 0 0,0 0 0,0 0 0,0 0 0,0 1 0,0-1 0,0 1 0,0 0 0,0 0 0,0 0 0,1 0 0,-1 1 0,0-1 0,0 1 0,0-1 0,0 1 0,0 0 0,0 1 0,-1-1 0,1 0 1,0 1-1,0 0 0,-1-1 0,1 1 0,-1 0 0,0 0 0,1 1 0,-1-1 0,2 3 0,18 41-46,-17-34 64,0-1 0,0 0 1,2-1-1,-1 1 0,9 10 0,-14-20-12,0-1 1,0 1-1,0 0 1,-1-1 0,1 1-1,0-1 1,0 1-1,0-1 1,0 0-1,0 1 1,0-1-1,0 0 1,0 0-1,0 0 1,0 0-1,1 0 1,-1 0-1,0 0 1,0 0 0,0 0-1,0 0 1,0 0-1,0-1 1,0 1-1,0 0 1,0-1-1,0 1 1,0-1-1,0 1 1,-1-1-1,1 0 1,0 1 0,1-2-1,29-27 149,-28 26-165,84-99 592,-87 101-572,1 0 0,0 0-1,0 1 1,0-1 0,-1 0 0,1 0-1,0 1 1,0-1 0,0 1-1,0-1 1,0 1 0,0-1 0,0 1-1,0 0 1,0-1 0,0 1-1,0 0 1,0 0 0,0 0 0,1 0-1,-1 0 1,0 0 0,0 0-1,0 0 1,0 0 0,0 0 0,0 1-1,0-1 1,0 0 0,0 1-1,0-1 1,0 1 0,0-1 0,0 1-1,0 0 1,0-1 0,0 1-1,-1 0 1,1 0 0,0-1 0,0 1-1,-1 0 1,1 0 0,-1 0-1,1 0 1,0 0 0,-1 0 0,1 1-1,4 9 1,0 0 0,-1-1 0,6 22 0,-5-16 48,4 10-62,0-2-103,0 0-1,-2 1 1,0 0-1,-2 0 1,4 49-1,-14-75-3461,-15-8 753,-3-14-806,-7-7-1483</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32.762"/>
    </inkml:context>
    <inkml:brush xml:id="br0">
      <inkml:brushProperty name="width" value="0.05" units="cm"/>
      <inkml:brushProperty name="height" value="0.05" units="cm"/>
      <inkml:brushProperty name="color" value="#E71224"/>
    </inkml:brush>
  </inkml:definitions>
  <inkml:trace contextRef="#ctx0" brushRef="#br0">73 80 17592,'0'0'7523,"-26"-79"-7571,8 79-7731,-11 18 223</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56:33.150"/>
    </inkml:context>
    <inkml:brush xml:id="br0">
      <inkml:brushProperty name="width" value="0.05" units="cm"/>
      <inkml:brushProperty name="height" value="0.05" units="cm"/>
      <inkml:brushProperty name="color" value="#E71224"/>
    </inkml:brush>
  </inkml:definitions>
  <inkml:trace contextRef="#ctx0" brushRef="#br0">1 10 18633,'0'0'8099,"191"0"-7522,-105 2-417,4-2-144,6 0 16,5 0-16,-5-2-16,-10-5-721,-14 5-639,-15 2-1394,-8 0-1055,-7 0-4227</inkml:trace>
  <inkml:trace contextRef="#ctx0" brushRef="#br0" timeOffset="1">1529 611 20489,'0'0'9173,"8"-32"-9125,0 18-48,-6 4-513,-2 1-975,0 4-2002</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5:55.861"/>
    </inkml:context>
    <inkml:brush xml:id="br0">
      <inkml:brushProperty name="width" value="0.05" units="cm"/>
      <inkml:brushProperty name="height" value="0.05" units="cm"/>
      <inkml:brushProperty name="color" value="#E71224"/>
    </inkml:brush>
  </inkml:definitions>
  <inkml:trace contextRef="#ctx0" brushRef="#br0">1 95 15671,'0'0'5483,"27"-4"-5211,462-60 950,-8 38-1084,-479 26-210,-4 1-723,0 0 355,0 1 0,0-1 0,0 0 0,0 0 0,-1-1 0,1 1 0,0 0-1,0-1 1,-1 1 0,-2-1 0,4 0 156,-21 3-5801</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5:58.814"/>
    </inkml:context>
    <inkml:brush xml:id="br0">
      <inkml:brushProperty name="width" value="0.05" units="cm"/>
      <inkml:brushProperty name="height" value="0.05" units="cm"/>
      <inkml:brushProperty name="color" value="#E71224"/>
    </inkml:brush>
  </inkml:definitions>
  <inkml:trace contextRef="#ctx0" brushRef="#br0">99 1 13974,'0'0'7532,"-2"17"-7356,-49 302 1739,12-101-1042,35-189-709,2 0 1,2 53-1,0-79-157,0 0 0,1-1 0,-1 1 0,1 0-1,0 0 1,0-1 0,0 1 0,0-1 0,1 1-1,-1-1 1,1 1 0,-1-1 0,1 0 0,0 1 0,0-1-1,0 0 1,0 0 0,0-1 0,0 1 0,1 0-1,-1-1 1,0 1 0,1-1 0,0 0 0,-1 0-1,1 0 1,0 0 0,-1 0 0,5 0 0,9 2 22,0-1 0,0-1 0,0 0 0,18-2 0,-10 0-8,-10 1-164,5 1 189,0-2-1,0 0 0,29-5 1,-2-13-2217,-40 15 1124,1-1 0,-1 0 0,0 0 0,-1 0 0,7-8 0,1-4-4268</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5:59.165"/>
    </inkml:context>
    <inkml:brush xml:id="br0">
      <inkml:brushProperty name="width" value="0.05" units="cm"/>
      <inkml:brushProperty name="height" value="0.05" units="cm"/>
      <inkml:brushProperty name="color" value="#E71224"/>
    </inkml:brush>
  </inkml:definitions>
  <inkml:trace contextRef="#ctx0" brushRef="#br0">0 61 11829,'0'0'9223,"6"-10"-8868,20-29-221,-26 38-130,1 0 0,0 0 0,0 0 0,-1 0 0,1 1 0,0-1 0,0 0 0,0 1 0,0-1 0,0 1 0,0-1 0,0 1 0,0-1 0,1 1 0,-1-1 0,0 1 0,0 0 0,0 0 0,0 0 0,1 0 0,-1 0 0,0 0 0,0 0 0,0 0 0,0 0 0,1 0 0,-1 1 0,0-1 0,0 0 0,0 1 0,0-1 0,0 1 0,0-1 0,0 1 0,0 0 0,0-1 0,0 1 0,0 0 0,0 0 0,-1 0 0,1-1 1,0 1-1,0 0 0,-1 0 0,1 2 0,2 0 1,0 2 1,-1-1 0,1 0 0,-1 0-1,0 1 1,-1-1 0,1 1 0,-1 0 0,1 5-1,-2 2 6,0 0 0,-1 1 0,-1-1-1,0 0 1,-1 0 0,0 0 0,0 0 0,-2-1-1,1 0 1,-1 1 0,-1-1 0,0-1-1,-9 13 1,-23 45 28,38-68-36,0 1 1,0-1-1,0 0 1,0 0-1,-1 1 1,1-1-1,0 0 0,0 0 1,0 1-1,0-1 1,0 0-1,0 1 1,0-1-1,0 0 1,0 1-1,0-1 1,0 0-1,0 0 1,0 1-1,0-1 0,0 0 1,0 1-1,0-1 1,0 0-1,0 0 1,0 1-1,0-1 1,0 0-1,1 1 1,-1-1-1,0 0 1,0 0-1,0 1 1,0-1-1,1 0 0,-1 0 1,0 0-1,0 1 1,1-1-1,-1 0 1,0 0-1,0 0 1,1 0-1,-1 0 1,0 1-1,0-1 1,1 0-1,-1 0 0,0 0 1,1 0-1,-1 0 1,0 0-1,1 0 1,-1 0-1,0 0 1,0 0-1,1 0 1,0 0-1,20-5 336,-18 5-301,25-10 5,0-1-1,0-1 0,46-27 1,-23 8-2861,-3 0-3978,-20 11-6314</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5:59.799"/>
    </inkml:context>
    <inkml:brush xml:id="br0">
      <inkml:brushProperty name="width" value="0.05" units="cm"/>
      <inkml:brushProperty name="height" value="0.05" units="cm"/>
      <inkml:brushProperty name="color" value="#E71224"/>
    </inkml:brush>
  </inkml:definitions>
  <inkml:trace contextRef="#ctx0" brushRef="#br0">59 277 16135,'0'0'7340,"-2"4"-7007,-1 9-251,-1-1-1,2 1 1,0 0 0,0-1-1,1 1 1,1 0-1,0 0 1,2 18-1,0 13 220,0 68 164,0-45-353,-2 0-1,-3 1 0,-18 102 0,10-266 337,-4-437-389,16 501-79,1 0 0,14-60 0,-14 80 10,2 0 0,0 0 0,0 1 0,1-1 0,0 1 0,1 0 0,0 0 0,1 1-1,0 0 1,11-12 0,-17 20 5,1 1-1,0-1 0,-1 0 1,1 0-1,0 1 1,0-1-1,0 1 0,0-1 1,0 1-1,1 0 0,-1 0 1,0 0-1,1 0 1,-1 0-1,0 1 0,1-1 1,-1 1-1,1 0 0,-1-1 1,1 1-1,-1 0 1,1 0-1,-1 1 0,1-1 1,-1 0-1,0 1 1,1 0-1,-1-1 0,1 1 1,-1 0-1,0 0 0,0 0 1,1 1-1,-1-1 1,2 2-1,1 2-4,0 0-1,0 0 1,-1 0 0,0 0 0,0 1-1,0 0 1,-1-1 0,0 1 0,0 0-1,0 1 1,2 9 0,-1 0 14,-1-1 0,-1 1 0,0-1 0,-1 1 1,-1 0-1,0-1 0,-2 1 0,1 0 0,-2-1 0,0 0 1,-1 1-1,0-1 0,-1 0 0,-9 17 0,3-8-525,-2-1 1,-29 41-1,19-34-2368,-38 38 0,55-63-531</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01.620"/>
    </inkml:context>
    <inkml:brush xml:id="br0">
      <inkml:brushProperty name="width" value="0.05" units="cm"/>
      <inkml:brushProperty name="height" value="0.05" units="cm"/>
      <inkml:brushProperty name="color" value="#E71224"/>
    </inkml:brush>
  </inkml:definitions>
  <inkml:trace contextRef="#ctx0" brushRef="#br0">1 463 6675,'0'0'10946,"7"-2"-9785,-2 0-1019,0-1-1,0 1 1,0-1 0,0 0-1,0 0 1,-1-1-1,1 1 1,-1-1 0,0 0-1,0 0 1,-1-1 0,1 1-1,-1-1 1,5-8 0,-3 4 160,-2 1 0,1-1 1,-1 1-1,-1-1 1,0 0-1,0 0 1,0 0-1,-1-1 1,0-12-1,-10 24 208,4 2-515,0 0 0,0 1 0,0-1 1,1 1-1,0 0 0,-1 1 1,2-1-1,-1 1 0,1-1 1,0 1-1,0 0 0,0 1 1,1-1-1,-3 11 0,1 1-16,0 0 0,1 0 0,1 0 0,0 23-1,2-38 1,0 0-1,0 1 1,0-1-1,0 0 1,0 1-1,1-1 1,0 0-1,-1 0 1,1 1-1,0-1 1,1 0-1,-1 0 1,2 3-1,-1-5 7,0 1 0,0-1 0,0 0 0,0 1 1,0-1-1,0 0 0,0 0 0,1-1 0,-1 1 0,0 0 0,0-1 0,1 1 0,-1-1 0,0 0 0,1 0 0,-1 0 0,0 0 0,1 0 0,4-1 0,0-1 19,-1 0 0,1 0-1,0-1 1,0 1 0,-1-2 0,1 1-1,-1 0 1,0-1 0,0-1-1,-1 1 1,1-1 0,-1 1 0,0-2-1,0 1 1,7-10 0,-7 8 7,1 1 0,-1-1-1,2 1 1,-1 0 0,1 1 0,0 0 0,0 0-1,0 0 1,1 1 0,9-5 0,-16 9-9,0 0 1,1 0 0,-1 0-1,0 0 1,0 0-1,0 0 1,0 0-1,0 0 1,0 0-1,1 1 1,-1-1 0,0 0-1,0 1 1,0-1-1,0 1 1,0-1-1,0 1 1,0-1-1,0 1 1,0 0 0,-1 0-1,1-1 1,0 1-1,0 0 1,-1 0-1,1 0 1,0 0 0,-1 0-1,1 0 1,-1 0-1,1 0 1,-1 0-1,1 0 1,-1 0-1,1 2 1,11 54 69,-5-22-36,-7-34-36,1 0 0,-1-1 1,1 1-1,-1-1 0,1 1 0,-1-1 0,1 0 0,0 1 1,-1-1-1,1 1 0,0-1 0,-1 0 0,1 0 0,0 1 1,-1-1-1,1 0 0,0 0 0,-1 0 0,1 0 0,0 0 1,-1 0-1,1 0 0,0 0 0,0 0 0,-1 0 0,1 0 1,0 0-1,-1 0 0,1-1 0,0 1 0,-1 0 1,1-1-1,0 1 0,-1 0 0,1-1 0,-1 1 0,1-1 1,0 1-1,0-1 0,24-17 39,-25 17-40,5-3 8,0 0 0,0 0 0,1 1-1,-1-1 1,1 1 0,-1 1-1,13-5 1,-16 6-14,0 1 0,1-1-1,-1 1 1,0 0 0,0-1-1,1 1 1,-1 1 0,0-1 0,1 0-1,-1 0 1,0 1 0,0-1 0,1 1-1,-1 0 1,0 0 0,0 0-1,0 0 1,0 0 0,0 0 0,0 0-1,0 1 1,0-1 0,0 1 0,2 2-1,0 1-152,1 0-1,0-1 0,0 0 1,0 0-1,0 0 0,1 0 0,-1-1 1,1 0-1,0 0 0,0 0 1,0-1-1,11 3 0,-12-5 47,-1 1 0,1-1-1,-1 0 1,1 0 0,-1 0-1,1 0 1,-1-1 0,1 0-1,-1 0 1,1 0 0,-1 0-1,0-1 1,0 1 0,0-1 0,0 0-1,0-1 1,0 1 0,0-1-1,4-3 1,-3 2 206,0-1 1,0 1-1,-1-1 1,1 0-1,-1 0 0,0-1 1,-1 1-1,1-1 1,-1 0-1,0 0 0,-1 0 1,1 0-1,-1 0 1,-1-1-1,1 1 0,-1 0 1,0-1-1,0 0 1,-1 1-1,0-1 0,-1-9 1,1 15-55,-1 0 0,1 0 0,-1 0 0,1 0 0,-1 0 0,1 0 0,-1 0 0,0 0 0,1 0 0,-1 0 0,0 1 0,0-1 0,0 0 0,0 1 0,0-1 0,0 0-1,0 1 1,0-1 0,0 1 0,0 0 0,0-1 0,0 1 0,0 0 0,0-1 0,0 1 0,0 0 0,0 0 0,0 0 0,-1 0 0,1 0 0,0 0 0,0 1 0,0-1 0,0 0 0,0 0 0,0 1 0,-2 0 0,-1 0-50,0 0 0,-1 0 0,1 1 1,0-1-1,0 1 0,0 0 0,0 0 0,-5 4 1,3 0 14,0 1 0,1-1 1,0 1-1,0 0 1,-5 10-1,8-14-48,0 1 0,0-1 0,1 0 0,0 1-1,0-1 1,0 1 0,0 0 0,0-1 0,1 1 0,-1 0 0,1 0 0,0-1-1,0 1 1,2 7 0,1-10-37,1-1-1,-1 0 1,1 1 0,0-1-1,-1 0 1,1-1-1,0 1 1,4-2 0,20-18 63,-26 18 9,0 0 0,0 0 1,0 0-1,0 0 0,1 0 1,-1 1-1,0-1 0,1 1 0,-1 0 1,1 0-1,-1 0 0,1 0 1,4-1-1,-5 3-6,0 0 0,0 0 0,0 0 0,0 0 0,0 1-1,0-1 1,-1 0 0,1 1 0,-1 0 0,1-1 0,2 5 0,8 6 17,-9-9-3,1-1 1,-1 0-1,1 0 1,0 0-1,0-1 1,0 1 0,0-1-1,0 0 1,0 0-1,1 0 1,-1-1-1,0 1 1,0-1-1,1 0 1,-1-1-1,0 1 1,0-1 0,1 1-1,-1-1 1,0 0-1,0-1 1,0 1-1,0-1 1,4-2-1,1-1 12,0-1 0,0 0 0,-1 0-1,0 0 1,-1-1 0,1 0 0,-1-1 0,-1 0-1,7-8 1,2-9 70,0 0 1,-1-1-1,-2-1 0,-1 0 1,-1 0-1,-1-1 0,6-37 0,-8 25 1127,-1 1 0,-1-63 0,-16 116-641,3 3-563,0 0 1,2 1-1,0-1 1,1 1-1,1 0 0,0 0 1,0 20-1,-2 135-51,6-140 21,0-26-30,0 0 0,1 1 1,0-1-1,0 1 0,0-1 0,1 0 1,0 0-1,0 0 0,1 0 0,0 0 0,0 0 1,1-1-1,0 1 0,0-1 0,7 8 1,-7-11-18,0 1 0,1 0 0,-1-1 0,1 0 0,0 0 0,0 0 0,0-1 1,0 1-1,0-1 0,0-1 0,1 1 0,-1-1 0,1 0 0,-1 0 0,1 0 1,-1-1-1,1 0 0,0 0 0,-1 0 0,12-3 0,-11 1 68,0 0 1,0-1-1,0 1 1,0-1-1,0-1 0,-1 1 1,0-1-1,1 0 0,-1 0 1,-1-1-1,1 0 0,-1 1 1,0-1-1,0-1 0,0 1 1,0-1-1,-1 1 0,4-10 1,5-11 91,0-1 1,13-48-1,6-68 1015,-10 37 301,-18 241-410,-6-63-954,1-39-51,2 0 0,0 0 1,7 36-1,-7-66-8,1-1 1,-1 1-1,1-1 0,0 1 1,0-1-1,0 0 0,0 0 1,0 1-1,0-1 1,1 0-1,-1 0 0,1 0 1,0 0-1,-1-1 1,1 1-1,0 0 0,0-1 1,0 1-1,0-1 1,0 0-1,0 1 0,1-1 1,-1 0-1,0 0 0,1-1 1,-1 1-1,1 0 1,-1-1-1,0 0 0,1 1 1,-1-1-1,1 0 1,-1 0-1,1 0 0,-1-1 1,1 1-1,-1-1 0,1 1 1,-1-1-1,1 0 1,-1 0-1,0 0 0,0 0 1,1 0-1,-1 0 1,0-1-1,0 1 0,0-1 1,0 1-1,-1-1 0,1 0 1,0 0-1,-1 0 1,2-2-1,13-18 93,-1-1-1,-1 0 1,-1-1 0,-1-1-1,-2 0 1,10-30 0,-25 107 140,2 60 0,3-110-238,0 1 0,0-1 0,0 1 0,1-1 0,-1 0 0,0 1 0,1-1 0,-1 0 0,1 1 1,0-1-1,0 0 0,0 0 0,0 0 0,0 0 0,1 0 0,-1 0 0,0 0 0,1 0 0,0 0 0,-1-1 0,1 1 1,0 0-1,0-1 0,0 0 0,0 1 0,4 1 0,-3-2 2,1-1 0,-1 1 0,0 0 0,1-1 0,-1 0 0,1 0 0,-1 0 0,1 0 0,-1 0 0,1-1 0,-1 0 0,0 1 0,1-1 0,-1 0 0,0-1 0,0 1 0,1-1 0,3-2 1,2-2 24,-1-1 0,0 1 1,-1-1-1,1-1 1,-1 0-1,0 0 0,8-13 1,19-22 37,-34 43-40,0 0 0,0 0 0,0 0 0,0-1 0,0 1-1,1 0 1,-1 0 0,0 0 0,0-1 0,0 1 0,1 0 0,-1 0-1,0 0 1,0 0 0,0 0 0,1 0 0,-1-1 0,0 1 0,0 0 0,1 0-1,-1 0 1,0 0 0,0 0 0,0 0 0,1 0 0,-1 0 0,0 0-1,0 0 1,1 0 0,-1 0 0,0 0 0,0 0 0,1 1 0,-1-1 0,0 0-1,0 0 1,0 0 0,1 0 0,-1 0 0,0 0 0,0 0 0,0 1-1,1-1 1,-1 0 0,0 0 0,0 0 0,0 1 0,0-1 0,1 0 0,-1 0-1,0 0 1,0 1 0,0-1 0,0 0 0,0 0 0,0 1 0,0-1-1,0 0 1,0 0 0,0 1 0,0-1 0,3 19-79,-3-15 83,9 50-4,23 73 0,-12-49-162,-13-88 1443,-7 7-1011,-10 20-351,-113 244 853,115-242-727,-3 6 93,0-2 0,-17 27 0,25-46-127,1 1 1,-1-1-1,0-1 0,0 1 1,0 0-1,0-1 0,-1 1 1,1-1-1,-1 0 0,0 0 1,0-1-1,0 1 0,0-1 1,-1 0-1,1 0 0,-1 0 1,1-1-1,-10 3 0,11-5-55,1 1-1,-1 0 0,0-1 0,0 1 1,1-1-1,-1 0 0,0 0 0,1 0 0,-1-1 1,1 1-1,-1 0 0,1-1 0,0 0 1,-1 1-1,1-1 0,0 0 0,0 0 0,0 0 1,1-1-1,-1 1 0,0 0 0,1-1 1,-1 1-1,1-1 0,0 1 0,0-1 1,-1-4-1,-3-6-738,1 0 1,1-1-1,0 0 0,-1-17 1,1-34-4102,3-9-3468</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01.965"/>
    </inkml:context>
    <inkml:brush xml:id="br0">
      <inkml:brushProperty name="width" value="0.05" units="cm"/>
      <inkml:brushProperty name="height" value="0.05" units="cm"/>
      <inkml:brushProperty name="color" value="#E71224"/>
    </inkml:brush>
  </inkml:definitions>
  <inkml:trace contextRef="#ctx0" brushRef="#br0">0 40 15847,'0'0'5955,"122"-39"-5955,-73 39-736,1 0-1249,-1 0-1169,-2 0-5442</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02.297"/>
    </inkml:context>
    <inkml:brush xml:id="br0">
      <inkml:brushProperty name="width" value="0.05" units="cm"/>
      <inkml:brushProperty name="height" value="0.05" units="cm"/>
      <inkml:brushProperty name="color" value="#E71224"/>
    </inkml:brush>
  </inkml:definitions>
  <inkml:trace contextRef="#ctx0" brushRef="#br0">1 1 14551,'0'0'6691,"121"0"-6691,-94 0-112,-2 0-1249,-15 4-1776,-8 20-4515</inkml:trace>
  <inkml:trace contextRef="#ctx0" brushRef="#br0" timeOffset="1">77 256 9973,'0'0'11461,"119"15"-11317,-90-20-144,-2-3-208,-9 5-2065,-3-3-5795</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03.460"/>
    </inkml:context>
    <inkml:brush xml:id="br0">
      <inkml:brushProperty name="width" value="0.05" units="cm"/>
      <inkml:brushProperty name="height" value="0.05" units="cm"/>
      <inkml:brushProperty name="color" value="#E71224"/>
    </inkml:brush>
  </inkml:definitions>
  <inkml:trace contextRef="#ctx0" brushRef="#br0">208 36 12630,'0'0'10847,"-5"-9"-10044,-10-18-514,15 27-287,0 0 0,0 0 1,0 0-1,0 0 0,0 1 1,0-1-1,0 0 0,0 0 1,0 0-1,0 0 0,0 0 1,0 0-1,0 0 0,-1 0 1,1 0-1,0 0 0,0 0 1,0 0-1,0 0 0,0 1 1,0-1-1,0 0 0,0 0 1,0 0-1,0 0 0,0 0 1,0 0-1,0 0 0,0 0 1,0 0-1,0 0 0,-1 0 1,1 0-1,11 26 97,25 70 591,-4 2 0,20 104 0,1 3-553,-53-204-128,0 0-1,0 0 1,0 0 0,0 0 0,0 0 0,1 0 0,-1-1 0,0 1-1,0 0 1,1 0 0,-1 0 0,1 0 0,-1-1 0,1 1 0,-1 0-1,1 0 1,-1-1 0,1 1 0,-1 0 0,1-1 0,0 1 0,1 1 0,1-23 132,-4-48-53,1 66-92,-2-22 0,-1 0 0,-1 0 1,-1 1-1,-2 0 0,0 0 0,-1 0 0,-1 1 0,-2 0 0,0 1 0,-20-29 1,31 50 0,-1-1 1,0 0 0,0 1-1,0 0 1,0-1 0,-1 1-1,1 0 1,0-1 0,0 1-1,-1 0 1,1 0 0,-1 0-1,1 0 1,-1 0 0,1 1-1,-1-1 1,0 0 0,1 1-1,-1-1 1,0 1 0,1 0-1,-1-1 1,0 1 0,0 0-1,1 0 1,-1 0 0,0 0-1,0 0 1,0 1 0,1-1-1,-1 1 1,0-1 0,1 1-1,-1-1 1,0 1 0,1 0-1,-1 0 1,1 0 0,-1 0-1,1 0 1,-2 1 0,-4 6-14,-1-1 1,2 2 0,-1-1 0,1 1-1,-8 14 1,8-13 12,-159 297-2,165-307-18,0-1 0,0 1-1,0 0 1,0 0 0,0 0 0,0 0 0,0 0-1,0 0 1,0-1 0,0 1 0,0 0 0,0 0-1,1 0 1,-1 0 0,0 0 0,0 0 0,0 0-1,0 0 1,0 0 0,0-1 0,0 1-1,0 0 1,1 0 0,-1 0 0,0 0 0,0 0-1,0 0 1,0 0 0,0 0 0,0 0 0,1 0-1,-1 0 1,0 0 0,0 0 0,0 0 0,0 0-1,0 0 1,0 0 0,1 0 0,-1 0-1,0 0 1,0 0 0,0 0 0,0 0 0,0 0-1,0 0 1,0 0 0,1 0 0,-1 1 0,0-1-1,0 0 1,0 0 0,0 0 0,0 0 0,0 0-1,0 0 1,0 0 0,0 0 0,1 1-1,-1-1 1,0 0 0,0 0 0,0 0 0,0 0-1,0 0 1,0 0 0,0 1 0,19-14-1140,23-17-1800,-5 2-2375,2 2-6073</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04.622"/>
    </inkml:context>
    <inkml:brush xml:id="br0">
      <inkml:brushProperty name="width" value="0.05" units="cm"/>
      <inkml:brushProperty name="height" value="0.05" units="cm"/>
      <inkml:brushProperty name="color" value="#E71224"/>
    </inkml:brush>
  </inkml:definitions>
  <inkml:trace contextRef="#ctx0" brushRef="#br0">57 41 3858,'0'0'18208,"-2"-8"-16930,-8-24-440,-3 94 90,-6 126 139,6 274 0,13-455-1258,1 0 0,0 0 0,0 0 0,0 0 0,1 0 0,0-1 0,1 1 0,-1-1 0,1 0 0,0 1 0,1-1 0,0 0 0,-1-1 0,2 1 0,6 7 0,-8-10 15,1 0 0,-1 0-1,1-1 1,-1 1 0,1-1-1,0 0 1,0 0 0,0 0-1,0 0 1,1-1 0,-1 0-1,0 0 1,1 0 0,-1 0-1,1 0 1,-1-1 0,1 0-1,-1 0 1,0 0 0,1-1-1,-1 0 1,1 1 0,-1-1-1,0-1 1,7-2 0,22-19-3666,-4-9-2316</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05.081"/>
    </inkml:context>
    <inkml:brush xml:id="br0">
      <inkml:brushProperty name="width" value="0.05" units="cm"/>
      <inkml:brushProperty name="height" value="0.05" units="cm"/>
      <inkml:brushProperty name="color" value="#E71224"/>
    </inkml:brush>
  </inkml:definitions>
  <inkml:trace contextRef="#ctx0" brushRef="#br0">0 58 10229,'0'0'13878,"0"-7"-13270,0-6-492,0 15 6,0 33 123,0 62 105,0-80-333,1 0 0,0 0 0,2 0 0,3 17 0,-5-30-19,1 0 0,-1 0-1,1 0 1,-1 0 0,1 0-1,1-1 1,-1 1 0,0 0 0,6 5-1,-7-8-5,1 0-1,0 1 0,0-1 1,-1 0-1,1 0 0,0 0 0,0 0 1,0 0-1,0 0 0,0 0 1,0-1-1,1 1 0,-1-1 1,0 0-1,0 1 0,0-1 0,0 0 1,1 0-1,-1-1 0,2 1 1,0-1 4,-1 0 1,0-1-1,0 1 1,0 0-1,0-1 1,0 0-1,0 0 1,0 0-1,0 0 1,-1 0 0,1 0-1,-1-1 1,0 1-1,4-6 1,29-47-9,-26 38 6,48-85 78,-56 102-67,-1 0 0,1 0 0,-1 0 0,1 0 0,-1 1 0,0-1 0,1 0 0,-1 0 0,1 1 0,-1-1 0,0 0 0,1 1 0,-1-1 0,0 0 0,1 1 0,-1-1 0,0 1 0,0-1 0,1 0 0,-1 1 0,0-1 0,0 1 0,0-1 0,0 1 0,1-1 0,-1 1 0,0-1-1,0 1 1,0-1 0,0 1 0,0-1 0,0 1 0,6 24-76,-5-22 77,2 8-12,0-1 1,0 1-1,1-1 0,0 0 1,1 0-1,0-1 1,0 1-1,1-1 0,12 13 1,-14-17-34,0-1 1,1 0-1,0-1 1,0 1 0,0-1-1,0 0 1,0 0-1,1-1 1,-1 1 0,1-1-1,0-1 1,0 1-1,0-1 1,-1 0 0,1 0-1,0 0 1,0-1-1,0 0 1,7-1 0,-10 1 32,0-1 0,1 1 1,-1-1-1,0 0 0,0 0 0,1 0 1,-1 0-1,0-1 0,0 1 1,0-1-1,0 0 0,-1 1 1,1-1-1,0-1 0,-1 1 0,0 0 1,1-1-1,1-3 0,1 0 11,-1 0-1,-1-1 0,1 0 0,-1 0 0,0 0 1,-1 0-1,3-14 0,-1-1 84,-1 1 0,-1-1 0,-2 1 0,-2-40 0,1 56-63,0-1 0,0 1 0,-1 0 0,1 0-1,-1 0 1,0 0 0,-4-8 0,5 12-40,0-1-1,0 1 1,0 0 0,0-1 0,0 1-1,0 0 1,0 0 0,0-1-1,0 1 1,0 0 0,-1 0-1,1 0 1,0 1 0,-1-1 0,1 0-1,-1 0 1,1 1 0,-1-1-1,0 1 1,1-1 0,-1 1-1,1 0 1,-1-1 0,0 1 0,1 0-1,-1 0 1,-3 1 0,4 0-176,0 0 0,-1 0 0,1 0 0,0 0 0,0 1 0,0-1 0,0 0 1,0 1-1,0-1 0,0 1 0,0-1 0,0 1 0,1-1 0,-1 1 0,1-1 0,-1 1 0,1 0 1,0-1-1,-1 1 0,1 0 0,0-1 0,0 3 0,-1 47-5267,1-43 3640,0 29-7594</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05.414"/>
    </inkml:context>
    <inkml:brush xml:id="br0">
      <inkml:brushProperty name="width" value="0.05" units="cm"/>
      <inkml:brushProperty name="height" value="0.05" units="cm"/>
      <inkml:brushProperty name="color" value="#E71224"/>
    </inkml:brush>
  </inkml:definitions>
  <inkml:trace contextRef="#ctx0" brushRef="#br0">1 1 14567,'0'0'10004,"4"105"-9812,-4-77-192,0-4 0,0-3-160,0-3-912,0-5-1153</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05.781"/>
    </inkml:context>
    <inkml:brush xml:id="br0">
      <inkml:brushProperty name="width" value="0.05" units="cm"/>
      <inkml:brushProperty name="height" value="0.05" units="cm"/>
      <inkml:brushProperty name="color" value="#E71224"/>
    </inkml:brush>
  </inkml:definitions>
  <inkml:trace contextRef="#ctx0" brushRef="#br0">15 2 17080,'0'0'7539,"-14"-2"-11060,28 26 15,3 2-6627</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06.114"/>
    </inkml:context>
    <inkml:brush xml:id="br0">
      <inkml:brushProperty name="width" value="0.05" units="cm"/>
      <inkml:brushProperty name="height" value="0.05" units="cm"/>
      <inkml:brushProperty name="color" value="#E71224"/>
    </inkml:brush>
  </inkml:definitions>
  <inkml:trace contextRef="#ctx0" brushRef="#br0">40 1 16440,'0'0'10191,"2"2"-9831,21 24-298,-1 2 0,0 1 0,-3 0-1,0 2 1,-2 0 0,-1 1 0,-2 0 0,-1 2 0,-2-1-1,-1 1 1,-1 1 0,-2 0 0,-2 0 0,-1 0 0,-2 1-1,-2 49 1,-2-72-357,1 0 1,-1-1-1,-1 1 0,-1-1 1,1 0-1,-2 0 0,0 0 1,0 0-1,-1-1 0,0 0 1,-1 0-1,0 0 0,-17 16 1,16-18-435,0-1 0,-1-1 0,0 1 1,-1-1-1,0-1 0,0 0 0,0 0 1,-1-1-1,-15 6 0,-37 4-7560</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07.059"/>
    </inkml:context>
    <inkml:brush xml:id="br0">
      <inkml:brushProperty name="width" value="0.05" units="cm"/>
      <inkml:brushProperty name="height" value="0.05" units="cm"/>
      <inkml:brushProperty name="color" value="#E71224"/>
    </inkml:brush>
  </inkml:definitions>
  <inkml:trace contextRef="#ctx0" brushRef="#br0">205 8 4626,'0'0'11373,"4"-7"-5253,-13 20-6078,-2 0 0,1-1 0,-15 13 0,13-14-16,0 1 0,1 1 0,-14 19 1,22-27-31,-1 0 0,1-1 0,0 1 0,1 0 0,-1 1 1,1-1-1,0 0 0,0 1 0,1-1 0,0 1 0,0 0 1,0-1-1,0 1 0,1 0 0,0 6 0,1-11 8,0 0-1,-1 0 0,1-1 1,0 1-1,0 0 0,0 0 1,0-1-1,0 1 0,0-1 1,0 1-1,0-1 0,0 1 1,0-1-1,0 0 1,0 0-1,0 1 0,0-1 1,0 0-1,0 0 0,0 0 1,1 0-1,30 1 76,-26-2-53,91 1 35,-97 3-72,-1-1 0,1 1 0,-1-1 0,0 0 0,0 0 0,0 1 0,0-1 0,0 0 0,-1 0 0,1 0-1,-1 0 1,-1 2 0,-41 42 47,1 2-1,-63 94 1,104-140-33,0 1 1,1 0-1,-1-1 0,1 1 1,0 0-1,0 0 1,0 0-1,0 0 0,1 0 1,-1 0-1,1 0 1,-1 4-1,2-5 1,-1 0 1,0-1 0,1 1-1,-1-1 1,1 1-1,-1-1 1,1 1 0,0-1-1,0 1 1,-1-1-1,1 1 1,0-1-1,0 0 1,0 0 0,1 1-1,-1-1 1,2 1-1,5 3 23,1 0 0,-1-1 0,1-1 0,0 1 0,1-1 1,15 2-1,-15-2-9,1 0 1,0 0-1,20 10 0,-28-11-24,0 1 0,0-1 0,0 1 0,-1 0 0,1 0-1,-1 0 1,0 0 0,1 1 0,-1-1 0,-1 1-1,1-1 1,0 1 0,-1-1 0,0 1 0,0 0-1,0 0 1,0 0 0,0 0 0,-1 0 0,0 0-1,0 0 1,0-1 0,0 1 0,-1 0 0,1 0-1,-1 0 1,-2 5 0,-1-3 119,0-1-1394</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07.901"/>
    </inkml:context>
    <inkml:brush xml:id="br0">
      <inkml:brushProperty name="width" value="0.05" units="cm"/>
      <inkml:brushProperty name="height" value="0.05" units="cm"/>
      <inkml:brushProperty name="color" value="#E71224"/>
    </inkml:brush>
  </inkml:definitions>
  <inkml:trace contextRef="#ctx0" brushRef="#br0">0 7 2673,'0'0'18558,"14"-2"-18230,43-2-141,-54 4-170,0 1 0,-1-1-1,1 1 1,0-1 0,0 1 0,-1 0 0,1 0-1,0 1 1,-1-1 0,1 0 0,-1 1 0,0 0-1,1-1 1,-1 1 0,0 0 0,0 0 0,0 0 0,0 0-1,0 1 1,-1-1 0,1 0 0,-1 1 0,1 0-1,-1-1 1,0 1 0,0-1 0,0 1 0,-1 0-1,1 0 1,0 0 0,-1-1 0,0 6 0,1 1 51,0 0 0,-1-1-1,0 1 1,0 0 0,-1 0 0,0-1 0,-1 1 0,-5 16 0,3-17 35,0-1 0,-1 0 1,0 0-1,0 0 0,-11 10 0,-18 27 836,33-44-926,1 1 1,0-1-1,0 0 0,-1 0 1,1 1-1,0-1 0,0 0 1,0 1-1,0-1 0,-1 0 1,1 1-1,0-1 1,0 0-1,0 1 0,0-1 1,0 0-1,0 1 0,0-1 1,0 1-1,0-1 0,0 0 1,0 1-1,0-1 1,0 0-1,0 1 0,1-1 1,-1 0-1,0 1 0,0-1 1,0 0-1,0 1 0,1-1 1,-1 0-1,0 0 1,0 1-1,1-1 0,-1 0 1,0 0-1,0 1 0,1-1 1,-1 0-1,0 0 0,1 0 1,-1 1-1,0-1 0,1 0 1,-1 0-1,22 1 104,-14-1-13,91-5 373,119-21 1,-187 22-548,55-3-1021,-29 6-3530,-36 1-1541</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11.785"/>
    </inkml:context>
    <inkml:brush xml:id="br0">
      <inkml:brushProperty name="width" value="0.05" units="cm"/>
      <inkml:brushProperty name="height" value="0.05" units="cm"/>
      <inkml:brushProperty name="color" value="#E71224"/>
    </inkml:brush>
  </inkml:definitions>
  <inkml:trace contextRef="#ctx0" brushRef="#br0">295 22 14727,'0'0'8977,"-1"-7"-8598,-2-7-379,6 13 55,14 26 180,31 65 425,-40-73-516,18 31-46,-2 1 0,-2 1-1,-3 1 1,-2 1 0,13 64 0,-34-131-100,0 1 1,-1-1 0,0 1-1,-2 0 1,1 1-1,-18-25 1,10 17 1,-1 1 1,-1 0-1,-30-28 1,43 44-2,-1 1-1,0 0 1,0 0 0,0 0 0,0 1 0,0 0-1,0-1 1,-1 2 0,1-1 0,-1 0 0,1 1 0,-1 0-1,0 0 1,1 0 0,-1 0 0,0 1 0,0 0-1,-7 1 1,5 0-3,-1 1-1,1 0 1,0 0-1,0 1 1,0 0-1,1 1 1,-1-1-1,1 1 1,-1 0-1,-9 10 1,-7 8-11,1 1 1,1 2 0,1 0-1,-23 37 1,36-51-4,1-3-106,0-1 0,1 1-1,0 1 1,1-1 0,0 1 0,0 0 0,0 0 0,1 0 0,-3 18-1,16-28-3137,2-4 1836,-1 0 1,1 0 0,20-15-1,12-10-5462</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12.476"/>
    </inkml:context>
    <inkml:brush xml:id="br0">
      <inkml:brushProperty name="width" value="0.05" units="cm"/>
      <inkml:brushProperty name="height" value="0.05" units="cm"/>
      <inkml:brushProperty name="color" value="#E71224"/>
    </inkml:brush>
  </inkml:definitions>
  <inkml:trace contextRef="#ctx0" brushRef="#br0">182 48 11605,'0'0'10853,"-7"-10"-10050,4 6-685,-18-23 68,20 26-185,0 1-1,0-1 0,1 1 1,-1-1-1,0 1 0,0-1 1,0 1-1,0-1 0,0 1 1,0 0-1,0 0 1,0-1-1,1 1 0,-1 0 1,0 0-1,0 0 0,0 0 1,0 0-1,0 0 0,0 0 1,0 1-1,0-1 0,0 0 1,0 0-1,0 1 1,0-1-1,0 0 0,0 1 1,1-1-1,-1 1 0,0 0 1,0-1-1,1 1 0,-1-1 1,0 1-1,1 0 0,-2 1 1,-10 13 62,0 1 1,0 1-1,2 0 1,0 1-1,1 0 1,1 0-1,0 1 1,2 0-1,0 0 1,1 0-1,-4 37 1,1 19 444,6 138 0,4-147-437,-2-35-48,2-1 1,10 48-1,-10-66-30,2 1 1,-1 0-1,2-1 0,-1 0 1,2 0-1,0 0 1,0-1-1,14 19 0,-17-27-241,1 1-1,-1-1 0,1 0 0,0 0 1,0 0-1,0-1 0,0 1 1,0-1-1,1 0 0,-1 0 0,1-1 1,0 1-1,-1-1 0,1 0 1,0 0-1,0-1 0,-1 1 0,1-1 1,0 0-1,0 0 0,7-2 0,18-4-3982</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12.965"/>
    </inkml:context>
    <inkml:brush xml:id="br0">
      <inkml:brushProperty name="width" value="0.05" units="cm"/>
      <inkml:brushProperty name="height" value="0.05" units="cm"/>
      <inkml:brushProperty name="color" value="#E71224"/>
    </inkml:brush>
  </inkml:definitions>
  <inkml:trace contextRef="#ctx0" brushRef="#br0">6 86 15847,'0'0'7134,"0"17"-6920,-2 31-34,-1 11-65,8 106 0,-5-162-116,0 0-1,1-1 0,-1 1 0,1 0 0,0 0 0,0-1 0,0 1 1,0-1-1,0 1 0,1-1 0,-1 1 0,1-1 0,0 0 0,-1 0 0,4 3 1,-4-4-3,1 0 1,-1 0 0,1 0-1,0 0 1,-1-1 0,1 1-1,0-1 1,-1 1 0,1-1-1,0 1 1,0-1 0,-1 0-1,1 0 1,0 0 0,0 0 0,-1 0-1,1-1 1,2 1 0,2-2 3,0-1 0,0 1-1,0-1 1,0 0 0,-1 0 0,0-1 0,1 1 0,-1-1 0,-1 0 0,1-1 0,7-7 0,6-13 79,0-1 0,-2 0 0,-1-2 0,-1 1 0,11-31 0,-8 18 917,-17 47-944,1 1 0,-1 0 0,1 0 0,1-1 0,-1 1 0,1-1 0,1 1 0,-1-1 0,8 14 0,-8-17-81,1 0 0,-1 0 0,1-1-1,0 1 1,0 0 0,1-1 0,-1 0 0,1 0-1,-1 0 1,1 0 0,0-1 0,0 1-1,1-1 1,-1 0 0,0 0 0,1 0 0,-1-1-1,9 2 1,-10-2 24,0-1 1,0 0-1,0 0 0,0 0 0,0 0 0,0 0 1,0-1-1,0 1 0,0-1 0,0 0 0,0 0 1,0 0-1,0 0 0,0-1 0,-1 1 0,1-1 1,0 0-1,-1 1 0,1-1 0,-1 0 0,0-1 1,0 1-1,0 0 0,0-1 0,0 1 1,0-1-1,-1 1 0,1-1 0,1-3 0,1-5 76,1-1-1,-2 0 0,0 0 0,0 0 1,-1 0-1,0 0 0,-1-1 0,-1-15 1,0 20-59,-1-1-1,1 1 1,-1 0 0,-1 0 0,0 1 0,0-1-1,0 0 1,-1 0 0,0 1 0,-1 0 0,1 0-1,-1 0 1,-7-10 0,10 17-87,1-1-1,0 1 1,-1 0 0,1-1-1,0 1 1,-1-1-1,1 1 1,0 0 0,-1-1-1,1 1 1,-1 0 0,1-1-1,0 1 1,-1 0-1,1-1 1,-1 1 0,1 0-1,-1 0 1,1 0 0,-1 0-1,1-1 1,-1 1 0,0 0-1,1 0 1,-1 0-1,1 0 1,-1 0 0,1 0-1,-1 0 1,1 1 0,-2-1-1,-5 16-2393,4 30-4378,3-43 5510,0 24-7533</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13.330"/>
    </inkml:context>
    <inkml:brush xml:id="br0">
      <inkml:brushProperty name="width" value="0.05" units="cm"/>
      <inkml:brushProperty name="height" value="0.05" units="cm"/>
      <inkml:brushProperty name="color" value="#E71224"/>
    </inkml:brush>
  </inkml:definitions>
  <inkml:trace contextRef="#ctx0" brushRef="#br0">1 0 13078,'0'0'11525,"6"84"-11173,-4-55-208,-2 1-144,0-1-16,0-1-976,0-2-1121,0-7-1168</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13.748"/>
    </inkml:context>
    <inkml:brush xml:id="br0">
      <inkml:brushProperty name="width" value="0.05" units="cm"/>
      <inkml:brushProperty name="height" value="0.05" units="cm"/>
      <inkml:brushProperty name="color" value="#E71224"/>
    </inkml:brush>
  </inkml:definitions>
  <inkml:trace contextRef="#ctx0" brushRef="#br0">37 37 12678,'0'0'7449,"-2"-4"-7383,-1-2-70,3 6 4,0 0-1,0 0 0,0 0 1,0 0-1,-1 0 0,1 1 1,0-1-1,0 0 1,0 0-1,0 0 0,0 0 1,0 0-1,-1 0 0,1 0 1,0 0-1,0 1 1,0-1-1,0 0 0,-1 0 1,1 0-1,0 0 0,0 0 1,0 0-1,0 0 0,-1 0 1,1 0-1,0 0 1,0 0-1,0 0 0,0 0 1,-1 0-1,1 0 0,0 0 1,0 0-1,0-1 0,0 1 1,-1 0-1,1 0 1,0 0-1,0 0 0,0 0 1,0 0-1,0 0 0,0 0 1,-1-1-1,1 1 0,0 0 1,0 0-1,0 0 1,0 0-1,0 0 0,0-1 1,0 1-1,0 0 0,0 0 1,0 0-1,0 0 0,0-1 1,-1 1-1,1 0 1,0 0 108,-1 1 1,1-1 0,-1 0 0,0 0 0,1 1 0,-1-1 0,1 0 0,-1 0 0,0 0-1,1 1 1,-1-1 0,0 0 0,1 0 0,-1 0 0,0 0 0,0 0 0,1-1-1,-1 1 1,0 0 0,1 0 0,-1 0 0,1 0 0,-1-1 0,0 1 0,1 0 0,-1-1-1,0 0 1,1 1-61,-1 0-1,1 0 1,0 0-1,-1 0 0,1 0 1,0-1-1,-1 1 1,1 0-1,0 0 1,0 0-1,-1-1 1,1 1-1,0 0 0,0 0 1,0-1-1,-1 1 1,1 0-1,0-1 1,0 1-1,0 0 1,0-1-1,0 1 0,-1 0 1,1-1-1,0 1 1,0 0-1,0-1 1,0 1-1,0 0 0,0-1 1,0 1-1,0 0 1,0-1-1,1 1 1,-1 0-1,0-1 1,0 1-1,0 0 0,0-1 1,0 1-1,0 0 1,1-1-1,-1 1 1,0 0-1,0 0 1,1-1-1,-1 1 0,0 0 1,0 0-1,1 0 1,-1-1-1,0 1 1,0 0-1,1 0 0,-1 0 1,0 0-1,1-1 1,-1 1-1,0 0 1,1 0-1,-1 0 1,1 0-1,4-2-60,1 1-1,0-1 1,-1 1 0,1 0 0,0 0-1,-1 1 1,1 0 0,0 0 0,8 1-1,-12-1 7,1 0-1,-1 0 0,0 0 0,1 1 1,-1-1-1,1 1 0,-1 0 1,0-1-1,1 1 0,-1 0 1,0 0-1,0 1 0,0-1 1,0 0-1,0 1 0,0-1 0,0 1 1,0 0-1,0-1 0,-1 1 1,1 0-1,-1 0 0,3 4 1,-3-3-17,0 1 0,-1 0 0,1-1 0,-1 1 0,1 0 1,-1 0-1,0 0 0,-1 0 0,1-1 0,0 1 0,-1 0 1,0 0-1,0-1 0,0 1 0,-1-1 0,1 1 0,-1-1 1,0 1-1,0-1 0,0 0 0,0 0 0,0 0 0,-1 0 1,-3 3-1,-19 29-5,56-32-224,-11-4 193,-1-1 1,1 0 0,32-9-1,21-10-2959,-49 13 775,6-1-3194</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14.080"/>
    </inkml:context>
    <inkml:brush xml:id="br0">
      <inkml:brushProperty name="width" value="0.05" units="cm"/>
      <inkml:brushProperty name="height" value="0.05" units="cm"/>
      <inkml:brushProperty name="color" value="#E71224"/>
    </inkml:brush>
  </inkml:definitions>
  <inkml:trace contextRef="#ctx0" brushRef="#br0">1 66 17704,'0'0'8420,"45"-6"-8260,2 4 96,5-3-208,-3-1 144,1-3-192,-9 0-448,-10 1-929,-11 1-1008,-9 1-592,-11-1-833</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14.458"/>
    </inkml:context>
    <inkml:brush xml:id="br0">
      <inkml:brushProperty name="width" value="0.05" units="cm"/>
      <inkml:brushProperty name="height" value="0.05" units="cm"/>
      <inkml:brushProperty name="color" value="#E71224"/>
    </inkml:brush>
  </inkml:definitions>
  <inkml:trace contextRef="#ctx0" brushRef="#br0">42 38 7812,'0'0'17544,"-41"-38"-17384,41 61-112,0 8-48,0 6 48,0 6 112,0-1-160,2 7-416,4-3-1505,2-5-1281,9-14-2144</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14.831"/>
    </inkml:context>
    <inkml:brush xml:id="br0">
      <inkml:brushProperty name="width" value="0.05" units="cm"/>
      <inkml:brushProperty name="height" value="0.05" units="cm"/>
      <inkml:brushProperty name="color" value="#E71224"/>
    </inkml:brush>
  </inkml:definitions>
  <inkml:trace contextRef="#ctx0" brushRef="#br0">4 25 15511,'0'0'8732,"0"12"-8649,-2 28-35,1-4-40,0 0 0,6 39 0,-5-74-20,0 0 1,1 0 0,-1 1-1,1-1 1,-1 0-1,1 0 1,-1 0 0,1 0-1,0 0 1,0 0 0,-1 0-1,1 0 1,0 0-1,0 0 1,0 0 0,0 0-1,0-1 1,0 1-1,0 0 1,1-1 0,-1 1-1,0-1 1,0 1-1,0-1 1,1 0 0,-1 1-1,0-1 1,0 0 0,1 0-1,-1 0 1,0 0-1,0 0 1,1 0 0,-1 0-1,0 0 1,0-1-1,1 1 1,-1 0 0,0-1-1,0 1 1,0-1-1,2 0 1,4-2 10,0 1 0,0-1 0,-1-1 0,1 1 0,-1-1 1,6-5-1,8-7 18,-9 8 9,1-1 0,-2-1 0,1 0 0,-1 0 0,-1-1 1,9-13-1,-17 21 64,0 8-125,-1 0-1,0 0 0,1 0 1,0 0-1,0 0 0,1 0 1,-1 0-1,1 0 0,4 8 1,-4-11-5,-1 0 1,0 0-1,0 0 1,1-1 0,-1 1-1,1 0 1,0 0 0,0-1-1,-1 1 1,1-1 0,0 0-1,0 1 1,0-1 0,0 0-1,1 0 1,-1 0 0,0-1-1,0 1 1,0 0 0,1-1-1,-1 0 1,4 1 0,-3-2 56,-1 0 1,0 0 0,0 0 0,0 0 0,0 0-1,0 0 1,0-1 0,0 1 0,0 0 0,-1-1-1,1 0 1,0 1 0,-1-1 0,1 0 0,-1 0-1,0 0 1,0 0 0,0 0 0,0 0 0,0-1-1,0 1 1,0 0 0,-1 0 0,1-3 0,3-6 171,-1 1 1,-1-1-1,0 0 1,0-12-1,-1 11-20,0-33 275,0 43-458,-1 1-1,0-1 0,-1 0 0,1 1 0,0-1 0,0 0 1,-1 1-1,1-1 0,0 1 0,-1-1 0,0 1 0,1-1 0,-1 1 1,0-1-1,0 1 0,0 0 0,0 0 0,0-1 0,0 1 0,-2-2 1,1 3-182</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15.213"/>
    </inkml:context>
    <inkml:brush xml:id="br0">
      <inkml:brushProperty name="width" value="0.05" units="cm"/>
      <inkml:brushProperty name="height" value="0.05" units="cm"/>
      <inkml:brushProperty name="color" value="#E71224"/>
    </inkml:brush>
  </inkml:definitions>
  <inkml:trace contextRef="#ctx0" brushRef="#br0">23 1 4498,'0'0'15799,"11"9"-15351,33 30-282,-42-37-159,-1-1 1,0 1 0,0 0-1,1 0 1,-1-1-1,-1 1 1,1 0-1,0 0 1,0 0 0,-1 0-1,1 0 1,-1 0-1,1 0 1,-1 0-1,0 0 1,0 0 0,0 0-1,0 0 1,0 1-1,-1-1 1,1 0-1,0 0 1,-1 0 0,0 0-1,1 0 1,-1-1-1,-1 3 1,-2 3 38,0-1 1,-1 1 0,0-1-1,0 0 1,-7 6-1,5-4 50,-4 3 34,8-8-104,0-1 0,1 0 1,-1 1-1,1-1 1,-1 1-1,1 0 0,0 0 1,0 0-1,1 0 0,-1 0 1,0 0-1,1 0 1,0 1-1,-1 3 0,26-4 641,-9-5-527,-1 1-1,0-2 1,0 0-1,0 0 1,-1-2-1,1 1 1,-1-2 0,0 0-1,18-11 1,-14 7-806,0-1 0,20-18 1,-27 20-1378,1-1 1,-1-1-1,13-17 0,-6 0-11875</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15.563"/>
    </inkml:context>
    <inkml:brush xml:id="br0">
      <inkml:brushProperty name="width" value="0.05" units="cm"/>
      <inkml:brushProperty name="height" value="0.05" units="cm"/>
      <inkml:brushProperty name="color" value="#E71224"/>
    </inkml:brush>
  </inkml:definitions>
  <inkml:trace contextRef="#ctx0" brushRef="#br0">0 149 16023,'0'0'6494,"17"0"-6219,53 2-80,-68-2-193,-1 0 0,1 1 0,-1-1 1,0 1-1,1-1 0,-1 1 0,0 0 1,0-1-1,1 1 0,-1 0 0,0 0 1,0 0-1,0 0 0,0 0 1,0 0-1,0 0 0,0 0 0,0 0 1,-1 0-1,1 1 0,0-1 0,-1 0 1,1 1-1,-1-1 0,1 0 0,-1 1 1,0-1-1,1 1 0,-1-1 1,0 0-1,0 1 0,0-1 0,0 1 1,0-1-1,0 1 0,-1-1 0,0 3 1,0 1-1,0 0 0,0 0 0,-1 1 1,1-1-1,-2 0 0,1-1 0,-4 8 1,-12 6 26,14-16-28,1 0 0,0 1 0,1-1 1,-1 1-1,0 0 0,1 0 0,0 0 1,-1 0-1,1 0 0,0 0 0,1 1 1,-4 5-1,50-8 234,-30-3-256,0 0 0,0 0 0,-1-2 0,1 1 0,-1-2 0,27-12 0,12-8-2737,-29 14-25,1-2-3887</inkml:trace>
  <inkml:trace contextRef="#ctx0" brushRef="#br0" timeOffset="1">398 1 18200,'0'0'8575,"2"0"-8348,1 1-201,-1 0 1,0 0 0,0 0-1,0 0 1,-1 0 0,1 0-1,0 1 1,0-1 0,-1 1-1,1-1 1,0 1 0,-1 0-1,0 0 1,1-1 0,-1 1-1,0 0 1,2 4 0,20 47 302,-16-36-253,8 19 18,-1 1 0,-2 0-1,-2 1 1,10 65 0,-18-87-157,-1 0 0,0-1 0,-1 1-1,-1 0 1,0-1 0,-1 1 0,-1-1 0,-1 1 0,0-1 0,0 0 0,-2 0 0,0-1 0,0 1 0,-14 20 0,2-10-890,-2-1 1,0 0-1,-28 23 1,-38 21-4669,-4-11-4338</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36.423"/>
    </inkml:context>
    <inkml:brush xml:id="br0">
      <inkml:brushProperty name="width" value="0.05" units="cm"/>
      <inkml:brushProperty name="height" value="0.05" units="cm"/>
      <inkml:brushProperty name="color" value="#E71224"/>
    </inkml:brush>
  </inkml:definitions>
  <inkml:trace contextRef="#ctx0" brushRef="#br0">168 0 12102,'0'0'4372,"-21"4"-3014,-9 1-887,-64 14 1168,72-8-356,22-11-1261,0 1-1,0-1 0,0 1 1,0-1-1,1 0 0,-1 1 1,0-1-1,0 1 1,1-1-1,-1 0 0,0 1 1,1-1-1,-1 0 0,0 1 1,1-1-1,-1 0 0,0 0 1,1 1-1,-1-1 0,0 0 1,1 0-1,-1 0 0,1 1 1,-1-1-1,1 0 0,-1 0 1,1 0-1,-1 0 0,1 0 1,49 8 448,286-7 779,-141-5-8357,-181 4 1676</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36.881"/>
    </inkml:context>
    <inkml:brush xml:id="br0">
      <inkml:brushProperty name="width" value="0.05" units="cm"/>
      <inkml:brushProperty name="height" value="0.05" units="cm"/>
      <inkml:brushProperty name="color" value="#E71224"/>
    </inkml:brush>
  </inkml:definitions>
  <inkml:trace contextRef="#ctx0" brushRef="#br0">6 1 12870,'0'0'9319,"-4"0"-8612,2 1-567,14 0 5,39 0 127,69 1 14,117-2-1994,-230 2 1389</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48.719"/>
    </inkml:context>
    <inkml:brush xml:id="br0">
      <inkml:brushProperty name="width" value="0.05" units="cm"/>
      <inkml:brushProperty name="height" value="0.05" units="cm"/>
      <inkml:brushProperty name="color" value="#E71224"/>
    </inkml:brush>
  </inkml:definitions>
  <inkml:trace contextRef="#ctx0" brushRef="#br0">1 86 9877,'0'0'9033,"2"41"-7053,9 29-1168,-9-47-652,2 0-1,11 40 1,-13-61-146,-1 1 0,1-1 0,-1 0 0,1 1 0,0-1 0,0 0 0,0 0 0,0 0 0,0 0 1,0-1-1,1 1 0,-1 0 0,1-1 0,-1 0 0,1 1 0,-1-1 0,1 0 0,0-1 0,0 1 0,-1 0 0,1-1 0,0 1 0,5-1 1,12 1 106,-1 0 0,30-4 0,-22 1-16,244-19 220,-80 4-208,735-1 57,-650 35-251,471 9 103,-736-26-24,-1-1 0,0 0 0,1-1 1,-1 0-1,0 0 0,0-1 0,-1 0 0,1-1 0,0 0 0,9-7 0,-14 8 66,-1 0 0,1 0 0,-1-1 1,0 1-1,-1-1 0,1 0 0,0 0 0,-1 0 0,0-1 0,0 1 0,0-1 0,-1 1 0,0-1 0,0 0 0,0 0 0,0 0 0,-1-1 1,0 1-1,0 0 0,0 0 0,0-6 0,0-18 578,1 14-475,-1 1-1,0-1 0,-2 0 1,0 1-1,0-1 0,-1 1 0,-6-22 1,7 35-312,0-1 0,1 1 0,-1 0 1,0 0-1,1 0 0,-1 0 0,0 0 1,0 0-1,0 0 0,0 0 0,0 1 0,0-1 1,0 0-1,0 0 0,-1 1 0,0-1 1,-12-6-3820</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6:58.942"/>
    </inkml:context>
    <inkml:brush xml:id="br0">
      <inkml:brushProperty name="width" value="0.05" units="cm"/>
      <inkml:brushProperty name="height" value="0.05" units="cm"/>
      <inkml:brushProperty name="color" value="#E71224"/>
    </inkml:brush>
  </inkml:definitions>
  <inkml:trace contextRef="#ctx0" brushRef="#br0">82 0 8948,'0'0'11371,"-39"0"-8002,0 7-1951,35-3-375,26-2-753,95 1-52,-50 0-760,1-4 1,71-8 0,-155 9-4951,-2-2 2561,-32 2-8905</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7:09.018"/>
    </inkml:context>
    <inkml:brush xml:id="br0">
      <inkml:brushProperty name="width" value="0.05" units="cm"/>
      <inkml:brushProperty name="height" value="0.05" units="cm"/>
      <inkml:brushProperty name="color" value="#E71224"/>
    </inkml:brush>
  </inkml:definitions>
  <inkml:trace contextRef="#ctx0" brushRef="#br0">129 32 3858,'0'0'16186,"-19"-3"-14986,-8-1-620,-16-2-169,4 4 4884,356-9-4970,-197 6-253,-109 4-2072,-16 1 477,-65 4-2973,19 2 515</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7:30.240"/>
    </inkml:context>
    <inkml:brush xml:id="br0">
      <inkml:brushProperty name="width" value="0.05" units="cm"/>
      <inkml:brushProperty name="height" value="0.05" units="cm"/>
      <inkml:brushProperty name="color" value="#E71224"/>
    </inkml:brush>
  </inkml:definitions>
  <inkml:trace contextRef="#ctx0" brushRef="#br0">21 68 16696,'0'0'7961,"-6"4"-7276,-8 6-293,13-3-51,29-3 178,62-13-202,215-54-1819,-233 47-2382,-59 12-377</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7:31.336"/>
    </inkml:context>
    <inkml:brush xml:id="br0">
      <inkml:brushProperty name="width" value="0.05" units="cm"/>
      <inkml:brushProperty name="height" value="0.05" units="cm"/>
      <inkml:brushProperty name="color" value="#E71224"/>
    </inkml:brush>
  </inkml:definitions>
  <inkml:trace contextRef="#ctx0" brushRef="#br0">1 0 13062,'0'0'8084,"41"0"-7108,-2 0-304,4 0-223,7 0-273,-1 0-144,-1 0-32,-5 0 16,-4 0-16,-6 0-496,-4 0-929,-2 6-880,-9-2-2321</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7:57.295"/>
    </inkml:context>
    <inkml:brush xml:id="br0">
      <inkml:brushProperty name="width" value="0.05" units="cm"/>
      <inkml:brushProperty name="height" value="0.05" units="cm"/>
      <inkml:brushProperty name="color" value="#E71224"/>
    </inkml:brush>
  </inkml:definitions>
  <inkml:trace contextRef="#ctx0" brushRef="#br0">2 6 3666,'-2'0'13747,"18"-4"-13419,-9 2-4508</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7:59.243"/>
    </inkml:context>
    <inkml:brush xml:id="br0">
      <inkml:brushProperty name="width" value="0.05" units="cm"/>
      <inkml:brushProperty name="height" value="0.05" units="cm"/>
      <inkml:brushProperty name="color" value="#E71224"/>
    </inkml:brush>
  </inkml:definitions>
  <inkml:trace contextRef="#ctx0" brushRef="#br0">51 120 13958,'0'0'2847,"0"-17"-331,0-52-393,0 67-1888,0-1-1,0 1 0,0 0 1,0-1-1,0 1 0,0-1 0,-1 1 1,1-1-1,-1 1 0,0 0 0,0 0 1,-1-4-1,1 6-183,0 1 0,1-1 0,-1 0 0,1 1 0,-1-1-1,0 1 1,1-1 0,-1 0 0,1 1 0,-1-1 0,1 1 0,-1 0 0,1-1 0,0 1 0,-1-1 0,1 1-1,0 0 1,-1-1 0,1 1 0,0 0 0,0-1 0,0 1 0,-1 0 0,1-1 0,0 1 0,0 0 0,0 0-1,0-1 1,0 2 0,-12 66 441,2-1-1,-1 102 1,15 141 37,-3-288-522,0 1-1,2-1 1,0 1 0,2-1 0,1 0 0,0 0-1,10 21 1,-13-37-174,0 1 0,0-1 0,1 0 0,0 1 0,0-2 0,0 1 0,1 0 0,0-1-1,0 0 1,0 0 0,1-1 0,0 1 0,-1-1 0,2 0 0,-1-1 0,0 0 0,1 0 0,-1 0 0,1 0-1,0-1 1,0 0 0,0-1 0,0 0 0,0 0 0,12 0 0,-12-1-436,1 0 1,0 0-1,0-1 1,0 0-1,-1-1 1,1 0-1,-1 0 1,1-1-1,-1 1 1,0-2-1,8-4 1,32-26-8007</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7:59.603"/>
    </inkml:context>
    <inkml:brush xml:id="br0">
      <inkml:brushProperty name="width" value="0.05" units="cm"/>
      <inkml:brushProperty name="height" value="0.05" units="cm"/>
      <inkml:brushProperty name="color" value="#E71224"/>
    </inkml:brush>
  </inkml:definitions>
  <inkml:trace contextRef="#ctx0" brushRef="#br0">0 132 14791,'0'0'9281,"18"-3"-9209,99-10 104,-50 7-214,1-3 0,96-25 0,-123 10-562,-40 24 593,-1 0-1,1-1 1,0 1-1,-1 0 1,1-1-1,-1 1 1,1-1-1,0 1 0,-1-1 1,1 1-1,-1-1 1,1 1-1,-1-1 1,1 1-1,-1-1 1,0 0-1,1 1 1,-1-1-1,0 0 1,0 1-1,1-1 1,-1 0-1,0 1 1,0-1-1,0 0 1,0 0-1,0 1 1,0-1-1,0 0 1,0 1-1,0-1 1,0 0-1,0 0 1,0 1-1,0-1 1,-1 0-1,1 1 0,0-1 1,-1 0-1,1 1 1,0-1-1,-1 0 1,1 1-1,-1-1 1,1 1-1,-1-1 1,1 1-1,-1-1 1,1 1-1,-1-1 1,0 1-1,1-1 1,-1 1-1,1 0 1,-1 0-1,0-1 1,0 1-1,0 0 1,-11-3 83,-1 0 1,1 1 0,0 1-1,0 0 1,-1 1 0,1 0 0,-13 2-1,23-1-61,-1-1-1,1 1 1,0 0 0,0 0-1,0 0 1,0 0 0,0 0-1,0 0 1,0 1-1,1-1 1,-1 0 0,0 1-1,1 0 1,-1-1-1,1 1 1,-1 0 0,1 0-1,0 0 1,0 0-1,0 0 1,0 0 0,0 0-1,0 0 1,1 0 0,-1 0-1,1 1 1,-1-1-1,1 2 1,-2 11 41,0 0 1,0 29-1,2-38-30,1 32-84,1 1 1,13 69-1,1-48-2645,8-3-3713,-14-39-475</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7:59.958"/>
    </inkml:context>
    <inkml:brush xml:id="br0">
      <inkml:brushProperty name="width" value="0.05" units="cm"/>
      <inkml:brushProperty name="height" value="0.05" units="cm"/>
      <inkml:brushProperty name="color" value="#E71224"/>
    </inkml:brush>
  </inkml:definitions>
  <inkml:trace contextRef="#ctx0" brushRef="#br0">1 115 11509,'0'0'6489,"18"-8"-5270,-8 4-1071,0-1-82,1 0 1,-1 1 0,1 0-1,0 0 1,0 2-1,0-1 1,1 1 0,-1 1-1,1 0 1,-1 1-1,0 0 1,13 1 0,-19 2-72,0-1 1,0 0 0,-1 1-1,1 0 1,-1 0 0,0 1-1,0-1 1,0 1 0,-1 0 0,1 0-1,-1 0 1,0 0 0,0 0-1,0 1 1,0 0 0,-1-1-1,0 1 1,0 0 0,0 0 0,-1 0-1,2 7 1,-3-8 2,1 0 0,0 0 0,-1 1 0,1-1 0,-1 0 0,-1 1 1,1-1-1,0 0 0,-1 0 0,0 1 0,-3 7 0,3-10 7,0 0 0,0 1 0,0-1 0,-1 0 0,1 0 1,-1 0-1,0 0 0,0 0 0,0 0 0,1-1 0,-2 1 0,1-1 0,0 1 0,0-1 0,0 0 0,-1 0 1,1 1-1,0-2 0,-1 1 0,-4 1 0,6-2 32,0 0 0,1 1 0,-1-1-1,0 0 1,0 0 0,0 0 0,0 0 0,0 0 0,0 0 0,0 0 0,1-1-1,-1 1 1,0 0 0,0 0 0,0-1 0,0 1 0,0-1 0,1 1 0,-1 0 0,0-1-1,0 1 1,1-1 0,-1 0 0,0 1 0,1-1 0,-1 0 0,0 0 0,-8-29 810,9 21-623,0-1-1,0 1 1,1-1 0,4-18 0,-1 19-212,-1-1 1,2 1 0,-1 1-1,1-1 1,0 1 0,1-1-1,0 2 1,0-1 0,0 1-1,1 0 1,0 0 0,1 0-1,0 1 1,0 1 0,0-1-1,0 1 1,1 0 0,0 1-1,0 0 1,0 1 0,1 0-1,-1 0 1,14-2 0,-9 4-900,-1 1 0,0 0 0,0 1-1,0 0 1,0 1 0,0 0 0,17 5 0,13 12-5791</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8:00.655"/>
    </inkml:context>
    <inkml:brush xml:id="br0">
      <inkml:brushProperty name="width" value="0.05" units="cm"/>
      <inkml:brushProperty name="height" value="0.05" units="cm"/>
      <inkml:brushProperty name="color" value="#E71224"/>
    </inkml:brush>
  </inkml:definitions>
  <inkml:trace contextRef="#ctx0" brushRef="#br0">178 48 13030,'0'0'10189,"-13"-10"-9792,6 4-348,-33-21 93,38 26-137,0 0 0,1 1-1,-1-1 1,0 1 0,0-1 0,0 1 0,0 0-1,0 0 1,0 0 0,0 0 0,1 0 0,-1 0-1,0 0 1,0 1 0,0-1 0,0 1-1,0-1 1,0 1 0,1 0 0,-1-1 0,0 1-1,1 0 1,-1 0 0,0 0 0,1 1 0,-2 0-1,-4 5-27,1 0 0,0 0 0,0 1 0,0 0 0,1 0 0,0 0-1,1 1 1,0-1 0,0 1 0,1 0 0,0 0 0,1 0 0,0 1 0,0-1-1,1 1 1,0-1 0,1 17 0,0-25 0,0 0-1,0 0 1,0 0-1,0 0 0,0-1 1,0 1-1,0 0 1,0 0-1,1 0 1,-1 0-1,0-1 1,1 1-1,-1 0 1,0 0-1,1-1 1,-1 1-1,1 0 1,-1-1-1,1 1 1,-1 0-1,1-1 1,0 1-1,-1-1 0,1 1 1,0-1-1,0 1 1,-1-1-1,1 0 1,0 1-1,1-1 1,1 1-9,0-1 0,0 0 0,-1 1 1,1-1-1,0 0 0,0-1 0,0 1 1,0-1-1,4 0 0,1-2 36,-1 1-1,1-1 1,-1 0 0,1-1-1,-1 0 1,8-5-1,9-15 106,-16 17 35,0-1-1,0 1 1,0 0 0,15-9-1,-23 16-137,1 0-1,-1 0 0,0 0 0,0 0 1,1 0-1,-1 0 0,0 0 1,1 0-1,-1 0 0,0 0 1,1 0-1,-1 0 0,0 0 0,0 0 1,1 0-1,-1 0 0,0 0 1,1 0-1,-1 1 0,0-1 0,0 0 1,1 0-1,-1 0 0,0 0 1,0 1-1,1-1 0,-1 0 0,0 0 1,0 0-1,0 1 0,1-1 1,-1 0-1,0 0 0,0 1 0,0-1 1,0 0-1,0 1 0,0-1 1,0 0-1,0 1 0,1-1 0,-1 1 1,3 16 136,-3-13-130,3 9-36,-2-2-73,1 0-1,0 0 1,1 0-1,0 0 1,9 17 0,-12-27 85,1 1 1,0 0 0,0-1 0,1 1 0,-1-1-1,0 1 1,0-1 0,1 1 0,-1-1 0,1 0-1,-1 0 1,1 0 0,0 0 0,-1 0 0,1 0 0,0 0-1,0-1 1,0 1 0,0 0 0,-1-1 0,1 0-1,0 1 1,0-1 0,0 0 0,0 0 0,0 0-1,0 0 1,0 0 0,0-1 0,0 1 0,0 0-1,-1-1 1,1 0 0,0 1 0,0-1 0,0 0-1,-1 0 1,1 0 0,0 0 0,2-2 0,28-20 53,-24 17 69,0 0 0,1 0-1,0 1 1,15-7 0,-21 11-94,0 0 1,0 0-1,0 1 0,1-1 1,-1 1-1,0 0 0,1-1 1,-1 1-1,0 1 0,1-1 1,-1 0-1,0 1 0,0 0 1,1 0-1,-1 0 0,0 0 1,0 0-1,5 3 0,4 1-14,0-1-1,0-1 1,1 0-1,-1 0 0,1-1 1,0-1-1,-1 0 0,1-1 1,0 0-1,0-1 1,22-4-1,37 0 95,-70 5-95,0 1 0,0-1 0,0 1 1,0-1-1,0 1 0,0 0 0,0 0 0,0 0 0,0 0 1,0 0-1,-1 0 0,1 1 0,1 0 0,-1 0 2,0 0-1,1-1 0,-1 1 1,0-1-1,0 1 0,1-1 1,-1 0-1,1 0 0,-1 0 1,1 0-1,0-1 1,-1 1-1,6 0 0,-1-2 19,0 0 1,0 0-1,0-1 0,-1 0 1,1 0-1,0 0 0,-1-1 0,11-6 1,-10 6 24,-1-1 0,1 1 1,1 0-1,-1 1 1,0 0-1,0 0 0,1 0 1,13-1-1,-5 3-209,-7 0 221,-1 0 0,1 0-1,0 1 1,-1 0 0,11 3 0,-15-3-429,-1 0 1,1 1 0,-1-1-1,0 1 1,1 0 0,-1 0-1,0 0 1,0 1 0,4 3-1,-1 0-2610</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8:01.025"/>
    </inkml:context>
    <inkml:brush xml:id="br0">
      <inkml:brushProperty name="width" value="0.05" units="cm"/>
      <inkml:brushProperty name="height" value="0.05" units="cm"/>
      <inkml:brushProperty name="color" value="#E71224"/>
    </inkml:brush>
  </inkml:definitions>
  <inkml:trace contextRef="#ctx0" brushRef="#br0">1 21 14038,'0'0'7188,"53"-20"-12055,-7 48-8723</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8:01.392"/>
    </inkml:context>
    <inkml:brush xml:id="br0">
      <inkml:brushProperty name="width" value="0.05" units="cm"/>
      <inkml:brushProperty name="height" value="0.05" units="cm"/>
      <inkml:brushProperty name="color" value="#E71224"/>
    </inkml:brush>
  </inkml:definitions>
  <inkml:trace contextRef="#ctx0" brushRef="#br0">19 73 16936,'0'0'9156,"-19"-73"-9156,27 97-1953,9 10-720,3 5-2049</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8:01.743"/>
    </inkml:context>
    <inkml:brush xml:id="br0">
      <inkml:brushProperty name="width" value="0.05" units="cm"/>
      <inkml:brushProperty name="height" value="0.05" units="cm"/>
      <inkml:brushProperty name="color" value="#E71224"/>
    </inkml:brush>
  </inkml:definitions>
  <inkml:trace contextRef="#ctx0" brushRef="#br0">149 170 16936,'0'0'2035,"4"-18"-60,-1 5-1509,3-9 624,-1 0 0,-1-1 0,2-41 0,-6 63-1050,-1 1 1,1-1 0,-1 0-1,0 1 1,1-1 0,-1 1-1,0-1 1,1 1 0,-1-1-1,0 1 1,0 0 0,0-1-1,1 1 1,-1 0-1,0 0 1,0-1 0,0 1-1,0 0 1,0 0 0,0 0-1,1 0 1,-1 0 0,0 0-1,0 0 1,0 1 0,0-1-1,-1 1 1,-28 4-115,21-1 72,0 1 0,0 0-1,1 0 1,0 1 0,0 0 0,0 0-1,1 1 1,-7 7 0,9-9-50,1-1-1,0 1 1,0 0 0,1 0 0,-1 0 0,1 1 0,0 0-1,1-1 1,-1 1 0,1 0 0,0 0 0,1 0 0,-1 0-1,0 7 1,3-13 54,-1 0 0,0 0 0,0 0 0,0 1-1,0-1 1,0 0 0,1 0 0,-1 0 0,0 0-1,0 0 1,0 0 0,0 0 0,1 1 0,-1-1-1,0 0 1,0 0 0,0 0 0,1 0 0,-1 0 0,0 0-1,0 0 1,0 0 0,1 0 0,-1 0 0,0 0-1,0 0 1,0 0 0,1 0 0,-1 0 0,0 0 0,0 0-1,0-1 1,1 1 0,-1 0 0,0 0 0,0 0-1,0 0 1,0 0 0,0 0 0,1-1 0,-1 1-1,0 0 1,0 0 0,0 0 0,0 0 0,0-1 0,0 1-1,1 0 1,-1 0 0,0 0 0,0 0 0,0-1-1,0 1 1,0 0 0,0 0 0,0 0 0,0-1-1,11-12-96,-10 13-3,1-7-213,-1 2-1395</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8:02.575"/>
    </inkml:context>
    <inkml:brush xml:id="br0">
      <inkml:brushProperty name="width" value="0.05" units="cm"/>
      <inkml:brushProperty name="height" value="0.05" units="cm"/>
      <inkml:brushProperty name="color" value="#E71224"/>
    </inkml:brush>
  </inkml:definitions>
  <inkml:trace contextRef="#ctx0" brushRef="#br0">42 194 7139,'0'0'15290,"-8"-16"-13951,-22-51-613,29 65-703,1 0 0,-1 0 0,1 1 0,-1-1 0,1 0 0,0 0 0,-1 1 0,1-1 0,0 0 0,1 0 0,-1 1 0,0-1 0,0 0 0,1 0 0,-1 1 0,1-1 0,-1 0 0,1 0 0,0 1 0,0-1 0,-1 1 0,1-1 0,0 1 0,1-1 0,-1 1 0,2-2 0,1-1 31,0 1 1,1 0-1,0 0 1,-1 0-1,1 1 0,6-3 1,-2 1 37,4-2-47,0 0 0,1 1 1,-1 1-1,1 0 0,0 1 1,0 0-1,0 1 0,0 1 1,1 0-1,26 2 0,-36-1-59,0 1-1,0 0 0,0 0 1,-1 0-1,1 1 1,0-1-1,-1 1 0,1 0 1,-1 0-1,0 1 0,0 0 1,0-1-1,0 1 1,0 0-1,0 1 0,-1-1 1,0 1-1,1 0 0,-1-1 1,-1 1-1,1 1 1,0-1-1,-1 0 0,0 1 1,0-1-1,-1 1 0,1-1 1,-1 1-1,0 0 0,0 0 1,0 0-1,-1-1 1,0 1-1,0 9 0,0-5-166,1-7 111,-1 0 0,1 0 1,-1 1-1,0-1 0,0 0 0,0 0 1,0 0-1,0 1 0,-1-1 1,1 0-1,-1 0 0,1 0 0,-1 0 1,0 0-1,0 0 0,0 0 1,0 0-1,0 0 0,0 0 0,0 0 1,-3 1-1,2-23 11,2 14 75,1 1-1,0 0 0,1-1 1,-1 1-1,1 0 1,0 0-1,1 0 0,-1 0 1,1 0-1,0 1 0,0-1 1,0 1-1,1 0 1,-1 0-1,9-7 0,-9 8 34,0 0-1,1 0 1,0 0 0,0 0-1,0 0 1,0 1-1,0 0 1,1 0-1,-1 0 1,0 0-1,1 1 1,0 0-1,-1 0 1,1 0 0,0 0-1,-1 1 1,1-1-1,9 2 1,-10 2-82,0 0 0,0 0 0,0 0 1,0 0-1,0 1 0,-1 0 0,0-1 0,0 1 1,0 0-1,0 1 0,-1-1 0,1 0 0,-1 1 1,2 5-1,17 26-1183,-18-32 1046,0-1-1,0 1 0,0-1 1,1 0-1,-1 0 1,1 0-1,0-1 0,0 1 1,0-1-1,0 0 0,0 0 1,0 0-1,1-1 1,-1 1-1,0-1 0,1 0 1,-1 0-1,1-1 1,0 1-1,-1-1 0,1 0 1,-1 0-1,1-1 0,0 1 1,-1-1-1,1 0 1,-1 0-1,0-1 0,1 1 1,-1-1-1,0 0 0,0 0 1,0-1-1,0 1 1,5-5-1,-2 2 284,-1-1 0,0 0-1,1 0 1,-2 0 0,1-1 0,-1 0 0,0 0 0,5-9-1,-7 9 320,1 0 0,-1 0 0,-1-1 0,1 1 0,-1-1 0,0 1-1,-1-1 1,0 0 0,0-8 0,-1 15-386,-1 0-1,0 0 1,1 0 0,-1 1 0,0-1-1,1 0 1,-1 1 0,0-1 0,0 1-1,0-1 1,1 0 0,-1 1 0,0 0-1,0-1 1,0 1 0,0 0 0,0-1-1,0 1 1,0 0 0,0 0 0,0 0-1,0 0 1,0 0 0,0 0 0,0 0-1,0 0 1,0 0 0,0 0 0,0 1-1,0-1 1,0 0 0,-1 1 0,-37 10-19,34-7-31,1-1 0,0 1 0,0 0 0,0 0 0,0 0 0,1 0 1,0 0-1,-1 1 0,2 0 0,-6 9 0,7-10-134,-1-1 0,1 0 0,0 1 1,0 0-1,0-1 0,0 1 0,1 0 0,-1-1 0,1 1 1,0 0-1,0 0 0,0-1 0,1 1 0,-1 0 0,1-1 1,0 1-1,2 4 0,-2-6 72,0-1 1,0 0-1,1 0 0,-1 0 1,0 0-1,1 0 1,-1 0-1,1 0 0,-1 0 1,1 0-1,-1-1 1,1 1-1,0 0 0,-1-1 1,1 0-1,0 1 1,-1-1-1,1 0 0,0 0 1,0 0-1,-1 0 1,1 0-1,0 0 0,2-1 1,1 1 59,-1-1 1,1 0-1,0 0 1,-1 0 0,1-1-1,-1 1 1,9-5-1,36-37 1538,-44 87-86,-5-38-1388,0 96 1467,17 142 0,-1-145-838,17 139 602,-28-186-894,-3 1 0,-6 77 0,3-122-358,0 0-1,-1 0 0,0 0 0,0 0 1,-1 0-1,0 0 0,0-1 0,-1 0 1,0 1-1,0-1 0,0-1 0,-1 1 1,0-1-1,-1 0 0,0 0 0,-8 7 1,9-9-28,0-1 0,0 0 1,0 0-1,0 0 1,0-1-1,0 0 0,-1 0 1,1 0-1,-1-1 1,0 1-1,1-2 0,-1 1 1,0 0-1,0-1 0,0 0 1,1-1-1,-1 1 1,0-1-1,0 0 0,1 0 1,-1-1-1,1 0 1,-1 0-1,-6-3 0,2-1 8,1 0 0,-1-1 0,1 0 0,1-1 1,0 0-1,0 0 0,0-1 0,1 1 0,0-2 0,1 1 0,0-1 0,-7-13 0,1-3 40,1 0-1,1-1 1,-13-52 0,19 61-41,0 0 1,1-1-1,1 1 1,0-1-1,2 0 1,0 0-1,1 1 1,1-1-1,0 0 1,2 1-1,0 0 1,1 0-1,1 0 1,1 0-1,0 1 1,1 0-1,1 1 1,1-1-1,0 2 1,20-24-1,-7 14-564,1 0 0,2 2 0,0 1 0,47-30 0,124-59-5498,-24 14 591,-119 62-4416</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8:02.922"/>
    </inkml:context>
    <inkml:brush xml:id="br0">
      <inkml:brushProperty name="width" value="0.05" units="cm"/>
      <inkml:brushProperty name="height" value="0.05" units="cm"/>
      <inkml:brushProperty name="color" value="#E71224"/>
    </inkml:brush>
  </inkml:definitions>
  <inkml:trace contextRef="#ctx0" brushRef="#br0">165 0 17944,'0'0'8532,"70"75"-8132,-33 8-96,-4 13-15,-10 8-113,-13 3-128,-10 1-48,-12-3-609,-38 3-783,-22-4-929,-20-1-1489,-19-1-3505</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8:08.418"/>
    </inkml:context>
    <inkml:brush xml:id="br0">
      <inkml:brushProperty name="width" value="0.05" units="cm"/>
      <inkml:brushProperty name="height" value="0.05" units="cm"/>
      <inkml:brushProperty name="color" value="#E71224"/>
    </inkml:brush>
  </inkml:definitions>
  <inkml:trace contextRef="#ctx0" brushRef="#br0">0 0 3169,'0'0'7508</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8:08.775"/>
    </inkml:context>
    <inkml:brush xml:id="br0">
      <inkml:brushProperty name="width" value="0.05" units="cm"/>
      <inkml:brushProperty name="height" value="0.05" units="cm"/>
      <inkml:brushProperty name="color" value="#E71224"/>
    </inkml:brush>
  </inkml:definitions>
  <inkml:trace contextRef="#ctx0" brushRef="#br0">1 0 8788,'0'0'2161</inkml:trace>
  <inkml:trace contextRef="#ctx0" brushRef="#br0" timeOffset="1">83 408 8980,'0'0'4322,"6"59"-9060</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8:09.107"/>
    </inkml:context>
    <inkml:brush xml:id="br0">
      <inkml:brushProperty name="width" value="0.05" units="cm"/>
      <inkml:brushProperty name="height" value="0.05" units="cm"/>
      <inkml:brushProperty name="color" value="#E71224"/>
    </inkml:brush>
  </inkml:definitions>
  <inkml:trace contextRef="#ctx0" brushRef="#br0">0 0 6115,'0'0'6483,"0"52"-6995,0-31-1681,0 5-1537,0 7-32</inkml:trace>
  <inkml:trace contextRef="#ctx0" brushRef="#br0" timeOffset="1">0 412 6419,'0'0'8564,"15"61"-8564,-11-56 0,2 7-448,0 2-1505,0 9-1409,-2 4 3330,-4 5-9092</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8:09.442"/>
    </inkml:context>
    <inkml:brush xml:id="br0">
      <inkml:brushProperty name="width" value="0.05" units="cm"/>
      <inkml:brushProperty name="height" value="0.05" units="cm"/>
      <inkml:brushProperty name="color" value="#E71224"/>
    </inkml:brush>
  </inkml:definitions>
  <inkml:trace contextRef="#ctx0" brushRef="#br0">0 1 8436,'0'0'7203,"0"48"-7251,0-33-832,5 10-2210,-1 7-1040</inkml:trace>
  <inkml:trace contextRef="#ctx0" brushRef="#br0" timeOffset="1">44 599 7700,'0'0'2977,"0"118"1681,0-88-4066,0-8 545,0-3-1057,0-4 64,0-4-144,0 4-320,0 3-817,0 6-864,0 6-2017,0 9 2002,2 0-4195</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8:09.761"/>
    </inkml:context>
    <inkml:brush xml:id="br0">
      <inkml:brushProperty name="width" value="0.05" units="cm"/>
      <inkml:brushProperty name="height" value="0.05" units="cm"/>
      <inkml:brushProperty name="color" value="#E71224"/>
    </inkml:brush>
  </inkml:definitions>
  <inkml:trace contextRef="#ctx0" brushRef="#br0">15 1 2673,'0'0'12998,"-14"59"-12886,14-52-112,0 1-16,0-1-240,0 2-720,0 1-1025,0-1 352,6 4-928</inkml:trace>
  <inkml:trace contextRef="#ctx0" brushRef="#br0" timeOffset="1">65 390 8676,'0'0'10885,"-9"7"-9989,9-24-1520,6-14-2497,7-21-12390</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8:11.158"/>
    </inkml:context>
    <inkml:brush xml:id="br0">
      <inkml:brushProperty name="width" value="0.05" units="cm"/>
      <inkml:brushProperty name="height" value="0.05" units="cm"/>
      <inkml:brushProperty name="color" value="#E71224"/>
    </inkml:brush>
  </inkml:definitions>
  <inkml:trace contextRef="#ctx0" brushRef="#br0">6 0 8260,'0'0'11845,"31"2"-11461,-31 4-1808,-14-1-1426,-9 3-4817</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8:12.948"/>
    </inkml:context>
    <inkml:brush xml:id="br0">
      <inkml:brushProperty name="width" value="0.05" units="cm"/>
      <inkml:brushProperty name="height" value="0.05" units="cm"/>
      <inkml:brushProperty name="color" value="#E71224"/>
    </inkml:brush>
  </inkml:definitions>
  <inkml:trace contextRef="#ctx0" brushRef="#br0">1 76 14102,'0'0'5763,"24"8"-5763,15-8 144,13-9-144,3-6-80,7-2-736,4-5-1617,-6 2-4515</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8:46.061"/>
    </inkml:context>
    <inkml:brush xml:id="br0">
      <inkml:brushProperty name="width" value="0.05" units="cm"/>
      <inkml:brushProperty name="height" value="0.05" units="cm"/>
      <inkml:brushProperty name="color" value="#E71224"/>
    </inkml:brush>
  </inkml:definitions>
  <inkml:trace contextRef="#ctx0" brushRef="#br0">0 1 3121,'0'0'641,"109"0"-417,-59 0-224,3 0 0,9 0-16,10 0-528,13 0-385</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8:47.151"/>
    </inkml:context>
    <inkml:brush xml:id="br0">
      <inkml:brushProperty name="width" value="0.05" units="cm"/>
      <inkml:brushProperty name="height" value="0.05" units="cm"/>
      <inkml:brushProperty name="color" value="#E71224"/>
    </inkml:brush>
  </inkml:definitions>
  <inkml:trace contextRef="#ctx0" brushRef="#br0">287 4 6307,'0'0'5466,"10"-1"-3961,27-1 2616,-70 6-1802,-12 2-1708,1 2-1,-1 1 1,1 3-1,-78 33 0,122-45-607,0 0-1,0 0 1,0 0-1,0 0 1,0 0-1,1 0 0,-1 0 1,0 0-1,0 0 1,0 0-1,0 0 1,0 0-1,0 0 0,0 0 1,0 1-1,0-1 1,1 0-1,-1 0 1,0 0-1,0 0 0,0 0 1,0 0-1,0 0 1,0 0-1,0 1 0,0-1 1,0 0-1,0 0 1,0 0-1,0 0 1,0 0-1,0 0 0,0 0 1,0 1-1,0-1 1,0 0-1,0 0 1,0 0-1,0 0 0,0 0 1,0 0-1,0 0 1,0 1-1,0-1 1,0 0-1,0 0 0,0 0 1,0 0-1,-1 0 1,1 0-1,0 0 1,0 0-1,0 0 0,0 1 1,0-1-1,0 0 1,0 0-1,0 0 1,-1 0-1,21 3 47,26-1 7,58-8-47,-1-3 0,173-39 0,-257 40-582,-19 8 533,1 0-1,-1 0 1,0 0 0,0-1 0,0 1 0,0 0 0,0 0 0,0 0 0,0-1 0,0 1 0,0 0 0,0 0 0,0 0 0,0-1 0,0 1 0,0 0 0,0 0 0,0 0 0,0 0 0,0-1-1,0 1 1,0 0 0,-1 0 0,1 0 0,0-1 0,0 1 0,0 0 0,0 0 0,0 0 0,0 0 0,-1 0 0,1 0 0,0-1 0,0 1 0,0 0 0,0 0 0,0 0 0,-1 0 0,1 0-1,0 0 1,0 0 0,0 0 0,-1 0 0,1 0 0,0 0 0,-38-9-3507,-18 4-1981</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8:55.155"/>
    </inkml:context>
    <inkml:brush xml:id="br0">
      <inkml:brushProperty name="width" value="0.05" units="cm"/>
      <inkml:brushProperty name="height" value="0.05" units="cm"/>
      <inkml:brushProperty name="color" value="#E71224"/>
    </inkml:brush>
  </inkml:definitions>
  <inkml:trace contextRef="#ctx0" brushRef="#br0">10 1 7363,'0'0'4741,"-8"7"251,7-12-2945,1 20-550,0 6-2383,3-6-4216,9-5-4204</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8:56.226"/>
    </inkml:context>
    <inkml:brush xml:id="br0">
      <inkml:brushProperty name="width" value="0.05" units="cm"/>
      <inkml:brushProperty name="height" value="0.05" units="cm"/>
      <inkml:brushProperty name="color" value="#E71224"/>
    </inkml:brush>
  </inkml:definitions>
  <inkml:trace contextRef="#ctx0" brushRef="#br0">192 140 8996,'0'0'1849,"-19"-7"-488,-8-4-520,-64-21 2138,86 31-2403,1-1-1,-1 1 1,0 0 0,0 0-1,0 1 1,-1-1 0,1 1-1,-9 1 1,22 13-315,-1-10-192,0 0-1,0-1 1,0 0-1,1 0 1,-1 0-1,1-1 1,0 0-1,-1-1 1,16 1-1,84 0 395,-69-2-357,641-22 601,517-32-640,-1022 56-53,-41 1-12,-1-5-1,151-22 1,-280 24 2,21-6 195,-24 5-195,1 1 0,-1 0 0,1 0 1,-1 0-1,1-1 0,-1 1 0,1 0 1,-1-1-1,1 1 0,-1 0 0,0-1 1,1 1-1,-1 0 0,0-1 0,1 1 1,-1-1-1,0 1 0,1-1 0,-1 1 1,0-1-1,0 1 0,0-1 0,1 1 1,-1-1-1,0 1 0,0-1 0,0 0 1,0 1-1,0-1 0,0 1 0,0-1 1,0 1-1,0-1 0,0 1 0,0-1 1,-1 0-1,-2-1-180,-1 1-1,1 0 1,-1 1 0,0-1 0,1 0 0,-1 1-1,0 0 1,1 0 0,-1 0 0,-4 1-1,0-1-691,-28-1-2800</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9:27.551"/>
    </inkml:context>
    <inkml:brush xml:id="br0">
      <inkml:brushProperty name="width" value="0.05" units="cm"/>
      <inkml:brushProperty name="height" value="0.05" units="cm"/>
      <inkml:brushProperty name="color" value="#E71224"/>
    </inkml:brush>
  </inkml:definitions>
  <inkml:trace contextRef="#ctx0" brushRef="#br0">1 0 4178,'0'0'11384,"5"2"-9887,13 0-5993,-2-2-207</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9:29.462"/>
    </inkml:context>
    <inkml:brush xml:id="br0">
      <inkml:brushProperty name="width" value="0.05" units="cm"/>
      <inkml:brushProperty name="height" value="0.05" units="cm"/>
      <inkml:brushProperty name="color" value="#E71224"/>
    </inkml:brush>
  </inkml:definitions>
  <inkml:trace contextRef="#ctx0" brushRef="#br0">21 37 7700,'0'0'20972,"-3"-20"-30555,-6 12 6032,0-1-2431</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9:35.919"/>
    </inkml:context>
    <inkml:brush xml:id="br0">
      <inkml:brushProperty name="width" value="0.05" units="cm"/>
      <inkml:brushProperty name="height" value="0.05" units="cm"/>
      <inkml:brushProperty name="color" value="#E71224"/>
    </inkml:brush>
  </inkml:definitions>
  <inkml:trace contextRef="#ctx0" brushRef="#br0">267 251 7603,'0'0'3866,"-16"-17"-2372,-52-54 334,64 66-1553,-1 1 0,1 0 0,-1 0 0,0 1 0,0-1 0,0 1 0,0 0 0,-1 0 0,1 1 0,-1 0 0,0 0 0,0 0 0,0 0 0,0 1 0,0 0 0,0 1 0,0-1 0,0 1 0,0 0 0,0 0 0,-10 3 0,-14-2 790,30-1-929,36 2 75,127-2 62,1-6-1,-1-8 1,280-60 0,-420 66-283,-32 6-98,-36 4 37,-206 39-1640,-457 3 2400,1430-105 95,-580 43-768,-90 13-13,-24 2-21,1 0-1,42-12 0,-120 16 211,9-3-117,-179 25 23,-259 60 1,312-46-176,182-39 62,-1 1 1,31 1 0,16 0 25,581-74 13,-611 67 112,-22 5-390,-19 2-1282,-56 17-4000,22-7-1761</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9:44.639"/>
    </inkml:context>
    <inkml:brush xml:id="br0">
      <inkml:brushProperty name="width" value="0.05" units="cm"/>
      <inkml:brushProperty name="height" value="0.05" units="cm"/>
      <inkml:brushProperty name="color" value="#E71224"/>
    </inkml:brush>
  </inkml:definitions>
  <inkml:trace contextRef="#ctx0" brushRef="#br0">0 1 8868,'0'0'8020</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9:46.056"/>
    </inkml:context>
    <inkml:brush xml:id="br0">
      <inkml:brushProperty name="width" value="0.05" units="cm"/>
      <inkml:brushProperty name="height" value="0.05" units="cm"/>
      <inkml:brushProperty name="color" value="#E71224"/>
    </inkml:brush>
  </inkml:definitions>
  <inkml:trace contextRef="#ctx0" brushRef="#br0">339 1 11733,'0'0'2199,"-21"3"-647,-7 0-1026,-7 0 1316,-64 15 0,97-17-1705,0-1-1,0 1 0,0-1 0,0 1 0,0 0 0,0 0 1,0 0-1,1 0 0,-1 0 0,0 0 0,0 1 0,1-1 1,-1 0-1,1 1 0,-1-1 0,1 1 0,0 0 1,-2 2-1,3-3-114,0-1 0,-1 1 1,1-1-1,0 1 0,0-1 0,0 1 1,0-1-1,0 1 0,0 0 0,0-1 1,1 1-1,-1-1 0,0 1 1,0-1-1,0 1 0,0-1 0,1 1 1,-1-1-1,0 0 0,0 1 0,1-1 1,-1 1-1,0-1 0,1 0 1,-1 1-1,1 0 0,23 8 92,31-4 161,0-1 1,85-6-1,-77 0-252,4-2 10,0-2 1,93-22 0,-825 143 162,574-101-187,276-33-121,-91 3 99,307-40 26,-419 62-928,-1 0 0,1 0 0,-27 15 0,1-1-2249,3-3-2383</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9:51.500"/>
    </inkml:context>
    <inkml:brush xml:id="br0">
      <inkml:brushProperty name="width" value="0.05" units="cm"/>
      <inkml:brushProperty name="height" value="0.05" units="cm"/>
      <inkml:brushProperty name="color" value="#E71224"/>
    </inkml:brush>
  </inkml:definitions>
  <inkml:trace contextRef="#ctx0" brushRef="#br0">85 56 9412,'0'0'10205,"-8"0"-9917,-15-1-143,25 0 103,48-5 373,21-1-96,103-14 8,229 1-1,-403 20-599,-5 1 1,-203 22 227,31-2-130,71-11 9,-150 8 787,255-18-646,11-2-150,1 0 0,0 1-1,0 1 1,18 1 0,15 0-3,449-52 20,-602 53-110,12 14 49,-149 45 0,252-62-17,0 0 1,1 0-1,-1 1 0,0 0 1,12 1-1,17 0-6,287-42-1071,-206 24-366,-110 16 811</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8:10.792"/>
    </inkml:context>
    <inkml:brush xml:id="br0">
      <inkml:brushProperty name="width" value="0.05" units="cm"/>
      <inkml:brushProperty name="height" value="0.05" units="cm"/>
      <inkml:brushProperty name="color" value="#E71224"/>
    </inkml:brush>
  </inkml:definitions>
  <inkml:trace contextRef="#ctx0" brushRef="#br0">0 32 8868,'0'0'4978,"136"-26"-6642,-91 23-1410</inkml:trace>
  <inkml:trace contextRef="#ctx0" brushRef="#br0" timeOffset="1">591 1 8724,'0'0'2897,"119"0"-2897,-90 0-656,2 0-3042</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8:10.444"/>
    </inkml:context>
    <inkml:brush xml:id="br0">
      <inkml:brushProperty name="width" value="0.05" units="cm"/>
      <inkml:brushProperty name="height" value="0.05" units="cm"/>
      <inkml:brushProperty name="color" value="#E71224"/>
    </inkml:brush>
  </inkml:definitions>
  <inkml:trace contextRef="#ctx0" brushRef="#br0">1 0 13430,'0'0'4898,"31"4"-5106,6-4-640,8 0-1345,6 0-2657,5-2-5123</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8:12.017"/>
    </inkml:context>
    <inkml:brush xml:id="br0">
      <inkml:brushProperty name="width" value="0.05" units="cm"/>
      <inkml:brushProperty name="height" value="0.05" units="cm"/>
      <inkml:brushProperty name="color" value="#E71224"/>
    </inkml:brush>
  </inkml:definitions>
  <inkml:trace contextRef="#ctx0" brushRef="#br0">0 119 10853,'0'0'7972,"117"-44"-7876,-46 27-64,11 0-32,0 4-16,1 1-529,-7 2-1776,-10 5-3970</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9:57.682"/>
    </inkml:context>
    <inkml:brush xml:id="br0">
      <inkml:brushProperty name="width" value="0.05" units="cm"/>
      <inkml:brushProperty name="height" value="0.05" units="cm"/>
      <inkml:brushProperty name="color" value="#E71224"/>
    </inkml:brush>
  </inkml:definitions>
  <inkml:trace contextRef="#ctx0" brushRef="#br0">10 14 12310,'0'0'9014,"-8"-14"-8837,7 16-168,1-1 1,0 1 0,-1-1 0,1 1 0,0-1 0,0 1 0,0 0 0,0-1 0,0 1 0,1-1 0,-1 1-1,0 0 1,1-1 0,-1 1 0,1-1 0,1 3 0,9 32 190,-4-13-99,11 22-65,-17-43-31,0-1 0,1 1 0,-1-1 0,0 1 0,0-1 0,1 0 0,-1 1 0,1-1 0,-1 0 0,1 0 1,-1 0-1,1 0 0,0 0 0,0-1 0,-1 1 0,1 0 0,0-1 0,0 1 0,0-1 0,0 0 0,0 0 0,2 0 0,-2 0 6,-1-1 0,1 1 0,-1-1 0,1 0 0,-1 0 0,1 0 0,-1 0 0,1 0 0,-1 0 0,0 0 0,0 0 0,1-1 0,-1 1 0,0 0 0,0-1 0,0 1 0,-1-1 0,1 1 0,0-1 0,0 1 0,-1-1 0,1 0 0,-1 1 0,1-1 0,-1 0 0,0-2 0,12-25 58,-10 30-94,0 0 1,0 0-1,0 0 1,0 1 0,0-1-1,0 0 1,0 1 0,0 0-1,-1-1 1,1 1-1,0 0 1,-1 0 0,3 3-1,-4-4 20,3 3-34,0 0 0,0 0 0,0 0-1,0 0 1,1-1 0,-1 1 0,1-1 0,0 0 0,0 0 0,1-1 0,-1 1 0,0-1 0,1 0 0,0 0-1,-1 0 1,1-1 0,0 1 0,0-1 0,0 0 0,0-1 0,0 1 0,9-1 0,-13-1 42,0 1-1,0-1 1,1 1 0,-1-1 0,0 0 0,0 0 0,0 0-1,0 1 1,0-1 0,0 0 0,0 0 0,0-1 0,0 1-1,-1 0 1,1 0 0,0 0 0,-1 0 0,1-1 0,-1 1-1,1 0 1,-1-1 0,0 1 0,1 0 0,-1-1 0,0 1-1,0 0 1,0-1 0,0-1 0,1-49 229,-1 41-98,-7-32 358,7 41-561,-1 1 1,1-1-1,0 1 1,-1-1-1,1 1 1,-1 0-1,0-1 1,1 1-1,-1 0 1,0 0-1,0-1 1,0 1-1,0 0 1,0 0-1,0 0 1,0 0-1,0 0 1,-1 0-1,1 0 1,0 1-1,-1-1 1,1 0-1,0 1 0,-1-1 1,1 1-1,-3-1 1,2 12-7490</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9:58.170"/>
    </inkml:context>
    <inkml:brush xml:id="br0">
      <inkml:brushProperty name="width" value="0.05" units="cm"/>
      <inkml:brushProperty name="height" value="0.05" units="cm"/>
      <inkml:brushProperty name="color" value="#E71224"/>
    </inkml:brush>
  </inkml:definitions>
  <inkml:trace contextRef="#ctx0" brushRef="#br0">1 5 13510,'0'0'7195,"11"0"-7128,3-2-44,-10 2-13,1-1 0,0 0 0,0 1 0,-1 0 0,1 0 0,0 0 0,-1 1 0,1 0 0,0 0 1,4 1-1,-7-1-6,-1 0 0,1 0 0,-1 0 1,0 1-1,1-1 0,-1 0 0,0 1 1,0-1-1,0 1 0,1-1 0,-2 1 1,1-1-1,0 1 0,0 0 0,0-1 1,-1 1-1,1 0 0,-1 0 0,1-1 1,-1 1-1,0 0 0,0 0 0,0 0 1,0 2-1,-2 49 5,1-51-4,0 5 6,-1 0 0,0 0 1,0-1-1,-1 1 1,0 0-1,-6 9 0,6-11 75,0 1 0,0-1 0,1 1 0,0-1 0,0 1 0,0 0 0,0 0 0,1 0 0,-1 7 0,34-12 898,-26-1-983,0-1 0,0 1-1,0-1 1,0 0 0,0-1-1,0 1 1,-1-1 0,1 0 0,-1-1-1,9-4 1,-11 5-474,0 0 0,-1 0 0,0 0 0,1 0 0,-1 0 1,0 0-1,0-1 0,0 1 0,0-1 0,-1 1 0,1-1 0,-1 0 0,1 0 0,0-4 0,1-7-5770</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9:58.521"/>
    </inkml:context>
    <inkml:brush xml:id="br0">
      <inkml:brushProperty name="width" value="0.05" units="cm"/>
      <inkml:brushProperty name="height" value="0.05" units="cm"/>
      <inkml:brushProperty name="color" value="#E71224"/>
    </inkml:brush>
  </inkml:definitions>
  <inkml:trace contextRef="#ctx0" brushRef="#br0">1 0 13430,'0'0'9220,"10"9"-9092,2 15-112,-3 2 96,-3 10-112,-4 1-928,-2 5-1457,0 3-3938</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9:55.726"/>
    </inkml:context>
    <inkml:brush xml:id="br0">
      <inkml:brushProperty name="width" value="0.05" units="cm"/>
      <inkml:brushProperty name="height" value="0.05" units="cm"/>
      <inkml:brushProperty name="color" value="#E71224"/>
    </inkml:brush>
  </inkml:definitions>
  <inkml:trace contextRef="#ctx0" brushRef="#br0">0 6 10853,'0'0'2529,"35"0"-2641,-18 0-624,-1 0-1473,-2-6-4242</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9:56.104"/>
    </inkml:context>
    <inkml:brush xml:id="br0">
      <inkml:brushProperty name="width" value="0.05" units="cm"/>
      <inkml:brushProperty name="height" value="0.05" units="cm"/>
      <inkml:brushProperty name="color" value="#E71224"/>
    </inkml:brush>
  </inkml:definitions>
  <inkml:trace contextRef="#ctx0" brushRef="#br0">0 17 10533,'117'13'5891,"-110"-13"-5123,15 0-624,3 0-144,2-2-240,0 2-1073,-1 0-1760,1 0 752,-2 0-336,-3 0-1777</inkml:trace>
  <inkml:trace contextRef="#ctx0" brushRef="#br0" timeOffset="1">371 28 3794,'0'0'10997,"82"-9"-10949,-57 3-48,2 2-128,1 1-2465,1-1-577,-2 2-4017</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9:56.454"/>
    </inkml:context>
    <inkml:brush xml:id="br0">
      <inkml:brushProperty name="width" value="0.05" units="cm"/>
      <inkml:brushProperty name="height" value="0.05" units="cm"/>
      <inkml:brushProperty name="color" value="#E71224"/>
    </inkml:brush>
  </inkml:definitions>
  <inkml:trace contextRef="#ctx0" brushRef="#br0">1 11 9588,'0'0'8196,"6"0"-7782,37 1 353,-19 0-3086,0 0 0,-1-2-1,1-1 1,44-9 11428,-78 11-11715,-9 3-4157</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9:59.497"/>
    </inkml:context>
    <inkml:brush xml:id="br0">
      <inkml:brushProperty name="width" value="0.05" units="cm"/>
      <inkml:brushProperty name="height" value="0.05" units="cm"/>
      <inkml:brushProperty name="color" value="#E71224"/>
    </inkml:brush>
  </inkml:definitions>
  <inkml:trace contextRef="#ctx0" brushRef="#br0">0 74 13126,'0'0'9359,"1"-13"-8729,0 9-599,3-39 46,-4 43-78,0 0 1,0 0 0,0 0 0,0 0 0,0-1 0,0 1 0,0 0 0,0 0-1,-1 0 1,1 0 0,0 0 0,0-1 0,0 1 0,0 0 0,0 0 0,0 0-1,0 0 1,0 0 0,0-1 0,0 1 0,0 0 0,0 0 0,0 0 0,1 0 0,-1-1-1,0 1 1,0 0 0,0 0 0,0 0 0,0 0 0,0 0 0,0 0 0,0-1-1,0 1 1,0 0 0,1 0 0,-1 0 0,0 0 0,0 0 0,0 0 0,0 0 0,0 0-1,0 0 1,1 0 0,-1 0 0,0-1 0,0 1 0,0 0 0,0 0 0,0 0-1,1 0 1,-1 0 0,0 0 0,0 0 0,0 0 0,0 0 0,1 0 0,-1 0-1,0 0 1,0 1 0,0-1 0,0 0 0,0 0 0,1 0 0,5 29 4,-3 7 38,-1-19-31,0 1 0,1-1-1,6 21 1,-9-38-10,0 1-1,0-1 1,0 1 0,0-1 0,1 0-1,-1 1 1,0-1 0,0 1 0,1-1-1,-1 0 1,0 1 0,1-1-1,-1 0 1,0 1 0,1-1 0,-1 0-1,1 0 1,-1 1 0,0-1 0,1 0-1,-1 0 1,1 0 0,-1 1-1,1-1 1,-1 0 0,1 0 0,-1 0-1,1 0 1,-1 0 0,1 0 0,-1 0-1,1 0 1,-1 0 0,1 0-1,-1 0 1,0 0 0,1-1 0,-1 1-1,1 0 1,-1 0 0,1 0 0,-1-1-1,0 1 1,1 0 0,-1 0-1,1-1 1,-1 1 0,0 0 0,1-1-1,-1 1 1,0-1 0,1 1 0,-1 0-1,0-1 1,0 1 0,0-1-1,1 0 1,19-25 120,-19 24-129,4-5 45,22-26-50,-27 33 8,1-1 0,0 1 1,0 0-1,0-1 0,0 1 0,0 0 1,-1-1-1,1 1 0,0 0 1,0 0-1,0 0 0,0 0 0,0 0 1,0 0-1,0 0 0,0 0 0,0 0 1,0 0-1,0 0 0,0 0 0,-1 1 1,1-1-1,0 1 0,0-1 0,0 0 1,0 1-1,-1-1 0,1 1 0,0 0 1,0-1-1,-1 1 0,1-1 1,0 1-1,-1 0 0,1 0 0,-1-1 1,1 1-1,-1 0 0,1 2 0,1 0 0,33 40-52,-33-41 44,0 0-1,1 0 0,-1 0 0,0 0 0,1 0 1,-1-1-1,1 1 0,0-1 0,0 1 0,-1-1 1,1 0-1,0 0 0,0-1 0,0 1 0,5 0 1,-6-2 14,0 1 0,-1-1 0,1 0 1,0 0-1,-1 1 0,1-1 1,-1-1-1,1 1 0,-1 0 1,1 0-1,-1-1 0,0 1 0,0 0 1,0-1-1,1 1 0,-1-1 1,-1 0-1,1 1 0,0-1 1,0 0-1,-1 1 0,1-1 0,-1 0 1,1-3-1,10-46 100,-8-38-181</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49:59.866"/>
    </inkml:context>
    <inkml:brush xml:id="br0">
      <inkml:brushProperty name="width" value="0.05" units="cm"/>
      <inkml:brushProperty name="height" value="0.05" units="cm"/>
      <inkml:brushProperty name="color" value="#E71224"/>
    </inkml:brush>
  </inkml:definitions>
  <inkml:trace contextRef="#ctx0" brushRef="#br0">19 1 8996,'0'0'7249,"3"16"-7020,7 55-66,-10-66-130,1 0 1,-2 0-1,1 0 1,0 0-1,-1 0 0,0 0 1,0 0-1,0 0 1,-1 0-1,0 0 0,0 0 1,-5 8-1,5-9 163,0-1-1,0 1 1,1 0-1,-1 0 1,1 0-1,0 0 1,0 0 0,0 0-1,0 0 1,1 6-1,5-9 43,0 0 0,0-1 0,0 0-1,1 0 1,-1 0 0,7-1 0,-5-1-249,-1 0-1,1 0 1,-1-1 0,1 1 0,-1-2-1,0 1 1,0-1 0,-1 1-1,7-7 1,9-13-4601,-15 12-793</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0:00.212"/>
    </inkml:context>
    <inkml:brush xml:id="br0">
      <inkml:brushProperty name="width" value="0.05" units="cm"/>
      <inkml:brushProperty name="height" value="0.05" units="cm"/>
      <inkml:brushProperty name="color" value="#E71224"/>
    </inkml:brush>
  </inkml:definitions>
  <inkml:trace contextRef="#ctx0" brushRef="#br0">1 0 11077,'0'0'8113,"0"7"-8030,0-3-331,5 35 835,-5-38-713,0 1 1,0-1-1,1 0 0,-1 0 1,0 1-1,1-1 0,-1 0 1,1 0-1,0 0 0,-1 0 1,1 0-1,0 0 0,0 0 1,-1 0-1,1 0 0,0 0 1,0 0-1,0 0 0,0-1 1,0 1-1,0 0 0,1-1 1,-1 1-1,0-1 0,0 1 1,0-1-1,0 0 0,1 1 1,1-1-1,-2-1-119,0 1 0,1-1 0,-1 0 0,0 0 0,0 0 0,0 0 0,0 0 1,0 0-1,0 0 0,0 0 0,0-1 0,-1 1 0,1 0 0,0-1 0,-1 1 0,1 0 0,-1-1 0,1 1 1,-1 0-1,0-1 0,0 1 0,1-1 0,-1-1 0,11-40 10984,-11 43-10563,11 24 1641,5 35-2527,-9-13-839,0-15-4049,-1-5-6472</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0:01.237"/>
    </inkml:context>
    <inkml:brush xml:id="br0">
      <inkml:brushProperty name="width" value="0.05" units="cm"/>
      <inkml:brushProperty name="height" value="0.05" units="cm"/>
      <inkml:brushProperty name="color" value="#E71224"/>
    </inkml:brush>
  </inkml:definitions>
  <inkml:trace contextRef="#ctx0" brushRef="#br0">15 1 11877,'0'0'4434,"-14"20"-4530,14 4-320,0 2-1633,6 6 128,-4-1-400,0 1-2193</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0:01.621"/>
    </inkml:context>
    <inkml:brush xml:id="br0">
      <inkml:brushProperty name="width" value="0.05" units="cm"/>
      <inkml:brushProperty name="height" value="0.05" units="cm"/>
      <inkml:brushProperty name="color" value="#E71224"/>
    </inkml:brush>
  </inkml:definitions>
  <inkml:trace contextRef="#ctx0" brushRef="#br0">0 0 7684,'0'0'6627,"13"56"-7028,-13-25-1295,0 10-1026,0 4-3665</inkml:trace>
  <inkml:trace contextRef="#ctx0" brushRef="#br0" timeOffset="1">25 456 8324,'0'0'7235,"0"54"-7235,2-38-160,0 7-2689,-2 1-433,0 7-3377</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0:01.954"/>
    </inkml:context>
    <inkml:brush xml:id="br0">
      <inkml:brushProperty name="width" value="0.05" units="cm"/>
      <inkml:brushProperty name="height" value="0.05" units="cm"/>
      <inkml:brushProperty name="color" value="#E71224"/>
    </inkml:brush>
  </inkml:definitions>
  <inkml:trace contextRef="#ctx0" brushRef="#br0">0 1 7972,'0'0'6995,"0"44"-7219,2-29-2113,-2 2-1345</inkml:trace>
  <inkml:trace contextRef="#ctx0" brushRef="#br0" timeOffset="1">8 321 9284,'0'0'9765,"0"21"-9365,0-16-1553,0 1-2528</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0:02.385"/>
    </inkml:context>
    <inkml:brush xml:id="br0">
      <inkml:brushProperty name="width" value="0.05" units="cm"/>
      <inkml:brushProperty name="height" value="0.05" units="cm"/>
      <inkml:brushProperty name="color" value="#E71224"/>
    </inkml:brush>
  </inkml:definitions>
  <inkml:trace contextRef="#ctx0" brushRef="#br0">8 8 16167,'0'0'5446,"-1"11"-5385,0-4-39,-5 45 49,6-49-69,0 0 1,0 0-1,0 0 0,1 1 0,-1-1 0,1 0 0,-1 0 0,1 0 0,0 0 0,0 0 0,0 0 0,1-1 0,-1 1 0,1 0 0,0 0 0,2 2 0,-4-5 0,1 1-1,0-1 1,-1 1-1,1-1 1,0 1 0,0-1-1,-1 0 1,1 1 0,0-1-1,0 0 1,0 0-1,0 0 1,-1 0 0,1 0-1,0 0 1,0 0-1,0 0 1,0 0 0,0 0-1,-1 0 1,1 0 0,0-1-1,0 1 1,0 0-1,-1-1 1,1 1 0,0 0-1,0-1 1,-1 1-1,1-1 1,0 1 0,-1-1-1,1 1 1,0-1 0,-1 0-1,1 1 1,0-2-1,0 1 0,-1 0 0,1 0 1,0 0-1,0 0 0,0 1 0,0-1 0,0 0 0,-1 1 0,1-1 0,1 1 0,-1-1 0,0 1 0,0-1 0,0 1 0,0-1 0,0 1 0,0 0 1,0 0-1,0 0 0,1 0 0,-1 0 0,0 0 0,0 0 0,0 0 0,0 0 0,1 0 0,-1 1 0,0-1 0,1 1 0,22 15-56,-16-10 53,0 0 1,0-1-1,1 0 1,17 7-1,-24-11 5,0-1 1,-1 1-1,1-1 0,0 1 1,0-1-1,-1 0 1,1 0-1,0 0 0,-1 0 1,1 0-1,0 0 0,0 0 1,-1-1-1,1 1 0,0-1 1,-1 1-1,1-1 0,0 0 1,-1 1-1,1-1 0,-1 0 1,1 0-1,-1 0 1,0 0-1,1 0 0,-1 0 1,0-1-1,0 1 0,0 0 1,0-1-1,0 1 0,0-1 1,2-2-1,0-8 83,0 1 1,0 0-1,-1-1 0,0 0 1,-1 1-1,-1-1 0,1 0 1,-2 0-1,0 0 0,-2-12 1,1 19-2201,1 13 292,6 17-3964,10-8-2970</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0:02.753"/>
    </inkml:context>
    <inkml:brush xml:id="br0">
      <inkml:brushProperty name="width" value="0.05" units="cm"/>
      <inkml:brushProperty name="height" value="0.05" units="cm"/>
      <inkml:brushProperty name="color" value="#E71224"/>
    </inkml:brush>
  </inkml:definitions>
  <inkml:trace contextRef="#ctx0" brushRef="#br0">0 1 12470,'0'0'9924,"0"81"-9812,0-58-32,0 1-80,0-4-160,0-2-960,0-6-1169</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0:03.103"/>
    </inkml:context>
    <inkml:brush xml:id="br0">
      <inkml:brushProperty name="width" value="0.05" units="cm"/>
      <inkml:brushProperty name="height" value="0.05" units="cm"/>
      <inkml:brushProperty name="color" value="#E71224"/>
    </inkml:brush>
  </inkml:definitions>
  <inkml:trace contextRef="#ctx0" brushRef="#br0">1 1 16664,'0'0'4322,"0"16"-4237,0 50-80,-1-63-39,2 0 1,-1 0-1,0 0 0,1 0 0,-1 0 0,1 0 0,0 0 1,0 0-1,0-1 0,0 1 0,0 0 0,1 0 0,1 2 1,-2-4-36,0 0 0,0-1 0,0 1 1,-1-1-1,1 1 0,0 0 0,0-1 1,0 1-1,0-1 0,0 0 0,0 1 0,0-1 1,0 0-1,0 0 0,0 1 0,0-1 1,0 0-1,0 0 0,0 0 0,0 0 1,0-1-1,0 1 0,0 0 0,2-1 1,0 0-88,1-1 1,-1 1-1,1-1 1,-1 0-1,0-1 1,0 1-1,0 0 1,0-1-1,0 0 1,-1 1-1,1-1 1,-1 0-1,1-1 1,1-3 0,1-5-842,6-8 4611,-7 19-1665,-1 12-1446,0 58-101,0-6-5921,-1-44-2341</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0:04.460"/>
    </inkml:context>
    <inkml:brush xml:id="br0">
      <inkml:brushProperty name="width" value="0.05" units="cm"/>
      <inkml:brushProperty name="height" value="0.05" units="cm"/>
      <inkml:brushProperty name="color" value="#E71224"/>
    </inkml:brush>
  </inkml:definitions>
  <inkml:trace contextRef="#ctx0" brushRef="#br0">3 1 16055,'0'0'4640,"-1"20"-4525,0 66-49,1-82-60,0 0 1,0 0-1,0 0 0,0 0 0,1 0 0,-1 0 1,1 0-1,0 0 0,0-1 0,0 1 0,1 0 1,-1-1-1,1 1 0,0-1 0,0 1 0,0-1 1,1 0-1,-1 0 0,1 0 0,0 0 0,5 4 1,-5-6 2,-1 0 1,1-1 0,0 1 0,-1-1-1,1 0 1,0 0 0,-1 0 0,1 0 0,0 0-1,-1-1 1,1 1 0,-1-1 0,1 1-1,-1-1 1,1 0 0,-1 0 0,1 0-1,-1-1 1,0 1 0,0 0 0,1-1 0,-1 0-1,0 1 1,0-1 0,-1 0 0,4-3-1,6-7 26,19-15-47,-29 26 8,0 1 1,-1 0 0,1 0 0,0-1 0,0 1-1,0 0 1,0 0 0,0 0 0,-1 0 0,1 0-1,0 0 1,0 0 0,0 1 0,0-1-1,0 0 1,-1 0 0,1 1 0,0-1 0,0 0-1,0 1 1,-1-1 0,1 1 0,0-1 0,0 1-1,-1 0 1,1-1 0,-1 1 0,1-1 0,0 1-1,-1 0 1,1 0 0,-1-1 0,0 1 0,1 0-1,-1 0 1,1 0 0,-1-1 0,0 1-1,0 0 1,1 1 0,3 8 1,1 0 0,0-1 0,0 0-1,1 0 1,14 17 0,-17-23 8,0-1 0,0 1 0,0-1 0,0 1 0,0-1 0,0 0 0,1 0 0,-1 0 0,1-1 0,0 1 0,-1-1 0,1 0 0,0 0 0,0 0 0,0 0 0,-1-1 0,1 1 0,0-1 0,7-1 0,-9 0 7,0 1 0,0-1 1,0 0-1,0-1 0,-1 1 1,1 0-1,0 0 0,0-1 0,-1 1 1,1-1-1,-1 0 0,0 1 1,1-1-1,-1 0 0,0 0 1,0 0-1,0 0 0,0 0 0,0 0 1,0 0-1,-1 0 0,1-3 1,12-50 672,-12 47-610,1 0-1,-1 0 0,0 0 1,-1 0-1,0 0 0,0-1 1,-1 1-1,0 0 0,-1 0 1,1 0-1,-5-11 1,5 57-9651,5-12-852</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0:04.832"/>
    </inkml:context>
    <inkml:brush xml:id="br0">
      <inkml:brushProperty name="width" value="0.05" units="cm"/>
      <inkml:brushProperty name="height" value="0.05" units="cm"/>
      <inkml:brushProperty name="color" value="#E71224"/>
    </inkml:brush>
  </inkml:definitions>
  <inkml:trace contextRef="#ctx0" brushRef="#br0">0 1 13062,'0'0'10149,"15"57"-10021,-13-31-80,-2 2-48,0-2 0,0-6-657,0-3-991,0-8-930</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0:05.186"/>
    </inkml:context>
    <inkml:brush xml:id="br0">
      <inkml:brushProperty name="width" value="0.05" units="cm"/>
      <inkml:brushProperty name="height" value="0.05" units="cm"/>
      <inkml:brushProperty name="color" value="#E71224"/>
    </inkml:brush>
  </inkml:definitions>
  <inkml:trace contextRef="#ctx0" brushRef="#br0">0 0 18152,'0'0'5267,"19"87"-5283,-13-48-561,-4 0-1552,-2-2-2465</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0:17.061"/>
    </inkml:context>
    <inkml:brush xml:id="br0">
      <inkml:brushProperty name="width" value="0.05" units="cm"/>
      <inkml:brushProperty name="height" value="0.05" units="cm"/>
      <inkml:brushProperty name="color" value="#E71224"/>
    </inkml:brush>
  </inkml:definitions>
  <inkml:trace contextRef="#ctx0" brushRef="#br0">15 3 7924,'-1'1'7049,"-3"-1"-9221,-6-3-3250</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0:22.847"/>
    </inkml:context>
    <inkml:brush xml:id="br0">
      <inkml:brushProperty name="width" value="0.05" units="cm"/>
      <inkml:brushProperty name="height" value="0.05" units="cm"/>
      <inkml:brushProperty name="color" value="#E71224"/>
    </inkml:brush>
  </inkml:definitions>
  <inkml:trace contextRef="#ctx0" brushRef="#br0">268 44 9700,'0'0'1593,"-21"-1"614,-171-7 3528,138 7-3176,54 1-2362,11 1 9,110 9 377,172-8 0,-146-4-554,1052-33 43,-1234 31-987,-24 0-3444,33 3-417</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0:30.846"/>
    </inkml:context>
    <inkml:brush xml:id="br0">
      <inkml:brushProperty name="width" value="0.05" units="cm"/>
      <inkml:brushProperty name="height" value="0.05" units="cm"/>
      <inkml:brushProperty name="color" value="#E71224"/>
    </inkml:brush>
  </inkml:definitions>
  <inkml:trace contextRef="#ctx0" brushRef="#br0">91 0 11861,'0'0'10504,"-17"0"-9837,-57 2 680,198 5-912,153 4-307,-181-11-56,-57 0-79,-31 0-28,-13 0-30,-130-2 24,36-1 51,-121 12 0,215-8-2,-30 4 75,27-3-42,23 1-24,455 4 261,-302-8-209,-166 1-53,-13 0-34,-141-2-7,-245 9-44,354-1 56,41-6-6,19 0-37,183 2 154,320-11-68,-746 8-158,171-3 133,0 3 0,0 1 0,0 4-1,-89 15 1,195-11-136,53-6 251,-37 1-72,131-13 1,-195 8-41,-3 2-30,-7 0-154,-11 0 72,12-6-3092,6 5 3065,0 1-213,0-1 1,0 0-1,0 1 0,-1-1 1,1 1-1,0-1 1,0 1-1,0-1 0,0 1 1,1-1-1,-1 0 0,0 1 1,0-1-1,0 1 0,0-1 1,0 1-1,1-1 0,-1 1 1,0-1-1,1 1 0,-1-1 1,0 1-1,1-1 1,-1 1-1,0 0 0,1-1 1,-1 1-1,1 0 0,-1-1 1,1 1-1,-1 0 0,1-1 1,-1 1-1,1 0 0,-1 0 1,2-1-1</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0:35.949"/>
    </inkml:context>
    <inkml:brush xml:id="br0">
      <inkml:brushProperty name="width" value="0.05" units="cm"/>
      <inkml:brushProperty name="height" value="0.05" units="cm"/>
      <inkml:brushProperty name="color" value="#E71224"/>
    </inkml:brush>
  </inkml:definitions>
  <inkml:trace contextRef="#ctx0" brushRef="#br0">55 137 13494,'0'0'6091,"-11"0"-5584,-22 0-30,23 0 0,33 0-183,1219-79 734,-489 39-960,-536 33-152,35-4 177,-251 11-112,-17 0-55,-302 5-4722,65-1-2790,135-4 3731</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0:36.336"/>
    </inkml:context>
    <inkml:brush xml:id="br0">
      <inkml:brushProperty name="width" value="0.05" units="cm"/>
      <inkml:brushProperty name="height" value="0.05" units="cm"/>
      <inkml:brushProperty name="color" value="#E71224"/>
    </inkml:brush>
  </inkml:definitions>
  <inkml:trace contextRef="#ctx0" brushRef="#br0">277 97 10405,'-28'2'1985,"16"-2"-1589,-120 7 1222,27-5 3326,804-48-2172,-187 4-2460,6 25-137,-426 15-3407,-20 2-3463,-86 0-1279</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0:52.733"/>
    </inkml:context>
    <inkml:brush xml:id="br0">
      <inkml:brushProperty name="width" value="0.05" units="cm"/>
      <inkml:brushProperty name="height" value="0.05" units="cm"/>
      <inkml:brushProperty name="color" value="#E71224"/>
    </inkml:brush>
  </inkml:definitions>
  <inkml:trace contextRef="#ctx0" brushRef="#br0">66 148 12118,'0'0'10017,"-11"-5"-9416,-33-16-121,33 16-235,14 5-178,106 0 543,163-21-1,-143 1-629,199-6 0,-326 26-30,-8 0 18,-311 25 313,177-11-240,66-7 46,-161 10 920,477-38-964,-102 5-22,-53 8-18,93-6 2,-274 14 44,-47-2-20,-153 20 0,268-15 25,12-2-36,12-1-70,5 0-67,103-5 79,183-34 0,-99 10-93,-306 31 96,6-2 18,-37 14 45,-44 1-20,653-33-118,-437 15 99,-25 3 10,0 0 0,0 0 1,0 0-1,-1 0 0,1 0 1,0 0-1,0 0 0,0 0 1,0 0-1,0 0 0,0 0 1,0-1-1,0 1 0,0 0 1,-38 1-157,10-1-21,-58 5-2637,-124 21 1,181-21 1269,-70 9-7001</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0:56.800"/>
    </inkml:context>
    <inkml:brush xml:id="br0">
      <inkml:brushProperty name="width" value="0.05" units="cm"/>
      <inkml:brushProperty name="height" value="0.05" units="cm"/>
      <inkml:brushProperty name="color" value="#E71224"/>
    </inkml:brush>
  </inkml:definitions>
  <inkml:trace contextRef="#ctx0" brushRef="#br0">643 37 6307,'0'0'6672,"21"5"3330,-65-1-9986,1 3 0,0 1 0,0 2 0,-76 29 0,91-29-8,-244 91 160,272-101-173,-1 0 0,1 0 0,0 0 1,-1 0-1,1 0 0,-1 0 0,1 0 0,0 0 0,-1 0 0,1 0 0,-1 0 0,1 0 0,0 0 0,-1 0 0,1 0 0,-1 0 0,1 0 0,0 0 0,-1 0 0,1 0 1,0-1-1,-1 1 0,1 0 0,0 0 0,-1-1 0,1 1 0,0 0 0,-1 0 0,1-1 0,0 1 0,0 0 0,-1-1 0,1 1 0,0 0 0,0-1 0,0 1 0,0 0 1,-1-1-1,1 1 0,0 0 0,0-1 0,0 0 0,0-25-681,14-33-393,-13 56 1090,8-40-237,-9 35 237,2-1 0,-1 1 0,1-1 1,0 1-1,1 0 0,0 0 0,0 0 0,5-8 1,-14 69 380,-28 16-136,24-52-197,1 0 0,1 0 0,0 1 0,1 0 0,1 1 0,1-1 0,0 1 0,2 0 0,-2 25 0,5-42-58,1 0 0,-1-1 1,1 1-1,0 0 1,-1 0-1,1-1 1,0 1-1,0-1 0,0 1 1,0-1-1,0 1 1,1-1-1,-1 0 1,0 1-1,1-1 0,-1 0 1,1 0-1,-1 0 1,1 0-1,-1 0 1,1 0-1,0-1 0,-1 1 1,1-1-1,0 1 1,0-1-1,0 1 0,2-1 1,62 9-30,-50-7 7,-13-2-156,22 5-191,-16 4-3831</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0:58.400"/>
    </inkml:context>
    <inkml:brush xml:id="br0">
      <inkml:brushProperty name="width" value="0.05" units="cm"/>
      <inkml:brushProperty name="height" value="0.05" units="cm"/>
      <inkml:brushProperty name="color" value="#E71224"/>
    </inkml:brush>
  </inkml:definitions>
  <inkml:trace contextRef="#ctx0" brushRef="#br0">244 193 10309,'0'0'9217,"-3"-10"-4451,-7-41-4636,8-65 653,1 101-602,1 16-110,-1 43-58,-2 0 1,-3 1-1,-1-1 1,-2-1-1,-28 82 1,15-70 13,-2 0 0,-3-2 0,-64 97 0,96-148-1,0-1 0,1 0 0,-1 0 0,0 0-1,1-1 1,-1 0 0,10-1 0,57 6-134,-57 0 83,1 1 0,-1 1 0,0 1 1,0 0-1,-1 1 0,22 18 0,13 7-356,-45-32 177,-1 0 0,1 0 0,0-1 0,-1 1 0,1-1 0,0 0 0,0 0 0,0 0 0,0-1 0,0 0 0,0 1 0,0-1 0,6-1 0,-7 1-428,0-1 0,0 1 0,0-1 1,0 0-1,0 0 0,0 0 0,0 0 0,0-1 0,-1 1 0,1-1 0,0 1 0,-1-1 1,1 0-1,-1 0 0,0 0 0,4-4 0,4-10-4445</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0:59.500"/>
    </inkml:context>
    <inkml:brush xml:id="br0">
      <inkml:brushProperty name="width" value="0.05" units="cm"/>
      <inkml:brushProperty name="height" value="0.05" units="cm"/>
      <inkml:brushProperty name="color" value="#E71224"/>
    </inkml:brush>
  </inkml:definitions>
  <inkml:trace contextRef="#ctx0" brushRef="#br0">48 114 9732,'0'0'9741,"-3"3"-9440,0 3-217,-1 1-1,1 0 1,0 0 0,0 0-1,1 1 1,-1-1-1,2 1 1,-1-1-1,1 1 1,1-1-1,-1 9 1,5 90 191,-4-103-268,1 0-1,0 0 0,0 0 1,0 1-1,0-1 0,0-1 1,1 1-1,-1 0 0,1 0 1,0 0-1,0-1 1,0 1-1,0-1 0,1 0 1,-1 0-1,0 1 0,1-1 1,0-1-1,-1 1 0,1 0 1,0-1-1,0 1 0,0-1 1,0 0-1,0 0 0,0 0 1,0 0-1,1-1 0,3 1 1,-3 0-1,-1-1 0,1 0 0,0 1 1,-1-1-1,1-1 0,0 1 0,-1 0 1,1-1-1,0 0 0,-1 0 0,1 0 0,-1 0 1,1 0-1,-1-1 0,0 0 0,0 1 1,0-1-1,1 0 0,-2-1 0,1 1 0,0 0 1,0-1-1,-1 0 0,1 0 0,2-4 0,-2 1 45,0-1 0,-1 0-1,1 0 1,-1 0-1,-1 0 1,1-1-1,-1 1 1,-1 0-1,1 0 1,-1-1-1,0 1 1,-1-1-1,0 1 1,0 0-1,0 0 1,-1 0-1,0-1 1,-6-12-1,4 12 39,0 1 0,-1-1-1,1 0 1,-1 1 0,-1 0 0,1 0-1,-1 1 1,-1 0 0,1 0 0,-1 0-1,0 1 1,0-1 0,-1 2 0,1-1-1,-13-4 1,18 8-74,-1-1-1,0 1 0,0 0 0,0 0 1,0 1-1,0-1 0,0 1 1,0-1-1,0 1 0,0 0 1,0 0-1,0 0 0,0 1 0,0-1 1,0 1-1,-3 0 0,5 0-24,-1 0-1,1 0 1,-1 1-1,1-1 0,0 0 1,-1 0-1,1 1 1,0-1-1,0 1 1,0-1-1,0 1 0,0 0 1,0-1-1,1 1 1,-1 0-1,0-1 0,1 1 1,-1 0-1,1 0 1,0 0-1,0-1 1,0 1-1,-1 0 0,2 0 1,-1 2-1,0-1-84,0 1 0,0-1 0,0 0-1,0 0 1,1 1 0,-1-1 0,1 0-1,0 0 1,0 0 0,0 1 0,0-1-1,1 0 1,-1-1 0,1 1 0,0 0 0,0 0-1,0-1 1,0 1 0,0-1 0,0 1-1,1-1 1,-1 0 0,1 0 0,0 0-1,0 0 1,-1-1 0,1 1 0,0-1 0,0 0-1,1 0 1,-1 0 0,0 0 0,0 0-1,0-1 1,6 1 0,8 3-263,0-1 0,0-1 1,0-1-1,1 0 0,-1-1 0,0-1 1,1-1-1,16-3 0,-22 2 320,0-1 0,-1 0 1,1-1-1,-1 0 0,0-1 0,0 0 0,-1 0 1,0-1-1,0-1 0,0 0 0,15-16 0,-18 16 125,0-1 0,-1 1-1,0-1 1,0 0 0,-1-1-1,4-10 1,-6 14 408,-1 0 0,0 0 0,-1 0 0,1-1 0,-1 1 0,0-12-1,-20 26 827,13-3-1256,0 1-1,0 0 1,1 0-1,-1 1 1,1 0-1,1 0 1,-1 0 0,1 0-1,1 1 1,-1-1-1,1 1 1,1 0-1,-1 0 1,1 0 0,-1 15-1,-1 14 23,2-1 0,4 54 1,0-21 1581,-8-69-1654,0 0-1,0 0 1,1-1 0,-1 0-1,0 0 1,0 0 0,0-1 0,1 0-1,-1 0 1,1 0 0,-6-4-1,10 5-6</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1:00.147"/>
    </inkml:context>
    <inkml:brush xml:id="br0">
      <inkml:brushProperty name="width" value="0.05" units="cm"/>
      <inkml:brushProperty name="height" value="0.05" units="cm"/>
      <inkml:brushProperty name="color" value="#E71224"/>
    </inkml:brush>
  </inkml:definitions>
  <inkml:trace contextRef="#ctx0" brushRef="#br0">1 312 7860,'0'0'9636,"10"-21"-9004,32-34-562,50-85-1,-57 74-135,-23 42 715,-9 19 424,-4 8 715,-4 11-1775,1 0-1,1 0 0,0 1 0,-2 24 1,4-32-10,1-1 0,0 1 0,0-1 1,1 1-1,0-1 0,0 1 0,0-1 1,1 0-1,0 1 0,0-1 0,1 0 1,0 0-1,3 6 0,24 21 11,-25-29-6,-1 0-1,1 0 1,-1 1-1,0 0 0,0 0 1,0 0-1,-1 0 1,1 1-1,-1-1 0,-1 1 1,1 0-1,-1 0 1,0 0-1,2 8 0,-4-13 31,-1 1-1,1-1 1,-1 0-1,1 1 0,-1-1 1,0 0-1,1 0 1,-1 1-1,0-1 0,0 0 1,0 0-1,0 0 1,0 0-1,0 0 0,0 0 1,0 0-1,0-1 1,0 1-1,-1 0 1,1-1-1,0 1 0,-1 0 1,1-1-1,0 0 1,-1 1-1,1-1 0,0 0 1,-3 1-1,-47 5 345,40-5-336,-44 1 567,31-2-4449,15 0-142</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1:03.347"/>
    </inkml:context>
    <inkml:brush xml:id="br0">
      <inkml:brushProperty name="width" value="0.05" units="cm"/>
      <inkml:brushProperty name="height" value="0.05" units="cm"/>
      <inkml:brushProperty name="color" value="#E71224"/>
    </inkml:brush>
  </inkml:definitions>
  <inkml:trace contextRef="#ctx0" brushRef="#br0">51 100 6963,'0'0'12267,"-11"2"-11691,-29 3-109,81-2 643,15-7-945,0-3 1,0-2-1,0-2 0,-2-3 1,56-21-1,-107 34-162,34-9-18,4-1 71,-33 7-267,-14 3-310,-23 0 505,15 0 44,-1 1 1,0 0-1,0 1 1,0 1-1,-26 6 1,40-8-4,0 1 0,0 0 0,0-1 0,1 1 0,-1 0 0,0 0 0,0 0 0,1-1 0,-1 1 0,1 0 0,-1 0 0,1 0 0,-1 0 0,1 0 0,-1 0 0,1 0 0,0 0 0,-1 0 0,1 0 0,0 0 0,0 0 0,0 2 0,0 31 34,1-21 97,5 429 1031,-6-437-1588,0-1 0,0 0 0,1 0-1,0 0 1,0 0 0,0 0 0,0 0 0,1 0 0,-1 0 0,1 0-1,2 3 1,-3-6 225,-1 0 0,1-1 0,0 1 0,-1 0 0,1-1-1,0 1 1,-1-1 0,1 1 0,0-1 0,0 1 0,-1-1-1,1 0 1,0 1 0,0-1 0,0 0 0,0 0 0,-1 1 0,1-1-1,0 0 1,0 0 0,2 0 0,-1-1-35,0 1 0,0-1 1,0 0-1,-1 1 0,1-1 0,0 0 0,0 0 1,0-1-1,-1 1 0,1 0 0,0 0 0,-1-1 1,3-2-1,15-17-4140</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1:04.698"/>
    </inkml:context>
    <inkml:brush xml:id="br0">
      <inkml:brushProperty name="width" value="0.05" units="cm"/>
      <inkml:brushProperty name="height" value="0.05" units="cm"/>
      <inkml:brushProperty name="color" value="#E71224"/>
    </inkml:brush>
  </inkml:definitions>
  <inkml:trace contextRef="#ctx0" brushRef="#br0">0 161 3858,'0'0'10925,"5"-2"-9959,1 0-724,1 0 1,-1-1 0,0 0 0,1 0 0,-1-1 0,-1 1 0,1-1 0,0 0-1,-1-1 1,0 1 0,0-1 0,0 0 0,-1-1 0,0 1 0,0-1-1,0 0 1,0 0 0,-1 0 0,0 0 0,-1-1 0,1 1 0,-1-1 0,0 1-1,-1-1 1,1 0 0,-2 0 0,1 0 0,-1-9 0,-23 17-129,19 2-118,0 1 0,1-1 0,0 1 0,0 0 0,0 0 0,0 0 0,0 0 0,1 1 0,0-1 0,0 1 0,0-1 0,1 1 0,-1 0 0,-1 9 0,0 3-14,0 1 0,0 33 0,2-29 33,0 30 7,1-50-32,0 0-1,0-1 0,1 1 1,-1 0-1,0 0 1,1-1-1,-1 1 1,1 0-1,0-1 1,-1 1-1,1 0 1,0-1-1,0 1 0,0-1 1,0 0-1,0 1 1,0-1-1,1 0 1,-1 1-1,0-1 1,3 1-1,-2-1 12,0-1-1,0 0 1,-1 1 0,1-1 0,0 0-1,0 0 1,0 0 0,0-1-1,-1 1 1,1 0 0,0-1 0,0 1-1,-1-1 1,1 0 0,0 1-1,0-1 1,-1 0 0,1 0 0,-1 0-1,1 0 1,-1 0 0,0-1-1,2-1 1,36-37 65,-26 25 0,-7 8-66,1 0 0,0 1 0,1 0-1,0 1 1,-1-1 0,2 1 0,-1 1-1,0 0 1,1 0 0,0 0 0,0 1-1,0 1 1,0 0 0,1 0 0,-1 0-1,0 1 1,1 1 0,-1 0 0,1 0-1,12 2 1,-20-2 2,0 1-1,0-1 1,1 1 0,-1-1 0,0 1-1,0 0 1,0 0 0,0-1-1,0 2 1,0-1 0,-1 0-1,1 0 1,0 1 0,0-1-1,-1 0 1,1 1 0,-1 0 0,0-1-1,1 1 1,-1 0 0,0 0-1,0 0 1,0 0 0,0 0-1,0 0 1,0 0 0,-1 0-1,1 3 1,2 6 9,-2 0-1,1 1 0,-1-1 1,-1 13-1,0-22-10,0-1 6,-1 0 0,1 0-1,0 0 1,-1-1 0,1 1-1,-1 0 1,1 0-1,-1-1 1,1 1 0,-1-1-1,1 1 1,-1 0-1,0-1 1,1 1 0,-1-1-1,0 1 1,1-1-1,-1 1 1,0-1 0,0 0-1,1 1 1,-1-1 0,0 0-1,0 0 1,0 0-1,0 1 1,1-1 0,-1 0-1,0 0 1,0 0-1,0 0 1,0-1 0,1 1-1,-1 0 1,-1 0 0,1 0 1,0 0 0,-1-1 0,1 1 0,0 0 0,0 0 1,0-1-1,0 1 0,0 0 0,0-1 0,-1 1 0,1-1 1,0 0-1,0 1 0,1-1 0,-1 0 0,0 1 0,0-1 1,0 0-1,0 0 0,1 0 0,-1 0 0,0 0 0,1 0 0,-1 0 1,1 0-1,-1 0 0,1 0 0,-1 0 0,1 0 0,-1-2 1,1-4-7,0 0 1,0 0 0,1-1 0,0 1-1,0 0 1,1 0 0,0 0-1,0 0 1,0 1 0,1-1 0,0 0-1,0 1 1,1 0 0,0 0-1,0 0 1,0 0 0,1 0 0,0 1-1,0 0 1,0 0 0,1 1-1,-1-1 1,1 1 0,0 0 0,0 0-1,1 1 1,12-5 0,-16 7-10,0-1 0,0 1-1,0 0 1,0 0 0,0 1 0,1-1 0,-1 1 0,0-1 0,1 1 0,-1 0 0,0 0 0,0 1 0,1-1 0,-1 1 0,0-1 0,0 1-1,0 0 1,0 0 0,0 1 0,0-1 0,0 0 0,0 1 0,0 0 0,0 0 0,-1 0 0,1 0 0,-1 0 0,1 0 0,-1 1 0,0-1-1,0 1 1,0 0 0,0-1 0,-1 1 0,1 0 0,-1 0 0,0 0 0,2 6 0,5 17 9,-2-7 8,-1 0 1,-1-1-1,0 2 1,1 31-1,6-75 1178,-7 11-1135,0 0-1,1 0 1,1 0-1,11-20 1,-14 27-41,1 0-1,0 1 1,-1 0 0,2 0 0,-1 0-1,0 0 1,1 1 0,0 0 0,0 0-1,0 0 1,1 0 0,7-3 0,-11 6-16,0 0 0,-1 1 1,1-1-1,0 1 0,0 0 1,0-1-1,-1 1 0,1 0 1,0 0-1,0 0 0,0 0 1,0 0-1,-1 0 0,1 1 1,0-1-1,0 1 0,0-1 1,-1 1-1,1 0 1,0 0-1,-1-1 0,1 1 1,-1 0-1,1 1 0,-1-1 1,1 0-1,1 2 0,2 3 10,0 1 0,-1-1-1,0 1 1,0 0 0,3 9-1,11 17-16,-18-33 17,0 0 1,0 0 0,1 1-1,-1-1 1,0 0-1,1 0 1,-1 1-1,0-1 1,1 0-1,-1 0 1,0 0-1,1 1 1,-1-1-1,0 0 1,1 0-1,-1 0 1,1 0-1,-1 0 1,0 0 0,1 0-1,-1 0 1,1 0-1,-1 0 1,0 0-1,1 0 1,-1 0-1,1 0 1,-1 0-1,0 0 1,1-1-1,-1 1 1,0 0-1,1 0 1,-1 0 0,0-1-1,1 1 1,-1 0-1,0 0 1,1-1-1,-1 1 1,0 0-1,0-1 1,1 1-1,-1 0 1,0-1-1,0 1 1,1-1 0,8-16 52,-9 17-54,34-61 36,-31 56-33,0 0 0,1 1 0,-1-1 1,1 1-1,0 0 0,0 0 0,1 0 1,-1 0-1,10-5 0,-12 8-1,-1 1-1,0-1 1,1 1-1,-1 0 1,0 0-1,1 0 0,-1-1 1,0 1-1,1 1 1,-1-1-1,0 0 1,1 0-1,-1 0 1,0 1-1,1-1 1,-1 1-1,0-1 1,1 1-1,-1-1 1,0 1-1,0 0 1,0-1-1,0 1 1,0 0-1,0 0 1,0 0-1,0 0 1,0 0-1,1 2 1,24 41 37,-18-29-16,3 5-35,0-1 0,2 0 0,0 0 0,29 29 0,-41-47-7,0-1 0,0 1 0,-1 0 1,1-1-1,0 1 0,0 0 0,0-1 1,1 1-1,-1-1 0,0 1 0,0-1 0,0 0 1,0 0-1,0 1 0,0-1 0,1 0 0,-1 0 1,0 0-1,0 0 0,0 0 0,0 0 0,1-1 1,-1 1-1,0 0 0,0 0 0,0-1 0,0 1 1,0-1-1,0 1 0,0-1 0,0 0 0,0 1 1,0-1-1,0 0 0,1-1 0,26-34-3868,-25 32 2763,7-13-3594</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1:06.294"/>
    </inkml:context>
    <inkml:brush xml:id="br0">
      <inkml:brushProperty name="width" value="0.05" units="cm"/>
      <inkml:brushProperty name="height" value="0.05" units="cm"/>
      <inkml:brushProperty name="color" value="#E71224"/>
    </inkml:brush>
  </inkml:definitions>
  <inkml:trace contextRef="#ctx0" brushRef="#br0">620 106 12694,'0'0'6536,"14"-13"-6098,43-41-3,-53 50-335,1 0 1,-1 1 0,1-1 0,0 1 0,0 0 0,0 1 0,0-1 0,0 1 0,7-2 0,3-2 442,-14 6-412,-2 7-67,0 0 1,-1 1-1,0-1 0,-1 0 0,0-1 1,0 1-1,0 0 0,-1-1 1,0 0-1,0 1 0,0-1 1,-1-1-1,0 1 0,-10 8 0,-13 12-63,-47 33 0,22-20 28,-2-3 0,-1-3 0,-2-2 0,-1-2 0,-1-3 0,-1-3 0,-82 20 0,90-37 30,52-6 55,2-33-60,2 22-90,2 1 0,-1-1 1,2 1-1,-1 0 0,1 0 1,1 1-1,8-11 0,8-11-47,-12 14 67,-4 4 12,2 1 0,-1 0 0,21-21 0,-28 32 183,-2 18-107,-2-6-19,-1 1-1,0-1 1,0 0-1,-1 0 1,-1 0 0,0-1-1,0 1 1,-1-2-1,-14 17 1,12-15-7,1 0 0,-1 1 0,2-1 0,0 2 0,0-1 0,1 1 0,-8 24 0,13-32-22,0 0 0,0 0 0,0 0 1,1-1-1,0 1 0,0 0 0,0 0 0,1 0 0,1 9 0,-1-12-19,0 0-1,0 0 0,0 0 1,0 0-1,1 0 1,-1 0-1,1 0 0,-1-1 1,1 1-1,-1 0 1,1-1-1,0 1 0,0-1 1,0 0-1,0 1 1,0-1-1,0 0 0,0 0 1,1 0-1,3 0 0,127 22 50,-123-16-958,-8 1-2714</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1:09.326"/>
    </inkml:context>
    <inkml:brush xml:id="br0">
      <inkml:brushProperty name="width" value="0.05" units="cm"/>
      <inkml:brushProperty name="height" value="0.05" units="cm"/>
      <inkml:brushProperty name="color" value="#E71224"/>
    </inkml:brush>
  </inkml:definitions>
  <inkml:trace contextRef="#ctx0" brushRef="#br0">96 163 14647,'0'0'6232,"-1"17"-5891,-5 73 560,-35 167-1,-4-114-494,42-206 888,4 19-1264,2 0 0,1 0 0,2 0 1,23-80-1,-21 100-48,0 1 0,1 1 0,1 0 0,1 0 1,1 1-1,1 0 0,1 1 0,1 1 0,1 0 0,27-26 0,-38 40 0,1 1 0,-1-1 0,1 1 0,0 0 0,0 0 0,0 0 0,1 1 0,-1 0 0,1 1-1,0-1 1,0 1 0,0 0 0,0 1 0,0 0 0,0 0 0,0 0 0,11 1 0,-17 1 13,1 0 0,0 0 0,0-1 0,-1 1 0,1 0 0,0 0-1,-1 0 1,1 1 0,-1-1 0,0 0 0,1 1 0,-1-1 0,0 0 0,0 1 0,1 0 0,-1-1 0,-1 1 0,1 0 0,0-1 0,0 1 0,-1 0 0,1 0 0,-1 0 0,1-1 0,-1 1 0,0 0 0,0 0-1,1 0 1,-2 4 0,2 5-20,-1 0-1,-1 0 0,0 0 0,-2 12 1,0-12-23,-1 0 0,-1 0 1,1-1-1,-2 1 1,0-1-1,0 0 0,0 0 1,-1-1-1,-1 0 0,-13 13 1,0-1-133,-1-2 0,-1 0 0,-27 17 0,48-35 169,-20 17-93,22-16 107,0-1 0,1 1 0,-1-1 0,1 1 0,-1-1 0,1 0 0,-1 1 0,1-1 1,0 0-1,0 0 0,0 1 0,0-1 0,0 0 0,0 0 0,1 1 0,7 9-19,54 81 216,-47-67-193,0 0-1,2 0 1,1-2-1,30 30 1,-42-47-4,1 0-1,0 0 1,0-1 0,0 0 0,1 0-1,-1-1 1,1 0 0,0-1 0,0 0-1,1 0 1,-1-1 0,0 0 0,1-1-1,0 0 1,-1 0 0,1-1 0,0 0-1,10-2 1,-14 0 4,-1 1 0,1-1-1,0 0 1,-1-1 0,1 1-1,-1-1 1,0 0 0,0 0-1,0-1 1,0 0 0,-1 1-1,1-2 1,-1 1 0,0 0 0,0-1-1,-1 0 1,6-9 0,0 0 3,-2 0 0,0 0 0,0 0 0,-2-1 0,7-25 1,-8-7 389,-4 46-179,-2 2-215,1-1-1,0 1 0,0 0 0,-1-1 1,1 1-1,0 0 0,0 0 1,0-1-1,0 1 0,0 0 0,0 0 1,0 0-1,0 0 0,0 0 1,1 1-1,-1-1 0,0 0 0,1 0 1,-1 0-1,1 1 0,-1-1 1,1 0-1,-1 1 0,1-1 0,0 3 1,-6 38-64,5-37 57,0 0 0,1 0 0,0 1 0,0-1 0,0 0 0,1 0 0,0 1 0,0-1 0,0 0 0,0 0 0,1 0 0,0 0 0,0 0 0,0-1 0,1 1 0,0 0 0,0-1 0,0 0 0,0 0 0,1 0 0,-1 0 0,1 0 0,0-1 0,0 0 0,0 1 0,1-2 0,-1 1 0,1 0 0,0-1 0,-1 0 0,1 0 0,0 0 0,5 0 0,2 2-16,-1-1 1,1 0-1,-1-1 1,1 0 0,0-1-1,0-1 1,0 0-1,0 0 1,0-1 0,-1-1-1,1 0 1,15-4 0,-22 4 10,0 1 0,1-1 1,-2-1-1,1 1 0,0-1 1,0 1-1,-1-1 1,0-1-1,1 1 0,-1 0 1,0-1-1,-1 0 0,1 0 1,-1 0-1,0-1 1,0 1-1,0-1 0,0 1 1,-1-1-1,0 0 0,0 0 1,0 0-1,-1-1 1,1 1-1,-1 0 0,0 0 1,-1-1-1,1-8 0,-1 3-4,0 9 10,0 0 0,0-1 0,0 1 0,0 0 0,0 0 1,0 0-1,0 0 0,-1 0 0,1 0 0,-1 0 0,0 0 0,0-2 0,-1 3 0,1 0 0,-1 0 0,1 0 0,-1 1 0,1-1 0,-1 0 0,1 1 1,-1-1-1,1 1 0,-1-1 0,0 1 0,1 0 0,-1 0 0,0 0 0,0 0 0,1 0 0,-3 0 0,0 0-3,1 1-1,-1-1 1,1 0-1,-1 1 1,1-1-1,0 1 0,-1 0 1,1 1-1,0-1 1,0 0-1,0 1 1,0 0-1,0-1 0,0 1 1,0 0-1,0 1 1,1-1-1,-1 0 1,1 1-1,0-1 0,-1 1 1,-2 5-1,2-1-19,0 0 0,0-1 0,0 1 0,1 0 0,0 0 0,1 0 0,-1 1 0,1-1-1,1 0 1,0 9 0,0-15 11,1 0 0,0 1 0,0-1-1,-1 0 1,1 0 0,0 0 0,0 0-1,1 0 1,-1 0 0,0 0 0,0 0-1,0 0 1,0-1 0,1 1 0,-1 0-1,0-1 1,1 1 0,-1-1 0,1 1-1,-1-1 1,0 0 0,1 0 0,-1 0-1,1 1 1,-1-1 0,1-1 0,-1 1-1,3 0 1,46-3-102,-47 2 113,0 0-1,0 0 1,0 0 0,0 0 0,-1-1 0,1 0 0,0 1-1,-1-1 1,1 0 0,-1 0 0,0-1 0,0 1 0,0 0-1,2-3 1,11-11 21,-15 16-20,1 0 0,-1 0 0,1 0 0,-1 0 0,1 0 0,-1 0 0,1 0 0,0 0 0,-1 1 0,1-1 0,-1 0 0,1 0 0,-1 0 0,1 1 0,-1-1 0,1 0 0,-1 0 0,0 1 0,1-1 0,-1 1 0,1-1 0,-1 0 0,0 1 0,1-1 0,-1 1 0,0-1 0,1 1 0,-1-1 0,0 1 1,0-1-1,0 1 0,1-1 0,-1 1 0,0-1 0,0 1 0,0-1 0,0 1 0,0-1 0,0 1 0,0 0 0,0-1 0,0 1 0,7 30 68,-7-30-62,12 99 625,-2 166 0,-7-111-290,1-68-94,2 34 342,-14 170 0,7-286-574,-12 80 247,12-80-243,0 1-1,-1 0 1,0-1 0,0 1 0,0-1-1,-1 0 1,1 0 0,-1 0 0,-1 0-1,1 0 1,-7 7 0,7-10-3,1-1 1,-1 1 0,0-1 0,1 0-1,-1 0 1,0 0 0,0 0 0,0 0-1,0 0 1,0-1 0,0 0-1,0 1 1,0-1 0,0 0 0,0-1-1,0 1 1,1 0 0,-6-2-1,2 0 6,0 1 0,1-1 0,-1 0 0,0-1 0,1 1 0,0-1 0,0 0 0,-8-6 0,4 0-9,0 0 1,0-1-1,1 1 1,0-2-1,0 1 0,2-1 1,-1 0-1,1-1 1,1 1-1,0-1 1,0 0-1,2 0 1,-4-18-1,1-5-19,2 0 1,1-1-1,4-59 0,0 75 2,2 0 0,1 0 0,0 0-1,1 0 1,2 1 0,0-1 0,16-31 0,84-125-116,-77 132 68,7-14-47,2-3-102,1 2 0,52-56 0,-91 116 189,-1-1 0,1 1-1,0-1 1,0 1 0,-1-1 0,1 1 0,-1 0 0,1-1-1,0 1 1,-1 0 0,1 0 0,-1-1 0,0 1-1,1 0 1,-1 0 0,0 0 0,1 0 0,-1-1 0,0 1-1,0 0 1,0 0 0,0 0 0,0 0 0,0 0 0,0 0-1,0 1 1,7 34-17,-3-8 30,-3-12-71,1 1 1,1-1-1,1 1 1,0-1 0,1 0-1,13 27 1,-17-42 60,-1 0 1,1-1-1,-1 1 1,1 0-1,-1 0 0,1 0 1,0-1-1,-1 1 1,1 0-1,0 0 0,0-1 1,-1 1-1,1-1 1,0 1-1,0-1 0,0 1 1,0-1-1,0 1 1,0-1-1,0 0 1,0 0-1,0 1 0,0-1 1,0 0-1,0 0 1,0 0-1,0 0 0,0 0 1,0 0-1,0 0 1,0-1-1,0 1 0,0 0 1,0-1-1,0 1 1,0 0-1,0-1 1,-1 1-1,1-1 0,0 1 1,0-1-1,0 0 1,0 1-1,-1-1 0,1 0 1,0 1-1,0-3 1,30-40 63,-30 42-61,14-28 32,-11 19-20,1 1 1,0 0-1,0 0 1,10-11 0,-15 20-9,0 0 1,0 0 0,0 0 0,0 0-1,0-1 1,1 1 0,-1 0 0,0 0-1,0 0 1,0 0 0,1 0 0,-1 0-1,0-1 1,0 1 0,1 0 0,-1 0-1,0 0 1,0 0 0,0 0 0,1 0-1,-1 0 1,0 0 0,0 0 0,1 0-1,-1 0 1,0 0 0,0 0 0,1 0-1,-1 0 1,0 0 0,0 1 0,0-1-1,1 0 1,-1 0 0,0 0 0,0 0-1,0 0 1,1 0 0,-1 1 0,0-1-1,0 0 1,0 0 0,0 0 0,0 1-1,1-1 1,-1 0 0,0 0 0,0 0-1,0 1 1,0-1 0,0 0 0,0 0-1,0 0 1,0 1 0,0-1 0,0 0-1,0 1 1,4 14-34,-4-13 25,2 10 0,1 6 1,0 1 1,1-1 0,1 0 0,1 0 0,9 21 0,-13-36 5,-1 0 0,1 0 0,0 0 0,0 0 0,0 0 0,0 0 0,0 0 0,1-1 1,-1 1-1,1-1 0,0 0 0,0 0 0,0 0 0,0 0 0,0 0 0,0-1 0,0 1 0,0-1 0,1 0 0,-1 0 0,0 0 0,1 0 0,-1-1 0,1 1 1,-1-1-1,1 0 0,-1 0 0,1 0 0,-1-1 0,1 1 0,-1-1 0,1 0 0,-1 0 0,0 0 0,1 0 0,3-3 0,0 0 7,1 0 0,-1-1 0,-1 0 0,1 0 0,-1-1 0,0 1-1,0-2 1,-1 1 0,1 0 0,-1-1 0,-1 0 0,7-13 0,0 0 10,-2 0 0,-1 0 0,11-39 0,-13 24 22,-1 0 0,-1-1 0,-3-64 0,-1 66-20,0 22 36,-1-1-1,-1 1 0,0 0 1,-4-17-1,5 26-15,0 0 0,0 1-1,0-1 1,-1 0 0,1 1-1,-1-1 1,1 1 0,-1-1-1,0 1 1,0 0 0,-2-2-1,3 3-12,0 0 0,0 0-1,0 1 1,-1-1-1,1 1 1,0-1-1,0 1 1,0 0-1,-1-1 1,1 1-1,0 0 1,0 0-1,-1 0 1,1 0 0,0 0-1,-1 0 1,1 0-1,0 0 1,0 1-1,-1-1 1,1 0-1,0 1 1,0-1-1,0 1 1,0-1-1,-2 2 1,0 0-22,1 0 0,-1 0 0,1 1-1,0-1 1,0 1 0,0 0 0,0-1 0,0 1 0,0 0 0,1 0 0,-1 0-1,1 1 1,0-1 0,-1 4 0,-11 49 23,8-10-22,2 0 0,5 71 0,0-58-18,-2-47 7,1 0 1,0-1 0,0 1-1,1-1 1,1 0-1,0 1 1,1-1 0,0 0-1,0-1 1,1 1 0,1-1-1,7 10 1,-9-13-19,2-1 0,-1 0-1,1-1 1,0 1 0,0-1 0,0 0 0,1-1 0,0 0 0,0 0 0,0 0-1,0-1 1,0 0 0,1 0 0,-1-1 0,1 0 0,0 0 0,0-1 0,11 1-1,-10 0 15,1-2-1,-1 1 1,1-1-1,-1 0 1,1-1-1,-1 0 1,1-1-1,-1 0 1,1 0-1,-1-1 1,0 0-1,0-1 1,-1 0-1,1 0 0,-1-1 1,0 0-1,0-1 1,0 0-1,-1 0 1,0 0-1,0-1 1,0 0-1,-1 0 1,0-1-1,-1 0 1,0 0-1,6-11 1,-6 11 21,-1-1 1,0 0 0,0 0 0,-1-1-1,0 1 1,-1-1 0,0 1 0,-1-1-1,1 0 1,-2 0 0,0 0 0,0 1 0,-2-13-1,1 20-7,0 1 0,0 0 0,0-1 0,0 1 0,0 0 0,0 0 0,-1 0 0,1 0 0,0 0 0,-1 0 0,1 0 0,-1 0 0,1 0 0,-1 1 0,0-1 0,1 1 0,-1-1 0,1 1 0,-1 0 0,0-1 0,0 1 0,1 0 0,-1 0 0,0 0 0,1 0 0,-1 1 0,-2-1 0,-2 1 0,0-1 0,0 1 0,0 0 0,0 0 0,-1 0 0,-9 5 0,11-3-3,0 0 0,0 1 0,0 0-1,0 0 1,1 0 0,0 0 0,0 1 0,0 0 0,0 0 0,1 0 0,0 0-1,0 0 1,0 1 0,0-1 0,1 1 0,0 0 0,0-1 0,0 8 0,-2 10-18,0 0 1,2 0 0,2 32 0,0-54 8,0 0 1,0 0-1,0 0 1,0-1-1,0 1 1,1 0-1,-1 0 1,0 0-1,1-1 1,-1 1 0,1 0-1,-1-1 1,1 1-1,-1 0 1,1-1-1,-1 1 1,1-1-1,0 1 1,-1 0-1,1-1 1,0 0 0,-1 1-1,1-1 1,0 1-1,0-1 1,-1 0-1,1 0 1,0 1-1,0-1 1,0 0-1,-1 0 1,1 0 0,0 0-1,0 0 1,0 0-1,0 0 1,-1 0-1,1 0 1,0 0-1,0 0 1,0-1-1,-1 1 1,1 0 0,0-1-1,1 0 1,2 0-14,-1 0 0,1 0 0,0-1 0,0 1 0,-1-1 0,1 0 0,-1 0 0,6-5 0,22-32-50,-30 41 57,0 0 0,0 0 1,0 0-1,0 0 1,0 1-1,-1-1 0,1 0 1,-1 0-1,1 1 1,-1-1-1,0 0 0,0 1 1,0 3-1,1-2 1,-1 0 18,1 0-1,-1 0 0,1-1 1,0 1-1,1 0 0,-1-1 1,1 1-1,3 5 0,-5-8 0,1-1-1,0 1 1,-1 0-1,1-1 1,0 1-1,0 0 1,-1-1-1,1 1 1,0-1-1,0 0 1,0 1-1,0-1 1,0 0-1,0 1 1,0-1-1,0 0 1,0 0-1,-1 0 1,1 0-1,0 0 1,0 0-1,0 0 1,0 0-1,0 0 1,0 0-1,0 0 1,0-1-1,0 1 1,0 0-1,0-1 1,0 1-1,-1-1 1,1 1-1,0-1 1,0 1-1,0-1 0,-1 0 1,1 1-1,0-1 1,0-1-1,29-24 12,-17 13-9,1 1 0,23-14 1,-32 22 4,1 1 0,0 0 0,0 1 0,0-1 0,0 1 0,1 0 0,-1 1 0,1 0 0,-1 0 0,13 0 0,-17 0-10,0 1 1,1 0-1,-1 0 1,1 0-1,-1 0 1,1 0-1,-1 1 1,1-1-1,-1 1 1,0 0-1,1-1 1,-1 1-1,0 0 1,1 0-1,-1 1 1,0-1 0,0 0-1,0 1 1,0-1-1,0 1 1,-1 0-1,1 0 1,0 0-1,-1-1 1,1 2-1,-1-1 1,0 0-1,0 0 1,0 0-1,0 0 1,0 1-1,0-1 1,0 0-1,-1 1 1,1-1-1,-1 1 1,0-1-1,0 1 1,0-1-1,0 1 1,0-1-1,-1 4 1,-1 33-28,0-26 83,1-27 244,2 9-300,0-1 1,1 1 0,-1 0-1,1 0 1,0-1 0,0 1-1,1 0 1,0 1 0,0-1-1,0 0 1,0 1 0,1 0-1,-1 0 1,9-7 0,-2 1-10,1 1 0,0 1 0,0-1 0,0 2 0,15-8 0,-22 13 11,-1 1 0,1-1 0,0 0 0,0 1 0,0 0 0,0 0 0,0 0 0,0 0 0,0 1 0,0-1 0,0 1 0,1 0 0,-1 0 0,0 1 0,0-1 0,0 1 0,0 0 0,0 0 0,0 1 0,0-1 0,0 1 0,-1-1 0,1 1 0,0 1 0,-1-1 0,1 0 0,-1 1 0,0-1 0,0 1 0,0 0 0,0 0 0,-1 1 0,1-1 0,-1 0 0,0 1 0,0-1 0,2 6 0,3 4 5,-1 0-1,-1 1 1,-1 0-1,0 0 1,0 0-1,-2 0 1,1 1 0,-2-1-1,0 26 1,-1-40-32,-23 23-6867,15-18 1214</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1:09.665"/>
    </inkml:context>
    <inkml:brush xml:id="br0">
      <inkml:brushProperty name="width" value="0.05" units="cm"/>
      <inkml:brushProperty name="height" value="0.05" units="cm"/>
      <inkml:brushProperty name="color" value="#E71224"/>
    </inkml:brush>
  </inkml:definitions>
  <inkml:trace contextRef="#ctx0" brushRef="#br0">0 57 12982,'0'0'7731,"68"-56"-9395,-37 67-1250,0 13-2816</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1:11.127"/>
    </inkml:context>
    <inkml:brush xml:id="br0">
      <inkml:brushProperty name="width" value="0.05" units="cm"/>
      <inkml:brushProperty name="height" value="0.05" units="cm"/>
      <inkml:brushProperty name="color" value="#E71224"/>
    </inkml:brush>
  </inkml:definitions>
  <inkml:trace contextRef="#ctx0" brushRef="#br0">197 304 10373,'0'0'9289,"3"7"-9097,-1-1-139,-1 1 0,1 0 0,-1 0 0,0-1 0,0 1 0,-1 0 0,0 0 0,-1 0 0,1-1 0,-1 1 0,0 0 0,-1 0 0,1-1 0,-2 1-1,1-1 1,-1 1 0,1-1 0,-6 7 0,2-1-10,0 0 0,1 1 0,1-1 0,0 1 1,1 0-1,-4 26 0,6-31-11,1-1 0,0 1 1,0-1-1,0 1 1,1-1-1,0 0 0,1 1 1,0-1-1,0 0 1,0 0-1,1 0 0,0 0 1,8 13-1,52 60 863,-40-52-296,38 57 1,-55-74-506,0 0 1,-1 0-1,-1 0 1,1 1-1,-2-1 1,0 1-1,0 0 1,-1 0-1,1 20 1,-2-22 27,-1 0-1,0 0 1,0 0 0,-1 0 0,-1 0 0,0 0-1,0-1 1,-1 1 0,-5 12 0,5-17-112,0-1 1,0 1 0,-1 0 0,1-1-1,-1 0 1,0 0 0,-1 0 0,1 0-1,-1-1 1,0 0 0,1 0 0,-1 0-1,-1 0 1,1-1 0,0 0 0,-1 0 0,-10 2-1,4 0-11,-1-1 0,0-1 0,0 0 0,1-1 0,-1 0 0,0-1 0,-1 0 0,2-1-1,-1-1 1,0 0 0,-14-4 0,22 4-14,0 0-1,0 0 0,1 0 1,-1 0-1,0-1 1,1 0-1,-1 0 1,1-1-1,0 1 1,0-1-1,0 1 0,1-1 1,-1-1-1,1 1 1,0 0-1,0-1 1,1 0-1,-1 1 1,1-1-1,0 0 0,0 0 1,0 0-1,1-1 1,0 1-1,0 0 1,0 0-1,1-1 1,0-10-1,1 5-76,0 0 0,0 0 0,1 0 0,1 0-1,0 0 1,0 1 0,1-1 0,1 1 0,-1 0 0,2 0 0,-1 0-1,1 1 1,1 0 0,0 0 0,9-8 0,14-14-266,1 3 1,60-42-1,-45 35 133,-27 20 160,128-105-210,-128 103 282,-2-1-1,0-1 0,-1-1 1,0 0-1,16-31 1,-28 44 5,-1 1 0,0-1 0,0 1 0,-1-1 0,0 0 0,0 0 1,-1 0-1,0 0 0,0 0 0,0-9 0,-2 15 6,1 0-1,0 1 1,-1-1 0,1 0 0,-1 0-1,1 1 1,-1-1 0,0 0-1,1 1 1,-1-1 0,0 1-1,1-1 1,-1 1 0,0-1 0,0 1-1,1-1 1,-1 1 0,0 0-1,0-1 1,0 1 0,0 0 0,0 0-1,0-1 1,1 1 0,-1 0-1,0 0 1,0 0 0,0 0-1,0 0 1,0 1 0,-1-1-1,-32 3 161,27-1-157,-1 1 0,2-1 0,-1 1 0,0 0 0,0 1 0,1 0 0,0 0 0,0 0 0,0 1 0,0-1 0,1 2 0,0-1 0,0 0 0,0 1-1,1 0 1,-1 0 0,-2 8 0,0-4-13,2 0-1,-1 1 0,1 0 1,1 0-1,0 1 1,1-1-1,0 1 0,1 0 1,-2 23-1,4-34-7,0-1 0,0 1 0,0 0 0,0 0 0,0-1 0,0 1 0,0 0 0,0-1 0,1 1 0,-1 0 0,0 0 0,0-1 0,1 1 0,-1 0 0,0-1 0,1 1 0,-1 0 0,1-1 0,-1 1 0,1-1 0,-1 1 0,1-1 0,-1 1 0,1-1 0,-1 1 0,1-1 0,0 0 0,-1 1 0,1-1 0,0 0 0,-1 1 0,1-1 0,1 0 0,29-4 22,-22 0-18,0 0 1,-1 0 0,1-1 0,12-8 0,-9 0 1,-9 10-5,0-1-1,0 1 1,0-1 0,1 1 0,-1 0-1,1 0 1,0 0 0,0 1-1,7-4 1,-9 8-8,0 0 0,0 0 0,-1-1-1,1 2 1,0-1 0,-1 0 0,0 0 0,1 0 0,-1 1 0,0-1 0,0 1 0,0-1-1,0 5 1,12 20-48,-10-24 49,0 0-1,0-1 1,1 1-1,-1-1 1,1 0-1,0 0 1,-1 0-1,1-1 1,0 1-1,0-1 1,0 0-1,0 0 1,0-1-1,1 1 1,-1-1-1,0 0 1,0 0-1,0 0 1,0 0-1,1-1 1,5-1-1,-2 1-8,0-1 0,0-1 0,0 1 0,0-1 0,-1 0 0,1-1 0,-1 0 0,0 0 0,12-10 0,-6 2 13,-1-1-1,-1 1 1,0-2 0,-1 0 0,-1 0-1,0-1 1,-1 0 0,0 0 0,-2-1-1,1 0 1,-2 0 0,7-31 0,-4-6 174,-3 0 1,-1-93-1,-4 140-46,0 0 0,0 1-1,-1-1 1,0 0 0,0 0 0,0 1-1,-5-12 1,6 16-80,-1 0 1,0 0-1,1-1 0,-1 1 0,0 0 0,0 0 1,0 0-1,0 0 0,0 0 0,0 0 0,0 0 0,-1 1 1,1-1-1,0 0 0,0 1 0,-1-1 0,1 0 1,0 1-1,-1 0 0,1-1 0,0 1 0,-1 0 0,1 0 1,-1 0-1,1 0 0,0 0 0,-1 0 0,1 0 1,-1 0-1,1 0 0,0 1 0,-1-1 0,1 0 0,0 1 1,-1 0-1,1-1 0,-2 2 0,0 0-38,-1 0 0,1 0 0,1 0 0,-1 0 1,0 1-1,0-1 0,1 1 0,0 0 0,-1 0 0,1 0 0,0 0 0,0 0 0,1 0 0,-1 0 0,-2 7 0,-13 56 33,16-65-40,-9 74 50,3 0 0,6 145 0,1-214-49,0 0-38,-1 0 0,2 0 0,-1 0 0,1 0 0,0 0 0,0 0 0,0 0 0,1 0 0,0 0 0,0 0 0,1-1 0,0 1 0,0-1 0,0 0 1,0 0-1,1 0 0,0 0 0,0-1 0,0 1 0,0-1 0,1 0 0,0 0 0,0-1 0,0 1 0,0-1 0,1 0 0,-1-1 0,1 1 0,-1-1 0,1 0 0,0 0 0,0-1 0,0 0 1,0 0-1,0 0 0,0-1 0,10 0 0,-10-1 15,1 1 1,0-1 0,-1-1-1,0 1 1,1-1 0,-1 0-1,0 0 1,0-1 0,0 0-1,0 0 1,0-1 0,-1 1-1,1-1 1,-1 0 0,8-9-1,-6 7 19,-1-1 0,0 0 0,-1-1-1,1 1 1,-2-1 0,1 0 0,-1-1 0,0 1 0,0-1-1,4-16 1,-15 110-16,3-58 26,1 1 1,1 32 0,3-59-12,-1 0 1,0 1-1,0-1 0,1 0 0,-1 0 0,0 0 0,1 0 0,-1 0 0,1 0 1,0 0-1,-1 0 0,1 0 0,0 0 0,0 0 0,0 0 0,-1 0 1,1 0-1,0 0 0,0-1 0,0 1 0,0 0 0,0-1 0,0 1 1,1-1-1,-1 1 0,0-1 0,0 0 0,0 1 0,0-1 0,1 0 0,-1 0 1,0 0-1,0 0 0,0 0 0,1 0 0,-1 0 0,0 0 0,2-1 1,3 1-4,0-1 0,-1 0 0,1 0 1,0-1-1,-1 1 0,1-1 1,6-4-1,-1-1 2,-1-2 0,-1 1-1,1-1 1,-2 0 0,1-1 0,-1 0 0,-1 0 0,0-1-1,0 0 1,-1 0 0,0 0 0,-1-1 0,-1 0-1,1 0 1,2-18 0,-14 188 308,7-156-304,-1-1-1,1 1 1,0-1 0,0 1-1,0-1 1,0 1-1,0-1 1,0 1 0,1-1-1,-1 1 1,0-1-1,1 1 1,-1-1 0,1 0-1,0 1 1,-1-1-1,1 0 1,0 1 0,0-1-1,0 0 1,0 0-1,0 0 1,0 0 0,0 0-1,0 0 1,0 0-1,0 0 1,1 0-1,-1 0 1,0-1 0,3 2-1,-2-2-1,-1 0 0,1-1 0,0 1 1,-1-1-1,1 1 0,0-1 0,-1 1 0,1-1 0,-1 0 0,0 0 0,1 0 0,-1 0 0,1 0 0,-1 0 1,0 0-1,0 0 0,0-1 0,0 1 0,0 0 0,0-1 0,0 1 0,0-1 0,0 1 0,-1-1 0,1 1 0,-1-1 1,1-2-1,13-41-10,-12 35 12,1 0 0,0 0-1,0 0 1,1 1 0,9-16 0,-11 22 0,0 0 0,0 0 1,1 1-1,-1 0 0,1-1 0,-1 1 0,1 0 1,0 0-1,0 0 0,0 1 0,0-1 0,0 1 1,0-1-1,0 1 0,1 0 0,-1 0 1,0 1-1,1-1 0,-1 1 0,1 0 0,5 0 1,-5 0 0,-1 0 0,1 1 1,0-1-1,-1 1 1,1 0-1,-1 0 1,0 0-1,1 1 0,-1-1 1,0 1-1,0 0 1,0 0-1,0 0 1,0 0-1,0 0 0,3 4 1,31 18 11,-35-23-10,1 0 1,0 0-1,0 0 0,0-1 0,0 1 1,-1-1-1,1 1 0,0-1 0,0 0 1,0-1-1,0 1 0,0 0 1,0-1-1,0 1 0,-1-1 0,1 0 1,5-2-1,-1-1 24,1-1 0,-1 0 0,0 0-1,9-10 1,-11 11-6,0-1 0,0 1 0,0 0-1,1 0 1,-1 1 0,1 0 0,9-5-1,-12 8-16,0-1-1,0 1 1,0 0-1,0-1 1,-1 1 0,1 1-1,0-1 1,0 0-1,0 1 1,0-1-1,0 1 1,-1 0-1,1 0 1,0 0-1,0 0 1,-1 0-1,1 1 1,-1-1-1,0 1 1,1 0-1,-1 0 1,3 2-1,-5-3-16,4 1-83,0 1 1,-1 0-1,1 0 1,-1 0 0,1 0-1,-1 1 1,0 0 0,-1-1-1,1 1 1,0 0 0,-1 0-1,0 1 1,0-1 0,-1 0-1,2 5 1,-20-6-5174,-7-3 571</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1:11.470"/>
    </inkml:context>
    <inkml:brush xml:id="br0">
      <inkml:brushProperty name="width" value="0.05" units="cm"/>
      <inkml:brushProperty name="height" value="0.05" units="cm"/>
      <inkml:brushProperty name="color" value="#E71224"/>
    </inkml:brush>
  </inkml:definitions>
  <inkml:trace contextRef="#ctx0" brushRef="#br0">338 98 16456,'0'0'4898,"-16"-98"-7267</inkml:trace>
  <inkml:trace contextRef="#ctx0" brushRef="#br0" timeOffset="1">1 292 15527,'0'0'9669,"173"16"-9557,-121-16-112,-5-7-16,-11 0-785,-5 5-1504,-15 2-1633</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1:12.299"/>
    </inkml:context>
    <inkml:brush xml:id="br0">
      <inkml:brushProperty name="width" value="0.05" units="cm"/>
      <inkml:brushProperty name="height" value="0.05" units="cm"/>
      <inkml:brushProperty name="color" value="#E71224"/>
    </inkml:brush>
  </inkml:definitions>
  <inkml:trace contextRef="#ctx0" brushRef="#br0">0 75 16936,'0'0'3772,"22"0"-3441,361-31 645,-136 7-757,-237 25-208,11-3 77,-57-5-109,-77-5 503,111 13-439,0-1 1,1 1-1,-1 0 0,0-1 0,1 1 0,-1 0 0,0 0 0,1 0 0,-1 0 0,1 0 0,0 0 0,-1 1 0,1-1 0,0 0 0,0 1 0,0-1 0,0 1 0,0-1 0,0 1 0,0 0 0,0-1 0,0 1 0,1 0 1,-1-1-1,1 1 0,0 0 0,-1 2 0,-9 58 603,10-57-569,-10 223 664,3-23-326,6-186-451,-4 34-1123,4 60 0,1-112 1034,0 0 0,0-1-1,1 1 1,-1 0 0,0 0-1,0 0 1,1-1 0,-1 1-1,1 0 1,-1 0-1,0-1 1,1 1 0,0 0-1,-1-1 1,1 1 0,-1 0-1,1-1 1,0 1 0,-1-1-1,1 1 1,0-1-1,-1 1 1,1-1 0,0 0-1,0 1 1,0-1 0,-1 0-1,1 0 1,0 0 0,0 1-1,0-1 1,0 0 0,0 0-1,1 0 1,29-6-3974,-4-13-1224</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08:41:13.262"/>
    </inkml:context>
    <inkml:brush xml:id="br0">
      <inkml:brushProperty name="width" value="0.05" units="cm"/>
      <inkml:brushProperty name="height" value="0.05" units="cm"/>
      <inkml:brushProperty name="color" value="#E71224"/>
    </inkml:brush>
  </inkml:definitions>
  <inkml:trace contextRef="#ctx0" brushRef="#br0">1 173 3025,'0'0'14599,"12"-3"-13745,-4 1-709,1-1 0,-1 1 1,0-1-1,-1-1 0,1 1 1,0-1-1,-1-1 0,0 1 1,0-1-1,-1 0 0,1-1 1,-1 0-1,0 0 0,6-8 0,-8 9 61,-1-1-1,1 0 1,-1 0-1,-1 0 1,1 0-1,-1-1 0,0 1 1,0-1-1,-1 0 1,1 1-1,-2-1 1,1 0-1,-1-8 0,-3 15-153,0 0 0,0 0 0,-1 0-1,1 0 1,0 1 0,0-1 0,0 1-1,0 0 1,-6 2 0,2 2-54,1 0 0,0 0 0,0 0-1,1 1 1,-1 0 0,1 1 0,1-1 0,-1 1 0,1 0 0,0 0-1,0 0 1,1 0 0,0 1 0,-3 14 0,0-1-4,2 0 0,0 0 0,2 1 0,0 30 1,1-51 2,1 1 1,0-1 0,0 1-1,0-1 1,1 1 0,-1-1-1,0 1 1,1-1 0,-1 1-1,1-1 1,-1 1 0,1-1-1,-1 0 1,1 1 0,0-1-1,0 0 1,0 0 0,0 1-1,0-1 1,0 0 0,0 0-1,0 0 1,0 0 0,0 0-1,2 0 1,0 0 2,0 0 0,0 0-1,0 0 1,0-1 0,0 1 0,0-1 0,0 0 0,0 0 0,0 0 0,0 0-1,6-2 1,9-2 12,0-1 0,-1-1 0,23-11 0,-29 13-11,11-5 11,1 2 0,1 0 0,-1 2 0,1 0 0,0 2 0,0 0 0,42 2 0,-62 1-8,0 1 0,-1-1-1,1 1 1,0 0 0,-1 0-1,1 0 1,-1 0 0,1 1-1,-1 0 1,0-1 0,0 1-1,0 0 1,0 1 0,0-1 0,0 0-1,0 1 1,-1 0 0,1-1-1,-1 1 1,0 0 0,0 0-1,0 1 1,0-1 0,0 0-1,-1 1 1,3 6 0,-2-2-1,1-1 1,-1 1-1,-1 0 1,0 0-1,0 0 1,0 0-1,-1 0 1,0 0-1,0 0 1,-1 0-1,-4 16 1,-6-8 0,11-16 0,0 0 0,0 0 0,0-1 1,0 1-1,0 0 0,0 0 0,0-1 0,-1 1 0,1 0 0,0-1 0,0 1 1,0 0-1,0 0 0,0-1 0,0 1 0,0 0 0,-1 0 0,1 0 1,0-1-1,0 1 0,0 0 0,0 0 0,-1 0 0,1-1 0,0 1 1,0 0-1,-1 0 0,1 0 0,0 0 0,0 0 0,0-1 0,-1 1 0,1 0 1,0 0-1,-1 0 0,1 0 0,0 0 0,0 0 0,-1 0 0,1 0 1,0 0-1,0 0 0,-1 0 0,1 0 0,0 0 0,-1 0 0,1 0 1,0 1-1,0-1 0,-1 0 0,1 0 0,0 0 0,0 0 0,0 0 0,-1 1 1,1-1-1,0 0 0,0 0 0,0 0 0,-1 1 0,1-1 0,0 0 1,0 0-1,0 0 0,0 1 0,0-1 0,-1 1 0,1-9 2,0 1-1,1 0 1,-1 0-1,1-1 0,1 1 1,-1 0-1,1 0 1,1 0-1,-1 1 1,1-1-1,0 0 1,1 1-1,-1 0 0,1 0 1,1 0-1,7-9 1,-5 8-3,0 0 0,0 1 0,1 0 0,-1 0-1,1 0 1,1 1 0,-1 0 0,1 1 0,0 0 0,0 0 0,0 1 0,16-3 0,-21 4-1,0 2 0,1-1 0,-1 0 0,1 1 1,-1 0-1,0 0 0,1 0 0,-1 0 0,1 1 0,-1 0 0,0 0 0,0 0 1,8 3-1,-9-2-1,0 1 0,0-1 0,0 0 0,-1 1 0,1 0 0,-1 0 0,0-1 0,1 1 0,-1 1 0,0-1 1,-1 0-1,1 0 0,-1 1 0,1-1 0,-1 1 0,1 4 0,15 61-46,-17-69 46,1 1 0,-1-1 1,0 0-1,0 1 1,1-1-1,-1 1 0,0-1 1,1 0-1,-1 1 1,0-1-1,1 0 1,-1 1-1,1-1 0,-1 0 1,1 0-1,-1 1 1,0-1-1,1 0 0,-1 0 1,1 0-1,-1 0 1,1 0-1,-1 0 0,1 1 1,-1-1-1,1 0 1,-1 0-1,1-1 1,-1 1-1,1 0 0,-1 0 1,1 0-1,-1 0 1,1 0-1,-1 0 0,1-1 1,-1 1-1,1 0 1,14-9 48,-15 9-49,11-8 22,3-2-18,0 0 0,1 0 0,0 2 1,25-12-1,-37 19-6,1 0 1,-1 0-1,1 0 1,-1 0-1,1 0 1,-1 1-1,1-1 1,-1 1 0,1 0-1,0 0 1,-1 0-1,1 1 1,-1-1-1,1 1 1,0 0-1,-1 0 1,0 0-1,1 0 1,-1 1-1,0-1 1,0 1-1,1 0 1,-1 0-1,-1 0 1,1 1-1,0-1 1,0 0 0,3 5-1,9 15 23,-12-17-27,0 1 0,1-1 0,-1-1 0,1 1 0,8 7 0,-10-11 2,-1 0 0,1 0 0,0 0 0,-1 0 1,1 0-1,0 0 0,0-1 0,0 1 1,0-1-1,0 1 0,0-1 0,0 0 1,0 0-1,0 0 0,0 0 0,0 0 1,-1 0-1,1 0 0,0-1 0,0 1 0,0-1 1,3 0-1,5-4 8,0 0 0,-1 0-1,1-1 1,-1 0 0,12-11 0,-15 11-7,0 1 1,0 0 0,1 0-1,0 1 1,0-1 0,0 1 0,0 1-1,1 0 1,-1 0 0,1 0-1,0 1 1,0 0 0,14-2 0,-18 5-2,1 1 0,-1-1 0,1 1 1,-1 0-1,0 0 0,0 0 1,0 0-1,0 1 0,-1 0 0,1-1 1,0 2-1,-1-1 0,0 0 1,0 1-1,0-1 0,0 1 0,2 4 1,-1-3 4,-1 0 0,1 0 0,1 0 0,-1-1-1,1 0 1,-1 0 0,1 0 0,0 0 0,10 4 0,-12-7 22,0 0 0,0-1 0,0 1-1,-1-1 1,1 0 0,0 0 0,0 0-1,0 0 1,0 0 0,0-1 0,-1 0-1,1 1 1,0-1 0,0 0 0,-1 0-1,1 0 1,-1-1 0,1 1 0,2-2 0,13-6-1716,2 5-3932</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31.214"/>
    </inkml:context>
    <inkml:brush xml:id="br0">
      <inkml:brushProperty name="width" value="0.05" units="cm"/>
      <inkml:brushProperty name="height" value="0.05" units="cm"/>
      <inkml:brushProperty name="color" value="#E71224"/>
    </inkml:brush>
  </inkml:definitions>
  <inkml:trace contextRef="#ctx0" brushRef="#br0">6 14 2913,'0'0'19327,"-1"-3"-18236,-2-4-559,2 3 854,3 6 102,17 11-978,-3-2-462,1 0 0,-2 1 0,1 0 0,-2 1 0,0 1 0,0 0 0,-2 1 0,0 1 0,0 0 0,-1 0 0,8 19 0,-8-13-49,-1 1 1,0 0-1,-2 1 1,-1-1-1,-1 1 1,-1 1-1,-1-1 1,1 34-1,-4-6-29,-3 334 20,-5-330 10,-2-1 1,-27 91-1,-7 27-36,33-83 32,7-59-3,-13 61 0,9-52 54,1-12 47,1-57-43,0-13-64,-2 1 1,-18-61 0,15 67 4,2 0 1,0-1-1,3 0 1,-1-36-1,6 68 1,0 3 9,0 0 1,0 1-1,0-1 1,1 0-1,-1 1 0,0-1 1,0 0-1,0 0 1,0 1-1,0-1 0,0 0 1,0 1-1,0-1 0,0 0 1,-1 1-1,1-1 1,0 0-1,0 1 0,-1-1 1,1 0-1,0 1 1,-1-1-1,1 1 0,-1-1 1,1 0-1,0 1 0,-1-1 1,1 1-1,-1 0 1,0-1-1,1 1 0,-1-1 1,1 1-1,-1 0 0,0-1 1,1 1-1,-1 0 1,0 0-1,1-1 0,-2 1 1,2 21-57,0-7 55,-2 23 13,3 0 0,1 0 0,2 0 1,1-1-1,13 48 0,-6-41-11,-9-30 0,0 1 0,1-1-1,1 0 1,0 0-1,0 0 1,1 0 0,1-1-1,0 0 1,1 0-1,12 14 1,-18-24-2,1-1 0,-1 1 0,0-1 0,1 0 0,-1 1 0,1-1 0,0 0 0,-1-1 0,1 1 0,0 0 0,-1-1-1,1 1 1,0-1 0,0 0 0,-1 0 0,1 0 0,0-1 0,0 1 0,-1 0 0,1-1 0,0 0 0,-1 0 0,6-2 0,0 0 5,0-1 1,0 0-1,-1-1 0,0 1 0,1-1 0,6-7 1,31-29-198,-1-2 1,-3-1 0,64-89 0,-104 132 58,5-11-744,-5 3-3996</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33.194"/>
    </inkml:context>
    <inkml:brush xml:id="br0">
      <inkml:brushProperty name="width" value="0.05" units="cm"/>
      <inkml:brushProperty name="height" value="0.05" units="cm"/>
      <inkml:brushProperty name="color" value="#E71224"/>
    </inkml:brush>
  </inkml:definitions>
  <inkml:trace contextRef="#ctx0" brushRef="#br0">14 181 9845,'0'0'6360,"-1"3"-5507,0 0-162,-2 8-677,-5-7 6506,8-28-4434,0 14-2056,0 0-1,1 0 1,0 0 0,1 0-1,0 0 1,0 0-1,1 1 1,6-14-1,-6 18-26,0 0 1,0 0-1,0 0 0,0 1 0,1-1 0,0 1 1,0 0-1,0 0 0,0 1 0,1-1 0,-1 1 1,1 0-1,0 0 0,0 0 0,0 1 0,9-4 1,-10 5-5,-1-1 1,1 1-1,0 0 1,-1 0-1,1 1 1,0-1-1,0 1 1,-1 0-1,1 0 1,0 0-1,0 0 1,-1 1-1,1 0 1,0 0-1,0 0 1,-1 0-1,1 0 1,-1 0-1,1 1 1,3 2-1,-3 0-1,0 0 0,0-1 0,0 1 0,-1 1 0,1-1 0,-1 0 0,0 1 0,-1 0 0,1 0 0,-1 0 0,0 0 0,3 8-1,1 12-2,-2 0 0,0 0-1,-1 1 1,-2 43 0,0-62-6,0-5 8,-1 0 1,1 0-1,-1 0 0,0 0 0,0 0 0,0 0 0,0 0 1,0 0-1,0 0 0,-1 0 0,1-1 0,-1 1 0,1 0 1,-1 0-1,0 0 0,1 0 0,-3 2 0,2-3 27,1-28 78,0 17-102,0 0 1,0 0-1,0 1 1,2-1-1,-1 0 1,1 1-1,0-1 1,1 1-1,0-1 1,1 1-1,0 0 1,0 0-1,1 1 1,0-1-1,1 1 1,-1 0-1,2 1 1,-1-1-1,1 1 1,8-6-1,-7 6-3,1 1-1,0 0 1,0 0-1,0 1 1,0 0 0,1 1-1,0 0 1,15-4-1,-22 7-1,1 1 0,-1-1 1,1 0-1,-1 1 0,1 0 0,-1 0 0,1 0 0,-1 0 0,0 0 0,1 1 0,-1 0 0,1-1 0,-1 1 0,0 0 1,1 1-1,-1-1 0,0 1 0,0-1 0,0 1 0,0 0 0,0 0 0,-1 0 0,1 1 0,0-1 0,-1 1 1,0-1-1,0 1 0,3 4 0,1 5 2,0 0 0,-1 0-1,-1 1 1,0-1 0,-1 1 0,3 25 0,11 37-101,-17-74 97,0 0 0,0-1 0,0 1 0,1 0 0,-1 0 0,0-1 0,1 1 0,-1-1 0,0 1 0,1 0 0,-1-1 0,1 1 0,-1-1 0,1 1 0,0-1 0,-1 1 0,1-1 0,-1 1 0,1-1 0,0 0 0,-1 1 0,1-1 0,0 0-1,-1 1 1,1-1 0,0 0 0,0 0 0,-1 0 0,1 0 0,0 0 0,0 0 0,-1 0 0,1 0 0,0 0 0,0 0 0,-1 0 0,1 0 0,0-1 0,0 1 0,-1 0 0,1 0 0,0-1 0,-1 1 0,1 0 0,0-1 0,-1 1 0,1-1 0,-1 1 0,1-1-1,-1 1 1,1-1 0,-1 0 0,1 1 0,0-2 0,36-41 92,-28 31-111,4-5 9,39-40 87,-49 54-77,0 0 0,0 0 0,1 1 0,-1-1 0,1 1 0,0 0 0,0-1 0,-1 2-1,1-1 1,0 0 0,1 1 0,-1 0 0,0 0 0,5-1 0,-7 3 5,-1-1 0,1 0-1,-1 1 1,1-1 0,-1 1 0,1 0 0,-1-1-1,1 1 1,-1 0 0,0 0 0,1 0 0,-1 0-1,0 0 1,0 0 0,0 1 0,0-1-1,0 0 1,0 0 0,1 3 0,18 33 58,-12-22-52,15 33 74,-17-34-299,1 0 1,1 0 0,0 0-1,14 17 1,-19-27-92,1 0 1,0-1-1,0 1 0,0-1 1,0 0-1,0 0 0,1 0 0,-1-1 1,1 0-1,0 0 0,0 0 0,0 0 1,0-1-1,0 1 0,0-1 0,0-1 1,9 1-1,-9 0 123,1-1 0,0 0 0,-1 0 0,1-1 0,0 1 0,-1-1 0,1 0 0,-1-1 1,1 1-1,-1-1 0,0 0 0,0-1 0,0 1 0,0-1 0,0 0 0,0 0 0,-1-1 0,1 1 0,-1-1 0,0 0 0,0 0 1,-1-1-1,1 1 0,-1-1 0,0 1 0,5-10 0,-2 1 733,-1-1 1,0 1-1,-1-1 1,0 0-1,-1 0 0,-1 0 1,0-1-1,-1 1 1,0-1-1,-2-20 1,1 27-105,0 7-370,0 0-1,0 0 0,0 0 0,0 0 0,-1 0 0,1 0 1,0 0-1,0 0 0,-1 0 0,1 0 0,0 0 0,-1 0 0,1 1 1,-1-1-1,1 0 0,-1 0 0,1 0 0,-1 0 0,0 1 1,0-1-1,1 0 0,-1 1 0,0-1 0,0 0 0,0 1 0,1-1 1,-1 1-1,0 0 0,0-1 0,0 1 0,0 0 0,0-1 1,0 1-1,0 0 0,0 0 0,0 0 0,0 0 0,0 0 0,0 0 1,0 0-1,0 0 0,0 0 0,0 0 0,0 1 0,0-1 0,0 0 1,-2 2-1,-1-1-55,-1 0 0,1 1-1,-1 0 1,1 0 0,0 1 0,-1-1 0,1 1 0,-7 5 0,3 2-66,-1-1 1,1 1-1,1 0 1,0 1-1,0 0 1,1 0-1,0 0 1,1 1-1,0 0 0,1 0 1,1 0-1,0 1 1,0-1-1,1 1 1,0 19-1,3-32-19,1 0-1,0 1 0,-1-1 1,1 0-1,0 0 1,-1 0-1,1 0 0,-1-1 1,1 1-1,0 0 1,-1-1-1,4 0 0,4-7 90,0 1 0,-1-1 0,0-1 0,0 1 0,-1-1 0,0-1 0,0 1 0,-1-1 0,5-11-1,13-18 415,-24 39-403,1-1 0,-1 1 1,1-1-1,-1 1 0,1 0 0,-1-1 0,1 1 0,-1-1 0,1 1 1,-1 0-1,1-1 0,0 1 0,-1 0 0,1 0 0,-1 0 0,1-1 1,0 1-1,-1 0 0,1 0 0,0 0 0,-1 0 0,1 0 0,0 0 1,-1 0-1,1 0 0,0 0 0,-1 1 0,1-1 0,-1 0 0,1 0 1,0 1-1,-1-1 0,1 0 0,-1 0 0,1 1 0,-1-1 0,1 1 1,-1-1-1,1 1 0,-1-1 0,1 0 0,-1 1 0,0 0 0,1-1 1,-1 1-1,0-1 0,1 1 0,-1-1 0,1 2 0,20 35-150,-18-31 274,11 20 79,1 0 1,36 47-1,-43-65-594,0 1-1,0-1 1,1-1 0,15 11-1,-19-14-449,1-1-1,0 0 1,0 0-1,0-1 0,1 0 1,-1 0-1,0 0 1,14 1-1,5-2-4280</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33.534"/>
    </inkml:context>
    <inkml:brush xml:id="br0">
      <inkml:brushProperty name="width" value="0.05" units="cm"/>
      <inkml:brushProperty name="height" value="0.05" units="cm"/>
      <inkml:brushProperty name="color" value="#E71224"/>
    </inkml:brush>
  </inkml:definitions>
  <inkml:trace contextRef="#ctx0" brushRef="#br0">10 53 10485,'0'0'13705,"-3"-12"-12916,1 5-755,1 5-16,0 0 0,1-1 0,-1 1 1,0-1-1,1 1 0,-1-1 0,1 1 0,0-1 0,0 1 1,0-1-1,1-3 0,10 10 143,15 21 115,8 15-126,45 67 1,-27-32-4297,-50-72 3142,2 1-537</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33.933"/>
    </inkml:context>
    <inkml:brush xml:id="br0">
      <inkml:brushProperty name="width" value="0.05" units="cm"/>
      <inkml:brushProperty name="height" value="0.05" units="cm"/>
      <inkml:brushProperty name="color" value="#E71224"/>
    </inkml:brush>
  </inkml:definitions>
  <inkml:trace contextRef="#ctx0" brushRef="#br0">322 1 13510,'0'0'10501,"-148"51"-10325,117-2-176,2 2 0,3 5-32,1 0-208,-4-4-897,8-8-1056,8-11-1648,13-13-3411</inkml:trace>
  <inkml:trace contextRef="#ctx0" brushRef="#br0" timeOffset="1">617 288 15831,'0'0'12486,"36"-38"-12454,-31 36-32,-2 2-1697</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35.792"/>
    </inkml:context>
    <inkml:brush xml:id="br0">
      <inkml:brushProperty name="width" value="0.05" units="cm"/>
      <inkml:brushProperty name="height" value="0.05" units="cm"/>
      <inkml:brushProperty name="color" value="#E71224"/>
    </inkml:brush>
  </inkml:definitions>
  <inkml:trace contextRef="#ctx0" brushRef="#br0">219 294 11189,'0'0'11883,"-17"-16"-11051,4 5-711,1 0 0,-2 0-1,-19-12 1,31 22-114,1 1 0,0-1 0,-1 1 0,1 0 0,-1-1 0,1 1 0,0 0 0,-1 0 0,1 0-1,-1 0 1,1 0 0,-1 0 0,1 0 0,0 1 0,-1-1 0,1 0 0,-1 1 0,1-1 0,0 1 0,0 0 0,-1-1 0,1 1-1,0 0 1,0 0 0,0 0 0,0 0 0,-2 2 0,-23 33 57,19-25-47,-1 3-14,0 0-1,1 0 1,1 1 0,0 0-1,1 0 1,0 0 0,1 1-1,1 0 1,1 0 0,0 0-1,1 0 1,1 17 0,0-30-13,1-1 1,-1 1 0,1-1-1,0 1 1,0-1 0,0 1 0,0-1-1,0 0 1,0 1 0,1-1-1,-1 0 1,1 0 0,-1 0 0,1 0-1,0 0 1,0 0 0,0-1-1,0 1 1,0-1 0,0 1 0,1-1-1,-1 0 1,0 0 0,1 0-1,-1 0 1,1 0 0,-1 0 0,1-1-1,-1 1 1,1-1 0,-1 0-1,5 0 1,0 1 6,0 0 0,0-1 0,0 0 1,0 0-1,0-1 0,0 0 0,0 0 0,0-1 0,0 0 0,-1 0 0,1-1 0,6-2 0,0-4 7,-1-1-1,0 1 0,0-2 0,-1 0 0,0 0 0,14-19 1,-1-5 285,23-44 0,-46 77 140,-1 11-63,1 163-324,-1-169-44,1 1-1,-1-1 1,1 0-1,0 0 0,0 0 1,0 0-1,1 0 0,-1 0 1,1-1-1,0 1 1,-1 0-1,1-1 0,0 1 1,1-1-1,-1 0 0,0 0 1,1 0-1,-1 0 1,1 0-1,-1 0 0,1-1 1,0 1-1,0-1 0,0 1 1,0-1-1,0 0 0,0-1 1,0 1-1,0 0 1,0-1-1,0 0 0,6 0 1,-1 1 3,0 0 0,0-1 1,0-1-1,0 1 0,0-1 1,0-1-1,0 1 0,0-2 1,-1 1-1,1-1 0,-1 0 1,11-6-1,-4-1 1,-1-1 0,0-1 1,-1 0-1,-1 0 0,0-1 0,0-1 0,-1 0 0,-1 0 0,0-1 0,-2 0 1,1 0-1,-2-1 0,0 0 0,7-30 0,-3-3 178,-2 0 0,-2-1 0,-1-88 0,-10 116 801,4 22-953,1 0 1,0-1-1,-1 1 1,1 0-1,0-1 0,-1 1 1,1 0-1,-1 0 1,1-1-1,0 1 1,-1 0-1,1 0 0,-1 0 1,1 0-1,-1 0 1,1 0-1,-1 0 1,1 0-1,-1 0 0,1 0 1,0 0-1,-1 0 1,1 0-1,-1 0 1,1 0-1,-1 0 0,0 0 1,-1 2-5,0-1 0,0 0 0,-1 1 0,1-1 0,0 1 0,0 0 0,1-1 0,-1 1 0,0 0 0,1 0 0,-1 0 0,1 1 0,-2 2 0,-4 9-31,1 1-1,0 1 0,1-1 1,0 1-1,2 0 0,-4 28 1,3 101 12,4-113-5,0-16-21,0-1 0,1 1-1,1 0 1,1-1-1,0 1 1,1-1 0,0 0-1,10 20 1,-12-30-18,1 1 1,1-1-1,-1 0 1,1 0 0,0 0-1,0 0 1,0 0-1,1-1 1,-1 0-1,1 0 1,0 0-1,0 0 1,1-1 0,-1 0-1,1 0 1,0-1-1,-1 1 1,1-1-1,0-1 1,1 1 0,-1-1-1,0 0 1,11 1-1,-9-2 27,1 0 1,0-1-1,0 1 0,0-1 0,-1-1 0,1 0 0,-1 0 0,1-1 1,-1 0-1,0 0 0,0-1 0,0 0 0,0-1 0,9-6 0,-6 2 5,-1-1-1,0 0 0,-1 0 1,1-1-1,-2 0 0,0 0 1,0-1-1,8-18 0,-4 4 54,-1-2 0,-1 1 0,-1-2 0,-2 1-1,-1-1 1,-1 0 0,-2 0 0,1-33 0,-6 46 646,-2 14-289,-8 26-201,-11 51-346,22-72 186,-9 46-106,2 1 1,2 1-1,3-1 1,1 1-1,9 77 0,-7-121-71,1-1-1,0 1 1,0-1 0,0 1-1,1-1 1,0 0-1,0 0 1,0 1-1,1-2 1,0 1-1,0 0 1,1-1-1,0 1 1,0-1 0,5 5-1,-6-7 34,0-1 0,0 0 0,0 0 0,0-1 1,0 1-1,1 0 0,-1-1 0,1 0 0,-1 0 0,1 0 0,0 0 0,-1-1 0,1 0 0,0 1 0,-1-1 0,1 0 0,0-1 1,-1 1-1,1-1 0,-1 0 0,1 1 0,0-1 0,-1-1 0,1 1 0,-1-1 0,0 1 0,6-5 0,11-7 54,0 0-1,-1-2 0,0 0 0,-2-1 1,0-1-1,-1-1 0,0 0 0,-1-1 1,-2-1-1,20-36 0,-21 29 1375,-19 39 173,-18 44-877,20-39-629,1 0 1,1 1-1,0-1 0,2 1 1,0 31-1,2-47-10,-1-1 1,0 1-1,1-1 1,-1 1-1,1-1 0,0 1 1,-1-1-1,1 0 1,0 1-1,0-1 0,0 0 1,0 0-1,0 0 1,0 0-1,0 0 1,1 0-1,-1 0 0,0 0 1,0 0-1,1 0 1,-1-1-1,1 1 0,-1-1 1,1 1-1,-1-1 1,1 1-1,-1-1 0,1 0 1,-1 0-1,1 0 1,-1 0-1,3 0 0,1 1-7,1-1-1,0 0 1,0 0-1,-1-1 1,1 1-1,0-1 1,-1 0-1,7-3 1,-5 1-11,0-1 1,0 0 0,-1-1-1,0 1 1,0-1-1,0-1 1,0 1 0,5-8-1,-7 9 30,0 0-1,-1-1 0,0 1 0,0-1 1,0 1-1,-1-1 0,0 0 0,0 0 0,0 0 1,0 0-1,-1-1 0,2-10 0,-3 14 5,-1 1 0,1-1 0,-1 0 0,1 0 0,-1 0 0,0 0 0,1 1 0,-1-1 0,0 0 0,0 1 0,0-1-1,-1 0 1,1 1 0,0-1 0,-1 1 0,1 0 0,0 0 0,-1-1 0,0 1 0,1 0 0,-1 0 0,0 0-1,-3-1 1,3 1 4,0 1 0,0-1 0,0 0 0,1-1 0,-1 1 0,0 0 0,0 0 0,1-1 0,-1 1 0,1-1 0,-1 1 0,1-1 0,0 0 0,-1 0 0,1 1 0,0-1 0,0 0 0,0 0 0,1 0 0,-1 0 0,0 0 0,1-1 0,-1 1 0,1-3 0,0 3-1,0 0 0,0 0 1,0-1-1,1 1 1,-1 0-1,1 0 0,0 0 1,0-1-1,-1 1 1,1 0-1,0 0 0,1 0 1,-1 0-1,0 1 1,1-1-1,-1 0 0,1 0 1,-1 1-1,1-1 1,3-1-1,-1 0 5,0 0 0,1 1 0,0 0 0,-1 0 0,1 0 0,0 1 0,0 0 0,0-1 0,6 1 0,-3 0-1,-1 0 0,0 1 0,1 0 1,-1 0-1,0 1 0,1 0 1,-1 0-1,0 1 0,0 0 0,0 0 1,0 0-1,0 1 0,11 7 1,-6 0 20,-1 1 0,0 0 0,-1 1 0,11 15 0,31 33 78,-51-59-100,0-1 1,-1 1-1,1-1 1,0 1-1,0-1 1,0 0-1,0 1 1,-1-1-1,1 0 0,0 0 1,0 1-1,0-1 1,0 0-1,0 0 1,0 0-1,0 0 1,0 0-1,0 0 1,0-1-1,0 1 1,-1 0-1,1 0 1,0-1-1,0 1 1,0 0-1,0-1 1,0 1-1,-1-1 1,1 1-1,0-1 0,0 0 1,-1 1-1,1-1 1,0-1-1,26-30 137,-21 24-142,4-5 9,-6 5 22,1 2 1,1-1-1,-1 1 0,1-1 0,0 1 0,13-9 0,-18 14-31,0 1 0,0-1 0,0 1 0,1 0-1,-1 0 1,0 0 0,0-1 0,0 1 0,0 0 0,0 0 0,0 0 0,0 1-1,0-1 1,0 0 0,0 0 0,0 0 0,0 1 0,0-1 0,0 1 0,0-1-1,0 1 1,0-1 0,0 1 0,0-1 0,0 1 0,0 0 0,-1 0 0,1-1 0,0 1-1,1 2 1,20 31-67,-15-23 71,-2-3-31,0-1-1,1 0 1,0 0-1,1 0 1,-1-1-1,1 0 1,0 0-1,1-1 1,-1 0-1,1 0 1,11 4-1,-15-7 23,1 0-1,-1-1 0,0 0 0,1 0 0,-1 0 0,1 0 0,-1-1 0,1 1 0,-1-1 0,1 0 0,-1-1 1,1 1-1,-1-1 0,1 0 0,-1 0 0,0 0 0,1-1 0,-1 1 0,0-1 0,0 0 0,0 0 0,0-1 1,0 1-1,5-5 0,-2 0 40,1 0 0,-2 0 0,1-1 0,-1 0 0,0 0 0,0-1 0,-1 1 0,0-1 0,-1 0 0,1-1 0,-2 1 0,5-17 0,-3 0 235,-2-1-1,0 1 0,-2-43 0,-1 69-292,1-1-1,-1 0 0,0 0 1,0 1-1,0-1 1,0 0-1,0 0 1,0 0-1,0 0 0,0 1 1,0-1-1,-1 0 1,1 0-1,0 1 1,0-1-1,-1 0 0,1 0 1,-1 1-1,1-1 1,0 0-1,-1 1 1,1-1-1,-1 0 0,0 1 1,1-1-1,-1 1 1,1-1-1,-1 1 1,0-1-1,1 1 1,-1-1-1,0 1 0,0 0 1,1-1-1,-1 1 1,0 0-1,0 0 1,0 0-1,1-1 0,-1 1 1,0 0-1,0 0 1,0 0-1,1 0 1,-1 0-1,0 1 0,0-1 1,0 0-1,1 0 1,-2 1-1,0 0-333,0 0 0,0-1 0,0 1 0,0 0 0,0 1 0,0-1 0,1 0 0,-1 1 0,0-1 0,1 1 0,-1-1 0,1 1 0,0-1 0,-1 1 0,1 0 0,0 0 0,-2 3 0,0 19-6234,3 1-4869</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37.089"/>
    </inkml:context>
    <inkml:brush xml:id="br0">
      <inkml:brushProperty name="width" value="0.05" units="cm"/>
      <inkml:brushProperty name="height" value="0.05" units="cm"/>
      <inkml:brushProperty name="color" value="#E71224"/>
    </inkml:brush>
  </inkml:definitions>
  <inkml:trace contextRef="#ctx0" brushRef="#br0">202 341 15303,'0'0'8081,"-24"2"-7894,-75 13 0,95-14-184,0 1 0,0 0 0,0 0 0,0 0 0,0 1 0,1 0 0,-1-1 0,1 1 0,0 0 0,0 1 0,0-1 0,0 0 0,0 1 0,1 0 0,-1 0 0,1 0 0,0 0 0,0 0 0,1 0 0,-1 0 0,1 0 0,0 1 0,0-1 0,0 5 0,-2 2-1,1-3-10,0 0 1,0-1 0,1 1-1,0 0 1,1 0-1,-1 0 1,1 0-1,1-1 1,2 13-1,-2-19 4,0 0-1,0 0 1,0 0-1,0-1 0,0 1 1,0 0-1,0-1 1,0 1-1,0-1 1,1 1-1,-1-1 1,0 1-1,0-1 0,1 0 1,-1 0-1,0 0 1,0 0-1,1 0 1,-1 0-1,0 0 1,0 0-1,1 0 1,-1-1-1,2 1 0,33-11 47,-24 2-20,0-1 1,0 0-1,-1 0 0,0-2 1,-1 1-1,11-18 0,2 1-15,-22 27-6,-1 1 0,0 0 0,0-1 0,0 1 0,0 0 0,1 0 0,-1-1 0,0 1 0,0 0 0,0 0 0,1-1 0,-1 1 0,0 0 0,1 0 0,-1 0 0,0-1 0,0 1 0,1 0 0,-1 0 0,0 0 0,1 0 0,-1 0 0,0 0 0,1 0 0,-1 0 0,0 0 0,1 0 0,-1 0 0,0 0 0,1 0 0,-1 0 0,0 0 0,1 0 0,-1 0 0,0 0 0,1 0 0,-1 0 0,0 0 0,1 1 0,-1-1 0,0 0 0,1 0 0,-1 0 0,0 1 0,0-1 0,1 0 0,-1 0 0,0 1 0,0-1 0,0 0 0,1 1 0,-1-1 0,0 0 0,0 0 0,0 1 0,0-1 0,0 0 0,0 1 0,0-1 0,0 0 0,1 1 0,-1 0 0,7 33 20,-3-11-6,-2-19-15,-1-1 1,1 0-1,0 0 1,0 0-1,0 0 1,1 0-1,-1 0 1,1 0-1,-1-1 1,1 1-1,0-1 1,0 0-1,0 0 1,0 0-1,0 0 1,1 0-1,-1-1 1,1 0-1,-1 1 1,1-1-1,-1-1 1,1 1 0,0 0-1,-1-1 1,1 0-1,0 0 1,-1 0-1,1 0 1,0 0-1,3-2 1,3 1 0,-1-1 0,0 0 1,-1 0-1,1-1 0,0-1 1,-1 1-1,0-1 0,1-1 1,-2 1-1,1-1 0,8-7 1,-6 2 2,0 0 0,0 0 0,-1-1 0,0 0 0,-1-1 0,0 0 0,-1 0 0,0-1 0,9-24 0,-10 14 119,0 1-1,-2-1 1,0 0 0,-1-1-1,-1-28 1,-2-116 2137,-3 155-824,-6 19-1027,-5 21-443,-7 47-12,3 1 0,-12 118-1,29-152-606,1-41 405,4-1 136,61-31 119,-56 27-10,-1-1 0,1 2 0,0-1 0,1 1 1,-1 0-1,1 1 0,-1 0 0,1 1 0,0 0 0,17-1 1,-23 3-3,1-1 0,-1 1 0,0 0 0,1 1 0,-1-1 0,0 1 0,1 0 0,-1 0 0,0 0 0,0 1 0,0 0 0,5 2 1,-7-2-2,0 0 1,-1 0 0,1 1 0,0-1 0,-1 0-1,0 1 1,1-1 0,-1 1 0,0-1 0,0 1-1,0 0 1,-1 0 0,1-1 0,-1 1 0,1 0-1,-1 0 1,0 0 0,0-1 0,-1 5 0,1-3-12,-1-1 0,0 0 1,0 1-1,0-1 1,-1 0-1,1 0 0,-1 0 1,0 0-1,1 0 0,-1 0 1,-1-1-1,1 1 1,0-1-1,-1 1 0,1-1 1,-1 0-1,1 0 1,-1 0-1,0 0 0,0 0 1,-4 1-1,-10 6-115,-1-1-1,-23 8 1,20-10 116,1-1 0,-1-1 0,0-1 0,0-1 0,-41 0 0,61-2 248,26-4 31,-15 4-244,63-14-19,-1-3 0,128-49 0,-178 58-36,-1-1-1,0-1 0,-1-1 0,0-1 0,-1 0 1,0-2-1,19-17 0,-31 24 92,0 0 0,0-1 1,-1 0-1,-1 0 0,1 0 0,-1-1 1,0 1-1,-1-1 0,0 0 0,-1 0 1,1-1-1,-2 1 0,1-1 0,-2 0 0,1 0 1,-1 1-1,-1-1 0,0-19 0,-1 28-29,1 0-1,0 0 0,-1 0 0,1 0 0,-1 0 1,0 0-1,1 0 0,-1 0 0,0 0 0,0 0 1,1 0-1,-1 0 0,0 0 0,0 1 0,0-1 0,0 0 1,0 1-1,0-1 0,0 1 0,0-1 0,0 1 1,0 0-1,0-1 0,-1 1 0,1 0 0,0 0 1,0-1-1,0 1 0,0 0 0,-3 1 0,2-2-18,-1 1-1,1 0 1,-1 0 0,1 1-1,0-1 1,-1 1-1,1-1 1,-1 1-1,1-1 1,0 1-1,0 0 1,-1 0 0,1 1-1,0-1 1,-3 3-1,-2 4-5,1 0 1,1 1-1,-1 0 0,2 0 1,-1 0-1,1 0 0,0 1 0,1 0 1,0 0-1,1 0 0,-1 12 0,-2 14 39,0 66-1,5-92-52,0 0 1,0 0 0,1 0 0,0 0 0,1 0 0,4 15 0,-4-21-3,0 0 0,0 0 0,1-1 1,-1 1-1,1 0 0,0-1 0,0 0 0,0 1 0,0-1 0,1 0 0,-1-1 1,1 1-1,0-1 0,0 1 0,0-1 0,0 0 0,5 1 0,1 1-28,1 0 0,0-1 0,0-1 0,0 0-1,1 0 1,-1-1 0,0 0 0,1-1 0,-1-1-1,0 0 1,1 0 0,-1-1 0,0 0 0,13-5-1,-8 1-7,-1 0-1,0 0 0,0-2 0,-1 0 0,0 0 1,0-2-1,-1 1 0,0-2 0,13-14 1,-19 19 87,-1-1 0,0 1 1,0-2-1,0 1 1,-1-1-1,0 1 0,-1-1 1,1-1-1,-2 1 0,1-1 1,-1 1-1,-1-1 1,3-12-1,-7 21 2,-1-1 1,1 1-1,-1 0 0,1-1 0,-1 1 1,1 0-1,-1 1 0,1-1 0,-1 0 0,1 1 1,-5 1-1,3 0-32,0 1 0,0 0 1,0 0-1,0 1 0,0-1 0,0 1 0,1-1 1,0 1-1,0 0 0,0 1 0,0-1 0,1 0 0,-1 1 1,1 0-1,0-1 0,1 1 0,-1 0 0,1 0 1,-2 8-1,0 10 2,0 1 1,1 41-1,2-64-8,0 2 0,0 0-1,0 1 0,1-1 1,-1 0-1,1 0 0,0 1 0,0-1 1,0 0-1,0 0 0,0 0 1,1 0-1,-1 0 0,1 0 1,0 0-1,0-1 0,0 1 1,0-1-1,0 1 0,3 1 0,0 0 3,0-1 0,0 0-1,0 0 1,1-1-1,-1 1 1,0-1-1,1 0 1,0-1 0,-1 1-1,8 0 1,4-1-15,1 0 1,-1-1 0,1 0 0,-1-1-1,1-2 1,27-6 0,-28 4 18,0-1 0,0 0 0,0-1 0,29-19 0,-39 21-270,0 0 0,0 0 0,-1-1 0,0 0 0,9-10-1,-13 13-211,1 0-1,-1 0 1,0 0-1,0-1 1,-1 1-1,1-1 1,-1 1-1,0-1 1,0 1 0,0-1-1,0 0 1,-1 0-1,1-4 1,-1-4-6245</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38.108"/>
    </inkml:context>
    <inkml:brush xml:id="br0">
      <inkml:brushProperty name="width" value="0.05" units="cm"/>
      <inkml:brushProperty name="height" value="0.05" units="cm"/>
      <inkml:brushProperty name="color" value="#E71224"/>
    </inkml:brush>
  </inkml:definitions>
  <inkml:trace contextRef="#ctx0" brushRef="#br0">61 227 4466,'0'0'12515,"0"-20"-10322,0-43-419,0 27 4109,-34 770-4149,9-352-1753,23-554 167,6-250-73,2 328-94,4 0 0,30-130 0,-34 200 21,0 0 0,2 0-1,1 1 1,12-23 0,-19 41-6,1 0 0,0 0 0,0 1 0,0-1-1,0 0 1,1 1 0,0 0 0,0 0 0,0 0 0,0 1-1,1-1 1,-1 1 0,1 0 0,0 0 0,0 1-1,0-1 1,0 1 0,1 0 0,-1 1 0,0-1 0,1 1-1,-1 0 1,8 0 0,-10 1 3,0 0 0,-1 1 0,1-1 0,0 1-1,-1 0 1,1 0 0,-1 0 0,1 0 0,-1 0 0,1 1 0,-1-1 0,0 0-1,0 1 1,0 0 0,0 0 0,0 0 0,0-1 0,0 2 0,0-1 0,-1 0-1,1 0 1,-1 0 0,0 1 0,0-1 0,0 1 0,0-1 0,0 1-1,0 0 1,0-1 0,-1 1 0,1 3 0,2 13-6,-1-1 1,0 1-1,-2 28 0,0-29 6,-2 6-18,0 0 1,-2 0-1,0-1 0,-1 0 1,-2 0-1,0 0 0,-2-1 1,0 0-1,-20 32 0,10-21-54,-2-1-1,-2-1 0,0-1 0,-2-1 0,-38 34 0,46-50-1687,24-31-10592,5 6 10924,25-17-7049</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40.142"/>
    </inkml:context>
    <inkml:brush xml:id="br0">
      <inkml:brushProperty name="width" value="0.05" units="cm"/>
      <inkml:brushProperty name="height" value="0.05" units="cm"/>
      <inkml:brushProperty name="color" value="#E71224"/>
    </inkml:brush>
  </inkml:definitions>
  <inkml:trace contextRef="#ctx0" brushRef="#br0">0 477 10805,'0'0'8636,"20"-9"-7702,65-34 47,-77 38-792,-1 0 0,0-1 0,0 0 0,-1 0 0,0-1 0,0 1 0,0-1 0,-1-1 0,0 1 0,0-1 0,0 0 0,-1 0 0,-1 0 0,0 0 0,0-1 0,0 0 0,1-10 0,-4 19-181,4-50 1527,-4 39-768,-19 12-465,13 0-303,0 1 1,0 1-1,1-1 1,-1 1 0,1 0-1,0 0 1,0 1-1,0-1 1,0 1-1,0 0 1,1 1-1,0-1 1,0 1-1,0-1 1,0 1-1,1 1 1,0-1-1,-5 10 1,1 1-15,0-1 1,1 1-1,1 0 1,0 0-1,-4 29 1,6-26-1,1 1 0,0-1 0,2 0 0,3 34 0,-2-49 9,-1 0 1,1 0-1,0 1 0,0-1 0,1 0 0,-1 0 0,1 0 1,0-1-1,0 1 0,0 0 0,1-1 0,-1 1 1,1-1-1,0 0 0,0 0 0,0 0 0,0 0 1,1 0-1,-1-1 0,1 1 0,-1-1 0,1 0 0,0 0 1,0 0-1,0-1 0,0 0 0,5 2 0,0-1 7,1 0 0,-1 0-1,0-1 1,0 0 0,1-1-1,-1 0 1,1 0 0,-1-1-1,0 0 1,0-1-1,1 0 1,-1 0 0,0-1-1,-1 0 1,1-1 0,-1 0-1,1 0 1,-1-1 0,0 0-1,0 0 1,-1-1-1,0 0 1,0 0 0,6-8-1,83-89 168,-96 103-159,1 0 0,0 0 0,-1 0 0,1 1 0,0-1 0,-1 0 0,1 1 0,-1-1 0,1 0 0,-1 1 0,1-1 0,-1 1 0,1-1 0,-1 1 0,1-1 0,-1 1 0,0 0 0,1-1 0,-1 1 0,0-1 0,1 1 0,-1 0 0,0-1 0,0 1 0,0 0 0,0-1 0,1 1 0,-1 0 0,0-1 0,0 1-1,0 0 1,-1 0 0,10 37-62,-8-32 93,4 24 2,-5-22-39,1 0-1,0 0 0,1 0 0,0 0 0,0-1 0,1 1 0,5 9 0,-8-16 1,1 0 1,0 0-1,0-1 0,0 1 1,-1-1-1,1 1 1,0-1-1,0 1 0,0-1 1,0 0-1,0 1 1,0-1-1,0 0 0,0 0 1,0 0-1,0 0 0,0 1 1,0-1-1,0-1 1,0 1-1,0 0 0,0 0 1,0 0-1,0 0 1,0-1-1,0 1 0,0 0 1,0-1-1,0 1 0,-1-1 1,1 1-1,0-1 1,0 0-1,0 1 0,0-2 1,34-26 223,-31 24-208,26-24 90,-11 8-36,44-31 0,-58 47-67,1 0-1,-1 1 1,1 0-1,0 0 0,-1 0 1,2 1-1,-1 0 1,0 0-1,0 1 0,0-1 1,1 1-1,-1 1 1,12-1-1,-15 3-9,1 0 1,-1-1 0,1 2-1,-1-1 1,0 0-1,0 1 1,0-1-1,-1 1 1,1 0-1,-1 0 1,1 0 0,-1 0-1,0 0 1,0 1-1,0-1 1,1 5-1,13 16-22,-9-14-120,1-1 0,0 0 0,1-1 0,0 0 0,0 0 0,0-1 1,1 0-1,0 0 0,1-1 0,-1-1 0,1 0 0,0 0 1,1-1-1,-1 0 0,1-1 0,0-1 0,-1 0 0,1 0 1,0-1-1,17-1 0,-13 1-243,0-2 0,0 0 1,0 0-1,0-2 0,25-6 0,-34 6 362,0 0 1,0 0-1,0-1 0,-1 0 0,1 0 0,-1 0 1,0-1-1,0 0 0,-1 0 0,0-1 0,0 1 1,0-1-1,0 0 0,3-8 0,-2 4 301,0 0 0,-1 0 0,-1 0 0,0-1 0,0 0 0,-1 0 0,0 0 0,-1 0 0,0-1 0,-1 1 0,-1-1 0,0-12 0,0 23-246,0 0 0,-1 0 0,1 0 0,0 0 1,-1 0-1,1 0 0,-1 0 0,1 0 0,-1 1 0,1-1 1,-1 0-1,0 0 0,1 1 0,-1-1 0,0 0 0,0 1 0,0-1 1,1 1-1,-1-1 0,0 1 0,0-1 0,0 1 0,0 0 1,0-1-1,0 1 0,0 0 0,0 0 0,0-1 0,0 1 0,0 0 1,0 0-1,0 0 0,0 0 0,0 1 0,0-1 0,0 0 1,0 0-1,-1 1 0,-4 0-8,0 0 0,1 0 0,-1 0 0,1 1 0,-1 0 0,-7 4 0,3 0-27,1 1-1,-1 0 1,1 0 0,1 1 0,-1 1-1,2-1 1,-1 1 0,1 0 0,0 1-1,1 0 1,0 0 0,1 0 0,0 1-1,0 0 1,1-1 0,1 2 0,0-1-1,0 0 1,1 1 0,-1 19 0,4-30 1,-1 0 0,1 0 1,0 0-1,0 0 0,0 0 0,0-1 1,0 1-1,0 0 0,0 0 0,0-1 1,0 1-1,0-1 0,0 1 1,1-1-1,-1 0 0,0 1 0,0-1 1,1 0-1,-1 0 0,0 1 0,0-1 1,0 0-1,1-1 0,-1 1 1,0 0-1,2-1 0,39-2 57,-29-2-42,0 0 0,0-1 0,-1 0 0,0-1 0,21-15 0,25-14-122,-57 36 105,-1-1 0,1 1 0,0 0 1,0-1-1,0 1 0,0 0 0,0 0 0,0 0 0,0 0 1,0 0-1,0 0 0,0 0 0,0 0 0,0 0 0,-1 0 0,1 0 1,0 1-1,0-1 0,0 0 0,0 1 0,0-1 0,0 1 1,0-1-1,-1 1 0,3 0 0,16 23-36,1-1 15,-14-20 15,0 0 1,0-1 0,0 1 0,1-1 0,-1 0 0,1 0 0,-1-1 0,1 0 0,-1 0 0,1-1 0,0 0 0,-1 0 0,1 0 0,9-2 0,-7 0 2,0 0 0,0 0 1,0 0-1,-1-1 0,0-1 0,1 1 0,-1-1 0,0-1 0,-1 0 1,9-6-1,0-4 15,-1 0 0,0-1 0,-1 0 0,-1-1 1,-1-1-1,-1 0 0,0-1 0,8-20 0,9-29 284,19-72 0,-10 29 390,-16 21 2435,-39 151-3162,9-35 47,2 1-1,-7 41 1,9-25-41,1 0 0,2 0 0,3 1-1,9 75 1,-8-111-20,0 0 0,1-1 0,0 0-1,0 0 1,1 1 0,-1-2 0,1 1-1,1 0 1,0-1 0,0 0 0,0 0 0,0-1-1,1 1 1,0-1 0,0 0 0,0-1-1,1 1 1,10 4 0,-11-6 32,0 0 0,-1-1 1,1 0-1,0 0 0,1-1 0,-1 0 1,0 0-1,0 0 0,1 0 0,-1-1 1,0 0-1,1-1 0,-1 1 0,0-1 1,0-1-1,0 1 0,0-1 0,0 0 1,0 0-1,0-1 0,0 1 0,-1-1 0,9-6 1,2-5 21,-1 0 0,0 0 1,-1-1-1,-1-1 1,0-1-1,-2 0 0,0 0 1,0-1-1,10-27 1,3-12 119,29-109 0,-47 146 4,-2 7 140,-1 0 0,0 0 0,0-1 0,0-18 0,-3 31 68,0 8-238,-11 120-235,-1-1 118,11-96 43,0-16-44,0 0 0,1 1 0,1-1 0,0 0 0,6 28 0,-6-39 3,0 1 0,1-1 0,-1 0 0,1 0 0,0 0 1,-1 0-1,1 0 0,1-1 0,-1 1 0,0-1 0,1 1 0,-1-1 0,1 0 0,0 0 0,0 0 0,-1 0 0,1 0 0,1-1 0,-1 1 0,0-1 0,0 0 0,0 0 0,1 0 0,-1 0 0,1-1 0,-1 1 1,0-1-1,1 0 0,6 0 0,-4 0 18,0-1-1,0 0 1,0 0 0,0 0 0,0 0 0,0-1 0,-1 0-1,1 0 1,0-1 0,-1 1 0,0-1 0,0 0 0,0-1 0,9-7-1,1-3 13,-2-1 0,1 0 0,12-20-1,-15 19 46,-10 15 78,-1 44-166,0-35 41,0-1 1,1 1-1,0 0 1,0 0-1,1 0 0,0 0 1,0-1-1,1 1 1,0-1-1,0 0 0,1 0 1,7 11-1,-7-13-15,-1 0 0,2-1-1,-1 0 1,0 0-1,1 0 1,0 0 0,0-1-1,0 0 1,0 0 0,1 0-1,-1-1 1,1 0-1,0 0 1,-1 0 0,1-1-1,0 1 1,10-1-1,-12 0-1,0 0 0,0-1 0,0 0 0,0 0 0,0 0 0,0-1-1,0 1 1,0-1 0,0 0 0,0 0 0,0-1 0,0 1 0,-1-1-1,1 1 1,0-1 0,-1 0 0,0-1 0,1 1 0,3-5-1,-2 1 37,0 0 0,-1-1 0,1 0-1,-2 1 1,1-2 0,-1 1-1,0 0 1,0-1 0,1-10-1,7-37 972,-11 54-695,-2 6-98,-15 41-82,1-1 1,3 2 0,2-1 0,-6 56-1,-7 200 417,9-80-81,13-201-406,-32 247 438,26-223-381,-3-1 0,-1 0-1,-33 78 1,40-112-88,0 0 0,-1 0 0,0 0 0,0-1-1,-1 0 1,-1-1 0,0 1 0,0-1 0,0-1-1,-1 1 1,0-2 0,0 1 0,-1-1 0,-18 8 0,22-11-8,0-1 1,-1 0-1,1-1 1,-1 1-1,1-1 1,-1 0-1,1-1 1,-1 0-1,0 0 1,1 0-1,-1-1 1,1 0-1,-1 0 1,1 0-1,-1-1 1,1 0-1,0 0 1,0-1-1,0 0 1,0 0-1,0 0 1,1-1-1,-1 0 1,1 0-1,0 0 1,-6-7-1,-1-3-4,0-1 0,1 0 0,1 0 0,0-2 0,1 1 0,1-1 0,1 0 0,0-1 0,1 0 0,1 0 0,1 0 0,0-1 0,1 1 0,2-1 0,-1 0 0,3-25 0,0 10 0,2 1 0,2-1 0,0 1 0,2 0 0,2 1 0,1 0 0,1 0 0,21-38 0,-14 35-10,2 1-1,1 1 1,2 1-1,1 1 1,2 1-1,1 1 1,1 1-1,1 2 1,1 1 0,1 1-1,2 2 1,0 1-1,1 1 1,1 3-1,1 0 1,1 2 0,0 2-1,0 2 1,1 1-1,1 1 1,-1 3-1,46-2 1,-63 6-189,-10 1-296,0 1 0,0-1 0,0 2 1,15 2-1,-25-3 249,0 1 0,-1 0 0,1 0 0,0 0 0,-1 0 0,1 0 0,-1 0 0,1 0 0,-1 0 0,1 0 0,-1 0 0,0 0 0,1 0 0,-1 0 0,0 0 1,0 0-1,0 1 0,0-1 0,0 0 0,0 0 0,0 0 0,-1 2 0</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40.967"/>
    </inkml:context>
    <inkml:brush xml:id="br0">
      <inkml:brushProperty name="width" value="0.05" units="cm"/>
      <inkml:brushProperty name="height" value="0.05" units="cm"/>
      <inkml:brushProperty name="color" value="#E71224"/>
    </inkml:brush>
  </inkml:definitions>
  <inkml:trace contextRef="#ctx0" brushRef="#br0">83 140 4082,'0'0'17024,"-14"0"-15880,-41-3-21,41 0 581,15-2-1088,11-1-166,353-74 856,-178 43-1353,-160 32-105,-26 5-88,-3 5-3914,-10 6 1302,-7 3-1801</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6:45.790"/>
    </inkml:context>
    <inkml:brush xml:id="br0">
      <inkml:brushProperty name="width" value="0.05" units="cm"/>
      <inkml:brushProperty name="height" value="0.05" units="cm"/>
      <inkml:brushProperty name="color" value="#E71224"/>
    </inkml:brush>
  </inkml:definitions>
  <inkml:trace contextRef="#ctx0" brushRef="#br0">12 279 7764,'0'0'10450,"-12"5"-6601,20-6-3829,-1-1 0,0 0 0,0-1 0,0 1 0,0-1 0,0 0 0,8-6-1,24-10-28,35-4-6,0 2 0,2 4-1,0 3 1,1 4 0,153-1 0,-105 9-107,140 5-386,-263-3 502,75 9-71,-70-8 55,-1 0 1,1 1-1,-1-1 0,0 1 0,0 1 0,0-1 1,0 1-1,0 0 0,8 6 0,-14-9 353,-35-23-179,-10-2 117,1-2 1,0-2-1,-46-41 1,81 63 661,12 12-366,16 13-428,5-7-115,50 19 1,-51-23-17,-1 2-1,0 1 1,40 23 0,-57-30-11,0 1 1,0 0-1,-1 0 1,1 0-1,-1 0 1,0 1-1,0-1 1,-1 1-1,1 0 1,-1 0-1,0 0 1,-1 1-1,1-1 1,-1 1-1,0 0 0,0-1 1,-1 1-1,0 0 1,0 0-1,0 8 1,0-4-12,-1 0 1,0 0-1,-1 0 1,0 1-1,-1-1 1,0 0-1,-1 0 1,0-1-1,0 1 1,-1-1-1,0 1 1,-1-1-1,0 0 0,0-1 1,-1 1-1,0-1 1,-1 0-1,1 0 1,-2-1-1,1 0 1,-9 6-1,-5 6-392,3-2-2598,-37 27 1,38-35-1146</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6:48.157"/>
    </inkml:context>
    <inkml:brush xml:id="br0">
      <inkml:brushProperty name="width" value="0.05" units="cm"/>
      <inkml:brushProperty name="height" value="0.05" units="cm"/>
      <inkml:brushProperty name="color" value="#E71224"/>
    </inkml:brush>
  </inkml:definitions>
  <inkml:trace contextRef="#ctx0" brushRef="#br0">1 140 7395,'0'0'11835,"0"-7"-11387,0-14-391,2 37 82,8 52 463,-8-60-540,4 18 89,1-1 0,1 1 1,21 42-1,-29-68-141,0 1-1,1-1 1,-1 1-1,0-1 1,1 0-1,-1 1 1,1-1-1,-1 0 1,0 1-1,1-1 1,-1 0-1,1 0 1,-1 0 0,1 1-1,-1-1 1,1 0-1,-1 0 1,1 0-1,-1 0 1,1 0-1,0 0 1,-1 0-1,1 0 1,-1 0-1,1 0 1,-1 0 0,1 0-1,-1 0 1,1-1-1,-1 1 1,1 0-1,-1 0 1,1 0-1,-1-1 1,0 1-1,1 0 1,-1-1-1,1 1 1,-1 0 0,0-1-1,1 1 1,-1 0-1,0-1 1,1 1-1,-1-1 1,0 1-1,0-1 1,1 1-1,-1-1 1,0 1-1,0-1 1,16-26 628,-6 5-445,-8 14-163,2 0 0,-1 0 0,1 0 0,0 1 0,1-1 0,9-12 0,-13 20-38,0 0 0,-1-1 0,1 1 0,0 0 0,-1-1 1,1 1-1,0 0 0,-1 0 0,1 0 0,0 0 0,0 0 0,-1 0 0,1 0 1,0 0-1,-1 0 0,1 0 0,0 0 0,0 0 0,-1 0 0,1 0 0,0 1 1,-1-1-1,1 0 0,0 1 0,-1-1 0,1 0 0,-1 1 0,1-1 1,0 1-1,-1-1 0,1 1 0,-1-1 0,1 2 0,21 23 33,-14-15-1,4 4-5,1-1 1,0-1-1,1 0 1,16 11-1,-25-20-14,1 0 0,-1 0 0,0 0 0,1-1 0,-1 0 0,1 0 0,0-1 0,0 1 0,0-1 0,0-1 0,0 1 0,0-1 0,0 0 0,0 0-1,-1-1 1,13-2 0,-15 2-3,0 0-1,0-1 0,0 1 0,0-1 0,0 1 0,0-1 0,-1 0 1,1-1-1,-1 1 0,1 0 0,-1-1 0,0 1 0,0-1 0,0 0 1,0 1-1,0-1 0,-1 0 0,1 0 0,-1 0 0,0-1 0,1 1 1,-2 0-1,1 0 0,0-5 0,2-9 23,0 0-1,-2-1 1,0-22 0,-1 31-6,0 7 4,0 0 0,-1-1 0,1 1-1,0 0 1,-1 0 0,1-1 0,-1 1 0,1 0 0,-1 0 0,0 0 0,0 0 0,0 0 0,0 0 0,-1 0-1,1 0 1,-1 0 0,1 0 0,-1 1 0,1-1 0,-1 1 0,0-1 0,0 1 0,0-1 0,0 1 0,0 0 0,0 0-1,0 0 1,0 0 0,0 1 0,0-1 0,0 0 0,-1 1 0,1-1 0,0 1 0,-1 0 0,1 0 0,0 0 0,-1 0-1,1 0 1,0 1 0,-4 0 0,4 0-21,0 0-1,0 1 0,1-1 1,-1 0-1,1 1 1,-1-1-1,1 1 1,-1 0-1,1-1 0,0 1 1,0 0-1,0 0 1,0 0-1,0 0 0,0 0 1,1 0-1,-1 0 1,0 0-1,1 0 1,0 0-1,-1 0 0,1 0 1,0 3-1,0-2-3,-1 1 0,1 0-1,0-1 1,0 1 0,0-1-1,0 1 1,1-1 0,0 1-1,-1-1 1,1 1 0,0-1-1,1 1 1,-1-1 0,3 5-1,0-4 7,1-1 0,-1 1 1,1-1-1,0 0 0,0 0 0,0-1 0,1 0 0,-1 1 0,0-2 0,1 1 0,-1-1 1,1 0-1,0 0 0,10 0 0,5 0 15,0 0 0,38-6 1,-53 4-23,1 0 0,0-1 0,-1 1 0,1-2 0,-1 1 0,0-1 0,0 1 0,0-2 0,0 1 0,0-1 0,-1 0 0,1 0 0,-1 0 0,0-1 1,0 0-1,-1 0 0,0 0 0,1 0 0,-2-1 0,1 1 0,-1-1 0,0 0 0,4-11 0,0-3 62,-2 1 0,0-1 0,-1 1 0,-1-1 1,-1-1-1,-1-31 0,-1 50 779,-8 27-572,0 9-239,2-1 0,1 1 1,1 0-1,2 0 0,1 0 1,2 0-1,9 55 0,-9-81-37,7 34 41,-8-40-35,0 0 0,1 0-1,-1 0 1,1 0 0,0-1-1,0 1 1,0 0-1,0 0 1,0 0 0,0-1-1,0 1 1,0 0 0,1-1-1,-1 1 1,3 1 0,-3-3 0,1-1 0,0 1 1,-1-1-1,1 1 1,-1-1-1,1 1 1,-1-1-1,1 0 0,-1 0 1,0 0-1,1 0 1,-1 0-1,0 0 1,0 0-1,0 0 0,0 0 1,0-1-1,0 1 1,0-1-1,0 1 1,0 0-1,0-1 0,-1 1 1,1-3-1,2-1-16,47-62-108,-49 67 115,-1-1-1,1 0 0,0 1 1,0-1-1,0 0 0,0 1 1,1 0-1,-1-1 0,0 1 1,0-1-1,0 1 0,0 0 1,0 0-1,0 0 0,0 0 1,1 0-1,-1 0 0,0 0 1,0 0-1,0 0 0,0 0 0,0 1 1,1-1-1,-1 0 0,0 1 1,2 0-1,30 18-5,-24-13 10,2 0-5,1 0 0,0-1 0,0 0 1,0-1-1,1-1 0,-1 0 0,1 0 0,0-1 1,0-1-1,0 0 0,0-1 0,16-2 1,-26 2 10,1 0 0,-1-1 0,1 1 0,-1-1 1,1 0-1,-1 0 0,0 0 0,0 0 0,1-1 1,-1 1-1,0-1 0,0 0 0,0 0 1,-1 0-1,1 0 0,0-1 0,-1 1 0,0-1 1,1 1-1,-1-1 0,0 0 0,0 0 1,-1 0-1,1 0 0,0 0 0,-1 0 0,1-5 1,2-5 99,-1 0 0,-1 0 1,0 0-1,0-1 0,-2-21 1,0 34-84,0 1 1,-1 0-1,1-1 1,0 1-1,-1 0 1,1-1-1,0 1 0,-1 0 1,1-1-1,-1 1 1,1 0-1,0 0 1,-1-1-1,1 1 1,-1 0-1,1 0 1,-1 0-1,1 0 1,-1 0-1,1 0 1,0 0-1,-1 0 1,1 0-1,-1 0 0,1 0 1,-1 0-1,1 0 1,-1 0-1,1 0 1,-1 0-1,1 0 1,-1 0-1,1 1 1,0-1-1,-1 0 1,1 0-1,-1 1 1,1-1-1,0 0 0,-1 1 1,-20 12 31,16-3-52,1 0-1,-1 1 0,2-1 0,0 1 0,0 0 1,1 0-1,0 0 0,1 1 0,0-1 0,1 0 1,0 0-1,3 21 0,-2-29-2,0 0 1,0 0-1,0 0 0,0 0 1,0 0-1,1 0 1,0 0-1,-1 0 0,1 0 1,0 0-1,0-1 0,1 1 1,-1-1-1,0 0 1,1 0-1,-1 0 0,1 0 1,0 0-1,0 0 0,0-1 1,0 1-1,0-1 1,0 0-1,0 0 0,0 0 1,1 0-1,3 0 0,-3 0 2,0 0-1,1 0 1,0-1-1,-1 0 1,1 0-1,-1 0 1,1 0-1,-1-1 0,1 1 1,-1-1-1,1 0 1,-1-1-1,1 1 1,-1-1-1,0 0 0,0 0 1,0 0-1,7-6 1,31-37 89,-26 28-73,0 0 1,21-17-1,-35 33-10,-1 0-1,1 1 0,-1-1 0,1 0 1,0 0-1,-1 1 0,1-1 0,0 1 1,0 0-1,-1-1 0,1 1 0,0 0 1,0 0-1,-1 0 0,1 0 0,0 0 1,0 1-1,-1-1 0,1 0 0,0 1 0,0-1 1,-1 1-1,1 0 0,-1 0 0,1-1 1,-1 1-1,1 0 0,-1 0 0,1 1 1,1 0-1,5 6-26,0-1 1,0 2-1,11 14 1,-11-13 19,-7-10 12,-1 1 0,1-1 0,-1 1-1,1-1 1,0 0 0,-1 1 0,1-1-1,0 0 1,-1 1 0,1-1 0,0 0 0,0 0-1,-1 0 1,1 1 0,0-1 0,0 0-1,-1 0 1,1 0 0,0 0 0,0 0-1,-1-1 1,1 1 0,0 0 0,0 0-1,-1 0 1,1-1 0,0 1 0,-1 0-1,1-1 1,0 1 0,-1 0 0,1-1 0,0 1-1,-1-1 1,2 0 0,18-20 123,-19 19-122,1 1-1,9-14 10,2 1-1,0 0 1,0 1 0,25-19 0,-37 32-14,0-1 1,0 1 0,0-1 0,-1 1-1,1-1 1,0 1 0,0 0 0,0-1-1,0 1 1,0 0 0,0 0 0,0 0-1,0 0 1,0 0 0,0 0 0,0 0-1,0 0 1,0 0 0,0 0 0,-1 0-1,1 1 1,0-1 0,0 0 0,0 1-1,0-1 1,0 0 0,0 1 0,-1 0-1,1-1 1,0 1 0,0-1 0,-1 1-1,1 0 1,0-1 0,-1 1 0,2 2 0,17 35 56,-12-21 19,-6-15-70,42 71 43,-39-66-52,1 0 1,1 0-1,-1-1 1,1 0-1,0 0 0,0 0 1,14 8-1,-16-12-9,0-1 0,-1 0 0,1 0 0,0 0 0,0-1 0,0 1 0,0-1 0,0 0 0,1 0 0,-1 0 0,0 0 0,0-1 0,0 0 0,0 0 0,-1 0 0,1 0 0,0-1 0,0 1 0,-1-1 0,1 0 0,-1 0 0,1 0 0,5-6 0,6-3-899,0-2 1,0 0-1,18-22 0,-15 13-2095,-4 1-1387</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6:49.047"/>
    </inkml:context>
    <inkml:brush xml:id="br0">
      <inkml:brushProperty name="width" value="0.05" units="cm"/>
      <inkml:brushProperty name="height" value="0.05" units="cm"/>
      <inkml:brushProperty name="color" value="#E71224"/>
    </inkml:brush>
  </inkml:definitions>
  <inkml:trace contextRef="#ctx0" brushRef="#br0">0 14 13430,'0'0'11363,"1"2"-10894,5 14-234,-2 1 0,0 1 0,-1-1 0,-1 0 0,1 19 0,2 16-23,0-4-128,-3-26-71,1-1 0,0 1 0,9 25 0,-12-46-12,0 0 0,0 0 0,0 0 0,0 0 0,1 0-1,-1 0 1,0 0 0,1 0 0,-1-1 0,0 1 0,1 0-1,-1 0 1,1 0 0,0-1 0,-1 1 0,1 0-1,-1-1 1,1 1 0,0 0 0,0-1 0,-1 1 0,1-1-1,0 1 1,0-1 0,0 1 0,0-1 0,0 0 0,-1 0-1,1 1 1,0-1 0,0 0 0,0 0 0,0 0 0,0 0-1,0 0 1,0 0 0,0 0 0,0 0 0,0 0 0,0 0-1,0-1 1,0 1 0,-1 0 0,1-1 0,0 1 0,0-1-1,0 1 1,0-1 0,-1 1 0,1-1 0,0 1 0,-1-1-1,1 0 1,0 1 0,-1-1 0,1 0 0,-1 0 0,2-1-1,5-6 17,0-1 0,0-1 0,8-14 0,-13 20-14,18-35 7,-17 30-10,1 0-1,0 0 1,1 0 0,0 1 0,1 0 0,9-12-1,-14 20 0,-1 0-1,1 0 0,-1-1 0,1 1 0,0 0 0,-1 0 1,1 0-1,-1 0 0,1 0 0,-1 0 0,1 0 0,0 0 0,-1 1 1,1-1-1,-1 0 0,1 0 0,-1 0 0,1 1 0,-1-1 1,1 0-1,-1 1 0,1-1 0,-1 0 0,1 1 0,-1-1 0,1 0 1,-1 1-1,0-1 0,1 1 0,-1-1 0,0 1 0,1-1 1,-1 1-1,0-1 0,1 2 0,13 23-110,-11-20 88,2 4 2,1 0 1,0 0 0,0 0 0,1-1-1,1 0 1,-1 0 0,15 11 0,-17-16-23,0 0 0,0 0 0,0 0 0,1 0 0,-1-1 0,1 0 0,0 0 0,-1-1 1,1 0-1,0 0 0,0 0 0,0 0 0,0-1 0,0 0 0,8-1 0,-11 0 44,0 0-1,0 0 0,0 0 1,0-1-1,-1 1 1,1-1-1,0 1 0,-1-1 1,1 0-1,-1 0 1,0 0-1,1 0 0,-1 0 1,0-1-1,0 1 1,-1-1-1,1 1 0,0-1 1,-1 0-1,0 1 1,1-1-1,-1 0 0,0 0 1,0-3-1,3-6 34,-1-1 0,-1 1 0,0-1 0,1-19 0,-2 18-16,0-4 96,-1 0 0,-1 0-1,-4-31 1,4 44-93,0 0-1,-1 1 1,1-1 0,-1 0 0,0 1-1,0-1 1,0 1 0,-1 0-1,0 0 1,0 0 0,0 0 0,0 0-1,0 0 1,-1 1 0,0 0 0,1 0-1,-1 0 1,-7-4 0,11 7-57,-1 0 1,1 0-1,0-1 0,0 1 1,-1 0-1,1 0 1,0 0-1,0 0 0,-1 0 1,1 0-1,0 0 1,0 0-1,-1 0 1,1 0-1,0 0 0,0 0 1,-1 0-1,1 0 1,0 0-1,0 0 0,-1 1 1,1-1-1,0 0 1,0 0-1,0 0 1,-1 0-1,1 0 0,0 0 1,0 1-1,0-1 1,-1 0-1,1 0 1,0 0-1,0 1 0,0-1 1,0 0-1,0 0 1,0 0-1,-1 1 0,1-1 1,0 0-1,0 0 1,0 1-1,0-1 1,0 0-1,0 0 0,0 1 1,0-1-1,0 0 1,0 0-1,0 1 0,0-1 1,0 19-2017,1-14 1472,-1-4 463,-1 5-732,1-1-1,0 0 1,1 1-1,-1-1 1,1 0-1,0 0 1,1 1-1,-1-1 1,4 7-1,16 15-7128</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6:49.391"/>
    </inkml:context>
    <inkml:brush xml:id="br0">
      <inkml:brushProperty name="width" value="0.05" units="cm"/>
      <inkml:brushProperty name="height" value="0.05" units="cm"/>
      <inkml:brushProperty name="color" value="#E71224"/>
    </inkml:brush>
  </inkml:definitions>
  <inkml:trace contextRef="#ctx0" brushRef="#br0">0 1 11973,'0'0'13623,"13"74"-12839,-8-39-464,-2 0-80,0 0-208,-3-2-32,0-5-32,0-3-256,0-4-976,0-2-1522,0-12-1103,13-7-3491</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6:49.734"/>
    </inkml:context>
    <inkml:brush xml:id="br0">
      <inkml:brushProperty name="width" value="0.05" units="cm"/>
      <inkml:brushProperty name="height" value="0.05" units="cm"/>
      <inkml:brushProperty name="color" value="#E71224"/>
    </inkml:brush>
  </inkml:definitions>
  <inkml:trace contextRef="#ctx0" brushRef="#br0">319 600 17080,'0'0'9108,"-12"-10"-8529,-56-45-25,34 29-173,0-2 1,-45-49 0,70 66-339,0 0-1,0-1 1,1 0-1,0-1 1,1 1-1,1-2 1,0 1-1,1-1 1,0 0-1,1 0 0,-4-28 1,1-62-18,7 97-33,0-1 0,0 0 0,1 1 0,0-1 1,0 1-1,1 0 0,0-1 0,0 1 0,1 0 0,0 0 0,4-8 1,-6 14 0,0 0 1,-1-1-1,1 1 0,0 0 1,0-1-1,0 1 1,0 0-1,0 0 1,0 0-1,0 0 1,0 0-1,1 0 1,-1 0-1,0 0 1,1 0-1,-1 1 1,0-1-1,1 0 1,-1 1-1,1-1 1,-1 1-1,1 0 0,-1-1 1,1 1-1,-1 0 1,1 0-1,0 0 1,-1 0-1,1 0 1,-1 1-1,1-1 1,-1 0-1,1 1 1,-1-1-1,1 1 1,-1-1-1,0 1 1,1 0-1,-1 0 1,1-1-1,-1 1 1,0 0-1,0 0 0,0 0 1,0 0-1,0 1 1,2 1-1,1 3-8,1 0 0,-1 1 0,0-1 0,-1 1 0,0 0 0,0 0 0,0 0 0,2 12 0,0 7-12,-2-1 0,0 1-1,-2 0 1,-1 0 0,-1 0-1,-1 0 1,-7 33 0,-1-17-105,-1 0 1,-3 0-1,-28 59 1,33-82 102,5-13 1,1 1-1,0-1 1,0 1-1,0 0 1,1 0 0,0 0-1,-2 14 1,5-20 22,0-1 0,0 0 0,-1 0 0,1 1 0,0-1 0,0 0 0,-1 0 0,1 0 0,0 0 0,0 0 1,-1 0-1,1 0 0,0 0 0,0 0 0,0-1 0,-1 1 0,1 0 0,0 0 0,-1-1 0,1 1 0,1-1 0,25-12 39,0-1 0,-1-1-1,-1-2 1,37-30 0,22-13-61,42-20-1799,-43 29-5035,-50 32 526</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6:50.594"/>
    </inkml:context>
    <inkml:brush xml:id="br0">
      <inkml:brushProperty name="width" value="0.05" units="cm"/>
      <inkml:brushProperty name="height" value="0.05" units="cm"/>
      <inkml:brushProperty name="color" value="#E71224"/>
    </inkml:brush>
  </inkml:definitions>
  <inkml:trace contextRef="#ctx0" brushRef="#br0">0 66 10293,'0'0'11672,"2"-11"-10733,-1 6-888,5-23 383,3 68 668,-3 26-180,-6-46-877,2 0 0,0 0-1,1 0 1,0-1 0,2 1 0,0-1 0,16 36 0,-20-54-52,-1 0 1,1 0 0,0 0-1,-1 0 1,1 0 0,0 0-1,0 0 1,0 0-1,0 0 1,0 0 0,0-1-1,0 1 1,0 0 0,0-1-1,0 1 1,0-1-1,0 1 1,0-1 0,1 1-1,-1-1 1,0 0 0,0 1-1,1-1 1,-1 0-1,0 0 1,0 0 0,1 0-1,-1 0 1,0-1 0,0 1-1,1 0 1,-1 0-1,0-1 1,0 1 0,0-1-1,0 1 1,1-1 0,-1 1-1,0-1 1,0 0 0,0 0-1,0 1 1,0-1-1,1-1 1,6-6 32,-1 0 1,1 0-1,-1 0 1,7-11-1,-7 8 1,9-11-13,-12 15-14,1 1 0,-1-1 0,1 1 0,0 0 0,1 0 0,-1 1-1,1 0 1,10-8 0,-14 13-6,0-1 0,-1 1 1,1 0-1,0-1 0,0 1 0,-1 0 0,1 0 0,0 0 1,0 0-1,-1 0 0,1 1 0,0-1 0,-1 0 0,1 1 1,0-1-1,-1 1 0,1 0 0,-1 0 0,1-1 0,2 3 1,30 26-95,-16-14 130,-4-5-65,0-1 1,0-1-1,1 0 1,15 5-1,-24-10 23,0-1 1,-1 0-1,1-1 0,0 1 0,0-1 1,-1 0-1,1-1 0,0 0 0,0 1 0,0-2 1,0 1-1,0-1 0,0 0 0,11-3 0,-15 2 17,1 0 0,-1 0 0,0 0 0,1 0 0,-1-1 0,0 1 0,0-1 0,0 1 0,-1-1 0,1 0 0,-1 0 0,1 0 0,-1 1-1,0-1 1,0-1 0,1-4 0,10-54 113,-12 61-117,2-11 87,0-1 1,-2 1-1,1-1 0,-2 1 0,1-1 1,-2 1-1,-2-15 0,3 24-144,0-1 0,0 1 0,0 0 0,-1 0-1,1 0 1,-1 0 0,0 0 0,1 0 0,-1 1 0,-1-1-1,1 0 1,0 1 0,-1 0 0,1-1 0,-1 1 0,1 0-1,-1 0 1,0 1 0,0-1 0,0 0 0,0 1 0,0 0-1,-1 0 1,1 0 0,0 0 0,0 0 0,-1 1 0,1-1-1,-1 1 1,-5 0 0,8 3-601,0-1-1,0 0 1,0 0 0,0 1-1,0-1 1,1 1-1,-1-1 1,1 1 0,0-1-1,-1 1 1,1-1 0,0 1-1,0-1 1,1 1-1,0 4 1,-1 0-2522,0 10-4590</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6:50.935"/>
    </inkml:context>
    <inkml:brush xml:id="br0">
      <inkml:brushProperty name="width" value="0.05" units="cm"/>
      <inkml:brushProperty name="height" value="0.05" units="cm"/>
      <inkml:brushProperty name="color" value="#E71224"/>
    </inkml:brush>
  </inkml:definitions>
  <inkml:trace contextRef="#ctx0" brushRef="#br0">34 1 4066,'0'0'12630,"19"17"-11670,53 59-400,-70-73-536,0-1-1,0 1 0,0 0 1,0 0-1,-1 0 0,1 0 1,-1 0-1,0 0 0,0 0 1,0 0-1,0 1 0,0-1 1,-1 0-1,1 1 0,-1-1 1,0 1-1,0-1 0,-1 0 0,1 1 1,-1-1-1,0 5 0,-2-2 27,0 1 0,0-1 0,0 0 0,-1 0 0,0 0-1,-9 9 1,10-10 17,-39 39 504,31-33 117,-1 0 0,2 1-1,0 0 1,-10 16 0,20-28-51,21-1 900,12-6-1268,0-1 0,0-2-1,39-17 1,23-8-274,-10 13-470,-29 11-6227,-46 9 926</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6:51.531"/>
    </inkml:context>
    <inkml:brush xml:id="br0">
      <inkml:brushProperty name="width" value="0.05" units="cm"/>
      <inkml:brushProperty name="height" value="0.05" units="cm"/>
      <inkml:brushProperty name="color" value="#E71224"/>
    </inkml:brush>
  </inkml:definitions>
  <inkml:trace contextRef="#ctx0" brushRef="#br0">35 20 17624,'0'0'9802,"-6"-4"-9506,-8-10-238,21 12 30,45 19 112,-25-7-127,211 58 126,-37-13-347,-193-52 125,1 0 1,-1 0-1,0 0 1,0 1 0,14 10-1,-20-13 21,-1 0 0,0 0 0,0 0 0,1 0 0,-1 0 0,0 1 0,0-1 0,0 0 1,0 1-1,0-1 0,0 1 0,-1-1 0,1 1 0,0 0 0,-1-1 0,1 1 0,-1 0 0,0-1 0,1 1 0,-1 0 0,0-1 0,0 1 0,0 0 0,0 0 0,0-1 0,-1 1 0,1 0 0,-1-1 0,1 1 0,-1 0 0,1-1 1,-1 1-1,0-1 0,0 1 0,0-1 0,0 1 0,0-1 0,-2 3 0,-10 9 31,0 0 0,-1-1 0,0-1 0,-1 0 0,0-1 0,-25 12 0,3 1 11,-163 91 217,-42 27-256,242-141-87,0 0 0,-1 0 0,1 0-1,0 0 1,0 0 0,0 0 0,-1 0-1,1 0 1,0 0 0,0 0 0,0 0-1,0 0 1,-1 0 0,1 1-1,0-1 1,0 0 0,0 0 0,-1 0-1,1 0 1,0 0 0,0 0 0,0 0-1,0 1 1,0-1 0,-1 0 0,1 0-1,0 0 1,0 0 0,0 0 0,0 1-1,0-1 1,0 0 0,0 0 0,0 0-1,0 1 1,0-1 0,0 0 0,0 0-1,0 0 1,0 0 0,0 1-1,0-1 1,0 0 0,0 0 0,0 0-1,0 1 1,0-1 0,0 0 0,0 0-1,0 0 1,0 1 0,0-1 0,0 0-1,0 0 1,0 0 0,1 0 0,-1 0-1,0 1 1,0-1 0,17 1-2262,26-8-429,3-9-2039,5-6-3412</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6:51.921"/>
    </inkml:context>
    <inkml:brush xml:id="br0">
      <inkml:brushProperty name="width" value="0.05" units="cm"/>
      <inkml:brushProperty name="height" value="0.05" units="cm"/>
      <inkml:brushProperty name="color" value="#E71224"/>
    </inkml:brush>
  </inkml:definitions>
  <inkml:trace contextRef="#ctx0" brushRef="#br0">35 46 14919,'0'0'9732,"-1"5"-9430,-6 23 125,-1 0-178,2-1 1,1 1-1,-2 44 0,7-65-265,0 1 0,0 0 0,1 0 0,0 0 0,0-1 0,0 1 0,1 0 0,4 7 0,-5-12 7,1 0 1,0 0-1,0 0 0,1-1 0,-1 1 0,0-1 0,1 1 0,0-1 0,-1 0 0,1 0 1,0 0-1,0 0 0,0-1 0,1 1 0,-1-1 0,0 0 0,0 0 0,1 0 0,-1 0 0,7 0 1,0 1 0,0-1 0,0 0 0,-1-1 1,1 0-1,0 0 0,0-1 1,0-1-1,-1 1 0,1-2 0,0 1 1,-1-1-1,0-1 0,18-8 1,-20 8 19,-1-1 1,0 1 0,0-1 0,0-1 0,0 1 0,-1-1-1,0 0 1,0 0 0,-1 0 0,1-1 0,-1 1 0,-1-1 0,1 0-1,-1 0 1,0-1 0,-1 1 0,0 0 0,2-13 0,-2 10 121,-1 0 0,0 0 0,0 0 1,-1-1-1,0 1 0,-1 0 0,-2-14 1,1 20-78,1-1 0,-1 0 1,0 1-1,0-1 0,0 1 1,-1-1-1,1 1 0,-1 0 1,0 0-1,-1 0 0,1 1 1,0-1-1,-1 1 1,0 0-1,0 0 0,-6-4 1,2 3-50,1-1 0,-1 1 0,0 1 0,0 0 0,0 0 0,-1 0 0,1 1 0,-1 0 0,1 1 0,-17-1 0,19 2-233,0 0-1,0 1 1,1 0 0,-1 0-1,0 0 1,-10 5-1,11-4-414,0 1 0,0 0 0,0 0-1,0 0 1,1 0 0,0 1 0,-8 7 0,-12 15-5246</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6:53.990"/>
    </inkml:context>
    <inkml:brush xml:id="br0">
      <inkml:brushProperty name="width" value="0.05" units="cm"/>
      <inkml:brushProperty name="height" value="0.05" units="cm"/>
      <inkml:brushProperty name="color" value="#E71224"/>
    </inkml:brush>
  </inkml:definitions>
  <inkml:trace contextRef="#ctx0" brushRef="#br0">66 63 11045,'0'0'9127,"-11"-11"-8207,-32-30-29,32 30-50,14 31-324,8 4-241,25 40-1,0-1-49,-21-32-156,2-1 1,0-1 0,33 40-1,-40-57-65,1-1 1,0 0-1,1-1 0,0 0 0,0-1 0,1 0 0,1-1 0,-1 0 0,1-1 0,16 5 1,9-1-4,0-2 1,0-1-1,1-3 1,0-1-1,0-1 1,46-5-1,-84 2-3,-1 0 0,0 0 1,1 0 0,-1 0-1,0 0 1,1-1 0,-1 1-1,0-1 1,0 1 0,0-1 0,1 1-1,-1-1 1,0 0 0,0 1-1,0-1 1,0 0 0,0 0 0,0 0-1,0 0 1,-1 0 0,1 0-1,0 0 1,0 0 0,-1 0-1,1 0 1,-1-1 0,1 1 0,-1 0-1,1 0 1,-1-1 0,0 1-1,1 0 1,-1-1 0,0 1 0,0 0-1,0 0 1,0-1 0,0 1-1,0 0 1,-1-1 0,1 1-1,0 0 1,-2-2 0,2-3 11,-2 0 1,1 1-1,-1-1 1,0 1-1,0 0 1,0 0-1,-1-1 1,-4-6-1,-10-7-118,1-1 630,41 29-210,-17-5-307,0 1 0,0-1 0,-1 1 0,1 1 0,-1-1 0,-1 1 0,1 1 0,-1-1 0,0 1 0,0 0 0,-1 0 0,0 1 0,0 0 0,0 0 0,-1 0 0,-1 0 0,1 0 0,-2 1 0,1 0 0,-1 0 0,0-1 0,-1 1 0,0 0 0,0 0 0,-1 0 0,0 1 0,-1-1 0,1 0 0,-2 0 0,0-1 0,0 1 0,0 0 0,-1 0 0,0-1 0,-1 0 0,0 0 0,0 0 0,-8 10 0,5-8-440,-35 44 1078,17-32-2538,0-13-4433</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6:56.785"/>
    </inkml:context>
    <inkml:brush xml:id="br0">
      <inkml:brushProperty name="width" value="0.05" units="cm"/>
      <inkml:brushProperty name="height" value="0.05" units="cm"/>
      <inkml:brushProperty name="color" value="#E71224"/>
    </inkml:brush>
  </inkml:definitions>
  <inkml:trace contextRef="#ctx0" brushRef="#br0">6 103 8772,'0'0'9178,"-1"-7"-8399,-3-88 5447,4 107-6162,0 20-53,13 279 395,-13-309-405,0-1 0,0 0 0,0 0 1,0 1-1,0-1 0,0 0 0,1 0 1,-1 1-1,1-1 0,-1 0 0,1 0 1,-1 0-1,1 0 0,-1 0 0,1 0 1,0 0-1,0 0 0,-1 0 0,1 0 1,2 2-1,-2-3 1,0 0 1,-1 0-1,1 0 1,0-1 0,0 1-1,0 0 1,-1 0-1,1 0 1,0-1-1,0 1 1,-1 0-1,1-1 1,0 1 0,-1-1-1,1 1 1,0-1-1,-1 1 1,1-1-1,-1 1 1,1-1-1,-1 0 1,1 1-1,0-2 1,28-46 120,35-100 75,-64 148-207,1 0 1,-1 0-1,0 0 1,1 0-1,-1 0 1,0 0-1,1 0 1,-1 0-1,1 0 1,-1 1-1,0-1 1,1 0-1,-1 0 1,0 0-1,1 0 1,-1 0-1,0 1 1,1-1-1,-1 0 1,0 0-1,0 1 1,1-1-1,-1 0 1,0 0-1,0 1 1,1-1-1,-1 0 1,0 1-1,0-1 1,0 0-1,1 1 1,-1-1-1,0 0 1,0 1-1,0-1 1,0 0-1,0 1 1,0-1-1,0 1 1,12 23-93,-9-17 120,6 9-23,1 0-1,1 0 0,0-1 0,1 0 0,0-1 0,1 0 1,1-1-1,0-1 0,19 13 0,-30-23-1,0 0-1,0 0 1,0-1-1,0 0 0,0 1 1,0-1-1,1 0 1,-1 0-1,1-1 0,-1 1 1,0-1-1,1 0 1,-1 0-1,1 0 0,-1 0 1,1 0-1,-1-1 1,0 0-1,1 1 0,-1-1 1,0-1-1,0 1 1,1 0-1,-1-1 1,0 1-1,0-1 0,-1 0 1,1 0-1,0 0 1,-1-1-1,1 1 0,-1 0 1,1-1-1,-1 0 1,0 0-1,0 1 0,-1-1 1,4-6-1,0-2 51,1-1 0,-1 0 1,-1 0-1,0 0 0,-1 0 0,-1-1 0,1 1 0,-2-1 0,1-14 0,-2 4 64,1 17-64,0 1 0,-1-1 0,0 0 0,0 0 0,0 0 1,-1 0-1,0 0 0,0 0 0,-1 0 0,1 0 0,-1 1 0,0-1 1,-1 1-1,0-1 0,-3-5 0,5 10-132,0-1-1,0 0 0,-1 1 1,1-1-1,0 1 1,-1 0-1,1-1 1,-1 1-1,0 0 1,1 0-1,-1 0 1,0 0-1,-3-2 1,4 5-303,0-1 1,1 0 0,-1 0 0,0 0-1,1 1 1,-1-1 0,1 0-1,-1 1 1,1-1 0,0 1 0,0-1-1,-1 0 1,1 1 0,0-1 0,0 1-1,1-1 1,-1 1 0,1 1-1,-1 21-5144</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6:57.128"/>
    </inkml:context>
    <inkml:brush xml:id="br0">
      <inkml:brushProperty name="width" value="0.05" units="cm"/>
      <inkml:brushProperty name="height" value="0.05" units="cm"/>
      <inkml:brushProperty name="color" value="#E71224"/>
    </inkml:brush>
  </inkml:definitions>
  <inkml:trace contextRef="#ctx0" brushRef="#br0">16 1 14086,'0'0'9333,"-6"128"-8677,6-91-320,0 0-176,-2-4-112,-1 0-48,1-5-128,-1-7-832,3-5-961,0-9-960</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6:57.682"/>
    </inkml:context>
    <inkml:brush xml:id="br0">
      <inkml:brushProperty name="width" value="0.05" units="cm"/>
      <inkml:brushProperty name="height" value="0.05" units="cm"/>
      <inkml:brushProperty name="color" value="#E71224"/>
    </inkml:brush>
  </inkml:definitions>
  <inkml:trace contextRef="#ctx0" brushRef="#br0">22 5 10373,'0'0'10239,"-4"-1"-9054,-14-2 791,19 8 923,34 19-1697,2-5-1174,0-3 0,59 18 0,-62-24-87,0 2 0,-1 1 0,56 33 0,-88-46 48,0 1 0,0 0 0,0 0-1,-1 1 1,1-1 0,0 0 0,-1 0 0,1 0 0,-1 0 0,1 0-1,-1 1 1,0-1 0,1 0 0,-1 0 0,0 1 0,0-1 0,0 0-1,0 1 1,0-1 0,0 0 0,0 0 0,-1 2 0,-9 28-10,0-19 31,1-1 1,-2 1 0,0-2-1,0 0 1,-23 16 0,-72 41 0,75-49-17,14-10-356,-13 9 572,21-2-7840,28-14-2338</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6:58.082"/>
    </inkml:context>
    <inkml:brush xml:id="br0">
      <inkml:brushProperty name="width" value="0.05" units="cm"/>
      <inkml:brushProperty name="height" value="0.05" units="cm"/>
      <inkml:brushProperty name="color" value="#E71224"/>
    </inkml:brush>
  </inkml:definitions>
  <inkml:trace contextRef="#ctx0" brushRef="#br0">55 3 12005,'0'0'7036,"0"9"-6799,-5 173 833,5-179-1075,0-1 0,1 1 0,-1 0 0,0 0 0,1 0 0,0-1 0,-1 1 0,1 0 0,0-1 0,1 1 0,-1-1 0,0 1 1,1-1-1,-1 0 0,1 1 0,0-1 0,0 0 0,0 0 0,0 0 0,0 0 0,0-1 0,0 1 0,1 0 0,3 1 0,1 0-28,0-1-1,0 0 1,0 0 0,1-1-1,-1 1 1,1-2 0,-1 1-1,9-1 1,-13 0 37,0 0 0,0-1 0,0 1 0,0-1 0,-1 1 0,1-1 0,0 0 0,0 0 0,-1 0 0,1-1 0,-1 1 0,1 0 0,-1-1 0,0 0 0,1 1 0,-1-1 0,3-3 0,-1 0 3,-1 0 1,1 0-1,-1 0 0,0 0 0,0-1 1,0 1-1,3-11 0,-2-1 308,0 0 1,0 0-1,-2 0 1,1-33-1,-3 47-247,0 0 0,-1 0 0,1 0 0,-1 0 0,1 0 0,-1 0 0,0 0 0,0 0 0,0 0-1,-1 1 1,1-1 0,-1 1 0,1-1 0,-1 1 0,0-1 0,0 1 0,0 0 0,0 0 0,-1 0 0,1 0 0,0 0-1,-1 1 1,0-1 0,1 1 0,-1-1 0,0 1 0,1 0 0,-1 0 0,0 0 0,0 1 0,-5-2 0,-9 0-178,1 0 1,0 1 0,-1 0 0,-22 3 0,34-2-229,1 0 0,-1 1 0,1 0 0,0 0 0,0 0 0,-1 0 0,1 1 0,0-1 0,0 1 0,0 0 0,1 0 0,-1 1 1,0-1-1,-3 4 0,-17 17-6135</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6:59.401"/>
    </inkml:context>
    <inkml:brush xml:id="br0">
      <inkml:brushProperty name="width" value="0.05" units="cm"/>
      <inkml:brushProperty name="height" value="0.05" units="cm"/>
      <inkml:brushProperty name="color" value="#E71224"/>
    </inkml:brush>
  </inkml:definitions>
  <inkml:trace contextRef="#ctx0" brushRef="#br0">13 12 13238,'0'0'7286,"-5"-12"-6790,4 78 126,-4 121-62,5-186-558,0 0 1,-1-1-1,1 1 0,0 0 1,0 0-1,0 0 0,0 0 1,0-1-1,0 1 0,0 0 1,0 0-1,0 0 0,0 0 1,0-1-1,0 1 0,1 0 1,-1 0-1,0 0 0,1-1 1,-1 1-1,1 0 0,-1 0 1,0-1-1,1 1 0,0 0 1,-1-1-1,1 1 0,-1-1 1,1 1-1,0-1 0,-1 1 1,1-1-1,0 1 0,0-1 1,-1 0-1,1 1 0,0-1 0,0 0 1,0 1-1,-1-1 0,1 0 1,0 0-1,0 0 0,0 0 1,0 0-1,-1 0 0,1 0 1,0 0-1,0 0 0,0-1 1,0 1-1,-1 0 0,1 0 1,0-1-1,0 1 0,0 0 1,-1-1-1,1 1 0,1-2 1,2 0 17,0-1 0,0 0 1,0 0-1,0 0 0,0 0 1,-1-1-1,0 0 1,6-7-1,10-25 166,16-44 0,-24 52 5,-5 27-125,1 12 22,7 26 76,-7-20-125,-4-10-45,1-1-1,0 1 1,0-1-1,0 1 0,1-1 1,0-1-1,0 1 1,1-1-1,5 5 0,-8-8 5,0 0-1,-1 0 0,1 0 0,0-1 0,0 1 1,0-1-1,0 0 0,0 0 0,0 0 0,0 0 1,0 0-1,0-1 0,1 1 0,-1-1 0,0 0 1,0 0-1,0 0 0,1 0 0,-1-1 0,0 1 1,0-1-1,0 0 0,0 0 0,4-2 0,-3 1 8,-1-1 0,1 0 0,-1 0 0,0 0 0,0 0 0,-1-1-1,1 1 1,0-1 0,-1 1 0,0-1 0,0 0 0,0 0 0,-1 0 0,1 0-1,-1 0 1,0-1 0,0 1 0,0 0 0,0-7 0,0-5 52,1-1 0,-2 1 0,-3-31 0,3 45-92,0 1 1,0-1-1,-1 1 1,1 0-1,0-1 1,-1 1 0,1 0-1,-1-1 1,1 1-1,-1 0 1,1 0-1,-1 0 1,0-1-1,0 1 1,0 0-1,0 0 1,0 0-1,0 0 1,0 0-1,0 0 1,0 1 0,0-1-1,0 0 1,0 0-1,-1 1 1,1-1-1,0 1 1,0-1-1,-1 1 1,1 0-1,0-1 1,-1 1-1,1 0 1,-1 0 0,1 0-1,-2 0 1,0 12-6612,3-9 4896,0 15-8997</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6:59.727"/>
    </inkml:context>
    <inkml:brush xml:id="br0">
      <inkml:brushProperty name="width" value="0.05" units="cm"/>
      <inkml:brushProperty name="height" value="0.05" units="cm"/>
      <inkml:brushProperty name="color" value="#E71224"/>
    </inkml:brush>
  </inkml:definitions>
  <inkml:trace contextRef="#ctx0" brushRef="#br0">39 0 13494,'0'0'5171,"15"18"-4937,2 3-111,23 36 0,-39-55-110,0 1 1,0-1-1,0 1 1,0-1 0,0 1-1,0 0 1,-1-1-1,0 1 1,1 0-1,-1 0 1,0-1 0,0 1-1,-1 0 1,1 0-1,0-1 1,-1 1-1,0 0 1,1-1-1,-1 1 1,0-1 0,-1 1-1,1-1 1,0 1-1,-1-1 1,1 0-1,-1 0 1,0 0 0,1 1-1,-1-2 1,-3 4-1,-2 3 50,-16 19 1785,-42 40 863,108-69-1700,79-25-523,-57 11-1774,1 3-4556,-43 10 970</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00.315"/>
    </inkml:context>
    <inkml:brush xml:id="br0">
      <inkml:brushProperty name="width" value="0.05" units="cm"/>
      <inkml:brushProperty name="height" value="0.05" units="cm"/>
      <inkml:brushProperty name="color" value="#E71224"/>
    </inkml:brush>
  </inkml:definitions>
  <inkml:trace contextRef="#ctx0" brushRef="#br0">410 0 15687,'0'0'8489,"-13"6"-8403,-63 39 71,2 3 1,-94 79-1,127-95 262,35-28-361,4-2-29,-1-1 0,1 0 0,0 1 0,0-1 0,0 1 1,0 0-1,1 0 0,-1 0 0,0 0 0,1 0 0,-1 0 0,1 0 0,0 0 1,0 0-1,-1 1 0,2-1 0,-1 1 0,0-1 0,0 1 0,0 3 0,2-5-24,-1 0-1,1-1 1,-1 1-1,1 0 1,0 0-1,-1 0 1,1-1-1,0 1 0,0 0 1,-1-1-1,1 1 1,0-1-1,0 1 1,0-1-1,0 1 0,0-1 1,0 0-1,0 1 1,0-1-1,0 0 1,0 0-1,1 1 1,32 5 64,-25-4-40,171 38 283,-150-32-497,-1 2 0,-1 1-1,0 1 1,28 16 0,-18-8-3923,-34-18 3070,0 0 0,1-1-1,-1 0 1,1 0 0,-1-1 0,1 1-1,4-1 1,10 0-5698</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00.667"/>
    </inkml:context>
    <inkml:brush xml:id="br0">
      <inkml:brushProperty name="width" value="0.05" units="cm"/>
      <inkml:brushProperty name="height" value="0.05" units="cm"/>
      <inkml:brushProperty name="color" value="#E71224"/>
    </inkml:brush>
  </inkml:definitions>
  <inkml:trace contextRef="#ctx0" brushRef="#br0">47 52 10789,'0'0'8748,"-6"14"-8287,0 1-402,0 0-1,2 1 0,0-1 0,0 1 0,2 0 0,0 0 0,1 0 0,1 26 0,0-39-56,1 0 0,0 0 0,-1 0 0,1 0-1,1-1 1,-1 1 0,0 0 0,1-1-1,-1 1 1,1-1 0,0 0 0,0 1 0,0-1-1,0 0 1,0 0 0,0 0 0,1-1 0,-1 1-1,1 0 1,-1-1 0,1 1 0,0-1 0,-1 0-1,1 0 1,0 0 0,0-1 0,0 1-1,0 0 1,0-1 0,0 0 0,0 0 0,-1 0-1,1 0 1,5-1 0,-1 1 15,-1 0 1,1-1-1,-1 0 1,1 0-1,-1-1 1,0 0-1,1 0 0,-1 0 1,0-1-1,0 1 1,0-2-1,-1 1 1,1-1-1,-1 1 0,6-7 1,-6 5 55,-1-1 1,0 0-1,0 0 1,-1 0-1,0-1 1,0 1-1,0-1 1,-1 1-1,0-1 1,0 0-1,-1 0 1,0 0-1,0 0 0,0 0 1,-1 0-1,-1-8 1,1 10 56,-1-1 0,0 0 0,0 1 0,-1 0 0,1-1 0,-1 1-1,0 0 1,-1 0 0,1 0 0,-1 0 0,0 0 0,0 0 0,-1 1 0,1 0 0,-1-1 0,0 1 0,0 1 0,0-1 0,-1 1 0,-6-5 0,4 4-75,0 0 1,0 1-1,0 0 1,0 0 0,0 1-1,-1 0 1,1 0-1,-1 1 1,-12-2-1,17 3-295,-1 1-1,1-1 1,-1 0-1,1 1 0,0 0 1,-1 0-1,1 0 1,0 0-1,-1 0 0,1 1 1,0-1-1,0 1 1,0 0-1,0 0 0,1 0 1,-1 0-1,0 1 0,1-1 1,-1 1-1,1-1 1,0 1-1,-2 4 0,-10 14-4606</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04.768"/>
    </inkml:context>
    <inkml:brush xml:id="br0">
      <inkml:brushProperty name="width" value="0.05" units="cm"/>
      <inkml:brushProperty name="height" value="0.05" units="cm"/>
      <inkml:brushProperty name="color" value="#E71224"/>
    </inkml:brush>
  </inkml:definitions>
  <inkml:trace contextRef="#ctx0" brushRef="#br0">624 502 7075,'0'0'9421,"-10"2"-4557,-14-2-4147,9-9-672,1-1 0,1 0 1,0-1-1,0 0 0,1-1 1,-15-20-1,-22-20 363,-38-23-25,-117-76 1,182 135-275,7 7-48,-1 0 1,-1 0 0,-17-5 0,6 2 133,27 11 331,1 1-531,0-2 15,0 2 100,-8 251-166,8-250 85,0-35 723,0 1-681,-1 12-52,0 0 1,2 0-1,1 0 1,0 0-1,8-26 1,-9 42-23,1 0 1,0 0 0,0 0 0,0 1 0,1-1-1,-1 1 1,1-1 0,0 1 0,1 0 0,-1 0-1,1 0 1,-1 1 0,1-1 0,0 1 0,0 0 0,1 0-1,-1 1 1,1-1 0,-1 1 0,1 0 0,0 0-1,0 0 1,0 1 0,0-1 0,0 1 0,10 0-1,14-2 27,55 2-1,-75 2-173,1 0-1,-1 0 0,0 1 0,1 0 0,-1 0 0,0 1 0,0 0 0,-1 1 0,17 8 0,-23-10-183,0 0 0,0 0 0,-1 0 0,1 0 0,0 0 0,-1 1 0,1-1 0,-1 0 0,0 1 0,1-1 0,-1 1-1,-1 0 1,1-1 0,0 1 0,-1 0 0,1-1 0,-1 5 0,1 14-4167</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07.354"/>
    </inkml:context>
    <inkml:brush xml:id="br0">
      <inkml:brushProperty name="width" value="0.05" units="cm"/>
      <inkml:brushProperty name="height" value="0.05" units="cm"/>
      <inkml:brushProperty name="color" value="#E71224"/>
    </inkml:brush>
  </inkml:definitions>
  <inkml:trace contextRef="#ctx0" brushRef="#br0">22 82 3490,'0'0'15719,"-3"-14"-14489,-7-40-168,7 41 1387,3 16-2217,-5 414 763,5-416-996,0-1 0,0 1 0,-1 0 0,1-1 0,0 1 0,0 0 0,0-1 0,0 1-1,0-1 1,0 1 0,1 0 0,-1-1 0,0 1 0,0 0 0,0-1 0,0 1 0,1-1 0,-1 1 0,0-1 0,1 1 0,-1 0 0,0-1 0,1 1 0,-1-1 0,1 0 0,-1 1 0,1-1 0,-1 1 0,1-1 0,-1 0 0,1 1 0,-1-1 0,1 0-1,0 1 1,-1-1 0,1 0 0,-1 0 0,1 0 0,0 0 0,-1 0 0,1 1 0,0-1 0,-1 0 0,1 0 0,-1 0 0,1-1 0,0 1 0,-1 0 0,1 0 0,0 0 0,-1 0 0,1-1 0,-1 1 0,1 0 0,-1-1 0,1 1 0,0-1-1,3-1 24,-1 0 0,1 0 0,-1 0 0,0-1 0,0 1-1,0-1 1,0 0 0,2-3 0,28-56 66,-27 49-72,0-1-1,2 1 0,12-18 0,-20 31-24,0-1 1,1 1-1,-1 0 0,0 0 0,1-1 0,-1 1 0,1 0 0,-1 0 0,1 0 0,-1 0 1,1 0-1,-1 0 0,0 0 0,1-1 0,-1 1 0,1 0 0,-1 0 0,1 1 0,-1-1 1,1 0-1,-1 0 0,1 0 0,-1 0 0,0 0 0,1 0 0,-1 1 0,1-1 0,-1 0 1,1 0-1,-1 1 0,0-1 0,1 0 0,-1 1 0,0-1 0,1 0 0,-1 1 0,0-1 1,0 0-1,1 1 0,-1-1 0,0 1 0,0-1 0,1 1 0,17 27-34,-6-11 32,-5-9-32,0-1 1,0-1 0,1 0-1,0 0 1,0 0 0,1-1-1,12 5 1,-18-8 31,-1-1-1,1 0 1,-1 0 0,1 0-1,0 0 1,0 0-1,-1-1 1,1 1 0,0-1-1,0 0 1,-1 0 0,1 0-1,0 0 1,0 0 0,0-1-1,-1 1 1,1-1-1,0 0 1,-1 0 0,1 0-1,0 0 1,-1 0 0,1 0-1,-1-1 1,0 0 0,1 1-1,-1-1 1,0 0 0,0 0-1,3-3 1,0-4 42,0 0 0,0 0 0,0-1 0,-1 0 0,-1 0 0,0 0 0,0 0 0,-1 0 0,0-1 0,-1 1 0,0-1 1,0 1-1,-2-18 0,0 24 1,0 0 1,1 0 0,-1 0 0,0 1-1,-1-1 1,1 0 0,-1 0 0,-3-5 0,4 7-33,0 0 0,0 0 0,0 1 0,0-1 0,0 1 0,0-1 0,-1 1 0,1-1 0,-1 1 0,1 0 0,-1 0 0,1 0 0,-1 0 0,1 0 0,-1 0 1,0 0-1,0 0 0,0 1 0,1-1 0,-4 0 0,5 1-344,0 60-11006,2-43 6295</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07.726"/>
    </inkml:context>
    <inkml:brush xml:id="br0">
      <inkml:brushProperty name="width" value="0.05" units="cm"/>
      <inkml:brushProperty name="height" value="0.05" units="cm"/>
      <inkml:brushProperty name="color" value="#E71224"/>
    </inkml:brush>
  </inkml:definitions>
  <inkml:trace contextRef="#ctx0" brushRef="#br0">3 0 9220,'0'0'10752,"0"6"-9992,-1 47 990,-1-14-2205,2 0-1,6 41 1,-6-80 307,0 0-1,0 0 1,0 1 0,0-1-1,0 0 1,0 1-1,0-1 1,0 0-1,0 0 1,0 1-1,0-1 1,1 0-1,-1 1 1,0-1 0,0 0-1,0 0 1,0 1-1,1-1 1,-1 0-1,0 0 1,0 0-1,0 1 1,1-1 0,-1 0-1,0 0 1,0 0-1,1 0 1,-1 1-1,0-1 1,1 0-1,-1 0 1,0 0 0,0 0-1,1 0 1,-1 0-1,0 0 1,1 0-1,-1 0 1,0 0-1,0 0 1,1 0-1,9 0-5976</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08.096"/>
    </inkml:context>
    <inkml:brush xml:id="br0">
      <inkml:brushProperty name="width" value="0.05" units="cm"/>
      <inkml:brushProperty name="height" value="0.05" units="cm"/>
      <inkml:brushProperty name="color" value="#E71224"/>
    </inkml:brush>
  </inkml:definitions>
  <inkml:trace contextRef="#ctx0" brushRef="#br0">182 1 12134,'0'0'8174,"-1"10"-7939,-6 2-176,-1-1-1,-1 1 1,1-1 0,-2-1 0,0 0 0,-16 14 0,-22 22 204,43-40-209,-34 47 675,37-50-696,1 0 0,0 0 0,-1 0-1,1 0 1,0 1 0,0-1 0,1 0 0,-1 1-1,1-1 1,0 1 0,-1-1 0,2 0 0,-1 1-1,0-1 1,1 1 0,-1-1 0,2 4 0,2-3-8,0 0 1,1 1 0,-1-2-1,1 1 1,0-1-1,0 1 1,0-1 0,0 0-1,1-1 1,-1 0-1,8 3 1,3 2-3,41 20-102,17 8 88,-27-9-4055,-31-21-3990</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08.446"/>
    </inkml:context>
    <inkml:brush xml:id="br0">
      <inkml:brushProperty name="width" value="0.05" units="cm"/>
      <inkml:brushProperty name="height" value="0.05" units="cm"/>
      <inkml:brushProperty name="color" value="#E71224"/>
    </inkml:brush>
  </inkml:definitions>
  <inkml:trace contextRef="#ctx0" brushRef="#br0">5 32 13654,'0'0'6534,"2"14"-6086,0 2-408,0-1 1,1 0-1,1 0 0,1 0 0,7 17 1,-10-28-34,0 1 0,1-1 0,0 1 0,-1-1 0,1 0 0,1 0 0,-1 0 0,1 0 0,-1-1 0,7 5 0,-7-6-6,0-1 0,-1 0 0,1 0-1,0 1 1,-1-2 0,1 1 0,0 0 0,0-1-1,0 1 1,0-1 0,0 0 0,0 0 0,0 0 0,0 0-1,-1 0 1,1-1 0,0 1 0,0-1 0,0 0-1,3-1 1,-3 0 14,0 0 1,0 0-1,-1 0 0,1 0 0,-1 0 0,0 0 0,1 0 1,-1-1-1,0 1 0,0-1 0,-1 0 0,1 0 0,-1 1 1,1-1-1,-1 0 0,0 0 0,0 0 0,0-1 0,0 1 1,-1 0-1,1-4 0,5-72 1537,-6 74-1269,-1 2-223,1 1 1,-1-1-1,1 0 0,-1 1 0,0-1 0,0 1 0,0-1 0,0 1 1,0-1-1,-1 1 0,1 0 0,-1 0 0,1 0 0,-1 0 0,0 0 1,0 0-1,0 0 0,0 0 0,0 1 0,0-1 0,-1 1 0,1-1 1,-1 1-1,1 0 0,-1 0 0,1 0 0,-1 0 0,1 1 1,-1-1-1,-5 0 0,-5-1-104,0 0 0,0 1 0,0 1 0,0 0 0,-15 2 0,26-2-79,1 0 1,0 0-1,0 0 1,-1 1-1,1-1 1,0 0-1,0 1 1,0-1-1,0 1 1,0-1-1,-1 1 1,1 0-1,0-1 1,0 1-1,0 0 1,1 0-1,-1 0 1,0 0-1,0 0 1,0 0-1,1 0 1,-1 0-1,0 0 1,1 0-1,-1 0 1,0 2-1,-2 20-6117,3-2-5176</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09.354"/>
    </inkml:context>
    <inkml:brush xml:id="br0">
      <inkml:brushProperty name="width" value="0.05" units="cm"/>
      <inkml:brushProperty name="height" value="0.05" units="cm"/>
      <inkml:brushProperty name="color" value="#E71224"/>
    </inkml:brush>
  </inkml:definitions>
  <inkml:trace contextRef="#ctx0" brushRef="#br0">19 17 15639,'0'0'8047,"-2"3"-7797,-1 0-228,1 1-1,0 0 0,1 0 0,-1 0 1,1 0-1,-1 1 0,1-1 0,0 0 1,1 0-1,-1 1 0,1 6 0,1 62 309,1-36-154,-2-12-146,-1-10-15,1-1 1,0 1-1,1 0 1,1 0-1,0-1 1,7 21-1,-9-34-14,0-1-1,0 0 0,0 1 0,1-1 0,-1 0 1,0 0-1,0 1 0,1-1 0,-1 0 1,0 0-1,0 1 0,1-1 0,-1 0 1,0 0-1,1 0 0,-1 1 0,0-1 0,1 0 1,-1 0-1,0 0 0,1 0 0,-1 0 1,0 0-1,1 0 0,-1 0 0,0 0 0,1 0 1,-1 0-1,1 0 0,-1 0 0,0 0 1,1 0-1,-1 0 0,0 0 0,1 0 0,-1-1 1,0 1-1,1 0 0,-1 0 0,0 0 1,0-1-1,1 1 0,-1 0 0,0 0 0,1-1 1,-1 1-1,0 0 0,0 0 0,0-1 1,1 1-1,-1 0 0,0-1 0,0 1 0,0 0 1,0-1-1,1 0 0,12-19 92,-12 19-90,57-108 171,-57 108-178,-1 0-1,1 0 1,0 1-1,0-1 0,0 0 1,0 1-1,0-1 0,0 1 1,0-1-1,0 1 0,0-1 1,0 1-1,0 0 0,0-1 1,1 1-1,-1 0 0,0 0 1,0 0-1,0 0 0,0 0 1,0 0-1,1 0 0,-1 1 1,0-1-1,0 0 0,0 0 1,0 1-1,0-1 0,0 1 1,1 0-1,30 17-173,-27-13 138,1 0 1,0-1 0,1 1-1,-1-1 1,1-1 0,0 1 0,0-1-1,0 0 1,0-1 0,0 1-1,1-2 1,-1 1 0,1-1-1,0 0 1,-1 0 0,1-1 0,0 0-1,14-2 1,-19 0 42,0 1 1,0-1-1,0 0 0,0 0 0,0 0 1,0 0-1,-1 0 0,1-1 0,-1 1 1,1-1-1,-1 0 0,0 1 1,0-1-1,0 0 0,0 0 0,-1 0 1,1-1-1,-1 1 0,0 0 0,0-1 1,0 1-1,0-1 0,0-4 1,2-12 286,-1 0 0,-1-37 0,-1 45-24,0 8-200,-1-1-1,1 1 0,-1-1 1,0 1-1,0-1 1,-1 1-1,1 0 0,-1 0 1,0 0-1,-3-5 0,3 7-85,1 0 0,0-1 0,-1 2-1,1-1 1,-1 0 0,0 0 0,0 0-1,0 1 1,0-1 0,0 1-1,0-1 1,0 1 0,0 0 0,0 0-1,0 0 1,-1 0 0,1 0-1,0 1 1,-1-1 0,1 1 0,-3-1-1,3 4-531,1 0 0,0 0 0,0 0 0,1 0-1,-1 0 1,1 0 0,-1 1 0,1-1 0,0 0 0,0 0-1,1 0 1,0 4 0,-1 0-1044,2 11-2493,11-5-466</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09.695"/>
    </inkml:context>
    <inkml:brush xml:id="br0">
      <inkml:brushProperty name="width" value="0.05" units="cm"/>
      <inkml:brushProperty name="height" value="0.05" units="cm"/>
      <inkml:brushProperty name="color" value="#E71224"/>
    </inkml:brush>
  </inkml:definitions>
  <inkml:trace contextRef="#ctx0" brushRef="#br0">0 0 6003,'0'0'10418,"22"4"-9210,65 17-330,-86-21-852,1 1 0,-1-1-1,0 0 1,0 1 0,1-1-1,-1 1 1,0 0 0,0-1-1,1 1 1,-1 0 0,0 0 0,0 0-1,0 0 1,0 0 0,0 0-1,0 0 1,-1 0 0,1 0 0,0 0-1,0 1 1,-1-1 0,1 0-1,-1 0 1,1 1 0,-1-1-1,0 0 1,1 1 0,-1-1 0,0 0-1,0 1 1,0-1 0,0 1-1,0-1 1,0 0 0,0 1-1,0-1 1,-2 3 0,2 4 152,-1 14 308,0 0-1,-1 0 1,-1 0 0,-11 38-1,18-59-198,0 0-1,0-1 1,-1 1 0,1-1-1,0 0 1,0 0 0,0 0-1,7-2 1,9-5-178,-1-1 0,1 0 0,27-17 0,30-13-1425,-18 16-2609,-20 9-4012,-20 8-1302</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10.055"/>
    </inkml:context>
    <inkml:brush xml:id="br0">
      <inkml:brushProperty name="width" value="0.05" units="cm"/>
      <inkml:brushProperty name="height" value="0.05" units="cm"/>
      <inkml:brushProperty name="color" value="#E71224"/>
    </inkml:brush>
  </inkml:definitions>
  <inkml:trace contextRef="#ctx0" brushRef="#br0">1 1 16295,'0'0'8476,"7"0"-8185,16-1-158,-1 1 0,1 2 1,0 0-1,0 1 0,-1 1 0,0 1 0,0 1 0,0 2 0,24 10 0,-44-17-132,0 1 0,0-1 0,0 1-1,0 0 1,0-1 0,-1 1-1,1 0 1,-1 0 0,1 0 0,-1 0-1,1 1 1,-1-1 0,0 0-1,0 0 1,0 1 0,0-1 0,-1 1-1,1-1 1,-1 1 0,1-1-1,-1 1 1,0-1 0,0 1 0,0-1-1,0 1 1,0-1 0,-1 1-1,1-1 1,-1 1 0,0-1 0,0 1-1,0-1 1,-2 4 0,-1 4 8,-2 0 1,1 0 0,-1 0 0,-1-1-1,-14 17 1,-3-4-32,18-18-299,1 0 0,0 1 0,0 0 0,0 0 0,1 0 0,0 0 0,0 1 0,-4 7 0,7-7-2220</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10.390"/>
    </inkml:context>
    <inkml:brush xml:id="br0">
      <inkml:brushProperty name="width" value="0.05" units="cm"/>
      <inkml:brushProperty name="height" value="0.05" units="cm"/>
      <inkml:brushProperty name="color" value="#E71224"/>
    </inkml:brush>
  </inkml:definitions>
  <inkml:trace contextRef="#ctx0" brushRef="#br0">6 20 4418,'0'0'17363,"0"3"-17097,0 9-176,0 0-1,1-1 1,1 1-1,0-1 1,1 1-1,4 11 0,-6-20-91,0 1 0,0-1 0,0 0 0,1-1 0,-1 1-1,1 0 1,0 0 0,0-1 0,0 1 0,0-1 0,0 1-1,1-1 1,-1 0 0,1 0 0,-1 0 0,1 0 0,0 0 0,0-1-1,0 1 1,0-1 0,0 0 0,0 0 0,0 0 0,0 0-1,0-1 1,0 1 0,5-1 0,-4 1 10,-1-1-1,1 0 1,-1 0-1,1-1 1,-1 1 0,1-1-1,-1 0 1,0 1 0,1-2-1,-1 1 1,0 0-1,0-1 1,0 1 0,0-1-1,0 0 1,0 0-1,3-2 1,-3 0 21,-1 0 0,1 0 0,-1 0 0,0 0-1,0 0 1,0-1 0,-1 1 0,1-1 0,-1 1 0,0-1 0,0 1-1,0-9 1,-1 10 57,1 0 1,0 0-1,-1 0 0,0 0 0,0 0 1,0 0-1,0 0 0,0 0 0,-1 0 0,1 0 1,-1 0-1,0 0 0,1 0 0,-1 0 0,-1 0 1,1 1-1,0-1 0,-1 0 0,0 1 1,1-1-1,-1 1 0,0 0 0,-4-5 0,0 5-19,0-1 0,1 1-1,-1 0 1,0 0-1,0 1 1,0 0-1,0 0 1,-1 0 0,1 1-1,0 0 1,-7 0-1,11 0-257,-1 0 1,1 0-1,-1 0 0,1 1 0,0-1 0,-1 1 0,1-1 0,0 1 1,-1 0-1,1 0 0,0 0 0,0 0 0,0 0 0,0 0 1,0 0-1,0 1 0,0-1 0,0 1 0,1 0 0,-1-1 0,0 1 1,1 0-1,-1 0 0,1 0 0,0 0 0,0 0 0,-1 3 1,-3 2-1035,-11 17-5794</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4:57.879"/>
    </inkml:context>
    <inkml:brush xml:id="br0">
      <inkml:brushProperty name="width" value="0.05" units="cm"/>
      <inkml:brushProperty name="height" value="0.05" units="cm"/>
      <inkml:brushProperty name="color" value="#E71224"/>
    </inkml:brush>
  </inkml:definitions>
  <inkml:trace contextRef="#ctx0" brushRef="#br0">86 539 12358,'0'0'8155,"-4"19"-7626,-23 162 1135,26-175-1574,-2 30 592,-1 0 1,-16 60-1,9-140 2138,1-61-2719,5-1-1,10-132 1,-2 204-107,2 1 0,1-1 0,2 1 0,15-41-1,-16 55-3,1 0-1,0 1 1,1 0-1,1 1 1,1 0-1,1 1 1,0 0-1,21-21 0,-29 33-2,0 1 0,1-1 0,-1 1 0,1 0 0,0 0 0,0 1 0,0-1 0,0 1 0,1 0 0,-1 1 0,10-3 0,-12 4 7,-1 0-1,1-1 0,-1 1 1,1 0-1,-1 1 0,0-1 0,1 0 1,-1 1-1,1-1 0,-1 1 1,0 0-1,1 0 0,-1 0 0,0 0 1,0 0-1,1 0 0,-1 1 0,0-1 1,0 1-1,-1-1 0,1 1 1,0 0-1,-1 0 0,1 0 0,0 0 1,-1 0-1,2 4 0,2 4-3,-1 1-1,0-1 1,-1 1-1,0 0 0,-1 0 1,0 1-1,-1-1 1,0 0-1,-1 1 0,0-1 1,0 0-1,-4 15 1,1-10-7,0-1 1,-1 0-1,0 0 1,-2 0 0,0-1-1,0 1 1,-1-2-1,-14 21 1,-1-4-169,-41 44 0,51-63 90,0 0 0,0 0 0,-1-1 0,0-1 0,-1 0 0,-19 9 0,23-14 40,-1 4-22,10 11-85,4-2 156,1-1-1,1 0 1,1-1 0,0 1-1,1-1 1,0 0 0,15 21-1,3 9 26,61 149-118,-74-176-1308,-11-17 996,0 0-1,1 0 1,-1 0 0,0 0 0,1 0 0,-1 0 0,1 0 0,-1 0 0,1-1 0,0 1 0,-1-1 0,1 1 0,-1-1 0,1 0 0,0 1 0,0-1-1,-1 0 1,1 0 0,0 0 0,-1 0 0,1-1 0,0 1 0,-1 0 0,1-1 0,0 1 0,-1-1 0,1 0 0,1 0 0,18-17-6841</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4:59.893"/>
    </inkml:context>
    <inkml:brush xml:id="br0">
      <inkml:brushProperty name="width" value="0.05" units="cm"/>
      <inkml:brushProperty name="height" value="0.05" units="cm"/>
      <inkml:brushProperty name="color" value="#E71224"/>
    </inkml:brush>
  </inkml:definitions>
  <inkml:trace contextRef="#ctx0" brushRef="#br0">1 242 512,'0'0'17480,"16"-7"-16794,51-28-40,-60 31-505,0-1 0,-1 1 0,0-1 0,0-1 0,0 1 1,-1-1-1,1 0 0,-1 0 0,-1-1 0,1 1 0,-1-1 1,0 0-1,-1 0 0,0-1 0,0 1 0,0-1 0,-1 1 0,0-1 1,-1 0-1,0 0 0,0 0 0,0-16 0,-2 23-97,1 0 0,0 0 0,-1 0 0,1 0 0,0 0-1,-1 0 1,1 0 0,-1 0 0,0 0 0,1 0 0,-1 1 0,0-1-1,1 0 1,-1 0 0,0 1 0,0-1 0,0 0 0,0 1-1,0-1 1,0 0 0,0 1 0,0 0 0,0-1 0,0 1 0,0-1-1,0 1 1,0 0 0,0 0 0,0 0 0,0 0 0,0 0-1,0 0 1,0 0 0,0 0 0,0 0 0,-1 0 0,1 0 0,0 1-1,0-1 1,0 1 0,-1 0 0,-3-1-38,1 1 0,-1 1-1,1-1 1,-1 1 0,1-1 0,-1 1 0,1 1-1,0-1 1,-4 3 0,3 1-3,0 0 1,0 0-1,0 0 1,1 1-1,0 0 0,1 0 1,-1 0-1,1 0 1,1 0-1,-1 0 1,1 1-1,-2 13 0,1 8-10,0 58-1,3-80 3,0-3 2,0 0-1,0 0 1,0-1 0,1 1 0,0 0-1,0-1 1,0 1 0,0 0 0,0-1-1,1 0 1,0 1 0,-1-1 0,1 0-1,0 1 1,1-1 0,-1-1 0,3 4 0,0-2-33,0 0 0,0-1 1,0 1-1,0-1 0,1 0 1,-1-1-1,1 1 0,-1-1 1,11 2-1,9 1-156,0-2 1,0 0-1,0-2 0,27-2 1,-42 1 126,4-1 11,0-1 1,0 0-1,0-1 1,-1 0-1,0-1 0,0 0 1,0-1-1,0-1 1,0 0-1,-1-1 0,0 0 1,-1-1-1,14-11 1,-17 12 55,0 0 0,-1 0 0,0-1 1,0 0-1,0 0 0,-1 0 0,0-1 1,-1 0-1,0 0 0,-1-1 0,1 1 1,-2-1-1,1 0 0,-2 0 0,1 0 1,-1-1-1,1-19 0,-3 30 17,0-1 0,0 0 1,0 0-1,0 1 0,0-1 0,0 0 0,0 0 0,-1 0 0,1 1 0,0-1 0,0 0 0,-1 1 0,1-1 1,0 0-1,-1 0 0,1 1 0,-1-1 0,1 1 0,-1-1 0,1 0 0,-1 1 0,1-1 0,-1 1 0,0-1 1,1 1-1,-1 0 0,0-1 0,-1 0 0,-25 2 255,22 1-262,-1 0 0,0 0 1,1 0-1,-1 1 0,1 0 0,0 0 1,-6 5-1,2 0-7,0 2-1,1-1 1,0 1-1,0 0 1,-7 16-1,12-22-9,1 0-1,0 1 1,0-1-1,0 1 1,1-1-1,0 1 1,0 0-1,0 0 1,0-1-1,1 1 1,-1 0-1,1 0 1,1 0-1,-1 0 0,1 0 1,-1-1-1,3 8 1,-1-11-2,-1 0-1,0 1 1,1-1 0,-1 0-1,1 0 1,0 1 0,0-1 0,-1-1-1,1 1 1,0 0 0,0 0-1,0-1 1,0 1 0,0-1 0,0 1-1,-1-1 1,1 0 0,0 0-1,0 0 1,0 0 0,0 0-1,0 0 1,4-1 0,0 0 11,-1 1 1,1-1-1,0 0 1,0-1 0,-1 1-1,1-1 1,7-4-1,40-40 27,-27 20 120,-16 53 155,14 97 755,-5 2-1,3 141 0,-18 255 790,-4-468-1713,-1-4 104,-9 65 1,9-102-186,-2 0 0,0 0 1,0 0-1,-1 0 0,-1 0 1,0-1-1,-1 0 0,0 0 1,-15 21-1,18-29-38,-1-1 0,1 1 0,-1-1 0,0 0 1,1 0-1,-1 0 0,-1-1 0,1 1 0,0-1 0,-1 0 0,1 0 0,-1-1 0,1 1 1,-1-1-1,0 0 0,1 0 0,-1-1 0,0 0 0,0 1 0,0-1 0,0-1 0,1 1 1,-1-1-1,0 0 0,0 0 0,1 0 0,-1-1 0,1 1 0,-1-1 0,1 0 0,-6-4 0,-3-1 9,1 0-1,-1-2 0,1 1 1,0-2-1,1 1 0,0-2 1,1 1-1,-17-23 0,14 11-25,0 0-1,2 0 0,0-1 1,2-1-1,0 0 0,2 0 0,1 0 1,1-1-1,-4-39 0,7 36-11,1 0 0,1 0 0,1 0 0,1 0 0,2 1 0,1-1 0,1 1 0,14-39 0,-3 26-36,3 1 1,0 1-1,3 1 0,35-45 0,122-128-542,-142 168 380,3-3-40,1 2 0,63-49 0,-70 72 136,-34 20 106,0 0 0,-1 0 0,1 0 0,0-1 0,0 1 0,0 0 0,0 0 0,0 0-1,-1 0 1,1 1 0,0-1 0,0 0 0,0 0 0,0 0 0,-1 1 0,1-1 0,0 1 0,0-1 0,0 0 0,-1 1 0,1-1-1,0 1 1,-1-1 0,1 1 0,0 0 0,-1-1 0,1 1 0,-1 0 0,1-1 0,-1 1 0,1 0 0,-1 0 0,0-1 0,1 1-1,-1 0 1,0 0 0,0 0 0,1 0 0,-1-1 0,0 3 0,5 23-70,-2 1 1,1 31-1,-3-32-61,1 0-1,10 44 0,-12-68 119,0-1 0,1 1 0,-1 0 0,0-1 0,1 1-1,0 0 1,-1-1 0,1 1 0,0 0 0,0-1 0,0 1 0,0-1 0,0 0-1,0 1 1,1-1 0,-1 0 0,0 0 0,1 0 0,-1 0 0,0 0-1,4 2 1,-4-3 13,1 0 1,0 0-1,0 0 0,-1 0 0,1 0 0,0 0 0,-1-1 1,1 1-1,0-1 0,-1 1 0,1-1 0,-1 1 1,1-1-1,-1 0 0,1 0 0,-1 0 0,1 0 0,1-1 1,8-8 20,-1-1 1,0 1 0,0-2 0,8-12 0,-11 15-26,108-170 160,-108 176-200,-3 13-3,0 16-11,-4-23 67,1 3-4,0 10-2,1-1 0,1 1 0,0-1 0,10 28 0,-12-40 4,1 1 0,0-1 0,-1 1 0,1-1-1,1 0 1,-1 0 0,0 0 0,1 0 0,-1 0-1,1 0 1,0-1 0,0 0 0,0 1 0,0-1 0,1 0-1,-1 0 1,1-1 0,-1 1 0,1-1 0,-1 1-1,1-1 1,0 0 0,-1-1 0,1 1 0,7 0-1,-4-1 3,0-1 0,1 1-1,-1-1 1,0 0 0,0-1-1,0 0 1,0 0 0,0 0-1,0-1 1,0 0 0,-1-1-1,12-6 1,-7 1 5,0 0 0,-1 0 0,0 0 0,0-2 0,-1 1 0,10-17-1,-2 1 8,-1-2 0,-2 0-1,-1 0 1,-1-1 0,11-43-1,-15 39 98,-1-1 0,-2 0 0,-1 0 0,-1-39 0,-4 73-78,0 0-1,0-1 0,1 1 0,-1 0 0,0 0 0,0-1 0,0 1 1,0 0-1,0 0 0,0 0 0,0 0 0,0 0 0,1 1 0,-1-1 1,0 0-1,0 0 0,0 0 0,0 1 0,0-1 0,-1 1 0,-3 2-20,0 1-1,-1 0 0,1 0 0,0 0 1,1 0-1,-1 1 0,1 0 0,0 0 1,0 0-1,0 0 0,1 1 0,-5 10 0,-1 1 33,2 1 0,0 0-1,-5 22 1,7-14-33,1 1 0,1-1 0,1 1 0,2 0 0,0 0 0,7 40 0,-5-59-27,0 0 0,0-1 0,1 1 0,0 0 0,1-1 0,-1 0 0,1 0 0,1 0 1,-1 0-1,1 0 0,1-1 0,-1 0 0,1 0 0,0-1 0,0 1 0,1-1 0,-1-1 0,1 1 0,13 5 0,-9-4-35,1-2 0,0 1 0,0-1 0,0-1 0,1 0 0,-1-1 0,1 0 0,0-1 0,0 0 0,-1-1 0,26-3 0,-32 2 34,1-1 0,-1 0 0,0 0 0,0 0 0,0-1 0,0 0 0,0 0 0,0-1 0,-1 1 0,0-1-1,0-1 1,0 1 0,0-1 0,-1 1 0,1-1 0,-1 0 0,0-1 0,-1 1 0,5-8 0,-3 3 15,-1 0-1,0 0 1,0 0-1,-1-1 1,0 1-1,-1-1 1,0 1-1,-1-1 1,0 0-1,-1-20 1,0 30 1,-1-1 0,1 1 0,-1 0 0,1 0 0,-1 0 0,1-1 0,-1 1 0,0 0 0,0 0 0,0 0 0,0 0 0,0 0 0,0 0 1,0 0-1,0 1 0,0-1 0,0 0 0,0 0 0,0 1 0,-1-1 0,1 1 0,0-1 0,0 1 0,-1 0 0,1-1 0,0 1 0,-1 0 0,1 0 1,0 0-1,-1 0 0,1 0 0,-1 0 0,1 0 0,0 0 0,0 1 0,-1-1 0,-1 1 0,-2 0-7,0 0-1,0 0 1,1 0-1,-1 0 1,0 1-1,0 0 1,0 0-1,1 0 1,-6 5 0,4-3 10,1 1 0,0 1 0,0-1 0,0 1 1,1 0-1,0 0 0,0 0 0,0 0 1,1 1-1,-5 12 0,5-7-270,0 1 0,1-1-1,0 1 1,1 0 0,0 18 0,30-31-106,-26 0 375,0-1 0,0 1 0,0-1-1,0 1 1,-1-1 0,1 0 0,0-1-1,0 1 1,3-3 0,-3 3-14,-1 0 0,1-1 0,0 1 0,-1 0 0,1 0 0,0 0 0,0 1 0,0-1 0,4 0 0,-5 5 3,0 0 1,0 0-1,-1 0 1,1 0 0,-1 0-1,0 1 1,0-1-1,-1 0 1,1 8-1,0-5-2,-1-7 16,0 1 0,1 0 0,-1 0 1,1-1-1,-1 1 0,1 0 0,0 0 0,-1-1 1,1 1-1,0-1 0,-1 1 0,1-1 0,0 1 1,0-1-1,-1 1 0,1-1 0,0 1 0,0-1 1,0 0-1,-1 0 0,1 1 0,0-1 0,0 0 0,0 0 1,0 0-1,0 0 0,0 0 0,0 0 0,-1 0 1,1 0-1,0-1 0,0 1 0,0 0 0,0 0 1,0-1-1,-1 1 0,1 0 0,0-1 0,0 1 0,0-1 1,0 0-1,40-20 251,-41 21-254,26-16 84,52-24 1,-68 37-94,0-1 0,0 1 0,0 0 1,0 1-1,0 1 0,1-1 1,-1 1-1,0 1 0,16 1 0,-23 0 5,0 0-1,0 0 0,0 1 0,0-1 1,-1 1-1,1-1 0,-1 1 0,1 0 1,-1 0-1,1 0 0,-1 0 0,0 1 0,0-1 1,0 0-1,0 1 0,-1 0 0,1-1 1,-1 1-1,1 0 0,-1 0 0,0 0 0,0 0 1,0 0-1,-1 0 0,1 0 0,0 5 1,1 7 111,0 0 0,-1 0 0,0 17 0,-1-29 71,1-11-159,0 1 1,1 0-1,0 0 0,0-1 1,1 1-1,0 1 0,0-1 1,0 0-1,1 1 0,0-1 1,1 1-1,-1 0 0,1 1 1,0-1-1,1 1 0,-1 0 1,1 0-1,9-5 0,-6 3 2,0 0 1,1 1-1,0 1 0,0-1 1,1 2-1,-1-1 0,1 1 1,0 1-1,0 0 0,1 1 0,19-3 1,-27 6-18,-1-1 0,1 0 0,-1 1 0,1 0 0,-1 0 0,1 0 0,-1 0 0,0 0 0,0 1 0,1-1 0,-1 1 0,0 0 0,0 0 0,-1 0 0,5 4 0,-1 0 48,-1 0 0,0 0 0,0 1 1,-1-1-1,0 1 0,6 13 0,-4-6 17,0 0 1,-2 1-1,0 0 0,0 0 0,-2 0 1,2 29-1,-3-42-117,-1 1-1,0 0 0,0-1 1,0 1-1,-1 0 1,1 0-1,0-1 1,-1 1-1,0-1 0,0 1 1,0 0-1,0-1 1,0 0-1,0 1 1,-1-1-1,1 0 1,-1 1-1,-3 2 0,2-3-386,0 0 0,-1 0 1,1-1-1,-1 0 0,1 1 0,-1-1 0,0-1 0,1 1 0,-1 0 0,0-1 0,0 0 0,0 0 0,-4 0 0,-15-3-5222,2-8-4669</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00.221"/>
    </inkml:context>
    <inkml:brush xml:id="br0">
      <inkml:brushProperty name="width" value="0.05" units="cm"/>
      <inkml:brushProperty name="height" value="0.05" units="cm"/>
      <inkml:brushProperty name="color" value="#E71224"/>
    </inkml:brush>
  </inkml:definitions>
  <inkml:trace contextRef="#ctx0" brushRef="#br0">1 37 16936,'0'0'8340,"36"-37"-10357,-2 58-2129,-1 2-3746</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02.129"/>
    </inkml:context>
    <inkml:brush xml:id="br0">
      <inkml:brushProperty name="width" value="0.05" units="cm"/>
      <inkml:brushProperty name="height" value="0.05" units="cm"/>
      <inkml:brushProperty name="color" value="#E71224"/>
    </inkml:brush>
  </inkml:definitions>
  <inkml:trace contextRef="#ctx0" brushRef="#br0">15 376 16744,'0'0'4042,"10"-23"-2890,2-3-891,26-45 1,-35 67-237,0 1-1,1-1 1,-1 0 0,1 1 0,0-1-1,-1 1 1,1 0 0,1 1 0,-1-1-1,0 1 1,1 0 0,-1 0 0,1 0-1,7-2 1,0 2 81,1 0-1,-1 0 0,24 2 1,-20-1 11,-10 1-72,-1 0 0,0 0 0,1 0 0,-1 0 0,0 1 0,1 0 0,-1 0 0,0 0 0,0 1 0,0 0 0,0 0 0,0 0 0,0 0 0,0 1 0,6 5 0,-7-4-5,-1 0 0,0 0 0,0 0 0,0 0 0,-1 1 0,0-1 0,0 1 0,0 0 0,0 0 0,-1 0 0,1 0 0,-1 0 0,-1 0 0,1 0 0,-1 0 0,0 8 0,1 1 5,-1 0-1,-1-1 0,0 1 0,-1 0 1,-1-1-1,0 0 0,0 1 0,-2-1 1,1-1-1,-2 1 0,-8 15 0,10-20-20,-1 0-17,0 0-1,0 1 0,1 0 0,0 0 0,0 0 0,1 0 0,1 0 0,-1 1 0,2-1 0,-1 1 0,1 0 0,1-1 1,0 19-1,3-23 1,0 0 0,0 0 1,0-1-1,1 1 0,-1-1 1,1 0-1,0 0 0,0 0 1,1 0-1,-1-1 0,1 1 1,-1-1-1,1 0 0,8 3 1,19 15 18,-26-16 5,0 1 1,0 0 0,-1 0-1,0 1 1,0-1 0,0 1-1,-1 0 1,0 0-1,-1 1 1,1-1 0,-1 1-1,-1 0 1,0 0 0,0 0-1,0 0 1,-1 0-1,0 0 1,-1 0 0,1 1-1,-2-1 1,1 0 0,-1 0-1,0 0 1,-1 0 0,0 0-1,0 0 1,-1 0-1,0 0 1,0-1 0,-1 1-1,0-1 1,0 0 0,-1 0-1,-8 9 1,3-6 42,-2 0 0,1 0 0,-1-1 0,-1 0 0,0-1 0,0-1 0,0 0 0,-1 0 0,0-2-1,-1 1 1,1-2 0,-1 0 0,0-1 0,0 0 0,0-1 0,0-1 0,-27-1 0,37 0-65,0-1 1,0 0-1,0 1 0,0-2 0,1 1 0,-1 0 0,0-1 1,0 0-1,1 0 0,-1 0 0,1-1 0,0 0 1,0 0-1,0 0 0,0 0 0,0 0 0,1-1 1,-1 0-1,1 1 0,0-1 0,0 0 0,1-1 0,-1 1 1,1 0-1,0-1 0,0 0 0,0 1 0,1-1 1,-1 0-1,1 0 0,-1-9 0,1 5-22,1 0 0,-1 0 0,1 0 0,1 0 0,0 0 0,0 0 0,1 0 0,0 0 0,0 0-1,1 1 1,0-1 0,1 1 0,0-1 0,0 1 0,1 1 0,-1-1 0,8-7 0,13-10-55,0 2 0,2 1 0,0 1 0,1 1 0,2 1 0,34-16 0,196-77-609,-242 105 613,-18 7 64,25-11-71,0 2 0,0 0 1,0 2-1,1 1 0,0 1 0,35-3 0,-60 4 173,0 0-1,0 0 1,0-1 0,-1 1-1,0 0 1,0-1 0,0 1-1,0 0 1,-2-9 0,0 11-87,0 0 0,0 0 1,0 1-1,0-1 0,-1 0 1,1 1-1,0 0 0,-1-1 1,1 1-1,-1 0 0,1 0 1,-1 0-1,1 1 0,-1-1 1,0 1-1,1-1 1,-1 1-1,0 0 0,-4 0 1,0 0-9,1 0 1,0 1 0,0-1-1,0 1 1,-1 0 0,1 1-1,0-1 1,-6 4 0,5-1-8,1 0 1,0 0 0,0 0-1,0 1 1,0 0 0,1 0-1,0 1 1,0-1 0,0 1-1,1 0 1,-1 0 0,2 1-1,-1-1 1,1 1-1,-4 9 1,2 0-26,1-1 1,0 1-1,1-1 0,1 1 0,1 0 1,0 19-1,1-33 15,0-1 0,0 0 0,1 0 0,-1 1 0,0-1 0,1 0 0,-1 0 0,1 1-1,0-1 1,-1 0 0,1 0 0,0 0 0,0 0 0,0 0 0,0 0 0,0 0 0,0 0 0,0 0 0,0-1 0,0 1 0,0 0 0,0-1 0,0 1 0,1 0 0,-1-1 0,0 0 0,0 1-1,1-1 1,-1 0 0,0 1 0,1-1 0,-1 0 0,0 0 0,1 0 0,-1 0 0,0 0 0,2-1 0,2 1-4,1-1 1,-1 1-1,0-1 1,1 0-1,-1 0 1,0-1-1,0 0 1,0 0-1,5-2 0,3-6 20,-1-1-1,0 0 0,-1 0 1,0-2-1,-1 1 1,0-1-1,16-28 0,-11 18 38,-15 32-57,0-1 0,1 1 0,0 0 0,1 0 0,0-1 0,0 1 0,5 12 0,-5-18 13,1 1 0,0-1 0,0 0 0,0 0 0,0 0 0,1 0 0,-1 0 0,1-1 0,0 1 0,-1-1 0,1 0 0,0 0 0,0-1 0,1 1 0,-1-1 0,0 0 1,0 0-1,1 0 0,-1 0 0,0-1 0,1 0 0,-1 0 0,5-1 0,-1 1 4,-1 0 0,1-1 0,-1 0 1,1-1-1,-1 0 0,0 0 0,0 0 0,0-1 1,0 0-1,0-1 0,-1 1 0,11-8 0,-2-4 5,0-1 0,-1 0 0,0-1 0,-2 0 1,0-1-1,-1 0 0,-1-1 0,0 0 0,-2-1 0,0 0 0,-2 0 0,0-1 0,5-29 0,-1-24 456,-2 0 1,-4-108-1,-4 180-449,-12 11 604,7 1-614,0 1-1,0 0 1,1 0-1,0 0 1,1 1 0,0 0-1,-2 19 1,-3 91 19,8-120-24,-2 50 18,-1 28-68,10 114 0,-6-184 11,1 0 1,0 1-1,1-1 1,0 0-1,1-1 1,-1 1-1,2-1 1,0 0-1,7 12 1,-9-16 11,1-1 0,-1 0-1,1 0 1,0 0 0,0 0 0,0-1 0,0 0-1,0 1 1,1-2 0,-1 1 0,1 0 0,0-1 0,0 0-1,0 0 1,0 0 0,0-1 0,1 0 0,-1 0-1,9 1 1,-8-2 12,0 0 0,0 0 0,0-1 0,0 1 0,0-1 0,0-1-1,0 1 1,0-1 0,0 0 0,0 0 0,-1-1 0,1 0 0,-1 0 0,10-7-1,-6 2 2,-1 0 0,0-1-1,-1 0 1,0 0 0,0-1-1,-1 0 1,6-12 0,2-5 146,-1-1 1,18-54-1,-31 80 114,0 12-262,-1 23-48,0-18 51,1 1 0,0-1 0,0 0 1,2 0-1,3 16 0,-4-27 8,0-1 1,0 0-1,0 0 0,0 0 1,1 0-1,0 0 0,-1 0 1,1 0-1,0 0 1,0-1-1,0 1 0,1-1 1,-1 1-1,1-1 1,-1 0-1,1 0 0,0 0 1,0 0-1,0-1 0,0 1 1,0-1-1,0 1 1,0-1-1,0 0 0,0-1 1,1 1-1,-1 0 1,5-1-1,1 1-2,-1-1 0,1-1-1,-1 1 1,1-1 0,-1-1 0,0 0 0,0 0 0,0 0 0,0-1-1,0 0 1,0-1 0,-1 0 0,1 0 0,10-8 0,-5 2 15,-1-1 0,0 0 0,-1-1 0,0 0 0,-1 0 0,15-26 0,-16 19 138,-9 19-141,0 0 0,0 0 1,0 0-1,0 0 0,0 0 0,0 0 0,0-1 0,0 1 0,0 0 0,0 0 0,-1 0 1,1 0-1,0 0 0,0 0 0,0 0 0,0-1 0,0 1 0,0 0 0,0 0 0,0 0 1,0 0-1,-1 0 0,1 0 0,0 0 0,0 0 0,0 0 0,0 0 0,0 0 0,0 0 1,-1 0-1,1 0 0,0 0 0,0 0 0,0 0 0,0 0 0,0 0 0,-1 0 0,1 0 1,0 0-1,0 0 0,0 0 0,0 0 0,0 0 0,0 0 0,0 0 0,-1 0 0,1 0 1,0 0-1,0 0 0,0 0 0,0 1 0,0-1 0,0 0 0,0 0 0,0 0 0,-1 0 1,1 0-1,-27 24 51,21-14-62,0-1 0,0 1 0,1 0 0,1 1 0,-1-1 0,2 1 0,-1 0 0,2 0 0,-1 0 0,1 0 0,1 0 0,0 1 0,1-1-1,1 19 1,-1-29-3,0 1 0,0-1 0,0 1 0,0 0 0,0-1-1,1 1 1,-1 0 0,0-1 0,1 1 0,-1-1-1,1 1 1,0-1 0,-1 1 0,1-1 0,0 1 0,0-1-1,0 0 1,0 0 0,0 1 0,0-1 0,0 0 0,0 0-1,1 0 1,-1 0 0,0 0 0,1 0 0,-1 0 0,1-1-1,-1 1 1,1 0 0,-1-1 0,1 1 0,-1-1-1,1 0 1,-1 1 0,1-1 0,0 0 0,-1 0 0,4 0-1,-2-1-2,1 1 0,-1-1 0,0 1-1,1-1 1,-1 0 0,1 0-1,-1-1 1,0 1 0,0-1 0,0 0-1,0 1 1,0-1 0,0-1 0,-1 1-1,1 0 1,0-1 0,-1 1-1,3-4 1,3-10 2,0 0-1,0 0 1,5-23-1,-7 21 24,1 0-1,1 0 0,17-29 1,-23 43-13,1 0 0,0 0 0,0 1 1,0 0-1,0-1 0,0 1 1,1 0-1,0 0 0,-1 1 0,1-1 1,0 1-1,0 0 0,1 0 1,-1 0-1,0 1 0,1-1 0,-1 1 1,1 0-1,-1 0 0,7 0 0,-7 0-2,0 1-1,0 0 1,1 0-1,-1 0 1,0 0-1,0 1 1,0 0-1,0-1 1,0 1-1,0 1 1,0-1-1,0 1 1,0-1-1,0 1 1,4 3-1,-4 0 8,1 0-1,-1 0 1,-1 0-1,1 1 1,-1-1 0,1 1-1,-2 0 1,1 0-1,2 8 1,-3-9-9,-1 0-1,1-1 1,1 1 0,-1-1 0,0 0-1,1 1 1,0-1 0,0-1 0,0 1-1,5 4 1,-6-7 6,-1 0-1,1 0 1,-1-1 0,1 1-1,0-1 1,-1 0 0,1 1-1,-1-1 1,1 0-1,0 0 1,-1 0 0,1 0-1,0 0 1,-1 0 0,1 0-1,0-1 1,-1 1 0,1-1-1,-1 1 1,1-1 0,-1 1-1,1-1 1,-1 0-1,1 0 1,-1 0 0,0 0-1,1 0 1,-1 0 0,0 0-1,0 0 1,0-1 0,0 1-1,0 0 1,1-2-1,23-24 46,-13 12 65,2 0 1,-1 1-1,2 1 0,0 1 0,0 0 1,22-13-1,-35 24-95,0 0 0,0 0 0,0 1 0,0-1-1,0 1 1,0-1 0,0 1 0,0 0 0,0-1 0,0 1 0,0 0 0,0 1 0,0-1 0,1 0 0,-1 1 0,0-1 0,0 1-1,0-1 1,-1 1 0,1 0 0,0 0 0,0 0 0,0 0 0,0 0 0,-1 0 0,1 1 0,-1-1 0,1 0 0,1 3 0,4 4-22,0 1 0,-1 0 0,0 0 1,7 14-1,-1-3 46,51 98-667,-81-137-10275,-4-10 5293</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02.457"/>
    </inkml:context>
    <inkml:brush xml:id="br0">
      <inkml:brushProperty name="width" value="0.05" units="cm"/>
      <inkml:brushProperty name="height" value="0.05" units="cm"/>
      <inkml:brushProperty name="color" value="#E71224"/>
    </inkml:brush>
  </inkml:definitions>
  <inkml:trace contextRef="#ctx0" brushRef="#br0">68 12 18056,'0'0'7108,"-41"-12"-12167,30 40 529,-4 2-10741</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02.847"/>
    </inkml:context>
    <inkml:brush xml:id="br0">
      <inkml:brushProperty name="width" value="0.05" units="cm"/>
      <inkml:brushProperty name="height" value="0.05" units="cm"/>
      <inkml:brushProperty name="color" value="#E71224"/>
    </inkml:brush>
  </inkml:definitions>
  <inkml:trace contextRef="#ctx0" brushRef="#br0">0 1 16135,'0'0'10373,"166"30"-10101,-86-30-208,-5 0-64,-5-2-528,-2-1-1217,-6 1-1840,-5-3-1842</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03.331"/>
    </inkml:context>
    <inkml:brush xml:id="br0">
      <inkml:brushProperty name="width" value="0.05" units="cm"/>
      <inkml:brushProperty name="height" value="0.05" units="cm"/>
      <inkml:brushProperty name="color" value="#E71224"/>
    </inkml:brush>
  </inkml:definitions>
  <inkml:trace contextRef="#ctx0" brushRef="#br0">1 98 15239,'0'0'7371,"5"2"-6808,7 2-362,1-1-1,-1 0 1,1-1-1,0-1 1,0 0-1,-1 0 0,1-1 1,14-2-1,14 1-19,22-1-99,-1-3-1,0-2 0,91-23 1,-151 29-86,0 1 0,-1 0 0,1-1 1,0 1-1,-1-1 0,1 1 0,-1-1 1,1 0-1,-1 0 0,1 1 1,-1-1-1,1 0 0,-1 0 0,0-1 1,0 1-1,1 0 0,-1 0 0,0-1 1,0 1-1,0 0 0,0-1 0,-1 1 1,1-1-1,0 0 0,0-1 0,-1 2 2,0 0 0,0-1 0,-1 1-1,1 0 1,0 0 0,-1-1-1,1 1 1,-1 0 0,1 0 0,-1 0-1,1 0 1,-1-1 0,0 1-1,0 0 1,1 0 0,-1 0 0,0 1-1,0-1 1,0 0 0,0 0-1,0 0 1,0 1 0,0-1 0,0 1-1,-1-1 1,1 0 0,0 1-1,0 0 1,0-1 0,-3 1 0,-5-3 8,0 1 0,0 0 0,0 0 0,0 1 0,-1 0 0,1 1 0,-1 0 1,-16 2-1,21-1 16,0 0 0,-1 0 0,1 1 0,0 0 1,0 0-1,0 0 0,1 1 0,-1-1 0,1 1 1,-1 0-1,1 0 0,0 1 0,0-1 0,0 1 0,0 0 1,-4 7-1,-5 11 112,0 0 0,2 0 1,1 1-1,0 1 0,2 0 0,-7 30 1,-22 157 370,32-176-494,-13 144-339,18-104-2862,0-74 3029,0 0 0,0 0 0,0 0 0,0 0 0,1 0 0,-1-1 0,0 1 0,1 0 0,-1 0 0,0 0 0,1-1 0,-1 1 0,1 0 0,-1 0 0,1-1 0,0 1 0,-1 0 0,1-1 0,-1 1 0,1-1 0,0 1 0,0-1 1,-1 1-1,1-1 0,0 0 0,0 1 0,0-1 0,-1 0 0,1 0 0,0 1 0,0-1 0,1 0 0,33-1-4501,-27 0 3132,28-5-5258</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04.299"/>
    </inkml:context>
    <inkml:brush xml:id="br0">
      <inkml:brushProperty name="width" value="0.05" units="cm"/>
      <inkml:brushProperty name="height" value="0.05" units="cm"/>
      <inkml:brushProperty name="color" value="#E71224"/>
    </inkml:brush>
  </inkml:definitions>
  <inkml:trace contextRef="#ctx0" brushRef="#br0">44 214 10341,'0'0'8654,"15"-11"-7896,-6 4-688,7-5 331,0-1 0,27-29 1,-38 37-205,-1 0 0,1-1 0,-1 1 0,-1-1 1,1 0-1,-1-1 0,0 1 0,-1 0 0,1-1 0,-1 0 1,0 1-1,-1-1 0,0 0 0,1-10 0,-2 15-93,0 1 0,0 0-1,0 0 1,0-1-1,0 1 1,0 0 0,0 0-1,0 0 1,-1-1 0,1 1-1,-1 0 1,1 0 0,0 0-1,-1 0 1,0 0-1,1 0 1,-2-2 0,1 2-83,0 1 0,-1 0 0,1-1 0,0 1 1,0 0-1,0 0 0,0 0 0,-1 0 0,1 0 1,0 0-1,0 0 0,0 0 0,0 0 0,0 0 1,-1 1-1,1-1 0,0 0 0,0 1 0,0-1 1,-2 2-1,-4 2-21,0 0 0,0 1 1,0 0-1,0 0 1,1 1-1,0 0 0,0 0 1,1 0-1,0 1 0,-8 12 1,0 2-11,1 0-1,-14 35 1,20-40-13,1-1 0,0 1 0,2 0 0,-1 1 0,2-1 0,1 1 0,-1 16 0,3-32 17,-1 0 0,0-1 0,0 1 0,1 0 0,-1 0 0,1-1 0,-1 1 0,1 0 0,-1-1 0,1 1 0,-1-1 0,1 1 0,-1 0 0,1-1 0,0 1 0,-1-1 0,1 1 0,0-1 0,-1 0 0,1 1 0,0-1 0,0 0 0,-1 1 0,1-1 0,0 0 0,0 0 0,0 0 0,-1 0 0,1 0 0,0 0 0,0 0 0,0 0 0,0 0 0,36-2 8,-33 2-13,15-4 0,-1-1 1,0 0 0,0-1 0,-1-1 0,32-16 0,-27 11-3,1 2 1,38-12-1,-45 18 16,0 2 0,1-1 0,-1 2 0,1 0 0,17 2 0,-31 0-5,-1-1 0,0 1 0,0-1-1,1 1 1,-1 0 0,0 0-1,0 0 1,0 0 0,0 0-1,0 1 1,0-1 0,-1 1 0,1-1-1,0 1 1,-1-1 0,1 1-1,-1 0 1,1 0 0,-1 0-1,0 0 1,0 0 0,0 0 0,0 0-1,0 0 1,-1 0 0,1 1-1,0-1 1,-1 0 0,0 1-1,1 2 1,0 8-5,1 1 0,-2-1 1,-1 24-1,-7-18 293,8-19-279,0 0 1,-1 0-1,1 0 1,0 0-1,0 0 0,0-1 1,0 1-1,0 0 1,0 0-1,0 0 0,-1 0 1,1 0-1,0 0 1,0 0-1,0-1 1,0 1-1,0 0 0,-1 0 1,1 0-1,0 0 1,0 0-1,0 0 0,0 0 1,-1 0-1,1 0 1,0 0-1,0 0 1,0 0-1,-1 0 0,1 0 1,0 0-1,0 0 1,0 0-1,0 0 0,-1 0 1,1 0-1,0 0 1,0 1-1,0-1 1,0 0-1,0 0 0,-1 0 1,1 0-1,0 0 1,0 0-1,0 0 0,0 1 1,0-1-1,0 0 1,-1 0-1,2-8 6,1 1 0,-1-1 0,1 0 0,1 1 0,0-1 0,0 1 0,0 0 0,0 0 0,1 0 0,1 0 0,-1 1 0,1-1-1,0 1 1,0 0 0,1 1 0,0-1 0,0 1 0,0 0 0,1 1 0,-1 0 0,9-5 0,-1 1 13,1 0 0,-1 1 1,1 1-1,0 0 0,1 1 0,-1 1 0,1 0 1,0 1-1,29-1 0,-41 4-23,-1 0 0,1 0 0,0 1-1,-1 0 1,1 0 0,-1 0 0,1 0 0,-1 0 0,0 1 0,1-1-1,-1 1 1,0 0 0,0 0 0,0 0 0,0 0 0,0 1 0,-1-1-1,5 6 1,1 3 23,0 1-1,0 0 0,9 22 0,12 17-44,-29-50 22,0-1 1,1 0-1,-1 0 1,0 1-1,1-1 0,-1 0 1,1 0-1,-1 1 0,0-1 1,1 0-1,-1 0 1,1 0-1,-1 0 0,1 0 1,-1 0-1,1 0 1,-1 0-1,1 0 0,-1 0 1,1 0-1,-1 0 0,0 0 1,1 0-1,-1 0 1,1 0-1,-1 0 0,1-1 1,-1 1-1,0 0 1,1 0-1,-1-1 0,1 1 1,-1 0-1,0 0 0,1-1 1,-1 1-1,0 0 1,1-1-1,-1 1 0,0-1 1,0 1-1,1-1 0,13-18 123,-14 18-130,13-17 20,0 0 0,1 2-1,21-22 1,-26 30-15,0 0 0,0 0 0,0 1 1,1 1-1,0-1 0,1 1 0,19-7 0,-28 12 1,1 0 0,0 0 0,-1 1 0,1-1 0,-1 1 0,1 0 0,0 0 0,-1 0 0,1 0 0,0 0 1,-1 1-1,1-1 0,0 1 0,-1 0 0,1 0 0,-1 0 0,0 0 0,1 0 0,-1 0 0,0 1 0,1-1 0,-1 1 0,0-1 0,0 1 0,0 0 0,3 4 0,2 3 18,0 2-1,-1-1 0,0 1 1,8 19-1,2 4 0,-14-31-20,-1 0 0,1 0 0,0 1 0,0-1 1,0-1-1,0 1 0,0 0 0,1 0 1,0-1-1,3 3 0,-5-4 1,0-1 1,1 0-1,-1 0 0,0 0 1,0-1-1,1 1 0,-1 0 1,0 0-1,0-1 1,1 1-1,-1-1 0,0 1 1,0-1-1,0 1 0,0-1 1,0 0-1,0 1 1,0-1-1,0 0 0,0 0 1,0 0-1,0 0 0,0 0 1,0 0-1,-1 0 0,1 0 1,0 0-1,-1 0 1,1 0-1,0-2 0,10-15 18,1 2 0,1 0 0,0 0 0,1 1 0,1 1 0,0 0-1,1 1 1,1 1 0,20-12 0,-36 23 7,1 1 0,0-1 0,0 1 1,0-1-1,0 1 0,0 0 0,0 0 0,0 0 0,0 0 1,0 0-1,0 0 0,0 1 0,0-1 0,0 1 0,0-1 0,0 1 1,0 0-1,-1-1 0,1 1 0,0 0 0,0 0 0,-1 1 1,1-1-1,-1 0 0,1 0 0,-1 1 0,1-1 0,-1 1 0,0-1 1,0 1-1,0 0 0,0 0 0,0-1 0,0 1 0,0 0 0,0 3 1,6 9-70,-2 1 0,0-1 0,5 24 0,-8-28-44,-1-6-98,13 33-2963,-14-36 2644,1 1-1,0-1 0,-1 0 0,1 0 0,0 0 0,0 0 1,0 0-1,0 0 0,0 0 0,0-1 0,0 1 1,0 0-1,0-1 0,0 1 0,1 0 0,1 0 1,16 0-8580</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04.662"/>
    </inkml:context>
    <inkml:brush xml:id="br0">
      <inkml:brushProperty name="width" value="0.05" units="cm"/>
      <inkml:brushProperty name="height" value="0.05" units="cm"/>
      <inkml:brushProperty name="color" value="#E71224"/>
    </inkml:brush>
  </inkml:definitions>
  <inkml:trace contextRef="#ctx0" brushRef="#br0">3 1 18088,'0'0'9461,"0"18"-14888,0 6-63,7 1-7444</inkml:trace>
  <inkml:trace contextRef="#ctx0" brushRef="#br0" timeOffset="1">10 416 13414,'0'0'10645,"-10"21"-10645,10-35-4738,0-12-2113</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05.006"/>
    </inkml:context>
    <inkml:brush xml:id="br0">
      <inkml:brushProperty name="width" value="0.05" units="cm"/>
      <inkml:brushProperty name="height" value="0.05" units="cm"/>
      <inkml:brushProperty name="color" value="#E71224"/>
    </inkml:brush>
  </inkml:definitions>
  <inkml:trace contextRef="#ctx0" brushRef="#br0">1 63 9076,'0'0'19193,"183"-18"-19113,-131 15-80,-8-1-32,-7 1-176,-9 1-625,-2-3-767,-3-2-1474,-2 0-1472,2-7-5650</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06.707"/>
    </inkml:context>
    <inkml:brush xml:id="br0">
      <inkml:brushProperty name="width" value="0.05" units="cm"/>
      <inkml:brushProperty name="height" value="0.05" units="cm"/>
      <inkml:brushProperty name="color" value="#E71224"/>
    </inkml:brush>
  </inkml:definitions>
  <inkml:trace contextRef="#ctx0" brushRef="#br0">26 129 11349,'0'0'9765,"-1"-20"-8391,-1-3-838,0-17-51,0-5 3002,-4 49-2632,-1 10-904,2 432 1136,7-250-680,1 90 89,-3-293-907,1 1-1,-1-1 0,2 1 0,-1 0 0,1-1 1,0 1-1,2-6 0,1 2-1345,-1 1 0,1 1 0,1-1-1,6-8 1,3-4-3821</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07.799"/>
    </inkml:context>
    <inkml:brush xml:id="br0">
      <inkml:brushProperty name="width" value="0.05" units="cm"/>
      <inkml:brushProperty name="height" value="0.05" units="cm"/>
      <inkml:brushProperty name="color" value="#E71224"/>
    </inkml:brush>
  </inkml:definitions>
  <inkml:trace contextRef="#ctx0" brushRef="#br0">27 28 12902,'0'0'9722,"0"-7"-8805,0-1-785,0-4 293,-1 17-36,-1 63 810,-5 5-305,-9 205-27,16-278-867,0 1 0,0-1 0,0 0 0,0 0 0,0 1 0,0-1 0,1 0 0,-1 0 0,0 0 0,0 1-1,0-1 1,1 0 0,-1 0 0,0 0 0,0 0 0,0 1 0,1-1 0,-1 0 0,0 0 0,0 0 0,1 0 0,-1 0 0,0 0 0,0 0-1,1 0 1,-1 0 0,0 0 0,0 0 0,1 0 0,-1 0 0,0 0 0,0 0 0,1 0 0,-1 0 0,0 0 0,0 0 0,1 0 0,-1 0-1,0 0 1,0-1 0,0 1 0,1 0 0,-1 0 0,0 0 0,0 0 0,0 0 0,1-1 0,-1 1 0,14-9 70,3-10-17,-1-1 1,0-1-1,-1-1 1,13-26-1,-10 16-25,29-37 0,-47 69-34,0 0 0,0-1 0,1 1 0,-1 0 0,0-1 0,0 1 0,1 0 0,-1 0 0,0-1 0,1 1 0,-1 0 0,0 0 0,1-1 0,-1 1 0,1 0-1,-1 0 1,0 0 0,1 0 0,-1 0 0,1 0 0,-1 0 0,0 0 0,1 0 0,-1 0 0,1 0 0,-1 0 0,1 0 0,-1 0 0,0 0 0,1 0 0,-1 0 0,1 0 0,-1 0 0,0 1 0,1-1 0,-1 0 0,0 0 0,1 0 0,-1 1 0,0-1 0,1 0 0,-1 1 0,0-1 0,1 0 0,-1 1 0,0-1 0,0 0 0,1 1 0,-1-1 0,0 0 0,0 1 0,9 20-52,-8-20 53,4 12-4,1 0 1,1 0-1,0-1 1,1 1-1,0-2 1,11 14 0,-15-21-34,1 0 1,-1 0-1,1 0 1,0 0-1,0-1 1,0 0-1,1 0 1,-1 0-1,1 0 1,-1-1-1,1 0 1,0 0-1,0-1 1,0 0-1,0 0 1,0 0-1,8-1 1,-9 1 37,0-1-1,-1 0 1,1-1 0,0 1 0,-1-1 0,1 0-1,0 0 1,-1 0 0,1-1 0,-1 1 0,0-1-1,1 0 1,-1-1 0,0 1 0,0-1-1,0 1 1,-1-1 0,1-1 0,-1 1 0,1 0-1,-1-1 1,0 1 0,-1-1 0,1 0 0,0 0-1,-1 0 1,0-1 0,0 1 0,0 0-1,-1-1 1,0 1 0,1-1 0,-2 0 0,1 1-1,0-1 1,-1 0 0,0-4 0,1-6 102,0-1 0,-1 1 0,-1 0 1,0 0-1,-1-1 0,-6-18 0,6 27-90,0 1 0,-1 0 0,1-1 0,-2 1 0,1 0 0,-1 0-1,0 1 1,0-1 0,0 1 0,-1 0 0,0 0 0,0 0 0,0 1 0,-1 0 0,1 0 0,-9-5-1,14 9-86,-1-1 0,0 1 0,1-1 0,-1 1 0,0-1 0,0 1 0,1-1 0,-1 1 0,0 0-1,0-1 1,0 1 0,1 0 0,-1 0 0,0 0 0,0-1 0,0 1 0,0 0 0,0 0 0,1 0-1,-1 0 1,0 1 0,0-1 0,0 0 0,0 0 0,1 0 0,-1 1 0,0-1 0,0 0 0,0 1-1,1-1 1,-1 1 0,0-1 0,1 1 0,-1-1 0,0 1 0,1 0 0,-1-1 0,1 1 0,-1 0-1,0-1 1,1 1 0,0 0 0,-1-1 0,1 1 0,0 0 0,-1 0 0,1 0 0,0 0 0,0-1-1,-1 1 1,1 0 0,0 0 0,0 0 0,0 1 0,0 2-762,0 1 0,0-1-1,0 0 1,1 1 0,-1-1 0,1 0 0,0 0-1,0 0 1,1 0 0,2 6 0,20 16-8406</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08.190"/>
    </inkml:context>
    <inkml:brush xml:id="br0">
      <inkml:brushProperty name="width" value="0.05" units="cm"/>
      <inkml:brushProperty name="height" value="0.05" units="cm"/>
      <inkml:brushProperty name="color" value="#E71224"/>
    </inkml:brush>
  </inkml:definitions>
  <inkml:trace contextRef="#ctx0" brushRef="#br0">1 0 16712,'0'0'10452,"5"112"-10115,0-72-161,-2-5-112,-1 0-32,-2-7-64,0-7-16,0-5-417,0-4-495,0-5-1569</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08.518"/>
    </inkml:context>
    <inkml:brush xml:id="br0">
      <inkml:brushProperty name="width" value="0.05" units="cm"/>
      <inkml:brushProperty name="height" value="0.05" units="cm"/>
      <inkml:brushProperty name="color" value="#E71224"/>
    </inkml:brush>
  </inkml:definitions>
  <inkml:trace contextRef="#ctx0" brushRef="#br0">8 56 7027,'0'0'19572,"-1"-11"-18585,0 2-892,-3-25 514,3 32-297,0 27-128,6 52 293,3 1 0,24 104-1,4 29-313,-21 195-97,-15-349-100,0-56-51,22-50-11416,-10 22 3097</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09.142"/>
    </inkml:context>
    <inkml:brush xml:id="br0">
      <inkml:brushProperty name="width" value="0.05" units="cm"/>
      <inkml:brushProperty name="height" value="0.05" units="cm"/>
      <inkml:brushProperty name="color" value="#E71224"/>
    </inkml:brush>
  </inkml:definitions>
  <inkml:trace contextRef="#ctx0" brushRef="#br0">0 26 15495,'0'0'10335,"6"0"-9708,451-21 1462,-360 20-5575,-3 0-3702,-120 1 2349,-11-2-4112</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09.501"/>
    </inkml:context>
    <inkml:brush xml:id="br0">
      <inkml:brushProperty name="width" value="0.05" units="cm"/>
      <inkml:brushProperty name="height" value="0.05" units="cm"/>
      <inkml:brushProperty name="color" value="#E71224"/>
    </inkml:brush>
  </inkml:definitions>
  <inkml:trace contextRef="#ctx0" brushRef="#br0">16 11 14551,'0'0'11530,"0"-1"-11501,0 1-1,-1-1 1,1 1-1,0-1 1,0 1-1,0-1 1,0 1-1,0-1 1,-1 1-1,1 0 1,0-1-1,0 1 1,-1-1-1,1 1 1,0 0-1,-1-1 0,1 1 1,0 0-1,-1-1 1,1 1-1,0 0 1,-1 0-1,1-1 1,-1 1-1,1 0 1,0 0-1,-1 0 1,1-1-1,-1 1 1,1 0-1,-1 0 1,1 0-1,-1 0 1,-1 8 64,1 1-1,0-1 1,1 1 0,0-1 0,1 11 0,0 6 161,19 373 399,-20-396-819,1 0 0,-1 0 0,0 0 0,1 1 0,-1-1 0,1 0 0,-1 0 0,1 0 0,0 0 0,0-1 0,2 4 0,-2-4-141,0 0-1,0 0 1,0-1 0,0 1 0,0 0 0,0-1 0,0 1-1,0-1 1,0 0 0,0 1 0,1-1 0,-1 0-1,0 0 1,0 1 0,0-1 0,0 0 0,1 0-1,-1 0 1,0 0 0,0-1 0,2 1 0,17-4-5323</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10.016"/>
    </inkml:context>
    <inkml:brush xml:id="br0">
      <inkml:brushProperty name="width" value="0.05" units="cm"/>
      <inkml:brushProperty name="height" value="0.05" units="cm"/>
      <inkml:brushProperty name="color" value="#E71224"/>
    </inkml:brush>
  </inkml:definitions>
  <inkml:trace contextRef="#ctx0" brushRef="#br0">32 113 14150,'0'0'6758,"-3"-21"-4303,-12-70 1469,30 763-925,-38-306-2618,18-341-1590,6-35-5511,6-7 2721,5-3-1214</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10.548"/>
    </inkml:context>
    <inkml:brush xml:id="br0">
      <inkml:brushProperty name="width" value="0.05" units="cm"/>
      <inkml:brushProperty name="height" value="0.05" units="cm"/>
      <inkml:brushProperty name="color" value="#E71224"/>
    </inkml:brush>
  </inkml:definitions>
  <inkml:trace contextRef="#ctx0" brushRef="#br0">3 31 12230,'0'0'13574,"0"15"-12854,-1 32-190,0-1-231,5 45 0,-3-79-297,0 0-1,1 0 0,1-1 1,0 1-1,0-1 0,1 0 1,1 0-1,0 0 1,7 12-1,-11-22-26,0 1 1,0-1-1,0 0 0,0 1 0,0-1 1,0 0-1,0 0 0,0 0 1,1 0-1,-1 0 0,0 0 0,1 0 1,-1 0-1,1-1 0,-1 1 0,1 0 1,-1-1-1,1 1 0,-1-1 1,1 0-1,-1 0 0,1 1 0,0-1 1,1 0-1,0-1 2,0 0-1,0 0 1,0 0-1,0 0 1,-1 0-1,1-1 1,0 1-1,-1-1 1,1 1-1,-1-1 1,0 0-1,3-3 1,7-8-13,-1 0 0,0-1 0,13-24 0,-19 29 22,62-89 36,-67 98-25,0 0 0,0 0 0,0 0 0,1 0 1,-1 0-1,0 0 0,0 0 0,1 0 0,-1 0 0,0 0 0,0 0 1,0 0-1,1 0 0,-1 0 0,0 0 0,0 0 0,0 0 0,1 0 0,-1 0 1,0 0-1,0 1 0,0-1 0,1 0 0,-1 0 0,0 0 0,0 0 1,0 0-1,0 1 0,0-1 0,1 0 0,-1 0 0,0 0 0,0 1 1,0-1-1,0 0 0,0 0 0,0 0 0,0 1 0,0-1 0,0 0 1,0 0-1,0 1 0,0-1 0,0 0 0,0 0 0,0 0 0,0 1 1,0-1-1,5 16 24,-5-13-30,3 5 13,0 1 0,0 0 0,0-1 0,1 0 0,1 0-1,-1 0 1,9 10 0,-11-15-7,1 1-1,0-1 1,0-1-1,0 1 1,0 0-1,0-1 1,0 0-1,1 0 1,0 0 0,-1 0-1,1 0 1,0-1-1,0 1 1,-1-1-1,1 0 1,0 0-1,0-1 1,8 1-1,-7-1 11,0 0 0,0-1 0,0 1 0,0-1 0,0 0 0,-1 0 0,1-1 0,0 1 0,-1-1 0,1 0 0,-1-1 0,0 1-1,0-1 1,1 0 0,-2 0 0,1 0 0,0 0 0,-1-1 0,1 1 0,-1-1 0,0 0 0,0 0 0,-1 0 0,1 0 0,-1-1 0,0 1 0,0-1 0,0 1 0,-1-1 0,1 0 0,-1 1 0,1-9 0,0-1 98,0 0 0,-1 0 0,-1-1 0,0 1 1,-3-24-1,2 32-96,0 0 1,0 0 0,-1 0-1,1 0 1,-2 1-1,1-1 1,0 1-1,-1-1 1,0 1-1,-1 0 1,1 0 0,-1 0-1,0 0 1,0 1-1,-8-7 1,12 11-110,0-1 1,0 1-1,0 0 1,0 0-1,-1 0 1,1-1-1,0 1 1,0 0-1,0 0 1,-1 0-1,1 0 1,0 0-1,0-1 1,-1 1-1,1 0 1,0 0-1,0 0 1,-1 0-1,1 0 0,0 0 1,-1 0-1,1 0 1,0 0-1,0 0 1,-1 0-1,1 0 1,0 0-1,-1 0 1,1 0-1,0 0 1,0 0-1,-1 0 1,1 1-1,0-1 1,0 0-1,-1 0 1,1 0-1,0 0 1,0 0-1,0 1 1,-1-1-1,1 0 1,0 0-1,0 0 0,0 1 1,0-1-1,-1 0 1,1 0-1,0 1 1,0-1-1,0 0 1,0 0-1,0 1 1,0-1-1,0 0 1,0 1-1,0-1 1,0 0-1,0 0 1,0 1-1,0-1 1,0 22-5282,1-19 4110,1 23-7506</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10.943"/>
    </inkml:context>
    <inkml:brush xml:id="br0">
      <inkml:brushProperty name="width" value="0.05" units="cm"/>
      <inkml:brushProperty name="height" value="0.05" units="cm"/>
      <inkml:brushProperty name="color" value="#E71224"/>
    </inkml:brush>
  </inkml:definitions>
  <inkml:trace contextRef="#ctx0" brushRef="#br0">63 1 6435,'0'0'12902,"18"17"-12387,55 56-224,-72-71-271,1 0 0,0 0 0,-1 0 0,0 0 0,1 0 0,-1 0 0,0 0 0,0 0 0,0 0 0,0 1 0,0-1 0,-1 0 0,1 1 0,-1-1 0,0 0 0,1 1 0,-1-1 1,0 1-1,0-1 0,0 0 0,-1 1 0,1-1 0,-1 1 0,1-1 0,-3 5 0,1-3 61,-1 0 0,0 1 0,0-1 0,-1 0 0,1-1-1,-1 1 1,0-1 0,-4 4 0,3-3 22,-120 82 4078,124-85-3714,31-2 37,-2-2-421,0-1 0,0-2 0,-1-1-1,31-12 1,17-4-121,-34 14-164,10-2-2393,-21 0-5117,-20 5 1363</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11.318"/>
    </inkml:context>
    <inkml:brush xml:id="br0">
      <inkml:brushProperty name="width" value="0.05" units="cm"/>
      <inkml:brushProperty name="height" value="0.05" units="cm"/>
      <inkml:brushProperty name="color" value="#E71224"/>
    </inkml:brush>
  </inkml:definitions>
  <inkml:trace contextRef="#ctx0" brushRef="#br0">15 28 16808,'0'0'11466,"-2"-7"-11156,-7-14-122,6 31 25,4 52 303,0-46-379,14 225 927,3 55-701,-8 394-400,6-738-2188,7-51-3583,-8 36 69</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11.942"/>
    </inkml:context>
    <inkml:brush xml:id="br0">
      <inkml:brushProperty name="width" value="0.05" units="cm"/>
      <inkml:brushProperty name="height" value="0.05" units="cm"/>
      <inkml:brushProperty name="color" value="#E71224"/>
    </inkml:brush>
  </inkml:definitions>
  <inkml:trace contextRef="#ctx0" brushRef="#br0">403 29 14759,'0'0'10954,"8"-6"-10338,-7 5-599,27-17 201,-20 14-101,-23 17-20,-26 15-55,-2-2 0,0-1 0,-56 21 0,41-19 58,-75 46 0,132-73-100,0 0 0,0 1-1,0-1 1,0 1 0,0-1 0,1 1 0,-1 0 0,0-1 0,0 1 0,1 0 0,-1-1 0,0 1 0,1 0-1,-1 0 1,0 0 0,1 0 0,-1-1 0,1 1 0,0 0 0,-1 0 0,1 0 0,0 0 0,0 0 0,-1 0-1,1 0 1,0 0 0,0 0 0,0 0 0,0 0 0,0 0 0,0 0 0,1 1 0,-1-1 0,0-1-1,0 1 1,1 0 0,-1 0 0,1 0 0,-1 0 0,1 0 0,-1 0 0,1 0 0,-1 0 0,1-1 0,0 1-1,0 0 1,-1 0 0,1-1 0,0 1 0,0-1 0,0 1 0,0-1 0,-1 1 0,2 0 0,9 5 42,-1 0-1,1 0 1,19 6 0,-21-8-34,193 76 233,99 43-209,-291-117-237,-5 4-5734,-5-9 5582,-1-1 1,1 1 0,0 0-1,-1 0 1,1-1 0,-1 1 0,1 0-1,-1-1 1,0 1 0,1 0-1,-1-1 1,0 1 0,1-1-1,-1 1 1,0-1 0,0 1-1,1-1 1,-1 0 0,0 1-1,0-1 1,0 0 0,0 0-1,1 1 1,-1-1 0,0 0-1,-1 0 1,-27 5-9323</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12.333"/>
    </inkml:context>
    <inkml:brush xml:id="br0">
      <inkml:brushProperty name="width" value="0.05" units="cm"/>
      <inkml:brushProperty name="height" value="0.05" units="cm"/>
      <inkml:brushProperty name="color" value="#E71224"/>
    </inkml:brush>
  </inkml:definitions>
  <inkml:trace contextRef="#ctx0" brushRef="#br0">0 11 15351,'0'0'10034,"11"-3"-9455,5 0-445,0 1 1,0 1-1,1 0 1,-1 1-1,0 0 1,27 5-1,109 26 228,-85-15-270,74 13 33,90 21-154,-225-48-116,-3-1-2083</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5:12.879"/>
    </inkml:context>
    <inkml:brush xml:id="br0">
      <inkml:brushProperty name="width" value="0.05" units="cm"/>
      <inkml:brushProperty name="height" value="0.05" units="cm"/>
      <inkml:brushProperty name="color" value="#E71224"/>
    </inkml:brush>
  </inkml:definitions>
  <inkml:trace contextRef="#ctx0" brushRef="#br0">292 139 15095,'0'0'6915,"0"-21"-4674,-2-66-739,2 86-1471,0 0 0,0-1 0,0 1 0,0 0 1,-1-1-1,1 1 0,-1 0 0,1-1 0,-1 1 0,1 0 0,-1 0 0,0 0 0,0 0 0,1-1 0,-1 1 0,0 0 1,0 0-1,0 1 0,0-1 0,0 0 0,0 0 0,-1 0 0,1 1 0,0-1 0,0 0 0,0 1 0,-1-1 0,1 1 0,0 0 1,-1-1-1,1 1 0,0 0 0,-1 0 0,1 0 0,0 0 0,-1 0 0,1 0 0,0 0 0,-1 0 0,1 1 0,0-1 1,-3 1-1,-4 0 113,-2 0-117,0 0 1,-1 1 0,1 0-1,0 0 1,0 1-1,1 1 1,-1 0 0,1 0-1,0 1 1,0 0-1,0 0 1,0 1 0,1 0-1,0 1 1,0 0-1,1 0 1,0 0 0,-6 10-1,6-9-43,0 1-1,1 1 0,0-1 1,0 1-1,1 0 1,0 0-1,1 0 1,1 1-1,-1 0 1,2 0-1,-1 0 0,1 0 1,1 0-1,0 0 1,1 0-1,1 21 1,0-31 2,0 0 0,0 1 0,-1-1 0,1 0 1,0 1-1,0-1 0,0 0 0,0 0 1,0 0-1,1 0 0,-1 0 0,0 0 0,0 0 1,1 0-1,-1-1 0,1 1 0,-1-1 0,0 1 1,1-1-1,-1 1 0,1-1 0,0 1 0,-1-1 1,1 0-1,-1 0 0,1 0 0,-1 0 1,3-1-1,47-2-123,-45 2 132,1-1 0,-1 0-1,1 0 1,-1-1 0,0 0-1,0 0 1,0 0 0,0-1-1,-1 0 1,10-8 0,46-54 22,-10 9 78,-49 60-68,-1-1 0,0 1 0,0-1 1,0 1-1,0 0 0,0 0 1,-1-1-1,1 1 0,-1 0 0,0 0 1,0 0-1,0 3 0,1 5 11,1 3-27,1 0-1,0-1 1,1 1-1,1-1 1,0 0 0,0 0-1,12 18 1,-14-26-12,1 0-1,-1 0 0,1-1 1,0 0-1,0 1 1,0-1-1,0-1 1,1 1-1,-1-1 1,1 0-1,0 0 1,0 0-1,1 0 1,-1-1-1,0 0 1,1 0-1,-1-1 1,1 1-1,0-1 1,9 1-1,-5-1-142,1 0 0,-1-1-1,0 0 1,0-1 0,0 0 0,0 0-1,0-1 1,0 0 0,0-1 0,0 0-1,-1-1 1,1 0 0,15-9 0,-16 8-457,20-19-3945,-23 10-344</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48.187"/>
    </inkml:context>
    <inkml:brush xml:id="br0">
      <inkml:brushProperty name="width" value="0.05" units="cm"/>
      <inkml:brushProperty name="height" value="0.05" units="cm"/>
      <inkml:brushProperty name="color" value="#E71224"/>
    </inkml:brush>
  </inkml:definitions>
  <inkml:trace contextRef="#ctx0" brushRef="#br0">306 1 11749,'0'0'5128,"-5"0"-4592,-55 0 1028,-117 18-1,176-18-1512,0 0 0,0 1 0,0-1 0,0 1 0,1-1 0,-1 1 1,0-1-1,0 1 0,1 0 0,-1-1 0,0 1 0,1 0 0,-1 0 0,0-1 0,1 1 0,-1 0 0,1 0 0,0 0 0,-1 0 0,1-1 0,0 1 0,-1 0 1,1 0-1,0 0 0,0 0 0,0 0 0,0 2 0,0 36-20,1-21 352,-24 395 961,-1-2-245,22-356-1098,2 47 5,0-93-5,1-1-1,0 0 1,1 1 0,0-1-1,0 0 1,0 0 0,1 0-1,1-1 1,4 10 0,-5-14-17,0 0 1,0 0 0,0-1-1,0 1 1,0-1 0,1 1 0,-1-1-1,1 0 1,-1-1 0,1 1-1,0 0 1,0-1 0,0 0-1,0 0 1,0 0 0,0 0 0,0-1-1,0 0 1,0 0 0,0 0-1,0 0 1,1-1 0,-1 1-1,0-1 1,4-1 0,6-1-420,0-1 0,0 0 0,0-1 1,-1 0-1,23-13 0,25-24-3191,-1-9-2400</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48.784"/>
    </inkml:context>
    <inkml:brush xml:id="br0">
      <inkml:brushProperty name="width" value="0.05" units="cm"/>
      <inkml:brushProperty name="height" value="0.05" units="cm"/>
      <inkml:brushProperty name="color" value="#E71224"/>
    </inkml:brush>
  </inkml:definitions>
  <inkml:trace contextRef="#ctx0" brushRef="#br0">84 61 12246,'0'0'8577,"-2"-14"-7737,-1 0-708,-2-19 519,2 71-36,5 127 793,-5 187-914,3-349-549,0 7-412,-1-1 0,0 1-1,0-1 1,-1 1-1,0-1 1,-6 15 0,8-23 336,0-1 1,-1 1 0,1-1 0,0 1 0,0-1 0,-1 0 0,1 1 0,-1-1 0,1 0-1,0 1 1,-1-1 0,1 0 0,-1 1 0,1-1 0,-1 0 0,1 0 0,-1 1 0,1-1-1,-1 0 1,1 0 0,-1 0 0,1 0 0,-1 0 0,1 0 0,-1 0 0,1 0 0,-1 0-1,1 0 1,-1 0 0,1 0 0,-1 0 0,1 0 0,-1 0 0,1 0 0,-1-1 0,1 1 0,-1 0-1,1 0 1,-1-1 0,1 1 0,-1 0 0,1-1 0,0 1 0,-1 0 0,1-1 0,0 1-1,-1 0 1,1-1 0,0 1 0,-1-1 0,1 1 0,0-1 0,0 1 0,0-1 0,-1 1-1,1-1 1,-16-27-5297,1-10-3366</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49.851"/>
    </inkml:context>
    <inkml:brush xml:id="br0">
      <inkml:brushProperty name="width" value="0.05" units="cm"/>
      <inkml:brushProperty name="height" value="0.05" units="cm"/>
      <inkml:brushProperty name="color" value="#E71224"/>
    </inkml:brush>
  </inkml:definitions>
  <inkml:trace contextRef="#ctx0" brushRef="#br0">0 234 9636,'0'0'7212,"16"2"-6417,24 1-224,66-2 0,-90-1-511,0-2 0,0 0 0,-1-1 0,1 0-1,-1-2 1,0 1 0,0-2 0,22-11 0,-27 12-22,0-2 0,-1 1 0,0-1 0,0-1 1,0 1-1,-1-1 0,0-1 0,12-16 1,-16 18 188,1-1 1,-2-1 0,1 1-1,-1 0 1,0-1 0,-1 0-1,0 1 1,0-1 0,-1 0-1,0 0 1,0-14 0,-6 28 1827,-1 10-2139,0 23 221,1-1-1,2 1 1,3 60-1,1-80-132,1-1 0,0 0-1,1 1 1,1-1 0,1-1-1,0 1 1,1-1 0,1 0 0,0 0-1,11 17 1,-14-29-27,-1 1 0,1-1 1,0 0-1,0 0 0,0 0 0,0-1 0,1 0 0,-1 0 0,1 0 1,0 0-1,0 0 0,0-1 0,0 0 0,1 0 0,-1-1 0,0 1 1,1-1-1,-1 0 0,1-1 0,-1 1 0,1-1 0,0 0 1,-1 0-1,1-1 0,-1 0 0,1 0 0,-1 0 0,1-1 0,-1 1 1,0-1-1,0-1 0,0 1 0,0-1 0,0 0 0,0 0 0,-1 0 1,1 0-1,-1-1 0,0 0 0,0 0 0,-1 0 0,1-1 0,-1 1 1,0-1-1,6-9 0,-2 0 63,0-1 0,0 0 1,-1 0-1,-1 0 0,-1-1 1,0 0-1,-1 1 0,-1-1 0,0-1 1,-1-20-1,-12 40 75,4 4-120,0 0 0,1 0 0,0 0 1,0 1-1,0 0 0,1 0 0,0 1 0,1-1 1,0 1-1,-4 12 0,3-6-17,1 0-1,0 0 1,1 1 0,1 0-1,-1 25 1,4-40 17,-1-1 1,0 1-1,0 0 1,0 0-1,1-1 1,-1 1-1,0 0 1,1-1-1,-1 1 1,0 0-1,1-1 1,-1 1-1,1 0 1,-1-1 0,1 1-1,-1-1 1,1 1-1,0-1 1,-1 1-1,1-1 1,0 0-1,-1 1 1,1-1-1,0 0 1,-1 1-1,1-1 1,0 0-1,0 0 1,-1 0-1,1 0 1,0 0-1,1 0 1,32 1-14,-23-2 16,223 2-94,-230-2 92,0 1 1,-1 0-1,1 0 1,0 1-1,0 0 1,0-1 0,0 1-1,0 0 1,0 1-1,-1-1 1,1 1-1,0-1 1,-1 1 0,1 0-1,-1 1 1,0-1-1,0 0 1,0 1-1,0 0 1,0 0-1,0 0 1,-1 0 0,0 0-1,1 0 1,-1 1-1,0-1 1,-1 1-1,1-1 1,-1 1-1,1 0 1,-1 0 0,0 0-1,0 0 1,-1-1-1,1 1 1,-1 0-1,0 6 1,0-9 6,-1 0 0,1-1 0,0 1-1,-1 0 1,1 0 0,0-1 0,-1 1 0,1 0 0,-1 0 0,0-1 0,1 1 0,-1 0 0,1-1-1,-1 1 1,0-1 0,1 1 0,-1-1 0,0 1 0,0-1 0,0 0 0,1 1 0,-1-1-1,0 0 1,0 1 0,0-1 0,0 0 0,1 0 0,-1 0 0,0 0 0,0 0 0,0 0-1,0 0 1,0 0 0,0 0 0,-1-1 0,1 1 1,0 0-1,0 0 1,-1 0 0,1 0 0,0 0-1,0-1 1,0 1 0,-1 0-1,1-1 1,0 1 0,0-1 0,0 1-1,0-1 1,0 0 0,0 1-1,0-1 1,0 0 0,0 0 0,0 0-1,0 1 1,1-1 0,-1 0-1,0 0 1,1 0 0,-1-1 0,0 1-1,0-1 1,1-2-6,0 0 0,-1 0-1,1 0 1,1 0 0,-1 0 0,1 0-1,-1 0 1,1 1 0,0-1 0,1 0 0,-1 1-1,0-1 1,1 0 0,0 1 0,0 0-1,0-1 1,0 1 0,1 0 0,-1 0 0,1 0-1,0 1 1,0-1 0,0 1 0,0-1 0,0 1-1,0 0 1,1 0 0,-1 0 0,5-1-1,11-5-14,2 1 0,-1 0 0,1 2-1,25-4 1,-24 5 13,101-13-286,-77 13-117,52-13-1,-97 16 418,1 1 0,-1-1 0,0 0 0,1 0-1,-1 0 1,0-1 0,0 1 0,0 0 0,0 0 0,0 0 0,0-1 0,0 1-1,0-1 1,0 1 0,-1-1 0,1 1 0,-1-1 0,1 1 0,-1-1 0,1 1-1,-1-1 1,0 0 0,0 1 0,0-3 0,1-1 105,-1 1 0,0-1 1,0 0-1,0 0 0,-1 1 0,0-1 0,-1-5 1,2 10-107,-1 0 0,1 0 0,-1-1 0,1 1 0,0 0 1,-1 0-1,1-1 0,-1 1 0,1 0 0,-1 0 0,0 0 0,1 0 1,-1 0-1,1 0 0,-1 0 0,1 0 0,-1 0 0,1 0 1,-1 0-1,1 0 0,-1 0 0,1 0 0,-1 1 0,1-1 0,-1 0 1,1 0-1,-1 0 0,1 1 0,-1-1 0,1 0 0,-1 1 0,-17 11 13,12-5 5,0 1-1,0 0 0,0 0 1,1 0-1,1 1 0,0 0 0,0 0 1,0 0-1,1 0 0,-3 15 1,1-1 2,2 1 0,0 1 0,2 27 0,1-49-29,0-1 0,1 1 0,-1 0 0,1 0 1,0-1-1,0 1 0,0-1 0,0 1 0,0-1 0,0 1 0,1-1 0,0 1 0,-1-1 0,1 0 1,0 0-1,0 0 0,0 0 0,0 0 0,0-1 0,0 1 0,1 0 0,-1-1 0,1 0 1,-1 1-1,1-1 0,-1 0 0,1 0 0,0-1 0,-1 1 0,1-1 0,0 1 0,4-1 1,13 3 1,0-2 0,0 0 1,30-4-1,-32 2-2,-8 0-240,1 0 0,-1-1 0,0 0-1,0 0 1,0-2 0,14-5 0,-9 2-713,0-1-1,-1-1 1,0 0 0,-1-1 0,0 0 0,12-13 0,4-7-7229</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50.575"/>
    </inkml:context>
    <inkml:brush xml:id="br0">
      <inkml:brushProperty name="width" value="0.05" units="cm"/>
      <inkml:brushProperty name="height" value="0.05" units="cm"/>
      <inkml:brushProperty name="color" value="#E71224"/>
    </inkml:brush>
  </inkml:definitions>
  <inkml:trace contextRef="#ctx0" brushRef="#br0">15 0 12102,'0'0'12483,"-2"2"-12299,1 0-166,-1 0-1,1 0 1,0 0 0,0 0 0,-1 0 0,2 1 0,-1-1 0,0 0 0,0 0-1,1 1 1,-1-1 0,1 1 0,0-1 0,-1 4 0,2 43 265,0-26-151,-1 143 185,11-168-341,3-9 55,1-1-1,-1 0 1,-1-1-1,-1 0 1,0-1-1,17-26 0,3 0-59,-27 33-6,19-21 76,-24 28-45,1-1 0,-1 1 0,1-1 0,-1 1 0,0 0 0,1-1 0,-1 1 0,1-1 0,0 1 0,-1 0 0,1 0 0,-1-1 0,1 1 0,-1 0 0,1 0 0,0 0 0,-1 0 0,1-1 0,-1 1 0,1 0 0,0 0 1,-1 0-1,1 0 0,0 0 0,-1 1 0,1-1 0,-1 0 0,1 0 0,0 0 0,-1 0 0,1 1 0,-1-1 0,1 0 0,-1 1 0,1-1 0,-1 0 0,1 1 0,-1-1 0,1 1 0,-1-1 0,0 1 0,1-1 0,-1 1 0,1-1 0,-1 1 0,0 0 0,26 62 28,-21-47-14,1-1-1,0 0 1,1 0-1,12 19 1,-16-30-24,0-1 0,-1 0 0,1 1 0,0-1 0,1 0 0,-1 0 0,0-1 0,1 1 0,0-1 0,-1 1 0,1-1 0,0 0 1,0-1-1,0 1 0,1-1 0,-1 0 0,0 0 0,0 0 0,1 0 0,-1-1 0,5 0 0,-4 0 22,-1-1 0,0 0 0,0-1 0,0 1 0,0-1 0,0 0 0,0 0 0,0 0 0,-1 0 0,1-1 0,-1 1 0,1-1 1,-1 0-1,0 0 0,0 0 0,-1 0 0,1-1 0,0 1 0,-1-1 0,0 0 0,0 1 0,0-1 0,2-6 0,2-4 76,-1 0 0,0-1 0,0 0 0,-2 0-1,4-21 1,-7 31-82,2-6 80,-1 0 0,0 0 0,-1 0 0,0 0 1,-1 0-1,0 0 0,-3-11 0,4 22-101,0 0 0,0 0 0,-1 1 0,1-1 0,0 0 0,0 0 0,0 0 0,0 0 0,0 1-1,0-1 1,-1 0 0,1 0 0,0 0 0,0 0 0,0 0 0,0 0 0,-1 0 0,1 0 0,0 1 0,0-1-1,0 0 1,-1 0 0,1 0 0,0 0 0,0 0 0,0 0 0,-1 0 0,1 0 0,0 0 0,0 0 0,0 0 0,-1 0-1,1 0 1,0-1 0,0 1 0,0 0 0,-1 0 0,1 0 0,0 0 0,0 0 0,0 0 0,0 0 0,-1-1-1,1 1 1,0 0 0,0 0 0,0 0 0,0 0 0,0 0 0,0-1 0,-1 1 0,1 0 0,0 0 0,0 0 0,0-1-1,0 1 1,0 0 0,0 0 0,-3 17-1560,2-7 527,1 0 0,0 1 0,0-1 0,4 17 1,-3-24 592,0 1 0,0-1 0,1 1 0,-1-1 0,1 0 1,0 0-1,0 0 0,0 0 0,0 0 0,0 0 1,1 0-1,-1 0 0,1-1 0,-1 0 0,1 1 1,6 2-1,30 15-5106</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50.920"/>
    </inkml:context>
    <inkml:brush xml:id="br0">
      <inkml:brushProperty name="width" value="0.05" units="cm"/>
      <inkml:brushProperty name="height" value="0.05" units="cm"/>
      <inkml:brushProperty name="color" value="#E71224"/>
    </inkml:brush>
  </inkml:definitions>
  <inkml:trace contextRef="#ctx0" brushRef="#br0">0 36 8996,'0'0'15047,"80"-35"-14407,-74 44 49,-1 12-465,-3 7-144,1 0-80,-3 5-96,0 2-1105,5-5-1232,3 0-848,2-11-2082</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51.271"/>
    </inkml:context>
    <inkml:brush xml:id="br0">
      <inkml:brushProperty name="width" value="0.05" units="cm"/>
      <inkml:brushProperty name="height" value="0.05" units="cm"/>
      <inkml:brushProperty name="color" value="#E71224"/>
    </inkml:brush>
  </inkml:definitions>
  <inkml:trace contextRef="#ctx0" brushRef="#br0">348 655 17448,'0'0'9415,"-21"-20"-8796,-68-69 5,75 74-550,1 0 0,1-1 1,0-1-1,1 1 0,1-2 0,0 0 0,1 0 0,1 0 0,-8-32 0,8 17-74,3-1 1,0 1-1,3-1 0,1-39 0,1 64-13,0 1 0,1-1 0,0 1 1,1-1-1,0 1 0,0 0 0,1 0 0,0 0 1,5-10-1,-7 15 0,1 0 1,0 0-1,0 0 1,0 0 0,0 1-1,1-1 1,-1 1-1,1-1 1,-1 1 0,1 0-1,0 0 1,0 0-1,0 0 1,0 1 0,0-1-1,0 1 1,1 0-1,-1-1 1,0 2-1,1-1 1,-1 0 0,0 1-1,1-1 1,-1 1-1,5 0 1,-6 1-2,-1-1 0,0 1 1,0-1-1,1 1 0,-1 0 0,0-1 1,0 1-1,0 0 0,0 0 0,0 0 1,0 0-1,0 0 0,0 0 0,0 0 1,0 0-1,0 0 0,-1 0 0,1 1 1,-1-1-1,1 0 0,-1 0 0,1 1 1,-1-1-1,1 0 0,-1 1 0,0-1 1,0 0-1,0 3 0,2 50-102,-2-43 68,-1 7 1,-1 1-1,0-1 1,-2 0-1,0 0 1,-1 0 0,0 0-1,-16 30 1,-72 118-221,20-41 5,68-116 241,4-7 11,0 1 1,-1-1-1,1 1 0,0-1 1,0 1-1,0 0 1,0 0-1,1-1 1,-1 1-1,1 5 1,5-6-124,6-3 184,0 0 0,1-1-1,-1-1 1,0 1 0,0-2-1,-1 0 1,1 0 0,13-8-1,88-56 280,-78 46-320,77-46 167,-22 14-1715,-31 17-3112,-38 21-1125,-4 2-5341</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52.114"/>
    </inkml:context>
    <inkml:brush xml:id="br0">
      <inkml:brushProperty name="width" value="0.05" units="cm"/>
      <inkml:brushProperty name="height" value="0.05" units="cm"/>
      <inkml:brushProperty name="color" value="#E71224"/>
    </inkml:brush>
  </inkml:definitions>
  <inkml:trace contextRef="#ctx0" brushRef="#br0">0 3 14647,'0'0'8932,"0"0"-8923,0 0-1,1 0 1,-1 0 0,0-1 0,0 1 0,0 0 0,0 0-1,1 0 1,-1 0 0,0-1 0,0 1 0,0 0 0,1 0-1,-1 0 1,0 0 0,0 0 0,1 0 0,-1 0 0,0 0-1,0 0 1,1-1 0,-1 1 0,0 0 0,0 0 0,1 0-1,-1 0 1,0 0 0,0 1 0,1-1 0,-1 0 0,0 0-1,0 0 1,0 0 0,1 0 0,-1 0 0,0 0 0,0 0-1,1 0 1,-1 1 0,0-1 0,0 0 0,0 0 0,0 0-1,1 1 1,-1-1 0,0 0 0,0 0 0,0 0 0,0 1-1,0-1 1,1 0 0,-1 0 0,0 0 0,0 1 0,0-1-1,0 0 1,0 1 0,2 10 160,0 1-1,-1-1 1,0 1 0,-1 0-1,0-1 1,-2 14 0,0 16 99,2 167 204,0-207-474,0 0 0,0 0 0,0 0 0,0 0 0,0 0 0,0 0 0,0 0 0,0 0 0,0 0 0,1 0 0,-1 0 0,0 0 0,1 0 0,-1-1 0,1 1 0,-1 0 0,1 0 0,-1 0 0,1-1 0,0 1 0,-1 0 0,1 0 0,0-1 0,-1 1 0,1-1 0,0 1 0,0 0 0,0-1 0,-1 0 0,1 1 0,0-1 0,0 1 0,0-1 0,0 0 0,0 0-1,0 0 1,0 0 0,0 1 0,0-1 0,0 0 0,0 0 0,0-1 0,2 1 0,1-1 12,0 0 0,0 0 0,0 0 0,-1-1 0,1 1 0,0-1 0,0 0 0,-1 0 0,6-5 0,10-11 41,-1-1 0,0-1 1,-2 0-1,26-43 1,12-14 0,-48 77-184,-1 13 75,1 27 53,-4-27-3,1 1-16,0-1 0,0 1-1,2-1 1,0 0 0,0 0 0,14 22-1,-18-32 13,1 0 0,0 0 0,0 0 0,0 0 0,1 0-1,-1-1 1,1 1 0,-1-1 0,1 0 0,0 0 0,0 0-1,0 0 1,0 0 0,0 0 0,1-1 0,-1 0 0,0 1 0,1-1-1,-1 0 1,1-1 0,-1 1 0,1-1 0,-1 1 0,1-1-1,0 0 1,-1-1 0,1 1 0,-1 0 0,1-1 0,-1 0-1,1 0 1,3-2 0,-3 1 31,0-1 0,0 1 0,0-1 1,0 0-1,-1-1 0,1 1 0,-1-1 0,0 1 0,0-1 0,0 0 1,-1 0-1,1 0 0,-1-1 0,0 1 0,0 0 0,1-6 1,2-3 82,-1 0 0,-1 0 0,0-1 1,1-20-1,-3 14 30,2-53 302,-3 68-426,-1 1 1,1 0-1,-1 0 0,1 0 1,-1-1-1,0 1 0,-1 0 1,1 0-1,-1 0 1,0 1-1,0-1 0,0 0 1,-4-5-1,6 9-67,0 0-1,0-1 1,0 1-1,-1 0 1,1 0-1,0-1 1,0 1 0,0 0-1,-1 0 1,1-1-1,0 1 1,0 0-1,-1 0 1,1 0-1,0-1 1,-1 1 0,1 0-1,0 0 1,-1 0-1,1 0 1,0 0-1,-1 0 1,1 0-1,0 0 1,0 0-1,-1-1 1,1 1 0,0 1-1,-1-1 1,1 0-1,0 0 1,-1 0-1,1 0 1,0 0-1,-1 0 1,1 0 0,0 0-1,-1 0 1,1 1-1,0-1 1,0 0-1,-1 0 1,1 0-1,0 1 1,0-1 0,-1 1-1,-4 20-2841,5 28-3650,5-19 328</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52.484"/>
    </inkml:context>
    <inkml:brush xml:id="br0">
      <inkml:brushProperty name="width" value="0.05" units="cm"/>
      <inkml:brushProperty name="height" value="0.05" units="cm"/>
      <inkml:brushProperty name="color" value="#E71224"/>
    </inkml:brush>
  </inkml:definitions>
  <inkml:trace contextRef="#ctx0" brushRef="#br0">0 1 8980,'0'0'5597,"25"3"-3145,75 12-691,-97-15-1666,1 0-1,-1 1 1,0 0 0,0-1 0,0 1 0,0 0-1,0 1 1,-1-1 0,1 0 0,0 1-1,0-1 1,-1 1 0,1 0 0,-1 0-1,0 0 1,1 0 0,-1 1 0,0-1 0,0 1-1,0-1 1,-1 1 0,1 0 0,-1-1-1,1 1 1,-1 0 0,0 0 0,0 0-1,0 0 1,-1 0 0,1 0 0,-1 0-1,1 5 1,-1-2-24,-1 0 0,0 0 0,0 0 0,0 0 0,0 0 0,-1 0 0,0 0 0,-1 0 0,1-1 0,-1 1 0,0-1 0,-6 8 0,-25 26 1038,-66 56 0,98-92-1030,1 2 832,12-2-555,21-3-262,-25 0 39,33-2-48,-1-1 0,-1-2 0,68-18 0,38-21-6217,-125 35 1082,-5 2-3664</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53.807"/>
    </inkml:context>
    <inkml:brush xml:id="br0">
      <inkml:brushProperty name="width" value="0.05" units="cm"/>
      <inkml:brushProperty name="height" value="0.05" units="cm"/>
      <inkml:brushProperty name="color" value="#E71224"/>
    </inkml:brush>
  </inkml:definitions>
  <inkml:trace contextRef="#ctx0" brushRef="#br0">187 0 15719,'0'0'7241,"-17"5"-7041,6-3-178,5-1 9,0 0-1,-1 0 0,1 1 0,0 0 0,0 0 0,0 1 0,0-1 0,0 1 1,0 1-1,1-1 0,0 1 0,0 0 0,0 0 0,0 0 0,0 1 0,1 0 1,0 0-1,-5 7 0,1 4 6,0 0 0,1 0 1,1 1-1,1 0 0,0 0 0,1 1 1,1-1-1,0 1 0,2 0 0,0 0 1,3 27-1,-2-42-40,0-1 1,1 1-1,-1-1 1,1 1-1,-1-1 0,1 0 1,0 1-1,0-1 1,0 0-1,1 0 1,-1 0-1,0 0 0,1 0 1,0 0-1,-1 0 1,1 0-1,0 0 1,0-1-1,2 3 1,1-1 2,0-1 0,0 1 0,0-1 0,0 0 0,1-1 0,-1 1 0,0-1 0,10 1-1,-1-1 12,1 0-1,-1-1 0,1-1 0,-1 0 0,0-1 1,21-6-1,-14 0-1,0 0 1,0-2 0,-1-1 0,32-22-1,-37 22-3,1 0-1,0 2 0,1-1 0,0 2 0,1 0 1,0 2-1,36-10 0,-49 15 26,18-2 326,-18-1-150,-15 0-67,4 2-122,0 1 0,1 0 0,-1 0 0,0 0 0,0 1 0,1 0 0,-1 0 0,0 1 0,0-1 0,0 1 0,1 0 0,-1 1 0,0 0 0,1-1 0,0 2 0,-1-1-1,1 1 1,0-1 0,0 2 0,0-1 0,1 0 0,-1 1 0,1 0 0,0 0 0,0 0 0,0 1 0,0-1 0,-4 9 0,0-1-24,2 0-1,0 1 1,0 0 0,1 0-1,1 0 1,0 0-1,1 1 1,0 0 0,1 0-1,0 26 1,2-39 6,0 0-1,0 0 1,0 0-1,0 1 1,0-1-1,1 0 1,-1 0 0,0 0-1,1-1 1,-1 1-1,1 0 1,-1 0 0,1 0-1,-1 0 1,1 0-1,0 0 1,-1-1-1,1 1 1,0 0 0,0-1-1,-1 1 1,1 0-1,0-1 1,0 1-1,0-1 1,0 1 0,0-1-1,1 1 1,2 0 3,0 0 0,1 0 0,-1-1 0,0 1 1,0-1-1,0 0 0,8-1 0,-3 0 11,0-1 0,0 1 0,0-2 0,-1 1 0,1-1 0,14-7 0,10-15 88,48-45 1,-50 41-65,-29 33-5,0 0 0,0 1 0,0-1 0,-1 0 0,1 0 0,-1 1 0,0 4 0,2 4 9,10 46 68,-12-55-109,0 0 1,0-1 0,0 1-1,1 0 1,0-1 0,-1 1-1,2-1 1,-1 0-1,0 0 1,0 0 0,5 5-1,-5-7 6,-1-1 1,1 1-1,-1 0 0,0-1 0,1 1 0,-1-1 0,1 0 0,-1 1 0,1-1 0,-1 0 1,1 0-1,0 0 0,-1 0 0,1 0 0,-1 0 0,1-1 0,-1 1 0,1 0 1,-1-1-1,1 1 0,-1-1 0,0 0 0,2 0 0,31-22 228,-28 18-207,8-5 16,-6 3-30,-1 0 1,1 1-1,0 0 0,1 1 1,-1 0-1,1 0 0,0 1 1,0 0-1,1 1 0,-1 0 1,17-3-1,-24 6-11,0 1 0,0-1 0,0 1 0,0 0 1,0 0-1,0 0 0,-1 0 0,1 0 0,0 0 0,-1 1 0,1-1 0,-1 0 0,1 1 0,-1-1 0,0 1 0,1 0 0,1 2 0,22 39 2,-18-31-2,-5-7-2,1-1 1,0 1-1,0-1 1,0 0-1,0 0 1,1 0-1,-1-1 1,1 1-1,6 3 1,-8-6 1,0 0 0,-1 0 0,1-1 0,0 1 0,0-1 0,0 1 0,0-1 0,0 0 0,0 0 0,0 0 0,0 0 0,0 0 0,0 0 0,0 0 0,0-1 0,0 1 0,0-1 0,0 0 0,0 1 0,0-1 0,0 0 0,-1 0 0,1 0 0,0 0 0,0-1 0,-1 1 0,2-2 0,39-33 110,-33 26-107,0 1-1,0 1 1,1 0-1,1 0 1,-1 1-1,1 0 1,0 1 0,1 0-1,13-4 1,-24 11-10,0 0 0,0 0 0,0 0 0,-1 0 0,1 1 0,0-1 0,-1 0 0,1 1 0,-1-1 0,1 0 0,-1 1 0,0-1 0,1 0 0,-1 1 0,0-1 0,0 1 0,0-1 0,0 1 0,-1 1 0,2 0 1,0 11 13,1 1 0,0 0 1,1-1-1,1 0 1,0 1-1,7 14 0,-9-25-12,0 0 0,0 0 0,0 0 0,1 0 1,0-1-1,-1 1 0,1-1 0,0 0 0,1 1 0,-1-1 0,1-1 0,-1 1 0,1 0 0,0-1 0,0 0 0,0 0 0,0 0 0,0 0 0,1-1 0,-1 0 0,0 0 0,1 0 1,-1 0-1,7 0 0,3-1-94,0 0 1,0-2-1,0 1 1,0-2-1,0 0 1,0 0 0,-1-1-1,0-1 1,1 0-1,-2-1 1,20-11-1,-16 6-1424,1-1 0,-2 0-1,0-1 1,21-23 0,-13 11-4343</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55.438"/>
    </inkml:context>
    <inkml:brush xml:id="br0">
      <inkml:brushProperty name="width" value="0.05" units="cm"/>
      <inkml:brushProperty name="height" value="0.05" units="cm"/>
      <inkml:brushProperty name="color" value="#E71224"/>
    </inkml:brush>
  </inkml:definitions>
  <inkml:trace contextRef="#ctx0" brushRef="#br0">53 65 15591,'0'0'10082,"-1"-15"-9444,0 1-547,-3-21 17,4 35-107,0 0-1,0 0 1,0 0 0,0 0-1,0 0 1,0 0 0,0 0-1,0 0 1,0 0 0,0 0-1,0 0 1,0 0-1,0 0 1,0 0 0,0 0-1,0 0 1,-1 0 0,1 0-1,0 0 1,0 0 0,0 0-1,0 0 1,0 0 0,0 0-1,0 0 1,0 0-1,0 0 1,0 0 0,0 0-1,0 0 1,-1 0 0,1 0-1,0 0 1,0 0 0,0 0-1,0 0 1,0 0 0,0 0-1,0 0 1,-3 25 22,-11 111 227,-13 259 87,27-389-340,0 0 1,1 1-1,-1-1 1,2 1-1,-1-1 1,0 0-1,1 1 1,1-1 0,-1 0-1,1 0 1,0-1-1,5 9 1,-6-12 1,0 1 0,0-1 0,0 0 0,0 0 1,1 0-1,-1 0 0,1 0 0,0-1 0,-1 1 0,1-1 1,0 0-1,0 0 0,0 0 0,0 0 0,0 0 0,0 0 1,0-1-1,0 0 0,0 1 0,0-1 0,0 0 1,0-1-1,1 1 0,-1 0 0,0-1 0,0 0 0,0 0 1,4-1-1,12-7-2,0-1 0,-1 0 0,0-1 0,0-1-1,-1-1 1,20-19 0,27-20-125,-51 42 49,1 1-1,0 0 0,0 0 1,1 1-1,0 1 1,0 1-1,1 0 0,-1 1 1,1 0-1,0 1 0,1 1 1,21-1-1,-36 4 72,0 1-1,-1-1 0,1 0 1,0 1-1,0-1 0,0 1 1,-1 0-1,1 0 0,0 0 1,-1 0-1,1 0 0,2 2 1,-2 2 95,-17-7-6,9 1-77,-1-1-1,1 1 0,-1 0 0,0 1 1,1-1-1,-1 1 0,0 1 1,1-1-1,-1 1 0,0 1 1,1-1-1,-1 1 0,1 0 0,0 0 1,-1 1-1,1 0 0,0 0 1,1 0-1,-1 1 0,1 0 1,-1 0-1,1 0 0,0 1 0,0-1 1,1 1-1,-6 8 0,2-3-8,1 1 0,0 0-1,1 0 1,0 0-1,0 1 1,1 0-1,1 0 1,0 0 0,1 1-1,0-1 1,1 1-1,-1 24 1,3-36 2,1 1-1,-1-1 1,1 1 0,-1-1-1,1 1 1,0-1 0,0 1-1,0-1 1,0 0 0,0 1-1,0-1 1,0 0-1,0 0 1,0 0 0,1 0-1,-1 0 1,0 0 0,1 0-1,-1 0 1,1 0 0,-1-1-1,1 1 1,-1-1 0,1 1-1,-1-1 1,1 1 0,0-1-1,-1 0 1,1 0 0,0 0-1,-1 0 1,4 0 0,2 0 5,1 0 1,0 0-1,0 0 0,0-1 1,-1-1-1,10-2 1,-7 1 5,-1-1 1,0-1-1,0 0 1,0 0-1,0-1 1,-1 0-1,0-1 1,10-10-1,55-68 33,-23 25 26,-44 60-74,0 12-19,4 30-46,-2-10 38,-6-26 36,1 0 0,0 0-1,1 0 1,-1 0 0,1-1 0,0 1 0,0-1 0,1 0 0,0-1 0,0 1-1,0-1 1,0 0 0,1 0 0,-1 0 0,9 3 0,-10-5-1,0 0 0,0-1 0,0 1 0,0-1 0,0 0 0,0 0 0,0-1 0,0 1 0,0-1 0,0 0 0,0 0 0,0 0 0,1-1 0,-1 0 0,0 1 0,0-1 0,0-1 0,0 1 0,-1 0 0,1-1 0,0 0 0,0 0 0,-1 0 0,1 0 0,5-6 0,0-1 3,-1-1-1,1 0 1,-2-1 0,0 0 0,0 0-1,-1 0 1,0-1 0,-1 0 0,0 0-1,-1 0 1,4-21 0,2-16 125,5-81 0,-12 99-19,2-34 926,-5 64-479,0 8-106,-2 42-363,-12 59-1,1-11 47,0 17-160,-3 29-38,12-50-3090,12-94-2291,2-6 4108,0 0 0,-1-1 0,0 0 0,0-1 0,-1 1 0,11-16 0,44-67-6675,-56 79 6793,55-95 6011,-54 91-2157,0-1-1,-2 1 1,0-1 0,6-33 0,-20 58 2999,-21 23-5684,12-10 171,0 0-1,2 2 1,-23 44 0,31-52-119,1-1 1,1 1-1,0 0 0,1 0 1,1 1-1,0-1 0,1 1 1,0 18-1,3-31-9,-1-1 0,1 0-1,-1 1 1,1-1 0,0 0 0,0 0 0,0 0 0,0 0-1,0 0 1,0 0 0,0 0 0,1 0 0,-1 0 0,1-1-1,-1 1 1,1 0 0,0-1 0,0 1 0,-1-1-1,1 0 1,0 0 0,0 0 0,1 0 0,-1 0 0,0 0-1,0 0 1,0-1 0,1 1 0,-1-1 0,0 1-1,0-1 1,5 0 0,12 2-28,0-1 0,0-1 0,20-2-1,-19 0-13,0 1 22,-1-2-1,1-1 0,-1 0 1,0-1-1,0-2 1,0 0-1,-1 0 1,0-2-1,0 0 0,-1-1 1,0-1-1,-1 0 1,-1-2-1,1 0 1,-2 0-1,0-1 1,15-20-1,-27 31 64,0 1 0,-1-1 0,1 0 0,-1-1 0,0 1 0,1 0 0,-1 0 0,-1 0 0,1-1 0,0 1 0,-1-1 0,0 1 0,0-7 0,0 10-15,-1-1-1,1 1 1,-1-1-1,1 1 0,-1 0 1,0-1-1,1 1 1,-1 0-1,0-1 1,0 1-1,1 0 1,-1 0-1,0-1 1,1 1-1,-1 0 1,0 0-1,0 0 1,1 0-1,-1 0 0,0 0 1,0 0-1,1 0 1,-1 1-1,0-1 1,-1 0-1,-20 4 11,15-1-5,1 0 0,1 0-1,-1 1 1,0 0 0,1 0 0,0 0 0,0 0-1,0 1 1,0 0 0,1 0 0,0 0 0,0 1-1,0-1 1,1 1 0,0 0 0,0 0 0,0 0-1,1 1 1,-3 8 0,0 6 2,1 0 0,1 1 0,0 0 0,2 35 0,1-53-29,0-1-1,0 0 0,0 1 0,1-1 0,0 0 1,-1 1-1,1-1 0,1 0 0,-1 0 1,0 0-1,1 0 0,-1 0 0,1 0 0,0 0 1,0 0-1,0-1 0,0 1 0,3 2 0,0-2-4,0 1 0,0-1 0,0 0 0,0 0 0,1-1 0,-1 1 0,1-1 0,-1-1 0,10 3 0,8-1-69,-1 0 0,1-2 0,-1 0 0,32-4 0,-46 2-45,0 0 1,-1-1-1,1 0 1,0 0 0,-1 0-1,1-1 1,-1 0-1,0 0 1,0-1-1,0 0 1,0-1-1,-1 1 1,7-7 0,-9 8-211,0-1 0,0 0 0,-1-1 0,0 1 0,0-1 0,0 1 0,0-1 0,3-8 0,-5 8-351,1 0-1,-1 0 1,0 0 0,0 0 0,-1 1-1,0-1 1,0 0 0,0 0-1,0 0 1,-2-7 0,-6-16-7921</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55.873"/>
    </inkml:context>
    <inkml:brush xml:id="br0">
      <inkml:brushProperty name="width" value="0.05" units="cm"/>
      <inkml:brushProperty name="height" value="0.05" units="cm"/>
      <inkml:brushProperty name="color" value="#E71224"/>
    </inkml:brush>
  </inkml:definitions>
  <inkml:trace contextRef="#ctx0" brushRef="#br0">1 8 14999,'0'0'9884,"5"0"-9531,333-2 1258,-164 0-2607,-2 1-4584,-151 1 887,-11-2-3009</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56.985"/>
    </inkml:context>
    <inkml:brush xml:id="br0">
      <inkml:brushProperty name="width" value="0.05" units="cm"/>
      <inkml:brushProperty name="height" value="0.05" units="cm"/>
      <inkml:brushProperty name="color" value="#E71224"/>
    </inkml:brush>
  </inkml:definitions>
  <inkml:trace contextRef="#ctx0" brushRef="#br0">185 1 14551,'0'0'6392,"-10"18"-5941,-155 404 707,156-384-1140,9-36 46,11-15 467,16-14-232,2 0 0,0 2 0,63-40 0,-80 57-300,1 1-1,1 0 0,-1 1 1,1 0-1,1 1 1,-1 1-1,0 0 1,1 1-1,0 1 0,0 0 1,0 1-1,0 1 1,21 1-1,-33 0-6,0 0-1,0-1 1,-1 1-1,1 0 1,0 0 0,0 1-1,0-1 1,-1 0-1,1 1 1,-1 0-1,1 0 1,-1-1-1,1 1 1,-1 1 0,0-1-1,0 0 1,0 0-1,-1 1 1,1-1-1,0 1 1,-1 0 0,0-1-1,1 1 1,-1 0-1,0 0 1,0 0-1,0 3 1,0-1 6,-1-1 1,1 1-1,-1 0 1,0-1-1,0 1 1,0 0-1,-1-1 1,1 1-1,-1 0 0,0-1 1,-1 1-1,1-1 1,-1 1-1,0-1 1,0 0-1,0 0 1,-5 7-1,-3 0 8,-1-1-1,0 1 1,-1-2 0,0 0-1,0 0 1,-1-1 0,-26 13-1,19-12-29,-1-1-1,1 0 1,-1-2-1,-43 8 1,56-13 26,0 1 0,0-2 0,-1 1 0,1-1 0,0 0 0,0-1 0,-1 0 0,1 0 0,-9-3 0,15 2-7,-1 1 1,1 0 0,-1-1 0,1 0-1,0 0 1,0 0 0,-1 0 0,1 0-1,1 0 1,-1 0 0,0-1 0,0 1 0,1-1-1,0 1 1,-1-1 0,1 1 0,0-1-1,0 0 1,0 0 0,1 1 0,-1-1-1,1 0 1,-1 0 0,1 0 0,0 0-1,0 0 1,1-4 0,-1 6-52,1 0-1,-1 0 1,0 0 0,1 0 0,-1 0-1,1 0 1,-1 0 0,1 0-1,-1 1 1,1-1 0,0 0-1,-1 0 1,1 1 0,0-1 0,0 0-1,-1 1 1,1-1 0,0 1-1,0-1 1,0 1 0,0-1 0,0 1-1,0 0 1,0-1 0,0 1-1,0 0 1,0 0 0,0 0 0,0 0-1,2 0 1,39-2-1793,-33 2 1212,123 0-7559,-78 0 4343</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57.934"/>
    </inkml:context>
    <inkml:brush xml:id="br0">
      <inkml:brushProperty name="width" value="0.05" units="cm"/>
      <inkml:brushProperty name="height" value="0.05" units="cm"/>
      <inkml:brushProperty name="color" value="#E71224"/>
    </inkml:brush>
  </inkml:definitions>
  <inkml:trace contextRef="#ctx0" brushRef="#br0">19 225 9828,'0'0'10808,"4"5"-10496,0 3-253,-1 0-1,1 0 0,-2 0 0,1 1 1,-1-1-1,-1 1 0,0 0 0,0-1 1,0 1-1,-1 11 0,0-6-31,0 0 0,2 0-1,0 1 1,0-1 0,8 22-1,-8-33-26,-1 1-1,1-1 1,0 0-1,0 0 1,0 0-1,0 0 1,1 0-1,-1 0 1,1-1-1,0 1 1,-1-1-1,1 0 1,0 0-1,1 0 1,-1 0-1,0 0 0,0 0 1,1-1-1,-1 0 1,1 0-1,-1 0 1,1 0-1,0 0 1,-1-1-1,1 0 1,5 0-1,-4 1 4,1-1-1,-1 0 0,1 0 1,-1-1-1,0 0 1,1 0-1,-1 0 0,0 0 1,0-1-1,1 0 1,-2 0-1,1-1 0,9-4 1,-9 2 20,1 0 0,-1-1 1,0 1-1,0-1 0,0 0 1,-1-1-1,0 1 0,0-1 1,4-10-1,-4 7 61,-1 1 0,0 0 0,-1-1 0,0 0-1,0 1 1,-1-1 0,0 0 0,-1 0 0,0 0 0,-1 0 0,0 1 0,-3-15 0,3 17-3,-1 1 1,1 0 0,-1 0 0,-1 0 0,1 0-1,-1 0 1,0 0 0,0 1 0,-1-1 0,0 1-1,0 0 1,0 0 0,0 0 0,-1 1 0,0-1-1,0 1 1,0 0 0,0 1 0,-10-6 0,10 7-61,0 1 0,0-1 0,0 1 0,-1 0 0,1 1 0,0-1 0,0 1 0,-1 0 0,1 0 0,0 1 0,0 0 0,-1 0-1,1 0 1,0 0 0,0 1 0,0 0 0,0 0 0,1 0 0,-1 1 0,0-1 0,1 1 0,0 0 0,0 0 0,0 1 0,0-1 0,0 1 0,0 0 0,-5 8 0,2-2-32,-1 0 0,2 0-1,-1 1 1,1-1-1,1 1 1,0 1 0,1-1-1,0 1 1,1 0 0,0 0-1,-2 16 1,4-23-6,1 0 0,0 0 0,0 1 1,0-1-1,1 0 0,-1 0 0,1 0 1,0 0-1,1 0 0,-1 0 0,1 0 0,0 0 1,0-1-1,1 1 0,-1-1 0,4 5 0,-2-5-13,0 0 0,1-1 0,-1 0 0,1 0 0,-1 0 0,1 0 0,0-1 0,0 0 0,0 0 0,0 0 0,1 0 0,-1-1 0,0 0 0,1 0 0,8 0 0,4 1-2,0-1 0,0 0 0,0-1 0,0-1 0,1-1 0,-1-1 0,-1 0 0,1-1 0,0-1 0,-1-1 0,0 0 0,0-1 0,-1-1 0,17-11 0,-9 3 40,0-1 1,-2-1-1,0-1 1,-1-1-1,-1 0 1,-1-2-1,16-24 1,-22 27 209,0 0-1,-2-2 1,0 1-1,-2-1 1,0 0-1,-1-1 1,-1 0 0,-1-1-1,3-25 1,-23 109 1752,3-17-2008,1 0-1,-6 70 0,15-86 68,0-10-87,0-1-1,1 1 1,1-1-1,1 1 0,7 30 1,-8-44 39,0-1-1,0 1 1,0-1 0,1 0-1,0 0 1,0 0 0,0 0-1,0 0 1,0 0 0,0-1-1,1 1 1,0-1 0,-1 1 0,1-1-1,0 0 1,0 0 0,0 0-1,0-1 1,0 1 0,1-1-1,-1 1 1,0-1 0,1 0-1,-1-1 1,1 1 0,-1 0 0,1-1-1,-1 0 1,1 0 0,-1 0-1,1 0 1,-1-1 0,1 1-1,6-3 1,-6 2 21,0 0-1,0 0 1,0-1 0,-1 0-1,1 0 1,0 0 0,-1 0-1,1 0 1,-1-1 0,0 1-1,0-1 1,5-6 0,34-45 52,-29 35-42,-8 13-5,111-167 349,-116 172-23,0 7-210,0 23-181,4 127 49,-2-133-40,2 1 1,0-1-1,1 0 1,13 36 0,-18-58 30,1 1 0,-1-1 1,1 0-1,-1 0 0,1 1 1,0-1-1,0 0 0,0 0 1,-1 0-1,1 0 0,0 0 1,0 0-1,1 0 0,-1 0 1,0 0-1,0-1 0,0 1 1,1 0-1,-1-1 0,0 1 1,1-1-1,-1 1 0,0-1 1,1 1-1,-1-1 0,0 0 1,1 0-1,-1 0 0,1 0 1,-1 0-1,1 0 0,-1 0 1,0-1-1,1 1 0,-1 0 1,0-1-1,1 1 0,-1-1 1,0 1-1,1-1 0,-1 0 1,0 1-1,2-3 0,9-5 61,0 0-1,-1 0 0,18-18 0,-9 8-95,-19 17 48,0 0-1,0 0 1,1 0 0,-1 1 0,0-1-1,0 0 1,1 1 0,-1-1-1,0 1 1,1-1 0,-1 1-1,1 0 1,-1 0 0,1 0-1,-1-1 1,0 1 0,1 0 0,-1 1-1,1-1 1,-1 0 0,0 0-1,1 1 1,-1-1 0,1 1-1,-1-1 1,0 1 0,0-1 0,1 1-1,0 1 1,34 35-150,-3-2-574,-24-30 236,1-1 0,-1 0-1,1-1 1,0 0 0,0-1 0,0 0 0,0 0 0,0-1 0,0-1-1,0 0 1,0 0 0,13-2 0,-22 2 351,0 0 0,0 0 0,-1 0 0,1 0 0,0 0 0,0-1 1,-1 1-1,1 0 0,0 0 0,0-1 0,-1 1 0,1 0 0,0-1 0,-1 1 0,1-1 0,-1 1 0,1-1 0,-1 1 1,1-1-1,0 1 0,-1-1 0,0 0 0,1 1 0,-1-1 0,1 0 0,-1 1 0,0-1 0,0 0 0,1 0 0,-1 1 1,0-1-1,0 0 0,0 0 0,0 1 0,0-2 0,1-15-4842</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58.285"/>
    </inkml:context>
    <inkml:brush xml:id="br0">
      <inkml:brushProperty name="width" value="0.05" units="cm"/>
      <inkml:brushProperty name="height" value="0.05" units="cm"/>
      <inkml:brushProperty name="color" value="#E71224"/>
    </inkml:brush>
  </inkml:definitions>
  <inkml:trace contextRef="#ctx0" brushRef="#br0">0 38 15303,'0'0'7732,"166"-7"-7700,-98 0-64,-1 2 32,-5 0-705,-10 1-1152,-11-1-1648,-12 0-4595</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7:59.486"/>
    </inkml:context>
    <inkml:brush xml:id="br0">
      <inkml:brushProperty name="width" value="0.05" units="cm"/>
      <inkml:brushProperty name="height" value="0.05" units="cm"/>
      <inkml:brushProperty name="color" value="#E71224"/>
    </inkml:brush>
  </inkml:definitions>
  <inkml:trace contextRef="#ctx0" brushRef="#br0">122 109 13526,'0'0'8922,"-2"-19"-7789,-5-56-140,4 61 72,0 16-871,-1 15-261,3-7 79,-100 1133 470,100-1105-1552,1-36-69,0-5-422,2-18-164,0 1 0,1-1 0,8-25 0,4-29-2049,-8-7-567,-5-13-2430</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8:00.359"/>
    </inkml:context>
    <inkml:brush xml:id="br0">
      <inkml:brushProperty name="width" value="0.05" units="cm"/>
      <inkml:brushProperty name="height" value="0.05" units="cm"/>
      <inkml:brushProperty name="color" value="#E71224"/>
    </inkml:brush>
  </inkml:definitions>
  <inkml:trace contextRef="#ctx0" brushRef="#br0">1 312 7668,'0'-27'2382,"0"18"-2164,7-93 2101,-5 88-1855,1 0 1,0 1 0,1 0-1,0-1 1,1 1-1,1 1 1,9-18-1,-13 27-383,0-1 0,0 1-1,0 0 1,1 0 0,-1 0-1,1 0 1,0 0-1,0 0 1,0 1 0,0-1-1,0 1 1,0 0-1,1 0 1,-1 0 0,1 0-1,-1 1 1,1-1-1,0 1 1,0 0 0,0 0-1,-1 1 1,1-1 0,0 1-1,0-1 1,0 1-1,0 1 1,0-1 0,0 0-1,0 1 1,0 0-1,0 0 1,-1 0 0,1 0-1,0 1 1,-1 0 0,1-1-1,-1 1 1,1 0-1,-1 1 1,0-1 0,0 1-1,0-1 1,0 1-1,-1 0 1,1 0 0,-1 0-1,1 0 1,-1 1-1,0-1 1,2 5 0,2 5-30,-1-1 1,-1 1 0,1 0 0,-2 0 0,0 0-1,-1 1 1,0-1 0,-1 1 0,0-1 0,-1 1-1,-1-1 1,0 1 0,-1-1 0,0 0 0,-6 19-1,1-10-42,-2 0-1,0-1 1,-1 0-1,-1 0 0,-1-1 1,-1-1-1,-1 0 1,-18 19-1,78-83 13,95-71 1,-124 102-22,-11 9-4,0-1 0,1 1 0,-1 0 0,1 1 0,0 0 0,0 0-1,0 0 1,0 1 0,1 0 0,-1 0 0,1 1 0,12-2-1,-18 4 5,-1 1-1,1-1 1,-1 1-1,1 0 1,-1 0-1,1-1 1,-1 1-1,0 0 1,0 0-1,1 1 1,-1-1-1,0 0 1,0 0-1,0 1 1,0-1-1,0 0 1,0 1-1,0-1 1,-1 1-1,1-1 1,0 1-1,0 1 1,15 47 76,-12-36-69,-3-12-6,3 11 0,0 1-1,1-1 1,1 0-1,0 0 1,10 15-1,-14-25 0,1 0 1,-1 0-1,1 0 0,-1-1 0,1 1 0,0-1 0,0 0 0,0 0 0,0 0 0,1 0 0,-1 0 0,0-1 0,1 1 0,-1-1 0,1 0 0,0 0 0,-1 0 0,1-1 0,0 1 0,-1-1 1,1 0-1,0 0 0,-1 0 0,1 0 0,5-2 0,-5 1 15,-1-1-1,1 1 1,0-1 0,-1 0 0,1 0 0,-1 0 0,0-1-1,1 1 1,-1-1 0,-1 0 0,1 0 0,0 0 0,-1 0-1,1 0 1,-1-1 0,0 1 0,0-1 0,0 1 0,1-5-1,2-4 12,0 1 1,-1-1-1,0-1 0,3-23 0,-4 19 122,-1 0 1,-1-1 0,-1 1 0,-3-29 0,3 43-103,-1 1 0,1-1 1,0 0-1,-1 0 1,0 0-1,0 0 0,0 0 1,0 1-1,0-1 1,0 0-1,-1 1 0,1-1 1,-1 1-1,0-1 1,0 1-1,0 0 0,0 0 1,0 0-1,0 0 1,-1 0-1,1 0 0,0 1 1,-1-1-1,0 1 1,1 0-1,-1-1 0,0 1 1,0 0-1,1 1 1,-1-1-1,0 0 0,0 1 1,0 0-1,0 0 1,-4 0-1,3 1-42,0 0-1,-1 1 1,1-1-1,0 1 1,0 0-1,0 1 1,0-1-1,0 0 1,0 1 0,1 0-1,-1 0 1,1 0-1,0 1 1,0-1-1,0 1 1,0-1-1,1 1 1,0 0-1,-1 0 1,1 0 0,-2 9-1,-3 3-4,1 0 0,0 0 0,1 1-1,-4 27 1,7-31-13,0 0 0,1-1 0,1 1 0,0 0 0,1 0 0,3 17 0,-4-26 8,2 0-1,-1-1 1,0 1 0,1-1-1,0 0 1,-1 1-1,1-1 1,0 0 0,1 0-1,-1 0 1,1 0-1,-1-1 1,1 1 0,0-1-1,0 1 1,0-1-1,0 0 1,0 0 0,1-1-1,-1 1 1,0-1 0,1 1-1,0-1 1,-1 0-1,7 1 1,-2 0-37,0 0 0,1-1 0,-1 0 0,1 0 1,-1-1-1,1 0 0,-1 0 0,1-1 0,-1 0 0,1-1 0,-1 0 0,0 0 0,0-1 1,0 0-1,0 0 0,0-1 0,-1 1 0,1-2 0,-1 1 0,0-1 0,-1-1 0,1 1 0,-1-1 1,0 0-1,8-10 0,8-14 37,0 0 0,-3-2-1,0 0 1,21-53 0,-38 80 13,-2 5 1,0 0 1,0-1-1,0 1 1,0 0-1,0-1 1,0 1-1,0 0 0,0-1 1,0 1-1,1 0 1,-1-1-1,0 1 1,0 0-1,0-1 1,0 1-1,1 0 1,-1-1-1,0 1 0,0 0 1,0 0-1,1-1 1,-1 1-1,0 0 1,0 0-1,1 0 1,-1-1-1,0 1 1,1 0-1,-1 0 0,0 0 1,1 0-1,-1 0 1,0 0-1,1-1 1,-1 1-1,0 0 1,1 0-1,-1 0 1,0 0-1,1 0 0,-1 0 1,0 0-1,1 1 1,-1-1-1,0 0 1,1 0-1,-1 0 1,0 0-1,1 0 1,-1 0-1,0 1 0,0-1 1,1 0-1,-1 0 1,0 0-1,0 1 1,1-1-1,-1 0 1,0 0-1,0 1 1,1-1-1,-1 1 1,9 20 6,-9-20 2,12 33 92,-2-7-57,-1-1-1,-2 2 1,0-1-1,-2 1 1,-1 0-1,1 47 1,-5-73-46,-1 0-1,1 0 1,-1 0 0,0 0 0,0 0 0,0 0-1,0 0 1,0 0 0,0 0 0,-1 0-1,1-1 1,0 1 0,-1 0 0,1-1-1,-1 0 1,0 1 0,0-1 0,1 0-1,-1 0 1,0 1 0,0-1 0,0-1-1,0 1 1,0 0 0,0-1 0,-1 1-1,1-1 1,0 1 0,0-1 0,-4 0-1,-11 2 37,-1-1 0,-32-2 0,27 1-37,18-1 4,0 1-1,0 0 0,-1-1 1,1 0-1,1 0 0,-1-1 1,0 0-1,0 1 0,-6-5 1,7 5-5,3 0-94,48-5-8968,5-2 3325,-13-3-1361</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8:00.778"/>
    </inkml:context>
    <inkml:brush xml:id="br0">
      <inkml:brushProperty name="width" value="0.05" units="cm"/>
      <inkml:brushProperty name="height" value="0.05" units="cm"/>
      <inkml:brushProperty name="color" value="#E71224"/>
    </inkml:brush>
  </inkml:definitions>
  <inkml:trace contextRef="#ctx0" brushRef="#br0">0 452 10085,'0'0'13606,"31"-16"-13222,-23 44 304,-3 2-400,0 1-191,-2-3-81,0 0-32,-3-5-241,0-2-895,0-2-1329,0-10-1025</inkml:trace>
  <inkml:trace contextRef="#ctx0" brushRef="#br0" timeOffset="1">70 0 15975,'0'0'4819,"3"84"-15608</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8:01.698"/>
    </inkml:context>
    <inkml:brush xml:id="br0">
      <inkml:brushProperty name="width" value="0.05" units="cm"/>
      <inkml:brushProperty name="height" value="0.05" units="cm"/>
      <inkml:brushProperty name="color" value="#E71224"/>
    </inkml:brush>
  </inkml:definitions>
  <inkml:trace contextRef="#ctx0" brushRef="#br0">0 1 14999,'0'0'9265,"8"18"-8448,-5-12-745,5 13 51,-1 0 0,0 0 0,-2 0 0,0 0 1,4 34-1,-5 20 55,-5-48-188,2 0 0,1 0 0,1 0 0,1 0 0,1 0 1,1-1-1,11 28 0,-16-50 0,-1-1 0,1 1 1,-1-1-1,1 0 1,0 1-1,-1-1 1,1 1-1,0-1 0,0 0 1,0 0-1,0 1 1,0-1-1,0 0 1,0 0-1,1 0 0,-1 0 1,0 0-1,1-1 1,-1 1-1,0 0 1,1-1-1,-1 1 1,1-1-1,-1 1 0,1-1 1,-1 1-1,1-1 1,-1 0-1,1 0 1,-1 0-1,1 0 0,0 0 1,-1 0-1,1 0 1,-1-1-1,1 1 1,-1-1-1,1 1 0,-1-1 1,1 1-1,-1-1 1,0 0-1,1 0 1,-1 1-1,0-1 0,0 0 1,1 0-1,-1 0 1,0-1-1,1 0 1,9-10-113,0 1 0,-1-2 0,-1 0 0,10-15 0,-6 7 56,4-6 84,-14 20-7,0 1-1,1 0 1,0 0-1,0 1 1,0-1-1,1 1 1,-1 0-1,1 0 1,10-8-1,-14 13-5,-1 0-1,0 0 1,1 1 0,-1-1 0,1 0-1,-1 0 1,0 0 0,1 0-1,-1 0 1,0 1 0,1-1-1,-1 0 1,0 0 0,1 1 0,-1-1-1,0 0 1,1 0 0,-1 1-1,0-1 1,0 0 0,1 1-1,-1-1 1,0 0 0,0 1-1,0-1 1,0 1 0,1-1 0,-1 0-1,0 1 1,0-1 0,0 1-1,0-1 1,0 0 0,0 1-1,0 0 1,3 19 10,-2-18 9,0 13-23,2 0-1,0 0 1,1 0 0,0 0-1,1-1 1,11 22 0,-14-32-21,0 0 0,1 0 0,0 0 0,0 0 0,0-1 0,0 1 1,1-1-1,-1 0 0,1 0 0,0 0 0,0 0 0,0-1 0,0 0 0,0 0 1,0 0-1,1 0 0,-1-1 0,1 1 0,-1-1 0,1 0 0,0 0 0,-1-1 1,1 0-1,0 0 0,6 0 0,-7-1 27,0 0 1,0 0 0,-1 0-1,1 0 1,0-1-1,-1 0 1,1 1-1,-1-1 1,1-1-1,-1 1 1,0 0 0,0-1-1,3-3 1,40-44 22,-28 28-30,-12 15 9,-5 4-3,1 0 0,0 0 0,0 1 0,1-1 0,-1 1-1,1-1 1,-1 1 0,1 0 0,0 0 0,-1 0 0,1 0 0,5-2-1,10 46 17,-13-28-28,0 0 0,2 0 0,-1-1 0,2 0 0,0 0 1,0-1-1,1 0 0,1-1 0,14 15 0,-23-25 7,1-1 0,-1 1 0,0 0-1,1-1 1,-1 1 0,1 0 0,-1-1 0,1 0 0,-1 1 0,1-1-1,-1 0 1,1 0 0,-1 0 0,1 0 0,-1 0 0,1 0 0,-1 0-1,1-1 1,-1 1 0,1 0 0,-1-1 0,1 1 0,-1-1 0,0 0-1,1 1 1,-1-1 0,0 0 0,1 0 0,-1 0 0,0 0 0,0 0-1,0 0 1,2-3 0,5-4 24,-1-1-1,0-1 1,9-15-1,-7 11-28,9-13 22,-8 11 35,1 0-1,22-25 1,-32 40-50,0 0-1,1 0 1,-1 1 0,0-1 0,0 0-1,0 0 1,1 1 0,-1-1 0,0 1-1,0-1 1,1 1 0,-1 0 0,0 0 0,1-1-1,-1 1 1,1 0 0,-1 0 0,0 0-1,1 0 1,-1 1 0,0-1 0,1 0-1,-1 0 1,0 1 0,1-1 0,1 2-1,36 22 22,-13-8-10,-15-12-13,1 0 0,0-1 0,0 0 0,0-1 1,0 0-1,0-1 0,0 0 0,0-1 0,1 0 0,-1-1 0,15-3 0,-19 2 3,1 0 0,-1 0 0,0-1 0,0 0 0,1 0 0,-2-1 0,1 0 0,0-1 0,-1 0 0,0 0-1,0 0 1,-1-1 0,1 0 0,-1 0 0,0-1 0,5-7 0,-7 7 78,0 0 1,-1 0-1,0-1 1,0 1-1,0-1 1,-1 0-1,0 0 1,-1 1-1,0-1 1,0 0-1,0 0 1,-2-16-1,-1 23-52,-1 1-1,1-1 0,0 0 0,-1 1 0,1-1 1,0 1-1,-1 0 0,1 0 0,0 0 0,-1 0 0,1 0 1,0 1-1,-1-1 0,1 1 0,-4 1 0,1 1-26,1 0-1,0 0 1,0 1 0,0 0-1,1-1 1,-1 1-1,1 1 1,0-1 0,0 0-1,0 1 1,0 0-1,1 0 1,0-1 0,0 1-1,0 1 1,-1 8-1,-2 6 16,1 1-1,-3 40 0,6-37-14,-1-8 3,1 1 0,1 0-1,4 31 1,-4-44-6,1-1-1,0 1 1,0-1-1,0 1 1,0-1 0,0 1-1,1-1 1,0 0-1,-1 0 1,1 0 0,0 0-1,1 0 1,-1 0-1,1 0 1,-1-1 0,1 1-1,0-1 1,0 1-1,0-1 1,0 0 0,0-1-1,0 1 1,4 1-1,6 1-42,0 0 0,0-1-1,1-1 1,-1 0-1,1-1 1,-1 0-1,1-1 1,-1-1 0,1 0-1,-1-1 1,0 0-1,1-1 1,-1-1 0,0 0-1,-1 0 1,1-2-1,-1 1 1,0-2-1,0 1 1,-1-2 0,17-13-1,-20 14-158,-1-1 0,0 0 0,0 0-1,-1-1 1,0 0 0,-1 0 0,0 0-1,6-16 1,-10 21-140,1-1-1,-1 1 0,0-1 1,-1 1-1,1 0 0,-1-1 1,0 1-1,0-1 0,-2-8 1,2 10-160,-1-1 0,-1 1 0,1-1 0,0 1 1,-1-1-1,0 1 0,0 0 0,0 0 0,0 0 0,0 0 1,-1 0-1,1 0 0,-5-3 0,-34-24-10570</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8:02.032"/>
    </inkml:context>
    <inkml:brush xml:id="br0">
      <inkml:brushProperty name="width" value="0.05" units="cm"/>
      <inkml:brushProperty name="height" value="0.05" units="cm"/>
      <inkml:brushProperty name="color" value="#E71224"/>
    </inkml:brush>
  </inkml:definitions>
  <inkml:trace contextRef="#ctx0" brushRef="#br0">114 45 10213,'0'0'14182,"-65"-45"-14902,63 59-4050,-16 7 288,-11 5-8452</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8:02.414"/>
    </inkml:context>
    <inkml:brush xml:id="br0">
      <inkml:brushProperty name="width" value="0.05" units="cm"/>
      <inkml:brushProperty name="height" value="0.05" units="cm"/>
      <inkml:brushProperty name="color" value="#E71224"/>
    </inkml:brush>
  </inkml:definitions>
  <inkml:trace contextRef="#ctx0" brushRef="#br0">0 103 15607,'0'0'9108,"60"3"-8708,-1-8-367,3-6 31,8-6-128,0 1 15,3-3-943,-6 3-1617,-5 4-1473,-7 3-4274</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8:02.784"/>
    </inkml:context>
    <inkml:brush xml:id="br0">
      <inkml:brushProperty name="width" value="0.05" units="cm"/>
      <inkml:brushProperty name="height" value="0.05" units="cm"/>
      <inkml:brushProperty name="color" value="#E71224"/>
    </inkml:brush>
  </inkml:definitions>
  <inkml:trace contextRef="#ctx0" brushRef="#br0">498 905 18280,'0'0'7711,"-18"-21"-7141,-130-137 452,118 127-869,2-1 0,1-1 0,2-1 0,-34-61 0,46 68-81,0-1 1,2 0-1,1 0 0,1-1 0,1-1 0,2 1 0,-3-40 0,6 38-62,2 1 0,1-1 0,4-33 0,-3 60-17,0 0 0,1 0 0,-1 0-1,1 0 1,0 0 0,0 1 0,0-1 0,0 0-1,1 1 1,-1 0 0,1 0 0,0-1 0,0 2-1,0-1 1,0 0 0,1 1 0,-1-1-1,1 1 1,0 0 0,-1 0 0,8-2 0,-9 3-7,1 0-1,-1 0 1,1 0 0,0 1 0,-1-1 0,1 1 0,0 0 0,-1 0 0,1 0 0,0 0 0,-1 0 0,1 0 0,0 1 0,-1-1 0,1 1 0,-1 0 0,1 0-1,-1 0 1,1 0 0,-1 0 0,0 1 0,1-1 0,-1 1 0,0-1 0,0 1 0,0 0 0,0 0 0,0 0 0,-1 0 0,1 0 0,0 0 0,-1 0-1,0 1 1,2 3 0,2 9-14,-1 0 0,-1 1 0,0-1 0,-1 1-1,-1 0 1,0-1 0,-1 1 0,-3 21 0,1-8 14,-2 0 1,-1 1-1,-2-2 0,0 1 1,-18 41-1,-71 131-163,27-62 97,64-127 77,-1 0 1,2 0-1,0 1 0,-5 24 1,9-37 1,-1 1 0,1-1 1,0 0-1,0 1 0,0-1 1,0 1-1,0-1 0,0 1 1,0-1-1,0 0 0,0 1 1,0-1-1,0 1 1,0-1-1,0 1 0,0-1 1,1 0-1,-1 1 0,0-1 1,0 1-1,0-1 0,1 0 1,-1 1-1,0-1 0,0 0 1,1 1-1,-1-1 0,1 1 1,14-1-38,-9-1 28,15-3 49,0 0-1,-1-1 1,1-2 0,34-15 0,82-48 192,-77 37-248,46-27-145,34-17-647,-115 65-3286,45-14 0,-61 24-2132</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8:05.694"/>
    </inkml:context>
    <inkml:brush xml:id="br0">
      <inkml:brushProperty name="width" value="0.05" units="cm"/>
      <inkml:brushProperty name="height" value="0.05" units="cm"/>
      <inkml:brushProperty name="color" value="#E71224"/>
    </inkml:brush>
  </inkml:definitions>
  <inkml:trace contextRef="#ctx0" brushRef="#br0">20 268 9732,'0'0'9706,"-14"11"-7679,10-11 1191,3-7-3168,1 1 0,0-1-1,0 0 1,0 0 0,1 1 0,0-1-1,0 0 1,1 1 0,0 0 0,0-1-1,1 1 1,-1 0 0,1 0-1,0 0 1,1 0 0,0 1 0,0-1-1,0 1 1,0 0 0,1 0 0,0 0-1,0 1 1,0 0 0,7-4 0,-3 2-42,0 0 0,1 0 1,0 1-1,0 0 0,0 1 1,1 0-1,-1 1 0,1 0 1,0 0-1,0 1 0,0 1 1,0 0-1,0 0 0,0 1 1,13 2-1,-20-1-6,1 1-1,-1 0 1,0 0 0,0 1 0,0-1-1,0 1 1,0 0 0,0 0-1,0 0 1,-1 0 0,0 1 0,0-1-1,0 1 1,0 0 0,0 0-1,-1 0 1,0 0 0,1 1 0,-2-1-1,1 0 1,0 1 0,-1 0 0,2 8-1,1 9 12,0-1-1,-1 1 0,-1 39 1,-2-10 52,0-39 80,0-33-38,1 12-106,0 1 0,1 0 0,0 0 0,0 0-1,1 0 1,0 0 0,0 0 0,1 1 0,0-1 0,0 1 0,0 0-1,1 0 1,1 1 0,-1-1 0,9-7 0,-8 8-6,1 0 1,-1 0-1,1 1 1,0 0-1,0 0 1,1 1-1,-1 0 1,1 0-1,0 1 1,0 0-1,0 0 1,0 1-1,1 0 0,-1 0 1,10 0-1,-15 2 2,-1 0 0,1 1 0,-1 0 0,1-1-1,-1 1 1,0 0 0,1 0 0,-1 0 0,0 1-1,0-1 1,0 0 0,0 1 0,0-1 0,0 1-1,0 0 1,0 0 0,0 0 0,-1 0 0,1 0-1,-1 0 1,0 0 0,1 0 0,-1 0 0,0 1-1,1 3 1,3 9-3,0 0 0,6 32 0,-6-24-13,-3-10 18,14 34-119,-16-45 97,1 0 1,0-1-1,1 1 1,-1-1-1,0 1 1,0-1 0,1 0-1,-1 1 1,0-1-1,1 0 1,-1 0-1,1 0 1,0 0-1,-1 0 1,1-1-1,0 1 1,0 0 0,-1-1-1,1 1 1,0-1-1,0 0 1,0 1-1,0-1 1,1 0-1,7-1 23,0 0 0,-1-1 0,0 0-1,1-1 1,-1 0 0,0 0 0,0-1 0,-1 0-1,1 0 1,-1-1 0,0 0 0,0-1-1,0 1 1,11-13 0,-7 6 7,0 0-1,-1-1 1,0 0 0,-1-1 0,-1 0 0,0 0-1,11-27 1,-24 65-5,0 1-1,2 0 1,0 0-1,5 48 1,-2-69-6,0-1-1,0 0 0,1 0 1,0 0-1,-1 1 1,1-2-1,0 1 1,0 0-1,1 0 1,-1-1-1,1 1 0,-1-1 1,1 0-1,0 0 1,0 0-1,0 0 1,0 0-1,0-1 1,0 1-1,0-1 1,1 0-1,-1 0 0,0 0 1,6 1-1,9 1-22,0-1-1,0-1 1,29-2-1,-23 1 20,-7-1 3,1-1 1,-1-1-1,0-1 0,0 0 1,0-1-1,0-1 0,-1 0 1,0-1-1,0-1 0,0-1 1,-1 0-1,-1-1 0,0 0 1,0-1-1,-1-1 0,0 0 1,-1-1-1,-1 0 0,20-30 1,-28 38 12,-1 0 1,1 0 0,-1 0 0,-1 0 0,1-1-1,-1 1 1,1-9 0,-1 13-1,-1-1 0,0 1 0,0 0 0,0 0 0,0 0 0,0-1 0,-1 1 0,1 0 0,0 0 1,0 0-1,-1 0 0,1 0 0,-1 0 0,1 0 0,-1 0 0,1 0 0,-1 0 0,0 0 0,0 0 0,1 0 0,-1 0 0,0 0 0,0 0 0,0 1 0,0-1 0,0 0 0,0 1 0,0-1 0,0 1 0,0-1 0,0 1 1,0-1-1,0 1 0,0 0 0,0 0 0,-1-1 0,1 1 0,-2 0 0,-7 0 3,1-1 0,-1 2 0,0-1 0,0 1 0,1 1 1,-1-1-1,1 2 0,-1-1 0,1 2 0,0-1 0,0 1 0,0 0 1,-13 10-1,16-10-16,1 0 1,0 1 0,0-1 0,0 1-1,1 0 1,-1 1 0,1-1 0,0 1-1,1 0 1,-1 0 0,1 0 0,1 1-1,-1-1 1,1 1 0,0-1 0,0 1-1,1 0 1,0-1 0,0 1 0,1 11-1,0-16 0,0-1-1,0 1 0,0-1 0,0 1 1,1-1-1,-1 0 0,0 1 0,1-1 0,-1 1 1,1-1-1,0 0 0,0 1 0,-1-1 1,1 0-1,0 0 0,0 1 0,0-1 0,0 0 1,0 0-1,0 0 0,0 0 0,2 0 1,0 1-6,1 0 1,-1-1 0,0 1 0,1-1 0,-1 0 0,1 0-1,0-1 1,-1 1 0,5 0 0,2-1 6,0 0 0,0-1 0,0 0 1,0 0-1,-1-1 0,17-5 0,-10 0 7,-1-1-1,1 0 1,-1-2-1,23-18 1,-19 14-1,-1 1 0,22-11 0,-40 24-2,1 0 0,-1-1 1,0 1-1,1 0 0,-1 0 0,0-1 1,1 1-1,-1 0 0,1 0 0,-1 0 1,0-1-1,1 1 0,-1 0 1,1 0-1,-1 0 0,1 0 0,-1 0 1,0 0-1,1 0 0,-1 0 0,1 0 1,-1 0-1,1 0 0,-1 0 1,0 0-1,1 1 0,-1-1 0,1 0 1,-1 0-1,0 0 0,1 0 1,-1 1-1,0-1 0,1 0 0,-1 1 1,0-1-1,1 0 0,-1 0 0,0 1 1,1-1-1,-1 1 0,0-1 1,0 0-1,0 1 0,1 0 0,-1 22 35,0-13-13,-23 325 606,0-27 174,22 384 1095,1-679-1862,1 4 10,-1-1-1,-1 1 1,-1-1 0,-6 31 0,7-43-34,0-1 0,-1 1 0,1 0 0,-1-1 0,0 1 0,0-1 0,0 0 0,0 1 0,-1-1 1,1 0-1,-1 0 0,0-1 0,0 1 0,0-1 0,0 1 0,0-1 0,0 0 0,-1 0 0,1 0 0,-1-1 0,0 1 0,1-1 1,-1 0-1,0 0 0,-6 1 0,3-1 14,-1 0 0,0-1-1,1 0 1,-1 0 0,0 0 0,1-1 0,-1-1 0,1 1-1,-1-1 1,1 0 0,0-1 0,-13-6 0,10 3-6,-1 0 1,1-1-1,0-1 1,1 0 0,0 0-1,0-1 1,-10-13-1,-1-5-4,2-2-1,0 0 0,2-1 1,2 0-1,-12-33 0,15 33-31,1 0 0,1 0 0,2-1-1,1 0 1,2 0 0,1 0 0,1-1-1,2 0 1,1 1 0,1-1-1,2 1 1,1 0 0,1 0 0,2 0-1,1 1 1,2 0 0,0 1 0,20-34-1,-5 20-39,2 1 0,2 1 0,2 2-1,1 1 1,2 2 0,2 1-1,1 1 1,1 3 0,2 1 0,1 2-1,2 2 1,91-41 0,-109 59 41,1 0-1,-1 2 1,1 1-1,0 1 1,1 1 0,50 2-1,-73 1 3,-1 0 0,1 0-1,-1 1 1,1 0 0,-1 0 0,0 0-1,1 1 1,-1-1 0,0 1 0,0 0-1,6 4 1,13 6-167,-22-11 152,-2-35 162,0 32-133,0 0-1,0 1 1,0-1-1,0 1 1,0-1-1,0 1 0,-1 0 1,1-1-1,-1 1 1,1 0-1,-1 0 1,1 0-1,-1 0 1,0 0-1,1 0 1,-1 1-1,0-1 1,0 0-1,1 1 1,-1-1-1,0 1 1,0 0-1,0 0 1,0 0-1,0 0 1,-3 0-1,-1 0-8,0 0 0,0 0 0,0 0 0,-1 1 1,1 0-1,0 1 0,-9 2 0,4 3-34,1 0 1,-1 1-1,2 0 1,-1 0-1,1 1 1,0 0-1,1 1 0,0 0 1,1 0-1,0 1 1,0 0-1,1 0 1,0 0-1,1 1 1,1 0-1,0 0 1,-4 20-1,8-31 32,-1 0-1,1 0 1,0 0 0,0 0-1,-1 0 1,1 0-1,0 0 1,0 0 0,0 0-1,0 0 1,0 0 0,1 0-1,-1 0 1,0 0-1,0 0 1,1 0 0,-1 0-1,0 0 1,1-1 0,-1 1-1,1 0 1,-1 0-1,1 0 1,0 0 0,-1-1-1,1 1 1,0 0 0,-1 0-1,1-1 1,0 1-1,0-1 1,0 1 0,0-1-1,0 1 1,-1-1-1,1 1 1,0-1 0,0 0-1,0 0 1,0 1 0,0-1-1,0 0 1,0 0-1,0 0 1,0 0 0,0 0-1,0 0 1,0 0 0,0-1-1,0 1 1,0 0-1,0 0 1,0-1 0,0 1-1,1-1 1,5-2 15,0 0 0,-1 0 0,0-1 0,1 0 1,-1 0-1,10-9 0,27-35-5,23-22-78,-64 93-140,-2-11 213,0-1 0,1 1-1,1-1 1,0 0 0,0 0 0,7 20 0,-7-27 6,-1 0 0,1-1 1,0 1-1,0-1 0,0 1 0,1-1 1,-1 0-1,1 0 0,0 0 0,0 0 1,0 0-1,0-1 0,0 1 0,0-1 1,1 0-1,-1 0 0,1 0 0,0 0 1,0-1-1,-1 0 0,1 1 0,8 0 1,-3-1 2,0-1 1,0 0-1,0-1 1,-1 0-1,1 0 1,0-1-1,0 0 0,-1 0 1,0-1-1,1 0 1,-1-1-1,0 1 1,0-2-1,-1 1 1,1-1-1,-1 0 1,0-1-1,0 0 1,-1 0-1,11-13 1,-2 1 15,-1-1 0,0 0 0,-2 0 1,0-2-1,-2 1 0,0-2 0,7-22 0,-8 9 139,-1-1 0,-2-1 0,-2 1 0,-1-1-1,-2 0 1,-5-58 0,4 94-137,0 0 0,0 1 0,0-1 0,0 0 1,0 1-1,-1-1 0,1 0 0,0 0 0,0 1 0,-1-1 0,1 0 0,0 1 1,-1-1-1,1 1 0,-1-1 0,1 0 0,-1 1 0,1-1 0,-1 1 0,1-1 1,-1 1-1,1-1 0,-1 1 0,0 0 0,1-1 0,-1 1 0,0 0 1,1 0-1,-1-1 0,0 1 0,0 0 0,1 0 0,-1 0 0,0 0 0,0 0 1,1 0-1,-2 0 0,0 0-5,0 0 0,0 1 0,0-1 1,0 1-1,0-1 0,0 1 0,0 0 0,0 0 1,0 0-1,1 0 0,-1 0 0,0 0 0,1 0 1,-4 4-1,-4 6-16,1 1 0,0 1 0,0-1 0,1 1 0,1 1 0,0-1 0,1 1 0,0 0 0,-4 25 0,1-1-3,2 0 0,0 62 1,5-80-5,0 11-21,1-1 0,1 1 0,8 42 1,-7-65 2,0 0 0,0 0 1,0 0-1,1 0 1,0-1-1,1 0 1,0 1-1,0-1 1,0-1-1,1 1 0,0-1 1,1 1-1,-1-2 1,1 1-1,0 0 1,0-1-1,14 8 0,-16-11 18,0 0-1,0-1 0,0 1 0,0-1 0,1 0 0,-1 0 0,0 0 0,0-1 0,1 0 0,-1 0 0,0 0 1,1 0-1,-1 0 0,0-1 0,1 0 0,-1 0 0,0 0 0,0-1 0,0 1 0,0-1 0,0 0 0,0 0 1,0 0-1,-1-1 0,1 1 0,-1-1 0,0 0 0,1 0 0,3-6 0,9-9-22,0 0-1,-1-1 1,23-41 0,-35 54 10,31-58 70,-33 63 17,0 23-94,1 4 14,-1-13 7,0 1 0,1-1 1,0 1-1,1-1 0,1 0 1,6 15-1,-10-27 3,1 1 0,0-1 0,0 0 0,0 0-1,1 0 1,-1 0 0,0 0 0,0 0 0,1 0 0,-1 0 0,0-1 0,1 1 0,-1 0 0,0-1 0,1 1-1,-1-1 1,1 0 0,-1 1 0,1-1 0,-1 0 0,1 0 0,0 0 0,-1 0 0,1 0 0,-1 0-1,1 0 1,-1-1 0,1 1 0,-1-1 0,1 1 0,-1-1 0,0 1 0,1-1 0,-1 0 0,2-1 0,48-30 55,-15-3-21,-29 26-23,1 1 0,0 1 1,0-1-1,1 1 0,10-6 0,-18 13-10,-1 0 0,1-1-1,-1 1 1,1 0 0,-1 0-1,1 0 1,-1 0 0,1 0 0,-1 0-1,1 0 1,-1 1 0,1-1-1,-1 0 1,1 0 0,-1 0-1,0 0 1,1 1 0,-1-1-1,1 0 1,-1 0 0,1 1-1,-1-1 1,0 0 0,1 1 0,-1-1-1,1 0 1,-1 1 0,0-1-1,0 1 1,1-1 0,-1 0-1,0 1 1,0-1 0,1 1-1,-1-1 1,0 1 0,0-1 0,0 1-1,0-1 1,0 1 0,6 23-27,-5-22 14,24 76 44,-23-73-40,0 1-1,1-1 1,0 0 0,0 1-1,0-1 1,0-1 0,1 1-1,0 0 1,0-1 0,0 0-1,7 5 1,-9-8 8,-1 0-1,1 0 1,0 0 0,0-1-1,0 1 1,0-1 0,0 1-1,0-1 1,0 0 0,0 0-1,0 0 1,0 0 0,0 0-1,0 0 1,0-1 0,0 1-1,0-1 1,0 1 0,0-1-1,0 0 1,-1 0 0,1 0-1,0 0 1,0 0 0,-1 0-1,3-2 1,5-4 15,-1 0-1,-1-1 1,13-15 0,-7 8-12,3-2 3,-6 5-9,1 1 0,0 0 0,0 1 0,19-14 0,-28 24-2,-1-1 0,0 1 0,0-1 0,0 1 0,1 0 0,-1 0-1,0-1 1,1 1 0,-1 0 0,0 0 0,1 0 0,-1 0 0,0 0-1,0 1 1,1-1 0,-1 0 0,0 1 0,0-1 0,1 1 0,-1-1-1,0 1 1,0-1 0,0 1 0,2 1 0,27 25 22,-8-6-19,-15-18 2,0 0 0,0 0-1,0 0 1,1-1 0,-1 0 0,1-1 0,-1 0 0,1 0 0,0 0 0,-1-1 0,1 0 0,0 0-1,-1-1 1,1 0 0,0-1 0,-1 1 0,1-2 0,-1 1 0,0-1 0,0 0 0,0 0 0,0-1-1,-1 0 1,1 0 0,-1 0 0,0-1 0,0 0 0,0 0 0,-1-1 0,7-8 0,-7 7 25,1-1 1,-2 0 0,1-1 0,-1 1 0,0-1-1,-1 0 1,0 1 0,0-2 0,-1 1-1,0 0 1,0 0 0,0-14 0,-3 22-15,1 1 0,0-1 0,-1 1 0,1-1 0,0 1 0,-1 0 0,1-1 0,0 1 0,-1-1 0,1 1 0,-1 0 0,1 0 0,-1-1 0,1 1-1,-1 0 1,1 0 0,-1-1 0,1 1 0,-1 0 0,1 0 0,-1 0 0,1 0 0,-1 0 0,1 0 0,-1 0 0,1 0 0,-1 0 0,1 0 0,-1 0 0,0 0 0,0 1 0,-20 3-15,16-1 3,1 0 0,-1 1 0,1 0 0,0-1 0,0 1 0,1 1 0,-1-1 0,1 1 0,0-1 0,0 1 0,0 0 0,1 0 0,-1 0 0,1 0 0,1 0 0,-3 8 0,-1 7 2,1-1-1,0 1 1,0 25 0,3-26 12,0-8-10,0 1 1,1-1 0,0 1-1,1-1 1,2 12 0,-2-20-3,-1 0-1,1 0 1,0-1 0,0 1 0,1 0 0,-1-1 0,0 1 0,1-1 0,0 1 0,-1-1 0,1 0 0,0 0 0,0 0 0,1 0 0,-1 0 0,0 0 0,0 0 0,1-1 0,-1 1-1,1-1 1,0 0 0,-1 0 0,1 0 0,5 1 0,7 1-44,-1-1 0,1 0 0,1-1 0,-1-1 0,0 0 0,0-1 0,0-1 0,0 0 0,0-1 0,-1-1 0,1 0 0,-1-1 1,0 0-1,20-11 0,-25 11-279,1 0 1,-1-1 0,0 0 0,-1 0-1,1-1 1,-1 0 0,0-1 0,-1 0 0,0 0-1,0 0 1,-1-1 0,0 0 0,0 0 0,-1-1-1,-1 0 1,1 0 0,-1 0 0,-1 0 0,0 0-1,-1-1 1,2-11 0,-3-27-3152,-1-6-1391</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8:06.021"/>
    </inkml:context>
    <inkml:brush xml:id="br0">
      <inkml:brushProperty name="width" value="0.05" units="cm"/>
      <inkml:brushProperty name="height" value="0.05" units="cm"/>
      <inkml:brushProperty name="color" value="#E71224"/>
    </inkml:brush>
  </inkml:definitions>
  <inkml:trace contextRef="#ctx0" brushRef="#br0">18 23 19433,'0'0'6531,"-12"-23"-8804,12 49 240,0 6-1729,-6 6-2913</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8:06.357"/>
    </inkml:context>
    <inkml:brush xml:id="br0">
      <inkml:brushProperty name="width" value="0.05" units="cm"/>
      <inkml:brushProperty name="height" value="0.05" units="cm"/>
      <inkml:brushProperty name="color" value="#E71224"/>
    </inkml:brush>
  </inkml:definitions>
  <inkml:trace contextRef="#ctx0" brushRef="#br0">1 19 16151,'0'0'10645,"189"14"-10597,-122-26-48,-2 3-96,-8 4-960,-8 3-1249,-7 0-1953,-11-1-3010</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8:06.844"/>
    </inkml:context>
    <inkml:brush xml:id="br0">
      <inkml:brushProperty name="width" value="0.05" units="cm"/>
      <inkml:brushProperty name="height" value="0.05" units="cm"/>
      <inkml:brushProperty name="color" value="#E71224"/>
    </inkml:brush>
  </inkml:definitions>
  <inkml:trace contextRef="#ctx0" brushRef="#br0">5 128 16023,'0'0'8239,"-1"-8"-7730,-3-12-507,7 18 94,14 34 263,23 69 246,-25-57-523,25 66 113,-35-99-182,0 0 0,1-1 0,0 1 0,0-2 0,1 1 1,1-1-1,10 11 0,-17-19-4,0 0 1,0 0 0,1 0-1,-1 0 1,0 0-1,1-1 1,-1 1 0,0 0-1,1-1 1,-1 1-1,1-1 1,-1 0 0,1 1-1,-1-1 1,1 0 0,-1 0-1,1 0 1,-1 0-1,1 0 1,-1 0 0,1 0-1,-1-1 1,1 1 0,-1-1-1,0 1 1,1-1-1,-1 1 1,1-1 0,-1 0-1,0 0 1,0 1 0,1-1-1,-1 0 1,0 0-1,0 0 1,1-2 0,5-4 74,0-1 0,-1 0 0,0 0 0,6-12 0,-9 15-57,43-79 260,-3-2 0,53-150 0,-96 236-309,0-1 0,0 1-1,0-1 1,0 1-1,0 0 1,0-1 0,0 1-1,0-1 1,0 1 0,0 0-1,0-1 1,0 1-1,0 0 1,1-1 0,-1 1-1,0 0 1,0-1-1,0 1 1,1 0 0,-1-1-1,0 1 1,1 0 0,-1-1-1,0 1 1,1 0-1,-1 0 1,0 0 0,1-1-1,-1 1 1,0 0-1,1 0 1,-1 0 0,0 0-1,1 0 1,-1-1 0,1 1-1,-1 0 1,1 0-1,7 18-1066,2 46-1305,-8-48 1596,22 150-7579,-12-118 3073</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8:08.272"/>
    </inkml:context>
    <inkml:brush xml:id="br0">
      <inkml:brushProperty name="width" value="0.05" units="cm"/>
      <inkml:brushProperty name="height" value="0.05" units="cm"/>
      <inkml:brushProperty name="color" value="#E71224"/>
    </inkml:brush>
  </inkml:definitions>
  <inkml:trace contextRef="#ctx0" brushRef="#br0">257 364 9076,'0'0'11299,"-5"-18"-10299,-17-54-421,21 71-566,1 0-1,-1 0 1,1 1-1,-1-1 1,1 0-1,-1 0 1,0 0-1,1 0 1,-1 0-1,0 1 1,0-1-1,0 0 1,0 1-1,0-1 1,1 0-1,-1 1 1,0 0-1,0-1 1,-1 1-1,1-1 1,0 1-1,0 0 1,0 0-1,0 0 1,0-1-1,0 1 1,0 0-1,0 0 1,0 1-1,0-1 1,-1 0-1,1 0 1,0 0-1,-2 1 1,-29 20 265,26-16-215,-7 4-34,1 1-1,0 0 1,0 1 0,1 1-1,0-1 1,1 2 0,1 0-1,0 0 1,0 0 0,1 1-1,1 0 1,1 1-1,0 0 1,0 0 0,2 0-1,0 1 1,1-1 0,-3 30-1,6-44-30,1 0 0,-1 0 0,0 0-1,0 1 1,1-1 0,-1 0 0,1 0-1,-1 0 1,1 0 0,-1 0 0,1 0-1,0-1 1,0 1 0,-1 0 0,1 0-1,0 0 1,0-1 0,0 1 0,0 0-1,0-1 1,0 1 0,0-1 0,0 1-1,0-1 1,0 1 0,0-1 0,0 0-1,0 1 1,0-1 0,0 0 0,0 0-1,1 0 1,-1 0 0,0 0 0,0 0-1,2-1 1,1 1 13,1 0-1,-1 0 0,1-1 1,-1 0-1,0 0 1,1 0-1,-1 0 1,7-4-1,-1-2 6,-1 0 0,1-1 0,-2 0 0,1-1 0,-1 0 0,-1 0 1,0 0-1,0-1 0,6-12 0,-4 7 83,0 1 0,1 1 0,24-25 1,-34 38 172,0 3-174,0 12-60,-1 1-26,2 0 1,-1 0 0,2 0-1,0 0 1,6 21-1,-7-33-11,0-1 0,0 1 0,1-1 0,-1 0-1,1 1 1,0-1 0,0 0 0,0 0 0,1 0 0,-1-1 0,1 1 0,-1 0-1,1-1 1,0 0 0,0 1 0,0-1 0,0 0 0,0-1 0,1 1-1,-1 0 1,1-1 0,-1 0 0,1 0 0,-1 0 0,1 0 0,0-1 0,-1 1-1,1-1 1,5 0 0,-1 0 13,-1-1 0,0 0 1,0 0-1,0 0 0,0-1 0,-1 0 0,1 0 0,0-1 0,-1 0 0,1 0 1,-1-1-1,9-6 0,-4 1 5,-1 1 0,0-2 0,-1 1 0,0-1 0,-1-1 0,10-14 0,-2-4 28,0-1-1,-2 0 1,-1-1-1,15-52 1,-16 40 491,-2 1-1,-2-1 1,-2-1 0,2-62 0,-8 105 92,-18 21-153,6-1-473,1-1 0,1 2 0,0-1 0,2 1 0,0 1 0,1-1 0,1 1 0,-5 37 0,3 3-13,0 113 1,8-165-1,0 0 0,1 0 0,0 0 0,0 0 0,1 0 1,1-1-1,-1 1 0,1-1 0,0 1 0,1-1 0,8 14 0,-7-16-2,-1-1 1,1 1-1,0-1 0,0 0 0,1 0 0,0-1 0,-1 1 0,2-1 1,-1 0-1,0-1 0,1 0 0,-1 0 0,1 0 0,13 2 0,-13-2 9,-1-1 1,1-1-1,0 1 0,0-1 0,0-1 0,0 1 0,0-1 0,0 0 0,0-1 0,0 0 0,0 0 0,0 0 0,0-1 0,0 0 1,0 0-1,-1-1 0,1 0 0,-1 0 0,0 0 0,0-1 0,0 0 0,0 0 0,-1-1 0,10-9 0,4-8 14,-1-1 0,-1 0 0,-2-2 0,0 0 0,22-50 0,-33 212-182,-4-135 165,0 0 0,0 0 1,0 0-1,0 0 0,0-1 1,1 1-1,-1 0 0,1 0 1,0-1-1,-1 1 0,1 0 1,0-1-1,0 1 1,0 0-1,0-1 0,0 1 1,0-1-1,0 0 0,1 1 1,-1-1-1,1 0 0,-1 0 1,1 0-1,-1 0 0,1 0 1,-1 0-1,1 0 0,0-1 1,-1 1-1,1 0 0,0-1 1,0 0-1,0 1 1,-1-1-1,1 0 0,0 0 1,0 0-1,0 0 0,0 0 1,-1 0-1,5-2 0,1 1 5,0-1 0,0 0 0,0 0-1,0-1 1,0 0 0,-1 0 0,1 0 0,-1-1-1,8-6 1,6-6-6,-1-2 0,-1 0 1,0-1-1,17-24 0,-31 97-202,-5-47 192,1-1 0,1 1 0,-1-1 0,1 1 0,0-1 0,0 1 0,1-1 0,0 0 0,4 9 0,-4-12 7,-1-1 0,1 1-1,1-1 1,-1 1 0,0-1 0,1 0-1,-1 0 1,1 0 0,-1 0-1,1 0 1,0-1 0,0 1-1,0-1 1,0 0 0,0 1-1,0-1 1,0-1 0,1 1 0,-1 0-1,6-1 1,0 1 6,0 0 0,1-1 1,-1 0-1,0-1 0,1 0 1,-1 0-1,0-1 0,0 0 0,0-1 1,0 0-1,-1 0 0,1-1 1,13-8-1,-10 4 3,-1-1-1,0 0 1,0 0 0,0-1 0,-1-1 0,-1 0-1,0 0 1,9-15 0,-13 19 39,-1 0-1,0-1 1,0 1 0,-1-1-1,0 0 1,0 0 0,-1 0-1,0 0 1,0 0 0,-1-1-1,1-13 1,-14 22 196,7 2-240,0 0 0,1 0 0,0 1-1,0-1 1,-1 1 0,2 0 0,-1 0 0,0 1 0,0-1 0,1 1 0,0-1 0,0 1-1,0 0 1,0 1 0,1-1 0,-1 0 0,1 1 0,0-1 0,1 1 0,-1-1 0,-1 9-1,-1 6-15,0 0 0,1 0 0,1 0-1,1 25 1,1-41 9,0 0-1,0 0 1,1 0 0,-1 0-1,1 0 1,0 0 0,0-1-1,0 1 1,0 0-1,0 0 1,1-1 0,-1 1-1,1-1 1,0 1 0,0-1-1,0 0 1,0 1 0,0-1-1,0 0 1,0 0-1,1-1 1,-1 1 0,1 0-1,0-1 1,-1 0 0,1 1-1,0-1 1,0 0 0,-1 0-1,1-1 1,0 1-1,4 0 1,10 1-37,1 0 1,-1-1-1,0-1 1,25-3-1,-29 1 14,0-1 1,-1 0-1,1-1 0,0 0 0,-1-1 0,0-1 0,0 0 1,-1-1-1,0 0 0,0 0 0,0-1 0,-1-1 1,15-15-1,0-2 54,-2-1 0,0-1 0,34-57 0,-21 24 288,-36 61-304,1 0 0,-1 0 0,0 0 0,0 0 0,0 0 0,0 0 0,0-1 0,0 1 0,1 0 0,-1 0-1,0 0 1,0 0 0,0 0 0,0 0 0,0 0 0,1 0 0,-1 0 0,0 0 0,0 0 0,0 0 0,0 0 0,0 0 0,1 0 0,-1 0 0,0 0 0,0 0-1,0 0 1,0 0 0,1 0 0,-1 0 0,0 0 0,0 0 0,0 1 0,0-1 0,0 0 0,0 0 0,1 0 0,-1 0 0,0 0 0,0 0 0,0 0 0,0 1 0,0-1-1,0 0 1,0 0 0,0 0 0,0 0 0,0 0 0,0 1 0,1-1 0,-1 0 0,0 0 0,0 0 0,0 0 0,0 0 0,0 1 0,0-1 0,0 0 0,0 0-1,0 0 1,0 0 0,-1 1 0,1-1 0,0 0 0,0 0 0,0 0 0,0 0 0,0 2 11,7 38 40,-3 1 1,-1 1-1,-3 60 1,-1-41 41,1-57-80,0 0 0,0-1 0,0 1 0,0 0 1,-1 0-1,1-1 0,-1 1 0,0 0 0,0-1 0,-1 1 0,1-1 0,-1 1 0,1-1 0,-1 0 0,0 1 0,0-1 0,-1 0 0,1-1 0,-1 1 0,1 0 0,-1-1 0,0 1 0,0-1 0,0 0 0,0 0 0,-1 0 0,1 0 0,-4 1 0,-6 1 43,-1-1 0,1 0 0,-1-1 0,1-1 0,-1 0 0,-18-1 0,-8-13-2732,40 13 2559,-1 0 1,0-1 0,0 1-1,0 0 1,1 0-1,-1-1 1,0 1 0,0 0-1,0-1 1,1 1-1,-1-1 1,0 1 0,1-1-1,-1 0 1,1 1-1,-1-1 1,0 1-1,1-1 1,-1 0 0,1 0-1,0 1 1,-1-1-1,1 0 1,-1 0 0,1 1-1,0-1 1,0 0-1,0 0 1,-1 0-1,1 0 1,0 0 0,0 1-1,0-1 1,0 0-1,0 0 1,0 0 0,1 0-1,-1 1 1,0-1-1,0 0 1,1 0 0,-1 0-1,0 1 1,1-1-1,-1 0 1,2-1-1,11-7-5936</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8:08.613"/>
    </inkml:context>
    <inkml:brush xml:id="br0">
      <inkml:brushProperty name="width" value="0.05" units="cm"/>
      <inkml:brushProperty name="height" value="0.05" units="cm"/>
      <inkml:brushProperty name="color" value="#E71224"/>
    </inkml:brush>
  </inkml:definitions>
  <inkml:trace contextRef="#ctx0" brushRef="#br0">0 16 16760,'0'0'11717,"18"-9"-11717,-18 2-192,-15 7-12950</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18:10.061"/>
    </inkml:context>
    <inkml:brush xml:id="br0">
      <inkml:brushProperty name="width" value="0.05" units="cm"/>
      <inkml:brushProperty name="height" value="0.05" units="cm"/>
      <inkml:brushProperty name="color" value="#E71224"/>
    </inkml:brush>
  </inkml:definitions>
  <inkml:trace contextRef="#ctx0" brushRef="#br0">60 181 9220,'0'0'9733,"8"-29"-8122,6 10-1315,-9 13-193,1-1-1,-1 1 1,-1-1-1,0 0 1,0-1-1,0 1 0,-1-1 1,1 1-1,-2-1 1,1 0-1,-1 0 1,-1 0-1,0 0 0,1-16 1,-6 22-29,-1 1 0,0 0 1,1 1-1,-1-1 0,0 1 0,0 0 1,1 0-1,-1 0 0,0 1 0,0-1 1,-8 4-1,9-2-58,0 1-1,0 0 1,0 0-1,0 0 1,0 1-1,0 0 1,1-1-1,0 1 1,0 0-1,0 1 1,0-1 0,1 0-1,-1 1 1,1 0-1,0-1 1,-2 10-1,0 1 16,2-1-1,0 1 0,0 0 1,1 22-1,1-35-32,0 1 0,1-1-1,-1 0 1,0 1 0,1-1-1,0 0 1,-1 0 0,1 1-1,0-1 1,0 0 0,0 0-1,1 0 1,-1 0 0,0 0-1,1-1 1,-1 1 0,1 0-1,0-1 1,1 2 0,2 1 35,0-1 0,1 0 0,-1 0 0,0 0 0,1-1-1,0 0 1,7 3 0,2-2-434,0 0 0,0-1 0,0-1-1,0 0 1,22-1 0,-14-7-2894,-10-3-4967</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20:42.649"/>
    </inkml:context>
    <inkml:brush xml:id="br0">
      <inkml:brushProperty name="width" value="0.05" units="cm"/>
      <inkml:brushProperty name="height" value="0.05" units="cm"/>
      <inkml:brushProperty name="color" value="#E71224"/>
    </inkml:brush>
  </inkml:definitions>
  <inkml:trace contextRef="#ctx0" brushRef="#br0">465 419 12966,'0'0'6739,"-6"9"-6027,-17 29 145,21-36-744,0 0 1,0 0 0,-1-1-1,1 1 1,0-1-1,-1 1 1,1-1 0,-1 0-1,1 0 1,-1 0-1,0 0 1,0 0-1,1-1 1,-1 1 0,0-1-1,0 1 1,0-1-1,1 0 1,-1-1 0,0 1-1,0 0 1,0-1-1,-3 0 1,-6 0 204,-70 3 165,44 0-443,0-1 0,-67-8 0,100 6-44,1 0 1,-1-1-1,0 1 1,1-1-1,-1 0 1,1 0-1,0 0 1,0-1 0,0 1-1,0-1 1,0 0-1,0-1 1,1 1-1,-1 0 1,1-1-1,0 0 1,0 0-1,0 0 1,1 0-1,-1 0 1,1 0-1,0-1 1,0 1-1,-1-7 1,2 5-13,-1 0 0,1 0 1,0 0-1,1 0 0,0 0 0,0 0 0,0 0 1,0 0-1,1 0 0,0 0 0,1 1 0,-1-1 1,1 0-1,0 0 0,0 1 0,1 0 0,0-1 0,0 1 1,5-7-1,37-38-234,1 2 0,3 2 0,107-78-1,-155 123 248,1 0-1,-1 0 1,0 1-1,0-1 1,0 0-1,0 1 1,1-1-1,-1 1 1,0-1-1,1 1 0,-1 0 1,0-1-1,1 1 1,-1 0-1,0 0 1,1 0-1,-1 0 1,1 0-1,-1 0 1,0 1-1,1-1 0,-1 0 1,0 1-1,1-1 1,-1 1-1,0-1 1,0 1-1,0 0 1,1-1-1,-1 1 0,0 0 1,0 0-1,0 0 1,0 0-1,0 0 1,0 0-1,-1 0 1,1 0-1,0 0 1,0 0-1,-1 1 0,1-1 1,0 2-1,4 8 8,0 0 0,-1 0 0,0 1 0,2 11 0,-4-13 2,11 59 111,-2 1-1,-4 1 1,-3 0 0,-5 78 0,0-134-93,-1 1 0,0-1 0,-2 0-1,1 0 1,-2 0 0,0-1 0,-1 1 0,0-1 0,-1 0 0,0-1-1,-1 0 1,-16 20 0,20-29-10,1 1 0,-1 0 0,-1-1 0,1 0 0,-1 0 0,1 0 0,-1 0 0,0-1 0,0 0 0,-1 0 0,1 0 0,-1-1 0,1 0 0,-1 0 0,0 0 0,0 0 0,0-1 0,0 0 0,0-1 0,0 1 0,0-1 0,0 0 0,0-1 0,0 1 0,0-1 0,0 0 0,0-1 0,0 0 0,1 0 0,-1 0 0,0 0 0,1-1 0,0 0 0,-9-6 0,-7-7-11,0-1 0,-22-23 0,6 5 2,37 67-253,3-19 245,1 1 0,1 0 1,0-1-1,0 0 0,1 0 1,1-1-1,0 1 0,1-1 1,1-1-1,-1 0 0,2 0 1,-1 0-1,2-1 0,-1-1 1,1 0-1,1 0 0,-1-1 1,2-1-1,-1 0 0,1-1 1,0 0-1,0 0 0,0-2 1,1 0-1,0 0 0,0-1 1,0-1-1,21 1 0,-28-3 9,0-1 0,0 1 0,0-1 1,0-1-1,0 0 0,0 0 0,0 0 0,-1-1 0,1 1 0,-1-2 0,1 1 0,-1-1 0,0 0 0,0 0 0,-1-1 1,0 1-1,1-1 0,4-7 0,-5 7-4,3-1-13,-1-1 0,1 1 1,0 0-1,0 1 0,0 0 1,1 0-1,0 1 1,15-5-1,-18 7-2,-1 1 0,1 0 0,-1 1 0,1 0 0,0-1 0,-1 2 0,1-1 0,-1 1-1,1 0 1,-1 0 0,1 0 0,-1 1 0,0-1 0,0 1 0,0 1 0,9 4 0,-10-4-6,0 0 0,0-1-1,0 1 1,1-1 0,-1 0-1,1-1 1,-1 1 0,1-1 0,0 0-1,0 0 1,-1 0 0,1 0 0,0-1-1,0 0 1,0 0 0,0 0-1,0-1 1,-1 0 0,1 0 0,0 0-1,0 0 1,-1-1 0,1 0-1,-1 0 1,0 0 0,1 0 0,-1-1-1,0 1 1,0-1 0,5-6-1,-6 7 23,39-31-10,-40 32 2,-1 0-1,0 0 1,1 1-1,-1-1 1,1 0 0,-1 1-1,1-1 1,0 1-1,-1 0 1,1-1-1,-1 1 1,1 0-1,0 0 1,-1 0-1,1 0 1,0 0-1,-1 1 1,1-1 0,-1 0-1,1 1 1,0-1-1,-1 1 1,1 0-1,-1-1 1,1 1-1,-1 0 1,0 0-1,1 0 1,-1 0 0,2 2-1,10 11-14,-4-4 23,0 0-1,0-1 1,1-1 0,16 12 0,-21-17-37,0-1 0,0 1-1,1-1 1,-1 0 0,1-1 0,0 1-1,-1-1 1,1 0 0,0 0 0,0-1-1,0 0 1,0 0 0,7-1 0,-8 0 18,-1-1 0,1 0 0,-1 0 0,0 0 0,1 0 0,-1 0 0,0-1 1,-1 0-1,1 0 0,0 0 0,-1 0 0,0 0 0,0-1 0,0 0 1,0 1-1,0-1 0,-1 0 0,1 0 0,1-6 0,7-12 22,0-2 0,7-25 0,-17 47-5,8-28 35,-1-1 1,-1-1-1,4-58 1,-6-98 1037,-6 138-403,2 49-654,-1 0-1,0 1 1,0-1 0,0 1-1,1-1 1,-1 0-1,0 1 1,0-1 0,0 1-1,0-1 1,0 0-1,0 1 1,0-1 0,0 0-1,0 1 1,0-1 0,-1 1-1,1-1 1,0 0-1,0 1 1,-1-1 0,1 1-1,0-1 1,-1 1-1,1-1 1,0 1 0,-1-1-1,1 1 1,-1-1-1,1 1 1,-1-1 0,1 1-1,-1 0 1,1-1-1,-1 1 1,0 0 0,0 1 10,0 0 0,0 0 0,0 0 0,0 0 0,0 0 0,0 0 0,1 1 1,-1-1-1,0 0 0,1 1 0,-1-1 0,1 1 0,0-1 0,-1 0 1,1 4-1,-11 63-36,3 1 0,3 0 0,3 1-1,10 95 1,-7-153 4,0 0 0,2 0 0,-1 0 0,1 0 0,1-1 0,0 1 0,1-1 0,0 0 0,1 0 0,0 0 0,14 17 0,-16-23-64,1 0 1,1 1-1,-1-2 0,1 1 1,0-1-1,0 1 0,0-2 1,0 1-1,1-1 1,0 0-1,0 0 0,-1-1 1,2 1-1,-1-2 0,0 1 1,0-1-1,0 0 0,1-1 1,-1 1-1,12-2 0,-13-1 64,0 1 0,-1-1 0,1 0 0,-1 0 0,0-1 0,1 1 0,-1-1 0,0-1 0,-1 1 0,1-1 0,0 1 0,-1-1 0,0-1 0,0 1 0,5-8 0,6-8 18,0-1 1,13-26-1,-21 36 66,-1 0-1,0-1 0,-1 0 0,0 0 0,0 0 0,-2-1 1,0 1-1,0-1 0,1-21 0,-14 37 87,4 1-168,-1 1-1,1 0 1,0 0-1,0 0 0,1 1 1,0 0-1,0 0 1,0 1-1,1-1 1,-1 1-1,2 0 0,-4 8 1,3-6-2,0 0 0,1 0 0,0 0 0,0 0 0,1 0 0,0 1 0,1-1 0,0 1 0,1 0 0,0 10 0,1-19 1,-1 0 0,0-1 0,1 1 0,-1 0 0,1 0 0,-1-1 0,1 1 0,-1 0 0,1-1 0,0 1 0,-1 0 0,1-1 0,0 1 0,0-1 0,-1 1 0,1-1-1,0 1 1,0-1 0,0 0 0,0 1 0,-1-1 0,1 0 0,0 0 0,0 0 0,0 0 0,0 1 0,1-1 0,32 0-43,-26 0 50,3 0-26,117 5-136,-115-3 143,0 0 0,0 1 0,0 0 0,0 1 0,0 0 0,-1 1 0,19 10 0,-28-13 11,0 0-1,0 1 1,0-1-1,0 1 1,-1 0 0,1 0-1,-1 0 1,1 0-1,-1 0 1,0 0-1,0 1 1,-1-1-1,1 1 1,-1-1 0,0 1-1,0 0 1,0-1-1,0 1 1,0 0-1,-1 0 1,0 0-1,0-1 1,0 1 0,0 5-1,-1-8 13,0-1-1,0 1 1,1-1-1,-1 1 1,0-1-1,0 1 1,0-1-1,0 1 1,1-1-1,-1 0 1,0 1-1,0-1 1,0 0-1,0 0 1,0 0-1,0 0 1,0 0-1,0 0 1,0 0-1,0 0 1,0 0-1,0 0 1,1 0-1,-1-1 1,0 1-1,0 0 1,0-1-1,0 1 1,0 0-1,0-1 0,1 1 1,-1-1-1,0 0 1,0 1-1,1-1 1,-1 0-1,0 1 1,1-1-1,-1 0 1,1 1-1,-1-1 1,1 0-1,-1 0 1,1 0-1,-1-1 1,2-4-21,1 0 1,-1 0-1,1 0 1,0 1-1,0-1 1,1 0-1,-1 1 1,1 0-1,1 0 1,-1 0-1,1 0 1,0 0 0,0 0-1,0 1 1,0 0-1,1 0 1,0 0-1,7-4 1,15-10 6,0 0 1,31-13 0,-54 29 3,29-13-66,56-17 0,-27 10 53,-60 22 25,-1 0 1,0-1-1,1 1 1,-1-1-1,0 0 1,1 1-1,-1-1 1,0 0 0,0 0-1,0 0 1,0 0-1,0 0 1,0 0-1,0 0 1,0 0-1,0 0 1,0 0-1,0 0 1,-1-1-1,1 1 1,-1 0-1,1-1 1,-1 1-1,1 0 1,-1-1 0,0 1-1,1 0 1,-1-1-1,0 1 1,0-1-1,0 1 1,0-1-1,0 1 1,-1 0-1,1-3 1,-1 2 11,0 1 0,0-1-1,0 0 1,0 1 0,0-1 0,0 1 0,0-1 0,0 1 0,0-1 0,-1 1 0,1 0-1,-1 0 1,1 0 0,-1 0 0,1 0 0,-1 0 0,0 0 0,1 0 0,-1 0 0,0 1-1,0-1 1,0 1 0,1-1 0,-1 1 0,0 0 0,-3 0 0,2 0-11,1 0 0,0 0 0,-1 1 0,1-1 0,0 1 0,0-1 0,-1 1 0,1 0 0,0 0 1,0 0-1,0 0 0,0 0 0,0 1 0,0-1 0,1 1 0,-1-1 0,0 1 0,1-1 0,-1 1 0,1 0 0,-1 0 0,1 0 0,0 0 1,0 0-1,0 0 0,0 0 0,0 0 0,0 0 0,1 1 0,-1-1 0,0 4 0,-1 9 31,0 0 0,1 0 0,1 29 0,1-21 33,-1-16-67,1-1-1,0 0 1,0 1 0,1-1-1,-1 0 1,1 0-1,1 0 1,-1 0 0,1 0-1,0 0 1,7 9 0,4 4-10,33 33 0,-8-10 52,-39-42-48,0 0 0,0 0-1,0 0 1,0 0 0,1 1 0,-1-1 0,0 0 0,0 0 0,0 1 0,0-1 0,0 0 0,0 0-1,0 0 1,0 1 0,0-1 0,0 0 0,0 0 0,0 1 0,0-1 0,0 0 0,0 0 0,0 1-1,0-1 1,0 0 0,0 0 0,0 0 0,0 1 0,0-1 0,0 0 0,0 0 0,-1 0 0,1 1-1,0-1 1,0 0 0,0 0 0,0 0 0,-1 1 0,1-1 0,0 0 0,0 0 0,0 0 0,0 0-1,-1 0 1,1 0 0,0 1 0,0-1 0,-1 0 0,1 0 0,0 0 0,0 0 0,0 0 0,-1 0-1,1 0 1,-24 3 75,-27-4 24,46 1-111,-1 0 1,1-1 0,-1 0-1,1 0 1,0-1-1,-1 1 1,1-1 0,0 0-1,-5-3 1,14 2-28,0 1 0,1 0 0,-1 0 0,0 1 0,1-1 0,-1 1 0,10-1 0,-7 0 40,47-13 14,-1-2-1,65-32 0,-103 43-20,-1-2 0,0 0 0,0 0 0,-1-1-1,0-1 1,-1 0 0,0-1 0,-1 0 0,0-1 0,0 0-1,-1-1 1,14-25 0,-15 13 101,-9 24 45,-4 5 140,-4 5-279,0 0 1,1 1 0,0 0 0,0 0 0,1 1 0,1-1-1,0 1 1,0 0 0,1 1 0,1-1 0,-1 1-1,2 0 1,0 0 0,0 0 0,1 0 0,1 16 0,0-26-19,1 1 0,-1-1 0,1 1 1,0-1-1,0 0 0,0 1 1,0-1-1,0 0 0,1 0 0,-1 0 1,1 0-1,-1 0 0,1 0 0,0 0 1,-1 0-1,1-1 0,0 1 0,0 0 1,0-1-1,1 0 0,-1 0 1,0 0-1,0 0 0,1 0 0,-1 0 1,1 0-1,-1-1 0,0 1 0,5 0 1,11 1-92,-1 0 1,0-1 0,22-1 0,-24 0 58,-3 1 27,1-1 0,-1-1 0,1 0-1,-1-1 1,0 0 0,1-1 0,-1 0 0,0-1-1,-1 0 1,1-1 0,-1 0 0,0-1 0,0-1-1,0 1 1,-1-2 0,0 1 0,-1-1 0,14-15-1,-17 17 59,-1 2 24,-1 0 0,1 0 0,-1-1 0,0 0 0,0 0 0,-1 0 0,1 0 0,-1 0 0,0-1 0,0 0 0,-1 1 0,3-11 0,-12 19 139,2 1-198,1 0 0,0 1 0,0-1 1,1 1-1,-1-1 0,1 1 0,0 0 0,0 1 0,1-1 0,-1 0 0,1 1 0,-2 10 0,1-3 3,0 0 0,2 0-1,0 1 1,1 24 0,0-36-6,0 0 1,1 1-1,-1-1 1,1 0-1,-1 0 0,1 1 1,0-1-1,0 0 1,0 0-1,0 0 1,0 0-1,1 0 0,-1 0 1,1 0-1,-1-1 1,1 1-1,-1 0 1,1-1-1,0 1 0,0-1 1,0 0-1,0 0 1,0 1-1,0-1 1,0-1-1,0 1 0,0 0 1,1 0-1,2 0 1,8 1-8,-1 0 0,1 0 0,0-2 1,15 0-1,-15 0 0,-6 0-1,0-1 1,0 0-1,-1 0 0,1 0 1,0-1-1,0 0 1,-1 0-1,1-1 1,-1 1-1,0-2 0,0 1 1,0-1-1,9-6 1,-5 1 4,-1 0 0,1 0 1,-2-1-1,1-1 0,-2 1 1,13-22-1,-7 6 13,-1 0 1,-1-1-1,-1 0 1,-2-1-1,-1 0 0,4-30 1,-3-25 430,-2-110 0,-6 192-382,0 0 1,0 0-1,0 0 0,0 1 0,0-1 0,0 0 0,0 0 1,0 0-1,-1 0 0,1 0 0,0 1 0,-1-1 0,1 0 1,0 0-1,-1 1 0,1-1 0,-1 0 0,1 1 1,-1-1-1,1 0 0,-2 0 0,1 1-33,1 0 0,-1 0 1,0 0-1,1 0 0,-1 0 0,0 0 0,1 0 1,-1 0-1,0 0 0,1 1 0,-1-1 0,0 0 1,1 1-1,-1-1 0,1 0 0,-1 1 0,0-1 0,1 1 1,-1-1-1,1 0 0,-1 1 0,1 0 0,0-1 1,-1 1-1,1-1 0,-1 1 0,1-1 0,0 1 1,-1 1-1,-8 14-13,0 0 0,2 1 1,0 0-1,0 0 0,2 1 0,0-1 1,1 1-1,-2 22 0,0 21 45,2 70 0,3-110-58,2 0 0,0 0 0,2 0 0,0 0 0,1-1-1,12 35 1,-13-47-11,1 1-1,0-1 0,1 0 0,0 0 1,0-1-1,1 1 0,0-1 0,0 0 0,1-1 1,-1 0-1,2 0 0,-1 0 0,1-1 1,-1 0-1,1 0 0,1-1 0,14 6 0,-18-8-3,0 0 1,-1-1-1,1 0 0,0 0 0,0 0 0,0-1 0,0 1 0,0-1 0,0 0 0,0-1 0,0 1 0,0-1 0,0 0 0,0 0 0,-1-1 0,1 0 0,0 1 0,-1-1 0,1-1 0,-1 1 0,0-1 1,1 0-1,-1 0 0,-1 0 0,1 0 0,0 0 0,5-8 0,5-7 28,0-1 0,-1-1 0,-1 0 0,14-35 0,-16 36 20,-10 19-34,0 0 1,0 0 0,0 0-1,0 0 1,0 1 0,0-1-1,0 0 1,0 0-1,0 0 1,0 0 0,0 0-1,1 1 1,-1-1 0,0 0-1,0 0 1,0 0 0,0 0-1,0 0 1,1 0 0,-1 0-1,0 0 1,0 0 0,0 0-1,0 0 1,0 1 0,1-1-1,-1 0 1,0 0 0,0 0-1,0 0 1,0 0-1,1 0 1,-1 0 0,0-1-1,0 1 1,0 0 0,0 0-1,1 0 1,-1 0 0,0 0-1,0 0 1,0 0 0,0 0-1,0 0 1,1 0 0,-1 0-1,0 0 1,0-1 0,0 1-1,0 0 1,0 0 0,0 0-1,0 0 1,0 0 0,1-1-1,-1 1 1,0 0-1,0 0 1,3 29-53,-2 53-35,-1-67 58,0-13 21,0 1-1,0-1 0,0 1 1,0-1-1,1 0 0,-1 1 1,0-1-1,1 0 0,0 1 1,0-1-1,0 0 1,0 0-1,0 0 0,0 0 1,0 0-1,1 0 0,-1 0 1,1 0-1,-1 0 0,1 0 1,0-1-1,-1 1 0,1-1 1,0 1-1,0-1 1,0 0-1,1 0 0,-1 0 1,0 0-1,0 0 0,0 0 1,1-1-1,-1 1 0,0-1 1,1 0-1,-1 1 1,1-1-1,2 0 0,0 0-14,1-1-1,0 0 1,0 1 0,-1-2-1,1 1 1,0-1-1,-1 0 1,1 0-1,-1 0 1,0-1 0,0 0-1,0 0 1,0 0-1,0 0 1,4-6-1,151-161-64,-149 160 277,-11 20 65,-2 2-184,-2 33-138,-3 35-200,7-75 250,0 0 1,1 1-1,-1-1 0,1 0 1,0 0-1,1 0 0,-1 0 0,1 0 1,0 0-1,0 0 0,6 8 0,-8-13 12,0 1 0,0-1-1,0 0 1,0 1-1,0-1 1,1 0 0,-1 0-1,0 0 1,0 1 0,0-1-1,0 0 1,1 0-1,-1 0 1,0 1 0,0-1-1,1 0 1,-1 0 0,0 0-1,0 0 1,1 0-1,-1 1 1,0-1 0,1 0-1,-1 0 1,0 0-1,0 0 1,1 0 0,-1 0-1,0 0 1,1 0 0,-1 0-1,0 0 1,0 0-1,1 0 1,-1 0 0,0-1-1,1 1 1,-1 0 0,0 0-1,0 0 1,1 0-1,-1 0 1,0-1 0,0 1-1,1 0 1,-1 0-1,0 0 1,0-1 0,0 1-1,1 0 1,-1 0 0,0 0-1,0-1 1,0 1-1,0 0 1,0-1 0,0 1-1,1 0 1,6-22 84,-6 16-109,8-18 39,1 0-1,1 1 0,18-30 0,-24 45 14,0 0 0,1 0 0,0 0 0,0 1 1,0 0-1,1 0 0,1 1 0,-1 0 0,1 0 0,0 0 1,0 1-1,10-4 0,-16 8-11,1 0 0,-1 0 0,1 0 0,-1 1 0,1-1 0,0 1 0,-1-1 0,1 1 0,0 0 0,0 0 0,-1 0 0,1 1 0,0-1 0,-1 1 0,1-1 0,-1 1 0,1 0 0,0 0 0,-1 0 0,0 0 0,1 1 0,-1-1 0,0 0 0,1 1 0,-1 0 0,0 0 0,2 2 0,4 5 6,-1 1 0,0 0 0,-1 0 0,0 1 0,5 12 0,-6-13-4,0 0 0,1 0 0,0 0 0,8 10-1,-13-20-5,-1 1 0,1-1 0,0 1 0,0-1 0,-1 1 0,1-1 0,0 1 0,0-1 0,0 0-1,0 1 1,0-1 0,0 0 0,0 0 0,-1 0 0,1 0 0,0 0 0,0 0 0,0 0-1,0 0 1,0 0 0,0 0 0,0 0 0,0 0 0,0-1 0,0 1 0,-1 0 0,1-1 0,0 1-1,0-1 1,0 1 0,0-1 0,-1 1 0,1-1 0,0 0 0,0 0 0,25-27 119,-23 25-117,28-41 67,-25 33-54,1 0 0,0 1 1,1 0-1,0 0 0,1 1 0,0 0 0,0 0 0,0 1 0,20-12 0,-28 19-15,1 1 0,-1-1 1,1 1-1,-1 0 0,1-1 0,-1 1 0,1 0 0,-1 0 1,1 0-1,-1 1 0,1-1 0,-1 0 0,1 0 1,-1 1-1,1-1 0,-1 1 0,1-1 0,-1 1 1,0 0-1,1 0 0,-1-1 0,0 1 0,0 0 0,0 0 1,0 0-1,1 0 0,-1 0 0,0 1 0,1 1 1,27 45 51,-21-32-41,19 30-113,31 57 392,-53-93-621,-1 0 1,0 1-1,0 0 0,-1 0 1,-1 0-1,1 0 1,0 21-1,-5-31-247,0-1 0,0 0 0,0 1 0,0-1 0,0 0-1,0 0 1,0 0 0,0-1 0,0 1 0,0 0 0,0-1-1,0 1 1,-2-2 0,-21-17-5501</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20:42.990"/>
    </inkml:context>
    <inkml:brush xml:id="br0">
      <inkml:brushProperty name="width" value="0.05" units="cm"/>
      <inkml:brushProperty name="height" value="0.05" units="cm"/>
      <inkml:brushProperty name="color" value="#E71224"/>
    </inkml:brush>
  </inkml:definitions>
  <inkml:trace contextRef="#ctx0" brushRef="#br0">67 61 16071,'0'0'7556,"-51"-61"-12839,35 77-2912</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20:43.369"/>
    </inkml:context>
    <inkml:brush xml:id="br0">
      <inkml:brushProperty name="width" value="0.05" units="cm"/>
      <inkml:brushProperty name="height" value="0.05" units="cm"/>
      <inkml:brushProperty name="color" value="#E71224"/>
    </inkml:brush>
  </inkml:definitions>
  <inkml:trace contextRef="#ctx0" brushRef="#br0">1 59 18536,'0'0'7236,"184"-5"-6948,-122-4-288,-2 2-64,-9-2-32,-9 4-801,-11-2-1776,-15 0-928,-11-2-3347</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20:43.709"/>
    </inkml:context>
    <inkml:brush xml:id="br0">
      <inkml:brushProperty name="width" value="0.05" units="cm"/>
      <inkml:brushProperty name="height" value="0.05" units="cm"/>
      <inkml:brushProperty name="color" value="#E71224"/>
    </inkml:brush>
  </inkml:definitions>
  <inkml:trace contextRef="#ctx0" brushRef="#br0">0 36 15975,'0'0'10021,"101"-3"-9573,-28-11-416,-1 5-32,-2 2-112,-2 5-960,-3 2-1874,-11 0-2192</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20:45.060"/>
    </inkml:context>
    <inkml:brush xml:id="br0">
      <inkml:brushProperty name="width" value="0.05" units="cm"/>
      <inkml:brushProperty name="height" value="0.05" units="cm"/>
      <inkml:brushProperty name="color" value="#E71224"/>
    </inkml:brush>
  </inkml:definitions>
  <inkml:trace contextRef="#ctx0" brushRef="#br0">0 0 15095,'0'0'8478,"0"7"-8288,0 430 1768,1-445-1948,0 1 0,1 0 0,0-1 0,0 1 0,0 0 0,1 0 0,0 0 0,5-8 0,37-60 75,-29 51-76,-15 22-11,0-1 1,1 0-1,0 0 0,0 1 0,-1-1 1,2 1-1,-1 0 0,0-1 0,0 1 0,1 0 1,3-2-1,6 8-17,2 18 1,3 16 33,31 61 114,-42-89-140,0-1-1,0 0 0,1 1 0,0-2 1,1 1-1,0-1 0,11 9 0,-16-15 11,-1 0 0,1 0 0,0 0 0,0 0 1,1 0-1,-1-1 0,0 1 0,1-1 0,-1 0 0,1 0 0,-1 0 0,1-1 0,-1 1 0,1-1 0,-1 0 0,1 0 0,-1 0 0,1 0 1,0-1-1,4-1 0,-3 1 2,-1-2 1,1 1-1,-1 0 0,0-1 1,0 0-1,0 0 1,0 0-1,0-1 1,-1 1-1,1-1 1,-1 0-1,0 0 0,2-4 1,5-8 16,-1 0 0,-2-1 0,1 0 1,-2 0-1,0-1 0,5-31 0,-5-26 198,-6 75-96,0 2-5,-1 37-64,0-19-40,0 0 0,1-1 0,1 1 0,1 0 0,5 20 0,-6-36-15,0 0-1,1 0 0,-1 0 1,1 0-1,-1-1 0,1 1 1,0-1-1,1 1 0,-1-1 1,0 0-1,1 0 1,0 0-1,0 0 0,0 0 1,0-1-1,0 0 0,0 1 1,1-1-1,-1 0 0,1 0 1,-1-1-1,1 1 1,0-1-1,0 0 0,0 0 1,0 0-1,0 0 0,0-1 1,0 1-1,7-1 0,-7-1 1,-1 1 1,0 0-1,1-1 0,-1 0 0,0 1 0,0-1 0,0 0 0,1-1 0,-1 1 0,0-1 0,0 1 0,-1-1 0,1 0 0,0 0 0,-1 0 0,5-5 0,-1 1 7,-1-1 0,0 1 0,0-1 0,-1-1-1,0 1 1,5-13 0,0-7 26,0-1 0,8-52 0,-11 52 186,-6 47 118,-1 12-408,-1 26 88,0-38-15,1 0 0,1 1 0,1-1 1,0 0-1,7 31 0,-7-47-2,0 0 0,1 0 0,-1 0 0,0 0 0,1-1 0,0 1 0,0 0 0,0-1 0,0 1 0,0-1 0,0 0 0,1 0 0,-1 0 0,1 0 0,-1 0 0,1 0 0,0-1 0,0 1 0,0-1 0,0 0 0,0 0 0,0 0 0,0 0 0,0-1 0,0 1 0,0-1 0,0 1 0,0-1 0,1 0 0,3-1 0,0 0 0,-1 1-1,1-1 1,-1-1 0,0 1 0,1-1-1,-1-1 1,0 1 0,0-1 0,0 0-1,0 0 1,-1 0 0,1-1 0,8-8-1,3-8 29,-1 0-1,0-1 1,-2-1 0,-1 0-1,0-1 1,-2 0-1,0-1 1,-2-1 0,-1 1-1,-1-1 1,-1-1-1,6-47 1,-26 134 742,7-38-782,2 0 0,-4 38 0,9-58 15,-2 16-3,1 0 1,1 0 0,1 0 0,1 0 0,6 29 0,-7-44-9,1 1-1,-1 0 1,1-1-1,1 1 1,-1-1-1,1 0 0,-1 0 1,1 0-1,0 0 1,1 0-1,-1-1 1,1 1-1,-1-1 1,1 0-1,0 0 1,0 0-1,1-1 1,-1 1-1,0-1 1,1 0-1,0 0 1,-1-1-1,1 1 1,0-1-1,0 0 1,7 0-1,-5 0-5,1 0 0,-1-1-1,0 1 1,0-2 0,1 1 0,-1-1-1,0 0 1,0-1 0,0 1 0,0-2-1,0 1 1,0-1 0,-1 0 0,1 0 0,-1 0-1,0-1 1,0 0 0,11-9 0,-7 2 7,0 0 1,-1 0 0,0-1 0,-1 0 0,0-1 0,-1 0 0,-1 0 0,9-22 0,-3 1 256,-1 0 0,-2-1 0,-1 0 0,6-68 0,-15 176-132,-1-28-45,2 1 0,7 60 0,-5-93-98,0-1 0,1 0 0,0 0 0,1 0 1,1 0-1,-1 0 0,2-1 0,0 0 0,0 0 0,1-1 0,0 1 1,1-2-1,12 14 0,-14-18-222,0-1 1,1 0-1,0 0 0,0-1 1,0 1-1,0-1 0,0-1 1,1 0-1,-1 0 0,1 0 1,0-1-1,0 0 0,14 0 1,-19-1-66,1 1 1,-1-1 0,1 0 0,-1-1 0,1 1-1,-1 0 1,1-1 0,-1 0 0,1 0 0,-1 0-1,0 0 1,1-1 0,-1 1 0,0-1 0,0 0-1,0 1 1,0-2 0,0 1 0,-1 0 0,1 0 0,-1-1-1,1 0 1,-1 1 0,0-1 0,0 0 0,0 0-1,-1 0 1,1 0 0,-1 0 0,1-1 0,0-4-1,0-24-6850</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20:45.396"/>
    </inkml:context>
    <inkml:brush xml:id="br0">
      <inkml:brushProperty name="width" value="0.05" units="cm"/>
      <inkml:brushProperty name="height" value="0.05" units="cm"/>
      <inkml:brushProperty name="color" value="#E71224"/>
    </inkml:brush>
  </inkml:definitions>
  <inkml:trace contextRef="#ctx0" brushRef="#br0">0 85 15719,'0'0'3999,"2"10"-3809,-1-6-146,-1 0 0,1 0 0,0 0 0,1 0 0,-1 0 0,1 0 0,0 0 0,2 4 0,-3-7-19,0 0 0,-1 0 0,1-1 0,0 1 0,-1 0 0,1-1 0,0 1 0,0 0 0,0-1 1,-1 1-1,1-1 0,0 0 0,0 1 0,0-1 0,0 0 0,0 1 0,0-1 0,0 0 0,2 0 1,-1 0 22,0 0 1,0-1-1,0 1 1,0-1-1,0 0 1,0 0-1,0 1 0,0-1 1,0-1-1,-1 1 1,1 0-1,0 0 1,2-3-1,1-1 136,0-1 0,0 0-1,-1 0 1,0 0 0,-1 0-1,1-1 1,-1 1 0,0-1-1,0 0 1,-1 0 0,0 0-1,-1 0 1,1 0-1,-1 0 1,0 0 0,-1-1-1,0-8 1,-1 16-145,1-1 0,-1 1 0,1 0 0,-1 0 0,1 0 0,-1-1 0,1 1 0,-1 0 0,0 0 0,1 0-1,-1 0 1,1 0 0,-1 0 0,1 0 0,-1 0 0,0 0 0,1 0 0,-1 0 0,1 0 0,-1 1 0,1-1 0,-1 0 0,1 0 0,-2 1 0,-3 2-42,1-1 0,-1 1 0,1 0 0,0 1 0,0-1 0,0 1 0,0 0 0,1 0 0,-1 0 1,1 0-1,0 1 0,1-1 0,-1 1 0,1 0 0,-1-1 0,2 1 0,-4 10 0,0 1-516,1 1 1,1-1-1,1 1 0,-2 26 0,4-33 19,-1 5-837,1 0 0,1 1 0,0-1 1,4 18-1,15 20-6128</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20:47.336"/>
    </inkml:context>
    <inkml:brush xml:id="br0">
      <inkml:brushProperty name="width" value="0.05" units="cm"/>
      <inkml:brushProperty name="height" value="0.05" units="cm"/>
      <inkml:brushProperty name="color" value="#E71224"/>
    </inkml:brush>
  </inkml:definitions>
  <inkml:trace contextRef="#ctx0" brushRef="#br0">161 380 8356,'0'0'10004,"0"-15"-8811,0-44-102,-1 58-1016,1-1 0,0 1 0,0 0-1,-1 0 1,1 0 0,-1 0 0,1 0 0,-1 0 0,1 0-1,-1 0 1,1 0 0,-1 0 0,0 0 0,0 0 0,0 1 0,1-1-1,-1 0 1,0 0 0,0 1 0,0-1 0,0 1 0,0-1-1,0 1 1,0-1 0,0 1 0,-1-1 0,1 1 0,0 0-1,0 0 1,0 0 0,0 0 0,0 0 0,-1 0 0,1 0-1,0 0 1,0 0 0,0 0 0,0 0 0,0 1 0,0-1-1,-1 0 1,0 2 0,-4-1 183,2-1-226,1 1-1,-1 0 1,0 1-1,1-1 0,-1 1 1,1-1-1,0 1 1,-1 0-1,1 0 0,0 0 1,0 1-1,0-1 1,0 1-1,1 0 0,-1 0 1,1 0-1,0 0 1,0 0-1,-3 4 1,-3 6-1,1 0 0,0 1 0,-8 23 0,11-27-34,1 0 0,1 1 0,-1-1 1,2 1-1,0 0 0,0-1 0,1 1 1,0 0-1,2 11 0,-2-18-5,1-1 0,0 0 1,-1 1-1,1-1 0,1 0 0,-1 0 0,0 0 0,1 0 0,0 0 0,-1 0 0,1 0 1,0-1-1,1 1 0,-1-1 0,0 1 0,1-1 0,-1 0 0,1 0 0,0 0 0,0 0 0,0 0 1,0-1-1,0 1 0,0-1 0,0 0 0,0 0 0,0 0 0,1 0 0,-1-1 0,0 1 1,6-1-1,-7 1 5,0-1 0,0 1 0,1-1 0,-1 0 0,0 0 0,0 0 0,0 0 0,1 0 0,-1-1 0,0 1 0,0-1 0,0 1 0,0-1 0,0 0 1,0 0-1,0 1 0,0-2 0,0 1 0,0 0 0,0 0 0,-1 0 0,4-4 0,-3 1 13,-1-1-1,1 0 1,-1 1 0,0-1 0,-1 0-1,1 1 1,-1-1 0,0 0-1,-1-7 1,1 6 1,0-11-1,1 1 1,0-1 0,1 0 0,1 1 0,0 0-1,8-23 1,-10 36-14,1 0 0,-1-1 0,0 1 0,1 0-1,0 0 1,0 0 0,0 0 0,0 0 0,0 1-1,0-1 1,1 1 0,-1-1 0,1 1 0,0 0 0,-1 0-1,1 0 1,0 0 0,1 0 0,-1 1 0,0-1-1,0 1 1,1 0 0,-1 0 0,0 0 0,1 1-1,-1-1 1,1 1 0,-1 0 0,1 0 0,-1 0 0,1 0-1,-1 1 1,1-1 0,-1 1 0,1 0 0,-1 0-1,5 2 1,-4-1 3,-1-1 0,1 1 0,-1 0 0,0 0 0,1 0 0,-1 0 0,0 0 0,-1 1 0,1-1 0,0 1 0,-1 0 0,1 0 0,-1 0 1,0 0-1,0 0 0,2 7 0,2 4-1,0 1 0,6 28 0,-10-30 11,2-1-1,-1 0 0,10 19 0,-13-31-8,1 1 1,-1-1 0,0 0-1,1 0 1,-1 1-1,0-1 1,1 0-1,-1 0 1,0 0 0,1 0-1,-1 0 1,1 1-1,-1-1 1,0 0-1,1 0 1,-1 0-1,1 0 1,-1 0 0,0 0-1,1-1 1,-1 1-1,1 0 1,-1 0-1,0 0 1,1 0-1,-1 0 1,1 0 0,-1-1-1,0 1 1,1 0-1,-1 0 1,0-1-1,1 1 1,-1 0-1,0 0 1,0-1 0,1 1-1,-1-1 1,14-13 86,10-21-9,-14 20-67,0 0 0,1 1-1,20-19 1,-31 32-13,1 1 0,-1 0 0,0-1 0,1 1 0,-1 0 0,0-1 0,1 1 0,-1 0 0,1 0 0,-1 0 0,0-1 0,1 1 0,-1 0 0,1 0 0,-1 0 0,1 0 0,-1 0 0,1 0 0,-1 0 0,1 0 0,-1 0 0,1 0 1,-1 0-1,1 0 0,-1 0 0,0 0 0,1 0 0,-1 1 0,1-1 0,-1 0 0,1 0 0,-1 0 0,0 1 0,1-1 0,-1 0 0,1 1 0,-1-1 0,0 0 0,1 1 0,-1-1 0,0 0 0,0 1 0,1-1 0,-1 1 0,0-1 0,10 23-57,-9-18 46,4 9 6,0-1 0,1 1-1,0-1 1,2 0 0,-1-1 0,1 1-1,11 12 1,-16-22 4,0-1 0,-1 1 1,1 0-1,0-1 0,1 0 0,-1 0 0,0 0 0,1 0 1,-1 0-1,1-1 0,-1 1 0,1-1 0,0 0 1,-1 0-1,1 0 0,0-1 0,0 1 0,0-1 0,0 0 1,0 0-1,-1-1 0,1 1 0,0-1 0,0 1 0,0-1 1,-1-1-1,1 1 0,0 0 0,-1-1 0,1 0 0,-1 0 1,0 0-1,5-3 0,6-5 16,0-2 0,-1 0 0,0 0 0,-1-1 0,0 0 0,-1-1 0,0-1 0,-1 0 0,-1 0 0,-1-1 0,0 0 1,9-25-1,-3-1 76,-1-1 0,-3 0 1,10-82-1,-19 118-303,5-67 1578,-6 74-1329,0-1 0,1 1-1,-1 0 1,0-1 0,0 1-1,0-1 1,0 1 0,0 0-1,0-1 1,0 1 0,0-1-1,0 1 1,0 0 0,0-1-1,0 1 1,0-1 0,0 1-1,0 0 1,0-1 0,-1 1-1,1 0 1,0-1 0,0 1-1,0 0 1,0-1 0,-1 1-1,1 0 1,0-1 0,-1 1-1,1 0 1,0-1-1,0 1 1,-1 0 0,1 0-1,0 0 1,-1-1 0,-14 32 293,4 4-309,2 1 0,1 1-1,-6 69 1,11 113-53,4-208 11,0 0 1,0 0 0,1-1-1,1 1 1,0-1-1,0 1 1,1-1 0,0 0-1,1 0 1,11 17-1,-13-23-10,-1-1 0,1 1 0,0-1 0,0 0 0,1 1-1,-1-1 1,1-1 0,-1 1 0,1 0 0,0-1-1,0 0 1,0 0 0,0 0 0,0 0 0,1-1 0,-1 0-1,1 0 1,-1 0 0,1 0 0,-1-1 0,1 1 0,-1-1-1,1 0 1,-1-1 0,1 1 0,-1-1 0,1 0-1,6-2 1,-4 0 19,0-1 0,0 1 0,-1-1 0,0-1 0,0 1 0,0-1 0,0 0 0,-1 0 0,0-1 0,0 0 0,6-8 0,47-78 34,-47 73-35,27-44 3,-30 106-165,-7-36 162,0-1 0,0 0-1,0 0 1,1 1 0,0-1 0,0 0-1,1 0 1,0-1 0,0 1 0,0 0 0,1-1-1,-1 0 1,1 0 0,0 0 0,1 0-1,-1-1 1,1 1 0,0-1 0,0 0-1,1-1 1,-1 1 0,7 2 0,0-1-52,0-1 0,0 0 0,0-1 0,1-1 0,0 1-1,-1-2 1,1 0 0,0 0 0,0-2 0,16-1 0,-21 1 63,-1-1 0,1 0 0,0-1 0,0 1 0,-1-1-1,0-1 1,1 0 0,-1 0 0,-1 0 0,1-1 0,-1 0 0,1 0-1,-1 0 1,-1-1 0,1 0 0,-1 0 0,7-10 0,-6 6 105,1 0 0,-2 0 0,1 0 0,-1-1 0,-1 0 0,0 0 0,0 0 0,-1 0 1,-1-1-1,0 1 0,1-19 0,-3 29 82,0 5-72,-2 25-30,-1 0 1,-10 42-1,-3 25 2,-22 457 439,-28 196 1155,55-688-1468,-25 78 0,30-121-160,0 0 0,-1-1 1,-1 0-1,-1-1 0,0 1 0,-1-2 1,-1 0-1,-21 23 0,30-35-33,-1 0 1,0-1-1,0 1 0,0-1 0,0 0 1,0 0-1,0 0 0,-1 0 0,1 0 0,-1-1 1,1 1-1,-1-1 0,0 0 0,0 0 0,1-1 1,-1 1-1,0-1 0,0 0 0,0 0 0,0 0 1,1 0-1,-5-2 0,3 1 5,1-1-1,-1 0 0,0 0 1,1 0-1,0 0 1,0-1-1,0 0 1,0 0-1,0 0 1,0-1-1,1 1 0,-1-1 1,1 0-1,0 1 1,0-1-1,-3-8 1,-8-14 2,2-1 1,1 0 0,2 0 0,0-2 0,2 1 0,1-1 0,-3-30 0,3-9-21,6-134 1,3 163-14,2-1 0,2 1 0,1 0 0,2 0 1,2 1-1,1 0 0,2 1 0,2 1 0,1 0 1,44-63-1,-34 61-34,3 1 1,1 1-1,1 2 0,2 1 1,1 2-1,2 1 1,1 2-1,79-43 0,-61 44-232,2 1-1,1 3 0,0 3 1,114-22-1,-106 31-1708,0 3 1,81 0 0,-145 8 1628,-2 0 74,0 0 0,0-1 1,0 1-1,-1 0 1,1 0-1,0 0 1,0 0-1,0 1 1,0-1-1,-1 0 1,1 1-1,0-1 1,0 1-1,-1-1 0,1 1 1,0 0-1,-1 0 1,1 0-1,-1 0 1,1 0-1,-1 0 1,0 0-1,1 1 1,1 1-1,-1 15-6869</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20:50.487"/>
    </inkml:context>
    <inkml:brush xml:id="br0">
      <inkml:brushProperty name="width" value="0.05" units="cm"/>
      <inkml:brushProperty name="height" value="0.05" units="cm"/>
      <inkml:brushProperty name="color" value="#E71224"/>
    </inkml:brush>
  </inkml:definitions>
  <inkml:trace contextRef="#ctx0" brushRef="#br0">1 691 14182,'0'0'4717,"2"4"-4010,-2-4-664,1 1 0,-1 0 1,1 0-1,-1-1 0,1 1 0,0 0 0,-1 0 0,1-1 0,0 1 0,0-1 0,0 1 0,-1-1 1,1 1-1,0-1 0,0 1 0,0-1 0,0 0 0,0 0 0,0 1 0,0-1 0,0 0 0,0 0 0,-1 0 1,1 0-1,0 0 0,0 0 0,2 0 0,0-1 50,1 0 1,-1-1 0,0 1-1,0-1 1,0 1-1,0-1 1,0 0-1,4-3 1,51-52 835,-58 56-921,26-30 137,-1-1 1,-1-1-1,-2-2 1,-2 0-1,-1-1 1,-2-1-1,-1 0 1,-2-1-1,-2-1 1,-1 0-1,-2-1 1,-2 0-1,-2-1 1,1-57-1,-9 78 635,-6 28-437,-8 31-297,-9 54-50,3 1 0,4 1 0,5 1 0,3 1 0,4 126 0,7-222 2,0-1 0,0 0 0,0 1 0,0-1 0,0 0 0,0 1 0,0-1 0,0 0 0,1 0 0,-1 1 0,0-1 0,0 0 0,0 1 0,1-1 0,-1 0 0,0 0 0,0 0 0,0 1 0,1-1 0,-1 0 0,0 0 0,0 0 0,1 1 0,-1-1 0,0 0 0,1 0 0,-1 0 0,0 0 0,1 0 0,-1 0 0,0 0 0,1 0 0,-1 0 0,0 0 0,0 0 0,1 0 0,-1 0 0,0 0 1,1 0-1,-1 0 0,0 0 0,1 0 0,-1 0 0,17-8 3,-1-6 21,0-1 0,-2 0 0,0-1-1,-1-1 1,12-19 0,-10 14 1,1 0-1,1 2 1,21-21 0,-37 39-25,1 1 0,-1 0 0,0 0 0,1 0 1,-1 0-1,0 0 0,1 1 0,-1-1 0,1 0 0,-1 1 1,1-1-1,-1 1 0,1-1 0,0 1 0,-1 0 1,1-1-1,-1 1 0,1 0 0,0 0 0,-1 0 0,1 1 1,0-1-1,-1 0 0,1 1 0,-1-1 0,1 0 1,0 1-1,-1 0 0,1-1 0,-1 1 0,0 0 1,1 0-1,-1 0 0,0 0 0,1 0 0,-1 0 0,2 2 1,4 5-18,-1 0 0,0 1 0,0-1 0,8 18 1,-6-12 10,-2-4 15,5 11-54,2-1 1,29 36-1,-37-51 1,0 0 1,0 0-1,0 0 0,1-1 0,0 0 1,0 0-1,0 0 0,1-1 0,-1 0 1,1 0-1,-1 0 0,1-1 0,0 0 1,8 1-1,-1-1-42,-1 0 0,1-1 0,0-1 0,-1 0 0,1-1 1,-1-1-1,26-5 0,-29 4 72,-1-1 1,0 0-1,1 0 0,-2-1 0,1 0 1,-1-1-1,1 1 0,-2-2 1,1 1-1,-1-1 0,10-11 1,-10 10 17,1-1 0,-1 0 0,0-1 0,-1 0 0,0 0 1,-1 0-1,0 0 0,-1-1 0,0 0 0,0 0 0,-1 0 0,0 0 0,-1-1 1,0-17-1,-2 28 17,-1 1 1,0-1-1,0 1 1,1-1-1,-1 1 0,0-1 1,0 1-1,0 0 1,0-1-1,0 1 1,0 0-1,0 0 1,0-1-1,0 1 1,1 0-1,-1 0 0,0 0 1,0 0-1,0 1 1,0-1-1,0 0 1,0 0-1,0 0 1,-1 1-1,-27 6 12,20-1-27,0 1 0,0-1 0,1 2 0,0-1 0,1 1 0,0 0 0,0 0 0,0 1 0,1 0 0,0 1 0,-7 17 0,6-12-17,1-1 0,1 1 0,1 0 0,0 0 0,0 1 0,2-1 0,-1 29 0,3-43 3,0-1-1,0 1 0,0 0 0,1 0 0,-1 0 0,1-1 1,-1 1-1,0 0 0,1 0 0,-1-1 0,1 1 1,0 0-1,-1-1 0,1 1 0,0 0 0,-1-1 1,1 1-1,0-1 0,-1 1 0,1-1 0,0 0 1,0 1-1,0-1 0,-1 0 0,1 1 0,0-1 1,0 0-1,0 0 0,0 0 0,0 0 0,0 0 1,-1 0-1,1 0 0,0 0 0,0 0 0,0 0 1,0-1-1,0 1 0,-1 0 0,1 0 0,0-1 1,1 0-1,2 0 1,1 0 1,-1 0-1,1-1 0,-1 1 1,1-1-1,-1 0 0,4-4 1,0 0 14,-2 0 0,1-1 1,-1 0-1,0 0 0,-1 0 1,1-1-1,7-15 0,-13 22-8,0 1-1,0 0 0,0 0 0,0-1 0,0 1 1,0 0-1,1 0 0,-1 0 0,0-1 1,0 1-1,0 0 0,0 0 0,0 0 0,1-1 1,-1 1-1,0 0 0,0 0 0,0 0 1,0 0-1,1 0 0,-1 0 0,0-1 0,0 1 1,0 0-1,1 0 0,-1 0 0,0 0 1,0 0-1,1 0 0,-1 0 0,0 0 0,0 0 1,0 0-1,1 0 0,-1 0 0,0 0 1,0 0-1,1 0 0,-1 0 0,0 0 0,0 0 1,0 0-1,1 0 0,-1 1 0,0-1 0,0 0 1,0 0-1,1 0 0,-1 0 0,0 0 1,0 1-1,0-1 0,0 0 0,1 0 0,-1 0 1,0 0-1,0 1 0,0-1 0,0 0 1,0 0-1,0 1 0,0-1 0,0 0 0,0 0 1,0 0-1,0 1 0,1-1 0,-1 0 0,7 21-78,-6-17 105,2 5-20,1 0-1,-1 1 1,2-1 0,-1-1-1,1 1 1,7 8 0,-10-14-10,1 0 0,0-1 0,0 1 0,0 0 0,0-1 0,0 0 0,1 0 0,-1 0 0,1 0 0,0-1 0,-1 1 0,1-1 0,0 0 0,0 0 0,0 0 0,-1 0 0,1-1 0,5 0 0,-1 1-8,0-1 1,0 0 0,0 0-1,1-1 1,-1 0 0,0-1 0,0 0-1,0 0 1,-1-1 0,1 0 0,-1 0-1,1 0 1,-1-1 0,0 0 0,0-1-1,-1 0 1,1 0 0,-1 0 0,0-1-1,0 0 1,-1 0 0,0 0 0,0-1-1,0 1 1,-1-1 0,0 0 0,0-1-1,4-14 1,-1-4 248,-1 0 0,-1-1 1,-1 0-1,-2 0 0,-1-38 0,-1 65-198,-18 816 1343,10-685-1310,-7 228 182,46-1193 659,-28 795-906,13-110-42,-13 130 24,2 0 0,0 1 0,1-1 0,0 1 0,15-27 0,-18 40 8,0-1-1,1 1 0,-1 0 0,1 1 0,0-1 0,0 1 1,1-1-1,-1 1 0,1 1 0,0-1 0,0 1 0,0-1 0,0 2 1,1-1-1,-1 0 0,1 1 0,0 0 0,-1 0 0,1 1 0,0 0 1,9-1-1,-9 2-6,-1 0 1,0 0 0,0 1 0,0 0 0,0 0-1,0 0 1,0 0 0,0 1 0,0 0 0,0 0-1,-1 0 1,1 1 0,-1 0 0,0-1-1,1 1 1,-1 1 0,0-1 0,-1 1 0,1-1-1,-1 1 1,0 0 0,0 1 0,0-1-1,4 7 1,-2 1-72,0-1 0,-1 1-1,0 0 1,0 0 0,-2 0-1,1 0 1,-2 0 0,1 1-1,-2-1 1,0 1 0,0-1-1,-1 1 1,0-1 0,-2 1-1,1-1 1,-1 0 0,-1 0 0,0 0-1,-1-1 1,0 1 0,-1-1-1,0 0 1,0-1 0,-1 0-1,-1 0 1,0 0 0,0-1-1,-1 0 1,0 0 0,-1-1-1,1 0 1,-2-1 0,1 0-1,-1-1 1,0 0 0,0-1-1,-22 8 1,32-13 62,-1 1 1,1-1-1,-1 0 0,1 1 1,-1-1-1,1 0 0,-1 0 1,1 0-1,-1 0 0,1 0 0,-1 0 1,0 0-1,1-1 0,-3 0 1,4 1 13,-1 0 0,0-1 1,1 1-1,-1-1 1,1 1-1,0-1 0,-1 1 1,1-1-1,-1 1 0,1-1 1,0 1-1,-1-1 1,1 1-1,0-1 0,0 1 1,-1-1-1,1 0 1,0 1-1,0-1 0,0 0 1,0 1-1,0-1 0,0 1 1,0-2-1,0-1-4,1-1-1,0 1 1,-1-1 0,1 1-1,1 0 1,-1-1 0,1 1-1,-1 0 1,1 0 0,0 0-1,3-4 1,20-18-44,0 1 0,1 1 0,2 2 0,0 1 0,58-31 0,-83 49 67,0 0 0,0 0 1,0 0-1,1 0 0,-1 1 1,1 0-1,-1 0 0,1 0 1,-1 0-1,1 0 0,0 1 1,-1-1-1,1 1 0,0 0 1,0 0-1,-1 1 0,1-1 1,5 2-1,-6 0 7,0 0-1,1 0 1,-1 0-1,0 0 1,0 0-1,0 1 1,0 0-1,-1-1 1,1 1-1,-1 0 1,1 0-1,-1 1 1,0-1-1,0 0 1,-1 1 0,1-1-1,1 5 1,9 27 169,-1-1 1,-2 2 0,-1-1-1,6 71 1,-8 149 584,-7-183-618,-19 325 1260,20-395-1307,0-13 427,-18-301 64,0 34-311,15 193-279,0 26 4,3-1 0,9-78-1,-8 130-19,1 1 0,-1 0 0,1 0 0,1 0 0,-1 0 0,1 0 0,1 0 0,-1 1 0,1-1 0,0 1 0,0 0 0,1 0 0,10-9 0,-12 12-2,0 0-1,1 1 1,0 0-1,0-1 1,0 1-1,0 1 1,0-1-1,0 1 1,0-1-1,0 1 1,1 0 0,-1 1-1,0-1 1,1 1-1,-1-1 1,0 2-1,1-1 1,-1 0-1,1 1 1,-1 0-1,0 0 1,0 0 0,1 0-1,6 4 1,-2-1 0,0 1 0,-1 0 1,0 0-1,0 1 1,0 0-1,0 1 1,-1 0-1,0 0 0,-1 0 1,0 1-1,0 0 1,0 0-1,-1 0 0,0 1 1,7 17-1,-9-17-46,0-1 0,0 1-1,-1 0 1,0 0 0,-1 0 0,0 0-1,0 0 1,-1 0 0,0 0 0,0 0 0,-1 0-1,0 0 1,-1 0 0,0 0 0,0-1-1,-1 1 1,-7 14 0,-2-3-128,-1-1 0,0-1 0,-2 0-1,0 0 1,-27 23 0,42-42 178,0 1 1,0 0-1,0-1 0,0 1 0,0 0 0,0-1 0,0 1 1,0 0-1,0-1 0,0 1 0,0 0 0,0-1 1,0 1-1,-1 0 0,1-1 0,0 1 0,0 0 0,0-1 1,0 1-1,-1 0 0,1-1 0,0 1 0,0 0 0,-1 0 1,1-1-1,0 1 0,-1 0 0,1 0 0,0 0 1,0 0-1,-1-1 0,1 1 0,0 0 0,-1 0 0,1 0 1,-1 0-1,1 0 0,0 0 0,-1 0 0,1 0 0,0 0 1,-1 0-1,1 0 0,0 0 0,-1 0 0,1 0 1,0 0-1,-1 0 0,1 0 0,0 0 0,-1 1 0,1-1 1,0 0-1,-1 0 0,1 0 0,0 1 0,-1-1 0,1 0 1,0 0-1,0 1 0,-1-1 0,1 0 0,0 0 1,0 1-1,-1 0 0,8-30-138,4 16 108,0 0-1,1 0 1,0 1 0,1 1 0,0 0-1,1 1 1,23-13 0,8-8 33,113-95 82,-132 103-29,0-2 0,-2-1 1,33-46-1,-49 50 304,-8 22-340,-1-1-1,1 1 0,0 0 1,-1-1-1,1 1 1,-1 0-1,1 0 0,0-1 1,-1 1-1,1 0 0,-1 0 1,1 0-1,0 0 0,-1-1 1,1 1-1,-1 0 0,1 0 1,-1 0-1,1 0 0,-1 0 1,1 0-1,0 0 0,-1 0 1,1 1-1,-1-1 0,1 0 1,-1 0-1,1 0 0,-1 0 1,1 0-1,0 1 0,-1-1 1,1 0-1,0 0 0,-1 1 1,1-1-1,0 0 0,-1 1 1,1-1-1,0 0 0,-1 1 1,1-1-1,0 1 0,-1 0 1,-5 4-9,-1 1-1,1-1 1,0 2 0,0-1 0,1 1 0,-1 0 0,1 0 0,1 0-1,0 1 1,0-1 0,0 1 0,1 0 0,0 0 0,-3 16 0,1 2-46,1 0 0,1 1 0,1 40 0,2-64 21,1 0-1,-1 0 1,1-1-1,-1 1 1,1 0 0,0-1-1,0 1 1,0-1-1,0 1 1,1-1-1,-1 0 1,0 1 0,1-1-1,0 0 1,0 0-1,0 0 1,0 0-1,0 0 1,0-1 0,0 1-1,0-1 1,1 1-1,-1-1 1,0 0-1,1 0 1,0 0 0,-1 0-1,1 0 1,-1 0-1,1-1 1,0 1-1,0-1 1,-1 0 0,1 0-1,3 0 1,1 0-4,1 0 1,-1 0 0,0 0 0,1-1-1,-1 0 1,0-1 0,0 0 0,0 0-1,0 0 1,0-1 0,0 0 0,9-6-1,6-8 89,35-38 0,-37 34 123,36-28 1,-56 48-177,1 1 1,0-1-1,-1 1 0,1 0 1,0-1-1,0 1 0,-1 0 1,1 0-1,0-1 0,0 1 0,0 0 1,0 0-1,-1 0 0,1 0 1,0 0-1,0 0 0,0 0 0,-1 0 1,1 0-1,0 1 0,0-1 1,0 0-1,-1 0 0,1 1 1,0-1-1,0 1 0,-1-1 0,1 0 1,0 1-1,-1-1 0,1 1 1,0 0-1,-1-1 0,1 1 1,-1-1-1,1 1 0,-1 0 0,1 0 1,-1 0-1,19 37 15,-14-27 70,-3-7-85,3 8-6,1-2 0,0 1 1,0 0-1,1-1 0,10 11 0,-15-19-7,-1 0-1,1 0 0,0 0 0,0-1 0,1 1 0,-1-1 0,0 1 0,0-1 0,1 0 0,-1 0 0,1 0 0,-1 0 0,1 0 0,-1-1 1,1 1-1,0-1 0,-1 1 0,1-1 0,0 0 0,-1 0 0,1 0 0,0 0 0,-1-1 0,1 1 0,-1-1 0,1 0 0,-1 0 1,1 0-1,-1 0 0,5-2 0,33-28 135,-36 27-139,0 0 0,0 0 1,1 0-1,0 0 0,0 1 1,0 0-1,0 0 0,0 0 1,0 0-1,1 1 0,0 0 1,-1 0-1,1 1 0,10-2 1,-14 4 0,0 0 0,1 1 0,-1-1 1,0 1-1,0 0 0,0-1 0,0 1 1,0 0-1,-1 0 0,1 0 0,0 0 0,-1 1 1,0-1-1,1 0 0,-1 1 0,0-1 1,0 1-1,-1-1 0,2 6 0,4 7 5,-2-9-35,0 0 0,0-1 0,0 1 0,1-1 0,-1 0 1,1 0-1,0 0 0,1-1 0,-1 1 0,1-2 0,0 1 0,0 0 0,0-1 1,0 0-1,1-1 0,-1 1 0,1-1 0,0-1 0,0 1 0,-1-1 1,1 0-1,0 0 0,0-1 0,0 0 0,0-1 0,0 1 0,0-1 1,12-3-1,-15 2 38,1 0 1,-1 1-1,0-2 1,0 1 0,0 0-1,0-1 1,0 0 0,0 0-1,-1 0 1,0 0-1,1 0 1,-1-1 0,0 1-1,-1-1 1,4-6 0,14-30-1564,-13 2-5057</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20:51.385"/>
    </inkml:context>
    <inkml:brush xml:id="br0">
      <inkml:brushProperty name="width" value="0.05" units="cm"/>
      <inkml:brushProperty name="height" value="0.05" units="cm"/>
      <inkml:brushProperty name="color" value="#E71224"/>
    </inkml:brush>
  </inkml:definitions>
  <inkml:trace contextRef="#ctx0" brushRef="#br0">198 413 12822,'0'0'2430,"0"-19"-474,-5-63-353,5 81-1540,0 0 0,0-1 0,0 1 0,-1-1 0,1 1 1,0-1-1,-1 1 0,0 0 0,1-1 0,-1 1 0,0 0 0,1-1 0,-1 1 0,0 0 0,0 0 0,0 0 0,0 0 0,0 0 0,0 0 0,-1 0 0,1 0 0,0 0 0,0 1 0,-1-1 0,1 0 0,0 1 0,-1-1 0,1 1 0,-1-1 1,1 1-1,0 0 0,-1 0 0,1 0 0,-1 0 0,1 0 0,-1 0 0,-2 0 0,0 1-1,1-1 1,-1 1-1,0 0 1,0 0-1,1 1 1,-1-1-1,1 1 1,-1-1-1,1 1 1,0 0-1,-4 3 1,-2 6 5,-1 0 1,2 1 0,-1 0 0,1 0-1,1 1 1,1-1 0,0 2 0,-6 17-1,5-10-45,0 0-1,2 1 1,1 0-1,-3 40 1,6-54-4,1-4-31,0 0 0,-1 0 0,2 0 1,-1 0-1,0 0 0,1 0 1,-1 0-1,3 5 0,-2-8-2,0 1 1,0-1-1,0 0 1,0 0-1,0 0 0,0 0 1,0 0-1,0 0 1,1 0-1,-1-1 0,0 1 1,1 0-1,-1 0 1,0-1-1,1 1 0,-1-1 1,1 0-1,-1 1 1,1-1-1,-1 0 1,1 0-1,-1 0 0,1 0 1,-1 0-1,3-1 1,2 1-4,1-1 0,-1 0 1,0-1-1,0 0 1,0 0-1,0 0 0,0-1 1,0 0-1,0 0 1,-1 0-1,0-1 1,0 1-1,0-1 0,0-1 1,0 1-1,-1-1 1,1 1-1,-1-1 1,6-11-1,-1 2 24,0-1 1,-1 0-1,-1 0 0,0-1 1,-1 0-1,6-26 0,-13 51-9,-1 1 0,2-1 0,-1 0 0,1 1 0,0-1 0,1 0-1,1 1 1,-1-1 0,1 0 0,1 0 0,-1 0 0,2 0 0,-1-1 0,7 13-1,-6-17 4,-1 0 0,0 0 0,1 0-1,0 0 1,0-1 0,0 0-1,0 1 1,1-2 0,-1 1 0,1 0-1,-1-1 1,1 0 0,0 0 0,0 0-1,0-1 1,0 1 0,1-1 0,-1-1-1,0 1 1,0-1 0,1 0-1,-1 0 1,0 0 0,1-1 0,-1 1-1,0-1 1,8-3 0,-2 0-2,0 0 1,0-1-1,0-1 0,-1 1 1,0-2-1,0 1 1,0-2-1,-1 1 1,0-1-1,-1 0 0,9-12 1,-2 2 95,-2-1-1,-1-1 1,0 0 0,-1 0 0,-2-1 0,0-1 0,-1 1-1,-1-2 1,-1 1 0,4-25 0,-2-23 1348,0-138 1,-10 199-627,-3 10-343,-5 16-226,2 6-190,0 1 0,1 0 0,2 0 0,0 1 0,-1 35 0,4 133 96,3-112-112,-2-59-54,2-1 1,0 0-1,2 0 0,0 0 1,12 39-1,-13-54-13,0-1 0,0 1-1,1-1 1,0 1 0,0-1 0,0 0 0,1 0-1,-1 0 1,1-1 0,0 1 0,1-1 0,-1 0-1,1 0 1,0-1 0,0 1 0,0-1-1,0 0 1,1 0 0,-1-1 0,1 0 0,-1 0-1,1 0 1,0 0 0,0-1 0,8 1-1,-4-1-266,1 0 1,-1-1-1,0 0 0,1 0 0,-1-1 0,0-1 0,0 1 0,16-6 0,-20 4-214,0 1 0,-1-1-1,1 0 1,-1-1 0,1 0 0,-1 1 0,0-1 0,-1-1 0,1 1 0,-1-1 0,0 0 0,0 0 0,0 0 0,0-1 0,2-5 0,14-32-6914</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20:51.749"/>
    </inkml:context>
    <inkml:brush xml:id="br0">
      <inkml:brushProperty name="width" value="0.05" units="cm"/>
      <inkml:brushProperty name="height" value="0.05" units="cm"/>
      <inkml:brushProperty name="color" value="#E71224"/>
    </inkml:brush>
  </inkml:definitions>
  <inkml:trace contextRef="#ctx0" brushRef="#br0">1 70 15831,'0'0'8452,"121"-25"-8100,-77 16-352,-5-1 48,-5 3-160,-3 3-592,-2 1-1217,-9-1-1569,1-3-5234</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20:53.203"/>
    </inkml:context>
    <inkml:brush xml:id="br0">
      <inkml:brushProperty name="width" value="0.05" units="cm"/>
      <inkml:brushProperty name="height" value="0.05" units="cm"/>
      <inkml:brushProperty name="color" value="#E71224"/>
    </inkml:brush>
  </inkml:definitions>
  <inkml:trace contextRef="#ctx0" brushRef="#br0">312 177 12310,'0'0'5154,"-1"-21"-3556,-3-67-373,4 85-1131,-1 0 0,1 0 0,-1 0 0,0 0 0,1 0 0,-1 0 0,-1 0 0,1 0 0,0 1 0,-1-1 0,1 0 0,-1 1 0,0-1 0,0 1 0,0 0 0,0-1 0,0 1 0,-1 0 0,1 0 0,-1 1 0,1-1 0,-1 0 0,0 1 0,1-1 0,-1 1 0,0 0 0,0 0 0,0 0 0,0 1 0,0-1 0,0 1 0,-5-1 0,0 1-25,1 0-1,0 0 1,-1 1 0,1 0 0,0 0 0,0 1 0,0 0 0,0 0 0,0 1 0,-13 6 0,10-2-32,1 0 1,-1 0-1,1 1 1,0 1-1,1 0 0,0 0 1,0 0-1,1 1 1,0 0-1,1 0 0,0 1 1,1 0-1,-5 13 1,3-3-21,0 0 1,2 0-1,0 1 0,2 0 1,0 0-1,1 31 1,2-51-27,0 0 0,0 0 0,0 0 0,0 0 0,0 0 0,1 0 1,-1 1-1,1-1 0,0 0 0,0 0 0,-1 0 0,1-1 0,0 1 0,1 0 0,-1 0 1,0 0-1,0-1 0,1 1 0,-1-1 0,1 1 0,-1-1 0,1 0 0,0 1 1,0-1-1,-1 0 0,1 0 0,0 0 0,0 0 0,0-1 0,0 1 0,0 0 1,0-1-1,3 1 0,-1-1 0,1 1 0,-1-1 0,0 0 0,0-1 0,0 1 0,0-1 0,0 0 0,0 0 0,0 0 0,0 0 0,-1-1 0,1 1 0,0-1 0,-1 0 0,1 0 0,-1-1 0,5-3-1,15-18 67,0-1 0,-2-2-1,-1 0 1,18-32-1,43-56 72,-78 139-208,-3-11 101,0 33 40,-8 69 1,6-100-48,-1-1 0,0 0-1,-1 0 1,-1 0 0,0-1 0,-1 1 0,0-1 0,-1-1 0,-10 16 0,16-27 15,1-7-12,0 1-1,0 0 0,1-1 1,0 1-1,0 0 0,0-1 0,1 1 1,-1 0-1,1 0 0,1 0 0,-1 0 1,1 1-1,-1-1 0,2 1 1,3-6-1,8-8-51,1 0 0,19-16-1,-27 25 50,11-9-25,0 1 0,31-20 0,-44 33 14,1 0-1,-1 0 1,1 0 0,0 1-1,1 0 1,-1 1 0,0-1 0,1 2-1,-1-1 1,1 1 0,0 0-1,11 0 1,-18 1-4,1 1 0,-1-1 0,1 1 1,-1-1-1,0 1 0,0-1 0,1 1 0,-1 0 0,0 0 0,0 0 0,0 0 0,0 0 0,0 0 0,0 0 1,0 0-1,0 0 0,0 0 0,0 1 0,-1-1 0,1 0 0,0 0 0,-1 1 0,1-1 0,-1 1 0,0-1 1,1 0-1,-1 1 0,0-1 0,0 1 0,0 1 0,1 55 2,-1-41 0,-1-6 3,0-1 1,0 1-1,-1-1 1,-1 0-1,0 0 1,0 0 0,-1 0-1,0 0 1,0-1-1,-1 1 1,-1-1-1,1-1 1,-12 14 0,33-57-19,40-37 37,2 3 0,92-85 1,-150 154-26,0 0 1,-1 0 0,1 1-1,0-1 1,0 0 0,0 0-1,0 0 1,0 1 0,0-1 0,0 0-1,0 0 1,0 0 0,0 1-1,0-1 1,0 0 0,0 0 0,0 1-1,0-1 1,0 0 0,0 0-1,0 0 1,0 1 0,0-1-1,0 0 1,1 0 0,-1 0 0,0 1-1,0-1 1,0 0 0,0 0-1,0 0 1,0 0 0,1 1 0,-1-1-1,0 0 1,0 0 0,0 0-1,1 0 1,-1 0 0,0 0-1,0 0 1,0 1 0,1-1 0,-1 0-1,0 0 1,0 0 0,0 0-1,1 0 1,-1 0 0,0 0 0,0 0-1,1 0 1,-1 0 0,0 0-1,0 0 1,0 0 0,1 0-1,-1-1 1,0 1 0,1 0 0,-2 3-6,-1 10 20,-1 0 0,-1 0 0,0 0 0,0 0 0,-1-1 0,-1 1 0,-11 17 0,-16 38 6,26-52-32,2 1 0,0 0 0,1 1 0,1-1 0,0 1 0,0 23 0,3-40 5,0 0-1,0 0 0,1 0 1,-1 1-1,0-1 1,1 0-1,-1 0 0,1 0 1,-1 0-1,1 0 1,-1 0-1,1-1 0,0 1 1,0 0-1,-1 0 1,1 0-1,0 0 0,0-1 1,0 1-1,0-1 0,0 1 1,0 0-1,0-1 1,0 1-1,0-1 0,0 0 1,0 1-1,0-1 1,0 0-1,0 0 0,0 0 1,1 0-1,-1 1 1,1-2-1,47 0-115,-40 0 112,2-1 3,0 0 0,0 0 0,0-1 0,0-1 0,-1 0 1,1 0-1,-1-1 0,0-1 0,0 1 0,-1-2 0,0 1 1,13-13-1,8-10 25,-1-1 1,26-36-1,-16 18 36,-30 43 429,-13 22-329,-18 36-176,17-43 96,1 4-70,-1-1 0,2 1 0,0 0 0,0 0 0,1 0 0,1 0 0,1 21 0,0-33-7,0-1 0,0 1 1,0-1-1,0 1 0,1-1 1,-1 1-1,1-1 0,-1 0 1,1 1-1,-1-1 0,1 0 1,0 1-1,-1-1 0,1 0 1,0 0-1,0 0 0,0 0 1,0 0-1,0 0 0,0 0 1,0 0-1,1 0 0,0 1 1,2 0-9,-1-1 0,1 1 1,0-1-1,0 0 0,0 0 1,0 0-1,-1-1 0,8 1 1,0-1-35,0 0 0,0-1 0,0 0 0,-1-1 0,1 0 0,11-4 0,-2-3 34,-1-1 0,0-1 1,-1-1-1,0-1 0,-1 0 1,0-1-1,-1-1 0,16-19 1,-13 14 5,1 0 0,2 1 0,43-29 0,-63 47 13,0 0-1,0-1 0,0 1 0,0 0 0,1 1 1,-1-1-1,0 0 0,1 1 0,-1-1 1,0 1-1,1 0 0,-1 0 0,1 0 0,-1 0 1,1 0-1,-1 0 0,0 1 0,1-1 1,-1 1-1,0-1 0,5 3 0,-3 0 19,0-1-1,0 1 1,-1 0-1,1 0 0,0 0 1,-1 1-1,0-1 1,0 1-1,0 0 1,3 6-1,3 5 48,-2 1 0,0 0 0,-1 0-1,0 1 1,3 17 0,-6-22-25,-1 1-1,0 0 1,-1-1 0,0 1-1,-1 0 1,-3 20 0,3-30-31,0 0 1,-1 0 0,0 0 0,1 0-1,-1 0 1,0 0 0,-1 0 0,1 0 0,-1 0-1,1 0 1,-1-1 0,0 1 0,0-1-1,0 1 1,0-1 0,0 0 0,-1 1-1,1-1 1,-1 0 0,1-1 0,-1 1-1,0 0 1,0-1 0,1 0 0,-1 1 0,0-1-1,-1 0 1,1-1 0,0 1 0,-5 0-1,-1 0-117,0 0-1,1-1 1,-1 0-1,0-1 1,0 0-1,1-1 1,-1 1-1,1-1 1,-1-1-1,1 0 1,-11-5-1,9 2-777,1 0 0,-1 0 1,1-1-1,0-1 0,0 0 0,1 0 1,0 0-1,-8-12 0,-10-18-4608</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20:53.556"/>
    </inkml:context>
    <inkml:brush xml:id="br0">
      <inkml:brushProperty name="width" value="0.05" units="cm"/>
      <inkml:brushProperty name="height" value="0.05" units="cm"/>
      <inkml:brushProperty name="color" value="#E71224"/>
    </inkml:brush>
  </inkml:definitions>
  <inkml:trace contextRef="#ctx0" brushRef="#br0">26 141 12630,'0'0'7104,"13"4"-5930,-10-2-1088,0-1 0,0 1 0,0-1-1,0 0 1,1 0 0,-1 0 0,1-1 0,-1 1-1,0-1 1,1 0 0,-1 0 0,1 0 0,-1 0-1,1 0 1,-1-1 0,1 0 0,-1 0 0,0 0 0,1 0-1,-1 0 1,0 0 0,0-1 0,0 0 0,0 0-1,0 0 1,0 0 0,-1 0 0,1 0 0,-1-1-1,1 1 1,-1-1 0,0 1 0,0-1 0,0 0-1,0 0 1,2-6 0,-2 5 24,0-1-1,0 1 1,0 0-1,-1-1 1,1 1-1,-1-1 1,0 0-1,-1 1 1,1-1 0,-1 0-1,0 1 1,-1-9-1,1 11-77,-1 0-1,1 0 0,-1 1 1,0-1-1,1 0 0,-1 0 1,0 0-1,0 1 0,0-1 1,0 1-1,0-1 0,-1 1 1,1-1-1,0 1 0,-1-1 1,1 1-1,-1 0 0,0 0 1,1 0-1,-1 0 0,0 0 1,1 0-1,-1 1 0,0-1 1,0 0-1,0 1 0,0-1 1,0 1-1,0 0 0,-3 0 1,0-1-32,1 1 1,-1 0-1,0 0 1,0 0-1,1 0 1,-1 1-1,0 0 1,1 0-1,-1 0 1,1 0-1,-1 1 1,1 0-1,0 0 1,0 0-1,0 0 1,0 1-1,-5 3 1,5-2-189,1 1 0,0-1 0,0 0 1,0 1-1,1 0 0,-1-1 0,1 1 0,0 0 0,0 0 1,1 1-1,-1-1 0,1 0 0,1 0 0,-1 1 1,0 7-1,1 31-3393,0 0-1386</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03.723"/>
    </inkml:context>
    <inkml:brush xml:id="br0">
      <inkml:brushProperty name="width" value="0.05" units="cm"/>
      <inkml:brushProperty name="height" value="0.05" units="cm"/>
      <inkml:brushProperty name="color" value="#E71224"/>
    </inkml:brush>
  </inkml:definitions>
  <inkml:trace contextRef="#ctx0" brushRef="#br0">1 6 15719,'0'0'8484,"7"-3"-8238,-6 3-235,0-1-1,0 1 1,0 0 0,0-1 0,0 1 0,0 0 0,0 0 0,0 0 0,0 0 0,0-1 0,0 2 0,0-1 0,0 0 0,1 0 0,-1 0 0,0 0 0,0 1 0,0-1 0,0 0 0,0 1 0,0-1 0,-1 1 0,1-1 0,0 1 0,0-1 0,0 1 0,0 0 0,0 0 0,1 2 33,0 0 1,-1-1-1,1 1 0,-1 0 1,0 0-1,1 0 0,-1 0 1,-1 0-1,1 0 0,0 4 1,2 20 286,-2-1 0,-3 31 0,1-18-100,-2 29 172,-21 111 1,15-130-306,1 0-1,3 1 0,2 0 0,6 88 1,-2-133-92,0-1 0,0 1 0,0-1-1,1 1 1,-1-1 0,1 0 0,0 0 0,0 0 0,1 0 0,-1 0 0,1 0 0,0-1 0,0 1 0,0-1 0,1 0 0,-1 0 0,1 0 0,-1 0 0,1-1 0,0 1-1,0-1 1,0 0 0,0 0 0,1-1 0,-1 1 0,0-1 0,6 1 0,13 2 24,-1-1 0,1-1 0,0 0 0,29-4 0,-20 2 11,-12 0 123,-10 1-643,0-1 0,0-1 0,0 0 0,11-2 0,-17 2-184,0 0-1,-1 0 0,0-1 0,1 0 1,-1 1-1,0-1 0,0 0 0,0 0 1,0-1-1,0 1 0,0-1 1,-1 1-1,1-1 0,3-6 0,9-12-6651</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04.096"/>
    </inkml:context>
    <inkml:brush xml:id="br0">
      <inkml:brushProperty name="width" value="0.05" units="cm"/>
      <inkml:brushProperty name="height" value="0.05" units="cm"/>
      <inkml:brushProperty name="color" value="#E71224"/>
    </inkml:brush>
  </inkml:definitions>
  <inkml:trace contextRef="#ctx0" brushRef="#br0">0 1 13830,'0'0'12870,"0"35"-12582,0 6 401,8 5-401,-2 2 16,-1 6-304,-3-4-64,0 0 0,0-9-913,4-12-735,6-14-785,9-15-1329,8 0-3121</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04.442"/>
    </inkml:context>
    <inkml:brush xml:id="br0">
      <inkml:brushProperty name="width" value="0.05" units="cm"/>
      <inkml:brushProperty name="height" value="0.05" units="cm"/>
      <inkml:brushProperty name="color" value="#E71224"/>
    </inkml:brush>
  </inkml:definitions>
  <inkml:trace contextRef="#ctx0" brushRef="#br0">7 153 17000,'0'0'8868,"-1"23"-8375,-4 304 1578,7 281-1079,7-841-760,-1 66-104,-4 53-297,19-116-1,-18 195 126,2 1 0,1 0-1,2 1 1,1 0 0,2 0-1,1 1 1,34-54 0,-45 81 32,0 1 1,0 0 0,0 0 0,1 0 0,0 0-1,0 1 1,0-1 0,0 1 0,1 0 0,4-2-1,-8 4 4,1 1 0,-1-1 0,1 1-1,-1-1 1,1 1 0,-1 0 0,1 0-1,-1-1 1,1 1 0,-1 0-1,1 0 1,-1 1 0,1-1 0,-1 0-1,1 0 1,-1 1 0,1-1 0,-1 1-1,0-1 1,1 1 0,-1 0-1,1-1 1,-1 1 0,0 0 0,0 0-1,0 0 1,1 0 0,-1 0 0,0 0-1,0 1 1,0-1 0,-1 0 0,1 0-1,0 1 1,0-1 0,-1 0-1,2 3 1,3 8-1,0 0-1,-1 1 1,-1-1-1,0 1 1,0 0 0,-1 0-1,-1-1 1,0 2-1,-1-1 1,-1 0 0,-3 24-1,1-20 21,0 0 0,-1-1-1,-1 0 1,-1 0 0,0 0 0,-1-1 0,0 0-1,-19 27 1,9-19-89,-1-2 0,-2 1-1,-31 26 1,38-38-541,-1 0 1,0 0-1,0-1 0,-17 7 0,31-16 535,-1 0 1,1 0-1,0 0 0,0 0 0,0 0 1,0 0-1,-1 0 0,1 0 0,0 0 1,0-1-1,0 1 0,-1 0 0,1 0 0,0 0 1,0 0-1,0 0 0,0 0 0,0-1 1,-1 1-1,1 0 0,0 0 0,0 0 1,0 0-1,0-1 0,0 1 0,0 0 0,0 0 1,0 0-1,0-1 0,-1 1 0,1 0 1,0 0-1,0 0 0,0 0 0,0-1 1,0 1-1,0 0 0,0 0 0,0 0 0,1-1 1,-1 1-1,0 0 0,0 0 0,0 0 1,0-1-1,0 1 0,0 0 0,0 0 1,0 0-1,0 0 0,1-1 0,-1 1 0,0 0 1,0 0-1,0 0 0,0 0 0,1-1 1,5-14-1526,21-14-2686,8-2-1737</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05.991"/>
    </inkml:context>
    <inkml:brush xml:id="br0">
      <inkml:brushProperty name="width" value="0.05" units="cm"/>
      <inkml:brushProperty name="height" value="0.05" units="cm"/>
      <inkml:brushProperty name="color" value="#E71224"/>
    </inkml:brush>
  </inkml:definitions>
  <inkml:trace contextRef="#ctx0" brushRef="#br0">0 449 4530,'0'0'15895,"19"3"-14785,60 5-456,-72-8-567,0-1 0,-1 1 0,1-1 0,-1-1 0,1 1 0,-1-1 0,0 0 0,1-1 0,-1 1 0,0-1 0,0 0 0,-1-1 0,1 0 0,-1 0 0,0 0 0,0 0 0,0-1 0,0 1 0,-1-1 0,0-1 0,0 1 0,0-1 0,-1 1 0,0-1 0,0 0 0,0 0 0,-1 0 0,1-1 0,-2 1 0,1 0 0,-1-1 0,0 1 0,0-1 0,-1 0 0,1 1 0,-2-1 0,1 0 0,-2-7 0,1 13-56,0 0 1,1 0-1,-1 0 0,0 0 0,0 0 0,0 0 0,-1 0 0,1 0 0,0 1 0,0-1 1,0 0-1,-1 1 0,1-1 0,0 1 0,-1-1 0,1 1 0,0 0 0,-1-1 0,1 1 1,0 0-1,-1 0 0,1 0 0,-1 0 0,1 0 0,0 0 0,-1 0 0,1 1 0,-1-1 0,1 1 1,0-1-1,-2 1 0,-2 0-32,0 1 1,0-1 0,0 1-1,0 0 1,0 1 0,0-1-1,-6 5 1,5-1-1,1 0 0,-1 1 0,1 0 1,0 0-1,1 0 0,-1 0 0,2 1 0,-1-1 1,1 1-1,0 0 0,0 1 0,1-1 0,-1 11 0,-1 5-8,2 0-1,1 1 0,2 34 0,-1-56 4,0 0 0,0 1 0,1-1 0,-1 0 0,1 0 0,0 0 0,0 0 0,0-1 0,0 1 0,1 0 0,-1 0 0,1 0 0,-1-1 0,1 1 0,0-1 0,0 0 0,0 1 0,0-1 0,1 0 0,-1 0 0,1 0 0,-1-1 0,1 1 0,0 0 0,-1-1 0,1 0 0,0 0 0,0 0 0,0 0 0,0 0 0,0 0 0,0-1 0,0 1 0,5-1 0,-2 0-6,1 0-1,0 0 1,-1-1 0,1 0-1,-1 0 1,1-1-1,-1 0 1,1 0 0,-1 0-1,0-1 1,0 0-1,0 0 1,0 0 0,-1-1-1,7-5 1,30-32 34,26-21 129,-67 61-149,0 0 1,0 1-1,0-1 0,0 1 0,0-1 0,0 1 0,0-1 0,0 1 0,1-1 1,-1 1-1,0 0 0,0 0 0,0 0 0,1 0 0,-1 0 0,0 0 0,0 0 0,0 0 1,1 0-1,-1 0 0,0 1 0,0-1 0,0 0 0,1 1 0,-1-1 0,0 1 0,0 0 1,0-1-1,0 1 0,0 0 0,0-1 0,0 1 0,0 0 0,-1 0 0,1 0 1,0 0-1,0 0 0,-1 0 0,1 0 0,0 1 0,5 8 21,-1 1-1,0-1 1,6 20 0,3 1 2,-14-30-23,1 0 0,0 0 0,-1-1 0,1 1 0,0-1 0,0 1 0,-1-1 0,1 1 0,0-1 0,0 1 0,0-1 0,0 0 0,-1 1 0,1-1 0,0 0 0,0 0 0,0 0 0,0 0 0,0 1 0,0-1 0,0 0 0,0-1 0,0 1 0,0 0 0,0 0 0,-1 0 0,1-1 0,0 1 0,0 0 0,0-1 0,0 1 0,0 0 0,1-2 0,29-20 114,-25 17-92,-2 2-15,9-7 18,0 0-1,1 1 1,19-9 0,-31 16-36,1 1 0,0-1 0,-1 1 0,1 0-1,0 0 1,0 0 0,0 0 0,0 1 0,0-1 0,0 1 0,0 0 0,0 0 0,0 0 0,0 0 0,0 0 0,0 1 0,0-1 0,0 1 0,0 0 0,0 0-1,0 0 1,0 0 0,-1 0 0,1 1 0,4 2 0,5 7-123,1 0 1,0-1-1,1 0 0,0-1 0,24 12 0,-29-18-41,-1 0 0,1 0-1,0-1 1,-1 0 0,1-1-1,0 0 1,0 0 0,0-1-1,1 0 1,-1 0 0,0-1-1,12-3 1,-16 3 144,1-1 0,-1 0 0,0 0 0,0 0 0,0 0 0,0-1 0,0 0 0,-1 0 0,1-1 0,-1 1-1,0-1 1,0 0 0,0 0 0,0 0 0,-1 0 0,1-1 0,-1 0 0,-1 1 0,4-8 0,-1 2 255,-1-1 0,0 0 0,-1-1 0,0 1 1,-1 0-1,0-1 0,-1 1 0,0-16 0,-1 26-211,0 1-1,0-1 1,0 0 0,0 0-1,0 1 1,0-1 0,0 0-1,-1 1 1,1-1 0,0 0-1,-1 0 1,1 1 0,0-1-1,-1 1 1,1-1 0,-1 0-1,1 1 1,-1-1 0,1 1-1,-1-1 1,1 1 0,-1-1-1,1 1 1,-1-1 0,0 1-1,1 0 1,-1-1-1,-1 1 1,-25-1 457,22 1-412,0 1 0,0 1 0,0-1 1,0 1-1,1 0 0,-1 0 0,1 0 0,-9 6 0,9-4-93,-1 1 0,1-1 0,0 1 0,1 0-1,-1 0 1,1 1 0,0-1 0,0 1 0,1-1 0,-1 1 0,1 0-1,1 0 1,-1 0 0,1 0 0,0 0 0,0 0 0,1 0 0,0 13-1,1-19 18,-1 1-1,0 0 1,1-1-1,-1 1 0,0-1 1,1 1-1,-1-1 0,1 1 1,-1-1-1,1 0 0,-1 1 1,1-1-1,-1 0 0,1 1 1,-1-1-1,1 0 1,0 1-1,-1-1 0,1 0 1,-1 0-1,1 0 0,0 0 1,-1 1-1,1-1 0,0 0 1,-1 0-1,1 0 0,0 0 1,-1-1-1,1 1 1,0 0-1,-1 0 0,1 0 1,-1 0-1,1-1 0,0 1 1,-1 0-1,1-1 0,-1 1 1,1 0-1,-1-1 0,1 0 1,28-12-56,-17 3 65,-10 8 6,0 0 1,0 0-1,0 0 0,1 1 1,-1-1-1,1 0 1,-1 1-1,1 0 0,-1-1 1,1 1-1,0 0 1,0 0-1,5 0 0,-7 2-13,0 0 0,0 1-1,0-1 1,0 1 0,0-1-1,0 1 1,-1 0 0,1-1-1,-1 1 1,1 0 0,-1-1-1,1 1 1,-1 0-1,0 0 1,0-1 0,0 4-1,1 0-5,-1 1 23,1 0 0,1 0 0,-1 0 1,1-1-1,0 1 0,1 0 0,-1-1 0,1 1 0,0-1 0,0 0 0,8 10 0,-8-13 0,0 1-1,0-1 1,1 0 0,-1 0 0,0 0-1,1-1 1,-1 1 0,1-1-1,0 0 1,-1 0 0,1 0-1,0 0 1,0-1 0,0 1-1,-1-1 1,1 0 0,0 0 0,0 0-1,0-1 1,4-1 0,-2 1 6,0-1 1,-1 0 0,1-1 0,0 1 0,-1-1-1,0 0 1,1-1 0,-1 1 0,0-1 0,-1 0-1,1 0 1,-1-1 0,0 1 0,0-1 0,0 0-1,-1 0 1,4-6 0,4-8 26,0-1 0,-2 0 0,11-31 0,-4 1 420,-3-1 0,-2 0 0,-2-1 1,-2 0-1,0-75 0,-7 126-407,0-1 1,0 1-1,0-1 0,0 0 1,0 1-1,0-1 0,0 1 1,-1-1-1,1 1 0,0-1 0,-1 1 1,1-1-1,-1 1 0,0-1 1,0 1-1,1 0 0,-1-1 1,0 1-1,0 0 0,0 0 1,0 0-1,0-1 0,-1 1 1,1 0-1,0 0 0,0 1 0,-1-1 1,1 0-1,-2 0 0,1 1-29,0 0 0,1 0-1,-1 0 1,0 0 0,0 0-1,1 1 1,-1-1 0,0 1-1,1-1 1,-1 1 0,1 0 0,-1 0-1,1 0 1,-1 0 0,1 0-1,-1 0 1,1 0 0,0 0-1,0 0 1,-1 1 0,1-1-1,0 0 1,0 1 0,0-1-1,0 1 1,1-1 0,-2 3-1,-8 16-10,1 1-1,1 0 1,1 0 0,1 1-1,1 0 1,0 0-1,-1 25 1,-2 159-11,8-190-166,0-1-1,1 0 1,0 1-1,1-1 1,1 0-1,9 29 1,-10-40 86,0 1 0,0-1 0,1 0 0,-1 0 0,1-1 0,0 1 0,0-1 0,0 1 0,1-1 0,-1 0 0,1 0 1,-1 0-1,1-1 0,0 1 0,0-1 0,0 0 0,1 0 0,-1 0 0,0-1 0,1 1 0,-1-1 0,1 0 0,-1-1 0,1 1 0,0-1 0,-1 0 0,6 0 0,-5-1 48,0 1-1,0-1 1,-1-1-1,1 1 1,-1-1-1,1 1 1,-1-1-1,1-1 1,-1 1-1,0-1 1,0 1-1,0-1 0,0 0 1,0-1-1,-1 1 1,0-1-1,1 1 1,-1-1-1,-1 0 1,1 0-1,4-9 1,4-8 89,-1 0 0,0-1 0,5-23 1,-1 0 779,-3 0 1,-2 0-1,-1-1 1,1-75-1,-21 258-694,-1 9-79,13-119-13,-1-14-137,1 0 0,0 0 0,1 1 1,0-1-1,7 25 0,-7-35 41,0 0 1,0-1 0,0 1-1,1 0 1,-1-1 0,1 0 0,0 1-1,-1-1 1,1 0 0,0 0-1,0 0 1,1 0 0,-1 0 0,0 0-1,1-1 1,-1 1 0,1-1-1,-1 0 1,1 1 0,0-1 0,0 0-1,-1-1 1,1 1 0,0 0-1,0-1 1,0 0 0,0 0-1,0 0 1,0 0 0,0 0 0,-1 0-1,6-2 1,-2 1 38,-1-1-1,0 0 1,1 0 0,-1-1 0,0 0-1,0 0 1,0 0 0,-1 0 0,1-1-1,-1 0 1,0 0 0,5-6 0,4-4 60,0-1 1,14-23 0,-33 84 235,3-37-291,1 1 1,0-1 0,0 0-1,1 1 1,0-1-1,1 1 1,0-1 0,0 1-1,3 12 1,-2-18-30,0-1 0,0 1 1,0-1-1,0 1 0,1-1 0,0 0 1,-1 0-1,1 1 0,1-1 1,-1 0-1,0-1 0,1 1 0,-1 0 1,1-1-1,0 1 0,0-1 1,0 0-1,0 0 0,0 0 0,1-1 1,-1 1-1,0-1 0,1 1 1,-1-1-1,1 0 0,5 0 0,-4 0 5,-1 0 0,1 0 0,-1 0-1,1-1 1,0 0 0,-1 0-1,1 0 1,-1-1 0,1 1 0,0-1-1,-1 0 1,1-1 0,-1 1-1,0-1 1,1 0 0,-1 0 0,0 0-1,0 0 1,0-1 0,-1 0-1,8-5 1,-2-3 264,-1-1-1,1 1 1,-2-2-1,0 1 1,10-23 0,-12 25 104,-9 55 851,-47 417 878,50-448-1984,-1 7-40,0 34 37,-3 0-1,-2-1 1,-3 1-1,-25 82 1,34-136-85,1-1 0,0 1 0,0-1 1,0 1-1,0-1 0,0 1 0,0 0 0,-1-1 0,1 1 0,0-1 0,-1 1 1,1-1-1,0 0 0,-1 1 0,1-1 0,0 1 0,-1-1 0,1 0 1,-1 1-1,1-1 0,-1 0 0,1 1 0,-1-1 0,1 0 0,-1 1 0,1-1 1,-1 0-1,1 0 0,-1 0 0,1 0 0,-1 0 0,1 0 0,-1 0 1,0 0-1,1 0 0,-1 0 0,1 0 0,-1 0 0,0 0 0,-16-18-393,6-4-380,1 0-1,1 0 0,2-1 0,0 0 1,1-1-1,-4-35 0,-5-150-8107,14 73-2330</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06.334"/>
    </inkml:context>
    <inkml:brush xml:id="br0">
      <inkml:brushProperty name="width" value="0.05" units="cm"/>
      <inkml:brushProperty name="height" value="0.05" units="cm"/>
      <inkml:brushProperty name="color" value="#E71224"/>
    </inkml:brush>
  </inkml:definitions>
  <inkml:trace contextRef="#ctx0" brushRef="#br0">1 27 17752,'0'0'8436,"121"-19"-8436,-65 16-192,-3-1-881,5 4-944,0 0-1520,-1 0-5331</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06.717"/>
    </inkml:context>
    <inkml:brush xml:id="br0">
      <inkml:brushProperty name="width" value="0.05" units="cm"/>
      <inkml:brushProperty name="height" value="0.05" units="cm"/>
      <inkml:brushProperty name="color" value="#E71224"/>
    </inkml:brush>
  </inkml:definitions>
  <inkml:trace contextRef="#ctx0" brushRef="#br0">1 1 16696,'0'0'9676,"18"1"-8873,170 4-2046,-187-5 1105,0 0-1,0-1 1,-1 1 0,1 0 0,0 0-1,0 1 1,0-1 0,-1 0 0,1 0-1,0 0 1,0 0 0,0 1 0,-1-1-1,1 0 1,0 1 0,-1-1 0,1 0 0,0 1-1,-1-1 1,1 1 0,0-1 0,-1 1-1,1 0 1,-1-1 0,1 1 0,-1-1-1,1 1 1,-1 0 0,1 0 0,-1 1-76,0-1 1,0 0-1,0 1 0,-1-1 1,1 0-1,0 1 1,-1-1-1,1 0 1,-1 0-1,1 1 0,-1-1 1,1 0-1,-1 0 1,0 0-1,-1 2 1,-36 35-2585,18-25 2663,-27 21 1078,22-8 2971,25-25-3786,0-1-1,0 1 1,0-1-1,0 0 1,1 1 0,-1-1-1,0 0 1,0 1-1,0-1 1,0 0 0,0 1-1,1-1 1,-1 0-1,0 1 1,0-1 0,1 0-1,-1 1 1,0-1-1,0 0 1,1 0 0,-1 1-1,0-1 1,1 0 0,-1 0-1,0 0 1,1 1-1,-1-1 1,0 0 0,1 0-1,-1 0 1,1 0-1,-1 0 1,0 0 0,1 0-1,-1 0 1,1 0-1,-1 0 1,0 0 0,1 0-1,-1 0 1,0 0-1,1 0 1,-1 0 0,1 0-1,-1-1 1,31 2-169,-25-2 519,86 0-243,-30-3-4784,-42 2-928</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08.189"/>
    </inkml:context>
    <inkml:brush xml:id="br0">
      <inkml:brushProperty name="width" value="0.05" units="cm"/>
      <inkml:brushProperty name="height" value="0.05" units="cm"/>
      <inkml:brushProperty name="color" value="#E71224"/>
    </inkml:brush>
  </inkml:definitions>
  <inkml:trace contextRef="#ctx0" brushRef="#br0">226 39 13766,'0'0'11123,"-3"-9"-10168,-8-21-448,23 59-91,218 485 1430,-220-496-1888,-10-18 42,0 0 0,0 0-1,0 0 1,0 0-1,0 0 1,0-1-1,0 1 1,0 0-1,0 0 1,0 0-1,0 0 1,0 0-1,0 0 1,0 0 0,0 0-1,0 0 1,0 0-1,0-1 1,0 1-1,0 0 1,0 0-1,0 0 1,0 0-1,1 0 1,-1 0-1,0 0 1,0 0-1,0 0 1,0 0 0,0 0-1,0 0 1,0 0-1,0 0 1,0 0-1,0 0 1,0 0-1,1 0 1,-1 0-1,0 0 1,0 0-1,0 0 1,0 0-1,0 0 1,0 0 0,0 0-1,0 0 1,0 0-1,0 0 1,1 0-1,-1 0 1,0 0-1,0 0 1,0 0-1,0 0 1,0 0-1,0 0 1,0 0 0,0 0-1,0 0 1,0 0-1,0 0 1,0 0-1,0 0 1,1 0-1,-1 1 1,-11-37 0,-1 11 16,-1 0 0,-1 0 0,-1 1 0,-1 1 0,-25-27 0,38 47-14,-1 0 1,1 0-1,0 1 0,-1 0 0,1-1 1,-1 1-1,0 1 0,0-1 0,0 0 1,0 1-1,0 0 0,0 0 0,0 0 1,0 1-1,0-1 0,0 1 0,-1 0 1,1 0-1,0 0 0,0 1 0,0-1 1,0 1-1,0 0 0,0 0 0,0 1 1,0-1-1,0 1 0,0 0 0,0 0 1,1 0-1,-1 1 0,-5 4 0,-10 9 17,1 0-1,1 1 0,1 1 0,-22 28 0,28-32-15,-9 9-25,0 2 0,2 0 0,-22 43 0,39-67-22,0-1 0,0 0-1,0 0 1,0 0 0,-1 1-1,1-1 1,0 0 0,0 0-1,0 0 1,0 1 0,0-1 0,0 0-1,0 0 1,0 1 0,0-1-1,0 0 1,0 0 0,0 0 0,1 1-1,-1-1 1,0 0 0,0 0-1,0 0 1,0 1 0,0-1-1,0 0 1,0 0 0,0 0 0,1 0-1,-1 1 1,0-1 0,0 0-1,0 0 1,0 0 0,1 0 0,-1 0-1,0 0 1,0 0 0,0 1-1,1-1 1,-1 0 0,0 0-1,0 0 1,0 0 0,1 0 0,-1 0-1,0 0 1,0 0 0,0 0-1,1 0 1,-1 0 0,0 0-1,0 0 1,0 0 0,1 0 0,-1 0-1,0-1 1,15-2-551,3-4-928,0-1 0,31-21 0,-3 2-3110,9-1-5011</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08.928"/>
    </inkml:context>
    <inkml:brush xml:id="br0">
      <inkml:brushProperty name="width" value="0.05" units="cm"/>
      <inkml:brushProperty name="height" value="0.05" units="cm"/>
      <inkml:brushProperty name="color" value="#E71224"/>
    </inkml:brush>
  </inkml:definitions>
  <inkml:trace contextRef="#ctx0" brushRef="#br0">413 39 12406,'0'0'10901,"11"-7"-9775,33-19-275,-33 20-235,-23 12-51,-177 95-202,-29 17-275,208-113-69,7-3-10,0-1-1,0 1 0,-1-1 0,1 1 1,0 0-1,0 0 0,1 0 1,-1 1-1,0-1 0,1 1 0,-1-1 1,1 1-1,0 0 0,0 0 1,0 0-1,0 0 0,-2 6 0,5-7-5,0-1-1,-1 0 1,1 0-1,0 0 1,0 0-1,1 0 1,-1 0-1,0 0 0,0 0 1,0 0-1,1 0 1,-1-1-1,0 1 1,1-1-1,-1 1 0,0-1 1,1 1-1,-1-1 1,1 0-1,-1 1 1,1-1-1,2 0 1,46 6 123,-40-5-85,65 6 152,-14-3-144,-1 3-1,1 2 1,107 33-1,-163-41-48,0 1 0,0 1 0,-1-1 1,1 0-1,-1 1 0,1 0 0,-1 0 0,5 5 0,-8-7-11,0 0 0,0 0-1,0 0 1,-1 0 0,1 1 0,0-1 0,-1 0 0,1 0 0,-1 1 0,1-1 0,-1 0 0,0 1-1,1-1 1,-1 0 0,0 1 0,0-1 0,0 0 0,0 1 0,0-1 0,0 0 0,0 1-1,-1-1 1,1 0 0,0 1 0,-1-1 0,1 0 0,-1 1 0,1-1 0,-1 0 0,0 0 0,0 0-1,1 0 1,-1 0 0,0 0 0,0 0 0,0 0 0,-2 2 0,-6 5-40,-1 1-1,0-2 1,-1 1 0,0-1-1,-21 10 1,-71 26-35,56-24 85,3-1 7,17-8-3,1 1-1,1 1 1,-44 28-1,68-39-2,0 0 0,0-1 0,0 1 0,0 0 0,0-1 0,0 1 0,0 0 0,0 0 1,1 0-1,-1 0 0,0-1 0,1 1 0,-1 0 0,1 0 0,-1 1 0,1-1 0,-1 0 0,1 0 0,0 0 0,-1 0 0,1 0 0,0 2 0,0-2 4,1 0-1,-1 0 0,0 0 1,1 0-1,0 0 1,-1 0-1,1-1 0,-1 1 1,1 0-1,0 0 0,0 0 1,0-1-1,-1 1 1,1-1-1,0 1 0,0 0 1,0-1-1,0 0 0,1 1 1,53 13 170,46-4-128,1-5 0,117-9 0,-206 4-244,0-1-1,0-1 1,0 0-1,16-5 1,-5-3-2507,1-2-3335,-12 4-4328</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09.300"/>
    </inkml:context>
    <inkml:brush xml:id="br0">
      <inkml:brushProperty name="width" value="0.05" units="cm"/>
      <inkml:brushProperty name="height" value="0.05" units="cm"/>
      <inkml:brushProperty name="color" value="#E71224"/>
    </inkml:brush>
  </inkml:definitions>
  <inkml:trace contextRef="#ctx0" brushRef="#br0">1 1 17688,'0'0'9412,"6"66"-8947,-2-38-337,-4 0-64,0-6-64,0-3-945,0-5-1008</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09.650"/>
    </inkml:context>
    <inkml:brush xml:id="br0">
      <inkml:brushProperty name="width" value="0.05" units="cm"/>
      <inkml:brushProperty name="height" value="0.05" units="cm"/>
      <inkml:brushProperty name="color" value="#E71224"/>
    </inkml:brush>
  </inkml:definitions>
  <inkml:trace contextRef="#ctx0" brushRef="#br0">15 46 17864,'0'0'7972,"-14"-46"-9301,26 57-1712,15-2-2850</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10.167"/>
    </inkml:context>
    <inkml:brush xml:id="br0">
      <inkml:brushProperty name="width" value="0.05" units="cm"/>
      <inkml:brushProperty name="height" value="0.05" units="cm"/>
      <inkml:brushProperty name="color" value="#E71224"/>
    </inkml:brush>
  </inkml:definitions>
  <inkml:trace contextRef="#ctx0" brushRef="#br0">54 126 9316,'0'0'5280,"-4"-16"-1969,-24-87 912,25 97-1113,0 7-1338,1 19-955,2 30-1071,7 58 1198,4 173 290,-12-217-1209,-2-1 1,-17 90 0,18-145-278,-2 16 154,3-8-3600,23-21-9246</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10.585"/>
    </inkml:context>
    <inkml:brush xml:id="br0">
      <inkml:brushProperty name="width" value="0.05" units="cm"/>
      <inkml:brushProperty name="height" value="0.05" units="cm"/>
      <inkml:brushProperty name="color" value="#E71224"/>
    </inkml:brush>
  </inkml:definitions>
  <inkml:trace contextRef="#ctx0" brushRef="#br0">1 93 14535,'0'0'10591,"2"15"-9964,0 31-247,-2-19-281,1 0-1,2-1 0,6 30 1,-9-54-103,1 0 1,-1 0 0,1 0-1,-1 0 1,1 0 0,0 0 0,0 0-1,0 0 1,0 0 0,0 0-1,0-1 1,1 1 0,-1 0-1,0-1 1,1 1 0,0-1-1,-1 0 1,1 1 0,0-1-1,-1 0 1,1 0 0,0 0-1,0 0 1,0 0 0,0 0-1,0-1 1,0 1 0,0-1-1,0 1 1,0-1 0,0 0-1,1 0 1,-1 0 0,0 0-1,0 0 1,0-1 0,0 1-1,0 0 1,0-1 0,0 0-1,0 1 1,2-2 0,4-2 5,0 0 0,0 0 0,0-1 1,-1 0-1,0 0 0,0-1 1,0 0-1,8-10 0,15-23 15,-19 24-13,-1 2 0,21-21 0,-8 76-198,-19-36 169,0-1 0,0 1 0,1-1 0,0 0 0,0 0 0,1-1 0,-1 1 0,1-1 0,0-1 1,0 1-1,0-1 0,1 0 0,-1 0 0,1-1 0,8 3 0,-12-4 19,1 0 1,-1-1-1,1 1 1,-1-1-1,0 1 0,1-1 1,-1 0-1,1-1 0,-1 1 1,1 0-1,-1-1 1,1 0-1,-1 0 0,0 0 1,0 0-1,1 0 0,-1-1 1,0 0-1,0 1 1,0-1-1,0 0 0,-1 0 1,1-1-1,-1 1 0,1-1 1,-1 1-1,0-1 1,0 0-1,0 1 0,0-1 1,0 0-1,1-5 0,1-2 73,-1-1 0,0 1 0,-1-1 0,0 0 0,-1 0 0,0 0 0,-1-1 0,0 1 0,-1 0 0,0 0 0,0 0 0,-2 0 0,1 1 0,-1-1 0,-1 0 0,0 1 0,0 0 0,-1 0-1,0 0 1,-9-11 0,14 21-99,0 1-1,0-1 1,0 0-1,0 1 1,0-1-1,0 0 1,0 1-1,0-1 0,-1 1 1,1-1-1,0 0 1,0 0-1,0 1 1,-1-1-1,1 0 1,0 1-1,0-1 0,-1 0 1,1 0-1,0 1 1,-1-1-1,1 0 1,0 0-1,-1 0 1,1 1-1,0-1 0,-1 0 1,1 0-1,0 0 1,-1 0-1,1 0 1,0 0-1,-1 0 0,1 0 1,-1 0-1,1 0 1,0 0-1,-1 0 1,1 0-1,0 0 1,-1 0-1,1 0 0,-1 0 1,1-1-1,0 1 1,-1 0-1,1 0 1,0 0-1,0 0 1,-1-1-1,1 1 0,0 0 1,-1 0-1,1-1 1,0 1-1,0 0 1,-1-1-1,1 1 1,0 0-1,0-1 0,0 1 1,0 0-1,-1-1 1,1 1-1,0 0 1,0-1-1,-2 31-3209,2-29 3071,0 36-4839,0 1-3778</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10.934"/>
    </inkml:context>
    <inkml:brush xml:id="br0">
      <inkml:brushProperty name="width" value="0.05" units="cm"/>
      <inkml:brushProperty name="height" value="0.05" units="cm"/>
      <inkml:brushProperty name="color" value="#E71224"/>
    </inkml:brush>
  </inkml:definitions>
  <inkml:trace contextRef="#ctx0" brushRef="#br0">1 1 16904,'0'0'10581,"6"100"-10453,-6-72-64,0-2-64,0-4-48,0-5-481,0-6-895</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11.283"/>
    </inkml:context>
    <inkml:brush xml:id="br0">
      <inkml:brushProperty name="width" value="0.05" units="cm"/>
      <inkml:brushProperty name="height" value="0.05" units="cm"/>
      <inkml:brushProperty name="color" value="#E71224"/>
    </inkml:brush>
  </inkml:definitions>
  <inkml:trace contextRef="#ctx0" brushRef="#br0">15 121 15687,'0'0'9813,"-15"-19"-11590,28 45-432,1 2-1889,3 0-9204</inkml:trace>
  <inkml:trace contextRef="#ctx0" brushRef="#br0" timeOffset="1">311 0 16103,'0'0'12273,"1"9"-11953,5 35 286,23 78 1,0 5-145,-12-12-1301,2 226 0,-19-335 426,-3 18-1853,2-23 1985,1-1 0,0 1-1,-1-1 1,1 1 0,-1-1 0,1 1-1,-1-1 1,1 1 0,-1-1-1,0 0 1,1 1 0,-1-1 0,1 0-1,-1 0 1,0 1 0,1-1 0,-1 0-1,1 0 1,-1 0 0,0 0-1,1 0 1,-2 0 0,-12 0-6458</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14.081"/>
    </inkml:context>
    <inkml:brush xml:id="br0">
      <inkml:brushProperty name="width" value="0.05" units="cm"/>
      <inkml:brushProperty name="height" value="0.05" units="cm"/>
      <inkml:brushProperty name="color" value="#E71224"/>
    </inkml:brush>
  </inkml:definitions>
  <inkml:trace contextRef="#ctx0" brushRef="#br0">0 1 8980,'0'0'16256,"5"3"-15910,4 0-317,-1 0 1,1-1-1,0 1 0,0-2 0,0 1 0,0-1 0,10 0 0,49 8-2289,-67-9 1979,0 1 1,0-1-1,0 0 1,0 0-1,0 1 1,1-1-1,-1 0 1,0 1-1,0 0 1,0-1-1,0 1 1,0-1-1,0 1 1,-1 0-1,1 0 1,0-1-1,0 1 1,0 0-1,-1 0 1,1 0-1,0 0 1,-1 0-1,1 0 1,-1 0-1,1 0 1,-1 0-1,1 3 1,-1-2-137,-1 0 0,1 0 0,-1 0 0,1 0 0,-1 0 0,0 0-1,1-1 1,-1 1 0,0 0 0,0 0 0,-1 0 0,1-1 0,0 1 0,-3 1 0,-28 27-3376,2-8 3327,25-18 1107,-5 2 243,-29 24 3375,37-28-3731,0-1 1,0 1-1,1 0 1,-1-1-1,0 1 0,1 0 1,0 0-1,-1 0 1,1 0-1,0 0 1,0 1-1,0-1 1,0 0-1,0 0 0,0 5 1,2-6-380,0 0 0,0-1 0,0 1 0,1 0 0,-1 0 0,0-1 0,0 1 0,1-1 0,-1 1 0,0-1 0,1 1 0,-1-1 0,1 0 0,-1 0 0,0 0 1,1 0-1,-1 0 0,1 0 0,-1 0 0,2 0 0,2 0 138,81 4 544,-14 0-4087,-44-3-1234</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14.840"/>
    </inkml:context>
    <inkml:brush xml:id="br0">
      <inkml:brushProperty name="width" value="0.05" units="cm"/>
      <inkml:brushProperty name="height" value="0.05" units="cm"/>
      <inkml:brushProperty name="color" value="#E71224"/>
    </inkml:brush>
  </inkml:definitions>
  <inkml:trace contextRef="#ctx0" brushRef="#br0">269 0 17656,'0'0'9319,"-4"10"-9175,2-1-100,0-1-1,0 0 0,1 1 1,0-1-1,0 1 1,1 0-1,1-1 0,-1 1 1,1-1-1,3 14 1,31 98 571,-16-62-419,16 44 132,-19-58-328,-2 0-1,-1 0 0,8 62 0,-22-112-114,1-5 105,-1 1-1,-1 0 0,0 0 1,0 0-1,-1 0 0,-7-18 1,2 14 13,0 0 0,-1 1 1,-1 0-1,0 0 0,0 1 0,-22-19 1,28 28 0,1 0-1,-1 1 1,1-1 0,-1 1 0,0-1 0,0 1 0,0 1 0,0-1-1,-1 0 1,1 1 0,0 0 0,-1 0 0,1 0 0,-1 1 0,1-1-1,-1 1 1,1 0 0,-1 1 0,1-1 0,-1 1 0,1 0 0,0 0-1,-1 0 1,1 0 0,0 1 0,0 0 0,0 0 0,0 0 0,-4 3-1,-6 5 18,1 1-1,0 0 1,1 2-1,0-1 1,1 1-1,-17 26 1,7-6-174,-31 69 0,52-102 87,0 0 0,0 0 1,-1 0-1,1 0 1,0 1-1,0-1 0,0 0 1,0 0-1,0 0 0,0 0 1,0 0-1,0 0 0,0 1 1,0-1-1,0 0 0,0 0 1,0 0-1,0 0 0,0 1 1,0-1-1,0 0 1,0 0-1,0 0 0,0 0 1,0 0-1,0 1 0,0-1 1,0 0-1,0 0 0,0 0 1,0 0-1,0 0 0,0 1 1,0-1-1,0 0 1,0 0-1,0 0 0,1 0 1,-1 0-1,0 0 0,0 0 1,0 1-1,0-1 0,0 0 1,0 0-1,1 0 0,-1 0 1,0 0-1,0 0 1,0 0-1,0 0 0,1 0 1,11-3-1472,14-11-386,15-14-3149,5-5-5274</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15.200"/>
    </inkml:context>
    <inkml:brush xml:id="br0">
      <inkml:brushProperty name="width" value="0.05" units="cm"/>
      <inkml:brushProperty name="height" value="0.05" units="cm"/>
      <inkml:brushProperty name="color" value="#E71224"/>
    </inkml:brush>
  </inkml:definitions>
  <inkml:trace contextRef="#ctx0" brushRef="#br0">101 0 19033,'0'0'9023,"-8"17"-8687,-8 23-117,1 0 0,2 2-1,2-1 1,2 2 0,-4 45 0,3 18 54,4 112 0,6-202-307,1 1 1,0-1-1,2 1 0,0-1 0,0 0 0,1 0 1,1 0-1,1 0 0,11 21 0,-13-31-118,0 1 0,0-1 0,1 0 0,0 0 0,0 0 0,0-1 0,1 0 0,0 0 0,0 0 0,0-1 0,0 0 0,1 0 0,0 0 0,0-1 0,0 0 0,0 0 0,0-1 0,0 0 0,1 0 0,-1-1 0,1 0 0,11 0 0,-7 0-850,1-1-1,0 0 0,0-1 1,0 0-1,19-5 0,16-16-5776</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15.879"/>
    </inkml:context>
    <inkml:brush xml:id="br0">
      <inkml:brushProperty name="width" value="0.05" units="cm"/>
      <inkml:brushProperty name="height" value="0.05" units="cm"/>
      <inkml:brushProperty name="color" value="#E71224"/>
    </inkml:brush>
  </inkml:definitions>
  <inkml:trace contextRef="#ctx0" brushRef="#br0">3 45 14231,'0'0'11130,"0"-7"-10047,-2-16-751,2 32-146,0 56-31,0-28-52,0-3-47,8 66-1,-6-91-75,-1 0-1,1-1 0,0 1 1,1-1-1,0 1 0,0-1 0,1 0 1,0 0-1,1-1 0,0 1 1,0-1-1,0 0 0,7 7 1,-11-13 8,0 0 1,0 0 0,0 0-1,1 0 1,-1 0 0,0-1-1,0 1 1,1 0 0,-1 0-1,1-1 1,-1 1-1,0-1 1,1 0 0,-1 1-1,1-1 1,-1 0 0,1 0-1,-1 0 1,1 0 0,-1 0-1,1 0 1,-1 0 0,1 0-1,1-1 1,0-1 10,0 1 0,-1-1 0,1 0 0,-1 1 0,1-1 0,-1 0 0,0 0 0,0 0 0,0-1 0,0 1 1,3-5-1,2-4 27,-1-1-1,0 0 1,-1-1 0,6-17 0,0-20 480,6-61-1,-17 123-541,1 1-1,0-1 1,1 1-1,0-1 1,1 0-1,1 0 0,0 0 1,0-1-1,1 1 1,1-1-1,9 16 1,-11-22-8,-1-1 0,1 1 1,0 0-1,0-1 0,0 0 1,1 0-1,-1 0 1,1-1-1,0 0 0,0 1 1,0-2-1,1 1 0,-1-1 1,1 1-1,-1-1 1,1-1-1,0 1 0,0-1 1,0 0-1,0-1 0,-1 1 1,1-1-1,0 0 1,0-1-1,0 1 0,9-3 1,-11 2 52,0-1 1,1 0 0,-1 0-1,0 0 1,-1 0 0,1-1-1,0 0 1,-1 1 0,1-1 0,-1 0-1,0-1 1,0 1 0,0-1-1,-1 1 1,1-1 0,-1 0-1,0 0 1,0 0 0,0 0-1,0 0 1,-1 0 0,0-1-1,1 1 1,-1-5 0,3-12 215,0 0 1,-2 0 0,0-34-1,-2 47-200,0 1 0,-1-1 0,1 1 0,-2-1-1,1 1 1,-1 0 0,0 0 0,0-1 0,-1 2 0,0-1 0,0 0-1,-1 0 1,1 1 0,-2 0 0,1 0 0,-1 0 0,0 0 0,-7-6-1,11 12-170,1 0-1,0 0 0,0 0 0,-1 0 0,1 0 0,0 1 0,-1-1 0,1 0 0,0 0 0,0 0 1,-1 1-1,1-1 0,0 0 0,0 0 0,-1 1 0,1-1 0,0 0 0,0 1 0,0-1 0,0 0 1,0 0-1,-1 1 0,1-1 0,0 0 0,0 1 0,0-1 0,0 0 0,0 1 0,0-1 0,0 0 1,0 1-1,0-1 0,0 0 0,0 1 0,0-1 0,0 0 0,1 1 0,-1-1 0,0 0 1,0 1-1,0-1 0,2 19-3963,8 7-4438</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17.197"/>
    </inkml:context>
    <inkml:brush xml:id="br0">
      <inkml:brushProperty name="width" value="0.05" units="cm"/>
      <inkml:brushProperty name="height" value="0.05" units="cm"/>
      <inkml:brushProperty name="color" value="#E71224"/>
    </inkml:brush>
  </inkml:definitions>
  <inkml:trace contextRef="#ctx0" brushRef="#br0">50 136 11541,'0'0'11870,"-5"-13"-10502,-16-42-156,21 56-1178,0-1 1,0 0 0,0 0 0,0 0-1,0 0 1,-1 0 0,1 0-1,0 0 1,0 0 0,0 0 0,0 0-1,0 0 1,0 1 0,0-1 0,0 0-1,0 0 1,0 0 0,0 0 0,-1 0-1,1 0 1,0 0 0,0 0 0,0 0-1,0 0 1,0 0 0,0 0-1,0 0 1,0 0 0,0 0 0,-1 0-1,1 0 1,0 0 0,0 0 0,0 0-1,0 0 1,0 0 0,0 0 0,0 0-1,0 0 1,0 0 0,-1-1 0,1 1-1,0 0 1,0 0 0,0 0-1,0 0 1,0 0 0,0 0 0,0 0-1,0 0 1,0 0 0,0 0 0,0 0-1,0 0 1,0-1 0,0 1 0,0 0-1,-3 16 334,1 22-395,20 186 1581,-2-47-899,-11 260-23,-5-387-303,-27-559-345,0 9 37,39 829-186,-1 11 82,-11-319-31,-1-8-226,1 0 0,0 0 1,1-1-1,1 1 0,5 23 0,-6-33-17,1 0 0,-1 0-1,1 0 1,-1 0 0,1 0-1,0 0 1,0-1 0,0 1 0,0-1-1,1 1 1,-1-1 0,1 0-1,-1 0 1,1 0 0,0 0-1,0 0 1,0-1 0,0 1-1,0-1 1,0 0 0,0 0-1,1 0 1,-1 0 0,0-1-1,1 1 1,-1-1 0,4 0-1,37 1-8048</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17.733"/>
    </inkml:context>
    <inkml:brush xml:id="br0">
      <inkml:brushProperty name="width" value="0.05" units="cm"/>
      <inkml:brushProperty name="height" value="0.05" units="cm"/>
      <inkml:brushProperty name="color" value="#E71224"/>
    </inkml:brush>
  </inkml:definitions>
  <inkml:trace contextRef="#ctx0" brushRef="#br0">19 27 13622,'0'0'12905,"-2"-7"-11689,-9-13-582,10 20-623,1 0 1,0 0-1,0 0 0,0 0 0,0 0 0,-1 0 0,1 0 0,0 0 1,0 0-1,0 0 0,-1 0 0,1 0 0,0 0 0,0 1 0,0-1 0,0 0 1,-1 0-1,1 0 0,0 0 0,0 0 0,0 0 0,0 1 0,-1-1 0,1 0 1,0 0-1,0 0 0,0 0 0,0 0 0,0 1 0,0-1 0,0 0 1,0 0-1,0 0 0,0 1 0,0-1 0,-1 0 0,1 0 0,0 0 0,0 1 1,0-1-1,0 0 0,0 0 0,1 0 0,-1 0 0,0 1 0,0-1 0,0 0 1,0 1-1,1 53 772,0-20-539,-1 192 316,0-226-840,0-11-2716,0-57-7764,0 42 625</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18.269"/>
    </inkml:context>
    <inkml:brush xml:id="br0">
      <inkml:brushProperty name="width" value="0.05" units="cm"/>
      <inkml:brushProperty name="height" value="0.05" units="cm"/>
      <inkml:brushProperty name="color" value="#E71224"/>
    </inkml:brush>
  </inkml:definitions>
  <inkml:trace contextRef="#ctx0" brushRef="#br0">12 3 16872,'0'0'11189,"0"-1"-11178,0 1-1,0 0 1,-1 0 0,1 0-1,0-1 1,0 1 0,-1 0 0,1 0-1,0 0 1,0 0 0,-1 0-1,1 0 1,0-1 0,0 1 0,-1 0-1,1 0 1,0 0 0,-1 0-1,1 0 1,0 0 0,0 0 0,-1 0-1,1 0 1,0 0 0,-1 0-1,1 0 1,0 0 0,0 1 0,-1-1-1,1 0 1,0 0 0,0 0-1,-1 0 1,1 0 0,0 1 0,0-1-1,-1 0 1,1 0 0,0 0-1,0 1 1,0-1 0,0 0 0,-1 0-1,1 0 1,0 1 0,0-1-1,0 0 1,0 0 0,0 1 0,0-1-1,0 0 1,-1 1 0,1-1-1,0 0 1,0 0 0,0 1 0,0-1-1,0 0 1,0 1 0,0-1-1,1 0 1,-1 1 0,0 10 77,0 1 1,1 0 0,0-1-1,1 1 1,0-1-1,1 0 1,0 0-1,7 15 1,6 28 280,-3 13-32,-3 0-1,3 88 1,-12 139-123,-3-138-657,2-155-93,7-37-8719,0 10 2497</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18.618"/>
    </inkml:context>
    <inkml:brush xml:id="br0">
      <inkml:brushProperty name="width" value="0.05" units="cm"/>
      <inkml:brushProperty name="height" value="0.05" units="cm"/>
      <inkml:brushProperty name="color" value="#E71224"/>
    </inkml:brush>
  </inkml:definitions>
  <inkml:trace contextRef="#ctx0" brushRef="#br0">0 55 18056,'0'0'10549,"87"0"-10309,-34 0-96,-1-2-96,-3-2-48,-6 0-112,-10-1-800,-12 1-609,-11-1-560,-10-5-784,0 1-801,-10-2-3697</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18.966"/>
    </inkml:context>
    <inkml:brush xml:id="br0">
      <inkml:brushProperty name="width" value="0.05" units="cm"/>
      <inkml:brushProperty name="height" value="0.05" units="cm"/>
      <inkml:brushProperty name="color" value="#E71224"/>
    </inkml:brush>
  </inkml:definitions>
  <inkml:trace contextRef="#ctx0" brushRef="#br0">54 49 10389,'0'0'15540,"-9"-10"-14155,-25-27-566,34 37-813,-1 0-1,1 0 1,0 0 0,0 0-1,0-1 1,0 1 0,-1 0 0,1 0-1,0 0 1,0 0 0,0 0-1,0 0 1,-1 0 0,1 0 0,0 0-1,0-1 1,0 1 0,-1 0-1,1 0 1,0 0 0,0 0-1,0 0 1,-1 0 0,1 0 0,0 0-1,0 0 1,0 1 0,-1-1-1,1 0 1,0 0 0,0 0 0,0 0-1,-1 0 1,1 0 0,0 0-1,0 0 1,0 1 0,0-1 0,-1 0-1,1 0 1,0 0 0,0 0-1,0 0 1,0 1 0,0-1-1,0 0 1,0 0 0,0 0 0,-1 1-1,1-1 1,0 0 0,0 0-1,0 0 1,0 1 0,0-1 0,0 0-1,0 0 1,0 0 0,0 1-1,0-1 1,0 0 0,0 0 0,0 0-1,1 1 1,-2 19-3,1-16 39,-1 68 107,3 91 88,0-144-990,0 1 0,2-1 1,8 26-1,-11-41 317,1 0 0,-1 0 1,0-1-1,1 1 0,0-1 0,0 0 1,0 1-1,0-1 0,1 0 0,-1 0 1,1 0-1,0-1 0,0 1 0,4 3 1,18 3-5619</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19.333"/>
    </inkml:context>
    <inkml:brush xml:id="br0">
      <inkml:brushProperty name="width" value="0.05" units="cm"/>
      <inkml:brushProperty name="height" value="0.05" units="cm"/>
      <inkml:brushProperty name="color" value="#E71224"/>
    </inkml:brush>
  </inkml:definitions>
  <inkml:trace contextRef="#ctx0" brushRef="#br0">1 104 16760,'0'0'6776,"0"-17"-5666,4-49-264,-1 45 877,1 24 386,2 18-726,-6-21-1625,25 134 916,-6 0 0,4 245 0,-22-345-727,0-16-127,-1 0 0,-1 0 0,0 0 0,-7 28 0,7-71-11150,8 5 3676</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19.667"/>
    </inkml:context>
    <inkml:brush xml:id="br0">
      <inkml:brushProperty name="width" value="0.05" units="cm"/>
      <inkml:brushProperty name="height" value="0.05" units="cm"/>
      <inkml:brushProperty name="color" value="#E71224"/>
    </inkml:brush>
  </inkml:definitions>
  <inkml:trace contextRef="#ctx0" brushRef="#br0">1 41 15543,'0'0'10050,"0"17"-9692,0 183 23,0-198-397,0 0 0,0 0-1,0 0 1,0 0 0,0 1 0,1-1 0,-1 0-1,1 0 1,-1 0 0,1 0 0,0 0-1,0 0 1,0 0 0,0 0 0,0 0 0,0 0-1,3 3 1,-2-5-3,-1 1 0,0 0-1,0 0 1,1-1 0,-1 1-1,1-1 1,-1 1 0,0-1 0,1 0-1,-1 1 1,1-1 0,-1 0-1,1 0 1,-1 0 0,1 0 0,-1 0-1,1 0 1,-1-1 0,3 0-1,2-1 4,-1 0-1,1 0 0,-1-1 0,0 1 0,0-1 0,0-1 0,0 1 0,0-1 0,-1 0 0,1 0 1,4-7-1,73-109 329,-79 179 120,-3-43-353,-1-13-128,1 1 1,0 0 0,0-1-1,0 1 1,1-1 0,-1 1-1,1-1 1,0 1 0,1 3-1,-1-6 26,0 1 0,0-1 0,0 0 0,1 0 0,-1 0 0,0 0 0,1 0 0,-1 0 0,0 0 0,1 0 0,-1-1 0,1 1 0,0-1 0,-1 1 0,1-1 0,-1 1-1,1-1 1,0 0 0,-1 0 0,1 0 0,0 0 0,-1 0 0,3 0 0,-1-1 41,1 0-1,-1 0 0,0 0 1,0 0-1,-1 0 0,1 0 1,0-1-1,0 0 0,-1 1 1,1-1-1,-1 0 1,1 0-1,-1 0 0,0-1 1,0 1-1,0-1 0,0 1 1,0-1-1,0 1 0,-1-1 1,1 0-1,-1 0 0,0 0 1,0 0-1,0 0 1,0 0-1,0-3 0,3-9 217,-1 1 1,0 0-1,-1-1 0,0-23 0,-1 20 12,-2-33 258,1 49-511,0-1 0,0 1 0,-1 0 0,1-1 0,-1 1-1,1 0 1,-1 0 0,0 0 0,0 0 0,0 0 0,0 0 0,-1 0-1,1 0 1,0 0 0,-1 0 0,0 0 0,-1-1 0,2 5-747,0 0 1,0 0 0,1 0 0,-1 0 0,1 1 0,0-1-1,0 0 1,-1 0 0,1 1 0,1-1 0,-1 0 0,1 4-1,6 16-5766</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20.083"/>
    </inkml:context>
    <inkml:brush xml:id="br0">
      <inkml:brushProperty name="width" value="0.05" units="cm"/>
      <inkml:brushProperty name="height" value="0.05" units="cm"/>
      <inkml:brushProperty name="color" value="#E71224"/>
    </inkml:brush>
  </inkml:definitions>
  <inkml:trace contextRef="#ctx0" brushRef="#br0">0 0 9396,'0'0'10338,"18"9"-9508,52 32-504,-69-40-311,1 0 0,-1 0 0,0 0 0,0 0 1,0 0-1,0 0 0,0 0 0,0 1 1,0-1-1,0 0 0,0 1 0,0-1 1,-1 0-1,1 1 0,0-1 0,-1 1 0,1-1 1,-1 1-1,0-1 0,0 1 0,1-1 1,-1 1-1,0 0 0,0-1 0,0 1 1,-1-1-1,1 1 0,0-1 0,-1 1 0,1-1 1,0 1-1,-2 1 0,0 1 71,-1 1 0,1-1 0,-1 0 0,0 0 0,-1 0 0,-5 5 0,7-7-51,-17 14 321,15-13-271,-1-1 0,1 2 0,0-1-1,1 0 1,-1 1 0,1-1 0,-1 1 0,1 0 0,0 0 0,0 1 0,1-1 0,-1 0 0,1 1 0,0 0 0,-2 5 0,7-9-47,0 0-1,0 0 0,0 0 1,0 0-1,0-1 1,0 1-1,0-1 0,0 0 1,0 0-1,0 0 1,0 0-1,4-1 0,-1 1 21,10-2-65,0 1 0,0-2 0,-1 0 0,1-1 0,-1 0 0,0-1 0,0-1-1,0-1 1,16-9 0,-19 9-1194,-1 0 1,1-1-1,13-14 0,-9 5-4399</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20.449"/>
    </inkml:context>
    <inkml:brush xml:id="br0">
      <inkml:brushProperty name="width" value="0.05" units="cm"/>
      <inkml:brushProperty name="height" value="0.05" units="cm"/>
      <inkml:brushProperty name="color" value="#E71224"/>
    </inkml:brush>
  </inkml:definitions>
  <inkml:trace contextRef="#ctx0" brushRef="#br0">0 1 17592,'0'0'11480,"3"5"-11104,9 29-130,-1 0-1,-1 0 1,-2 2-1,6 48 1,-1 148-526,-9-117-849,-4-103 685,0-7 27,0 0 0,0 0 0,0 0 0,1 0 1,0 0-1,0 0 0,0-1 0,0 1 0,1 0 1,3 6-1,-1-9-3049,-4-1 3177,1-1 0,-1 0 0,0 0 0,1 0 0,-1 0 1,1 0-1,-1 0 0,0-1 0,1 1 0,-1 0 0,0 0 1,1 0-1,-1 0 0,0 0 0,1 0 0,0-1-289</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20.783"/>
    </inkml:context>
    <inkml:brush xml:id="br0">
      <inkml:brushProperty name="width" value="0.05" units="cm"/>
      <inkml:brushProperty name="height" value="0.05" units="cm"/>
      <inkml:brushProperty name="color" value="#E71224"/>
    </inkml:brush>
  </inkml:definitions>
  <inkml:trace contextRef="#ctx0" brushRef="#br0">184 0 19353,'0'0'8697,"9"23"-8430,120 220 952,18 35-612,-130-241-599,-2 2 0,-2 0 0,-1 0-1,-2 1 1,7 66 0,-14-72-98,-2-1 0,-2 0 0,-4 41 0,2-56-27,-1 0 0,0-1 0,-1 1 0,-1-1 0,0 0-1,-2 0 1,-12 22 0,0-10-588,-2 0 0,0-2 0,-2 0 0,-1-2 0,-1 0 0,-1-2 0,-1-1 0,0-1 0,-2-1 0,-1-2 0,-63 27 0,-24-3-3689</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21.478"/>
    </inkml:context>
    <inkml:brush xml:id="br0">
      <inkml:brushProperty name="width" value="0.05" units="cm"/>
      <inkml:brushProperty name="height" value="0.05" units="cm"/>
      <inkml:brushProperty name="color" value="#E71224"/>
    </inkml:brush>
  </inkml:definitions>
  <inkml:trace contextRef="#ctx0" brushRef="#br0">104 48 8228,'0'0'11813,"-3"-8"-10570,-13-24-247,16 31-963,-1 1 1,1-1 0,-1 1 0,1-1 0,0 1-1,-1-1 1,1 1 0,-1 0 0,0-1 0,1 1 0,-1-1-1,1 1 1,-1 0 0,1 0 0,-1-1 0,0 1-1,1 0 1,-1 0 0,0 0 0,1 0 0,-1 0-1,0 0 1,1 0 0,-1 0 0,0 0 0,1 0 0,-1 0-1,0 0 1,1 0 0,-1 0 0,1 1 0,-1-1-1,0 0 1,1 1 0,-1-1 0,1 0 0,-1 1 0,1-1-1,-1 0 1,1 1 0,-1-1 0,1 1 0,-1-1-1,1 1 1,-1-1 0,1 1 0,0 0 0,-1-1-1,1 1 1,0-1 0,0 1 0,0 0 0,-1-1 0,1 2-1,-1-1 68,-6 12 56,0 0 0,0 0-1,1 0 1,1 1 0,0 0-1,1 0 1,0 0 0,2 1-1,-3 20 1,1 23 277,4 61 0,1-58-187,0 93 156,6 0-1,8-1 1,5 0 0,58 211 0,-64-317-495,1-1 1,3 0-1,44 80 1,-52-110-158,1 1 0,1-2 0,0 0 0,1 0 0,20 17 0,-24-25-90,0 0-1,1 0 0,0-1 0,0 0 0,0-1 0,1 0 0,0 0 0,0-1 0,21 4 1,42-2-2927,1-6-1363</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23.344"/>
    </inkml:context>
    <inkml:brush xml:id="br0">
      <inkml:brushProperty name="width" value="0.05" units="cm"/>
      <inkml:brushProperty name="height" value="0.05" units="cm"/>
      <inkml:brushProperty name="color" value="#E71224"/>
    </inkml:brush>
  </inkml:definitions>
  <inkml:trace contextRef="#ctx0" brushRef="#br0">262 1 3298,'0'0'7923,"-21"0"-4764,18 0-3051,-20 0 577,0 1 1,0 1-1,0 1 1,0 2-1,-34 9 1,48-10-292,-28 11 639,36-14-977,0 0-1,-1 0 1,1-1 0,0 1 0,0 0 0,0 0-1,0 0 1,0 0 0,0 1 0,0-1-1,0 0 1,0 0 0,0 0 0,0 1 0,1-1-1,-1 0 1,1 1 0,-1-1 0,1 1-1,-1-1 1,1 3 0,0-2-25,1-1-1,0 0 0,0 1 1,-1-1-1,1 0 1,0 0-1,0 0 1,0 0-1,0 0 1,0 0-1,1 0 1,-1 0-1,0 0 1,0 0-1,1-1 1,-1 1-1,0 0 1,1-1-1,-1 1 0,0-1 1,1 0-1,-1 1 1,1-1-1,-1 0 1,3 0-1,49 7 399,-46-6-337,447 4 1279,-364-7-1270,592-25 44,22 0-119,1124 14 57,-1793 13 273,0 2-1,40 7 1,-73-9-23,-7 1-226,-83 12-464,-3-9-3504,28-4-1427</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30.694"/>
    </inkml:context>
    <inkml:brush xml:id="br0">
      <inkml:brushProperty name="width" value="0.05" units="cm"/>
      <inkml:brushProperty name="height" value="0.05" units="cm"/>
      <inkml:brushProperty name="color" value="#E71224"/>
    </inkml:brush>
  </inkml:definitions>
  <inkml:trace contextRef="#ctx0" brushRef="#br0">167 1 10229,'0'0'1096,"-20"6"238,-7-1-730,15-2-266,0-1-1,0 1 1,1 1-1,-1 0 1,1 1-1,-15 7 1,24-11-145,0 0-1,1 0 1,-1 0 0,0 0-1,0 0 1,1 0 0,-1 1 0,0-1-1,1 0 1,-1 1 0,1-1 0,-2 4-1,3-5-136,0 1-1,0-1 1,0 1 0,0-1-1,0 0 1,0 1-1,0-1 1,0 1-1,1-1 1,-1 0-1,0 1 1,0-1 0,1 0-1,-1 1 1,0-1-1,0 0 1,1 1-1,-1-1 1,0 0-1,1 0 1,-1 1 0,0-1-1,1 0 1,-1 0-1,0 0 1,1 1-1,-1-1 1,1 0-1,-1 0 1,0 0 0,1 0-1,-1 0 1,1 0-1,-1 0 1,1 0-1,61 4 1808,-47-4-2015,1057-24 1438,-275 13-667,-522 13-411,216-5-222,574 8 564,292 7-202,-1232-12-309,193 2 11,649-18 121,-219 3 396,-498 14-440,-192 4 561,-47-2-64,-38-1-1674,-73-2-5513,35 0-1196</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39.193"/>
    </inkml:context>
    <inkml:brush xml:id="br0">
      <inkml:brushProperty name="width" value="0.05" units="cm"/>
      <inkml:brushProperty name="height" value="0.05" units="cm"/>
      <inkml:brushProperty name="color" value="#E71224"/>
    </inkml:brush>
  </inkml:definitions>
  <inkml:trace contextRef="#ctx0" brushRef="#br0">414 20 11125,'0'0'12259,"-10"-3"-11613,-3 0-565,-11-6 408,61 5-224,-11 4-190,-4-1-29,0 1 0,0 1 0,-1 1 0,41 9 0,-57-10-49,-1 0 0,1 1 0,-1-1 0,1 1 0,-1 0 0,0 1 0,0-1 0,0 1 0,0 0 0,0 0 0,-1 0 0,1 0 0,-1 0 0,0 1 0,0 0 0,0 0 0,0-1 0,-1 2 0,0-1 0,0 0 0,0 0 0,0 1 0,0-1 0,-1 1 0,0-1 0,0 1 0,0 0 0,0 7 0,-1 76 21,-3-1-1,-24 140 1,23-194-17,-18 275 35,11-87-32,9-205 29,1-1 0,-2 1-1,0-1 1,-1 1 0,-8 19 0,11-31-3,-1 0 1,0 0-1,0 0 1,0 0-1,-1-1 1,1 1-1,-1-1 1,0 1-1,0-1 1,0 0-1,-1 0 1,1-1-1,-1 1 1,1-1-1,-1 0 1,0 1-1,0-2 0,0 1 1,0 0-1,0-1 1,0 0-1,-1 0 1,-7 1-1,-23-1-125,1-2 0,0-2 0,0-1 0,0-1-1,-41-13 1,-13-1-1468,9 4-1340,4 0-2126</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43.415"/>
    </inkml:context>
    <inkml:brush xml:id="br0">
      <inkml:brushProperty name="width" value="0.05" units="cm"/>
      <inkml:brushProperty name="height" value="0.05" units="cm"/>
      <inkml:brushProperty name="color" value="#E71224"/>
    </inkml:brush>
  </inkml:definitions>
  <inkml:trace contextRef="#ctx0" brushRef="#br0">1 43 18360,'0'0'8981,"80"-26"-8901,-16 19-16,0 1-64,-5 6-48,-9-4-97,-11 4-831,-10 0-705,-15 0-656</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43.798"/>
    </inkml:context>
    <inkml:brush xml:id="br0">
      <inkml:brushProperty name="width" value="0.05" units="cm"/>
      <inkml:brushProperty name="height" value="0.05" units="cm"/>
      <inkml:brushProperty name="color" value="#E71224"/>
    </inkml:brush>
  </inkml:definitions>
  <inkml:trace contextRef="#ctx0" brushRef="#br0">43 210 12966,'0'0'12470,"-43"2"-12454,43 33 48,0 12 208,0 4-160,8 5-112,0 1-16,3-1-897,-1-6-1600,7-13-1553,1-13-5490</inkml:trace>
  <inkml:trace contextRef="#ctx0" brushRef="#br0" timeOffset="1">509 1 19593,'0'0'8385,"-2"14"-8238,-1 38 274,2 1 1,3-1-1,11 64 1,0 24-166,-10-63-259,-3-38-700,2 0-1,10 57 1,-11-92 438,0-1 0,0 1 0,0 0 0,1 0 1,-1 0-1,1-1 0,0 1 0,3 4 0,-4-7-76,0 0-1,0 0 1,1 0 0,-1 0 0,0 0 0,0 0-1,1 0 1,-1 0 0,1 0 0,-1-1 0,0 1-1,1-1 1,-1 1 0,1-1 0,1 1 0,15 0-7108</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44.183"/>
    </inkml:context>
    <inkml:brush xml:id="br0">
      <inkml:brushProperty name="width" value="0.05" units="cm"/>
      <inkml:brushProperty name="height" value="0.05" units="cm"/>
      <inkml:brushProperty name="color" value="#E71224"/>
    </inkml:brush>
  </inkml:definitions>
  <inkml:trace contextRef="#ctx0" brushRef="#br0">8 0 19081,'0'0'7080,"-1"21"-6877,-1 3-106,-1 7 3,2 0-1,3 51 1,-1-75-109,-1-1-1,1 1 1,0 0 0,0-1-1,1 0 1,0 1-1,0-1 1,1 0-1,-1 0 1,1 0-1,0 0 1,1 0-1,0-1 1,0 0-1,0 0 1,0 0-1,1 0 1,0 0-1,0-1 1,6 4-1,-8-6-16,1 0 0,0 0 0,0-1 0,0 0-1,0 1 1,0-2 0,0 1 0,0 0 0,0-1-1,0 0 1,0 1 0,1-2 0,-1 1 0,0 0-1,0-1 1,0 0 0,0 0 0,0 0-1,0-1 1,0 1 0,0-1 0,-1 0 0,1 0-1,-1 0 1,1 0 0,-1-1 0,0 1 0,1-1-1,1-3 1,9-10 64,0 0 0,-2 0 0,0-1 0,16-30 0,-6 10-66,-14 23 36,-6 11 6,-1 0 1,1-1-1,0 1 1,0 0 0,0 0-1,1 0 1,-1 1-1,1-1 1,-1 0 0,6-2-1,-8 5-13,0-1-1,0 1 0,1 0 0,-1 0 1,0 0-1,1 0 0,-1 0 1,0 0-1,0 1 0,1-1 1,-1 0-1,0 0 0,0 0 0,1 0 1,-1 0-1,0 0 0,0 0 1,1 0-1,-1 1 0,0-1 1,0 0-1,0 0 0,1 0 0,-1 0 1,0 1-1,0-1 0,0 0 1,0 0-1,0 1 0,1-1 1,-1 0-1,0 0 0,0 1 0,0-1 1,0 0-1,0 0 0,0 1 1,0-1-1,0 0 0,0 0 1,0 1-1,0-1 0,0 0 0,0 0 1,0 1-1,0-1 0,0 1 1,0-1-2,4 28-95,-1-6 107,1-1-1,8 25 1,-10-41-23,-1-1 0,1 1 0,0-1 0,0 1 0,1-1 0,-1 0 0,1 0 0,0 0 0,0 0 0,0 0 0,0-1 0,1 1 0,0-1 0,-1 0 0,8 4-1,-10-6 12,0-1 0,1 1-1,-1 0 1,1-1-1,-1 1 1,1-1-1,-1 1 1,1-1-1,-1 0 1,1 0-1,-1 1 1,1-1-1,-1 0 1,1 0 0,0-1-1,-1 1 1,1 0-1,-1-1 1,1 1-1,-1 0 1,1-1-1,-1 0 1,0 1-1,1-1 1,1-1-1,-1 0 21,1-1 0,-1 1 0,1-1 0,-1 0 0,0 0 0,0 0 0,0 0 0,-1 0 0,1 0 0,1-6 0,1-5 84,0 1 1,-1-1 0,-1 0-1,1-22 1,-1 2-66,0 21-143,-1 1 0,-1-1 0,0 1 0,-1-1 0,-3-12 0,3 51-15881</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44.550"/>
    </inkml:context>
    <inkml:brush xml:id="br0">
      <inkml:brushProperty name="width" value="0.05" units="cm"/>
      <inkml:brushProperty name="height" value="0.05" units="cm"/>
      <inkml:brushProperty name="color" value="#E71224"/>
    </inkml:brush>
  </inkml:definitions>
  <inkml:trace contextRef="#ctx0" brushRef="#br0">1 0 10629,'0'0'10583,"14"15"-10324,41 49-141,-54-62-114,0-1 0,0 1 0,0-1 0,0 1 0,-1 0 1,1-1-1,0 1 0,-1 0 0,0 0 0,1 0 0,-1-1 1,0 1-1,0 0 0,0 0 0,0 0 0,0 0 0,0-1 1,0 1-1,-1 0 0,1 0 0,-1-1 0,1 1 0,-1 0 1,0 0-1,0-1 0,-1 4 0,-3 0 18,1 0-1,-1 0 1,1 0 0,-1 0-1,-9 5 1,-1 3 133,15-13-131,-1 0-1,1 1 1,0-1-1,-1 0 1,1 0 0,0 0-1,0 1 1,-1-1-1,1 0 1,0 0 0,0 1-1,-1-1 1,1 0 0,0 0-1,0 1 1,0-1-1,0 0 1,0 1 0,-1-1-1,1 0 1,0 1-1,0-1 1,0 0 0,0 1-1,0-1 1,0 0-1,0 1 1,0-1 0,0 0-1,0 1 1,0-1-1,0 0 1,1 1 0,-1-1-1,0 0 1,0 1-1,0-1 1,0 0 0,0 1-1,1-1 1,-1 0-1,0 0 1,1 1 0,18 3 477,29-9 0,-27 0-659,0-1 1,-1-1-1,30-15 1,18-19-4357,-45 22-587</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44.913"/>
    </inkml:context>
    <inkml:brush xml:id="br0">
      <inkml:brushProperty name="width" value="0.05" units="cm"/>
      <inkml:brushProperty name="height" value="0.05" units="cm"/>
      <inkml:brushProperty name="color" value="#E71224"/>
    </inkml:brush>
  </inkml:definitions>
  <inkml:trace contextRef="#ctx0" brushRef="#br0">9 1 9172,'0'0'17563,"-3"7"-17368,1 8-97,0-1 1,1 1 0,0 0 0,2 0 0,-1-1 0,2 1-1,5 28 1,3 31 116,-9 95-107,-4-121-890,3-1 0,1 0 0,14 76 0,-15-120 540,7 17-1487,2-13-2316,3-5-3009</inkml:trace>
  <inkml:trace contextRef="#ctx0" brushRef="#br0" timeOffset="1">400 275 18857,'0'0'7139,"132"0"-7139,-79 0-96,-9 0-785,-11 2-767,-11 5-1314,-16 6-3649</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45.265"/>
    </inkml:context>
    <inkml:brush xml:id="br0">
      <inkml:brushProperty name="width" value="0.05" units="cm"/>
      <inkml:brushProperty name="height" value="0.05" units="cm"/>
      <inkml:brushProperty name="color" value="#E71224"/>
    </inkml:brush>
  </inkml:definitions>
  <inkml:trace contextRef="#ctx0" brushRef="#br0">0 1 11685,'0'0'13270,"107"44"-13077,-63-44-193,-1-5-33,2-3-831,-1-1-1489,3-6-3234</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45.782"/>
    </inkml:context>
    <inkml:brush xml:id="br0">
      <inkml:brushProperty name="width" value="0.05" units="cm"/>
      <inkml:brushProperty name="height" value="0.05" units="cm"/>
      <inkml:brushProperty name="color" value="#E71224"/>
    </inkml:brush>
  </inkml:definitions>
  <inkml:trace contextRef="#ctx0" brushRef="#br0">0 16 14519,'0'0'11301,"6"-5"-10904,-5 4-386,-1 0 0,1 0 0,0 0 0,-1 1 0,1-1 0,0 0 0,0 1 0,0-1 0,0 1-1,-1-1 1,1 1 0,0-1 0,0 1 0,0 0 0,0-1 0,0 1 0,0 0 0,0 0 0,0 0 0,0-1-1,0 1 1,0 0 0,0 1 0,0-1 0,0 0 0,0 0 0,0 0 0,0 1 0,0-1 0,2 1 0,17 29 735,2 8-297,-10-22-388,0-1-1,1 0 1,1-2-1,1 1 1,0-2-1,0 0 1,26 15-1,13 3-82,58 23-1,-83-40-10,-29-13 17,-1 0-1,1 0 1,0 0 0,0 1-1,-1-1 1,1 0-1,0 0 1,0 0 0,0 0-1,-1 0 1,1 1 0,0-1-1,0 0 1,0 0 0,0 1-1,-1-1 1,1 0 0,0 0-1,0 0 1,0 1 0,0-1-1,0 0 1,0 1 0,0-1-1,0 0 1,0 0 0,0 1-1,0-1 1,0 0 0,0 0-1,0 1 1,0-1 0,0 0-1,0 0 1,0 1 0,0-1-1,0 0 1,0 1-1,0-1 1,0 0 0,0 0-1,1 0 1,-1 1 0,0-1-1,0 0 1,0 0 0,0 0-1,1 1 1,-1-1 0,0 0-1,0 0 1,1 0 0,-1 0-1,0 1 1,0-1 0,1 0-1,-1 0 1,0 0 0,1 0-1,-25 5-248,-15-2-877,-47 0 0,72-4 112,0 0 0,1 0 0,-1-1 1,1-1-1,-1 0 0,1-1 1,-15-6-1,-16-15-8844</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46.148"/>
    </inkml:context>
    <inkml:brush xml:id="br0">
      <inkml:brushProperty name="width" value="0.05" units="cm"/>
      <inkml:brushProperty name="height" value="0.05" units="cm"/>
      <inkml:brushProperty name="color" value="#E71224"/>
    </inkml:brush>
  </inkml:definitions>
  <inkml:trace contextRef="#ctx0" brushRef="#br0">0 41 12614,'0'0'7843,"118"-31"-6898,-48 23-465,8 6-384,0 2-96,-4 0-720,-12 8-1617,-12 7-3842</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41.979"/>
    </inkml:context>
    <inkml:brush xml:id="br0">
      <inkml:brushProperty name="width" value="0.05" units="cm"/>
      <inkml:brushProperty name="height" value="0.05" units="cm"/>
      <inkml:brushProperty name="color" value="#E71224"/>
    </inkml:brush>
  </inkml:definitions>
  <inkml:trace contextRef="#ctx0" brushRef="#br0">20 0 16888,'0'0'7216,"-3"10"-6826,-4 28-124,2-1 0,2 1 1,2 0-1,2 40 0,0-16-204,-1-46-52,1 0 1,0 0-1,7 29 1,-7-42-11,0 0 0,0 0 0,0 0 0,1 0 0,-1 0 1,1 0-1,-1 0 0,1-1 0,0 1 0,0-1 0,0 1 0,3 2 1,-4-5-2,0 1 0,1 0 0,-1 0 0,1-1 1,-1 1-1,1-1 0,-1 1 0,1-1 1,0 1-1,-1-1 0,1 0 0,-1 0 1,1 0-1,0 0 0,-1 0 0,1 0 0,-1-1 1,1 1-1,-1 0 0,1-1 0,0 1 1,-1-1-1,1 0 0,-1 1 0,3-3 1,1 0 18,0-1 0,0 1 0,-1-1 0,1-1 0,-1 1 1,0-1-1,0 1 0,0-1 0,3-7 0,30-55 107,-27 47-109,28-60 83,-37 80-103,-1-1-1,0 1 1,0 0 0,0 0-1,0 0 1,1 0-1,-1 0 1,0-1 0,0 1-1,0 0 1,1 0 0,-1 0-1,0 0 1,0 0 0,0 0-1,1 0 1,-1 0-1,0 0 1,0 0 0,1 0-1,-1 0 1,0 0 0,0 0-1,0 0 1,1 0-1,-1 0 1,0 0 0,0 0-1,0 0 1,1 1 0,-1-1-1,0 0 1,0 0 0,0 0-1,0 0 1,1 0-1,-1 0 1,0 1 0,0-1-1,0 0 1,0 0 0,0 0-1,1 0 1,-1 1-1,0-1 1,0 0 0,0 0-1,0 0 1,0 1 0,0-1-1,0 0 1,0 0 0,0 1-1,0-1 1,0 0-1,0 0 1,0 0 0,0 1-1,7 15-47,-7-15 37,6 16 19,1-1 1,1 1-1,0-1 1,1-1 0,1 0-1,17 22 1,-22-32-6,0 0 1,0 0-1,0 0 0,0-1 1,1 0-1,0 0 0,0 0 0,0-1 1,0 1-1,1-2 0,-1 1 1,1-1-1,0 0 0,0 0 1,0-1-1,0 1 0,0-2 1,0 1-1,10-1 0,-14-1 6,1 0 1,-1 0-1,1 0 0,-1 0 0,1 0 1,-1-1-1,0 1 0,0-1 0,0 0 0,0 0 1,0 0-1,0 0 0,-1-1 0,1 1 0,-1-1 1,1 0-1,-1 0 0,0 0 0,0 0 0,0 0 1,-1 0-1,1 0 0,-1 0 0,1-1 1,0-4-1,2-6 15,0 1 0,-1-1 0,-1 0 0,0 0 0,0-17 0,-2 13 26,0-1-1,-1 1 0,-6-36 0,5 48-39,1 1 0,-1-1-1,0 1 1,0 0 0,0-1-1,-1 1 1,0 0 0,0 0-1,0 1 1,-1-1 0,1 1-1,-1-1 1,0 1 0,-1 0-1,1 1 1,0-1 0,-6-2-1,9 5-61,1 1 0,-1-1 0,1 1 0,-1-1 0,1 1 0,-1-1 0,1 1 0,-1 0 0,0-1 0,1 1 0,-1 0 0,0 0 0,1-1 0,-1 1 0,0 0 0,1 0 0,-1 0 0,0 0 0,1 0 1,-1 0-1,0 0 0,1 0 0,-1 0 0,0 0 0,1 0 0,-1 0 0,0 1 0,1-1 0,-1 0 0,0 1 0,1-1 0,-1 0 0,1 1 0,-2 0 0,-1 21-4644,3-17 4156,0 24-5067</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42.349"/>
    </inkml:context>
    <inkml:brush xml:id="br0">
      <inkml:brushProperty name="width" value="0.05" units="cm"/>
      <inkml:brushProperty name="height" value="0.05" units="cm"/>
      <inkml:brushProperty name="color" value="#E71224"/>
    </inkml:brush>
  </inkml:definitions>
  <inkml:trace contextRef="#ctx0" brushRef="#br0">9 1 14583,'0'0'10613,"-9"66"-10165,9-27 16,0-5-224,0-5-80,0-1-80,0-6-160,0-1-176,0-7-816,0-10-1137,15-8-7492</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42.733"/>
    </inkml:context>
    <inkml:brush xml:id="br0">
      <inkml:brushProperty name="width" value="0.05" units="cm"/>
      <inkml:brushProperty name="height" value="0.05" units="cm"/>
      <inkml:brushProperty name="color" value="#E71224"/>
    </inkml:brush>
  </inkml:definitions>
  <inkml:trace contextRef="#ctx0" brushRef="#br0">1 1 14423,'0'0'10895,"0"14"-10492,3 22-109,2 0 0,1 0 1,17 53-1,-4-12-692,-3 1 1,-3 0-1,-4 1 1,-2 98-1,-12-136-2290,4-39 2445,1-1 0,-1 1-1,0-1 1,0 0 0,0 0-1,0 1 1,0-1-1,0 0 1,0 0 0,0 0-1,0 0 1,-1 0 0,1 0-1,0 0 1,-1-1-1,1 1 1,0 0 0,-1-1-1,1 1 1,-1-1 0,1 1-1,-1-1 1,1 0-1,-3 0 1,-27 2-6419</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43.065"/>
    </inkml:context>
    <inkml:brush xml:id="br0">
      <inkml:brushProperty name="width" value="0.05" units="cm"/>
      <inkml:brushProperty name="height" value="0.05" units="cm"/>
      <inkml:brushProperty name="color" value="#E71224"/>
    </inkml:brush>
  </inkml:definitions>
  <inkml:trace contextRef="#ctx0" brushRef="#br0">1 1 15879,'0'0'7588,"2"129"-6356,18-53-655,1 10 79,-2 6-320,-9 3-192,-2-6-144,-2-6 0,5-18-144,5-13-464,15-15-625,12-15-912,27-15-816,15-7-2738</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55.373"/>
    </inkml:context>
    <inkml:brush xml:id="br0">
      <inkml:brushProperty name="width" value="0.05" units="cm"/>
      <inkml:brushProperty name="height" value="0.05" units="cm"/>
      <inkml:brushProperty name="color" value="#E71224"/>
    </inkml:brush>
  </inkml:definitions>
  <inkml:trace contextRef="#ctx0" brushRef="#br0">0 14 11717,'0'0'8922,"0"-13"-8453,1 23-360,1 0 0,0 0 0,0 0 0,1 0 0,6 14-1,8 33 157,-11-6 32,-2 0 0,-3 73 0,-2-52-211,2-71-179,0-1 1,0 0-1,0 1 1,0-1-1,0 0 1,0 1-1,0-1 1,0 0 0,0 0-1,0 0 1,0 0-1,0 0 1,1 0-1,-1-1 1,0 1-1,1-1 1,-1 1 55,60-21-5427,-21 3-1070</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1:56.045"/>
    </inkml:context>
    <inkml:brush xml:id="br0">
      <inkml:brushProperty name="width" value="0.05" units="cm"/>
      <inkml:brushProperty name="height" value="0.05" units="cm"/>
      <inkml:brushProperty name="color" value="#E71224"/>
    </inkml:brush>
  </inkml:definitions>
  <inkml:trace contextRef="#ctx0" brushRef="#br0">9 1 8100,'0'0'11922,"-1"0"-11888,0 1 0,1-1 0,-1 1-1,1 0 1,-1-1 0,0 1-1,1 0 1,-1 0 0,1-1 0,0 1-1,-1 0 1,1 0 0,0 0-1,-1 0 1,1-1 0,0 1 0,0 0-1,0 0 1,0 0 0,0 0-1,0 1 1,0 3-29,1-1 0,-1 0 0,1 0 0,0 0 1,1 0-1,-1 0 0,1 0 0,0 0 0,0 0 0,0 0 0,0-1 0,1 1 0,-1-1 0,1 0 0,0 0 0,0 0 0,0 0 0,0 0 1,1 0-1,3 1 0,-5-3 1,0 1 0,-1-1 0,1 0 0,0 0 0,0 0 0,0-1 0,0 1 0,0 0 0,0-1 0,1 0 0,-1 1 0,0-1 0,0 0 0,0 0 1,0 0-1,0 0 0,1 0 0,-1-1 0,0 1 0,0-1 0,0 1 0,0-1 0,0 0 0,0 0 0,0 0 0,0 0 0,0 0 0,-1 0 0,1 0 0,0-1 0,-1 1 1,1-1-1,-1 1 0,1-1 0,-1 0 0,0 1 0,1-1 0,-1 0 0,0 0 0,1-2 0,5-14-55,0 2 1089,-6 16-1025,-1 0 1,1 0-1,-1 1 1,1-1 0,-1 0-1,0 0 1,1 1 0,-1-1-1,0 0 1,1 0-1,-1 1 1,1-1 0,-1 0-1,0 1 1,0-1 0,1 1-1,-1-1 1,0 0-1,0 1 1,0-1 0,1 1-1,-1-1 1,0 1 0,0-1-1,0 1 1,0-1-1,0 1 1,0-1 0,0 0-1,0 1 1,0-1 0,0 1-1,0-1 1,0 1-1,0-1 1,-1 1 0,21 83 116,-11-45-958,0 0 0,2 46 1,-8-54-2238,2-4-2852</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2:42.725"/>
    </inkml:context>
    <inkml:brush xml:id="br0">
      <inkml:brushProperty name="width" value="0.05" units="cm"/>
      <inkml:brushProperty name="height" value="0.05" units="cm"/>
      <inkml:brushProperty name="color" value="#E71224"/>
    </inkml:brush>
  </inkml:definitions>
  <inkml:trace contextRef="#ctx0" brushRef="#br0">0 489 9172,'0'0'9279,"0"-31"-7558,6 23-1628,-1 1-1,1-1 1,1 1 0,-1 1 0,1-1 0,0 1-1,1 1 1,0-1 0,-1 1 0,2 0 0,-1 1-1,18-7 1,12-3-154,66-15 0,-77 22 129,92-19-39,145-14 0,127 10-52,-182 16 7,1085-39-16,-384 53 136,-838 3-123,84 15 0,-94-10-4,23-2 334,-79-5-256,0-2 0,0 1 0,0 0 0,0-1 0,0 0 0,0 0 0,0-1 0,-1 0 0,1 0 0,0 0 0,8-6 0,-13 8-47,0-1 0,0 0 1,0 1-1,0-1 0,0 0 1,0 0-1,0 0 0,0 0 1,0 0-1,-1 0 0,1 0 1,0 0-1,-1 0 0,1 0 0,0-1 1,-1 1-1,0 0 0,1 0 1,-1-1-1,0 1 0,0 0 1,1 0-1,-1-1 0,0 1 0,0 0 1,0-1-1,-1 1 0,1 0 1,0 0-1,0-1 0,-1 1 1,1 0-1,-1 0 0,1 0 1,-1-1-1,1 1 0,-1 0 0,0 0 1,0 0-1,1 0 0,-1 0 1,0 0-1,-1-1 0,-4-3-30,1 1-1,-1 0 1,1-1-1,-1 2 1,0-1-1,-9-3 1,-42-15 7,-98-25 0,62 21 752,107 27-71,56 5-582,-34 3-59,-1 1 1,0 2-1,53 26 1,-80-35-29,-1 1 1,1 0 0,-1 1 0,0-1 0,-1 2-1,1-1 1,-1 0 0,0 1 0,-1 0-1,1 1 1,-1-1 0,0 1 0,-1 0-1,0 0 1,0 1 0,0-1 0,-1 1 0,0 0-1,0 0 1,-1 0 0,0 0 0,1 11-1,-3-10 7,-1-1 0,1 1-1,-1 0 1,-1 0 0,1-1 0,-2 1-1,1-1 1,-1 0 0,0 1-1,-1-1 1,0-1 0,-9 14-1,-4 2-301,-1 0-1,-33 31 0,-5 5-3348,35-33-643</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2:43.079"/>
    </inkml:context>
    <inkml:brush xml:id="br0">
      <inkml:brushProperty name="width" value="0.05" units="cm"/>
      <inkml:brushProperty name="height" value="0.05" units="cm"/>
      <inkml:brushProperty name="color" value="#E71224"/>
    </inkml:brush>
  </inkml:definitions>
  <inkml:trace contextRef="#ctx0" brushRef="#br0">0 1 17864,'0'0'6259,"9"2"-5976,-7-1-251,1 1-1,0-1 1,0 1 0,-1 0-1,1-1 1,-1 1 0,0 0 0,0 0-1,1 1 1,-1-1 0,0 0 0,-1 1-1,1-1 1,0 1 0,-1 0 0,1-1-1,-1 1 1,0 0 0,0 0-1,0 0 1,-1 0 0,1 0 0,0 0-1,-1 0 1,0 3 0,2 19 197,-1-1 0,-3 36 1,1-9-14,-1 41 77,0-30-205,8 87 0,-5-143-84,-1 0 0,2 0 0,-1 0-1,1 0 1,0 0 0,0 0 0,0 0 0,1 0-1,0-1 1,0 0 0,1 1 0,-1-1-1,1 0 1,0 0 0,0-1 0,7 6 0,-5-6-8,1 1 0,0-2 0,-1 1 1,1-1-1,0 0 0,0 0 1,1-1-1,-1 0 0,0-1 0,1 1 1,-1-1-1,16 0 0,-11-1-238,0 0-1,0 0 1,0-2 0,0 1-1,0-1 1,-1-1-1,1 0 1,-1-1 0,12-5-1,-15 5-591,0-1 0,0 1 1,-1-2-1,0 1 0,0-1 0,0 0 0,11-14 0,6-13-5982</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2:43.412"/>
    </inkml:context>
    <inkml:brush xml:id="br0">
      <inkml:brushProperty name="width" value="0.05" units="cm"/>
      <inkml:brushProperty name="height" value="0.05" units="cm"/>
      <inkml:brushProperty name="color" value="#E71224"/>
    </inkml:brush>
  </inkml:definitions>
  <inkml:trace contextRef="#ctx0" brushRef="#br0">1 49 7892,'0'0'16727,"49"-45"-16663,-8 42-64,-3 3-128,-8 0-144,-3 0-1281,-12 0-800,-11 16-1600,-4 7-2771</inkml:trace>
  <inkml:trace contextRef="#ctx0" brushRef="#br0" timeOffset="1">87 167 7187,'0'0'13767,"-2"54"-13239,37-59-400,0-10-128,2 2-304,-2-2-721,5-2-1344,-3-1-1825,2-1-2033</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2:43.762"/>
    </inkml:context>
    <inkml:brush xml:id="br0">
      <inkml:brushProperty name="width" value="0.05" units="cm"/>
      <inkml:brushProperty name="height" value="0.05" units="cm"/>
      <inkml:brushProperty name="color" value="#E71224"/>
    </inkml:brush>
  </inkml:definitions>
  <inkml:trace contextRef="#ctx0" brushRef="#br0">54 53 11125,'0'0'10930,"0"6"-10687,-1 43 82,0-36-312,0 0 0,1 0 0,1 0 0,0 0 0,5 25 0,-5-35-46,0 0 0,0 0 0,1 0 1,-1 0-1,1-1 0,-1 1 1,1-1-1,0 1 0,0-1 1,0 1-1,1-1 0,-1 0 1,0 0-1,1 0 0,-1 0 1,1-1-1,0 1 0,0-1 1,-1 1-1,1-1 0,0 0 0,0 0 1,0 0-1,0-1 0,0 1 1,1-1-1,-1 1 0,0-1 1,0 0-1,4-1 0,-4 1 23,1 0-1,0 0 1,0 0 0,-1-1-1,1 0 1,0 0-1,-1 0 1,1 0 0,0 0-1,-1-1 1,0 1-1,1-1 1,-1 0-1,0 0 1,0 0 0,0-1-1,0 1 1,0-1-1,-1 0 1,1 1 0,-1-1-1,0 0 1,0-1-1,0 1 1,0 0-1,2-5 1,-1 0 123,-1 0 1,1-1-1,-1 1 0,-1-1 1,0 1-1,0-1 1,0 0-1,-1 1 0,-1-1 1,-2-14-1,3 18-73,-1 1 0,-1 0-1,1-1 1,-1 1 0,1 0 0,-1 0 0,0 0-1,-1 0 1,1 0 0,-1 1 0,1-1 0,-1 1-1,0 0 1,0-1 0,-1 1 0,1 1-1,-1-1 1,0 0 0,1 1 0,-1 0 0,0 0-1,0 0 1,-5-2 0,-4 0-93,0 1 0,0 0 0,-1 0 0,1 1 0,0 1 0,-20 0 0,31 1-101,1 0 0,-1 0-1,0 0 1,1 0 0,-1 0-1,0 0 1,0 1 0,1-1 0,-1 1-1,0-1 1,1 1 0,-1 0-1,1-1 1,-1 1 0,1 0-1,-1 0 1,1 0 0,0 0-1,-1 1 1,1-1 0,0 0-1,0 0 1,0 1 0,-1 1 0,-10 17-4131</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2:44.696"/>
    </inkml:context>
    <inkml:brush xml:id="br0">
      <inkml:brushProperty name="width" value="0.05" units="cm"/>
      <inkml:brushProperty name="height" value="0.05" units="cm"/>
      <inkml:brushProperty name="color" value="#E71224"/>
    </inkml:brush>
  </inkml:definitions>
  <inkml:trace contextRef="#ctx0" brushRef="#br0">121 115 15207,'0'0'2089,"-2"-18"165,-9-57-485,1 54 148,10 21-1888,0 0-1,-1 0 0,1 0 0,-1 0 0,1 0 0,0 0 0,-1 0 0,1 0 0,0 0 0,-1 0 0,1 0 0,-1 0 0,1 0 1,0 0-1,-1 0 0,1 1 0,0-1 0,-1 0 0,1 0 0,0 1 0,-1-1 0,1 0 0,0 0 0,0 1 0,-1-1 0,1 0 0,0 1 1,0-1-1,0 0 0,-1 1 0,-12 28 386,-1 20-153,2 0 1,-9 94 0,6 107 190,10-126-385,2-71-81,0-12-145,1 1-1,2-1 1,6 42 0,-5-79 60,-1-1-1,1 1 1,0 0-1,0-1 1,1 1-1,-1-1 1,1 1-1,-1-1 1,1 0-1,0 0 1,1 0 0,-1 0-1,0 0 1,1 0-1,-1-1 1,1 1-1,0-1 1,0 0-1,0 1 1,0-1-1,0-1 1,5 3-1,-1-2-346,-1 0 0,1 0 0,-1 0 0,1-1 0,0 0 0,-1-1 0,1 1 0,0-1 0,0-1 0,-1 1-1,11-3 1,36-14-5850</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2:45.076"/>
    </inkml:context>
    <inkml:brush xml:id="br0">
      <inkml:brushProperty name="width" value="0.05" units="cm"/>
      <inkml:brushProperty name="height" value="0.05" units="cm"/>
      <inkml:brushProperty name="color" value="#E71224"/>
    </inkml:brush>
  </inkml:definitions>
  <inkml:trace contextRef="#ctx0" brushRef="#br0">1 179 13990,'0'0'7572,"27"-4"-7049,182-35-131,-198 37-390,97-23 10,-96 21-14,-1 0 1,1-1 0,-1 0 0,0 0 0,0-1-1,17-13 1,-27 19-7,0-1 0,0 0 0,1 0 0,-1 1 0,0-1 0,0 0-1,0 0 1,0 0 0,0 0 0,0-1 0,0 1 0,-1 0 0,1 0 0,0 0-1,0-1 1,-1 1 0,1 0 0,-1-1 0,1 1 0,-1-1 0,0 1 0,0 0-1,1-1 1,-1 1 0,0-1 0,0 1 0,0-1 0,-1 1 0,1-1 0,0 1-1,0 0 1,-2-3 0,1 2 0,-1 1-1,1-1 0,-1 1 1,1 0-1,-1-1 1,0 1-1,0 0 1,1 0-1,-1 0 0,0 0 1,0 0-1,0 1 1,0-1-1,0 1 1,-1-1-1,1 1 0,0 0 1,0 0-1,0-1 1,-3 2-1,0-2 52,-1 1-1,0 0 0,0 0 1,0 1-1,0-1 1,0 1-1,0 1 0,0-1 1,1 1-1,-1 0 1,1 0-1,-1 1 1,1 0-1,0 0 0,0 0 1,0 0-1,0 1 1,1 0-1,-1 0 0,1 0 1,0 0-1,0 1 1,0 0-1,1-1 1,0 1-1,0 1 0,0-1 1,1 0-1,-3 8 1,-5 17 23,1 1 0,2-1 1,1 1-1,1 1 0,2-1 1,0 46-1,-3 28-704,5-97 366,-4 56-2365,3-22-3405,2-25-1993</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2:45.463"/>
    </inkml:context>
    <inkml:brush xml:id="br0">
      <inkml:brushProperty name="width" value="0.05" units="cm"/>
      <inkml:brushProperty name="height" value="0.05" units="cm"/>
      <inkml:brushProperty name="color" value="#E71224"/>
    </inkml:brush>
  </inkml:definitions>
  <inkml:trace contextRef="#ctx0" brushRef="#br0">0 167 2673,'0'0'13895,"19"-13"-12076,64-36-912,-78 46-849,1 0-1,-1 1 1,0 0-1,1 0 1,0 0-1,0 1 1,-1 0-1,1 0 1,0 1-1,8-1 1,-11 1-31,0 1 0,0-1 1,1 1-1,-1 0 0,0 0 1,0 0-1,0 0 0,-1 0 1,1 1-1,0-1 0,0 1 1,-1 0-1,1 0 0,3 3 1,-3 0 10,1-1-1,-1 0 1,0 1 0,-1 0 0,1 0 0,-1 0 0,0 0-1,0 0 1,0 0 0,-1 0 0,0 1 0,0-1-1,0 0 1,-1 1 0,0-1 0,0 1 0,-1 8 0,1-11-15,0 0 0,-1-1 0,0 1 0,1 0 0,-1-1 0,0 1 0,0-1 0,0 1 0,-1-1 0,1 0 0,-1 1 0,1-1 0,-1 0 0,0 0 0,0 0 0,1 0 0,-1 0 0,-1 0 0,1-1 0,0 1 0,0-1 0,-1 0 0,1 1 0,-1-1 0,1 0 0,-1 0 0,1-1 0,-4 2 0,5-3 34,0 1 1,1 0-1,-1-1 1,1 1-1,-1-1 1,1 1 0,-1-1-1,1 1 1,-1-1-1,1 1 1,0-1 0,-1 0-1,1 1 1,0-1-1,-1 1 1,1-1-1,0 0 1,0 1 0,-1-1-1,1 0 1,0 0-1,0 1 1,0-1-1,0 0 1,0 1 0,0-1-1,0 0 1,0 1-1,1-2 1,1-26 317,-2 26-335,2-8-1,1 1 0,0-1 0,0 1 1,1 0-1,0 0 0,1 0 0,0 1 0,0-1 1,1 1-1,0 0 0,0 1 0,1 0 0,10-9 1,-6 6-72,0 0 1,1 1 0,0 0-1,1 1 1,0 1 0,0-1-1,1 2 1,17-6 0,20 4-2409,-17 10-3596,-9 6-4908</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2:45.796"/>
    </inkml:context>
    <inkml:brush xml:id="br0">
      <inkml:brushProperty name="width" value="0.05" units="cm"/>
      <inkml:brushProperty name="height" value="0.05" units="cm"/>
      <inkml:brushProperty name="color" value="#E71224"/>
    </inkml:brush>
  </inkml:definitions>
  <inkml:trace contextRef="#ctx0" brushRef="#br0">75 1 16632,'0'0'8142,"15"22"-7723,22 32-166,-2 1 1,-2 2-1,-4 1 1,26 68-1,-48-100-246,0 0-1,-2-1 1,-1 2 0,-1-1-1,-1 0 1,-2 30-1,-1-39-80,-1 1 0,0-1 0,-2 0-1,0 0 1,0-1 0,-2 1-1,0-1 1,-1 0 0,-1 0-1,-11 16 1,1-5-717,-2-2 1,-1 0-1,-33 30 1,-34 20-6047,46-41-3298</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2:58.163"/>
    </inkml:context>
    <inkml:brush xml:id="br0">
      <inkml:brushProperty name="width" value="0.05" units="cm"/>
      <inkml:brushProperty name="height" value="0.05" units="cm"/>
      <inkml:brushProperty name="color" value="#E71224"/>
    </inkml:brush>
  </inkml:definitions>
  <inkml:trace contextRef="#ctx0" brushRef="#br0">0 1 8228,'0'0'5682,"4"0"-5009,-2 0-257,1 0-848</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2:59.669"/>
    </inkml:context>
    <inkml:brush xml:id="br0">
      <inkml:brushProperty name="width" value="0.05" units="cm"/>
      <inkml:brushProperty name="height" value="0.05" units="cm"/>
      <inkml:brushProperty name="color" value="#E71224"/>
    </inkml:brush>
  </inkml:definitions>
  <inkml:trace contextRef="#ctx0" brushRef="#br0">1 12 8244,'0'0'3524,"2"-2"-3409,6-5-14,1 5 1195</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6:18.121"/>
    </inkml:context>
    <inkml:brush xml:id="br0">
      <inkml:brushProperty name="width" value="0.05" units="cm"/>
      <inkml:brushProperty name="height" value="0.05" units="cm"/>
      <inkml:brushProperty name="color" value="#E71224"/>
    </inkml:brush>
  </inkml:definitions>
  <inkml:trace contextRef="#ctx0" brushRef="#br0">171 39 11861,'0'0'5411,"-22"-4"-4147,-7-2-707,-29-4-187,-3 7 3492,660-6-3011,-802 7-814,93-2 130,-163 14 0,270-9-310,13 1 61,33 0 49,61 2 123,260-4-93,-842-5-263,726 26-6103,-227-18 5201,58 8-4952</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6:18.955"/>
    </inkml:context>
    <inkml:brush xml:id="br0">
      <inkml:brushProperty name="width" value="0.05" units="cm"/>
      <inkml:brushProperty name="height" value="0.05" units="cm"/>
      <inkml:brushProperty name="color" value="#E71224"/>
    </inkml:brush>
  </inkml:definitions>
  <inkml:trace contextRef="#ctx0" brushRef="#br0">268 0 9828,'0'0'11726,"-1"14"-11635,2 59 462,11 85 0,2 33 293,-14-181-819,2 58 328,-11 108 1,5-154-299,0 1 0,-1-1 0,-1 0 0,-1 0 0,-1-1 0,-1 0 1,-1 0-1,-20 31 0,30-51-57,-51 67 63,46-61-51,-1-1 0,0 0 0,0 0 0,0 0 0,-1-1 1,0 0-1,-14 7 0,20-12-3,1 1 0,-1-1 0,0 0 0,0 0 0,0-1 0,0 1 0,0 0 0,0 0 0,0 0 0,1-1 0,-1 1 0,0 0 0,0-1 0,0 1 0,1-1 0,-1 1 0,0-1 0,0 1 0,1-1 0,-1 1 0,0-1 0,1 0 0,-1 1 0,1-1 0,-1 0 0,1 0 0,-1 1 0,1-1 0,-1 0 0,1 0 0,0 0 0,0 0 0,-1 0 0,-13-37 88,12 31-95,-6-24 56,1 0 0,2 0 0,-2-35-1,3 24 502,4 42-542,0 0-1,0 0 1,-1 0 0,1 0-1,0 0 1,0 1 0,0-1-1,0 0 1,0 0 0,-1 0-1,1 0 1,0 0 0,0 0-1,0 0 1,0 0 0,-1 0-1,1 0 1,0 0 0,0 0-1,0 0 1,0 0 0,-1-1 0,1 1-1,0 0 1,0 0 0,0 0-1,0 0 1,0 0 0,-1 0-1,1 0 1,0 0 0,0 0-1,0-1 1,0 1 0,0 0-1,0 0 1,0 0 0,-1 0-1,1 0 1,0-1 0,0 1-1,0 0 1,0 0 0,0 0-1,0 0 1,0 0 0,0-1-1,0 1 1,0 0 0,0 0-1,0 0 1,0 0 0,0-1-1,0 1 1,0 0 0,0 0-1,0 0 1,0-1 0,-5 16-99,0 33 106,2 58 0,3-103-23,0 1 0,0-1 0,1 1 0,-1-1 0,1 1 1,0-1-1,0 1 0,0-1 0,0 0 0,1 1 0,-1-1 0,1 0 0,0 0 1,0 0-1,0 0 0,0 0 0,0-1 0,1 1 0,3 3 0,-1-3 3,0 0-1,0 0 1,1 0 0,-1 0-1,1-1 1,-1 0-1,1 0 1,0-1 0,0 0-1,11 2 1,-4-2-16,-1-1 1,1 0-1,0-1 1,-1 0-1,1-1 1,-1-1 0,1 0-1,-1 0 1,0-1-1,18-9 1,-21 8-472,46-29 635,-32 12-2393,-9-5-4770</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6:19.694"/>
    </inkml:context>
    <inkml:brush xml:id="br0">
      <inkml:brushProperty name="width" value="0.05" units="cm"/>
      <inkml:brushProperty name="height" value="0.05" units="cm"/>
      <inkml:brushProperty name="color" value="#E71224"/>
    </inkml:brush>
  </inkml:definitions>
  <inkml:trace contextRef="#ctx0" brushRef="#br0">0 81 13622,'0'0'9461,"16"-14"-9184,-4 3-233,-8 6-34,1 0 0,0 0 0,0 1 0,0 0 0,0 0 0,1 0 0,0 1 0,0-1 0,0 1 0,0 1 0,0-1 0,1 1 0,-1 0 0,1 1 0,-1-1 0,1 1 0,7 0 0,-7 1-11,0 0 0,0 0 0,0 1 0,0 0 1,0 0-1,-1 0 0,1 1 0,0 0 0,0 1 0,-1 0 0,0 0 0,9 5 0,-12-5-9,1 0 0,-1 0-1,0 0 1,0 1 0,-1-1 0,1 1 0,-1-1-1,1 1 1,-1 0 0,0 0 0,-1 0-1,1 1 1,-1-1 0,0 0 0,0 1 0,0-1-1,0 0 1,-1 1 0,0-1 0,0 7-1,0-7 12,0 0-1,-1-1 1,1 1-1,-1-1 0,0 1 1,0-1-1,0 1 1,0-1-1,-1 0 1,1 1-1,-1-1 0,0 0 1,0 0-1,-4 5 1,-42 33 87,39-35-66,1 0 0,0 1-1,0 0 1,-12 14-1,19-19-20,0-1 0,0 1 0,0-1-1,0 1 1,0-1 0,0 1 0,0 0 0,1-1 0,-1 1-1,1 0 1,-1 0 0,1 0 0,0-1 0,0 1-1,0 0 1,0 0 0,0 0 0,0 0 0,0-1 0,1 1-1,-1 0 1,1 0 0,-1 0 0,1-1 0,-1 1 0,1 0-1,0-1 1,2 4 0,3 2 13,0 0 0,0-1 1,1 0-1,14 11 0,13 15-42,-31-29 19,-2-1 1,1 0 0,0 1-1,0 0 1,-1-1 0,1 1-1,-1 0 1,0 0 0,0 0-1,0 0 1,0 0 0,-1 0-1,1 0 1,-1 0 0,0 0-1,0 0 1,0 0 0,0 0-1,0 0 1,-1 0 0,1 0-1,-3 6 1,2-6 13,-1-1 0,0 1 0,0 0 0,-1-1 0,1 0 0,-1 1 0,1-1-1,-1 0 1,1 0 0,-1 0 0,0-1 0,0 1 0,0-1 0,0 0 0,0 1 0,-1-1 0,1 0 0,0-1 0,0 1 0,-6 0 0,-1 0 83,-1 1 1,0-2-1,0 1 1,0-1-1,-1-1 1,-14-3 0,23 4-137,1-1 1,0 1 0,-1-1 0,1 0 0,0 1 0,0-1-1,-1 0 1,1-1 0,0 1 0,0 0 0,0-1 0,1 1 0,-1-1-1,0 1 1,0-1 0,1 0 0,-1 0 0,1 0 0,0 0-1,-1 0 1,1 0 0,0 0 0,0 0 0,0 0 0,1-1 0,-1 1-1,0 0 1,1 0 0,-1-1 0,1 1 0,0-1 0,0 1-1,0 0 1,0-1 0,1-3 0,0 4-178,-1 1 0,1-1 0,-1 0 0,1 1 0,0-1 1,0 1-1,0-1 0,-1 1 0,2-1 0,-1 1 0,0 0 0,0-1 0,0 1 0,1 0 1,-1 0-1,0 0 0,1 0 0,-1 0 0,1 0 0,-1 1 0,1-1 0,0 0 0,3 0 0,-2-1-286,32-12-6389</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6:20.068"/>
    </inkml:context>
    <inkml:brush xml:id="br0">
      <inkml:brushProperty name="width" value="0.05" units="cm"/>
      <inkml:brushProperty name="height" value="0.05" units="cm"/>
      <inkml:brushProperty name="color" value="#E71224"/>
    </inkml:brush>
  </inkml:definitions>
  <inkml:trace contextRef="#ctx0" brushRef="#br0">0 7 14455,'0'0'9476,"58"-7"-9284,-21 7-144,2 0 0,-2 0-48,-4 0-16,-6 0-208,-10 0-512,-7 0-481,-4 0-464</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6:20.463"/>
    </inkml:context>
    <inkml:brush xml:id="br0">
      <inkml:brushProperty name="width" value="0.05" units="cm"/>
      <inkml:brushProperty name="height" value="0.05" units="cm"/>
      <inkml:brushProperty name="color" value="#E71224"/>
    </inkml:brush>
  </inkml:definitions>
  <inkml:trace contextRef="#ctx0" brushRef="#br0">9 11 11813,'0'0'11771,"5"-11"-11424,-4 18-334,0-1-1,-1 0 1,0 1-1,-1-1 1,1 1-1,-1-1 1,-3 10 0,-1 13 27,4-13-3,-1-3-69,1 1 0,0-1 0,1 1 0,1-1 0,2 17 0,-2-28-8,0 1 1,-1 0-1,1-1 1,0 1-1,0-1 0,0 1 1,1-1-1,-1 1 1,1-1-1,-1 0 1,1 0-1,0 0 0,-1 0 1,1 0-1,0 0 1,1 0-1,-1-1 0,0 1 1,0 0-1,1-1 1,-1 0-1,1 0 1,-1 0-1,1 0 0,-1 0 1,1 0-1,0-1 1,-1 1-1,1-1 1,0 0-1,3 0 0,-3 1 13,1-1-1,0 0 0,0 0 0,-1-1 0,1 1 0,0-1 0,-1 0 1,1 0-1,0 0 0,-1 0 0,1-1 0,-1 1 0,0-1 1,0 0-1,1 0 0,-1 0 0,0 0 0,0-1 0,4-5 1,0 0 34,-1-2 1,0 1 0,-1-1 0,0 0 0,6-17 0,-5 13 363,-1 0 1,-1 0 0,0 0-1,0-1 1,-2 1-1,2-18 647,-4 43-645,-3 131-615,-7 0 0,-28 145 0,36-281-169,-9 43-1320,-2-22-4592</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6:21.304"/>
    </inkml:context>
    <inkml:brush xml:id="br0">
      <inkml:brushProperty name="width" value="0.05" units="cm"/>
      <inkml:brushProperty name="height" value="0.05" units="cm"/>
      <inkml:brushProperty name="color" value="#E71224"/>
    </inkml:brush>
  </inkml:definitions>
  <inkml:trace contextRef="#ctx0" brushRef="#br0">1623 378 11317,'0'0'5872,"-10"-18"-4991,-3-3-648,0 1 1,-1 0 0,-1 0 0,0 1 0,-29-25 0,19 24 38,-2 2 0,1 1-1,-2 1 1,-1 1 0,-40-15 0,0 6-20,-88-20-1,83 31-41,0 4 0,0 2 1,-101 4-1,151 5-138,0 0-1,1 1 1,-1 2 0,1 0 0,0 1 0,0 2 0,0 0 0,1 1 0,-39 24 0,24-10 4,1 1 0,1 3 0,1 0 0,-46 50 0,60-55-58,1 1 1,2 1-1,0 1 0,2 0 1,0 1-1,2 0 0,1 1 1,1 1-1,2 0 0,0 0 1,2 1-1,1 0 0,2 0 1,0 1-1,2-1 1,3 44-1,1-53-1,1 0 0,1 1 1,1-1-1,0-1 0,2 1 0,0-1 0,1 0 1,1 0-1,1-1 0,18 26 0,-7-15 6,1-1 0,1-2 1,1 0-1,1-1 0,38 29 0,-1-12-42,2-2 0,2-2 0,2-4 0,0-3 0,3-3 0,0-2 0,118 24 0,-139-39-211,-1-3 0,93 3 0,-117-11 153,-1-1 0,1-1 0,-1-2 1,0 0-1,0-1 0,-1-2 0,44-17 0,-29 6 209,0-2-1,-1-2 0,-1-1 1,-2-1-1,0-2 0,-1-2 1,48-52-1,-67 64-58,-1 0 0,0-1-1,-2 0 1,0-1 0,0 0 0,-2-1 0,0 0-1,-1 0 1,-2-1 0,1 0 0,-2 0 0,-1-1-1,-1 1 1,0-1 0,-2 0 0,0 0 0,-3-33-1,-2 37 29,0 0-1,-1 0 1,-1 0 0,0 1-1,-2-1 1,1 2-1,-2-1 1,0 1-1,-1 0 1,-1 1-1,-21-23 1,4 9-45,0 1 1,-2 2-1,0 0 1,-44-25-1,34 28-261,0 1 0,-1 2 0,-1 2-1,-1 1 1,-56-11 0,42 15-4386,-100-9 0,86 18-10920</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29:16.235"/>
    </inkml:context>
    <inkml:brush xml:id="br0">
      <inkml:brushProperty name="width" value="0.05" units="cm"/>
      <inkml:brushProperty name="height" value="0.05" units="cm"/>
      <inkml:brushProperty name="color" value="#E71224"/>
    </inkml:brush>
  </inkml:definitions>
  <inkml:trace contextRef="#ctx0" brushRef="#br0">90 22 3954,'-1'-3'15838,"-9"-10"-15274,-34 10-316,30 3-205,13 1-46,1 0 0,-1 0 0,1 0 0,0 0 0,-1 0 0,1 0 0,0 0 0,-1 0 0,1 0 1,0 0-1,0 0 0,0 0 0,0 0 0,0 0 0,0 0 0,0 0 0,0 0 0,1 0 0,-1 0 0,0 0 0,0 0 0,1 0 0,-1-1 1,1 1-1,-1 0 0,1 0 0,-1 0 0,1 0 0,0 0 0,0 0 0,7 1 29,0-1 1,0 0-1,0 0 0,0-1 1,0 0-1,0 0 0,13-3 1,-20 3-16,0-1 1,-1 1 0,1-1-1,0 0 1,-1 1-1,1-1 1,-1 0 0,1 0-1,-1 1 1,1-1-1,-1 0 1,0 0 0,1 0-1,-1 0 1,0 0-1,0 0 1,0 1 0,1-1-1,-1 0 1,0 0-1,0 0 1,0 0 0,-1 0-1,1 0 1,0 0-1,0 0 1,0 1 0,-1-1-1,1 0 1,0 0-1,-1 0 1,1 0 0,-1 1-1,1-1 1,-1 0-1,1 0 1,-1 1 0,1-1-1,-1 0 1,0 1-1,0-1 1,0 0 0,-4 1-13,0-1 0,0 2 0,0-1 1,0 0-1,1 1 0,-1 0 0,0 0 1,1 0-1,-1 1 0,0 0 0,-4 2 1,6-2-6,1 0-1,1 0 1,-1 0 0,0 0 0,0 1 0,1-1 0,-1 0 0,1 1-1,0-1 1,0 1 0,-1-1 0,2 1 0,-1-1 0,0 1 0,1 0-1,-1-1 1,1 1 0,0 0 0,-1 0 0,1-1 0,1 5 0,0-6 5,0 0 0,0 0 1,0 0-1,1 0 0,-1 0 1,0-1-1,1 1 0,-1 0 1,0-1-1,1 1 0,-1-1 1,1 1-1,-1-1 1,0 0-1,1 1 0,-1-1 1,1 0-1,-1 0 0,1 0 1,-1 0-1,4-1 0,37 0 26,-41 0-22,0 1-1,1-1 1,-1 1-1,0-1 1,0 0-1,0 1 1,0-1-1,0 0 1,0 0 0,-1 0-1,1 0 1,0 1-1,0-1 1,0-1-1,-1 1 1,1 0-1,-1 0 1,1 0-1,-1 0 1,1 0-1,-1 0 1,0-1-1,1 1 1,-1 0-1,0 0 1,0-2-1,1 0 69,-1-1 0,1 1 0,-1-1 0,0 1-1,0-1 1,-1 1 0,1 0 0,-1-1 0,0-3 0,-4 6-6,1 0 0,-1 0 1,0 0-1,0 1 0,0 0 1,1 0-1,-1 0 0,-6 1 1,3 0-59,6-1-11,0 0 0,-1 0 0,1 1 0,0-1 0,0 1 1,0 0-1,-1 0 0,1 0 0,0 0 0,0 0 1,0 0-1,0 0 0,0 1 0,1-1 0,-1 1 0,0-1 1,1 1-1,-1 0 0,1-1 0,-1 1 0,1 0 0,0 0 1,0 0-1,0 0 0,0 0 0,0 1 0,0-1 0,1 0 1,-1 0-1,1 0 0,-1 1 0,1-1 0,0 0 0,0 1 1,0-1-1,0 0 0,0 1 0,1 2 0,3-4-13,0 0-1,0 1 1,0-1-1,0-1 0,0 1 1,0-1-1,0 0 1,0 0-1,0 0 1,1 0-1,3-1 0,0 0-27,-6 1 40,3 1-11,-1-1 0,0 0 0,1 0-1,-1 0 1,1-1 0,-1 0 0,0 1-1,1-2 1,5-1 0,-9 2 33,1-1 1,-1 1 0,0-1-1,1 0 1,-1 0-1,0 1 1,0-1-1,0 0 1,-1 0-1,1 0 1,0 0-1,-1 0 1,1 0 0,-1 0-1,1 0 1,-1 0-1,0 0 1,0 0-1,0 0 1,0 0-1,-1-3 1,1 4 2,0 0 0,0 0-1,0 1 1,-1-1 0,1 0 0,0 1 0,0-1-1,-1 0 1,1 1 0,0-1 0,-1 0 0,1 1 0,0-1-1,-1 1 1,1-1 0,-1 0 0,1 1 0,-1-1-1,0 1 1,1 0 0,-1-1 0,1 1 0,-1-1 0,0 1-1,1 0 1,-1 0 0,0-1 0,0 1 0,-30-3 359,27 3-361,-1 1 0,0-1 0,1 1 0,-1 0-1,1 0 1,-1 1 0,1-1 0,0 1 0,-1 0 0,1 0 0,-4 4-1,5-3-19,1 0 0,-1 1 0,1 0 0,0-1 0,0 1 0,0 0 0,1 0 0,-1 0 0,1 0 0,-1 7 0,1-10-1,1 0 1,0 1 0,-1-1-1,1 0 1,0 0 0,0 0 0,0 0-1,0 0 1,0 0 0,0 0 0,0 0-1,0 1 1,1-1 0,-1 0 0,0 0-1,1 0 1,-1 0 0,1 0-1,-1 0 1,1 0 0,-1 0 0,1 0-1,0 0 1,-1-1 0,1 1 0,0 0-1,0 0 1,-1-1 0,1 1-1,0 0 1,0-1 0,0 1 0,0-1-1,0 1 1,0-1 0,0 1 0,0-1-1,0 0 1,0 1 0,1-1 0,-1 0-1,0 0 1,2 0 0,4 0 15,1 0 1,0 0 0,-1-1-1,1 0 1,-1-1 0,1 0-1,11-4 1,-17 5 2,1 0 1,-1-1-1,0 1 1,0 0-1,0-1 1,0 0-1,0 1 1,0-1-1,0 0 1,0 0-1,-1 0 1,1 0-1,-1-1 1,1 1-1,-1 0 1,0-1-1,0 1 1,0-1 0,0 1-1,0-1 1,-1 1-1,1-1 1,-1 1-1,0-1 1,0 0-1,0-2 1,-2 3-173,-1 1 0,0 0 1,1 0-1,-1 0 1,0 1-1,0-1 1,0 1-1,0 0 0,0-1 1,0 1-1,0 0 1,0 1-1,-5 0 1,2-1-890,-20 0-2826</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29:18.489"/>
    </inkml:context>
    <inkml:brush xml:id="br0">
      <inkml:brushProperty name="width" value="0.05" units="cm"/>
      <inkml:brushProperty name="height" value="0.05" units="cm"/>
      <inkml:brushProperty name="color" value="#E71224"/>
    </inkml:brush>
  </inkml:definitions>
  <inkml:trace contextRef="#ctx0" brushRef="#br0">1423 454 8084,'0'0'13483,"-19"-29"-12808,14 17-617,0 1 0,-1-1 0,-1 1 0,0 0 0,0 0 0,-1 1 0,0 0 0,-1 0 0,0 1 0,-1 0 0,1 0 0,-2 1 0,1 1 0,-16-9 0,-35-10-1,-2 1 0,-1 4 0,-1 3 0,-94-16 0,105 24-64,-1 1 0,-79-1 0,94 10 22,0 1-1,1 2 1,-52 11 0,0 4-15,44-10 0,-85 27 0,0 3-19,174-102-10,-6 13 18,-24 32 10,1 1 1,1 1-1,0 0 1,33-30-1,-74 70-4,-32 36 0,49-50 12,1 1-1,1 0 1,-1 1 0,2 0-1,0 0 1,0 1 0,1 0-1,0 0 1,-5 17-1,10-24-3,0 0-1,0 0 1,1 0-1,0 0 1,0 1-1,0-1 0,1 0 1,-1 0-1,1 0 1,0 0-1,1 0 1,-1 0-1,1-1 1,0 1-1,0 0 0,1-1 1,-1 1-1,1-1 1,0 0-1,0 0 1,6 6-1,2-1 10,1 0 0,-1 0 1,1-2-1,1 1 0,0-2 0,21 9 0,28 14-983</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29:19.881"/>
    </inkml:context>
    <inkml:brush xml:id="br0">
      <inkml:brushProperty name="width" value="0.05" units="cm"/>
      <inkml:brushProperty name="height" value="0.05" units="cm"/>
      <inkml:brushProperty name="color" value="#E71224"/>
    </inkml:brush>
  </inkml:definitions>
  <inkml:trace contextRef="#ctx0" brushRef="#br0">84 24 6307,'0'0'11728,"-4"0"-11317,1 0-381,0 0 1,0 1-1,0-1 0,0 1 1,0 0-1,0 0 1,0 0-1,0 0 1,0 0-1,0 0 0,1 1 1,-1-1-1,0 1 1,1 0-1,-1 0 1,1 0-1,0 0 0,0 1 1,0-1-1,0 0 1,0 1-1,0-1 1,0 1-1,1 0 0,0 0 1,-1 0-1,1-1 1,0 1-1,0 0 1,1 0-1,-1 1 1,0-1-1,1 0 0,0 0 1,0 0-1,0 4 1,30-4 469,-29-3-443,2-1 22,1 1 0,-1-1 0,0 0 0,0 0 0,0 0 0,0 0 0,-1-1 1,1 1-1,0-1 0,0 0 0,-1 1 0,1-1 0,-1-1 0,0 1 0,1 0 0,-1 0 0,0-1 0,0 1 0,-1-1 0,1 0 0,0 0 0,-1 1 0,0-1 0,1 0 0,-1 0 0,-1 0 0,1 0 0,0-1 0,-1 1 0,1 0 0,-1 0 0,0 0 0,0 0 0,0-1 0,-1 1 1,1 0-1,-1 0 0,1 0 0,-3-4 0,2 6-60,0 0 0,0 0 0,0 1 0,0-1 0,-1 0 0,1 1 0,0-1 0,-1 1 0,1-1 1,0 1-1,-1 0 0,1-1 0,0 1 0,-1 0 0,1 0 0,-1 0 0,1 0 0,0 0 0,-1 0 0,1 1 0,-1-1 1,-1 1-1,-34 10-37,35-10 17,0 1 0,0-1 0,0 1 0,1 0 0,-1-1 0,0 1 0,1 0 0,-1 0 0,1 0 0,0 0 0,0 0-1,0 0 1,0 1 0,0-1 0,0 0 0,1 0 0,-1 1 0,1-1 0,-1 0 0,1 1 0,0-1 0,0 1 0,0-1 0,0 0 0,0 1 0,1-1 0,-1 1 0,1-1-1,-1 0 1,1 0 0,0 1 0,0-1 0,0 0 0,0 0 0,1 0 0,-1 0 0,0 0 0,1 0 0,0 0 0,-1 0 0,1-1 0,0 1 0,0-1 0,0 1 0,0-1-1,0 0 1,0 0 0,0 0 0,0 0 0,0 0 0,1 0 0,-1 0 0,0-1 0,1 1 0,-1-1 0,1 0 0,2 0 0,8 2 16,0-1 0,-1-1 0,1 0 1,0-1-1,0 0 0,12-3 0,-22 3-2,-1 0-1,0 1 0,0-1 1,1 0-1,-1 0 0,0 0 1,0 0-1,0 0 0,0-1 1,0 1-1,0-1 0,-1 1 1,1-1-1,0 1 0,-1-1 1,1 0-1,-1 0 0,0 0 1,1 0-1,-1 0 1,0 0-1,0 0 0,0-1 1,-1 1-1,1 0 0,0 0 1,-1-1-1,0 1 0,1-1 1,-1 1-1,0 0 0,0-1 1,-1 1-1,1 0 0,0-1 1,-1 1-1,1 0 0,-1-1 1,-1-3-1,1 5 10,0 0 0,0 0 1,1 0-1,-1 0 0,0 0 0,0 1 0,0-1 0,0 0 1,0 0-1,0 1 0,0-1 0,0 1 0,-1-1 0,1 1 1,0-1-1,0 1 0,0-1 0,-1 1 0,1 0 0,0 0 0,0 0 1,-1 0-1,-1 0 0,-39 0 210,30 1-209,8-1-22,1 0-1,-1 0 1,1 1 0,0-1-1,-1 1 1,1 0 0,0 0-1,0 0 1,0 0 0,-1 1-1,1-1 1,1 1-1,-1 0 1,0-1 0,0 2-1,1-1 1,-1 0 0,1 0-1,-1 1 1,1-1 0,-3 5-1,2-1-9,0-1 0,0 0 0,1 1 0,0 0 0,0-1 0,1 1 1,-1 0-1,1 0 0,0 0 0,1 0 0,-1 7 0,2-12 8,-1 0 0,1 0 0,-1-1 1,1 1-1,-1 0 0,1 0 0,0 0 0,-1-1 1,1 1-1,0 0 0,0-1 0,-1 1 0,1-1 1,0 1-1,0-1 0,0 1 0,0-1 0,0 0 1,0 1-1,-1-1 0,1 0 0,0 0 0,0 1 1,0-1-1,0 0 0,0 0 0,0 0 0,1 0 1,36 1 2,-33-1-5,5 0 14,-2 0-3,1 0 0,-1 0 0,0-1 0,0 0 0,0 0 1,11-3-1,-17 3 0,0 0 0,0 0 0,0 0 0,-1-1 0,1 1 0,0 0 0,0-1 0,-1 1 0,1-1 0,-1 1 0,1-1 0,-1 0 0,0 0 0,1 0 0,-1 0 1,0 0-1,0 0 0,0 0 0,-1 0 0,1 0 0,0 0 0,-1 0 0,0 0 0,1-1 0,-1 1 0,0 0 0,0 0 0,0-3 0,0 3-2,0 0-1,-1 0 1,1 0-1,0 0 1,-1 0-1,1 0 1,-1 0-1,1 0 1,-1 0-1,0 0 1,0 0-1,0 0 1,0 1-1,0-1 0,-1 0 1,1 1-1,0-1 1,-1 1-1,1 0 1,-1-1-1,-2-1 1,0 1 7,1 0 1,-1 0-1,-1 0 0,1 1 1,0 0-1,0-1 0,0 1 1,-1 1-1,-8-2 1,7 2-6,-1 0-1,1 0 1,0 0 0,-1 1 0,1 0 0,0 0 0,-1 0 0,1 1 0,0 0 0,0 1 0,0-1 0,0 1 0,1 0 0,-10 7 0,11-7-14,1 1 1,-1 1-1,1-1 1,0 0-1,0 1 1,1 0-1,0 0 1,-1-1-1,1 1 1,1 0 0,-1 1-1,1-1 1,0 0-1,0 0 1,1 1-1,-1-1 1,1 0-1,0 1 1,2 8-1,-1-12 7,-1-1-1,1 0 0,0 0 0,0 0 0,0 0 1,0 0-1,0 0 0,0 0 0,0 0 1,0 0-1,0-1 0,1 1 0,-1 0 0,0-1 1,0 1-1,1-1 0,-1 1 0,0-1 0,1 0 1,-1 1-1,0-1 0,1 0 0,-1 0 1,1 0-1,1 0 0,48 0 10,-39 0-12,-7 0 10,1 0 0,-1-1 1,0 1-1,1-1 0,-1 0 1,0 0-1,0-1 0,0 0 1,0 1-1,0-2 0,0 1 1,0-1-1,6-4 0,-9 5 4,0 0-1,0 0 1,0 0-1,0-1 1,0 1-1,-1-1 1,1 1 0,-1-1-1,1 0 1,-1 0-1,0 0 1,0 1-1,0-1 1,-1 0-1,1 0 1,-1 0-1,0 0 1,1 0-1,-1-1 1,-1 1-1,1 0 1,0 0-1,-1 0 1,1 0-1,-3-4 1,2 5 7,0-1 0,0 1-1,-1 0 1,1 0 0,-1 0 0,0 0 0,1 0 0,-1 0-1,0 0 1,0 0 0,0 1 0,-1-1 0,1 1 0,0 0 0,0 0-1,-1-1 1,1 1 0,-1 1 0,1-1 0,-1 0 0,1 1 0,-1-1-1,1 1 1,-1 0 0,-2 0 0,-9-1-3,0 0 0,0 1 1,-18 2-1,29-1-69,1 0 1,-1-1-1,1 1 0,0 0 1,-1 0-1,1 0 1,0 1-1,0-1 0,0 1 1,0-1-1,0 1 1,0-1-1,0 1 0,1 0 1,-1 0-1,0 0 1,1 0-1,0 0 1,-1 0-1,1 1 0,0-1 1,0 0-1,0 1 1,1-1-1,-1 1 0,0-1 1,1 0-1,0 4 1,-1-3-429,1-1 0,0 0 0,0 1-1,0-1 1,0 0 0,1 1 0,-1-1 0,1 0 0,-1 1 0,1-1 0,0 0 0,0 0 0,0 0 0,0 0 0,0 0 0,1 0 0,-1 0 0,0 0 0,1 0 0,2 2 0,22 12-12298</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19T10:29:21.835"/>
    </inkml:context>
    <inkml:brush xml:id="br0">
      <inkml:brushProperty name="width" value="0.05" units="cm"/>
      <inkml:brushProperty name="height" value="0.05" units="cm"/>
      <inkml:brushProperty name="color" value="#E71224"/>
    </inkml:brush>
  </inkml:definitions>
  <inkml:trace contextRef="#ctx0" brushRef="#br0">61 7 10757,'0'0'6504,"-4"-1"-6122,2 0-340,1 0 1,0 1-1,-1-1 0,1 0 1,-1 1-1,1 0 1,-1-1-1,1 1 0,-1 0 1,1 0-1,-1 0 1,1 0-1,-1 0 1,0 0-1,1 0 0,-1 0 1,1 1-1,-1-1 1,-1 1-1,2 1-3,0-1-1,-1 0 1,1 1-1,0-1 1,1 1-1,-1 0 1,0-1 0,0 1-1,1 0 1,-1-1-1,1 1 1,-1 0-1,1 0 1,0 0-1,-1-1 1,1 1-1,0 0 1,0 0 0,1 2-1,6-2 168,-1-1-1,1-1 0,-1 1 1,1-1-1,-1 0 1,12-2-1,-18 2-158,1-1-1,0 1 1,-1 0-1,1-1 1,-1 1-1,1-1 1,-1 1-1,1-1 1,-1 1-1,1-1 1,-1 1 0,1-1-1,-1 0 1,0 1-1,1-1 1,-1 0-1,0 1 1,1-1-1,-1 0 1,0 1-1,0-1 1,0 0-1,0 0 1,0 1-1,0-1 1,0 0 0,0 0-1,0 1 1,0-1-1,0 0 1,0 1-1,0-1 1,-1 0-1,1 1 1,0-1-1,-1 0 1,1 1-1,0-1 1,-1 0-1,1 1 1,-1-1-1,-1-1 16,1 1 0,-1 0 0,1 0 0,-1 0-1,0 1 1,0-1 0,1 0 0,-1 1 0,0-1-1,0 1 1,0-1 0,0 1 0,1 0 0,-3 0-1,2 0-61,0 0-1,0 1 0,0-1 0,0 0 0,0 1 1,1 0-1,-1-1 0,0 1 0,0 0 0,1 0 1,-1 0-1,0 0 0,1 0 0,-1 0 0,1 0 1,0 1-1,-1-1 0,1 1 0,0-1 0,0 1 1,0-1-1,0 1 0,0 0 0,0-1 0,0 1 1,0 2-1,-1 0-9,1 0 0,-1 1 1,1-1-1,1 0 0,-1 1 1,1-1-1,-1 1 0,1-1 1,0 1-1,2 5 0,-2-9 2,1 0-1,-1 0 0,1-1 0,-1 1 1,1 0-1,0 0 0,0-1 0,-1 1 1,1-1-1,0 1 0,0-1 0,0 1 1,-1-1-1,1 1 0,0-1 1,0 0-1,0 0 0,0 1 0,0-1 1,0 0-1,0 0 0,0 0 0,0 0 1,2 0-1,30 0-25,-24-1 36,-7 2-2,1-1 1,-1 0-1,1 0 1,-1-1-1,1 1 1,-1-1-1,1 1 1,-1-1-1,1 0 1,-1 0-1,0 0 1,0 0-1,1 0 1,-1 0-1,0-1 1,0 1-1,0-1 1,0 1-1,2-4 1,-2 2 32,0 0 1,0 0-1,-1-1 1,1 1 0,-1-1-1,0 1 1,0-1-1,0 1 1,-1-1 0,1 1-1,-1-1 1,0 0-1,0-3 1,-1 6-7,0 0 0,0 0 1,1 0-1,-1 0 0,0 0 1,0 0-1,-1 1 0,1-1 0,0 0 1,0 1-1,0-1 0,0 1 1,-1-1-1,1 1 0,0 0 1,0 0-1,-1-1 0,1 1 0,0 0 1,0 0-1,-1 0 0,1 0 1,-3 1-1,-33 1-143,34 0 108,0 0 0,1-1 0,-1 1 0,1 0 0,0 0 0,0 0 0,-1 0 0,1 1 0,0-1 0,1 1 0,-1-1 0,0 1 0,1 0 0,0-1 0,-1 1 0,1 0 0,0 0 0,1 0 0,-1 0 0,0 0 0,1 0 0,-1 0 0,1 0 0,0 0 0,0 0 0,1 0 0,-1 3 0,1-5-9,-1 0 0,1 0 0,-1 0 0,1 0 0,0 0 0,-1 0 1,1 0-1,0-1 0,0 1 0,0 0 0,-1-1 0,1 1 0,0 0 1,0-1-1,0 1 0,0-1 0,0 0 0,0 1 0,0-1 0,0 0 1,0 1-1,0-1 0,0 0 0,0 0 0,0 0 0,1 0 0,-1 0 1,1 0-1,42 0-81,-35 0 47,-2 0 31,0 0 0,-1 0 0,1-1 1,0 0-1,-1 0 0,1 0 0,-1-1 0,12-4 0,-16 4 39,0 1 0,1-1 1,-1 1-1,0-1 0,0 0 0,0 0 0,-1 0 0,1 0 0,0 0 0,-1 0 0,1 0 0,-1-1 1,0 1-1,0-1 0,0 1 0,0-1 0,0 1 0,-1-1 0,1 1 0,-1-1 0,1 1 1,-1-1-1,0 0 0,0-4 0,0 6 16,0-1 0,0 1-1,-1 0 1,1 0 0,0 0 0,0-1 0,-1 1 0,1 0-1,-1 0 1,1 0 0,-1 0 0,1 0 0,-1 0 0,0 0 0,0 0-1,1 0 1,-1 0 0,0 0 0,0 0 0,0 1 0,0-1-1,0 0 1,0 0 0,0 1 0,-2-1 0,0-1-5,-1 1-1,0 0 1,1 0 0,-1 0-1,0 0 1,0 1 0,0 0 0,-6 0-1,5 0-20,-1 0 0,0 1 0,1-1 0,-1 1 0,1 1-1,-1-1 1,1 1 0,-1 0 0,1 0 0,0 0 0,0 1 0,-7 4-1,10-5-10,0 0-1,0 0 1,0 0-1,1 0 1,-1 0-1,0 0 0,1 1 1,0-1-1,-1 0 1,1 1-1,0-1 0,0 1 1,0 0-1,0-1 1,1 1-1,-1 0 1,1-1-1,0 1 0,0 0 1,0 0-1,0 3 1,1-4-4,-1-1 0,1 1 0,0 0 0,0 0 0,0-1 0,0 1 0,1-1 0,-1 1 0,0-1 0,1 1 0,-1-1 0,1 0 0,-1 1 0,1-1 0,-1 0 0,1 0 0,0 0 0,0-1 1,0 1-1,-1 0 0,1-1 0,0 1 0,0-1 0,0 1 0,0-1 0,0 0 0,0 0 0,2 0 0,4 0-36,1 1-1,-1 0 0,1-1 0,-1 0 1,1 0-1,-1-1 0,11-3 0,-17 4 49,0-1 1,0 0-1,0 0 0,0 0 1,0 0-1,0 0 0,-1-1 1,1 1-1,0 0 0,-1-1 0,1 1 1,-1-1-1,0 0 0,1 1 1,-1-1-1,0 0 0,0 0 0,0 0 1,0 0-1,-1 0 0,1 0 1,0 0-1,-1 0 0,1 0 1,-1 0-1,0 0 0,0 0 0,0 0 1,0 0-1,0-3 0,0 3 36,0 0 1,0 0-1,0 0 0,0 0 0,0 0 1,0-1-1,0 1 0,-1 0 0,1 0 0,-1 0 1,0 0-1,0 0 0,1 0 0,-1 0 1,0 1-1,-1-1 0,1 0 0,0 0 0,0 1 1,-1-1-1,1 1 0,-3-3 0,0 3-1,0-1-1,0 1 1,-1 0-1,1 0 1,0 0-1,-1 0 1,1 1-1,0-1 1,-1 1-1,-4 1 1,6-1-40,1 0-1,-1 0 1,0 0 0,0 1-1,1-1 1,-1 1 0,0-1-1,1 1 1,-1 0 0,1 0-1,-1 0 1,1 1 0,-1-1-1,1 0 1,0 1 0,-1 0-1,1-1 1,0 1 0,0 0-1,0 0 1,1 0 0,-1 1-1,0-1 1,1 0 0,-2 3-1,1 1-45,0-1 0,0 1 0,1-1-1,0 1 1,0 0 0,0-1 0,0 1-1,1 0 1,0 0 0,1-1 0,0 9-1,0-13 24,-1 0-1,1 0 1,0 0-1,-1 0 1,1 0 0,0 0-1,0 0 1,0 0-1,0 0 1,-1 0-1,1 0 1,1 0-1,-1-1 1,0 1-1,0-1 1,0 1-1,0 0 1,0-1 0,0 0-1,1 1 1,-1-1-1,0 0 1,0 0-1,1 1 1,-1-1-1,0 0 1,2-1-1,43 2-146,-35-2 154,-9 1 28,1 0 0,-1 0 0,0 0 0,1-1 0,-1 1 0,0-1 0,0 1 0,0-1 0,1 0 1,-1 0-1,0 0 0,0 0 0,0 0 0,0-1 0,0 1 0,-1 0 0,1-1 0,0 0 0,-1 1 0,1-1 1,-1 0-1,1 0 0,-1 0 0,0 0 0,0 0 0,0 0 0,0 0 0,0 0 0,0 0 0,-1 0 0,1-1 1,-1 1-1,1 0 0,-1 0 0,0-1 0,0 1 0,0 0 0,0-1 0,0 1 0,-1 0 0,1-1 0,-2-2 1,2 4-9,-1 0 1,1 1-1,-1-1 0,0 0 1,1 0-1,-1 0 1,0 1-1,0-1 1,1 0-1,-1 1 1,0-1-1,0 1 1,0-1-1,0 1 1,0-1-1,0 1 1,0 0-1,0-1 1,0 1-1,0 0 1,0 0-1,0 0 1,0 0-1,0 0 1,-2 0-1,-38 0-93,28 1-46,-40 0-4391,32 7-619</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3:25.868"/>
    </inkml:context>
    <inkml:brush xml:id="br0">
      <inkml:brushProperty name="width" value="0.05" units="cm"/>
      <inkml:brushProperty name="height" value="0.05" units="cm"/>
      <inkml:brushProperty name="color" value="#E71224"/>
    </inkml:brush>
  </inkml:definitions>
  <inkml:trace contextRef="#ctx0" brushRef="#br0">1 0 8436,'0'4'13140</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3:26.261"/>
    </inkml:context>
    <inkml:brush xml:id="br0">
      <inkml:brushProperty name="width" value="0.05" units="cm"/>
      <inkml:brushProperty name="height" value="0.05" units="cm"/>
      <inkml:brushProperty name="color" value="#E71224"/>
    </inkml:brush>
  </inkml:definitions>
  <inkml:trace contextRef="#ctx0" brushRef="#br0">0 1 5378,'0'0'577</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3:27.252"/>
    </inkml:context>
    <inkml:brush xml:id="br0">
      <inkml:brushProperty name="width" value="0.05" units="cm"/>
      <inkml:brushProperty name="height" value="0.05" units="cm"/>
      <inkml:brushProperty name="color" value="#E71224"/>
    </inkml:brush>
  </inkml:definitions>
  <inkml:trace contextRef="#ctx0" brushRef="#br0">74 638 2385,'0'0'14295,"-15"0"-13596,-44 2-134,90-2 1054,0 1-1159,45-4 1,285-69-12,-136 22-396,320-47 244,961-47 1,-1184 132 24,316-6-36,-629 18-252,-1 0 1,0-1-1,0 0 0,0 0 1,0-1-1,12-4 0,-18 6-10,0-1 0,0 0 0,0 0 0,0 0 0,0 0 0,0-1 0,0 1 0,0 0-1,-1-1 1,1 0 0,0 1 0,-1-1 0,1 0 0,-1 0 0,0 0 0,0 1 0,1-1 0,-1-1-1,-1 1 1,1 0 0,0 0 0,0 0 0,-1 0 0,1-1 0,-1 1 0,0 0 0,0-3 0,0 2-17,-1 0 1,0 1-1,0-1 1,0 1 0,0-1-1,0 1 1,0 0-1,-1-1 1,1 1 0,-1 0-1,0 0 1,0 0-1,0 0 1,0 0 0,0 0-1,0 1 1,0-1-1,0 1 1,-1-1 0,-2 0-1,-62-30 37,50 25-39,-201-75 416,206 76 27,14 1 288,22 1-327,39 2-371,140 1 96,-180 3-124,1 0 0,-1 2 0,0 1 0,0 0 1,0 2-1,31 13 0,-50-18-15,1 0 0,-1 1 0,0-1 0,0 1 0,0 0 0,-1 0 0,1 0 0,-1 0 0,1 0 0,-1 1 0,0 0 0,0 0 1,-1 0-1,1 0 0,-1 0 0,0 0 0,0 0 0,0 1 0,-1-1 0,1 1 0,-1 0 0,0-1 0,0 1 0,-1 6 0,0-3-11,0-1-1,-1 1 1,0-1-1,-1 1 1,0-1-1,0 1 1,0-1-1,-1 0 1,0 0-1,-1 0 1,1-1-1,-1 1 1,-1-1-1,-7 10 1,-35 34-780,23-26 229,-26 34-1,45-51-155,0-1 0,1 1 0,0 1 0,0-1 0,0 0 0,1 1 0,0 0 0,1 0 0,0 0-1,-2 11 1,3 0-7462</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3:27.677"/>
    </inkml:context>
    <inkml:brush xml:id="br0">
      <inkml:brushProperty name="width" value="0.05" units="cm"/>
      <inkml:brushProperty name="height" value="0.05" units="cm"/>
      <inkml:brushProperty name="color" value="#E71224"/>
    </inkml:brush>
  </inkml:definitions>
  <inkml:trace contextRef="#ctx0" brushRef="#br0">1 33 15543,'0'0'7137,"0"-8"-6542,-1-17-536,3 29 57,3 52 235,1 3 56,1 39 151,-5-56-419,1-1 1,15 67-1,-16-97-133,1-1 0,1 1 0,0 0 0,0-1 0,1 0 0,0 0 0,1-1 0,0 1-1,1-1 1,0 0 0,0-1 0,0 0 0,2 0 0,12 10 0,-13-13-62,-1-1 1,2 0-1,-1-1 0,0 0 1,0 0-1,1-1 0,0 0 1,-1 0-1,1-1 0,0 0 1,0-1-1,0 0 0,0 0 0,0-1 1,-1 0-1,11-2 0,-11 1-667,1 0-1,-1-1 0,0 1 0,-1-2 1,1 1-1,0-1 0,-1 0 0,0-1 0,0 1 1,9-9-1,3-5-5764</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3:28.027"/>
    </inkml:context>
    <inkml:brush xml:id="br0">
      <inkml:brushProperty name="width" value="0.05" units="cm"/>
      <inkml:brushProperty name="height" value="0.05" units="cm"/>
      <inkml:brushProperty name="color" value="#E71224"/>
    </inkml:brush>
  </inkml:definitions>
  <inkml:trace contextRef="#ctx0" brushRef="#br0">0 30 13414,'0'0'8644,"99"-29"-8628,-62 29-16,-2 0-144,0 0-816,-4 0-1073,-8 5-865,-11 10-3841</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3:28.411"/>
    </inkml:context>
    <inkml:brush xml:id="br0">
      <inkml:brushProperty name="width" value="0.05" units="cm"/>
      <inkml:brushProperty name="height" value="0.05" units="cm"/>
      <inkml:brushProperty name="color" value="#E71224"/>
    </inkml:brush>
  </inkml:definitions>
  <inkml:trace contextRef="#ctx0" brushRef="#br0">1 62 11493,'0'0'10293,"82"-24"-10245,-47 16-48,2 1-176,0-1-1153,2 1-1680,-2-1-3186</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3:28.777"/>
    </inkml:context>
    <inkml:brush xml:id="br0">
      <inkml:brushProperty name="width" value="0.05" units="cm"/>
      <inkml:brushProperty name="height" value="0.05" units="cm"/>
      <inkml:brushProperty name="color" value="#E71224"/>
    </inkml:brush>
  </inkml:definitions>
  <inkml:trace contextRef="#ctx0" brushRef="#br0">114 1 14455,'0'0'8521,"-14"102"-7726,9-67-752,2 0-1,2 0 1,5 62 0,-3-91-114,0-1 0,0 0 1,0-1-1,1 1 0,0 0 1,0 0-1,0-1 0,1 1 1,0-1-1,-1 1 0,2-1 1,-1 0-1,0 0 0,1-1 1,-1 1-1,1-1 0,0 0 1,1 0-1,-1 0 0,0 0 1,1-1-1,-1 1 0,1-1 1,0-1-1,0 1 0,0 0 1,0-1-1,9 1 0,-5-1-51,1 0 0,-1 0-1,1-1 1,-1 0 0,0 0-1,1-1 1,-1-1-1,0 0 1,0 0 0,1 0-1,-2-1 1,1-1 0,0 0-1,-1 0 1,9-5-1,-9 3 177,0 0-1,0-1 0,-1 1 0,0-1 0,0-1 1,-1 0-1,0 0 0,0 0 0,5-11 0,-9 15 31,0 0 0,-1 0 0,1 0 0,-1 0 0,0 0 1,0 0-1,0 0 0,-1 0 0,0-1 0,1 1 0,-1 0 0,-1 0 0,1-1 0,-1 1 0,1 0 0,-1 0 0,0 0 0,-1 0 0,1 0 0,-1 0 0,0 0 0,0 0 1,0 0-1,-4-4 0,-2-2 2,0 1 0,-1 0 0,0 0 0,0 1 0,-1 0 0,0 0 0,-1 1 0,0 1 0,0 0 0,0 0 0,-1 1 0,1 1 0,-14-4 0,4 3-501,0 1 0,0 0 0,-1 2-1,1 0 1,-1 1 0,-39 5 0,20 4-2894,7 6-3507</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3:53.943"/>
    </inkml:context>
    <inkml:brush xml:id="br0">
      <inkml:brushProperty name="width" value="0.05" units="cm"/>
      <inkml:brushProperty name="height" value="0.05" units="cm"/>
      <inkml:brushProperty name="color" value="#E71224"/>
    </inkml:brush>
  </inkml:definitions>
  <inkml:trace contextRef="#ctx0" brushRef="#br0">77 1 3826,'-8'0'15526,"-6"0"-15005,13 0-457,-20 0-601,-1 0-6540,12 0 3142</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3:55.534"/>
    </inkml:context>
    <inkml:brush xml:id="br0">
      <inkml:brushProperty name="width" value="0.05" units="cm"/>
      <inkml:brushProperty name="height" value="0.05" units="cm"/>
      <inkml:brushProperty name="color" value="#E71224"/>
    </inkml:brush>
  </inkml:definitions>
  <inkml:trace contextRef="#ctx0" brushRef="#br0">37 56 12950,'0'0'4090,"-10"5"-3487,-16 14-110,26-19-478,0 1 0,0-1 0,0 0 0,0 0 0,0 1 0,0-1 0,0 0 0,0 1-1,0-1 1,0 0 0,0 0 0,0 1 0,0-1 0,0 0 0,0 1 0,0-1 0,0 0 0,1 0 0,-1 1 0,0-1 0,0 0 0,0 0 0,0 1 0,1-1-1,-1 0 1,0 0 0,0 0 0,0 1 0,1-1 0,-1 0 0,0 0 0,0 0 0,1 0 0,-1 0 0,0 1 0,0-1 0,1 0 0,-1 0 0,0 0 0,0 0-1,1 0 1,-1 0 0,0 0 0,1 0 0,-1 0 0,0 0 0,0 0 0,1 0 0,77 0 1307,-52-1-1180,300-37 654,-59 4-712,81 18-4,-346 16-152,-8 0-18,-148 8 166,-188 35 0,283-34-87,5-2 18,-24 4 30,1 3 0,-83 25-1,189-39 35,-4 2 13,1002-2 693,-1037 2-1274,0-1 1,0 1 0,0 1 0,0-1-1,0 2 1,-11 4 0,-15 5-2111,-31 6-4764</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3:56.820"/>
    </inkml:context>
    <inkml:brush xml:id="br0">
      <inkml:brushProperty name="width" value="0.05" units="cm"/>
      <inkml:brushProperty name="height" value="0.05" units="cm"/>
      <inkml:brushProperty name="color" value="#E71224"/>
    </inkml:brush>
  </inkml:definitions>
  <inkml:trace contextRef="#ctx0" brushRef="#br0">5 26 17032,'0'0'5765,"0"17"-5370,-1 23-139,-2 15-18,3 1 0,2 0 0,11 67 1,-13-122-239,1 1 0,-1 0 0,0-1 0,1 1 0,-1-1 0,1 1 0,-1-1 0,1 1 0,0-1 0,0 1 0,0-1 0,0 0 1,0 1-1,0-1 0,0 0 0,0 0 0,0 0 0,3 2 0,-3-3 2,0 0 1,0 1-1,0-1 0,0 0 1,0 0-1,0 0 0,1 0 1,-1 0-1,0 0 0,0 0 1,0-1-1,0 1 0,0 0 1,0-1-1,0 1 0,0 0 1,0-1-1,0 0 0,0 1 1,2-2-1,5-5 30,0 0-1,0-1 1,-1 0 0,11-14 0,-8 9 12,17-22 4,-21 25-43,0 1 0,1 0 0,1 0 0,-1 0 0,1 1 0,1 0 0,0 0 0,15-9 0,-21 16-7,-1 0 0,1 0-1,0 1 1,-1-1-1,1 1 1,0 0 0,0 0-1,-1 0 1,1 0-1,0 1 1,0-1-1,-1 1 1,1-1 0,0 1-1,-1 0 1,1 0-1,-1 0 1,1 0 0,-1 1-1,0-1 1,4 3-1,44 42-85,-34-29 67,-9-11 14,7 8 9,1 0-1,23 15 0,-33-26 1,0 0 0,0 0 0,0-1 0,0 0 1,0 1-1,1-2 0,-1 1 0,1-1 0,-1 1 0,1-2 0,0 1 0,0-1 0,5 0 0,-7 0 3,-1-1-1,0 0 0,0 0 1,0-1-1,0 1 1,0-1-1,0 0 0,0 1 1,-1-1-1,1 0 0,-1-1 1,1 1-1,-1 0 1,0-1-1,0 1 0,0-1 1,0 0-1,0 0 0,-1 0 1,1 1-1,-1-2 1,2-3-1,2-5 18,-1-1 0,0 1 0,-1-1 0,3-19 0,-4 16 20,-1 0 0,-1 1 1,0-1-1,-1 0 0,0 1 0,-4-17 1,3 23-41,-1 1 0,0-1 1,0 1-1,-1 0 0,0 0 0,0 0 1,-1 0-1,0 1 0,0 0 1,-1 0-1,0 0 0,-8-6 1,14 27-3144,0-7 2107,1 1-1,0-1 0,1 0 0,0 1 1,0-1-1,4 9 0,7 19-8399</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3:57.160"/>
    </inkml:context>
    <inkml:brush xml:id="br0">
      <inkml:brushProperty name="width" value="0.05" units="cm"/>
      <inkml:brushProperty name="height" value="0.05" units="cm"/>
      <inkml:brushProperty name="color" value="#E71224"/>
    </inkml:brush>
  </inkml:definitions>
  <inkml:trace contextRef="#ctx0" brushRef="#br0">15 0 12966,'0'0'10613,"-15"80"-9925,15-38 112,0 5-335,0-5-177,0-3-256,0-7-32,0-8-64,5-9-641,1-12-1071,4-3-850,11-18-1119,1-23-3459</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3:57.509"/>
    </inkml:context>
    <inkml:brush xml:id="br0">
      <inkml:brushProperty name="width" value="0.05" units="cm"/>
      <inkml:brushProperty name="height" value="0.05" units="cm"/>
      <inkml:brushProperty name="color" value="#E71224"/>
    </inkml:brush>
  </inkml:definitions>
  <inkml:trace contextRef="#ctx0" brushRef="#br0">1 21 16039,'0'0'8852,"74"-13"-8820,-25 7-32,1 4-160,-11 2-1424,-12 0-625,-11 0-1569,-14 15-2417</inkml:trace>
  <inkml:trace contextRef="#ctx0" brushRef="#br0" timeOffset="1">81 198 10309,'0'0'10773,"51"17"-10277,-11-26-464,1 0-32,4-1-816,0-3-2018,5-3-2128,-3-5-5011</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3:57.859"/>
    </inkml:context>
    <inkml:brush xml:id="br0">
      <inkml:brushProperty name="width" value="0.05" units="cm"/>
      <inkml:brushProperty name="height" value="0.05" units="cm"/>
      <inkml:brushProperty name="color" value="#E71224"/>
    </inkml:brush>
  </inkml:definitions>
  <inkml:trace contextRef="#ctx0" brushRef="#br0">34 103 12118,'0'0'10788,"-5"8"-10542,1-1-208,0 1 0,0 0 0,1 0 0,0 0 0,0 0 1,1 1-1,0-1 0,1 1 0,0 0 0,0-1 0,1 1 0,0 0 0,0-1 0,1 1 0,0 0 1,4 12-1,-4-15-48,1-1 1,0 0 0,0 1 0,0-1-1,1 0 1,0 0 0,0-1 0,0 1-1,1 0 1,-1-1 0,1 0-1,0 0 1,1 0 0,-1-1 0,0 1-1,1-1 1,0 0 0,0 0-1,0 0 1,0-1 0,0 0 0,1 0-1,-1 0 1,1-1 0,-1 0 0,1 0-1,-1 0 1,7 0 0,-3-1-1,1 1 1,-1-1-1,0-1 1,0 0-1,1 0 0,-1-1 1,0 0-1,0-1 1,-1 0-1,17-7 1,-19 6 19,0 0 1,0 0 0,-1 0 0,1-1-1,-1 1 1,0-1 0,-1-1 0,1 1-1,-1-1 1,0 1 0,-1-1-1,1-1 1,-1 1 0,0 0 0,2-9-1,-2 9 23,-1-1 0,0 1 0,0-1 0,-1 1 0,0-1 0,0 1 0,0-1 0,-1 0 0,0 1 0,0-1-1,-1 0 1,0 0 0,0 1 0,0-1 0,-1 1 0,0-1 0,0 1 0,-1 0 0,0 0 0,0 0-1,0 0 1,-1 1 0,0-1 0,0 1 0,0 0 0,-1 0 0,0 0 0,0 0 0,0 1 0,0 0 0,-1 0-1,-6-3 1,-3-2-218,-1 2 1,1 0-1,-1 0 0,-1 2 0,1 0 0,-1 1 1,1 1-1,-1 0 0,0 1 0,-33 1 0,32 4-2491,11 5-2371</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3:58.427"/>
    </inkml:context>
    <inkml:brush xml:id="br0">
      <inkml:brushProperty name="width" value="0.05" units="cm"/>
      <inkml:brushProperty name="height" value="0.05" units="cm"/>
      <inkml:brushProperty name="color" value="#E71224"/>
    </inkml:brush>
  </inkml:definitions>
  <inkml:trace contextRef="#ctx0" brushRef="#br0">1629 134 11781,'-25'-11'1374,"-32"-13"-184,-2 2-1,0 2 0,-85-15 0,66 25-704,0 2-1,-1 5 1,1 2-1,-89 12 1,125-5-423,1 2 1,0 1 0,1 3 0,0 1 0,1 2 0,1 1-1,0 2 1,1 2 0,1 2 0,1 1 0,-53 45-1,62-44-30,0 1-1,2 2 0,0 0 1,2 2-1,1 0 0,2 2 1,1 0-1,1 1 0,2 1 1,1 0-1,1 1 1,2 0-1,-11 65 0,14-51 47,3 1 0,1 0 0,3 1 0,2-1 0,13 89 0,-9-111-50,2 0 1,0 1 0,2-2 0,1 0 0,1 0 0,1 0 0,1-2-1,1 1 1,2-2 0,0 0 0,31 33 0,-17-28-21,1-1 1,1-2 0,2-1-1,0-1 1,2-2-1,0-2 1,1-1-1,1-2 1,0-1-1,71 16 1,-17-12-59,1-4 0,0-4-1,152-1 1,-178-11 74,-1-2 0,0-3-1,0-4 1,-1-2 0,0-3-1,-2-3 1,1-2 0,-2-4-1,-1-2 1,-1-2 0,-2-3-1,-1-3 1,-1-2 0,-2-3-1,90-83 1,-91 70 88,-3-2-1,-2-3 1,68-103-1,-98 131 27,-2-1 0,0-1-1,-2-1 1,-2 0 0,-1 0-1,-1-2 1,-2 1 0,-1-1 0,-2 0-1,2-39 1,-7 61-104,0-1 0,-1 1-1,0 0 1,-1 0 0,0 0 0,-1 0-1,0 1 1,-1-1 0,-1 1 0,0 0 0,0 0-1,-1 0 1,0 1 0,-1-1 0,0 2 0,0-1-1,-1 1 1,-1 0 0,1 1 0,-16-12 0,-3 0-21,0 1 1,-1 2 0,-1 0 0,-1 2-1,0 1 1,-1 2 0,-1 1 0,-54-12-1,42 14-436,-2 2-1,1 2 0,-1 1 0,0 3 0,-81 9 0,110-6-231,0 1 0,1 1 0,-26 10 0,-12 13-5044,13 6-8846</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3:49.314"/>
    </inkml:context>
    <inkml:brush xml:id="br0">
      <inkml:brushProperty name="width" value="0.05" units="cm"/>
      <inkml:brushProperty name="height" value="0.05" units="cm"/>
      <inkml:brushProperty name="color" value="#E71224"/>
    </inkml:brush>
  </inkml:definitions>
  <inkml:trace contextRef="#ctx0" brushRef="#br0">156 0 10373,'0'0'4901,"-19"2"-3197,-5-2-1191,12 0-246,1 0-1,0 1 1,0 0 0,-1 1 0,-14 4-1,43-7 3764,28 3-2919,13 0-953,76-2-22,346 11 245,-454-9-402,-25-2-8,-14 2-62,-354 26 211,219-15-99,-57 19 21,148-22-38,73-11-59,1 0-1,30 3 1,2 0 87,340-22 169,-137 3-199,-231 15 9,-20 2-33,-8 0-378,-12-1-909,-26 0-1773,22 7-4055</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4:03.060"/>
    </inkml:context>
    <inkml:brush xml:id="br0">
      <inkml:brushProperty name="width" value="0.05" units="cm"/>
      <inkml:brushProperty name="height" value="0.05" units="cm"/>
      <inkml:brushProperty name="color" value="#E71224"/>
    </inkml:brush>
  </inkml:definitions>
  <inkml:trace contextRef="#ctx0" brushRef="#br0">345 27 8772,'0'0'5947,"0"-4"-5003,-1 3-881,1-1 0,0 1 0,-1 0 0,1 0-1,-1 0 1,0 0 0,1 0 0,-1 0 0,0 0 0,0 0 0,0 0 0,0 0-1,1 0 1,-1 0 0,0 0 0,-1 1 0,1-1 0,0 0 0,0 1-1,0-1 1,0 1 0,0-1 0,-1 1 0,1 0 0,0-1 0,0 1-1,-1 0 1,1 0 0,0 0 0,0 0 0,-1 0 0,1 0 0,0 0-1,0 1 1,-1-1 0,1 0 0,0 1 0,0-1 0,0 1 0,-1-1-1,1 1 1,0-1 0,0 1 0,0 0 0,0 0 0,0-1 0,-1 3 0,-11 8 102,0 2 1,1-1 0,0 1 0,2 1 0,-1 0 0,-16 31 0,-38 102 558,8-17-328,48-108-306,0 0 0,2 0 0,0 1 0,2 0 1,0 0-1,2 0 0,0 0 0,2 1 0,1 29 0,-1-9 25,-11 81 13,0 22 464,13-116-419,1 0-1,1 0 1,2 0-1,16 57 1,-3-37 49,48 95 1,-52-120-73,2 0 0,1-1 1,1-1-1,21 23 1,92 82 250,-58-59-191,-35-34-143,2-1 0,2-2 0,0-2 0,84 45 0,-88-57-14,0-1 0,1-3-1,1-1 1,1-1 0,-1-3 0,62 8-1,41 1 67,-49-5 124,122 2 1,-159-15-202,0-2 0,0-2 0,0-3 0,107-26 1,-92 9-15,-1-3 0,75-38 1,-104 42 20,-2-1 1,0-3 0,-1-1-1,54-51 1,158-186 94,-208 210-106,-2-2-1,-3-1 0,40-81 1,21-96-91,-51 70-4166,-28 85-618</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4:06.115"/>
    </inkml:context>
    <inkml:brush xml:id="br0">
      <inkml:brushProperty name="width" value="0.05" units="cm"/>
      <inkml:brushProperty name="height" value="0.05" units="cm"/>
      <inkml:brushProperty name="color" value="#E71224"/>
    </inkml:brush>
  </inkml:definitions>
  <inkml:trace contextRef="#ctx0" brushRef="#br0">1 19 13286,'0'0'10725,"113"-19"-10645,-62 19-80,3 0-128,-5 0-1089,-5 17-1792,-16-2-4114</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4:06.852"/>
    </inkml:context>
    <inkml:brush xml:id="br0">
      <inkml:brushProperty name="width" value="0.05" units="cm"/>
      <inkml:brushProperty name="height" value="0.05" units="cm"/>
      <inkml:brushProperty name="color" value="#E71224"/>
    </inkml:brush>
  </inkml:definitions>
  <inkml:trace contextRef="#ctx0" brushRef="#br0">0 97 15607,'0'0'2249,"8"-16"-944,23-49 135,-18 50-46,-4 16-916,2 19-483,-10-17 121,9 24 155,-2 0 1,-1 0 0,-1 1-1,4 42 1,7 33-144,-17-101-128,0 0 0,0-1 0,1 1 0,-1 0 0,1 0 0,0-1 0,-1 1-1,1 0 1,0-1 0,0 1 0,0-1 0,0 1 0,0-1 0,0 1 0,0-1 0,1 0 0,2 2 0,-3-2 4,0-1 0,0 0 0,0 1-1,0-1 1,0 0 0,0 0 0,0 0-1,0 0 1,1 0 0,-1 0 0,0 0 0,0-1-1,0 1 1,0 0 0,0 0 0,0-1 0,0 1-1,0-1 1,0 1 0,0-1 0,1 0-1,6-6 41,0 1 0,0-1 0,0-1 0,11-15 0,-9 11-13,9-9-16,2-5-4,2 1 0,1 1 0,35-28 0,-57 51-16,0 0 0,1-1 0,-1 1 0,0 0 0,0 0 1,0 1-1,1-1 0,-1 0 0,0 1 0,1 0 0,-1-1 0,0 1 0,1 0 1,-1 0-1,1 0 0,-1 0 0,0 1 0,1-1 0,-1 1 0,0 0 0,1-1 1,-1 1-1,0 0 0,0 0 0,4 2 0,3 4 5,0-1 0,-1 1 0,1 1-1,9 11 1,4 2 48,-14-13-63,0-2-1,1 1 1,0-1 0,1-1-1,-1 1 1,15 4 0,-22-9 12,0 0 0,0 0 0,0 0 1,1-1-1,-1 1 0,0-1 0,1 1 1,-1-1-1,0 0 0,1 0 1,-1 0-1,1 0 0,-1-1 0,0 1 1,1-1-1,-1 1 0,0-1 0,0 0 1,1 0-1,-1 0 0,0 0 1,0 0-1,0 0 0,0-1 0,0 1 1,-1 0-1,1-1 0,0 0 0,0 1 1,-1-1-1,1 0 0,-1 0 1,0 0-1,2-3 0,3-14 33,0 0 0,0-1 0,-2 0 1,-1 0-1,0 0 0,-1-31 0,-3 8-5822,8 65 1238,3 2-2943</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4:07.208"/>
    </inkml:context>
    <inkml:brush xml:id="br0">
      <inkml:brushProperty name="width" value="0.05" units="cm"/>
      <inkml:brushProperty name="height" value="0.05" units="cm"/>
      <inkml:brushProperty name="color" value="#E71224"/>
    </inkml:brush>
  </inkml:definitions>
  <inkml:trace contextRef="#ctx0" brushRef="#br0">0 0 9172,'0'0'6064,"18"7"-4471,53 25-635,-68-31-930,-1 0-1,0 1 1,0 0 0,0-1 0,0 1-1,0 0 1,0 0 0,0 0-1,-1 0 1,1 0 0,-1 0 0,1 0-1,-1 1 1,0-1 0,0 1 0,0-1-1,0 1 1,0-1 0,-1 1 0,1-1-1,-1 1 1,0-1 0,0 1 0,0 0-1,0 4 1,-1 0 118,0 0 0,0-1 0,-1 1-1,1-1 1,-2 1 0,-4 10 0,5-12-39,-1 0 1,1-1-1,0 1 1,0 0 0,1 0-1,0 0 1,0 0-1,0 0 1,0 6-1,1-11-98,0 1 0,0-1-1,1 1 1,-1-1 0,0 1-1,1-1 1,-1 1 0,0-1 0,1 0-1,-1 1 1,1-1 0,-1 0-1,1 1 1,-1-1 0,1 0 0,-1 1-1,1-1 1,-1 0 0,1 0-1,-1 0 1,1 0 0,-1 1 0,1-1-1,-1 0 1,1 0 0,-1 0-1,1 0 1,0 0 0,-1 0 0,1-1-1,24 1 140,-19-1-110,14-2-103,0-1 0,-1-1-1,1-1 1,-1 0 0,0-2-1,28-14 1,5-2-1775,20-7-3093</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4:07.575"/>
    </inkml:context>
    <inkml:brush xml:id="br0">
      <inkml:brushProperty name="width" value="0.05" units="cm"/>
      <inkml:brushProperty name="height" value="0.05" units="cm"/>
      <inkml:brushProperty name="color" value="#E71224"/>
    </inkml:brush>
  </inkml:definitions>
  <inkml:trace contextRef="#ctx0" brushRef="#br0">0 16 12070,'0'0'9236,"144"-6"-9092,-98-1-144,-7 5-785,-10 2-2560,-15 0-4163</inkml:trace>
  <inkml:trace contextRef="#ctx0" brushRef="#br0" timeOffset="1">159 203 11621,'0'0'9092,"109"15"-8179,-58-28-593,3-4-320,0 0-32,-1-1-1569,-1-3-5874</inkml:trace>
  <inkml:trace contextRef="#ctx0" brushRef="#br0" timeOffset="2">822 301 18136,'0'0'5267,"150"-26"-4755,-86 15-352,0 0-160,-2-2-464,-3-2-1601,-5-4-1873,-3-5-4578</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3:40.681"/>
    </inkml:context>
    <inkml:brush xml:id="br0">
      <inkml:brushProperty name="width" value="0.05" units="cm"/>
      <inkml:brushProperty name="height" value="0.05" units="cm"/>
      <inkml:brushProperty name="color" value="#E71224"/>
    </inkml:brush>
  </inkml:definitions>
  <inkml:trace contextRef="#ctx0" brushRef="#br0">1 1 6003,'2'0'10829,"2"0"-10788,10 0-9583</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3:42.472"/>
    </inkml:context>
    <inkml:brush xml:id="br0">
      <inkml:brushProperty name="width" value="0.05" units="cm"/>
      <inkml:brushProperty name="height" value="0.05" units="cm"/>
      <inkml:brushProperty name="color" value="#E71224"/>
    </inkml:brush>
  </inkml:definitions>
  <inkml:trace contextRef="#ctx0" brushRef="#br0">1 0 1473,'0'0'12918</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3:47.500"/>
    </inkml:context>
    <inkml:brush xml:id="br0">
      <inkml:brushProperty name="width" value="0.05" units="cm"/>
      <inkml:brushProperty name="height" value="0.05" units="cm"/>
      <inkml:brushProperty name="color" value="#E71224"/>
    </inkml:brush>
  </inkml:definitions>
  <inkml:trace contextRef="#ctx0" brushRef="#br0">0 27 6627,'0'0'12571,"0"-15"-14498,0 4-3621</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3:48.276"/>
    </inkml:context>
    <inkml:brush xml:id="br0">
      <inkml:brushProperty name="width" value="0.05" units="cm"/>
      <inkml:brushProperty name="height" value="0.05" units="cm"/>
      <inkml:brushProperty name="color" value="#E71224"/>
    </inkml:brush>
  </inkml:definitions>
  <inkml:trace contextRef="#ctx0" brushRef="#br0">0 1 5923,'0'0'10853</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3:50.598"/>
    </inkml:context>
    <inkml:brush xml:id="br0">
      <inkml:brushProperty name="width" value="0.05" units="cm"/>
      <inkml:brushProperty name="height" value="0.05" units="cm"/>
      <inkml:brushProperty name="color" value="#E71224"/>
    </inkml:brush>
  </inkml:definitions>
  <inkml:trace contextRef="#ctx0" brushRef="#br0">1 0 9060,'0'0'11691</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3:51.144"/>
    </inkml:context>
    <inkml:brush xml:id="br0">
      <inkml:brushProperty name="width" value="0.05" units="cm"/>
      <inkml:brushProperty name="height" value="0.05" units="cm"/>
      <inkml:brushProperty name="color" value="#E71224"/>
    </inkml:brush>
  </inkml:definitions>
  <inkml:trace contextRef="#ctx0" brushRef="#br0">19 0 8900,'0'0'6977,"-2"2"-6254,-7 4-4074,2-1-358</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4:12.959"/>
    </inkml:context>
    <inkml:brush xml:id="br0">
      <inkml:brushProperty name="width" value="0.05" units="cm"/>
      <inkml:brushProperty name="height" value="0.05" units="cm"/>
      <inkml:brushProperty name="color" value="#E71224"/>
    </inkml:brush>
  </inkml:definitions>
  <inkml:trace contextRef="#ctx0" brushRef="#br0">0 7 8516,'0'-5'15463,"0"4"-15527,0 6-766</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4:13.592"/>
    </inkml:context>
    <inkml:brush xml:id="br0">
      <inkml:brushProperty name="width" value="0.05" units="cm"/>
      <inkml:brushProperty name="height" value="0.05" units="cm"/>
      <inkml:brushProperty name="color" value="#E71224"/>
    </inkml:brush>
  </inkml:definitions>
  <inkml:trace contextRef="#ctx0" brushRef="#br0">1 4 11477,'0'0'3170,"29"-4"-10165</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4:14.567"/>
    </inkml:context>
    <inkml:brush xml:id="br0">
      <inkml:brushProperty name="width" value="0.05" units="cm"/>
      <inkml:brushProperty name="height" value="0.05" units="cm"/>
      <inkml:brushProperty name="color" value="#E71224"/>
    </inkml:brush>
  </inkml:definitions>
  <inkml:trace contextRef="#ctx0" brushRef="#br0">1 12 9476,'0'0'7980,"0"-2"-6779,2 11 1580,2-23-1956,-2 9-699,-4 22 181,-3 12 51,4-27 310,1-18-462,6-4-2047,-2 12-1966</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4:44.080"/>
    </inkml:context>
    <inkml:brush xml:id="br0">
      <inkml:brushProperty name="width" value="0.05" units="cm"/>
      <inkml:brushProperty name="height" value="0.05" units="cm"/>
      <inkml:brushProperty name="color" value="#E71224"/>
    </inkml:brush>
  </inkml:definitions>
  <inkml:trace contextRef="#ctx0" brushRef="#br0">60 1 896,'0'0'17262,"1"1"-16940,-1 1 0,0 0 1,0 0-1,0 0 0,0-1 1,0 1-1,0 0 1,-1 0-1,1 0 0,-1-1 1,0 4-1,-34-10-6482,13-3-1398</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4:47.777"/>
    </inkml:context>
    <inkml:brush xml:id="br0">
      <inkml:brushProperty name="width" value="0.05" units="cm"/>
      <inkml:brushProperty name="height" value="0.05" units="cm"/>
      <inkml:brushProperty name="color" value="#E71224"/>
    </inkml:brush>
  </inkml:definitions>
  <inkml:trace contextRef="#ctx0" brushRef="#br0">106 30 816,'0'0'13529,"-4"0"-13209,1 1-243,1 0-1,0 0 1,-1-1-1,1 1 1,0 0-1,0 1 0,0-1 1,0 0-1,0 1 1,0-1-1,0 1 1,0-1-1,1 1 1,-1 0-1,0 0 1,1 0-1,0 0 0,-1 0 1,1 0-1,0 0 1,0 0-1,0 1 1,0-1-1,1 0 1,-2 5-1,2-6 180,1-1-224,0 0 0,-1 1 0,1-1-1,0 0 1,0 0 0,-1 0 0,1 0 0,0 0 0,0 0 0,-1 0-1,1 0 1,0 0 0,0 0 0,-1 0 0,1 0 0,0 0-1,-1-1 1,1 1 0,0 0 0,0-1 0,-1 1 0,1 0-1,-1-1 1,1 1 0,0-1 0,-1 1 0,1-1 0,-1 1 0,1-1-1,-1 1 1,1-1 0,-1 0 0,0 1 0,1-1 0,-1 0-1,0 1 1,1-1 0,-1 0 0,0 1 0,0-1 0,1 0-1,-1 0 1,0 0 0,0 0-7,1 0 0,-1 0 0,1 1 0,-1-1 0,1 0 0,-1 0 0,0 1 0,1-1 0,-1 0 0,0 0 0,0 0 0,0 0 0,0 0 0,0 0 0,0 1 0,0-1 0,0 0 0,0 0 0,0 0 0,0 0 0,0 0 0,-1 0 0,1 1 0,0-1 0,0 0 0,-1 0 0,1 0 0,-1 1 0,1-1 0,-1 0 0,1 1 0,-1-1 0,0 0 0,1 1 0,-1-1 0,0 0-1,-1 0 1,-2 0-3,-1 0 0,1 1 0,-1 0 0,1-1 0,-1 1-1,1 1 1,-1-1 0,1 1 0,-8 2 0,10-3-16,1 1 0,-1 0 0,1 0 0,-1 0 0,1 0 0,-1 0 1,1 0-1,0 0 0,0 1 0,-1-1 0,1 0 0,0 1 0,0-1 0,1 1 0,-1-1 1,0 1-1,0-1 0,1 1 0,-1 0 0,1-1 0,-1 1 0,1 0 0,0-1 0,-1 1 1,1 0-1,0-1 0,1 5 0,-1-6-2,1 1 0,-1 0 0,1-1 0,-1 1 0,1 0 1,-1-1-1,1 1 0,0 0 0,-1-1 0,1 1 0,0-1 0,-1 1 0,1-1 0,0 0 0,0 1 1,0-1-1,-1 0 0,1 1 0,0-1 0,0 0 0,0 0 0,0 0 0,0 0 0,-1 0 0,1 0 0,0 0 1,2 0-1,33-1 94,-26 1-87,-8 0 10,1-1-1,0 1 1,-1-1-1,1 0 1,-1 0-1,1 0 1,-1 0-1,1 0 1,-1-1 0,0 1-1,0-1 1,1 1-1,-1-1 1,0 0-1,0 0 1,-1 0-1,1 0 1,0 0 0,-1-1-1,1 1 1,-1 0-1,0-1 1,0 1-1,0-1 1,0 1-1,0-1 1,0 1 0,-1-1-1,1 0 1,-1 1-1,0-1 1,0 0-1,0 0 1,0 1-1,0-1 1,-1-3-1,0 5-12,0 0-1,0 0 1,0 1-1,0-1 1,1 0-1,-1 1 1,-1-1-1,1 1 1,0-1-1,0 1 1,0-1-1,0 1 1,0 0-1,0-1 1,0 1-1,-1 0 1,1 0-1,0 0 1,0 0-1,0 0 1,0 0-1,-1 0 1,1 1-1,0-1 1,-2 1-1,-32 8-20,34-8 15,-1 0-1,1 0 1,-1 0 0,1 0 0,-1 1 0,1-1-1,0 0 1,-1 1 0,1-1 0,0 1-1,0-1 1,0 1 0,0-1 0,0 1 0,1 0-1,-1-1 1,0 1 0,1 0 0,-1 0-1,1-1 1,0 1 0,-1 0 0,1 0 0,0 0-1,0 0 1,0 0 0,1-1 0,-1 1-1,0 0 1,1 0 0,-1 0 0,1-1 0,-1 1-1,1 0 1,0 0 0,0-1 0,0 1-1,0-1 1,0 1 0,0-1 0,0 1 0,0-1-1,1 0 1,-1 1 0,1-1 0,-1 0-1,1 0 1,-1 0 0,1 0 0,-1 0 0,1-1-1,0 1 1,0 0 0,-1-1 0,1 1 0,0-1-1,0 0 1,0 0 0,0 1 0,-1-1-1,1 0 1,3-1 0,-1 1 4,1 1 18,0-1 1,0 1 0,0-1 0,0-1-1,-1 1 1,1-1 0,0 1 0,7-4-1,-10 3 5,-1 0 0,0 0 1,1 0-1,-1-1 0,0 1 0,0-1 0,0 1 0,0-1 0,0 1 0,0-1 0,0 0 0,0 1 0,0-1 0,-1 0 0,1 0 0,-1 1 0,0-1 1,1 0-1,-1 0 0,0 0 0,0 0 0,0 1 0,0-1 0,-1-3 0,1 4-21,0-1 1,0 1-1,0 0 1,0 0-1,0 0 1,0-1-1,-1 1 0,1 0 1,0 0-1,-1-1 1,1 1-1,-1 0 0,1 0 1,-1 0-1,0 0 1,0 0-1,1 0 1,-1 0-1,0 0 0,0 0 1,0 0-1,0 1 1,0-1-1,0 0 1,0 1-1,0-1 0,0 0 1,0 1-1,0-1 1,-1 1-1,0-1 0,-43-1-1161,29 3-940,9-1-2277</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08.281"/>
    </inkml:context>
    <inkml:brush xml:id="br0">
      <inkml:brushProperty name="width" value="0.05" units="cm"/>
      <inkml:brushProperty name="height" value="0.05" units="cm"/>
      <inkml:brushProperty name="color" value="#E71224"/>
    </inkml:brush>
  </inkml:definitions>
  <inkml:trace contextRef="#ctx0" brushRef="#br0">0 1 3330,'0'0'11674,"0"3"-11588</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12.927"/>
    </inkml:context>
    <inkml:brush xml:id="br0">
      <inkml:brushProperty name="width" value="0.05" units="cm"/>
      <inkml:brushProperty name="height" value="0.05" units="cm"/>
      <inkml:brushProperty name="color" value="#E71224"/>
    </inkml:brush>
  </inkml:definitions>
  <inkml:trace contextRef="#ctx0" brushRef="#br0">1 60 20057,'0'0'4712,"0"23"-4424,0 177-179,0-200-109,0 0 0,0 1 0,0-1 0,0 1 0,0-1 0,0 0 0,0 1 0,0-1 0,1 1 0,-1-1 0,0 0 0,0 1 0,0-1 0,0 1-1,1-1 1,-1 0 0,0 1 0,0-1 0,1 0 0,-1 1 0,0-1 0,1 0 0,-1 0 0,0 1 0,1-1 0,-1 0 0,1 0 0,-1 0 0,0 1 0,1-1 0,-1 0 0,1 0 0,-1 0 0,0 0-1,1 0 1,-1 0 0,1 0 0,-1 0 0,0 0 0,1 0 0,-1 0 0,1 0 0,-1 0 0,1 0 0,-1 0 0,0-1 0,1 1 0,-1 0 0,0 0 0,1 0 0,-1-1 0,1 1 0,-1 0 0,0 0-1,0-1 1,1 0 0,22-15 25,12-22 52,-27 29-58,0-1 1,1 1-1,-1 1 0,1 0 1,1 0-1,0 0 0,14-7 1,-22 14-31,0 1 1,0 0-1,0 0 1,1 1 0,-1-1-1,0 0 1,0 1-1,0-1 1,-1 1-1,1 0 1,0-1 0,0 1-1,0 0 1,0 0-1,-1 0 1,1 0 0,0 1-1,-1-1 1,1 0-1,-1 1 1,1-1-1,-1 1 1,0 0 0,0-1-1,1 1 1,0 2-1,0-1-11,0-1 0,0 1 0,0-1 0,0 0 0,1 1 0,-1-1-1,1 0 1,0 0 0,-1-1 0,1 1 0,5 1 0,-6-2 18,-1-1 0,1 0 0,0 0-1,-1 0 1,1 0 0,0-1 0,-1 1 0,1 0 0,-1-1 0,1 1 0,0-1 0,-1 0 0,1 1 0,-1-1 0,1 0 0,-1 0 0,0 0-1,1 0 1,1-2 0,1-1 10,-1 0 0,1 0 0,-1-1 0,0 1 0,0-1 0,2-6 0,1-1 41,-2 1 1,0-1-1,0 0 1,3-23-1,-6-46 316,-1 80-534,0 6-3317,1 14 1129,3 4-2898,12 0-3971</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13.290"/>
    </inkml:context>
    <inkml:brush xml:id="br0">
      <inkml:brushProperty name="width" value="0.05" units="cm"/>
      <inkml:brushProperty name="height" value="0.05" units="cm"/>
      <inkml:brushProperty name="color" value="#E71224"/>
    </inkml:brush>
  </inkml:definitions>
  <inkml:trace contextRef="#ctx0" brushRef="#br0">0 3 1473,'0'0'17373,"19"0"-16984,122-2-1888,-141 5 1168,0-1-1,0 1 0,-1-1 1,0 1-1,1-1 1,-1 1-1,0-1 1,0 1-1,0-1 1,-2 3-1,-18 26-313,16-24 984,0 0 0,0 0 1,0 0-1,1 1 0,0-1 1,1 1-1,-1 0 0,1 0 1,1 0-1,0 1 0,0-1 1,1 1-1,0-1 0,0 9 1,1 59 673,0-27-3654</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13.622"/>
    </inkml:context>
    <inkml:brush xml:id="br0">
      <inkml:brushProperty name="width" value="0.05" units="cm"/>
      <inkml:brushProperty name="height" value="0.05" units="cm"/>
      <inkml:brushProperty name="color" value="#E71224"/>
    </inkml:brush>
  </inkml:definitions>
  <inkml:trace contextRef="#ctx0" brushRef="#br0">1 25 13958,'0'0'5459,"134"-24"-5395,-79 24-64,-3 0-1057,-11 0-2960,-12 9-6660</inkml:trace>
  <inkml:trace contextRef="#ctx0" brushRef="#br0" timeOffset="1">118 193 12806,'0'0'7507,"138"-9"-7683,-84-2-928,3 0-1890,3-2-3841</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13.956"/>
    </inkml:context>
    <inkml:brush xml:id="br0">
      <inkml:brushProperty name="width" value="0.05" units="cm"/>
      <inkml:brushProperty name="height" value="0.05" units="cm"/>
      <inkml:brushProperty name="color" value="#E71224"/>
    </inkml:brush>
  </inkml:definitions>
  <inkml:trace contextRef="#ctx0" brushRef="#br0">28 66 14567,'0'0'6533,"-5"17"-6429,-14 53 38,18-68-140,1 0 0,-1 0 1,1 0-1,-1 0 0,1 0 1,0 1-1,-1-1 0,1 0 1,0 0-1,1 0 0,-1 0 1,0 0-1,1 0 0,-1 0 1,1 0-1,-1 0 0,1 0 1,0 0-1,0 0 0,0 0 1,0 0-1,0 0 1,0-1-1,1 1 0,-1 0 1,0-1-1,1 1 0,0-1 1,-1 1-1,1-1 0,0 0 1,0 0-1,-1 0 0,1 0 1,0 0-1,2 0 0,5 2-16,0-1 0,1-1 0,-1 0 0,0 0 0,0-1 0,12 0-1,-8-1-15,-5 1 108,-1-1-1,0 1 1,0-2 0,0 1 0,0-1-1,-1 0 1,1-1 0,0 1-1,-1-1 1,1-1 0,-1 1-1,0-1 1,0 0 0,-1-1-1,1 1 1,-1-1 0,0 0-1,0 0 1,0-1 0,-1 0-1,0 1 1,0-2 0,-1 1-1,1 0 1,-1-1 0,0 1 0,-1-1-1,0 0 1,0 0 0,0 0-1,-1 0 1,0 0 0,0-11-1,-1 16-26,-1 0 1,1 0-1,0 0 0,-1 0 0,1 0 0,-1 0 1,1 0-1,-1 0 0,0 1 0,0-1 0,0 0 1,0 0-1,0 1 0,0-1 0,0 1 0,-1-1 0,1 1 1,0-1-1,-1 1 0,-3-2 0,1 0-8,-1 0-1,0 1 1,0 0-1,0 0 1,0 0-1,0 0 1,-11-1-1,7 2-279,-1 0-1,1 0 1,-1 1-1,1 0 1,-1 1-1,1 0 1,-1 0-1,1 1 0,-11 3 1,-18 20-2998,17-4-1742,-3 7-7010</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14.322"/>
    </inkml:context>
    <inkml:brush xml:id="br0">
      <inkml:brushProperty name="width" value="0.05" units="cm"/>
      <inkml:brushProperty name="height" value="0.05" units="cm"/>
      <inkml:brushProperty name="color" value="#E71224"/>
    </inkml:brush>
  </inkml:definitions>
  <inkml:trace contextRef="#ctx0" brushRef="#br0">2385 333 7123,'-21'-27'5419,"4"5"-4565,1 1-492,0 0 1,-1 1-1,-2 0 1,0 2-1,0 0 0,-2 1 1,-29-18-1,15 17 28,-1 2 0,0 1 0,-1 2 0,-1 2 0,0 1 0,-1 3-1,-45-5 1,-32 3-10,-130 7 1,164 5-341,1 5-1,0 3 1,0 3 0,2 4 0,0 3 0,-142 60 0,157-52-44,1 2 0,1 4 0,3 2 0,1 2 0,1 4 0,3 1 0,1 3-1,-61 71 1,94-94 3,0 1 0,2 1-1,1 1 1,1 1 0,1 0 0,2 1-1,1 0 1,1 1 0,1 0-1,-7 43 1,14-54 31,0 1 0,2-1 0,1 1-1,0 0 1,1-1 0,1 1 0,1-1 0,1 1 0,1-1-1,0 0 1,1-1 0,1 1 0,1-1 0,1-1 0,0 0 0,1 0-1,23 29 1,-2-12 118,1-1-1,1-2 1,2-1 0,1-1-1,1-3 1,48 27-1,-1-8 186,174 67 1,-153-77-292,0-4 0,3-5 0,0-5 0,197 14 0,-204-31-126,-1-4-1,1-5 1,-1-5-1,0-3 1,137-38 0,-171 32-5,0-3 0,-1-3 1,95-52-1,-128 59 80,-1-1-1,-1-2 1,-1-2-1,-1 0 1,0-2-1,-2-1 0,-1-1 1,30-42-1,-34 37 68,-2 1-1,-1-2 0,-2-1 1,-1 0-1,-2-1 1,-1 0-1,-2-1 0,-1 0 1,-2-1-1,-1 1 0,-2-1 1,-2-1-1,-3-44 0,0 63-7,-2 1-1,0 0 0,-1 0 0,0 0 0,-2 0 1,0 1-1,-1-1 0,-1 2 0,0-1 0,-1 1 1,-1 0-1,-13-15 0,6 11-48,-1 1-1,0 1 1,-2 0 0,0 2-1,-1 0 1,-1 1 0,0 2-1,-25-13 1,2 6-151,0 2 0,-1 1 0,-1 3 0,0 1 0,-54-6 0,35 10-1518,-1 4 0,1 2 0,-80 8 1,57 7-5406</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4:50.826"/>
    </inkml:context>
    <inkml:brush xml:id="br0">
      <inkml:brushProperty name="width" value="0.05" units="cm"/>
      <inkml:brushProperty name="height" value="0.05" units="cm"/>
      <inkml:brushProperty name="color" value="#E71224"/>
    </inkml:brush>
  </inkml:definitions>
  <inkml:trace contextRef="#ctx0" brushRef="#br0">1553 88 1281,'0'0'4327,"-21"-9"-3460,12 5-807,-24-9 69,-1 0 0,0 2 0,-45-8 0,7 10 371,0 3 0,-78 2-1,107 6-499,0 2 0,1 2 0,0 1 1,-77 25-1,37-1-318,1 5 1,2 3 0,2 3 0,1 4 0,3 3 0,2 3 0,-101 95-1,123-102-1373</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4:51.173"/>
    </inkml:context>
    <inkml:brush xml:id="br0">
      <inkml:brushProperty name="width" value="0.05" units="cm"/>
      <inkml:brushProperty name="height" value="0.05" units="cm"/>
      <inkml:brushProperty name="color" value="#E71224"/>
    </inkml:brush>
  </inkml:definitions>
  <inkml:trace contextRef="#ctx0" brushRef="#br0">72 1 560,'0'0'352,"-51"96"-256,30-50-96</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4:51.807"/>
    </inkml:context>
    <inkml:brush xml:id="br0">
      <inkml:brushProperty name="width" value="0.05" units="cm"/>
      <inkml:brushProperty name="height" value="0.05" units="cm"/>
      <inkml:brushProperty name="color" value="#E71224"/>
    </inkml:brush>
  </inkml:definitions>
  <inkml:trace contextRef="#ctx0" brushRef="#br0">1 1 1265,'0'0'1414,"23"16"-1020,76 51 559,-75-53-212,1 0 0,0-2 1,1-1-1,0 0 0,1-3 0,34 8 0,8 3 711,85 38-1489,-106-37 421,0-2 0,2-2 0,52 9 1,-15-10-26,33 6-342,234 11-1,-181-29-198,170-5-2624,-314-1 2992,-2-2 1,1-1-1,-1 0 1,31-13 0,106-51-839,-60 24-416,-65 30-317,2-3-1451</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4:52.157"/>
    </inkml:context>
    <inkml:brush xml:id="br0">
      <inkml:brushProperty name="width" value="0.05" units="cm"/>
      <inkml:brushProperty name="height" value="0.05" units="cm"/>
      <inkml:brushProperty name="color" value="#E71224"/>
    </inkml:brush>
  </inkml:definitions>
  <inkml:trace contextRef="#ctx0" brushRef="#br0">1 502 544,'0'0'4947,"117"-70"-4787,-76 46 224,2-1 112,5 0-32,-7-3-464,2 2-176,-4-2-528,-4 0-289,-4 0 449,0-1 160,-4-5 320,0-1-32,2-4 64,-3 0-512,3-5-1858</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4:53.712"/>
    </inkml:context>
    <inkml:brush xml:id="br0">
      <inkml:brushProperty name="width" value="0.05" units="cm"/>
      <inkml:brushProperty name="height" value="0.05" units="cm"/>
      <inkml:brushProperty name="color" value="#E71224"/>
    </inkml:brush>
  </inkml:definitions>
  <inkml:trace contextRef="#ctx0" brushRef="#br0">5152 2885 3682,'3'-17'1779,"10"-47"-861,2-5 452,-3 0 1,4-84-1,-21 58-329,-4 1 0,-33-141 0,14 90 121,8 62-774,-4 2 1,-3 0-1,-59-122 1,29 74-423,40 91 40,-2 1 0,-2 1-1,-1 0 1,-37-44 0,-117-113 128,41 48 16,126 134-136,-17-21 23,-2 1-1,0 2 0,-2 0 0,-1 2 1,-54-35-1,-351-196 36,353 209-19,-2 3-1,-2 5 1,-2 3 0,-126-36 0,135 54-30,-1 3 1,-139-10-1,-169 17-272,304 14-144,-121 21-1,102-9 293,45-9 91,0 2 1,1 4 0,0 2-1,1 2 1,1 3 0,0 2-1,-75 43 1,-37 27 22,-37 23-2,145-73-54,1 3 1,-54 53-1,-6 5 54,58-48-185,2 3 0,-76 96 0,-10 10-19,99-115-614,2 1 1,-73 112 0,102-138 634,1 0 1,2 1-1,0 0 0,2 1 1,0 0-1,2 1 0,1 0 1,2 0-1,-5 54 0,6-4-260,-3-1 0,-4-1 0,-28 105 0,28-132-463,2-1 1,1 1-1,-1 94 1,9-117 1092,1-1 0,0 0-1,2 1 1,1-1 0,0 0 0,13 33 0,1-3-354,-3 1 0,-1 1 0,-3-1 0,6 104 1,-15-127-69,2-1 1,1 0 0,1 0 0,2-1-1,1 0 1,15 35 0,-10-34 643,3-1 1,0 0-1,2-1 1,0-1 0,35 37-1,47 59 564,-66-79-1252,1-2 1,2-1 0,57 49 0,5-14 896,-36-30 238,-2 3 0,-3 2 0,56 63 1,-61-50-1419,84 74 1,-114-118 662,1-1 1,1-1-1,1-1 0,0-2 0,2-1 1,53 21-1,-28-18 950,1-3 1,110 15 0,116-11-1717,-198-16-2123</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4:58.215"/>
    </inkml:context>
    <inkml:brush xml:id="br0">
      <inkml:brushProperty name="width" value="0.05" units="cm"/>
      <inkml:brushProperty name="height" value="0.05" units="cm"/>
      <inkml:brushProperty name="color" value="#E71224"/>
    </inkml:brush>
  </inkml:definitions>
  <inkml:trace contextRef="#ctx0" brushRef="#br0">42 1 7043,'0'0'6174,"-7"4"-933,-23 13-5301,25-9 2599</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00.585"/>
    </inkml:context>
    <inkml:brush xml:id="br0">
      <inkml:brushProperty name="width" value="0.05" units="cm"/>
      <inkml:brushProperty name="height" value="0.05" units="cm"/>
      <inkml:brushProperty name="color" value="#E71224"/>
    </inkml:brush>
  </inkml:definitions>
  <inkml:trace contextRef="#ctx0" brushRef="#br0">30 1 2561,'-5'1'20911,"-7"0"-20201,0 1-4568</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01.925"/>
    </inkml:context>
    <inkml:brush xml:id="br0">
      <inkml:brushProperty name="width" value="0.05" units="cm"/>
      <inkml:brushProperty name="height" value="0.05" units="cm"/>
      <inkml:brushProperty name="color" value="#E71224"/>
    </inkml:brush>
  </inkml:definitions>
  <inkml:trace contextRef="#ctx0" brushRef="#br0">1 1 8452,'0'0'10976,"2"0"-9494</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02.713"/>
    </inkml:context>
    <inkml:brush xml:id="br0">
      <inkml:brushProperty name="width" value="0.05" units="cm"/>
      <inkml:brushProperty name="height" value="0.05" units="cm"/>
      <inkml:brushProperty name="color" value="#E71224"/>
    </inkml:brush>
  </inkml:definitions>
  <inkml:trace contextRef="#ctx0" brushRef="#br0">0 0 8292,'4'3'15187</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04.279"/>
    </inkml:context>
    <inkml:brush xml:id="br0">
      <inkml:brushProperty name="width" value="0.05" units="cm"/>
      <inkml:brushProperty name="height" value="0.05" units="cm"/>
      <inkml:brushProperty name="color" value="#E71224"/>
    </inkml:brush>
  </inkml:definitions>
  <inkml:trace contextRef="#ctx0" brushRef="#br0">17 6 10197,'0'0'7963,"11"-3"-698,-17 1-10047,-12 2-6031,15 0 6511</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29.809"/>
    </inkml:context>
    <inkml:brush xml:id="br0">
      <inkml:brushProperty name="width" value="0.05" units="cm"/>
      <inkml:brushProperty name="height" value="0.05" units="cm"/>
      <inkml:brushProperty name="color" value="#E71224"/>
    </inkml:brush>
  </inkml:definitions>
  <inkml:trace contextRef="#ctx0" brushRef="#br0">0 0 9316,'0'0'0</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30.155"/>
    </inkml:context>
    <inkml:brush xml:id="br0">
      <inkml:brushProperty name="width" value="0.05" units="cm"/>
      <inkml:brushProperty name="height" value="0.05" units="cm"/>
      <inkml:brushProperty name="color" value="#E71224"/>
    </inkml:brush>
  </inkml:definitions>
  <inkml:trace contextRef="#ctx0" brushRef="#br0">0 1 4162,'0'0'0</inkml:trace>
  <inkml:trace contextRef="#ctx0" brushRef="#br0" timeOffset="1">130 419 6339,'0'0'0</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30.493"/>
    </inkml:context>
    <inkml:brush xml:id="br0">
      <inkml:brushProperty name="width" value="0.05" units="cm"/>
      <inkml:brushProperty name="height" value="0.05" units="cm"/>
      <inkml:brushProperty name="color" value="#E71224"/>
    </inkml:brush>
  </inkml:definitions>
  <inkml:trace contextRef="#ctx0" brushRef="#br0">0 0 5731,'0'0'2817</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35.223"/>
    </inkml:context>
    <inkml:brush xml:id="br0">
      <inkml:brushProperty name="width" value="0.05" units="cm"/>
      <inkml:brushProperty name="height" value="0.05" units="cm"/>
      <inkml:brushProperty name="color" value="#E71224"/>
    </inkml:brush>
  </inkml:definitions>
  <inkml:trace contextRef="#ctx0" brushRef="#br0">56 3 6643,'0'0'8932,"-56"-2"-8916,91 2-16,14 0-48,7 0-832,6 0-1794,0 0-303,-5 0-2033</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35.582"/>
    </inkml:context>
    <inkml:brush xml:id="br0">
      <inkml:brushProperty name="width" value="0.05" units="cm"/>
      <inkml:brushProperty name="height" value="0.05" units="cm"/>
      <inkml:brushProperty name="color" value="#E71224"/>
    </inkml:brush>
  </inkml:definitions>
  <inkml:trace contextRef="#ctx0" brushRef="#br0">1 4 2161,'0'0'11349,"117"0"-10965,-86-2-288,6 0-96,2 2-48,4 0-496,5 0-1457,3 0-3361</inkml:trace>
  <inkml:trace contextRef="#ctx0" brushRef="#br0" timeOffset="1">639 45 7972,'0'0'6691,"113"-26"-6675,-82 20-16,4 4-128,-4 2-641,0 0-975,-2 0-449,-2 0-1441</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35.922"/>
    </inkml:context>
    <inkml:brush xml:id="br0">
      <inkml:brushProperty name="width" value="0.05" units="cm"/>
      <inkml:brushProperty name="height" value="0.05" units="cm"/>
      <inkml:brushProperty name="color" value="#E71224"/>
    </inkml:brush>
  </inkml:definitions>
  <inkml:trace contextRef="#ctx0" brushRef="#br0">0 0 6307,'0'0'5632,"19"0"-5312,127 0 400,-146 0-314,-19 4-4552,9-2 526</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36.271"/>
    </inkml:context>
    <inkml:brush xml:id="br0">
      <inkml:brushProperty name="width" value="0.05" units="cm"/>
      <inkml:brushProperty name="height" value="0.05" units="cm"/>
      <inkml:brushProperty name="color" value="#E71224"/>
    </inkml:brush>
  </inkml:definitions>
  <inkml:trace contextRef="#ctx0" brushRef="#br0">48 0 6771,'0'0'9204,"-29"10"-9204,25 14 0,0 5-672,-2 7-3154,1-1-4930</inkml:trace>
  <inkml:trace contextRef="#ctx0" brushRef="#br0" timeOffset="1">52 552 10549,'0'0'5602,"-2"65"-6146,-6-39-2225,-1 4-1297</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36.639"/>
    </inkml:context>
    <inkml:brush xml:id="br0">
      <inkml:brushProperty name="width" value="0.05" units="cm"/>
      <inkml:brushProperty name="height" value="0.05" units="cm"/>
      <inkml:brushProperty name="color" value="#E71224"/>
    </inkml:brush>
  </inkml:definitions>
  <inkml:trace contextRef="#ctx0" brushRef="#br0">0 1 6227,'0'0'9044,"0"94"-8932,0-77-112,0 0-80,0 5-1441,0 6-480,0 5-64,6 6 1889,-1 3-3361,1 3-257,0 5 1585</inkml:trace>
  <inkml:trace contextRef="#ctx0" brushRef="#br0" timeOffset="1">27 547 3666,'0'0'3105,"0"95"-2577,0-53 3474,-4-5-2689,0-7-785,2-2 1041,2-1-1249,0-1-208,0 4-96,4 0 304,6-4-320,3 5-160,-3 2-2433,-2 3 1376,-6 3 561,-2 1-7236</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36.988"/>
    </inkml:context>
    <inkml:brush xml:id="br0">
      <inkml:brushProperty name="width" value="0.05" units="cm"/>
      <inkml:brushProperty name="height" value="0.05" units="cm"/>
      <inkml:brushProperty name="color" value="#E71224"/>
    </inkml:brush>
  </inkml:definitions>
  <inkml:trace contextRef="#ctx0" brushRef="#br0">20 0 3522,'0'0'3612,"-2"23"-504,-14 164 3516,15-164-6006,1 0-1,1 0 1,4 24-1,-2-35-878,0 0 0,1 1-1,0-1 1,8 14 0,-4-8-677,-1 1 0,-1 0 1,0 0-1,-2 1 0,0-1 0,2 35 1,-6 126-1369,-2-85 3324,-8 70 3567,4-109-3861,3 1 0,5 66 1,0-116-1192,0-1-1,0 1 1,0-1 0,1 0 0,0 0 0,6 10 0,9 20-625,-10 10-266,-7-39 1655,0 0 1,0 0 0,0 0-1,1 0 1,0 0 0,5 11-1,-7-18-258,1 0 0,-1 0-1,0 0 1,0 0 0,0 0-1,1 0 1,-1 1 0,0-1-1,0 0 1,0 0 0,1 0-1,-1 0 1,0 0 0,0 0-1,0 0 1,1 0 0,-1 0-1,0 0 1,0 0 0,0 0-1,1 0 1,-1 0 0,0 0-1,0 0 1,0 0 0,1-1-1,-1 1 1,0 0 0,0 0-1,0 0 1,1 0 0,-1 0-1,0 0 1,0 0 0,0-1-1,0 1 1,0 0 0,1 0 0,-1 0-1,0 0 1,0-1 0,0 1-1,0 0 1,0 0 0,0 0-1,0-1 1,0 1 0,0 0-1,0 0 1,0-1 0,0 1-1,0 0 1,0 0 0,0 0-1,0-1 1,0 1 0,0 0-1,0 0 1,0 0 0,0-1-1,0 1 1,4-16-105,-2-18-740,-2-10-3262</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40.030"/>
    </inkml:context>
    <inkml:brush xml:id="br0">
      <inkml:brushProperty name="width" value="0.05" units="cm"/>
      <inkml:brushProperty name="height" value="0.05" units="cm"/>
      <inkml:brushProperty name="color" value="#E71224"/>
    </inkml:brush>
  </inkml:definitions>
  <inkml:trace contextRef="#ctx0" brushRef="#br0">0 8 11573,'0'0'2257,"130"0"-2177,-77-4-16,1 0-64,0 4-80,-9 0-624,-14 0-2385,-11 0-7012</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41.338"/>
    </inkml:context>
    <inkml:brush xml:id="br0">
      <inkml:brushProperty name="width" value="0.05" units="cm"/>
      <inkml:brushProperty name="height" value="0.05" units="cm"/>
      <inkml:brushProperty name="color" value="#E71224"/>
    </inkml:brush>
  </inkml:definitions>
  <inkml:trace contextRef="#ctx0" brushRef="#br0">0 40 7363,'0'0'13254,"0"-13"-13206,29 3 16,0 3 17,-2 2-162,-2 3-111,-1 0-1072,3 2-1025,2 0-1457,-2 0-1760</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41.687"/>
    </inkml:context>
    <inkml:brush xml:id="br0">
      <inkml:brushProperty name="width" value="0.05" units="cm"/>
      <inkml:brushProperty name="height" value="0.05" units="cm"/>
      <inkml:brushProperty name="color" value="#E71224"/>
    </inkml:brush>
  </inkml:definitions>
  <inkml:trace contextRef="#ctx0" brushRef="#br0">1 47 9828,'0'0'6774,"15"0"-6688,88-8-1310,17-8-5865,-57 8 4915,85-5 13097,-103 12-11549,1 0-5542,-10 1 2193</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42.021"/>
    </inkml:context>
    <inkml:brush xml:id="br0">
      <inkml:brushProperty name="width" value="0.05" units="cm"/>
      <inkml:brushProperty name="height" value="0.05" units="cm"/>
      <inkml:brushProperty name="color" value="#E71224"/>
    </inkml:brush>
  </inkml:definitions>
  <inkml:trace contextRef="#ctx0" brushRef="#br0">14 25 9380,'0'0'7540,"-14"-24"-8709,14 39-10372</inkml:trace>
  <inkml:trace contextRef="#ctx0" brushRef="#br0" timeOffset="1">47 419 9893,'0'0'4322,"9"113"-5235,-7-85-1536,-2 6-3474</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42.371"/>
    </inkml:context>
    <inkml:brush xml:id="br0">
      <inkml:brushProperty name="width" value="0.05" units="cm"/>
      <inkml:brushProperty name="height" value="0.05" units="cm"/>
      <inkml:brushProperty name="color" value="#E71224"/>
    </inkml:brush>
  </inkml:definitions>
  <inkml:trace contextRef="#ctx0" brushRef="#br0">1 0 6563,'0'0'5491,"12"85"-10502</inkml:trace>
  <inkml:trace contextRef="#ctx0" brushRef="#br0" timeOffset="1">77 599 11989,'0'0'2978,"0"98"-2674,-2-83-176,0-3-96,2 3 64,0-2-96,0 0-1072,0 2-1426,10-2-495,5 7-3282</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42.721"/>
    </inkml:context>
    <inkml:brush xml:id="br0">
      <inkml:brushProperty name="width" value="0.05" units="cm"/>
      <inkml:brushProperty name="height" value="0.05" units="cm"/>
      <inkml:brushProperty name="color" value="#E71224"/>
    </inkml:brush>
  </inkml:definitions>
  <inkml:trace contextRef="#ctx0" brushRef="#br0">27 1 8404,'0'0'1633,"-14"94"31,6-58 994,4-5 767,4-1-2480,0-14-689,0-3 288,0-5 0,0-5 1745,0-4-2289,0-18-432,4-7-977,2-11-2368,4-9-12695</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0T08:55:43.106"/>
    </inkml:context>
    <inkml:brush xml:id="br0">
      <inkml:brushProperty name="width" value="0.05" units="cm"/>
      <inkml:brushProperty name="height" value="0.05" units="cm"/>
      <inkml:brushProperty name="color" value="#E71224"/>
    </inkml:brush>
  </inkml:definitions>
  <inkml:trace contextRef="#ctx0" brushRef="#br0">1 108 12086,'0'0'9420,"6"-1"-8807,233-28 236,133-18-1111,-572 74-236,119-15 532,-107 22 81,295-29 93,-34-8-449,-1-3 1,0-3-1,0-4 0,105-32 1,-133 28-2722,-21 1-2856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D7F3BA-5C2C-4447-B995-54F683C0930A}" type="datetimeFigureOut">
              <a:rPr lang="en-IN" smtClean="0"/>
              <a:t>04-08-2025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4216B5-ABB0-425F-AA84-B4A3AD6D932D}" type="slidenum">
              <a:rPr lang="en-IN" smtClean="0"/>
              <a:t>‹#›</a:t>
            </a:fld>
            <a:endParaRPr lang="en-IN"/>
          </a:p>
        </p:txBody>
      </p:sp>
    </p:spTree>
    <p:extLst>
      <p:ext uri="{BB962C8B-B14F-4D97-AF65-F5344CB8AC3E}">
        <p14:creationId xmlns:p14="http://schemas.microsoft.com/office/powerpoint/2010/main" val="2730825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machine learning, given a set of data points, we want to fit the model to approximate the data set</a:t>
            </a:r>
          </a:p>
          <a:p>
            <a:r>
              <a:rPr lang="en-US" dirty="0"/>
              <a:t>We want models to learn a representation of our data that can generalize to new data.</a:t>
            </a:r>
          </a:p>
          <a:p>
            <a:r>
              <a:rPr lang="en-US" dirty="0"/>
              <a:t>As we can see, the left curve cannot generalize well to the data points since it is not capturing all the intricacies of data points.</a:t>
            </a:r>
          </a:p>
          <a:p>
            <a:r>
              <a:rPr lang="en-US" dirty="0"/>
              <a:t>While the right curve is fitting too well, like going through every point of training data. Though it is covering all the intricacies of data this one is not going to generalize to a new data point.</a:t>
            </a:r>
          </a:p>
          <a:p>
            <a:r>
              <a:rPr lang="en-US" dirty="0"/>
              <a:t>So we want an ideal fit (middle one) where we cover the overall trend of data and can generalize well to the test data.</a:t>
            </a:r>
            <a:endParaRPr lang="en-IN" dirty="0"/>
          </a:p>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3</a:t>
            </a:fld>
            <a:endParaRPr lang="en-IN"/>
          </a:p>
        </p:txBody>
      </p:sp>
    </p:spTree>
    <p:extLst>
      <p:ext uri="{BB962C8B-B14F-4D97-AF65-F5344CB8AC3E}">
        <p14:creationId xmlns:p14="http://schemas.microsoft.com/office/powerpoint/2010/main" val="451734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4</a:t>
            </a:fld>
            <a:endParaRPr lang="en-IN"/>
          </a:p>
        </p:txBody>
      </p:sp>
    </p:spTree>
    <p:extLst>
      <p:ext uri="{BB962C8B-B14F-4D97-AF65-F5344CB8AC3E}">
        <p14:creationId xmlns:p14="http://schemas.microsoft.com/office/powerpoint/2010/main" val="2478292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5</a:t>
            </a:fld>
            <a:endParaRPr lang="en-IN"/>
          </a:p>
        </p:txBody>
      </p:sp>
    </p:spTree>
    <p:extLst>
      <p:ext uri="{BB962C8B-B14F-4D97-AF65-F5344CB8AC3E}">
        <p14:creationId xmlns:p14="http://schemas.microsoft.com/office/powerpoint/2010/main" val="3289050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Collecting more examples should be the first step in every data science task, as more data will result in an increased accuracy of the model, while reducing the chance of overfitting</a:t>
            </a:r>
          </a:p>
          <a:p>
            <a:endParaRPr lang="en-US" dirty="0"/>
          </a:p>
          <a:p>
            <a:r>
              <a:rPr lang="en-US" dirty="0"/>
              <a:t>To do that, use data augmentation techniques so that each time a sample is processed by the model, it’s slightly different from the previous time. This will make it harder for the model to learn parameters for each sample.</a:t>
            </a:r>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6</a:t>
            </a:fld>
            <a:endParaRPr lang="en-IN"/>
          </a:p>
        </p:txBody>
      </p:sp>
    </p:spTree>
    <p:extLst>
      <p:ext uri="{BB962C8B-B14F-4D97-AF65-F5344CB8AC3E}">
        <p14:creationId xmlns:p14="http://schemas.microsoft.com/office/powerpoint/2010/main" val="3122518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7</a:t>
            </a:fld>
            <a:endParaRPr lang="en-IN"/>
          </a:p>
        </p:txBody>
      </p:sp>
    </p:spTree>
    <p:extLst>
      <p:ext uri="{BB962C8B-B14F-4D97-AF65-F5344CB8AC3E}">
        <p14:creationId xmlns:p14="http://schemas.microsoft.com/office/powerpoint/2010/main" val="15971756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8</a:t>
            </a:fld>
            <a:endParaRPr lang="en-IN"/>
          </a:p>
        </p:txBody>
      </p:sp>
    </p:spTree>
    <p:extLst>
      <p:ext uri="{BB962C8B-B14F-4D97-AF65-F5344CB8AC3E}">
        <p14:creationId xmlns:p14="http://schemas.microsoft.com/office/powerpoint/2010/main" val="29122139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9</a:t>
            </a:fld>
            <a:endParaRPr lang="en-IN"/>
          </a:p>
        </p:txBody>
      </p:sp>
    </p:spTree>
    <p:extLst>
      <p:ext uri="{BB962C8B-B14F-4D97-AF65-F5344CB8AC3E}">
        <p14:creationId xmlns:p14="http://schemas.microsoft.com/office/powerpoint/2010/main" val="17345673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92929"/>
                </a:solidFill>
                <a:effectLst/>
                <a:latin typeface="source-serif-pro"/>
              </a:rPr>
              <a:t>To think simply about L2 regularization from the viewpoint of optimizing the cost function, as we add the regularization term to the cost function we are actually increasing the value of the cost function. </a:t>
            </a:r>
            <a:r>
              <a:rPr lang="en-US" b="0" i="0">
                <a:solidFill>
                  <a:srgbClr val="292929"/>
                </a:solidFill>
                <a:effectLst/>
                <a:latin typeface="source-serif-pro"/>
              </a:rPr>
              <a:t>Hence, if the weights will be larger it will also make the cost to go up and the training algorithm will try to bring the weights down by penalizing the weights forcing them to take smaller values thereby regularizing the network.</a:t>
            </a:r>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10</a:t>
            </a:fld>
            <a:endParaRPr lang="en-IN"/>
          </a:p>
        </p:txBody>
      </p:sp>
    </p:spTree>
    <p:extLst>
      <p:ext uri="{BB962C8B-B14F-4D97-AF65-F5344CB8AC3E}">
        <p14:creationId xmlns:p14="http://schemas.microsoft.com/office/powerpoint/2010/main" val="25753330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11</a:t>
            </a:fld>
            <a:endParaRPr lang="en-IN"/>
          </a:p>
        </p:txBody>
      </p:sp>
    </p:spTree>
    <p:extLst>
      <p:ext uri="{BB962C8B-B14F-4D97-AF65-F5344CB8AC3E}">
        <p14:creationId xmlns:p14="http://schemas.microsoft.com/office/powerpoint/2010/main" val="5526554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12</a:t>
            </a:fld>
            <a:endParaRPr lang="en-IN"/>
          </a:p>
        </p:txBody>
      </p:sp>
    </p:spTree>
    <p:extLst>
      <p:ext uri="{BB962C8B-B14F-4D97-AF65-F5344CB8AC3E}">
        <p14:creationId xmlns:p14="http://schemas.microsoft.com/office/powerpoint/2010/main" val="11704119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92929"/>
                </a:solidFill>
                <a:effectLst/>
                <a:latin typeface="source-serif-pro"/>
              </a:rPr>
              <a:t>L2 regularization is often referred to as </a:t>
            </a:r>
            <a:r>
              <a:rPr lang="en-US" b="1" i="0" dirty="0">
                <a:solidFill>
                  <a:srgbClr val="292929"/>
                </a:solidFill>
                <a:effectLst/>
                <a:latin typeface="source-serif-pro"/>
              </a:rPr>
              <a:t>weight decay</a:t>
            </a:r>
            <a:r>
              <a:rPr lang="en-US" b="0" i="0" dirty="0">
                <a:solidFill>
                  <a:srgbClr val="292929"/>
                </a:solidFill>
                <a:effectLst/>
                <a:latin typeface="source-serif-pro"/>
              </a:rPr>
              <a:t> since it makes the weights smaller. Hence you can see why regularization works, it makes the weights of the network smaller. The smallness of weights implies that the network </a:t>
            </a:r>
            <a:r>
              <a:rPr lang="en-US" b="0" i="0" dirty="0" err="1">
                <a:solidFill>
                  <a:srgbClr val="292929"/>
                </a:solidFill>
                <a:effectLst/>
                <a:latin typeface="source-serif-pro"/>
              </a:rPr>
              <a:t>behaviour</a:t>
            </a:r>
            <a:r>
              <a:rPr lang="en-US" b="0" i="0" dirty="0">
                <a:solidFill>
                  <a:srgbClr val="292929"/>
                </a:solidFill>
                <a:effectLst/>
                <a:latin typeface="source-serif-pro"/>
              </a:rPr>
              <a:t> won’t change much if we change a few random inputs here and there which in turn makes it difficult for the regularized network to learn local noise in the data. This forces the network to learn only those features which are seen often across the training set.</a:t>
            </a:r>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13</a:t>
            </a:fld>
            <a:endParaRPr lang="en-IN"/>
          </a:p>
        </p:txBody>
      </p:sp>
    </p:spTree>
    <p:extLst>
      <p:ext uri="{BB962C8B-B14F-4D97-AF65-F5344CB8AC3E}">
        <p14:creationId xmlns:p14="http://schemas.microsoft.com/office/powerpoint/2010/main" val="16052831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14</a:t>
            </a:fld>
            <a:endParaRPr lang="en-IN"/>
          </a:p>
        </p:txBody>
      </p:sp>
    </p:spTree>
    <p:extLst>
      <p:ext uri="{BB962C8B-B14F-4D97-AF65-F5344CB8AC3E}">
        <p14:creationId xmlns:p14="http://schemas.microsoft.com/office/powerpoint/2010/main" val="12885394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15</a:t>
            </a:fld>
            <a:endParaRPr lang="en-IN"/>
          </a:p>
        </p:txBody>
      </p:sp>
    </p:spTree>
    <p:extLst>
      <p:ext uri="{BB962C8B-B14F-4D97-AF65-F5344CB8AC3E}">
        <p14:creationId xmlns:p14="http://schemas.microsoft.com/office/powerpoint/2010/main" val="11768170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16</a:t>
            </a:fld>
            <a:endParaRPr lang="en-IN"/>
          </a:p>
        </p:txBody>
      </p:sp>
    </p:spTree>
    <p:extLst>
      <p:ext uri="{BB962C8B-B14F-4D97-AF65-F5344CB8AC3E}">
        <p14:creationId xmlns:p14="http://schemas.microsoft.com/office/powerpoint/2010/main" val="36486324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17</a:t>
            </a:fld>
            <a:endParaRPr lang="en-IN"/>
          </a:p>
        </p:txBody>
      </p:sp>
    </p:spTree>
    <p:extLst>
      <p:ext uri="{BB962C8B-B14F-4D97-AF65-F5344CB8AC3E}">
        <p14:creationId xmlns:p14="http://schemas.microsoft.com/office/powerpoint/2010/main" val="37284815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quantify the penalty </a:t>
            </a:r>
            <a:r>
              <a:rPr lang="en-US" b="1" dirty="0"/>
              <a:t>a</a:t>
            </a:r>
            <a:r>
              <a:rPr lang="en-US" dirty="0"/>
              <a:t>. That sum of sq of weights should be less than </a:t>
            </a:r>
            <a:r>
              <a:rPr lang="en-US" b="1" dirty="0"/>
              <a:t>a</a:t>
            </a:r>
            <a:r>
              <a:rPr lang="en-US" dirty="0"/>
              <a:t>. This bound </a:t>
            </a:r>
            <a:r>
              <a:rPr lang="en-US" b="1" dirty="0"/>
              <a:t>a </a:t>
            </a:r>
            <a:r>
              <a:rPr lang="en-US" dirty="0"/>
              <a:t>is specified in </a:t>
            </a:r>
            <a:r>
              <a:rPr lang="en-US" dirty="0" err="1"/>
              <a:t>keras</a:t>
            </a:r>
            <a:r>
              <a:rPr lang="en-US" dirty="0"/>
              <a:t> as </a:t>
            </a:r>
            <a:r>
              <a:rPr lang="en-US" dirty="0" err="1"/>
              <a:t>maxnorm</a:t>
            </a:r>
            <a:r>
              <a:rPr lang="en-US" dirty="0"/>
              <a:t> constraint. </a:t>
            </a:r>
          </a:p>
          <a:p>
            <a:r>
              <a:rPr lang="en-US" dirty="0"/>
              <a:t>Y hat is function of weights: w1 and w2.</a:t>
            </a:r>
          </a:p>
          <a:p>
            <a:r>
              <a:rPr lang="en-US" dirty="0"/>
              <a:t>Since loss term is also square, it is shown as circle.</a:t>
            </a:r>
          </a:p>
          <a:p>
            <a:r>
              <a:rPr lang="en-US" dirty="0"/>
              <a:t>When we minimize this loss term completely, it will be at the center point.</a:t>
            </a:r>
          </a:p>
          <a:p>
            <a:r>
              <a:rPr lang="en-US" dirty="0"/>
              <a:t>But we </a:t>
            </a:r>
            <a:r>
              <a:rPr lang="en-US" dirty="0" err="1"/>
              <a:t>donot</a:t>
            </a:r>
            <a:r>
              <a:rPr lang="en-US" dirty="0"/>
              <a:t> want 0 loss/error on training data. (implies overfitting)</a:t>
            </a:r>
          </a:p>
          <a:p>
            <a:r>
              <a:rPr lang="en-US" dirty="0"/>
              <a:t>So we need to relax this error. Depending upon the amount of error we relax, we get all these outer circles.</a:t>
            </a:r>
          </a:p>
          <a:p>
            <a:r>
              <a:rPr lang="en-US" dirty="0"/>
              <a:t>We only want to allow on that much error, such that our model predicts well on the test data. That’s when the regularization term comes in.</a:t>
            </a:r>
          </a:p>
          <a:p>
            <a:r>
              <a:rPr lang="en-US" dirty="0"/>
              <a:t>We want the intersection of maximum error we can allow on training data and regularization term (which specifies the bound on weights).</a:t>
            </a:r>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18</a:t>
            </a:fld>
            <a:endParaRPr lang="en-IN"/>
          </a:p>
        </p:txBody>
      </p:sp>
    </p:spTree>
    <p:extLst>
      <p:ext uri="{BB962C8B-B14F-4D97-AF65-F5344CB8AC3E}">
        <p14:creationId xmlns:p14="http://schemas.microsoft.com/office/powerpoint/2010/main" val="12126437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intersection on axis, it is not required for the center of loss (where loss = 0) to be on axis.</a:t>
            </a:r>
          </a:p>
          <a:p>
            <a:r>
              <a:rPr lang="en-US" dirty="0"/>
              <a:t>While in L2</a:t>
            </a:r>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19</a:t>
            </a:fld>
            <a:endParaRPr lang="en-IN"/>
          </a:p>
        </p:txBody>
      </p:sp>
    </p:spTree>
    <p:extLst>
      <p:ext uri="{BB962C8B-B14F-4D97-AF65-F5344CB8AC3E}">
        <p14:creationId xmlns:p14="http://schemas.microsoft.com/office/powerpoint/2010/main" val="38401444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L1, for intersection on axis, it is not required for the center of loss (where loss = 0) to be on axis. And therefore, some features can be zero in L1 regularization.</a:t>
            </a:r>
          </a:p>
          <a:p>
            <a:r>
              <a:rPr lang="en-US" dirty="0"/>
              <a:t>Though it is not mandatory that it makes some features zero. Here we are visualizing just two weights means two input features x1 and x2. But in reality we have so many features, and L1 regularization makes some of them to be zero in case where there are correlated features or useless features.</a:t>
            </a:r>
          </a:p>
          <a:p>
            <a:endParaRPr lang="en-US" dirty="0"/>
          </a:p>
          <a:p>
            <a:r>
              <a:rPr lang="en-US" dirty="0"/>
              <a:t>While in L2, for intersection on axis means that the loss center is also on axis. Black circle should be on top of grey circle. And is loss center is on axis then that means in the original loss also, one of the weights is 0. So, </a:t>
            </a:r>
            <a:r>
              <a:rPr lang="en-US" dirty="0" err="1"/>
              <a:t>regularizer</a:t>
            </a:r>
            <a:r>
              <a:rPr lang="en-US" dirty="0"/>
              <a:t> is not involved in making w1 to be 0. That’s why none of the features is set to 0 in L2 regularization. Thus L2 regularization shrinks the weight values. (Visually compare w1 and w2 values at point loss = 0 and at w*)</a:t>
            </a:r>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20</a:t>
            </a:fld>
            <a:endParaRPr lang="en-IN"/>
          </a:p>
        </p:txBody>
      </p:sp>
    </p:spTree>
    <p:extLst>
      <p:ext uri="{BB962C8B-B14F-4D97-AF65-F5344CB8AC3E}">
        <p14:creationId xmlns:p14="http://schemas.microsoft.com/office/powerpoint/2010/main" val="3793786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9A3B9-BE6F-4374-BDF3-400B9B9FE3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48F4F42-B551-4BE5-B5C7-CDE6B8890F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8536BA3-8FFA-4E3E-9D01-CF39C8564C98}"/>
              </a:ext>
            </a:extLst>
          </p:cNvPr>
          <p:cNvSpPr>
            <a:spLocks noGrp="1"/>
          </p:cNvSpPr>
          <p:nvPr>
            <p:ph type="dt" sz="half" idx="10"/>
          </p:nvPr>
        </p:nvSpPr>
        <p:spPr/>
        <p:txBody>
          <a:bodyPr/>
          <a:lstStyle/>
          <a:p>
            <a:fld id="{9AA35E2B-BA71-4A17-93CC-6FFD507357E5}" type="datetimeFigureOut">
              <a:rPr lang="en-IN" smtClean="0"/>
              <a:t>04-08-2025</a:t>
            </a:fld>
            <a:endParaRPr lang="en-IN"/>
          </a:p>
        </p:txBody>
      </p:sp>
      <p:sp>
        <p:nvSpPr>
          <p:cNvPr id="5" name="Footer Placeholder 4">
            <a:extLst>
              <a:ext uri="{FF2B5EF4-FFF2-40B4-BE49-F238E27FC236}">
                <a16:creationId xmlns:a16="http://schemas.microsoft.com/office/drawing/2014/main" id="{CF78811A-5408-4898-817A-4A751207BC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CD568E-90C1-40A4-82E5-8A1D653FA2A2}"/>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3941135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FDFD6-583B-4BF2-8E00-D2F035A7D1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54F78C-FB62-4FCC-8814-A33971571F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D4E0A4-1872-41DF-BCB6-7874FF36E75D}"/>
              </a:ext>
            </a:extLst>
          </p:cNvPr>
          <p:cNvSpPr>
            <a:spLocks noGrp="1"/>
          </p:cNvSpPr>
          <p:nvPr>
            <p:ph type="dt" sz="half" idx="10"/>
          </p:nvPr>
        </p:nvSpPr>
        <p:spPr/>
        <p:txBody>
          <a:bodyPr/>
          <a:lstStyle/>
          <a:p>
            <a:fld id="{9AA35E2B-BA71-4A17-93CC-6FFD507357E5}" type="datetimeFigureOut">
              <a:rPr lang="en-IN" smtClean="0"/>
              <a:t>04-08-2025</a:t>
            </a:fld>
            <a:endParaRPr lang="en-IN"/>
          </a:p>
        </p:txBody>
      </p:sp>
      <p:sp>
        <p:nvSpPr>
          <p:cNvPr id="5" name="Footer Placeholder 4">
            <a:extLst>
              <a:ext uri="{FF2B5EF4-FFF2-40B4-BE49-F238E27FC236}">
                <a16:creationId xmlns:a16="http://schemas.microsoft.com/office/drawing/2014/main" id="{B76F2F0F-4D4C-4326-B392-A84870F8C7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9977BE-CDA3-4BB8-A148-FDDB789E172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918827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85F3A-91EA-439B-8570-E19C063F8E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F7EAF32-3040-43B5-A381-E05587793F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1A1A0D-FDD4-45C4-957B-ABF55D1C84A7}"/>
              </a:ext>
            </a:extLst>
          </p:cNvPr>
          <p:cNvSpPr>
            <a:spLocks noGrp="1"/>
          </p:cNvSpPr>
          <p:nvPr>
            <p:ph type="dt" sz="half" idx="10"/>
          </p:nvPr>
        </p:nvSpPr>
        <p:spPr/>
        <p:txBody>
          <a:bodyPr/>
          <a:lstStyle/>
          <a:p>
            <a:fld id="{9AA35E2B-BA71-4A17-93CC-6FFD507357E5}" type="datetimeFigureOut">
              <a:rPr lang="en-IN" smtClean="0"/>
              <a:t>04-08-2025</a:t>
            </a:fld>
            <a:endParaRPr lang="en-IN"/>
          </a:p>
        </p:txBody>
      </p:sp>
      <p:sp>
        <p:nvSpPr>
          <p:cNvPr id="5" name="Footer Placeholder 4">
            <a:extLst>
              <a:ext uri="{FF2B5EF4-FFF2-40B4-BE49-F238E27FC236}">
                <a16:creationId xmlns:a16="http://schemas.microsoft.com/office/drawing/2014/main" id="{80B644C8-C890-409E-A5B5-56DF8C1BBA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2AB4C4-E96D-4169-80F2-CF65804C3FAD}"/>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120088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174D9-23FA-4A48-B949-ECE2E4BC0A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CC65DB-B714-4CB5-95CF-0C7A69A257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ED6763A-29AB-45DA-ABB6-379F893018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B2DD46-407B-4CF9-83DA-2D7CEAE87335}"/>
              </a:ext>
            </a:extLst>
          </p:cNvPr>
          <p:cNvSpPr>
            <a:spLocks noGrp="1"/>
          </p:cNvSpPr>
          <p:nvPr>
            <p:ph type="dt" sz="half" idx="10"/>
          </p:nvPr>
        </p:nvSpPr>
        <p:spPr/>
        <p:txBody>
          <a:bodyPr/>
          <a:lstStyle/>
          <a:p>
            <a:fld id="{9AA35E2B-BA71-4A17-93CC-6FFD507357E5}" type="datetimeFigureOut">
              <a:rPr lang="en-IN" smtClean="0"/>
              <a:t>04-08-2025</a:t>
            </a:fld>
            <a:endParaRPr lang="en-IN"/>
          </a:p>
        </p:txBody>
      </p:sp>
      <p:sp>
        <p:nvSpPr>
          <p:cNvPr id="6" name="Footer Placeholder 5">
            <a:extLst>
              <a:ext uri="{FF2B5EF4-FFF2-40B4-BE49-F238E27FC236}">
                <a16:creationId xmlns:a16="http://schemas.microsoft.com/office/drawing/2014/main" id="{155FF541-847C-4A35-A20B-9F98DFD694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1CB10C-2D9E-418E-988E-EB84A90D1AF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939011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46ED0-5BB3-43AD-80D7-BDB89471191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B773D4-C688-40BC-8B2F-E8A603A433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EE05E1-9B06-401E-BD9E-8CAED9E9B3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B72E848-EE48-4E51-8488-BE4E4C9C6A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7BD559-2FDF-4EB9-BFB6-FA3CD30BA5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8827978-435D-41F4-8350-E5D1A28BD177}"/>
              </a:ext>
            </a:extLst>
          </p:cNvPr>
          <p:cNvSpPr>
            <a:spLocks noGrp="1"/>
          </p:cNvSpPr>
          <p:nvPr>
            <p:ph type="dt" sz="half" idx="10"/>
          </p:nvPr>
        </p:nvSpPr>
        <p:spPr/>
        <p:txBody>
          <a:bodyPr/>
          <a:lstStyle/>
          <a:p>
            <a:fld id="{9AA35E2B-BA71-4A17-93CC-6FFD507357E5}" type="datetimeFigureOut">
              <a:rPr lang="en-IN" smtClean="0"/>
              <a:t>04-08-2025</a:t>
            </a:fld>
            <a:endParaRPr lang="en-IN"/>
          </a:p>
        </p:txBody>
      </p:sp>
      <p:sp>
        <p:nvSpPr>
          <p:cNvPr id="8" name="Footer Placeholder 7">
            <a:extLst>
              <a:ext uri="{FF2B5EF4-FFF2-40B4-BE49-F238E27FC236}">
                <a16:creationId xmlns:a16="http://schemas.microsoft.com/office/drawing/2014/main" id="{68AD9FA8-82D1-4D5D-95EB-639F96FD74D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3E0290A-324B-42CA-B0EB-7725364EB4BC}"/>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762579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D5F9E-D9C7-4DB9-B11A-FD7E05B4809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37F12A-59AD-4B11-A120-8BD75DD6CDEC}"/>
              </a:ext>
            </a:extLst>
          </p:cNvPr>
          <p:cNvSpPr>
            <a:spLocks noGrp="1"/>
          </p:cNvSpPr>
          <p:nvPr>
            <p:ph type="dt" sz="half" idx="10"/>
          </p:nvPr>
        </p:nvSpPr>
        <p:spPr/>
        <p:txBody>
          <a:bodyPr/>
          <a:lstStyle/>
          <a:p>
            <a:fld id="{9AA35E2B-BA71-4A17-93CC-6FFD507357E5}" type="datetimeFigureOut">
              <a:rPr lang="en-IN" smtClean="0"/>
              <a:t>04-08-2025</a:t>
            </a:fld>
            <a:endParaRPr lang="en-IN"/>
          </a:p>
        </p:txBody>
      </p:sp>
      <p:sp>
        <p:nvSpPr>
          <p:cNvPr id="4" name="Footer Placeholder 3">
            <a:extLst>
              <a:ext uri="{FF2B5EF4-FFF2-40B4-BE49-F238E27FC236}">
                <a16:creationId xmlns:a16="http://schemas.microsoft.com/office/drawing/2014/main" id="{A4D1C11B-A445-4EDE-896C-BA63748251C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C1BCCA4-5374-483F-A862-6A28DBC8BE5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994216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6CCD08-A2DD-46ED-A859-954CFAED48E7}"/>
              </a:ext>
            </a:extLst>
          </p:cNvPr>
          <p:cNvSpPr>
            <a:spLocks noGrp="1"/>
          </p:cNvSpPr>
          <p:nvPr>
            <p:ph type="dt" sz="half" idx="10"/>
          </p:nvPr>
        </p:nvSpPr>
        <p:spPr/>
        <p:txBody>
          <a:bodyPr/>
          <a:lstStyle/>
          <a:p>
            <a:fld id="{9AA35E2B-BA71-4A17-93CC-6FFD507357E5}" type="datetimeFigureOut">
              <a:rPr lang="en-IN" smtClean="0"/>
              <a:t>04-08-2025</a:t>
            </a:fld>
            <a:endParaRPr lang="en-IN"/>
          </a:p>
        </p:txBody>
      </p:sp>
      <p:sp>
        <p:nvSpPr>
          <p:cNvPr id="3" name="Footer Placeholder 2">
            <a:extLst>
              <a:ext uri="{FF2B5EF4-FFF2-40B4-BE49-F238E27FC236}">
                <a16:creationId xmlns:a16="http://schemas.microsoft.com/office/drawing/2014/main" id="{26D94C68-DD22-491B-B3E6-9819074959C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CC85A6D-3274-4CB8-A937-8143C3EFFB2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1368306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414F3-8D9B-4EDE-A35C-D4C8FDB037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C4BD596-DCD3-4689-88EA-753D7CE2A3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B2F5BC4-5C19-4E76-9AFD-1189504090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D4FA46-99F6-4976-A3DD-EF9C026F3323}"/>
              </a:ext>
            </a:extLst>
          </p:cNvPr>
          <p:cNvSpPr>
            <a:spLocks noGrp="1"/>
          </p:cNvSpPr>
          <p:nvPr>
            <p:ph type="dt" sz="half" idx="10"/>
          </p:nvPr>
        </p:nvSpPr>
        <p:spPr/>
        <p:txBody>
          <a:bodyPr/>
          <a:lstStyle/>
          <a:p>
            <a:fld id="{9AA35E2B-BA71-4A17-93CC-6FFD507357E5}" type="datetimeFigureOut">
              <a:rPr lang="en-IN" smtClean="0"/>
              <a:t>04-08-2025</a:t>
            </a:fld>
            <a:endParaRPr lang="en-IN"/>
          </a:p>
        </p:txBody>
      </p:sp>
      <p:sp>
        <p:nvSpPr>
          <p:cNvPr id="6" name="Footer Placeholder 5">
            <a:extLst>
              <a:ext uri="{FF2B5EF4-FFF2-40B4-BE49-F238E27FC236}">
                <a16:creationId xmlns:a16="http://schemas.microsoft.com/office/drawing/2014/main" id="{90B95AC3-B698-4E3E-9BDB-C0DDA5564D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2B085A-EEEF-40F7-A254-E4F040F40AAF}"/>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4044753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74550-FA08-4155-A6F9-ACBDBD17A5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E66E897-6238-4A10-9778-F319095259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158CEB-5FD2-4FA1-AD9A-10C129FECF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EE6AEA-26BC-4E23-B81D-95B7DDAC1853}"/>
              </a:ext>
            </a:extLst>
          </p:cNvPr>
          <p:cNvSpPr>
            <a:spLocks noGrp="1"/>
          </p:cNvSpPr>
          <p:nvPr>
            <p:ph type="dt" sz="half" idx="10"/>
          </p:nvPr>
        </p:nvSpPr>
        <p:spPr/>
        <p:txBody>
          <a:bodyPr/>
          <a:lstStyle/>
          <a:p>
            <a:fld id="{9AA35E2B-BA71-4A17-93CC-6FFD507357E5}" type="datetimeFigureOut">
              <a:rPr lang="en-IN" smtClean="0"/>
              <a:t>04-08-2025</a:t>
            </a:fld>
            <a:endParaRPr lang="en-IN"/>
          </a:p>
        </p:txBody>
      </p:sp>
      <p:sp>
        <p:nvSpPr>
          <p:cNvPr id="6" name="Footer Placeholder 5">
            <a:extLst>
              <a:ext uri="{FF2B5EF4-FFF2-40B4-BE49-F238E27FC236}">
                <a16:creationId xmlns:a16="http://schemas.microsoft.com/office/drawing/2014/main" id="{008E1477-4CB6-4AF4-A2E6-37014E46DB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E495C4-965F-4076-9E43-8092B47C351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4131284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AC57B-87B8-497A-AA4D-A49F6741F6A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50BE63-1404-4216-B024-2EC94D784F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73B622-DBE5-4B58-A13B-18684B84BA3C}"/>
              </a:ext>
            </a:extLst>
          </p:cNvPr>
          <p:cNvSpPr>
            <a:spLocks noGrp="1"/>
          </p:cNvSpPr>
          <p:nvPr>
            <p:ph type="dt" sz="half" idx="10"/>
          </p:nvPr>
        </p:nvSpPr>
        <p:spPr/>
        <p:txBody>
          <a:bodyPr/>
          <a:lstStyle/>
          <a:p>
            <a:fld id="{9AA35E2B-BA71-4A17-93CC-6FFD507357E5}" type="datetimeFigureOut">
              <a:rPr lang="en-IN" smtClean="0"/>
              <a:t>04-08-2025</a:t>
            </a:fld>
            <a:endParaRPr lang="en-IN"/>
          </a:p>
        </p:txBody>
      </p:sp>
      <p:sp>
        <p:nvSpPr>
          <p:cNvPr id="5" name="Footer Placeholder 4">
            <a:extLst>
              <a:ext uri="{FF2B5EF4-FFF2-40B4-BE49-F238E27FC236}">
                <a16:creationId xmlns:a16="http://schemas.microsoft.com/office/drawing/2014/main" id="{7DE85DA3-952E-4F11-8FE1-2A58199620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A0EA9D-DCCB-4643-90F5-243111A6863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1294133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073A67-23E3-41F3-A422-BB6AE1AC352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9456D1-907B-4DBD-B0A1-418CB7B3E1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D93CF3-64F2-4DFF-A9A9-2D68A76647F1}"/>
              </a:ext>
            </a:extLst>
          </p:cNvPr>
          <p:cNvSpPr>
            <a:spLocks noGrp="1"/>
          </p:cNvSpPr>
          <p:nvPr>
            <p:ph type="dt" sz="half" idx="10"/>
          </p:nvPr>
        </p:nvSpPr>
        <p:spPr/>
        <p:txBody>
          <a:bodyPr/>
          <a:lstStyle/>
          <a:p>
            <a:fld id="{9AA35E2B-BA71-4A17-93CC-6FFD507357E5}" type="datetimeFigureOut">
              <a:rPr lang="en-IN" smtClean="0"/>
              <a:t>04-08-2025</a:t>
            </a:fld>
            <a:endParaRPr lang="en-IN"/>
          </a:p>
        </p:txBody>
      </p:sp>
      <p:sp>
        <p:nvSpPr>
          <p:cNvPr id="5" name="Footer Placeholder 4">
            <a:extLst>
              <a:ext uri="{FF2B5EF4-FFF2-40B4-BE49-F238E27FC236}">
                <a16:creationId xmlns:a16="http://schemas.microsoft.com/office/drawing/2014/main" id="{DB81A994-875C-41B8-A8EF-C225C8B627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B2FE84-8024-4C5B-9AB7-6916BC01A794}"/>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42121300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184925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9A3B9-BE6F-4374-BDF3-400B9B9FE3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48F4F42-B551-4BE5-B5C7-CDE6B8890F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8536BA3-8FFA-4E3E-9D01-CF39C8564C9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F78811A-5408-4898-817A-4A751207BC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CD568E-90C1-40A4-82E5-8A1D653FA2A2}"/>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18276461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FDFD6-583B-4BF2-8E00-D2F035A7D1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54F78C-FB62-4FCC-8814-A33971571F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D4E0A4-1872-41DF-BCB6-7874FF36E75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B76F2F0F-4D4C-4326-B392-A84870F8C7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9977BE-CDA3-4BB8-A148-FDDB789E172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39832914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85F3A-91EA-439B-8570-E19C063F8E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F7EAF32-3040-43B5-A381-E05587793F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1A1A0D-FDD4-45C4-957B-ABF55D1C84A7}"/>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80B644C8-C890-409E-A5B5-56DF8C1BBA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2AB4C4-E96D-4169-80F2-CF65804C3FAD}"/>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15456380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174D9-23FA-4A48-B949-ECE2E4BC0A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CC65DB-B714-4CB5-95CF-0C7A69A257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ED6763A-29AB-45DA-ABB6-379F893018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B2DD46-407B-4CF9-83DA-2D7CEAE87335}"/>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155FF541-847C-4A35-A20B-9F98DFD694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1CB10C-2D9E-418E-988E-EB84A90D1AF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11392666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46ED0-5BB3-43AD-80D7-BDB89471191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B773D4-C688-40BC-8B2F-E8A603A433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EE05E1-9B06-401E-BD9E-8CAED9E9B3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B72E848-EE48-4E51-8488-BE4E4C9C6A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7BD559-2FDF-4EB9-BFB6-FA3CD30BA5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8827978-435D-41F4-8350-E5D1A28BD177}"/>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68AD9FA8-82D1-4D5D-95EB-639F96FD74D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3E0290A-324B-42CA-B0EB-7725364EB4BC}"/>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3133235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D5F9E-D9C7-4DB9-B11A-FD7E05B4809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37F12A-59AD-4B11-A120-8BD75DD6CDEC}"/>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A4D1C11B-A445-4EDE-896C-BA63748251C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C1BCCA4-5374-483F-A862-6A28DBC8BE5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6129319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6CCD08-A2DD-46ED-A859-954CFAED48E7}"/>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26D94C68-DD22-491B-B3E6-9819074959C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CC85A6D-3274-4CB8-A937-8143C3EFFB2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3310841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414F3-8D9B-4EDE-A35C-D4C8FDB037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C4BD596-DCD3-4689-88EA-753D7CE2A3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B2F5BC4-5C19-4E76-9AFD-1189504090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D4FA46-99F6-4976-A3DD-EF9C026F3323}"/>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90B95AC3-B698-4E3E-9BDB-C0DDA5564D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2B085A-EEEF-40F7-A254-E4F040F40AAF}"/>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8139804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74550-FA08-4155-A6F9-ACBDBD17A5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E66E897-6238-4A10-9778-F319095259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158CEB-5FD2-4FA1-AD9A-10C129FECF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EE6AEA-26BC-4E23-B81D-95B7DDAC1853}"/>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008E1477-4CB6-4AF4-A2E6-37014E46DB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E495C4-965F-4076-9E43-8092B47C351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35076722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AC57B-87B8-497A-AA4D-A49F6741F6A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50BE63-1404-4216-B024-2EC94D784F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73B622-DBE5-4B58-A13B-18684B84BA3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DE85DA3-952E-4F11-8FE1-2A58199620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A0EA9D-DCCB-4643-90F5-243111A6863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35824777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073A67-23E3-41F3-A422-BB6AE1AC352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9456D1-907B-4DBD-B0A1-418CB7B3E1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D93CF3-64F2-4DFF-A9A9-2D68A76647F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B81A994-875C-41B8-A8EF-C225C8B627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B2FE84-8024-4C5B-9AB7-6916BC01A794}"/>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4623594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52159609"/>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376662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4B8BB1-37F3-4AAE-A86D-E439DE6099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D48695-EA6F-4292-8628-01E84DEC5E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8F4770-E352-4AA2-BDE0-C43AC8BFB0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A35E2B-BA71-4A17-93CC-6FFD507357E5}" type="datetimeFigureOut">
              <a:rPr lang="en-IN" smtClean="0"/>
              <a:t>04-08-2025</a:t>
            </a:fld>
            <a:endParaRPr lang="en-IN"/>
          </a:p>
        </p:txBody>
      </p:sp>
      <p:sp>
        <p:nvSpPr>
          <p:cNvPr id="5" name="Footer Placeholder 4">
            <a:extLst>
              <a:ext uri="{FF2B5EF4-FFF2-40B4-BE49-F238E27FC236}">
                <a16:creationId xmlns:a16="http://schemas.microsoft.com/office/drawing/2014/main" id="{CE9C78DE-CD8F-4C07-899C-3AA2EA0999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47BE1E2-B63B-4310-A86A-C53BD6FC02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D9BD54-7BE9-4F3B-8F4A-CE67E3F85104}" type="slidenum">
              <a:rPr lang="en-IN" smtClean="0"/>
              <a:t>‹#›</a:t>
            </a:fld>
            <a:endParaRPr lang="en-IN"/>
          </a:p>
        </p:txBody>
      </p:sp>
    </p:spTree>
    <p:extLst>
      <p:ext uri="{BB962C8B-B14F-4D97-AF65-F5344CB8AC3E}">
        <p14:creationId xmlns:p14="http://schemas.microsoft.com/office/powerpoint/2010/main" val="30731196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4B8BB1-37F3-4AAE-A86D-E439DE6099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D48695-EA6F-4292-8628-01E84DEC5E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8F4770-E352-4AA2-BDE0-C43AC8BFB0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CE9C78DE-CD8F-4C07-899C-3AA2EA0999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47BE1E2-B63B-4310-A86A-C53BD6FC02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D9BD54-7BE9-4F3B-8F4A-CE67E3F85104}" type="slidenum">
              <a:rPr lang="en-IN" smtClean="0"/>
              <a:t>‹#›</a:t>
            </a:fld>
            <a:endParaRPr lang="en-IN"/>
          </a:p>
        </p:txBody>
      </p:sp>
    </p:spTree>
    <p:extLst>
      <p:ext uri="{BB962C8B-B14F-4D97-AF65-F5344CB8AC3E}">
        <p14:creationId xmlns:p14="http://schemas.microsoft.com/office/powerpoint/2010/main" val="60199156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customXml" Target="../ink/ink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17" Type="http://schemas.openxmlformats.org/officeDocument/2006/relationships/image" Target="../media/image61.png"/><Relationship Id="rId21" Type="http://schemas.openxmlformats.org/officeDocument/2006/relationships/image" Target="../media/image13.png"/><Relationship Id="rId42" Type="http://schemas.openxmlformats.org/officeDocument/2006/relationships/customXml" Target="../ink/ink21.xml"/><Relationship Id="rId63" Type="http://schemas.openxmlformats.org/officeDocument/2006/relationships/image" Target="../media/image34.png"/><Relationship Id="rId84" Type="http://schemas.openxmlformats.org/officeDocument/2006/relationships/customXml" Target="../ink/ink42.xml"/><Relationship Id="rId138" Type="http://schemas.openxmlformats.org/officeDocument/2006/relationships/customXml" Target="../ink/ink69.xml"/><Relationship Id="rId159" Type="http://schemas.openxmlformats.org/officeDocument/2006/relationships/image" Target="../media/image82.png"/><Relationship Id="rId170" Type="http://schemas.openxmlformats.org/officeDocument/2006/relationships/customXml" Target="../ink/ink85.xml"/><Relationship Id="rId191" Type="http://schemas.openxmlformats.org/officeDocument/2006/relationships/image" Target="../media/image98.png"/><Relationship Id="rId205" Type="http://schemas.openxmlformats.org/officeDocument/2006/relationships/image" Target="../media/image105.png"/><Relationship Id="rId226" Type="http://schemas.openxmlformats.org/officeDocument/2006/relationships/customXml" Target="../ink/ink113.xml"/><Relationship Id="rId107" Type="http://schemas.openxmlformats.org/officeDocument/2006/relationships/image" Target="../media/image56.png"/><Relationship Id="rId11" Type="http://schemas.openxmlformats.org/officeDocument/2006/relationships/image" Target="../media/image8.png"/><Relationship Id="rId32" Type="http://schemas.openxmlformats.org/officeDocument/2006/relationships/customXml" Target="../ink/ink16.xml"/><Relationship Id="rId53" Type="http://schemas.openxmlformats.org/officeDocument/2006/relationships/image" Target="../media/image29.png"/><Relationship Id="rId74" Type="http://schemas.openxmlformats.org/officeDocument/2006/relationships/customXml" Target="../ink/ink37.xml"/><Relationship Id="rId128" Type="http://schemas.openxmlformats.org/officeDocument/2006/relationships/customXml" Target="../ink/ink64.xml"/><Relationship Id="rId149" Type="http://schemas.openxmlformats.org/officeDocument/2006/relationships/image" Target="../media/image77.png"/><Relationship Id="rId5" Type="http://schemas.openxmlformats.org/officeDocument/2006/relationships/image" Target="../media/image5100.png"/><Relationship Id="rId95" Type="http://schemas.openxmlformats.org/officeDocument/2006/relationships/image" Target="../media/image50.png"/><Relationship Id="rId160" Type="http://schemas.openxmlformats.org/officeDocument/2006/relationships/customXml" Target="../ink/ink80.xml"/><Relationship Id="rId181" Type="http://schemas.openxmlformats.org/officeDocument/2006/relationships/image" Target="../media/image93.png"/><Relationship Id="rId216" Type="http://schemas.openxmlformats.org/officeDocument/2006/relationships/customXml" Target="../ink/ink108.xml"/><Relationship Id="rId237" Type="http://schemas.openxmlformats.org/officeDocument/2006/relationships/image" Target="../media/image121.png"/><Relationship Id="rId22" Type="http://schemas.openxmlformats.org/officeDocument/2006/relationships/customXml" Target="../ink/ink11.xml"/><Relationship Id="rId43" Type="http://schemas.openxmlformats.org/officeDocument/2006/relationships/image" Target="../media/image24.png"/><Relationship Id="rId64" Type="http://schemas.openxmlformats.org/officeDocument/2006/relationships/customXml" Target="../ink/ink32.xml"/><Relationship Id="rId118" Type="http://schemas.openxmlformats.org/officeDocument/2006/relationships/customXml" Target="../ink/ink59.xml"/><Relationship Id="rId139" Type="http://schemas.openxmlformats.org/officeDocument/2006/relationships/image" Target="../media/image72.png"/><Relationship Id="rId85" Type="http://schemas.openxmlformats.org/officeDocument/2006/relationships/image" Target="../media/image45.png"/><Relationship Id="rId150" Type="http://schemas.openxmlformats.org/officeDocument/2006/relationships/customXml" Target="../ink/ink75.xml"/><Relationship Id="rId171" Type="http://schemas.openxmlformats.org/officeDocument/2006/relationships/image" Target="../media/image88.png"/><Relationship Id="rId192" Type="http://schemas.openxmlformats.org/officeDocument/2006/relationships/customXml" Target="../ink/ink96.xml"/><Relationship Id="rId206" Type="http://schemas.openxmlformats.org/officeDocument/2006/relationships/customXml" Target="../ink/ink103.xml"/><Relationship Id="rId227" Type="http://schemas.openxmlformats.org/officeDocument/2006/relationships/image" Target="../media/image116.png"/><Relationship Id="rId12" Type="http://schemas.openxmlformats.org/officeDocument/2006/relationships/customXml" Target="../ink/ink6.xml"/><Relationship Id="rId33" Type="http://schemas.openxmlformats.org/officeDocument/2006/relationships/image" Target="../media/image19.png"/><Relationship Id="rId108" Type="http://schemas.openxmlformats.org/officeDocument/2006/relationships/customXml" Target="../ink/ink54.xml"/><Relationship Id="rId129" Type="http://schemas.openxmlformats.org/officeDocument/2006/relationships/image" Target="../media/image67.png"/><Relationship Id="rId54" Type="http://schemas.openxmlformats.org/officeDocument/2006/relationships/customXml" Target="../ink/ink27.xml"/><Relationship Id="rId75" Type="http://schemas.openxmlformats.org/officeDocument/2006/relationships/image" Target="../media/image40.png"/><Relationship Id="rId96" Type="http://schemas.openxmlformats.org/officeDocument/2006/relationships/customXml" Target="../ink/ink48.xml"/><Relationship Id="rId140" Type="http://schemas.openxmlformats.org/officeDocument/2006/relationships/customXml" Target="../ink/ink70.xml"/><Relationship Id="rId161" Type="http://schemas.openxmlformats.org/officeDocument/2006/relationships/image" Target="../media/image83.png"/><Relationship Id="rId182" Type="http://schemas.openxmlformats.org/officeDocument/2006/relationships/customXml" Target="../ink/ink91.xml"/><Relationship Id="rId217" Type="http://schemas.openxmlformats.org/officeDocument/2006/relationships/image" Target="../media/image111.png"/><Relationship Id="rId6" Type="http://schemas.openxmlformats.org/officeDocument/2006/relationships/customXml" Target="../ink/ink3.xml"/><Relationship Id="rId23" Type="http://schemas.openxmlformats.org/officeDocument/2006/relationships/image" Target="../media/image14.png"/><Relationship Id="rId119" Type="http://schemas.openxmlformats.org/officeDocument/2006/relationships/image" Target="../media/image62.png"/><Relationship Id="rId44" Type="http://schemas.openxmlformats.org/officeDocument/2006/relationships/customXml" Target="../ink/ink22.xml"/><Relationship Id="rId65" Type="http://schemas.openxmlformats.org/officeDocument/2006/relationships/image" Target="../media/image35.png"/><Relationship Id="rId86" Type="http://schemas.openxmlformats.org/officeDocument/2006/relationships/customXml" Target="../ink/ink43.xml"/><Relationship Id="rId130" Type="http://schemas.openxmlformats.org/officeDocument/2006/relationships/customXml" Target="../ink/ink65.xml"/><Relationship Id="rId151" Type="http://schemas.openxmlformats.org/officeDocument/2006/relationships/image" Target="../media/image78.png"/><Relationship Id="rId172" Type="http://schemas.openxmlformats.org/officeDocument/2006/relationships/customXml" Target="../ink/ink86.xml"/><Relationship Id="rId193" Type="http://schemas.openxmlformats.org/officeDocument/2006/relationships/image" Target="../media/image99.png"/><Relationship Id="rId207" Type="http://schemas.openxmlformats.org/officeDocument/2006/relationships/image" Target="../media/image106.png"/><Relationship Id="rId228" Type="http://schemas.openxmlformats.org/officeDocument/2006/relationships/customXml" Target="../ink/ink114.xml"/><Relationship Id="rId13" Type="http://schemas.openxmlformats.org/officeDocument/2006/relationships/image" Target="../media/image9.png"/><Relationship Id="rId109" Type="http://schemas.openxmlformats.org/officeDocument/2006/relationships/image" Target="../media/image57.png"/><Relationship Id="rId34" Type="http://schemas.openxmlformats.org/officeDocument/2006/relationships/customXml" Target="../ink/ink17.xml"/><Relationship Id="rId55" Type="http://schemas.openxmlformats.org/officeDocument/2006/relationships/image" Target="../media/image30.png"/><Relationship Id="rId76" Type="http://schemas.openxmlformats.org/officeDocument/2006/relationships/customXml" Target="../ink/ink38.xml"/><Relationship Id="rId97" Type="http://schemas.openxmlformats.org/officeDocument/2006/relationships/image" Target="../media/image51.png"/><Relationship Id="rId120" Type="http://schemas.openxmlformats.org/officeDocument/2006/relationships/customXml" Target="../ink/ink60.xml"/><Relationship Id="rId141" Type="http://schemas.openxmlformats.org/officeDocument/2006/relationships/image" Target="../media/image73.png"/><Relationship Id="rId7" Type="http://schemas.openxmlformats.org/officeDocument/2006/relationships/image" Target="../media/image619.png"/><Relationship Id="rId162" Type="http://schemas.openxmlformats.org/officeDocument/2006/relationships/customXml" Target="../ink/ink81.xml"/><Relationship Id="rId183" Type="http://schemas.openxmlformats.org/officeDocument/2006/relationships/image" Target="../media/image94.png"/><Relationship Id="rId218" Type="http://schemas.openxmlformats.org/officeDocument/2006/relationships/customXml" Target="../ink/ink109.xml"/><Relationship Id="rId24" Type="http://schemas.openxmlformats.org/officeDocument/2006/relationships/customXml" Target="../ink/ink12.xml"/><Relationship Id="rId45" Type="http://schemas.openxmlformats.org/officeDocument/2006/relationships/image" Target="../media/image25.png"/><Relationship Id="rId66" Type="http://schemas.openxmlformats.org/officeDocument/2006/relationships/customXml" Target="../ink/ink33.xml"/><Relationship Id="rId87" Type="http://schemas.openxmlformats.org/officeDocument/2006/relationships/image" Target="../media/image46.png"/><Relationship Id="rId110" Type="http://schemas.openxmlformats.org/officeDocument/2006/relationships/customXml" Target="../ink/ink55.xml"/><Relationship Id="rId131" Type="http://schemas.openxmlformats.org/officeDocument/2006/relationships/image" Target="../media/image68.png"/><Relationship Id="rId152" Type="http://schemas.openxmlformats.org/officeDocument/2006/relationships/customXml" Target="../ink/ink76.xml"/><Relationship Id="rId173" Type="http://schemas.openxmlformats.org/officeDocument/2006/relationships/image" Target="../media/image89.png"/><Relationship Id="rId194" Type="http://schemas.openxmlformats.org/officeDocument/2006/relationships/customXml" Target="../ink/ink97.xml"/><Relationship Id="rId208" Type="http://schemas.openxmlformats.org/officeDocument/2006/relationships/customXml" Target="../ink/ink104.xml"/><Relationship Id="rId229" Type="http://schemas.openxmlformats.org/officeDocument/2006/relationships/image" Target="../media/image117.png"/><Relationship Id="rId14" Type="http://schemas.openxmlformats.org/officeDocument/2006/relationships/customXml" Target="../ink/ink7.xml"/><Relationship Id="rId35" Type="http://schemas.openxmlformats.org/officeDocument/2006/relationships/image" Target="../media/image20.png"/><Relationship Id="rId56" Type="http://schemas.openxmlformats.org/officeDocument/2006/relationships/customXml" Target="../ink/ink28.xml"/><Relationship Id="rId77" Type="http://schemas.openxmlformats.org/officeDocument/2006/relationships/image" Target="../media/image41.png"/><Relationship Id="rId100" Type="http://schemas.openxmlformats.org/officeDocument/2006/relationships/customXml" Target="../ink/ink50.xml"/><Relationship Id="rId8" Type="http://schemas.openxmlformats.org/officeDocument/2006/relationships/customXml" Target="../ink/ink4.xml"/><Relationship Id="rId98" Type="http://schemas.openxmlformats.org/officeDocument/2006/relationships/customXml" Target="../ink/ink49.xml"/><Relationship Id="rId121" Type="http://schemas.openxmlformats.org/officeDocument/2006/relationships/image" Target="../media/image63.png"/><Relationship Id="rId142" Type="http://schemas.openxmlformats.org/officeDocument/2006/relationships/customXml" Target="../ink/ink71.xml"/><Relationship Id="rId163" Type="http://schemas.openxmlformats.org/officeDocument/2006/relationships/image" Target="../media/image84.png"/><Relationship Id="rId184" Type="http://schemas.openxmlformats.org/officeDocument/2006/relationships/customXml" Target="../ink/ink92.xml"/><Relationship Id="rId219" Type="http://schemas.openxmlformats.org/officeDocument/2006/relationships/image" Target="../media/image112.png"/><Relationship Id="rId230" Type="http://schemas.openxmlformats.org/officeDocument/2006/relationships/customXml" Target="../ink/ink115.xml"/><Relationship Id="rId25" Type="http://schemas.openxmlformats.org/officeDocument/2006/relationships/image" Target="../media/image15.png"/><Relationship Id="rId46" Type="http://schemas.openxmlformats.org/officeDocument/2006/relationships/customXml" Target="../ink/ink23.xml"/><Relationship Id="rId67" Type="http://schemas.openxmlformats.org/officeDocument/2006/relationships/image" Target="../media/image36.png"/><Relationship Id="rId88" Type="http://schemas.openxmlformats.org/officeDocument/2006/relationships/customXml" Target="../ink/ink44.xml"/><Relationship Id="rId111" Type="http://schemas.openxmlformats.org/officeDocument/2006/relationships/image" Target="../media/image58.png"/><Relationship Id="rId132" Type="http://schemas.openxmlformats.org/officeDocument/2006/relationships/customXml" Target="../ink/ink66.xml"/><Relationship Id="rId153" Type="http://schemas.openxmlformats.org/officeDocument/2006/relationships/image" Target="../media/image79.png"/><Relationship Id="rId174" Type="http://schemas.openxmlformats.org/officeDocument/2006/relationships/customXml" Target="../ink/ink87.xml"/><Relationship Id="rId195" Type="http://schemas.openxmlformats.org/officeDocument/2006/relationships/image" Target="../media/image100.png"/><Relationship Id="rId209" Type="http://schemas.openxmlformats.org/officeDocument/2006/relationships/image" Target="../media/image107.png"/><Relationship Id="rId190" Type="http://schemas.openxmlformats.org/officeDocument/2006/relationships/customXml" Target="../ink/ink95.xml"/><Relationship Id="rId204" Type="http://schemas.openxmlformats.org/officeDocument/2006/relationships/customXml" Target="../ink/ink102.xml"/><Relationship Id="rId220" Type="http://schemas.openxmlformats.org/officeDocument/2006/relationships/customXml" Target="../ink/ink110.xml"/><Relationship Id="rId225" Type="http://schemas.openxmlformats.org/officeDocument/2006/relationships/image" Target="../media/image115.png"/><Relationship Id="rId15" Type="http://schemas.openxmlformats.org/officeDocument/2006/relationships/image" Target="../media/image10.png"/><Relationship Id="rId36" Type="http://schemas.openxmlformats.org/officeDocument/2006/relationships/customXml" Target="../ink/ink18.xml"/><Relationship Id="rId57" Type="http://schemas.openxmlformats.org/officeDocument/2006/relationships/image" Target="../media/image31.png"/><Relationship Id="rId106" Type="http://schemas.openxmlformats.org/officeDocument/2006/relationships/customXml" Target="../ink/ink53.xml"/><Relationship Id="rId127" Type="http://schemas.openxmlformats.org/officeDocument/2006/relationships/image" Target="../media/image66.png"/><Relationship Id="rId10" Type="http://schemas.openxmlformats.org/officeDocument/2006/relationships/customXml" Target="../ink/ink5.xml"/><Relationship Id="rId31" Type="http://schemas.openxmlformats.org/officeDocument/2006/relationships/image" Target="../media/image18.png"/><Relationship Id="rId52" Type="http://schemas.openxmlformats.org/officeDocument/2006/relationships/customXml" Target="../ink/ink26.xml"/><Relationship Id="rId73" Type="http://schemas.openxmlformats.org/officeDocument/2006/relationships/image" Target="../media/image39.png"/><Relationship Id="rId78" Type="http://schemas.openxmlformats.org/officeDocument/2006/relationships/customXml" Target="../ink/ink39.xml"/><Relationship Id="rId94" Type="http://schemas.openxmlformats.org/officeDocument/2006/relationships/customXml" Target="../ink/ink47.xml"/><Relationship Id="rId99" Type="http://schemas.openxmlformats.org/officeDocument/2006/relationships/image" Target="../media/image52.png"/><Relationship Id="rId101" Type="http://schemas.openxmlformats.org/officeDocument/2006/relationships/image" Target="../media/image53.png"/><Relationship Id="rId122" Type="http://schemas.openxmlformats.org/officeDocument/2006/relationships/customXml" Target="../ink/ink61.xml"/><Relationship Id="rId143" Type="http://schemas.openxmlformats.org/officeDocument/2006/relationships/image" Target="../media/image74.png"/><Relationship Id="rId148" Type="http://schemas.openxmlformats.org/officeDocument/2006/relationships/customXml" Target="../ink/ink74.xml"/><Relationship Id="rId164" Type="http://schemas.openxmlformats.org/officeDocument/2006/relationships/customXml" Target="../ink/ink82.xml"/><Relationship Id="rId169" Type="http://schemas.openxmlformats.org/officeDocument/2006/relationships/image" Target="../media/image87.png"/><Relationship Id="rId185" Type="http://schemas.openxmlformats.org/officeDocument/2006/relationships/image" Target="../media/image95.png"/><Relationship Id="rId4" Type="http://schemas.openxmlformats.org/officeDocument/2006/relationships/customXml" Target="../ink/ink2.xml"/><Relationship Id="rId9" Type="http://schemas.openxmlformats.org/officeDocument/2006/relationships/image" Target="../media/image7.png"/><Relationship Id="rId180" Type="http://schemas.openxmlformats.org/officeDocument/2006/relationships/customXml" Target="../ink/ink90.xml"/><Relationship Id="rId210" Type="http://schemas.openxmlformats.org/officeDocument/2006/relationships/customXml" Target="../ink/ink105.xml"/><Relationship Id="rId215" Type="http://schemas.openxmlformats.org/officeDocument/2006/relationships/image" Target="../media/image110.png"/><Relationship Id="rId236" Type="http://schemas.openxmlformats.org/officeDocument/2006/relationships/customXml" Target="../ink/ink118.xml"/><Relationship Id="rId26" Type="http://schemas.openxmlformats.org/officeDocument/2006/relationships/customXml" Target="../ink/ink13.xml"/><Relationship Id="rId231" Type="http://schemas.openxmlformats.org/officeDocument/2006/relationships/image" Target="../media/image118.png"/><Relationship Id="rId47" Type="http://schemas.openxmlformats.org/officeDocument/2006/relationships/image" Target="../media/image26.png"/><Relationship Id="rId68" Type="http://schemas.openxmlformats.org/officeDocument/2006/relationships/customXml" Target="../ink/ink34.xml"/><Relationship Id="rId89" Type="http://schemas.openxmlformats.org/officeDocument/2006/relationships/image" Target="../media/image47.png"/><Relationship Id="rId112" Type="http://schemas.openxmlformats.org/officeDocument/2006/relationships/customXml" Target="../ink/ink56.xml"/><Relationship Id="rId133" Type="http://schemas.openxmlformats.org/officeDocument/2006/relationships/image" Target="../media/image69.png"/><Relationship Id="rId154" Type="http://schemas.openxmlformats.org/officeDocument/2006/relationships/customXml" Target="../ink/ink77.xml"/><Relationship Id="rId175" Type="http://schemas.openxmlformats.org/officeDocument/2006/relationships/image" Target="../media/image90.png"/><Relationship Id="rId196" Type="http://schemas.openxmlformats.org/officeDocument/2006/relationships/customXml" Target="../ink/ink98.xml"/><Relationship Id="rId200" Type="http://schemas.openxmlformats.org/officeDocument/2006/relationships/customXml" Target="../ink/ink100.xml"/><Relationship Id="rId16" Type="http://schemas.openxmlformats.org/officeDocument/2006/relationships/customXml" Target="../ink/ink8.xml"/><Relationship Id="rId221" Type="http://schemas.openxmlformats.org/officeDocument/2006/relationships/image" Target="../media/image113.png"/><Relationship Id="rId37" Type="http://schemas.openxmlformats.org/officeDocument/2006/relationships/image" Target="../media/image21.png"/><Relationship Id="rId58" Type="http://schemas.openxmlformats.org/officeDocument/2006/relationships/customXml" Target="../ink/ink29.xml"/><Relationship Id="rId79" Type="http://schemas.openxmlformats.org/officeDocument/2006/relationships/image" Target="../media/image42.png"/><Relationship Id="rId102" Type="http://schemas.openxmlformats.org/officeDocument/2006/relationships/customXml" Target="../ink/ink51.xml"/><Relationship Id="rId123" Type="http://schemas.openxmlformats.org/officeDocument/2006/relationships/image" Target="../media/image64.png"/><Relationship Id="rId144" Type="http://schemas.openxmlformats.org/officeDocument/2006/relationships/customXml" Target="../ink/ink72.xml"/><Relationship Id="rId90" Type="http://schemas.openxmlformats.org/officeDocument/2006/relationships/customXml" Target="../ink/ink45.xml"/><Relationship Id="rId165" Type="http://schemas.openxmlformats.org/officeDocument/2006/relationships/image" Target="../media/image85.png"/><Relationship Id="rId186" Type="http://schemas.openxmlformats.org/officeDocument/2006/relationships/customXml" Target="../ink/ink93.xml"/><Relationship Id="rId211" Type="http://schemas.openxmlformats.org/officeDocument/2006/relationships/image" Target="../media/image108.png"/><Relationship Id="rId232" Type="http://schemas.openxmlformats.org/officeDocument/2006/relationships/customXml" Target="../ink/ink116.xml"/><Relationship Id="rId27" Type="http://schemas.openxmlformats.org/officeDocument/2006/relationships/image" Target="../media/image16.png"/><Relationship Id="rId48" Type="http://schemas.openxmlformats.org/officeDocument/2006/relationships/customXml" Target="../ink/ink24.xml"/><Relationship Id="rId69" Type="http://schemas.openxmlformats.org/officeDocument/2006/relationships/image" Target="../media/image37.png"/><Relationship Id="rId113" Type="http://schemas.openxmlformats.org/officeDocument/2006/relationships/image" Target="../media/image59.png"/><Relationship Id="rId134" Type="http://schemas.openxmlformats.org/officeDocument/2006/relationships/customXml" Target="../ink/ink67.xml"/><Relationship Id="rId80" Type="http://schemas.openxmlformats.org/officeDocument/2006/relationships/customXml" Target="../ink/ink40.xml"/><Relationship Id="rId155" Type="http://schemas.openxmlformats.org/officeDocument/2006/relationships/image" Target="../media/image80.png"/><Relationship Id="rId176" Type="http://schemas.openxmlformats.org/officeDocument/2006/relationships/customXml" Target="../ink/ink88.xml"/><Relationship Id="rId197" Type="http://schemas.openxmlformats.org/officeDocument/2006/relationships/image" Target="../media/image101.png"/><Relationship Id="rId201" Type="http://schemas.openxmlformats.org/officeDocument/2006/relationships/image" Target="../media/image103.png"/><Relationship Id="rId222" Type="http://schemas.openxmlformats.org/officeDocument/2006/relationships/customXml" Target="../ink/ink111.xml"/><Relationship Id="rId17" Type="http://schemas.openxmlformats.org/officeDocument/2006/relationships/image" Target="../media/image11.png"/><Relationship Id="rId38" Type="http://schemas.openxmlformats.org/officeDocument/2006/relationships/customXml" Target="../ink/ink19.xml"/><Relationship Id="rId59" Type="http://schemas.openxmlformats.org/officeDocument/2006/relationships/image" Target="../media/image32.png"/><Relationship Id="rId103" Type="http://schemas.openxmlformats.org/officeDocument/2006/relationships/image" Target="../media/image54.png"/><Relationship Id="rId124" Type="http://schemas.openxmlformats.org/officeDocument/2006/relationships/customXml" Target="../ink/ink62.xml"/><Relationship Id="rId70" Type="http://schemas.openxmlformats.org/officeDocument/2006/relationships/customXml" Target="../ink/ink35.xml"/><Relationship Id="rId91" Type="http://schemas.openxmlformats.org/officeDocument/2006/relationships/image" Target="../media/image48.png"/><Relationship Id="rId145" Type="http://schemas.openxmlformats.org/officeDocument/2006/relationships/image" Target="../media/image75.png"/><Relationship Id="rId166" Type="http://schemas.openxmlformats.org/officeDocument/2006/relationships/customXml" Target="../ink/ink83.xml"/><Relationship Id="rId187" Type="http://schemas.openxmlformats.org/officeDocument/2006/relationships/image" Target="../media/image96.png"/><Relationship Id="rId1" Type="http://schemas.openxmlformats.org/officeDocument/2006/relationships/slideLayout" Target="../slideLayouts/slideLayout2.xml"/><Relationship Id="rId212" Type="http://schemas.openxmlformats.org/officeDocument/2006/relationships/customXml" Target="../ink/ink106.xml"/><Relationship Id="rId233" Type="http://schemas.openxmlformats.org/officeDocument/2006/relationships/image" Target="../media/image119.png"/><Relationship Id="rId28" Type="http://schemas.openxmlformats.org/officeDocument/2006/relationships/customXml" Target="../ink/ink14.xml"/><Relationship Id="rId49" Type="http://schemas.openxmlformats.org/officeDocument/2006/relationships/image" Target="../media/image27.png"/><Relationship Id="rId114" Type="http://schemas.openxmlformats.org/officeDocument/2006/relationships/customXml" Target="../ink/ink57.xml"/><Relationship Id="rId60" Type="http://schemas.openxmlformats.org/officeDocument/2006/relationships/customXml" Target="../ink/ink30.xml"/><Relationship Id="rId81" Type="http://schemas.openxmlformats.org/officeDocument/2006/relationships/image" Target="../media/image43.png"/><Relationship Id="rId135" Type="http://schemas.openxmlformats.org/officeDocument/2006/relationships/image" Target="../media/image70.png"/><Relationship Id="rId156" Type="http://schemas.openxmlformats.org/officeDocument/2006/relationships/customXml" Target="../ink/ink78.xml"/><Relationship Id="rId177" Type="http://schemas.openxmlformats.org/officeDocument/2006/relationships/image" Target="../media/image91.png"/><Relationship Id="rId198" Type="http://schemas.openxmlformats.org/officeDocument/2006/relationships/customXml" Target="../ink/ink99.xml"/><Relationship Id="rId202" Type="http://schemas.openxmlformats.org/officeDocument/2006/relationships/customXml" Target="../ink/ink101.xml"/><Relationship Id="rId223" Type="http://schemas.openxmlformats.org/officeDocument/2006/relationships/image" Target="../media/image114.png"/><Relationship Id="rId18" Type="http://schemas.openxmlformats.org/officeDocument/2006/relationships/customXml" Target="../ink/ink9.xml"/><Relationship Id="rId39" Type="http://schemas.openxmlformats.org/officeDocument/2006/relationships/image" Target="../media/image22.png"/><Relationship Id="rId50" Type="http://schemas.openxmlformats.org/officeDocument/2006/relationships/customXml" Target="../ink/ink25.xml"/><Relationship Id="rId104" Type="http://schemas.openxmlformats.org/officeDocument/2006/relationships/customXml" Target="../ink/ink52.xml"/><Relationship Id="rId125" Type="http://schemas.openxmlformats.org/officeDocument/2006/relationships/image" Target="../media/image65.png"/><Relationship Id="rId146" Type="http://schemas.openxmlformats.org/officeDocument/2006/relationships/customXml" Target="../ink/ink73.xml"/><Relationship Id="rId167" Type="http://schemas.openxmlformats.org/officeDocument/2006/relationships/image" Target="../media/image86.png"/><Relationship Id="rId188" Type="http://schemas.openxmlformats.org/officeDocument/2006/relationships/customXml" Target="../ink/ink94.xml"/><Relationship Id="rId71" Type="http://schemas.openxmlformats.org/officeDocument/2006/relationships/image" Target="../media/image38.png"/><Relationship Id="rId92" Type="http://schemas.openxmlformats.org/officeDocument/2006/relationships/customXml" Target="../ink/ink46.xml"/><Relationship Id="rId213" Type="http://schemas.openxmlformats.org/officeDocument/2006/relationships/image" Target="../media/image109.png"/><Relationship Id="rId234" Type="http://schemas.openxmlformats.org/officeDocument/2006/relationships/customXml" Target="../ink/ink117.xml"/><Relationship Id="rId2" Type="http://schemas.openxmlformats.org/officeDocument/2006/relationships/notesSlide" Target="../notesSlides/notesSlide7.xml"/><Relationship Id="rId29" Type="http://schemas.openxmlformats.org/officeDocument/2006/relationships/image" Target="../media/image17.png"/><Relationship Id="rId40" Type="http://schemas.openxmlformats.org/officeDocument/2006/relationships/customXml" Target="../ink/ink20.xml"/><Relationship Id="rId115" Type="http://schemas.openxmlformats.org/officeDocument/2006/relationships/image" Target="../media/image60.png"/><Relationship Id="rId136" Type="http://schemas.openxmlformats.org/officeDocument/2006/relationships/customXml" Target="../ink/ink68.xml"/><Relationship Id="rId157" Type="http://schemas.openxmlformats.org/officeDocument/2006/relationships/image" Target="../media/image81.png"/><Relationship Id="rId178" Type="http://schemas.openxmlformats.org/officeDocument/2006/relationships/customXml" Target="../ink/ink89.xml"/><Relationship Id="rId61" Type="http://schemas.openxmlformats.org/officeDocument/2006/relationships/image" Target="../media/image33.png"/><Relationship Id="rId82" Type="http://schemas.openxmlformats.org/officeDocument/2006/relationships/customXml" Target="../ink/ink41.xml"/><Relationship Id="rId199" Type="http://schemas.openxmlformats.org/officeDocument/2006/relationships/image" Target="../media/image102.png"/><Relationship Id="rId203" Type="http://schemas.openxmlformats.org/officeDocument/2006/relationships/image" Target="../media/image104.png"/><Relationship Id="rId19" Type="http://schemas.openxmlformats.org/officeDocument/2006/relationships/image" Target="../media/image12.png"/><Relationship Id="rId224" Type="http://schemas.openxmlformats.org/officeDocument/2006/relationships/customXml" Target="../ink/ink112.xml"/><Relationship Id="rId30" Type="http://schemas.openxmlformats.org/officeDocument/2006/relationships/customXml" Target="../ink/ink15.xml"/><Relationship Id="rId105" Type="http://schemas.openxmlformats.org/officeDocument/2006/relationships/image" Target="../media/image55.png"/><Relationship Id="rId126" Type="http://schemas.openxmlformats.org/officeDocument/2006/relationships/customXml" Target="../ink/ink63.xml"/><Relationship Id="rId147" Type="http://schemas.openxmlformats.org/officeDocument/2006/relationships/image" Target="../media/image76.png"/><Relationship Id="rId168" Type="http://schemas.openxmlformats.org/officeDocument/2006/relationships/customXml" Target="../ink/ink84.xml"/><Relationship Id="rId51" Type="http://schemas.openxmlformats.org/officeDocument/2006/relationships/image" Target="../media/image28.png"/><Relationship Id="rId72" Type="http://schemas.openxmlformats.org/officeDocument/2006/relationships/customXml" Target="../ink/ink36.xml"/><Relationship Id="rId93" Type="http://schemas.openxmlformats.org/officeDocument/2006/relationships/image" Target="../media/image49.png"/><Relationship Id="rId189" Type="http://schemas.openxmlformats.org/officeDocument/2006/relationships/image" Target="../media/image97.png"/><Relationship Id="rId3" Type="http://schemas.openxmlformats.org/officeDocument/2006/relationships/image" Target="../media/image4.png"/><Relationship Id="rId214" Type="http://schemas.openxmlformats.org/officeDocument/2006/relationships/customXml" Target="../ink/ink107.xml"/><Relationship Id="rId235" Type="http://schemas.openxmlformats.org/officeDocument/2006/relationships/image" Target="../media/image120.png"/><Relationship Id="rId116" Type="http://schemas.openxmlformats.org/officeDocument/2006/relationships/customXml" Target="../ink/ink58.xml"/><Relationship Id="rId137" Type="http://schemas.openxmlformats.org/officeDocument/2006/relationships/image" Target="../media/image71.png"/><Relationship Id="rId158" Type="http://schemas.openxmlformats.org/officeDocument/2006/relationships/customXml" Target="../ink/ink79.xml"/><Relationship Id="rId20" Type="http://schemas.openxmlformats.org/officeDocument/2006/relationships/customXml" Target="../ink/ink10.xml"/><Relationship Id="rId41" Type="http://schemas.openxmlformats.org/officeDocument/2006/relationships/image" Target="../media/image23.png"/><Relationship Id="rId62" Type="http://schemas.openxmlformats.org/officeDocument/2006/relationships/customXml" Target="../ink/ink31.xml"/><Relationship Id="rId83" Type="http://schemas.openxmlformats.org/officeDocument/2006/relationships/image" Target="../media/image44.png"/><Relationship Id="rId179" Type="http://schemas.openxmlformats.org/officeDocument/2006/relationships/image" Target="../media/image92.png"/></Relationships>
</file>

<file path=ppt/slides/_rels/slide10.xml.rels><?xml version="1.0" encoding="UTF-8" standalone="yes"?>
<Relationships xmlns="http://schemas.openxmlformats.org/package/2006/relationships"><Relationship Id="rId26" Type="http://schemas.openxmlformats.org/officeDocument/2006/relationships/customXml" Target="../ink/ink130.xml"/><Relationship Id="rId21" Type="http://schemas.openxmlformats.org/officeDocument/2006/relationships/image" Target="../media/image131.png"/><Relationship Id="rId42" Type="http://schemas.openxmlformats.org/officeDocument/2006/relationships/customXml" Target="../ink/ink138.xml"/><Relationship Id="rId47" Type="http://schemas.openxmlformats.org/officeDocument/2006/relationships/image" Target="../media/image144.png"/><Relationship Id="rId63" Type="http://schemas.openxmlformats.org/officeDocument/2006/relationships/image" Target="../media/image152.png"/><Relationship Id="rId68" Type="http://schemas.openxmlformats.org/officeDocument/2006/relationships/customXml" Target="../ink/ink151.xml"/><Relationship Id="rId7" Type="http://schemas.openxmlformats.org/officeDocument/2006/relationships/image" Target="../media/image124.png"/><Relationship Id="rId2" Type="http://schemas.openxmlformats.org/officeDocument/2006/relationships/notesSlide" Target="../notesSlides/notesSlide8.xml"/><Relationship Id="rId16" Type="http://schemas.openxmlformats.org/officeDocument/2006/relationships/customXml" Target="../ink/ink125.xml"/><Relationship Id="rId29" Type="http://schemas.openxmlformats.org/officeDocument/2006/relationships/image" Target="../media/image135.png"/><Relationship Id="rId11" Type="http://schemas.openxmlformats.org/officeDocument/2006/relationships/image" Target="../media/image126.png"/><Relationship Id="rId24" Type="http://schemas.openxmlformats.org/officeDocument/2006/relationships/customXml" Target="../ink/ink129.xml"/><Relationship Id="rId32" Type="http://schemas.openxmlformats.org/officeDocument/2006/relationships/customXml" Target="../ink/ink133.xml"/><Relationship Id="rId37" Type="http://schemas.openxmlformats.org/officeDocument/2006/relationships/image" Target="../media/image139.png"/><Relationship Id="rId40" Type="http://schemas.openxmlformats.org/officeDocument/2006/relationships/customXml" Target="../ink/ink137.xml"/><Relationship Id="rId45" Type="http://schemas.openxmlformats.org/officeDocument/2006/relationships/image" Target="../media/image143.png"/><Relationship Id="rId53" Type="http://schemas.openxmlformats.org/officeDocument/2006/relationships/image" Target="../media/image147.png"/><Relationship Id="rId58" Type="http://schemas.openxmlformats.org/officeDocument/2006/relationships/customXml" Target="../ink/ink146.xml"/><Relationship Id="rId66" Type="http://schemas.openxmlformats.org/officeDocument/2006/relationships/customXml" Target="../ink/ink150.xml"/><Relationship Id="rId5" Type="http://schemas.openxmlformats.org/officeDocument/2006/relationships/image" Target="../media/image123.png"/><Relationship Id="rId61" Type="http://schemas.openxmlformats.org/officeDocument/2006/relationships/image" Target="../media/image151.png"/><Relationship Id="rId19" Type="http://schemas.openxmlformats.org/officeDocument/2006/relationships/image" Target="../media/image130.png"/><Relationship Id="rId14" Type="http://schemas.openxmlformats.org/officeDocument/2006/relationships/customXml" Target="../ink/ink124.xml"/><Relationship Id="rId22" Type="http://schemas.openxmlformats.org/officeDocument/2006/relationships/customXml" Target="../ink/ink128.xml"/><Relationship Id="rId27" Type="http://schemas.openxmlformats.org/officeDocument/2006/relationships/image" Target="../media/image134.png"/><Relationship Id="rId30" Type="http://schemas.openxmlformats.org/officeDocument/2006/relationships/customXml" Target="../ink/ink132.xml"/><Relationship Id="rId35" Type="http://schemas.openxmlformats.org/officeDocument/2006/relationships/image" Target="../media/image138.png"/><Relationship Id="rId43" Type="http://schemas.openxmlformats.org/officeDocument/2006/relationships/image" Target="../media/image142.png"/><Relationship Id="rId48" Type="http://schemas.openxmlformats.org/officeDocument/2006/relationships/customXml" Target="../ink/ink141.xml"/><Relationship Id="rId56" Type="http://schemas.openxmlformats.org/officeDocument/2006/relationships/customXml" Target="../ink/ink145.xml"/><Relationship Id="rId64" Type="http://schemas.openxmlformats.org/officeDocument/2006/relationships/customXml" Target="../ink/ink149.xml"/><Relationship Id="rId69" Type="http://schemas.openxmlformats.org/officeDocument/2006/relationships/image" Target="../media/image155.png"/><Relationship Id="rId8" Type="http://schemas.openxmlformats.org/officeDocument/2006/relationships/customXml" Target="../ink/ink121.xml"/><Relationship Id="rId51" Type="http://schemas.openxmlformats.org/officeDocument/2006/relationships/image" Target="../media/image146.png"/><Relationship Id="rId3" Type="http://schemas.openxmlformats.org/officeDocument/2006/relationships/image" Target="../media/image6.png"/><Relationship Id="rId12" Type="http://schemas.openxmlformats.org/officeDocument/2006/relationships/customXml" Target="../ink/ink123.xml"/><Relationship Id="rId17" Type="http://schemas.openxmlformats.org/officeDocument/2006/relationships/image" Target="../media/image129.png"/><Relationship Id="rId25" Type="http://schemas.openxmlformats.org/officeDocument/2006/relationships/image" Target="../media/image133.png"/><Relationship Id="rId33" Type="http://schemas.openxmlformats.org/officeDocument/2006/relationships/image" Target="../media/image137.png"/><Relationship Id="rId38" Type="http://schemas.openxmlformats.org/officeDocument/2006/relationships/customXml" Target="../ink/ink136.xml"/><Relationship Id="rId46" Type="http://schemas.openxmlformats.org/officeDocument/2006/relationships/customXml" Target="../ink/ink140.xml"/><Relationship Id="rId59" Type="http://schemas.openxmlformats.org/officeDocument/2006/relationships/image" Target="../media/image150.png"/><Relationship Id="rId67" Type="http://schemas.openxmlformats.org/officeDocument/2006/relationships/image" Target="../media/image154.png"/><Relationship Id="rId20" Type="http://schemas.openxmlformats.org/officeDocument/2006/relationships/customXml" Target="../ink/ink127.xml"/><Relationship Id="rId41" Type="http://schemas.openxmlformats.org/officeDocument/2006/relationships/image" Target="../media/image141.png"/><Relationship Id="rId54" Type="http://schemas.openxmlformats.org/officeDocument/2006/relationships/customXml" Target="../ink/ink144.xml"/><Relationship Id="rId62" Type="http://schemas.openxmlformats.org/officeDocument/2006/relationships/customXml" Target="../ink/ink148.xml"/><Relationship Id="rId1" Type="http://schemas.openxmlformats.org/officeDocument/2006/relationships/slideLayout" Target="../slideLayouts/slideLayout2.xml"/><Relationship Id="rId6" Type="http://schemas.openxmlformats.org/officeDocument/2006/relationships/customXml" Target="../ink/ink120.xml"/><Relationship Id="rId15" Type="http://schemas.openxmlformats.org/officeDocument/2006/relationships/image" Target="../media/image128.png"/><Relationship Id="rId23" Type="http://schemas.openxmlformats.org/officeDocument/2006/relationships/image" Target="../media/image132.png"/><Relationship Id="rId28" Type="http://schemas.openxmlformats.org/officeDocument/2006/relationships/customXml" Target="../ink/ink131.xml"/><Relationship Id="rId36" Type="http://schemas.openxmlformats.org/officeDocument/2006/relationships/customXml" Target="../ink/ink135.xml"/><Relationship Id="rId49" Type="http://schemas.openxmlformats.org/officeDocument/2006/relationships/image" Target="../media/image145.png"/><Relationship Id="rId57" Type="http://schemas.openxmlformats.org/officeDocument/2006/relationships/image" Target="../media/image149.png"/><Relationship Id="rId10" Type="http://schemas.openxmlformats.org/officeDocument/2006/relationships/customXml" Target="../ink/ink122.xml"/><Relationship Id="rId31" Type="http://schemas.openxmlformats.org/officeDocument/2006/relationships/image" Target="../media/image136.png"/><Relationship Id="rId44" Type="http://schemas.openxmlformats.org/officeDocument/2006/relationships/customXml" Target="../ink/ink139.xml"/><Relationship Id="rId52" Type="http://schemas.openxmlformats.org/officeDocument/2006/relationships/customXml" Target="../ink/ink143.xml"/><Relationship Id="rId60" Type="http://schemas.openxmlformats.org/officeDocument/2006/relationships/customXml" Target="../ink/ink147.xml"/><Relationship Id="rId65" Type="http://schemas.openxmlformats.org/officeDocument/2006/relationships/image" Target="../media/image153.png"/><Relationship Id="rId4" Type="http://schemas.openxmlformats.org/officeDocument/2006/relationships/customXml" Target="../ink/ink119.xml"/><Relationship Id="rId9" Type="http://schemas.openxmlformats.org/officeDocument/2006/relationships/image" Target="../media/image125.png"/><Relationship Id="rId13" Type="http://schemas.openxmlformats.org/officeDocument/2006/relationships/image" Target="../media/image127.png"/><Relationship Id="rId18" Type="http://schemas.openxmlformats.org/officeDocument/2006/relationships/customXml" Target="../ink/ink126.xml"/><Relationship Id="rId39" Type="http://schemas.openxmlformats.org/officeDocument/2006/relationships/image" Target="../media/image140.png"/><Relationship Id="rId34" Type="http://schemas.openxmlformats.org/officeDocument/2006/relationships/customXml" Target="../ink/ink134.xml"/><Relationship Id="rId50" Type="http://schemas.openxmlformats.org/officeDocument/2006/relationships/customXml" Target="../ink/ink142.xml"/><Relationship Id="rId55" Type="http://schemas.openxmlformats.org/officeDocument/2006/relationships/image" Target="../media/image14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17" Type="http://schemas.openxmlformats.org/officeDocument/2006/relationships/customXml" Target="../ink/ink206.xml"/><Relationship Id="rId21" Type="http://schemas.openxmlformats.org/officeDocument/2006/relationships/customXml" Target="../ink/ink161.xml"/><Relationship Id="rId63" Type="http://schemas.openxmlformats.org/officeDocument/2006/relationships/customXml" Target="../ink/ink182.xml"/><Relationship Id="rId159" Type="http://schemas.openxmlformats.org/officeDocument/2006/relationships/customXml" Target="../ink/ink227.xml"/><Relationship Id="rId170" Type="http://schemas.openxmlformats.org/officeDocument/2006/relationships/image" Target="../media/image201.png"/><Relationship Id="rId191" Type="http://schemas.openxmlformats.org/officeDocument/2006/relationships/customXml" Target="../ink/ink243.xml"/><Relationship Id="rId205" Type="http://schemas.openxmlformats.org/officeDocument/2006/relationships/customXml" Target="../ink/ink250.xml"/><Relationship Id="rId226" Type="http://schemas.openxmlformats.org/officeDocument/2006/relationships/image" Target="../media/image229.png"/><Relationship Id="rId247" Type="http://schemas.openxmlformats.org/officeDocument/2006/relationships/customXml" Target="../ink/ink271.xml"/><Relationship Id="rId107" Type="http://schemas.openxmlformats.org/officeDocument/2006/relationships/customXml" Target="../ink/ink201.xml"/><Relationship Id="rId11" Type="http://schemas.openxmlformats.org/officeDocument/2006/relationships/customXml" Target="../ink/ink156.xml"/><Relationship Id="rId32" Type="http://schemas.openxmlformats.org/officeDocument/2006/relationships/image" Target="../media/image1320.png"/><Relationship Id="rId53" Type="http://schemas.openxmlformats.org/officeDocument/2006/relationships/customXml" Target="../ink/ink177.xml"/><Relationship Id="rId74" Type="http://schemas.openxmlformats.org/officeDocument/2006/relationships/image" Target="../media/image1530.png"/><Relationship Id="rId128" Type="http://schemas.openxmlformats.org/officeDocument/2006/relationships/image" Target="../media/image180.png"/><Relationship Id="rId149" Type="http://schemas.openxmlformats.org/officeDocument/2006/relationships/customXml" Target="../ink/ink222.xml"/><Relationship Id="rId377" Type="http://schemas.openxmlformats.org/officeDocument/2006/relationships/customXml" Target="../ink/ink280.xml"/><Relationship Id="rId5" Type="http://schemas.openxmlformats.org/officeDocument/2006/relationships/customXml" Target="../ink/ink153.xml"/><Relationship Id="rId95" Type="http://schemas.openxmlformats.org/officeDocument/2006/relationships/customXml" Target="../ink/ink198.xml"/><Relationship Id="rId160" Type="http://schemas.openxmlformats.org/officeDocument/2006/relationships/image" Target="../media/image196.png"/><Relationship Id="rId181" Type="http://schemas.openxmlformats.org/officeDocument/2006/relationships/customXml" Target="../ink/ink238.xml"/><Relationship Id="rId216" Type="http://schemas.openxmlformats.org/officeDocument/2006/relationships/image" Target="../media/image224.png"/><Relationship Id="rId237" Type="http://schemas.openxmlformats.org/officeDocument/2006/relationships/customXml" Target="../ink/ink266.xml"/><Relationship Id="rId258" Type="http://schemas.openxmlformats.org/officeDocument/2006/relationships/image" Target="../media/image245.png"/><Relationship Id="rId22" Type="http://schemas.openxmlformats.org/officeDocument/2006/relationships/image" Target="../media/image1270.png"/><Relationship Id="rId43" Type="http://schemas.openxmlformats.org/officeDocument/2006/relationships/customXml" Target="../ink/ink172.xml"/><Relationship Id="rId64" Type="http://schemas.openxmlformats.org/officeDocument/2006/relationships/image" Target="../media/image1480.png"/><Relationship Id="rId118" Type="http://schemas.openxmlformats.org/officeDocument/2006/relationships/image" Target="../media/image175.png"/><Relationship Id="rId139" Type="http://schemas.openxmlformats.org/officeDocument/2006/relationships/customXml" Target="../ink/ink217.xml"/><Relationship Id="rId85" Type="http://schemas.openxmlformats.org/officeDocument/2006/relationships/customXml" Target="../ink/ink193.xml"/><Relationship Id="rId150" Type="http://schemas.openxmlformats.org/officeDocument/2006/relationships/image" Target="../media/image191.png"/><Relationship Id="rId171" Type="http://schemas.openxmlformats.org/officeDocument/2006/relationships/customXml" Target="../ink/ink233.xml"/><Relationship Id="rId192" Type="http://schemas.openxmlformats.org/officeDocument/2006/relationships/image" Target="../media/image212.png"/><Relationship Id="rId206" Type="http://schemas.openxmlformats.org/officeDocument/2006/relationships/image" Target="../media/image219.png"/><Relationship Id="rId227" Type="http://schemas.openxmlformats.org/officeDocument/2006/relationships/customXml" Target="../ink/ink261.xml"/><Relationship Id="rId248" Type="http://schemas.openxmlformats.org/officeDocument/2006/relationships/image" Target="../media/image240.png"/><Relationship Id="rId12" Type="http://schemas.openxmlformats.org/officeDocument/2006/relationships/image" Target="../media/image1220.png"/><Relationship Id="rId33" Type="http://schemas.openxmlformats.org/officeDocument/2006/relationships/customXml" Target="../ink/ink167.xml"/><Relationship Id="rId108" Type="http://schemas.openxmlformats.org/officeDocument/2006/relationships/image" Target="../media/image170.png"/><Relationship Id="rId129" Type="http://schemas.openxmlformats.org/officeDocument/2006/relationships/customXml" Target="../ink/ink212.xml"/><Relationship Id="rId54" Type="http://schemas.openxmlformats.org/officeDocument/2006/relationships/image" Target="../media/image1430.png"/><Relationship Id="rId75" Type="http://schemas.openxmlformats.org/officeDocument/2006/relationships/customXml" Target="../ink/ink188.xml"/><Relationship Id="rId96" Type="http://schemas.openxmlformats.org/officeDocument/2006/relationships/image" Target="../media/image164.png"/><Relationship Id="rId140" Type="http://schemas.openxmlformats.org/officeDocument/2006/relationships/image" Target="../media/image186.png"/><Relationship Id="rId161" Type="http://schemas.openxmlformats.org/officeDocument/2006/relationships/customXml" Target="../ink/ink228.xml"/><Relationship Id="rId182" Type="http://schemas.openxmlformats.org/officeDocument/2006/relationships/image" Target="../media/image207.png"/><Relationship Id="rId217" Type="http://schemas.openxmlformats.org/officeDocument/2006/relationships/customXml" Target="../ink/ink256.xml"/><Relationship Id="rId378" Type="http://schemas.openxmlformats.org/officeDocument/2006/relationships/image" Target="../media/image305.png"/><Relationship Id="rId6" Type="http://schemas.openxmlformats.org/officeDocument/2006/relationships/image" Target="../media/image1190.png"/><Relationship Id="rId238" Type="http://schemas.openxmlformats.org/officeDocument/2006/relationships/image" Target="../media/image235.png"/><Relationship Id="rId259" Type="http://schemas.openxmlformats.org/officeDocument/2006/relationships/customXml" Target="../ink/ink277.xml"/><Relationship Id="rId23" Type="http://schemas.openxmlformats.org/officeDocument/2006/relationships/customXml" Target="../ink/ink162.xml"/><Relationship Id="rId119" Type="http://schemas.openxmlformats.org/officeDocument/2006/relationships/customXml" Target="../ink/ink207.xml"/><Relationship Id="rId44" Type="http://schemas.openxmlformats.org/officeDocument/2006/relationships/image" Target="../media/image1380.png"/><Relationship Id="rId65" Type="http://schemas.openxmlformats.org/officeDocument/2006/relationships/customXml" Target="../ink/ink183.xml"/><Relationship Id="rId86" Type="http://schemas.openxmlformats.org/officeDocument/2006/relationships/image" Target="../media/image159.png"/><Relationship Id="rId130" Type="http://schemas.openxmlformats.org/officeDocument/2006/relationships/image" Target="../media/image181.png"/><Relationship Id="rId151" Type="http://schemas.openxmlformats.org/officeDocument/2006/relationships/customXml" Target="../ink/ink223.xml"/><Relationship Id="rId172" Type="http://schemas.openxmlformats.org/officeDocument/2006/relationships/image" Target="../media/image202.png"/><Relationship Id="rId193" Type="http://schemas.openxmlformats.org/officeDocument/2006/relationships/customXml" Target="../ink/ink244.xml"/><Relationship Id="rId207" Type="http://schemas.openxmlformats.org/officeDocument/2006/relationships/customXml" Target="../ink/ink251.xml"/><Relationship Id="rId228" Type="http://schemas.openxmlformats.org/officeDocument/2006/relationships/image" Target="../media/image230.png"/><Relationship Id="rId249" Type="http://schemas.openxmlformats.org/officeDocument/2006/relationships/customXml" Target="../ink/ink272.xml"/><Relationship Id="rId13" Type="http://schemas.openxmlformats.org/officeDocument/2006/relationships/customXml" Target="../ink/ink157.xml"/><Relationship Id="rId109" Type="http://schemas.openxmlformats.org/officeDocument/2006/relationships/customXml" Target="../ink/ink202.xml"/><Relationship Id="rId34" Type="http://schemas.openxmlformats.org/officeDocument/2006/relationships/image" Target="../media/image1330.png"/><Relationship Id="rId55" Type="http://schemas.openxmlformats.org/officeDocument/2006/relationships/customXml" Target="../ink/ink178.xml"/><Relationship Id="rId76" Type="http://schemas.openxmlformats.org/officeDocument/2006/relationships/image" Target="../media/image1540.png"/><Relationship Id="rId97" Type="http://schemas.openxmlformats.org/officeDocument/2006/relationships/customXml" Target="../ink/ink199.xml"/><Relationship Id="rId120" Type="http://schemas.openxmlformats.org/officeDocument/2006/relationships/image" Target="../media/image176.png"/><Relationship Id="rId141" Type="http://schemas.openxmlformats.org/officeDocument/2006/relationships/customXml" Target="../ink/ink218.xml"/><Relationship Id="rId379" Type="http://schemas.openxmlformats.org/officeDocument/2006/relationships/customXml" Target="../ink/ink281.xml"/><Relationship Id="rId7" Type="http://schemas.openxmlformats.org/officeDocument/2006/relationships/customXml" Target="../ink/ink154.xml"/><Relationship Id="rId162" Type="http://schemas.openxmlformats.org/officeDocument/2006/relationships/image" Target="../media/image197.png"/><Relationship Id="rId183" Type="http://schemas.openxmlformats.org/officeDocument/2006/relationships/customXml" Target="../ink/ink239.xml"/><Relationship Id="rId218" Type="http://schemas.openxmlformats.org/officeDocument/2006/relationships/image" Target="../media/image225.png"/><Relationship Id="rId239" Type="http://schemas.openxmlformats.org/officeDocument/2006/relationships/customXml" Target="../ink/ink267.xml"/><Relationship Id="rId250" Type="http://schemas.openxmlformats.org/officeDocument/2006/relationships/image" Target="../media/image241.png"/><Relationship Id="rId24" Type="http://schemas.openxmlformats.org/officeDocument/2006/relationships/image" Target="../media/image1280.png"/><Relationship Id="rId45" Type="http://schemas.openxmlformats.org/officeDocument/2006/relationships/customXml" Target="../ink/ink173.xml"/><Relationship Id="rId66" Type="http://schemas.openxmlformats.org/officeDocument/2006/relationships/image" Target="../media/image1490.png"/><Relationship Id="rId87" Type="http://schemas.openxmlformats.org/officeDocument/2006/relationships/customXml" Target="../ink/ink194.xml"/><Relationship Id="rId110" Type="http://schemas.openxmlformats.org/officeDocument/2006/relationships/image" Target="../media/image171.png"/><Relationship Id="rId131" Type="http://schemas.openxmlformats.org/officeDocument/2006/relationships/customXml" Target="../ink/ink213.xml"/><Relationship Id="rId152" Type="http://schemas.openxmlformats.org/officeDocument/2006/relationships/image" Target="../media/image192.png"/><Relationship Id="rId173" Type="http://schemas.openxmlformats.org/officeDocument/2006/relationships/customXml" Target="../ink/ink234.xml"/><Relationship Id="rId194" Type="http://schemas.openxmlformats.org/officeDocument/2006/relationships/image" Target="../media/image213.png"/><Relationship Id="rId208" Type="http://schemas.openxmlformats.org/officeDocument/2006/relationships/image" Target="../media/image220.png"/><Relationship Id="rId229" Type="http://schemas.openxmlformats.org/officeDocument/2006/relationships/customXml" Target="../ink/ink262.xml"/><Relationship Id="rId380" Type="http://schemas.openxmlformats.org/officeDocument/2006/relationships/image" Target="../media/image306.png"/><Relationship Id="rId240" Type="http://schemas.openxmlformats.org/officeDocument/2006/relationships/image" Target="../media/image236.png"/><Relationship Id="rId14" Type="http://schemas.openxmlformats.org/officeDocument/2006/relationships/image" Target="../media/image1230.png"/><Relationship Id="rId35" Type="http://schemas.openxmlformats.org/officeDocument/2006/relationships/customXml" Target="../ink/ink168.xml"/><Relationship Id="rId56" Type="http://schemas.openxmlformats.org/officeDocument/2006/relationships/image" Target="../media/image1440.png"/><Relationship Id="rId77" Type="http://schemas.openxmlformats.org/officeDocument/2006/relationships/customXml" Target="../ink/ink189.xml"/><Relationship Id="rId8" Type="http://schemas.openxmlformats.org/officeDocument/2006/relationships/image" Target="../media/image1200.png"/><Relationship Id="rId98" Type="http://schemas.openxmlformats.org/officeDocument/2006/relationships/image" Target="../media/image165.png"/><Relationship Id="rId121" Type="http://schemas.openxmlformats.org/officeDocument/2006/relationships/customXml" Target="../ink/ink208.xml"/><Relationship Id="rId142" Type="http://schemas.openxmlformats.org/officeDocument/2006/relationships/image" Target="../media/image187.png"/><Relationship Id="rId163" Type="http://schemas.openxmlformats.org/officeDocument/2006/relationships/customXml" Target="../ink/ink229.xml"/><Relationship Id="rId184" Type="http://schemas.openxmlformats.org/officeDocument/2006/relationships/image" Target="../media/image208.png"/><Relationship Id="rId219" Type="http://schemas.openxmlformats.org/officeDocument/2006/relationships/customXml" Target="../ink/ink257.xml"/><Relationship Id="rId230" Type="http://schemas.openxmlformats.org/officeDocument/2006/relationships/image" Target="../media/image231.png"/><Relationship Id="rId251" Type="http://schemas.openxmlformats.org/officeDocument/2006/relationships/customXml" Target="../ink/ink273.xml"/><Relationship Id="rId25" Type="http://schemas.openxmlformats.org/officeDocument/2006/relationships/customXml" Target="../ink/ink163.xml"/><Relationship Id="rId46" Type="http://schemas.openxmlformats.org/officeDocument/2006/relationships/image" Target="../media/image1390.png"/><Relationship Id="rId67" Type="http://schemas.openxmlformats.org/officeDocument/2006/relationships/customXml" Target="../ink/ink184.xml"/><Relationship Id="rId88" Type="http://schemas.openxmlformats.org/officeDocument/2006/relationships/image" Target="../media/image160.png"/><Relationship Id="rId111" Type="http://schemas.openxmlformats.org/officeDocument/2006/relationships/customXml" Target="../ink/ink203.xml"/><Relationship Id="rId132" Type="http://schemas.openxmlformats.org/officeDocument/2006/relationships/image" Target="../media/image182.png"/><Relationship Id="rId153" Type="http://schemas.openxmlformats.org/officeDocument/2006/relationships/customXml" Target="../ink/ink224.xml"/><Relationship Id="rId174" Type="http://schemas.openxmlformats.org/officeDocument/2006/relationships/image" Target="../media/image203.png"/><Relationship Id="rId195" Type="http://schemas.openxmlformats.org/officeDocument/2006/relationships/customXml" Target="../ink/ink245.xml"/><Relationship Id="rId209" Type="http://schemas.openxmlformats.org/officeDocument/2006/relationships/customXml" Target="../ink/ink252.xml"/><Relationship Id="rId381" Type="http://schemas.openxmlformats.org/officeDocument/2006/relationships/customXml" Target="../ink/ink282.xml"/><Relationship Id="rId220" Type="http://schemas.openxmlformats.org/officeDocument/2006/relationships/image" Target="../media/image226.png"/><Relationship Id="rId241" Type="http://schemas.openxmlformats.org/officeDocument/2006/relationships/customXml" Target="../ink/ink268.xml"/><Relationship Id="rId15" Type="http://schemas.openxmlformats.org/officeDocument/2006/relationships/customXml" Target="../ink/ink158.xml"/><Relationship Id="rId36" Type="http://schemas.openxmlformats.org/officeDocument/2006/relationships/image" Target="../media/image1340.png"/><Relationship Id="rId57" Type="http://schemas.openxmlformats.org/officeDocument/2006/relationships/customXml" Target="../ink/ink179.xml"/><Relationship Id="rId78" Type="http://schemas.openxmlformats.org/officeDocument/2006/relationships/image" Target="../media/image1550.png"/><Relationship Id="rId99" Type="http://schemas.openxmlformats.org/officeDocument/2006/relationships/customXml" Target="../ink/ink200.xml"/><Relationship Id="rId122" Type="http://schemas.openxmlformats.org/officeDocument/2006/relationships/image" Target="../media/image177.png"/><Relationship Id="rId143" Type="http://schemas.openxmlformats.org/officeDocument/2006/relationships/customXml" Target="../ink/ink219.xml"/><Relationship Id="rId164" Type="http://schemas.openxmlformats.org/officeDocument/2006/relationships/image" Target="../media/image198.png"/><Relationship Id="rId185" Type="http://schemas.openxmlformats.org/officeDocument/2006/relationships/customXml" Target="../ink/ink240.xml"/><Relationship Id="rId9" Type="http://schemas.openxmlformats.org/officeDocument/2006/relationships/customXml" Target="../ink/ink155.xml"/><Relationship Id="rId210" Type="http://schemas.openxmlformats.org/officeDocument/2006/relationships/image" Target="../media/image221.png"/><Relationship Id="rId26" Type="http://schemas.openxmlformats.org/officeDocument/2006/relationships/image" Target="../media/image1290.png"/><Relationship Id="rId231" Type="http://schemas.openxmlformats.org/officeDocument/2006/relationships/customXml" Target="../ink/ink263.xml"/><Relationship Id="rId252" Type="http://schemas.openxmlformats.org/officeDocument/2006/relationships/image" Target="../media/image242.png"/><Relationship Id="rId47" Type="http://schemas.openxmlformats.org/officeDocument/2006/relationships/customXml" Target="../ink/ink174.xml"/><Relationship Id="rId68" Type="http://schemas.openxmlformats.org/officeDocument/2006/relationships/image" Target="../media/image1500.png"/><Relationship Id="rId89" Type="http://schemas.openxmlformats.org/officeDocument/2006/relationships/customXml" Target="../ink/ink195.xml"/><Relationship Id="rId112" Type="http://schemas.openxmlformats.org/officeDocument/2006/relationships/image" Target="../media/image172.png"/><Relationship Id="rId133" Type="http://schemas.openxmlformats.org/officeDocument/2006/relationships/customXml" Target="../ink/ink214.xml"/><Relationship Id="rId154" Type="http://schemas.openxmlformats.org/officeDocument/2006/relationships/image" Target="../media/image193.png"/><Relationship Id="rId175" Type="http://schemas.openxmlformats.org/officeDocument/2006/relationships/customXml" Target="../ink/ink235.xml"/><Relationship Id="rId196" Type="http://schemas.openxmlformats.org/officeDocument/2006/relationships/image" Target="../media/image214.png"/><Relationship Id="rId200" Type="http://schemas.openxmlformats.org/officeDocument/2006/relationships/image" Target="../media/image216.png"/><Relationship Id="rId382" Type="http://schemas.openxmlformats.org/officeDocument/2006/relationships/image" Target="../media/image307.png"/><Relationship Id="rId16" Type="http://schemas.openxmlformats.org/officeDocument/2006/relationships/image" Target="../media/image1240.png"/><Relationship Id="rId221" Type="http://schemas.openxmlformats.org/officeDocument/2006/relationships/customXml" Target="../ink/ink258.xml"/><Relationship Id="rId242" Type="http://schemas.openxmlformats.org/officeDocument/2006/relationships/image" Target="../media/image237.png"/><Relationship Id="rId37" Type="http://schemas.openxmlformats.org/officeDocument/2006/relationships/customXml" Target="../ink/ink169.xml"/><Relationship Id="rId58" Type="http://schemas.openxmlformats.org/officeDocument/2006/relationships/image" Target="../media/image1450.png"/><Relationship Id="rId79" Type="http://schemas.openxmlformats.org/officeDocument/2006/relationships/customXml" Target="../ink/ink190.xml"/><Relationship Id="rId123" Type="http://schemas.openxmlformats.org/officeDocument/2006/relationships/customXml" Target="../ink/ink209.xml"/><Relationship Id="rId144" Type="http://schemas.openxmlformats.org/officeDocument/2006/relationships/image" Target="../media/image188.png"/><Relationship Id="rId90" Type="http://schemas.openxmlformats.org/officeDocument/2006/relationships/image" Target="../media/image161.png"/><Relationship Id="rId165" Type="http://schemas.openxmlformats.org/officeDocument/2006/relationships/customXml" Target="../ink/ink230.xml"/><Relationship Id="rId186" Type="http://schemas.openxmlformats.org/officeDocument/2006/relationships/image" Target="../media/image209.png"/><Relationship Id="rId372" Type="http://schemas.openxmlformats.org/officeDocument/2006/relationships/image" Target="../media/image302.png"/><Relationship Id="rId211" Type="http://schemas.openxmlformats.org/officeDocument/2006/relationships/customXml" Target="../ink/ink253.xml"/><Relationship Id="rId232" Type="http://schemas.openxmlformats.org/officeDocument/2006/relationships/image" Target="../media/image232.png"/><Relationship Id="rId253" Type="http://schemas.openxmlformats.org/officeDocument/2006/relationships/customXml" Target="../ink/ink274.xml"/><Relationship Id="rId27" Type="http://schemas.openxmlformats.org/officeDocument/2006/relationships/customXml" Target="../ink/ink164.xml"/><Relationship Id="rId48" Type="http://schemas.openxmlformats.org/officeDocument/2006/relationships/image" Target="../media/image1400.png"/><Relationship Id="rId69" Type="http://schemas.openxmlformats.org/officeDocument/2006/relationships/customXml" Target="../ink/ink185.xml"/><Relationship Id="rId113" Type="http://schemas.openxmlformats.org/officeDocument/2006/relationships/customXml" Target="../ink/ink204.xml"/><Relationship Id="rId134" Type="http://schemas.openxmlformats.org/officeDocument/2006/relationships/image" Target="../media/image183.png"/><Relationship Id="rId80" Type="http://schemas.openxmlformats.org/officeDocument/2006/relationships/image" Target="../media/image156.png"/><Relationship Id="rId155" Type="http://schemas.openxmlformats.org/officeDocument/2006/relationships/customXml" Target="../ink/ink225.xml"/><Relationship Id="rId176" Type="http://schemas.openxmlformats.org/officeDocument/2006/relationships/image" Target="../media/image204.png"/><Relationship Id="rId197" Type="http://schemas.openxmlformats.org/officeDocument/2006/relationships/customXml" Target="../ink/ink246.xml"/><Relationship Id="rId201" Type="http://schemas.openxmlformats.org/officeDocument/2006/relationships/customXml" Target="../ink/ink248.xml"/><Relationship Id="rId222" Type="http://schemas.openxmlformats.org/officeDocument/2006/relationships/image" Target="../media/image227.png"/><Relationship Id="rId243" Type="http://schemas.openxmlformats.org/officeDocument/2006/relationships/customXml" Target="../ink/ink269.xml"/><Relationship Id="rId17" Type="http://schemas.openxmlformats.org/officeDocument/2006/relationships/customXml" Target="../ink/ink159.xml"/><Relationship Id="rId38" Type="http://schemas.openxmlformats.org/officeDocument/2006/relationships/image" Target="../media/image1350.png"/><Relationship Id="rId59" Type="http://schemas.openxmlformats.org/officeDocument/2006/relationships/customXml" Target="../ink/ink180.xml"/><Relationship Id="rId124" Type="http://schemas.openxmlformats.org/officeDocument/2006/relationships/image" Target="../media/image178.png"/><Relationship Id="rId70" Type="http://schemas.openxmlformats.org/officeDocument/2006/relationships/image" Target="../media/image1510.png"/><Relationship Id="rId91" Type="http://schemas.openxmlformats.org/officeDocument/2006/relationships/customXml" Target="../ink/ink196.xml"/><Relationship Id="rId145" Type="http://schemas.openxmlformats.org/officeDocument/2006/relationships/customXml" Target="../ink/ink220.xml"/><Relationship Id="rId166" Type="http://schemas.openxmlformats.org/officeDocument/2006/relationships/image" Target="../media/image199.png"/><Relationship Id="rId187" Type="http://schemas.openxmlformats.org/officeDocument/2006/relationships/customXml" Target="../ink/ink241.xml"/><Relationship Id="rId373" Type="http://schemas.openxmlformats.org/officeDocument/2006/relationships/customXml" Target="../ink/ink278.xml"/><Relationship Id="rId1" Type="http://schemas.openxmlformats.org/officeDocument/2006/relationships/slideLayout" Target="../slideLayouts/slideLayout2.xml"/><Relationship Id="rId212" Type="http://schemas.openxmlformats.org/officeDocument/2006/relationships/image" Target="../media/image222.png"/><Relationship Id="rId233" Type="http://schemas.openxmlformats.org/officeDocument/2006/relationships/customXml" Target="../ink/ink264.xml"/><Relationship Id="rId254" Type="http://schemas.openxmlformats.org/officeDocument/2006/relationships/image" Target="../media/image243.png"/><Relationship Id="rId28" Type="http://schemas.openxmlformats.org/officeDocument/2006/relationships/image" Target="../media/image1300.png"/><Relationship Id="rId49" Type="http://schemas.openxmlformats.org/officeDocument/2006/relationships/customXml" Target="../ink/ink175.xml"/><Relationship Id="rId114" Type="http://schemas.openxmlformats.org/officeDocument/2006/relationships/image" Target="../media/image173.png"/><Relationship Id="rId60" Type="http://schemas.openxmlformats.org/officeDocument/2006/relationships/image" Target="../media/image1460.png"/><Relationship Id="rId81" Type="http://schemas.openxmlformats.org/officeDocument/2006/relationships/customXml" Target="../ink/ink191.xml"/><Relationship Id="rId135" Type="http://schemas.openxmlformats.org/officeDocument/2006/relationships/customXml" Target="../ink/ink215.xml"/><Relationship Id="rId156" Type="http://schemas.openxmlformats.org/officeDocument/2006/relationships/image" Target="../media/image194.png"/><Relationship Id="rId177" Type="http://schemas.openxmlformats.org/officeDocument/2006/relationships/customXml" Target="../ink/ink236.xml"/><Relationship Id="rId198" Type="http://schemas.openxmlformats.org/officeDocument/2006/relationships/image" Target="../media/image215.png"/><Relationship Id="rId202" Type="http://schemas.openxmlformats.org/officeDocument/2006/relationships/image" Target="../media/image217.png"/><Relationship Id="rId223" Type="http://schemas.openxmlformats.org/officeDocument/2006/relationships/customXml" Target="../ink/ink259.xml"/><Relationship Id="rId244" Type="http://schemas.openxmlformats.org/officeDocument/2006/relationships/image" Target="../media/image238.png"/><Relationship Id="rId18" Type="http://schemas.openxmlformats.org/officeDocument/2006/relationships/image" Target="../media/image1250.png"/><Relationship Id="rId39" Type="http://schemas.openxmlformats.org/officeDocument/2006/relationships/customXml" Target="../ink/ink170.xml"/><Relationship Id="rId50" Type="http://schemas.openxmlformats.org/officeDocument/2006/relationships/image" Target="../media/image1410.png"/><Relationship Id="rId125" Type="http://schemas.openxmlformats.org/officeDocument/2006/relationships/customXml" Target="../ink/ink210.xml"/><Relationship Id="rId146" Type="http://schemas.openxmlformats.org/officeDocument/2006/relationships/image" Target="../media/image189.png"/><Relationship Id="rId167" Type="http://schemas.openxmlformats.org/officeDocument/2006/relationships/customXml" Target="../ink/ink231.xml"/><Relationship Id="rId188" Type="http://schemas.openxmlformats.org/officeDocument/2006/relationships/image" Target="../media/image210.png"/><Relationship Id="rId374" Type="http://schemas.openxmlformats.org/officeDocument/2006/relationships/image" Target="../media/image303.png"/><Relationship Id="rId71" Type="http://schemas.openxmlformats.org/officeDocument/2006/relationships/customXml" Target="../ink/ink186.xml"/><Relationship Id="rId92" Type="http://schemas.openxmlformats.org/officeDocument/2006/relationships/image" Target="../media/image162.png"/><Relationship Id="rId213" Type="http://schemas.openxmlformats.org/officeDocument/2006/relationships/customXml" Target="../ink/ink254.xml"/><Relationship Id="rId234" Type="http://schemas.openxmlformats.org/officeDocument/2006/relationships/image" Target="../media/image233.png"/><Relationship Id="rId2" Type="http://schemas.openxmlformats.org/officeDocument/2006/relationships/notesSlide" Target="../notesSlides/notesSlide10.xml"/><Relationship Id="rId29" Type="http://schemas.openxmlformats.org/officeDocument/2006/relationships/customXml" Target="../ink/ink165.xml"/><Relationship Id="rId255" Type="http://schemas.openxmlformats.org/officeDocument/2006/relationships/customXml" Target="../ink/ink275.xml"/><Relationship Id="rId40" Type="http://schemas.openxmlformats.org/officeDocument/2006/relationships/image" Target="../media/image1360.png"/><Relationship Id="rId115" Type="http://schemas.openxmlformats.org/officeDocument/2006/relationships/customXml" Target="../ink/ink205.xml"/><Relationship Id="rId136" Type="http://schemas.openxmlformats.org/officeDocument/2006/relationships/image" Target="../media/image184.png"/><Relationship Id="rId157" Type="http://schemas.openxmlformats.org/officeDocument/2006/relationships/customXml" Target="../ink/ink226.xml"/><Relationship Id="rId178" Type="http://schemas.openxmlformats.org/officeDocument/2006/relationships/image" Target="../media/image205.png"/><Relationship Id="rId61" Type="http://schemas.openxmlformats.org/officeDocument/2006/relationships/customXml" Target="../ink/ink181.xml"/><Relationship Id="rId82" Type="http://schemas.openxmlformats.org/officeDocument/2006/relationships/image" Target="../media/image157.png"/><Relationship Id="rId199" Type="http://schemas.openxmlformats.org/officeDocument/2006/relationships/customXml" Target="../ink/ink247.xml"/><Relationship Id="rId203" Type="http://schemas.openxmlformats.org/officeDocument/2006/relationships/customXml" Target="../ink/ink249.xml"/><Relationship Id="rId19" Type="http://schemas.openxmlformats.org/officeDocument/2006/relationships/customXml" Target="../ink/ink160.xml"/><Relationship Id="rId224" Type="http://schemas.openxmlformats.org/officeDocument/2006/relationships/image" Target="../media/image228.png"/><Relationship Id="rId245" Type="http://schemas.openxmlformats.org/officeDocument/2006/relationships/customXml" Target="../ink/ink270.xml"/><Relationship Id="rId30" Type="http://schemas.openxmlformats.org/officeDocument/2006/relationships/image" Target="../media/image1310.png"/><Relationship Id="rId126" Type="http://schemas.openxmlformats.org/officeDocument/2006/relationships/image" Target="../media/image179.png"/><Relationship Id="rId147" Type="http://schemas.openxmlformats.org/officeDocument/2006/relationships/customXml" Target="../ink/ink221.xml"/><Relationship Id="rId168" Type="http://schemas.openxmlformats.org/officeDocument/2006/relationships/image" Target="../media/image200.png"/><Relationship Id="rId51" Type="http://schemas.openxmlformats.org/officeDocument/2006/relationships/customXml" Target="../ink/ink176.xml"/><Relationship Id="rId72" Type="http://schemas.openxmlformats.org/officeDocument/2006/relationships/image" Target="../media/image1520.png"/><Relationship Id="rId93" Type="http://schemas.openxmlformats.org/officeDocument/2006/relationships/customXml" Target="../ink/ink197.xml"/><Relationship Id="rId189" Type="http://schemas.openxmlformats.org/officeDocument/2006/relationships/customXml" Target="../ink/ink242.xml"/><Relationship Id="rId375" Type="http://schemas.openxmlformats.org/officeDocument/2006/relationships/customXml" Target="../ink/ink279.xml"/><Relationship Id="rId3" Type="http://schemas.openxmlformats.org/officeDocument/2006/relationships/customXml" Target="../ink/ink152.xml"/><Relationship Id="rId214" Type="http://schemas.openxmlformats.org/officeDocument/2006/relationships/image" Target="../media/image223.png"/><Relationship Id="rId235" Type="http://schemas.openxmlformats.org/officeDocument/2006/relationships/customXml" Target="../ink/ink265.xml"/><Relationship Id="rId256" Type="http://schemas.openxmlformats.org/officeDocument/2006/relationships/image" Target="../media/image244.png"/><Relationship Id="rId116" Type="http://schemas.openxmlformats.org/officeDocument/2006/relationships/image" Target="../media/image174.png"/><Relationship Id="rId137" Type="http://schemas.openxmlformats.org/officeDocument/2006/relationships/customXml" Target="../ink/ink216.xml"/><Relationship Id="rId158" Type="http://schemas.openxmlformats.org/officeDocument/2006/relationships/image" Target="../media/image195.png"/><Relationship Id="rId20" Type="http://schemas.openxmlformats.org/officeDocument/2006/relationships/image" Target="../media/image1260.png"/><Relationship Id="rId41" Type="http://schemas.openxmlformats.org/officeDocument/2006/relationships/customXml" Target="../ink/ink171.xml"/><Relationship Id="rId62" Type="http://schemas.openxmlformats.org/officeDocument/2006/relationships/image" Target="../media/image1470.png"/><Relationship Id="rId83" Type="http://schemas.openxmlformats.org/officeDocument/2006/relationships/customXml" Target="../ink/ink192.xml"/><Relationship Id="rId179" Type="http://schemas.openxmlformats.org/officeDocument/2006/relationships/customXml" Target="../ink/ink237.xml"/><Relationship Id="rId190" Type="http://schemas.openxmlformats.org/officeDocument/2006/relationships/image" Target="../media/image211.png"/><Relationship Id="rId204" Type="http://schemas.openxmlformats.org/officeDocument/2006/relationships/image" Target="../media/image218.png"/><Relationship Id="rId225" Type="http://schemas.openxmlformats.org/officeDocument/2006/relationships/customXml" Target="../ink/ink260.xml"/><Relationship Id="rId246" Type="http://schemas.openxmlformats.org/officeDocument/2006/relationships/image" Target="../media/image239.png"/><Relationship Id="rId106" Type="http://schemas.openxmlformats.org/officeDocument/2006/relationships/image" Target="../media/image169.png"/><Relationship Id="rId127" Type="http://schemas.openxmlformats.org/officeDocument/2006/relationships/customXml" Target="../ink/ink211.xml"/><Relationship Id="rId10" Type="http://schemas.openxmlformats.org/officeDocument/2006/relationships/image" Target="../media/image1210.png"/><Relationship Id="rId31" Type="http://schemas.openxmlformats.org/officeDocument/2006/relationships/customXml" Target="../ink/ink166.xml"/><Relationship Id="rId52" Type="http://schemas.openxmlformats.org/officeDocument/2006/relationships/image" Target="../media/image1420.png"/><Relationship Id="rId73" Type="http://schemas.openxmlformats.org/officeDocument/2006/relationships/customXml" Target="../ink/ink187.xml"/><Relationship Id="rId94" Type="http://schemas.openxmlformats.org/officeDocument/2006/relationships/image" Target="../media/image163.png"/><Relationship Id="rId148" Type="http://schemas.openxmlformats.org/officeDocument/2006/relationships/image" Target="../media/image190.png"/><Relationship Id="rId169" Type="http://schemas.openxmlformats.org/officeDocument/2006/relationships/customXml" Target="../ink/ink232.xml"/><Relationship Id="rId376" Type="http://schemas.openxmlformats.org/officeDocument/2006/relationships/image" Target="../media/image304.png"/><Relationship Id="rId4" Type="http://schemas.openxmlformats.org/officeDocument/2006/relationships/image" Target="../media/image1180.png"/><Relationship Id="rId180" Type="http://schemas.openxmlformats.org/officeDocument/2006/relationships/image" Target="../media/image206.png"/><Relationship Id="rId215" Type="http://schemas.openxmlformats.org/officeDocument/2006/relationships/customXml" Target="../ink/ink255.xml"/><Relationship Id="rId236" Type="http://schemas.openxmlformats.org/officeDocument/2006/relationships/image" Target="../media/image234.png"/><Relationship Id="rId257" Type="http://schemas.openxmlformats.org/officeDocument/2006/relationships/customXml" Target="../ink/ink276.xml"/><Relationship Id="rId42" Type="http://schemas.openxmlformats.org/officeDocument/2006/relationships/image" Target="../media/image1370.png"/><Relationship Id="rId84" Type="http://schemas.openxmlformats.org/officeDocument/2006/relationships/image" Target="../media/image158.png"/><Relationship Id="rId138" Type="http://schemas.openxmlformats.org/officeDocument/2006/relationships/image" Target="../media/image185.png"/></Relationships>
</file>

<file path=ppt/slides/_rels/slide13.xml.rels><?xml version="1.0" encoding="UTF-8" standalone="yes"?>
<Relationships xmlns="http://schemas.openxmlformats.org/package/2006/relationships"><Relationship Id="rId21" Type="http://schemas.openxmlformats.org/officeDocument/2006/relationships/customXml" Target="../ink/ink292.xml"/><Relationship Id="rId42" Type="http://schemas.openxmlformats.org/officeDocument/2006/relationships/image" Target="../media/image1380.png"/><Relationship Id="rId63" Type="http://schemas.openxmlformats.org/officeDocument/2006/relationships/customXml" Target="../ink/ink313.xml"/><Relationship Id="rId84" Type="http://schemas.openxmlformats.org/officeDocument/2006/relationships/image" Target="../media/image159.png"/><Relationship Id="rId138" Type="http://schemas.openxmlformats.org/officeDocument/2006/relationships/image" Target="../media/image323.png"/><Relationship Id="rId159" Type="http://schemas.openxmlformats.org/officeDocument/2006/relationships/customXml" Target="../ink/ink350.xml"/><Relationship Id="rId170" Type="http://schemas.openxmlformats.org/officeDocument/2006/relationships/customXml" Target="../ink/ink356.xml"/><Relationship Id="rId247" Type="http://schemas.openxmlformats.org/officeDocument/2006/relationships/image" Target="../media/image377.png"/><Relationship Id="rId107" Type="http://schemas.openxmlformats.org/officeDocument/2006/relationships/customXml" Target="../ink/ink335.xml"/><Relationship Id="rId11" Type="http://schemas.openxmlformats.org/officeDocument/2006/relationships/customXml" Target="../ink/ink287.xml"/><Relationship Id="rId32" Type="http://schemas.openxmlformats.org/officeDocument/2006/relationships/image" Target="../media/image1320.png"/><Relationship Id="rId53" Type="http://schemas.openxmlformats.org/officeDocument/2006/relationships/customXml" Target="../ink/ink308.xml"/><Relationship Id="rId74" Type="http://schemas.openxmlformats.org/officeDocument/2006/relationships/image" Target="../media/image1540.png"/><Relationship Id="rId149" Type="http://schemas.openxmlformats.org/officeDocument/2006/relationships/customXml" Target="../ink/ink345.xml"/><Relationship Id="rId5" Type="http://schemas.openxmlformats.org/officeDocument/2006/relationships/customXml" Target="../ink/ink284.xml"/><Relationship Id="rId95" Type="http://schemas.openxmlformats.org/officeDocument/2006/relationships/customXml" Target="../ink/ink329.xml"/><Relationship Id="rId160" Type="http://schemas.openxmlformats.org/officeDocument/2006/relationships/image" Target="../media/image334.png"/><Relationship Id="rId22" Type="http://schemas.openxmlformats.org/officeDocument/2006/relationships/image" Target="../media/image1270.png"/><Relationship Id="rId43" Type="http://schemas.openxmlformats.org/officeDocument/2006/relationships/customXml" Target="../ink/ink303.xml"/><Relationship Id="rId64" Type="http://schemas.openxmlformats.org/officeDocument/2006/relationships/image" Target="../media/image1490.png"/><Relationship Id="rId139" Type="http://schemas.openxmlformats.org/officeDocument/2006/relationships/customXml" Target="../ink/ink340.xml"/><Relationship Id="rId85" Type="http://schemas.openxmlformats.org/officeDocument/2006/relationships/customXml" Target="../ink/ink324.xml"/><Relationship Id="rId150" Type="http://schemas.openxmlformats.org/officeDocument/2006/relationships/image" Target="../media/image329.png"/><Relationship Id="rId171" Type="http://schemas.openxmlformats.org/officeDocument/2006/relationships/image" Target="../media/image339.png"/><Relationship Id="rId248" Type="http://schemas.openxmlformats.org/officeDocument/2006/relationships/customXml" Target="../ink/ink360.xml"/><Relationship Id="rId12" Type="http://schemas.openxmlformats.org/officeDocument/2006/relationships/image" Target="../media/image1220.png"/><Relationship Id="rId17" Type="http://schemas.openxmlformats.org/officeDocument/2006/relationships/customXml" Target="../ink/ink290.xml"/><Relationship Id="rId33" Type="http://schemas.openxmlformats.org/officeDocument/2006/relationships/customXml" Target="../ink/ink298.xml"/><Relationship Id="rId38" Type="http://schemas.openxmlformats.org/officeDocument/2006/relationships/image" Target="../media/image1360.png"/><Relationship Id="rId59" Type="http://schemas.openxmlformats.org/officeDocument/2006/relationships/customXml" Target="../ink/ink311.xml"/><Relationship Id="rId103" Type="http://schemas.openxmlformats.org/officeDocument/2006/relationships/customXml" Target="../ink/ink333.xml"/><Relationship Id="rId54" Type="http://schemas.openxmlformats.org/officeDocument/2006/relationships/image" Target="../media/image1440.png"/><Relationship Id="rId70" Type="http://schemas.openxmlformats.org/officeDocument/2006/relationships/image" Target="../media/image1520.png"/><Relationship Id="rId75" Type="http://schemas.openxmlformats.org/officeDocument/2006/relationships/customXml" Target="../ink/ink319.xml"/><Relationship Id="rId91" Type="http://schemas.openxmlformats.org/officeDocument/2006/relationships/customXml" Target="../ink/ink327.xml"/><Relationship Id="rId96" Type="http://schemas.openxmlformats.org/officeDocument/2006/relationships/image" Target="../media/image165.png"/><Relationship Id="rId140" Type="http://schemas.openxmlformats.org/officeDocument/2006/relationships/image" Target="../media/image324.png"/><Relationship Id="rId145" Type="http://schemas.openxmlformats.org/officeDocument/2006/relationships/customXml" Target="../ink/ink343.xml"/><Relationship Id="rId161" Type="http://schemas.openxmlformats.org/officeDocument/2006/relationships/customXml" Target="../ink/ink351.xml"/><Relationship Id="rId166" Type="http://schemas.openxmlformats.org/officeDocument/2006/relationships/customXml" Target="../ink/ink354.xml"/><Relationship Id="rId1" Type="http://schemas.openxmlformats.org/officeDocument/2006/relationships/slideLayout" Target="../slideLayouts/slideLayout2.xml"/><Relationship Id="rId6" Type="http://schemas.openxmlformats.org/officeDocument/2006/relationships/image" Target="../media/image1190.png"/><Relationship Id="rId23" Type="http://schemas.openxmlformats.org/officeDocument/2006/relationships/customXml" Target="../ink/ink293.xml"/><Relationship Id="rId28" Type="http://schemas.openxmlformats.org/officeDocument/2006/relationships/image" Target="../media/image1300.png"/><Relationship Id="rId49" Type="http://schemas.openxmlformats.org/officeDocument/2006/relationships/customXml" Target="../ink/ink306.xml"/><Relationship Id="rId44" Type="http://schemas.openxmlformats.org/officeDocument/2006/relationships/image" Target="../media/image1390.png"/><Relationship Id="rId60" Type="http://schemas.openxmlformats.org/officeDocument/2006/relationships/image" Target="../media/image1470.png"/><Relationship Id="rId65" Type="http://schemas.openxmlformats.org/officeDocument/2006/relationships/customXml" Target="../ink/ink314.xml"/><Relationship Id="rId81" Type="http://schemas.openxmlformats.org/officeDocument/2006/relationships/customXml" Target="../ink/ink322.xml"/><Relationship Id="rId86" Type="http://schemas.openxmlformats.org/officeDocument/2006/relationships/image" Target="../media/image160.png"/><Relationship Id="rId135" Type="http://schemas.openxmlformats.org/officeDocument/2006/relationships/customXml" Target="../ink/ink338.xml"/><Relationship Id="rId151" Type="http://schemas.openxmlformats.org/officeDocument/2006/relationships/customXml" Target="../ink/ink346.xml"/><Relationship Id="rId156" Type="http://schemas.openxmlformats.org/officeDocument/2006/relationships/image" Target="../media/image332.png"/><Relationship Id="rId172" Type="http://schemas.openxmlformats.org/officeDocument/2006/relationships/customXml" Target="../ink/ink357.xml"/><Relationship Id="rId249" Type="http://schemas.openxmlformats.org/officeDocument/2006/relationships/image" Target="../media/image378.png"/><Relationship Id="rId13" Type="http://schemas.openxmlformats.org/officeDocument/2006/relationships/customXml" Target="../ink/ink288.xml"/><Relationship Id="rId18" Type="http://schemas.openxmlformats.org/officeDocument/2006/relationships/image" Target="../media/image1250.png"/><Relationship Id="rId39" Type="http://schemas.openxmlformats.org/officeDocument/2006/relationships/customXml" Target="../ink/ink301.xml"/><Relationship Id="rId34" Type="http://schemas.openxmlformats.org/officeDocument/2006/relationships/image" Target="../media/image1330.png"/><Relationship Id="rId50" Type="http://schemas.openxmlformats.org/officeDocument/2006/relationships/image" Target="../media/image1420.png"/><Relationship Id="rId55" Type="http://schemas.openxmlformats.org/officeDocument/2006/relationships/customXml" Target="../ink/ink309.xml"/><Relationship Id="rId76" Type="http://schemas.openxmlformats.org/officeDocument/2006/relationships/image" Target="../media/image1550.png"/><Relationship Id="rId97" Type="http://schemas.openxmlformats.org/officeDocument/2006/relationships/customXml" Target="../ink/ink330.xml"/><Relationship Id="rId104" Type="http://schemas.openxmlformats.org/officeDocument/2006/relationships/image" Target="../media/image1690.png"/><Relationship Id="rId141" Type="http://schemas.openxmlformats.org/officeDocument/2006/relationships/customXml" Target="../ink/ink341.xml"/><Relationship Id="rId146" Type="http://schemas.openxmlformats.org/officeDocument/2006/relationships/image" Target="../media/image327.png"/><Relationship Id="rId167" Type="http://schemas.openxmlformats.org/officeDocument/2006/relationships/image" Target="../media/image337.png"/><Relationship Id="rId7" Type="http://schemas.openxmlformats.org/officeDocument/2006/relationships/customXml" Target="../ink/ink285.xml"/><Relationship Id="rId71" Type="http://schemas.openxmlformats.org/officeDocument/2006/relationships/customXml" Target="../ink/ink317.xml"/><Relationship Id="rId92" Type="http://schemas.openxmlformats.org/officeDocument/2006/relationships/image" Target="../media/image163.png"/><Relationship Id="rId162" Type="http://schemas.openxmlformats.org/officeDocument/2006/relationships/image" Target="../media/image335.png"/><Relationship Id="rId2" Type="http://schemas.openxmlformats.org/officeDocument/2006/relationships/notesSlide" Target="../notesSlides/notesSlide11.xml"/><Relationship Id="rId29" Type="http://schemas.openxmlformats.org/officeDocument/2006/relationships/customXml" Target="../ink/ink296.xml"/><Relationship Id="rId250" Type="http://schemas.openxmlformats.org/officeDocument/2006/relationships/customXml" Target="../ink/ink361.xml"/><Relationship Id="rId24" Type="http://schemas.openxmlformats.org/officeDocument/2006/relationships/image" Target="../media/image1280.png"/><Relationship Id="rId40" Type="http://schemas.openxmlformats.org/officeDocument/2006/relationships/image" Target="../media/image1370.png"/><Relationship Id="rId45" Type="http://schemas.openxmlformats.org/officeDocument/2006/relationships/customXml" Target="../ink/ink304.xml"/><Relationship Id="rId66" Type="http://schemas.openxmlformats.org/officeDocument/2006/relationships/image" Target="../media/image1500.png"/><Relationship Id="rId87" Type="http://schemas.openxmlformats.org/officeDocument/2006/relationships/customXml" Target="../ink/ink325.xml"/><Relationship Id="rId110" Type="http://schemas.openxmlformats.org/officeDocument/2006/relationships/image" Target="../media/image309.png"/><Relationship Id="rId136" Type="http://schemas.openxmlformats.org/officeDocument/2006/relationships/image" Target="../media/image322.png"/><Relationship Id="rId157" Type="http://schemas.openxmlformats.org/officeDocument/2006/relationships/customXml" Target="../ink/ink349.xml"/><Relationship Id="rId61" Type="http://schemas.openxmlformats.org/officeDocument/2006/relationships/customXml" Target="../ink/ink312.xml"/><Relationship Id="rId82" Type="http://schemas.openxmlformats.org/officeDocument/2006/relationships/image" Target="../media/image158.png"/><Relationship Id="rId152" Type="http://schemas.openxmlformats.org/officeDocument/2006/relationships/image" Target="../media/image330.png"/><Relationship Id="rId173" Type="http://schemas.openxmlformats.org/officeDocument/2006/relationships/image" Target="../media/image340.png"/><Relationship Id="rId19" Type="http://schemas.openxmlformats.org/officeDocument/2006/relationships/customXml" Target="../ink/ink291.xml"/><Relationship Id="rId14" Type="http://schemas.openxmlformats.org/officeDocument/2006/relationships/image" Target="../media/image1230.png"/><Relationship Id="rId30" Type="http://schemas.openxmlformats.org/officeDocument/2006/relationships/image" Target="../media/image1310.png"/><Relationship Id="rId35" Type="http://schemas.openxmlformats.org/officeDocument/2006/relationships/customXml" Target="../ink/ink299.xml"/><Relationship Id="rId56" Type="http://schemas.openxmlformats.org/officeDocument/2006/relationships/image" Target="../media/image1450.png"/><Relationship Id="rId77" Type="http://schemas.openxmlformats.org/officeDocument/2006/relationships/customXml" Target="../ink/ink320.xml"/><Relationship Id="rId100" Type="http://schemas.openxmlformats.org/officeDocument/2006/relationships/image" Target="../media/image1670.png"/><Relationship Id="rId105" Type="http://schemas.openxmlformats.org/officeDocument/2006/relationships/customXml" Target="../ink/ink334.xml"/><Relationship Id="rId147" Type="http://schemas.openxmlformats.org/officeDocument/2006/relationships/customXml" Target="../ink/ink344.xml"/><Relationship Id="rId168" Type="http://schemas.openxmlformats.org/officeDocument/2006/relationships/customXml" Target="../ink/ink355.xml"/><Relationship Id="rId8" Type="http://schemas.openxmlformats.org/officeDocument/2006/relationships/image" Target="../media/image1200.png"/><Relationship Id="rId51" Type="http://schemas.openxmlformats.org/officeDocument/2006/relationships/customXml" Target="../ink/ink307.xml"/><Relationship Id="rId72" Type="http://schemas.openxmlformats.org/officeDocument/2006/relationships/image" Target="../media/image1530.png"/><Relationship Id="rId93" Type="http://schemas.openxmlformats.org/officeDocument/2006/relationships/customXml" Target="../ink/ink328.xml"/><Relationship Id="rId98" Type="http://schemas.openxmlformats.org/officeDocument/2006/relationships/image" Target="../media/image1660.png"/><Relationship Id="rId142" Type="http://schemas.openxmlformats.org/officeDocument/2006/relationships/image" Target="../media/image325.png"/><Relationship Id="rId163" Type="http://schemas.openxmlformats.org/officeDocument/2006/relationships/customXml" Target="../ink/ink352.xml"/><Relationship Id="rId3" Type="http://schemas.openxmlformats.org/officeDocument/2006/relationships/customXml" Target="../ink/ink283.xml"/><Relationship Id="rId251" Type="http://schemas.openxmlformats.org/officeDocument/2006/relationships/image" Target="../media/image379.png"/><Relationship Id="rId25" Type="http://schemas.openxmlformats.org/officeDocument/2006/relationships/customXml" Target="../ink/ink294.xml"/><Relationship Id="rId46" Type="http://schemas.openxmlformats.org/officeDocument/2006/relationships/image" Target="../media/image1400.png"/><Relationship Id="rId67" Type="http://schemas.openxmlformats.org/officeDocument/2006/relationships/customXml" Target="../ink/ink315.xml"/><Relationship Id="rId137" Type="http://schemas.openxmlformats.org/officeDocument/2006/relationships/customXml" Target="../ink/ink339.xml"/><Relationship Id="rId158" Type="http://schemas.openxmlformats.org/officeDocument/2006/relationships/image" Target="../media/image333.png"/><Relationship Id="rId20" Type="http://schemas.openxmlformats.org/officeDocument/2006/relationships/image" Target="../media/image1260.png"/><Relationship Id="rId41" Type="http://schemas.openxmlformats.org/officeDocument/2006/relationships/customXml" Target="../ink/ink302.xml"/><Relationship Id="rId62" Type="http://schemas.openxmlformats.org/officeDocument/2006/relationships/image" Target="../media/image1480.png"/><Relationship Id="rId83" Type="http://schemas.openxmlformats.org/officeDocument/2006/relationships/customXml" Target="../ink/ink323.xml"/><Relationship Id="rId88" Type="http://schemas.openxmlformats.org/officeDocument/2006/relationships/image" Target="../media/image161.png"/><Relationship Id="rId111" Type="http://schemas.openxmlformats.org/officeDocument/2006/relationships/customXml" Target="../ink/ink336.xml"/><Relationship Id="rId153" Type="http://schemas.openxmlformats.org/officeDocument/2006/relationships/customXml" Target="../ink/ink347.xml"/><Relationship Id="rId174" Type="http://schemas.openxmlformats.org/officeDocument/2006/relationships/customXml" Target="../ink/ink358.xml"/><Relationship Id="rId15" Type="http://schemas.openxmlformats.org/officeDocument/2006/relationships/customXml" Target="../ink/ink289.xml"/><Relationship Id="rId36" Type="http://schemas.openxmlformats.org/officeDocument/2006/relationships/image" Target="../media/image1350.png"/><Relationship Id="rId57" Type="http://schemas.openxmlformats.org/officeDocument/2006/relationships/customXml" Target="../ink/ink310.xml"/><Relationship Id="rId106" Type="http://schemas.openxmlformats.org/officeDocument/2006/relationships/image" Target="../media/image1700.png"/><Relationship Id="rId10" Type="http://schemas.openxmlformats.org/officeDocument/2006/relationships/image" Target="../media/image1210.png"/><Relationship Id="rId31" Type="http://schemas.openxmlformats.org/officeDocument/2006/relationships/customXml" Target="../ink/ink297.xml"/><Relationship Id="rId52" Type="http://schemas.openxmlformats.org/officeDocument/2006/relationships/image" Target="../media/image1430.png"/><Relationship Id="rId73" Type="http://schemas.openxmlformats.org/officeDocument/2006/relationships/customXml" Target="../ink/ink318.xml"/><Relationship Id="rId78" Type="http://schemas.openxmlformats.org/officeDocument/2006/relationships/image" Target="../media/image156.png"/><Relationship Id="rId94" Type="http://schemas.openxmlformats.org/officeDocument/2006/relationships/image" Target="../media/image164.png"/><Relationship Id="rId99" Type="http://schemas.openxmlformats.org/officeDocument/2006/relationships/customXml" Target="../ink/ink331.xml"/><Relationship Id="rId101" Type="http://schemas.openxmlformats.org/officeDocument/2006/relationships/customXml" Target="../ink/ink332.xml"/><Relationship Id="rId143" Type="http://schemas.openxmlformats.org/officeDocument/2006/relationships/customXml" Target="../ink/ink342.xml"/><Relationship Id="rId148" Type="http://schemas.openxmlformats.org/officeDocument/2006/relationships/image" Target="../media/image328.png"/><Relationship Id="rId164" Type="http://schemas.openxmlformats.org/officeDocument/2006/relationships/image" Target="../media/image336.png"/><Relationship Id="rId169" Type="http://schemas.openxmlformats.org/officeDocument/2006/relationships/image" Target="../media/image338.png"/><Relationship Id="rId4" Type="http://schemas.openxmlformats.org/officeDocument/2006/relationships/image" Target="../media/image1180.png"/><Relationship Id="rId9" Type="http://schemas.openxmlformats.org/officeDocument/2006/relationships/customXml" Target="../ink/ink286.xml"/><Relationship Id="rId26" Type="http://schemas.openxmlformats.org/officeDocument/2006/relationships/image" Target="../media/image1290.png"/><Relationship Id="rId252" Type="http://schemas.openxmlformats.org/officeDocument/2006/relationships/customXml" Target="../ink/ink362.xml"/><Relationship Id="rId47" Type="http://schemas.openxmlformats.org/officeDocument/2006/relationships/customXml" Target="../ink/ink305.xml"/><Relationship Id="rId68" Type="http://schemas.openxmlformats.org/officeDocument/2006/relationships/image" Target="../media/image1510.png"/><Relationship Id="rId89" Type="http://schemas.openxmlformats.org/officeDocument/2006/relationships/customXml" Target="../ink/ink326.xml"/><Relationship Id="rId112" Type="http://schemas.openxmlformats.org/officeDocument/2006/relationships/image" Target="../media/image310.png"/><Relationship Id="rId154" Type="http://schemas.openxmlformats.org/officeDocument/2006/relationships/image" Target="../media/image331.png"/><Relationship Id="rId175" Type="http://schemas.openxmlformats.org/officeDocument/2006/relationships/image" Target="../media/image341.png"/><Relationship Id="rId16" Type="http://schemas.openxmlformats.org/officeDocument/2006/relationships/image" Target="../media/image1240.png"/><Relationship Id="rId37" Type="http://schemas.openxmlformats.org/officeDocument/2006/relationships/customXml" Target="../ink/ink300.xml"/><Relationship Id="rId58" Type="http://schemas.openxmlformats.org/officeDocument/2006/relationships/image" Target="../media/image1460.png"/><Relationship Id="rId79" Type="http://schemas.openxmlformats.org/officeDocument/2006/relationships/customXml" Target="../ink/ink321.xml"/><Relationship Id="rId102" Type="http://schemas.openxmlformats.org/officeDocument/2006/relationships/image" Target="../media/image1680.png"/><Relationship Id="rId144" Type="http://schemas.openxmlformats.org/officeDocument/2006/relationships/image" Target="../media/image326.png"/><Relationship Id="rId90" Type="http://schemas.openxmlformats.org/officeDocument/2006/relationships/image" Target="../media/image162.png"/><Relationship Id="rId165" Type="http://schemas.openxmlformats.org/officeDocument/2006/relationships/customXml" Target="../ink/ink353.xml"/><Relationship Id="rId253" Type="http://schemas.openxmlformats.org/officeDocument/2006/relationships/image" Target="../media/image380.png"/><Relationship Id="rId27" Type="http://schemas.openxmlformats.org/officeDocument/2006/relationships/customXml" Target="../ink/ink295.xml"/><Relationship Id="rId48" Type="http://schemas.openxmlformats.org/officeDocument/2006/relationships/image" Target="../media/image1410.png"/><Relationship Id="rId69" Type="http://schemas.openxmlformats.org/officeDocument/2006/relationships/customXml" Target="../ink/ink316.xml"/><Relationship Id="rId113" Type="http://schemas.openxmlformats.org/officeDocument/2006/relationships/customXml" Target="../ink/ink337.xml"/><Relationship Id="rId134" Type="http://schemas.openxmlformats.org/officeDocument/2006/relationships/image" Target="../media/image321.png"/><Relationship Id="rId80" Type="http://schemas.openxmlformats.org/officeDocument/2006/relationships/image" Target="../media/image157.png"/><Relationship Id="rId155" Type="http://schemas.openxmlformats.org/officeDocument/2006/relationships/customXml" Target="../ink/ink348.xml"/><Relationship Id="rId176" Type="http://schemas.openxmlformats.org/officeDocument/2006/relationships/customXml" Target="../ink/ink35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2.png"/><Relationship Id="rId7" Type="http://schemas.openxmlformats.org/officeDocument/2006/relationships/image" Target="../media/image38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customXml" Target="../ink/ink364.xml"/><Relationship Id="rId5" Type="http://schemas.openxmlformats.org/officeDocument/2006/relationships/image" Target="../media/image385.png"/><Relationship Id="rId4" Type="http://schemas.openxmlformats.org/officeDocument/2006/relationships/customXml" Target="../ink/ink363.xml"/></Relationships>
</file>

<file path=ppt/slides/_rels/slide16.xml.rels><?xml version="1.0" encoding="UTF-8" standalone="yes"?>
<Relationships xmlns="http://schemas.openxmlformats.org/package/2006/relationships"><Relationship Id="rId8" Type="http://schemas.openxmlformats.org/officeDocument/2006/relationships/customXml" Target="../ink/ink367.xml"/><Relationship Id="rId13" Type="http://schemas.openxmlformats.org/officeDocument/2006/relationships/image" Target="../media/image396.png"/><Relationship Id="rId3" Type="http://schemas.openxmlformats.org/officeDocument/2006/relationships/image" Target="../media/image166.png"/><Relationship Id="rId7" Type="http://schemas.openxmlformats.org/officeDocument/2006/relationships/image" Target="../media/image393.png"/><Relationship Id="rId12" Type="http://schemas.openxmlformats.org/officeDocument/2006/relationships/customXml" Target="../ink/ink369.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customXml" Target="../ink/ink366.xml"/><Relationship Id="rId11" Type="http://schemas.openxmlformats.org/officeDocument/2006/relationships/image" Target="../media/image395.png"/><Relationship Id="rId5" Type="http://schemas.openxmlformats.org/officeDocument/2006/relationships/image" Target="../media/image392.png"/><Relationship Id="rId15" Type="http://schemas.openxmlformats.org/officeDocument/2006/relationships/image" Target="../media/image397.png"/><Relationship Id="rId10" Type="http://schemas.openxmlformats.org/officeDocument/2006/relationships/customXml" Target="../ink/ink368.xml"/><Relationship Id="rId4" Type="http://schemas.openxmlformats.org/officeDocument/2006/relationships/customXml" Target="../ink/ink365.xml"/><Relationship Id="rId9" Type="http://schemas.openxmlformats.org/officeDocument/2006/relationships/image" Target="../media/image394.png"/><Relationship Id="rId14" Type="http://schemas.openxmlformats.org/officeDocument/2006/relationships/customXml" Target="../ink/ink370.xml"/></Relationships>
</file>

<file path=ppt/slides/_rels/slide17.xml.rels><?xml version="1.0" encoding="UTF-8" standalone="yes"?>
<Relationships xmlns="http://schemas.openxmlformats.org/package/2006/relationships"><Relationship Id="rId3" Type="http://schemas.openxmlformats.org/officeDocument/2006/relationships/hyperlink" Target="https://keras.io/api/layers/constraints/#layer-weight-constraints"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17" Type="http://schemas.openxmlformats.org/officeDocument/2006/relationships/image" Target="../media/image2290.png"/><Relationship Id="rId299" Type="http://schemas.openxmlformats.org/officeDocument/2006/relationships/customXml" Target="../ink/ink519.xml"/><Relationship Id="rId21" Type="http://schemas.openxmlformats.org/officeDocument/2006/relationships/image" Target="../media/image1810.png"/><Relationship Id="rId63" Type="http://schemas.openxmlformats.org/officeDocument/2006/relationships/image" Target="../media/image2020.png"/><Relationship Id="rId159" Type="http://schemas.openxmlformats.org/officeDocument/2006/relationships/customXml" Target="../ink/ink449.xml"/><Relationship Id="rId324" Type="http://schemas.openxmlformats.org/officeDocument/2006/relationships/image" Target="../media/image330.png"/><Relationship Id="rId366" Type="http://schemas.openxmlformats.org/officeDocument/2006/relationships/customXml" Target="../ink/ink553.xml"/><Relationship Id="rId170" Type="http://schemas.openxmlformats.org/officeDocument/2006/relationships/image" Target="../media/image2550.png"/><Relationship Id="rId226" Type="http://schemas.openxmlformats.org/officeDocument/2006/relationships/image" Target="../media/image2830.png"/><Relationship Id="rId268" Type="http://schemas.openxmlformats.org/officeDocument/2006/relationships/image" Target="../media/image413.png"/><Relationship Id="rId32" Type="http://schemas.openxmlformats.org/officeDocument/2006/relationships/customXml" Target="../ink/ink385.xml"/><Relationship Id="rId74" Type="http://schemas.openxmlformats.org/officeDocument/2006/relationships/customXml" Target="../ink/ink406.xml"/><Relationship Id="rId128" Type="http://schemas.openxmlformats.org/officeDocument/2006/relationships/customXml" Target="../ink/ink433.xml"/><Relationship Id="rId335" Type="http://schemas.openxmlformats.org/officeDocument/2006/relationships/customXml" Target="../ink/ink537.xml"/><Relationship Id="rId377" Type="http://schemas.openxmlformats.org/officeDocument/2006/relationships/image" Target="../media/image466.png"/><Relationship Id="rId5" Type="http://schemas.openxmlformats.org/officeDocument/2006/relationships/image" Target="../media/image1740.png"/><Relationship Id="rId181" Type="http://schemas.openxmlformats.org/officeDocument/2006/relationships/customXml" Target="../ink/ink460.xml"/><Relationship Id="rId237" Type="http://schemas.openxmlformats.org/officeDocument/2006/relationships/customXml" Target="../ink/ink488.xml"/><Relationship Id="rId402" Type="http://schemas.openxmlformats.org/officeDocument/2006/relationships/customXml" Target="../ink/ink571.xml"/><Relationship Id="rId279" Type="http://schemas.openxmlformats.org/officeDocument/2006/relationships/customXml" Target="../ink/ink509.xml"/><Relationship Id="rId43" Type="http://schemas.openxmlformats.org/officeDocument/2006/relationships/image" Target="../media/image1920.png"/><Relationship Id="rId139" Type="http://schemas.openxmlformats.org/officeDocument/2006/relationships/customXml" Target="../ink/ink439.xml"/><Relationship Id="rId290" Type="http://schemas.openxmlformats.org/officeDocument/2006/relationships/image" Target="../media/image424.png"/><Relationship Id="rId304" Type="http://schemas.openxmlformats.org/officeDocument/2006/relationships/image" Target="../media/image431.png"/><Relationship Id="rId346" Type="http://schemas.openxmlformats.org/officeDocument/2006/relationships/image" Target="../media/image451.png"/><Relationship Id="rId388" Type="http://schemas.openxmlformats.org/officeDocument/2006/relationships/customXml" Target="../ink/ink564.xml"/><Relationship Id="rId85" Type="http://schemas.openxmlformats.org/officeDocument/2006/relationships/image" Target="../media/image2130.png"/><Relationship Id="rId150" Type="http://schemas.openxmlformats.org/officeDocument/2006/relationships/image" Target="../media/image2450.png"/><Relationship Id="rId192" Type="http://schemas.openxmlformats.org/officeDocument/2006/relationships/image" Target="../media/image2660.png"/><Relationship Id="rId206" Type="http://schemas.openxmlformats.org/officeDocument/2006/relationships/image" Target="../media/image2730.png"/><Relationship Id="rId248" Type="http://schemas.openxmlformats.org/officeDocument/2006/relationships/image" Target="../media/image403.png"/><Relationship Id="rId12" Type="http://schemas.openxmlformats.org/officeDocument/2006/relationships/customXml" Target="../ink/ink375.xml"/><Relationship Id="rId108" Type="http://schemas.openxmlformats.org/officeDocument/2006/relationships/customXml" Target="../ink/ink423.xml"/><Relationship Id="rId315" Type="http://schemas.openxmlformats.org/officeDocument/2006/relationships/customXml" Target="../ink/ink527.xml"/><Relationship Id="rId357" Type="http://schemas.openxmlformats.org/officeDocument/2006/relationships/image" Target="../media/image456.png"/><Relationship Id="rId54" Type="http://schemas.openxmlformats.org/officeDocument/2006/relationships/customXml" Target="../ink/ink396.xml"/><Relationship Id="rId96" Type="http://schemas.openxmlformats.org/officeDocument/2006/relationships/customXml" Target="../ink/ink417.xml"/><Relationship Id="rId161" Type="http://schemas.openxmlformats.org/officeDocument/2006/relationships/customXml" Target="../ink/ink450.xml"/><Relationship Id="rId217" Type="http://schemas.openxmlformats.org/officeDocument/2006/relationships/customXml" Target="../ink/ink478.xml"/><Relationship Id="rId399" Type="http://schemas.openxmlformats.org/officeDocument/2006/relationships/image" Target="../media/image477.png"/><Relationship Id="rId259" Type="http://schemas.openxmlformats.org/officeDocument/2006/relationships/customXml" Target="../ink/ink499.xml"/><Relationship Id="rId23" Type="http://schemas.openxmlformats.org/officeDocument/2006/relationships/image" Target="../media/image1820.png"/><Relationship Id="rId119" Type="http://schemas.openxmlformats.org/officeDocument/2006/relationships/image" Target="../media/image2300.png"/><Relationship Id="rId270" Type="http://schemas.openxmlformats.org/officeDocument/2006/relationships/image" Target="../media/image414.png"/><Relationship Id="rId326" Type="http://schemas.openxmlformats.org/officeDocument/2006/relationships/image" Target="../media/image441.png"/><Relationship Id="rId65" Type="http://schemas.openxmlformats.org/officeDocument/2006/relationships/image" Target="../media/image2030.png"/><Relationship Id="rId130" Type="http://schemas.openxmlformats.org/officeDocument/2006/relationships/customXml" Target="../ink/ink434.xml"/><Relationship Id="rId368" Type="http://schemas.openxmlformats.org/officeDocument/2006/relationships/customXml" Target="../ink/ink554.xml"/><Relationship Id="rId172" Type="http://schemas.openxmlformats.org/officeDocument/2006/relationships/image" Target="../media/image2560.png"/><Relationship Id="rId228" Type="http://schemas.openxmlformats.org/officeDocument/2006/relationships/image" Target="../media/image2840.png"/><Relationship Id="rId281" Type="http://schemas.openxmlformats.org/officeDocument/2006/relationships/customXml" Target="../ink/ink510.xml"/><Relationship Id="rId337" Type="http://schemas.openxmlformats.org/officeDocument/2006/relationships/customXml" Target="../ink/ink538.xml"/><Relationship Id="rId34" Type="http://schemas.openxmlformats.org/officeDocument/2006/relationships/customXml" Target="../ink/ink386.xml"/><Relationship Id="rId76" Type="http://schemas.openxmlformats.org/officeDocument/2006/relationships/customXml" Target="../ink/ink407.xml"/><Relationship Id="rId141" Type="http://schemas.openxmlformats.org/officeDocument/2006/relationships/customXml" Target="../ink/ink440.xml"/><Relationship Id="rId379" Type="http://schemas.openxmlformats.org/officeDocument/2006/relationships/image" Target="../media/image467.png"/><Relationship Id="rId7" Type="http://schemas.openxmlformats.org/officeDocument/2006/relationships/image" Target="../media/image91.png"/><Relationship Id="rId183" Type="http://schemas.openxmlformats.org/officeDocument/2006/relationships/customXml" Target="../ink/ink461.xml"/><Relationship Id="rId239" Type="http://schemas.openxmlformats.org/officeDocument/2006/relationships/customXml" Target="../ink/ink489.xml"/><Relationship Id="rId390" Type="http://schemas.openxmlformats.org/officeDocument/2006/relationships/customXml" Target="../ink/ink565.xml"/><Relationship Id="rId404" Type="http://schemas.openxmlformats.org/officeDocument/2006/relationships/customXml" Target="../ink/ink572.xml"/><Relationship Id="rId250" Type="http://schemas.openxmlformats.org/officeDocument/2006/relationships/image" Target="../media/image404.png"/><Relationship Id="rId292" Type="http://schemas.openxmlformats.org/officeDocument/2006/relationships/image" Target="../media/image425.png"/><Relationship Id="rId306" Type="http://schemas.openxmlformats.org/officeDocument/2006/relationships/image" Target="../media/image432.png"/><Relationship Id="rId45" Type="http://schemas.openxmlformats.org/officeDocument/2006/relationships/image" Target="../media/image1930.png"/><Relationship Id="rId87" Type="http://schemas.openxmlformats.org/officeDocument/2006/relationships/image" Target="../media/image2140.png"/><Relationship Id="rId110" Type="http://schemas.openxmlformats.org/officeDocument/2006/relationships/customXml" Target="../ink/ink424.xml"/><Relationship Id="rId348" Type="http://schemas.openxmlformats.org/officeDocument/2006/relationships/image" Target="../media/image452.png"/><Relationship Id="rId152" Type="http://schemas.openxmlformats.org/officeDocument/2006/relationships/image" Target="../media/image2460.png"/><Relationship Id="rId194" Type="http://schemas.openxmlformats.org/officeDocument/2006/relationships/image" Target="../media/image2670.png"/><Relationship Id="rId208" Type="http://schemas.openxmlformats.org/officeDocument/2006/relationships/image" Target="../media/image2740.png"/><Relationship Id="rId261" Type="http://schemas.openxmlformats.org/officeDocument/2006/relationships/customXml" Target="../ink/ink500.xml"/><Relationship Id="rId14" Type="http://schemas.openxmlformats.org/officeDocument/2006/relationships/customXml" Target="../ink/ink376.xml"/><Relationship Id="rId56" Type="http://schemas.openxmlformats.org/officeDocument/2006/relationships/customXml" Target="../ink/ink397.xml"/><Relationship Id="rId317" Type="http://schemas.openxmlformats.org/officeDocument/2006/relationships/customXml" Target="../ink/ink528.xml"/><Relationship Id="rId359" Type="http://schemas.openxmlformats.org/officeDocument/2006/relationships/image" Target="../media/image457.png"/><Relationship Id="rId98" Type="http://schemas.openxmlformats.org/officeDocument/2006/relationships/customXml" Target="../ink/ink418.xml"/><Relationship Id="rId121" Type="http://schemas.openxmlformats.org/officeDocument/2006/relationships/image" Target="../media/image2310.png"/><Relationship Id="rId163" Type="http://schemas.openxmlformats.org/officeDocument/2006/relationships/customXml" Target="../ink/ink451.xml"/><Relationship Id="rId219" Type="http://schemas.openxmlformats.org/officeDocument/2006/relationships/customXml" Target="../ink/ink479.xml"/><Relationship Id="rId370" Type="http://schemas.openxmlformats.org/officeDocument/2006/relationships/customXml" Target="../ink/ink555.xml"/><Relationship Id="rId230" Type="http://schemas.openxmlformats.org/officeDocument/2006/relationships/image" Target="../media/image2850.png"/><Relationship Id="rId25" Type="http://schemas.openxmlformats.org/officeDocument/2006/relationships/image" Target="../media/image1830.png"/><Relationship Id="rId67" Type="http://schemas.openxmlformats.org/officeDocument/2006/relationships/image" Target="../media/image2040.png"/><Relationship Id="rId272" Type="http://schemas.openxmlformats.org/officeDocument/2006/relationships/image" Target="../media/image415.png"/><Relationship Id="rId328" Type="http://schemas.openxmlformats.org/officeDocument/2006/relationships/image" Target="../media/image442.png"/><Relationship Id="rId132" Type="http://schemas.openxmlformats.org/officeDocument/2006/relationships/customXml" Target="../ink/ink435.xml"/><Relationship Id="rId174" Type="http://schemas.openxmlformats.org/officeDocument/2006/relationships/image" Target="../media/image2570.png"/><Relationship Id="rId381" Type="http://schemas.openxmlformats.org/officeDocument/2006/relationships/image" Target="../media/image468.png"/><Relationship Id="rId241" Type="http://schemas.openxmlformats.org/officeDocument/2006/relationships/customXml" Target="../ink/ink490.xml"/><Relationship Id="rId36" Type="http://schemas.openxmlformats.org/officeDocument/2006/relationships/customXml" Target="../ink/ink387.xml"/><Relationship Id="rId283" Type="http://schemas.openxmlformats.org/officeDocument/2006/relationships/customXml" Target="../ink/ink511.xml"/><Relationship Id="rId339" Type="http://schemas.openxmlformats.org/officeDocument/2006/relationships/customXml" Target="../ink/ink539.xml"/><Relationship Id="rId78" Type="http://schemas.openxmlformats.org/officeDocument/2006/relationships/customXml" Target="../ink/ink408.xml"/><Relationship Id="rId101" Type="http://schemas.openxmlformats.org/officeDocument/2006/relationships/image" Target="../media/image2210.png"/><Relationship Id="rId143" Type="http://schemas.openxmlformats.org/officeDocument/2006/relationships/customXml" Target="../ink/ink441.xml"/><Relationship Id="rId185" Type="http://schemas.openxmlformats.org/officeDocument/2006/relationships/customXml" Target="../ink/ink462.xml"/><Relationship Id="rId350" Type="http://schemas.openxmlformats.org/officeDocument/2006/relationships/image" Target="../media/image453.png"/><Relationship Id="rId406" Type="http://schemas.openxmlformats.org/officeDocument/2006/relationships/customXml" Target="../ink/ink573.xml"/><Relationship Id="rId9" Type="http://schemas.openxmlformats.org/officeDocument/2006/relationships/image" Target="../media/image1750.png"/><Relationship Id="rId210" Type="http://schemas.openxmlformats.org/officeDocument/2006/relationships/image" Target="../media/image2750.png"/><Relationship Id="rId392" Type="http://schemas.openxmlformats.org/officeDocument/2006/relationships/customXml" Target="../ink/ink566.xml"/><Relationship Id="rId252" Type="http://schemas.openxmlformats.org/officeDocument/2006/relationships/image" Target="../media/image405.png"/><Relationship Id="rId294" Type="http://schemas.openxmlformats.org/officeDocument/2006/relationships/image" Target="../media/image426.png"/><Relationship Id="rId308" Type="http://schemas.openxmlformats.org/officeDocument/2006/relationships/image" Target="../media/image433.png"/><Relationship Id="rId47" Type="http://schemas.openxmlformats.org/officeDocument/2006/relationships/image" Target="../media/image1940.png"/><Relationship Id="rId89" Type="http://schemas.openxmlformats.org/officeDocument/2006/relationships/image" Target="../media/image2150.png"/><Relationship Id="rId112" Type="http://schemas.openxmlformats.org/officeDocument/2006/relationships/customXml" Target="../ink/ink425.xml"/><Relationship Id="rId154" Type="http://schemas.openxmlformats.org/officeDocument/2006/relationships/image" Target="../media/image2470.png"/><Relationship Id="rId361" Type="http://schemas.openxmlformats.org/officeDocument/2006/relationships/image" Target="../media/image458.png"/><Relationship Id="rId196" Type="http://schemas.openxmlformats.org/officeDocument/2006/relationships/image" Target="../media/image2680.png"/><Relationship Id="rId16" Type="http://schemas.openxmlformats.org/officeDocument/2006/relationships/customXml" Target="../ink/ink377.xml"/><Relationship Id="rId221" Type="http://schemas.openxmlformats.org/officeDocument/2006/relationships/customXml" Target="../ink/ink480.xml"/><Relationship Id="rId263" Type="http://schemas.openxmlformats.org/officeDocument/2006/relationships/customXml" Target="../ink/ink501.xml"/><Relationship Id="rId319" Type="http://schemas.openxmlformats.org/officeDocument/2006/relationships/customXml" Target="../ink/ink529.xml"/><Relationship Id="rId58" Type="http://schemas.openxmlformats.org/officeDocument/2006/relationships/customXml" Target="../ink/ink398.xml"/><Relationship Id="rId123" Type="http://schemas.openxmlformats.org/officeDocument/2006/relationships/image" Target="../media/image2320.png"/><Relationship Id="rId330" Type="http://schemas.openxmlformats.org/officeDocument/2006/relationships/image" Target="../media/image443.png"/><Relationship Id="rId165" Type="http://schemas.openxmlformats.org/officeDocument/2006/relationships/customXml" Target="../ink/ink452.xml"/><Relationship Id="rId372" Type="http://schemas.openxmlformats.org/officeDocument/2006/relationships/customXml" Target="../ink/ink556.xml"/><Relationship Id="rId232" Type="http://schemas.openxmlformats.org/officeDocument/2006/relationships/image" Target="../media/image2860.png"/><Relationship Id="rId274" Type="http://schemas.openxmlformats.org/officeDocument/2006/relationships/image" Target="../media/image416.png"/><Relationship Id="rId27" Type="http://schemas.openxmlformats.org/officeDocument/2006/relationships/image" Target="../media/image1840.png"/><Relationship Id="rId48" Type="http://schemas.openxmlformats.org/officeDocument/2006/relationships/customXml" Target="../ink/ink393.xml"/><Relationship Id="rId69" Type="http://schemas.openxmlformats.org/officeDocument/2006/relationships/image" Target="../media/image2050.png"/><Relationship Id="rId113" Type="http://schemas.openxmlformats.org/officeDocument/2006/relationships/image" Target="../media/image2270.png"/><Relationship Id="rId134" Type="http://schemas.openxmlformats.org/officeDocument/2006/relationships/customXml" Target="../ink/ink436.xml"/><Relationship Id="rId320" Type="http://schemas.openxmlformats.org/officeDocument/2006/relationships/image" Target="../media/image439.png"/><Relationship Id="rId80" Type="http://schemas.openxmlformats.org/officeDocument/2006/relationships/customXml" Target="../ink/ink409.xml"/><Relationship Id="rId155" Type="http://schemas.openxmlformats.org/officeDocument/2006/relationships/customXml" Target="../ink/ink447.xml"/><Relationship Id="rId176" Type="http://schemas.openxmlformats.org/officeDocument/2006/relationships/image" Target="../media/image2580.png"/><Relationship Id="rId197" Type="http://schemas.openxmlformats.org/officeDocument/2006/relationships/customXml" Target="../ink/ink468.xml"/><Relationship Id="rId341" Type="http://schemas.openxmlformats.org/officeDocument/2006/relationships/customXml" Target="../ink/ink540.xml"/><Relationship Id="rId362" Type="http://schemas.openxmlformats.org/officeDocument/2006/relationships/customXml" Target="../ink/ink551.xml"/><Relationship Id="rId383" Type="http://schemas.openxmlformats.org/officeDocument/2006/relationships/image" Target="../media/image469.png"/><Relationship Id="rId201" Type="http://schemas.openxmlformats.org/officeDocument/2006/relationships/customXml" Target="../ink/ink470.xml"/><Relationship Id="rId222" Type="http://schemas.openxmlformats.org/officeDocument/2006/relationships/image" Target="../media/image2810.png"/><Relationship Id="rId243" Type="http://schemas.openxmlformats.org/officeDocument/2006/relationships/customXml" Target="../ink/ink491.xml"/><Relationship Id="rId264" Type="http://schemas.openxmlformats.org/officeDocument/2006/relationships/image" Target="../media/image411.png"/><Relationship Id="rId285" Type="http://schemas.openxmlformats.org/officeDocument/2006/relationships/customXml" Target="../ink/ink512.xml"/><Relationship Id="rId17" Type="http://schemas.openxmlformats.org/officeDocument/2006/relationships/image" Target="../media/image1790.png"/><Relationship Id="rId38" Type="http://schemas.openxmlformats.org/officeDocument/2006/relationships/customXml" Target="../ink/ink388.xml"/><Relationship Id="rId59" Type="http://schemas.openxmlformats.org/officeDocument/2006/relationships/image" Target="../media/image2000.png"/><Relationship Id="rId103" Type="http://schemas.openxmlformats.org/officeDocument/2006/relationships/image" Target="../media/image2220.png"/><Relationship Id="rId124" Type="http://schemas.openxmlformats.org/officeDocument/2006/relationships/customXml" Target="../ink/ink431.xml"/><Relationship Id="rId310" Type="http://schemas.openxmlformats.org/officeDocument/2006/relationships/image" Target="../media/image434.png"/><Relationship Id="rId70" Type="http://schemas.openxmlformats.org/officeDocument/2006/relationships/customXml" Target="../ink/ink404.xml"/><Relationship Id="rId91" Type="http://schemas.openxmlformats.org/officeDocument/2006/relationships/image" Target="../media/image2160.png"/><Relationship Id="rId145" Type="http://schemas.openxmlformats.org/officeDocument/2006/relationships/customXml" Target="../ink/ink442.xml"/><Relationship Id="rId166" Type="http://schemas.openxmlformats.org/officeDocument/2006/relationships/image" Target="../media/image2530.png"/><Relationship Id="rId187" Type="http://schemas.openxmlformats.org/officeDocument/2006/relationships/customXml" Target="../ink/ink463.xml"/><Relationship Id="rId331" Type="http://schemas.openxmlformats.org/officeDocument/2006/relationships/customXml" Target="../ink/ink535.xml"/><Relationship Id="rId352" Type="http://schemas.openxmlformats.org/officeDocument/2006/relationships/customXml" Target="../ink/ink546.xml"/><Relationship Id="rId373" Type="http://schemas.openxmlformats.org/officeDocument/2006/relationships/image" Target="../media/image464.png"/><Relationship Id="rId394" Type="http://schemas.openxmlformats.org/officeDocument/2006/relationships/customXml" Target="../ink/ink567.xml"/><Relationship Id="rId408" Type="http://schemas.openxmlformats.org/officeDocument/2006/relationships/customXml" Target="../ink/ink574.xml"/><Relationship Id="rId1" Type="http://schemas.openxmlformats.org/officeDocument/2006/relationships/slideLayout" Target="../slideLayouts/slideLayout2.xml"/><Relationship Id="rId212" Type="http://schemas.openxmlformats.org/officeDocument/2006/relationships/image" Target="../media/image2760.png"/><Relationship Id="rId233" Type="http://schemas.openxmlformats.org/officeDocument/2006/relationships/customXml" Target="../ink/ink486.xml"/><Relationship Id="rId254" Type="http://schemas.openxmlformats.org/officeDocument/2006/relationships/image" Target="../media/image406.png"/><Relationship Id="rId28" Type="http://schemas.openxmlformats.org/officeDocument/2006/relationships/customXml" Target="../ink/ink383.xml"/><Relationship Id="rId49" Type="http://schemas.openxmlformats.org/officeDocument/2006/relationships/image" Target="../media/image1950.png"/><Relationship Id="rId114" Type="http://schemas.openxmlformats.org/officeDocument/2006/relationships/customXml" Target="../ink/ink426.xml"/><Relationship Id="rId275" Type="http://schemas.openxmlformats.org/officeDocument/2006/relationships/customXml" Target="../ink/ink507.xml"/><Relationship Id="rId296" Type="http://schemas.openxmlformats.org/officeDocument/2006/relationships/image" Target="../media/image427.png"/><Relationship Id="rId300" Type="http://schemas.openxmlformats.org/officeDocument/2006/relationships/image" Target="../media/image429.png"/><Relationship Id="rId60" Type="http://schemas.openxmlformats.org/officeDocument/2006/relationships/customXml" Target="../ink/ink399.xml"/><Relationship Id="rId81" Type="http://schemas.openxmlformats.org/officeDocument/2006/relationships/image" Target="../media/image2110.png"/><Relationship Id="rId135" Type="http://schemas.openxmlformats.org/officeDocument/2006/relationships/customXml" Target="../ink/ink437.xml"/><Relationship Id="rId156" Type="http://schemas.openxmlformats.org/officeDocument/2006/relationships/image" Target="../media/image2480.png"/><Relationship Id="rId177" Type="http://schemas.openxmlformats.org/officeDocument/2006/relationships/customXml" Target="../ink/ink458.xml"/><Relationship Id="rId198" Type="http://schemas.openxmlformats.org/officeDocument/2006/relationships/image" Target="../media/image2690.png"/><Relationship Id="rId321" Type="http://schemas.openxmlformats.org/officeDocument/2006/relationships/customXml" Target="../ink/ink530.xml"/><Relationship Id="rId342" Type="http://schemas.openxmlformats.org/officeDocument/2006/relationships/image" Target="../media/image449.png"/><Relationship Id="rId363" Type="http://schemas.openxmlformats.org/officeDocument/2006/relationships/image" Target="../media/image459.png"/><Relationship Id="rId384" Type="http://schemas.openxmlformats.org/officeDocument/2006/relationships/customXml" Target="../ink/ink562.xml"/><Relationship Id="rId202" Type="http://schemas.openxmlformats.org/officeDocument/2006/relationships/image" Target="../media/image2710.png"/><Relationship Id="rId223" Type="http://schemas.openxmlformats.org/officeDocument/2006/relationships/customXml" Target="../ink/ink481.xml"/><Relationship Id="rId244" Type="http://schemas.openxmlformats.org/officeDocument/2006/relationships/image" Target="../media/image401.png"/><Relationship Id="rId18" Type="http://schemas.openxmlformats.org/officeDocument/2006/relationships/customXml" Target="../ink/ink378.xml"/><Relationship Id="rId39" Type="http://schemas.openxmlformats.org/officeDocument/2006/relationships/image" Target="../media/image1900.png"/><Relationship Id="rId265" Type="http://schemas.openxmlformats.org/officeDocument/2006/relationships/customXml" Target="../ink/ink502.xml"/><Relationship Id="rId286" Type="http://schemas.openxmlformats.org/officeDocument/2006/relationships/image" Target="../media/image422.png"/><Relationship Id="rId50" Type="http://schemas.openxmlformats.org/officeDocument/2006/relationships/customXml" Target="../ink/ink394.xml"/><Relationship Id="rId104" Type="http://schemas.openxmlformats.org/officeDocument/2006/relationships/customXml" Target="../ink/ink421.xml"/><Relationship Id="rId125" Type="http://schemas.openxmlformats.org/officeDocument/2006/relationships/image" Target="../media/image2330.png"/><Relationship Id="rId146" Type="http://schemas.openxmlformats.org/officeDocument/2006/relationships/image" Target="../media/image2430.png"/><Relationship Id="rId167" Type="http://schemas.openxmlformats.org/officeDocument/2006/relationships/customXml" Target="../ink/ink453.xml"/><Relationship Id="rId188" Type="http://schemas.openxmlformats.org/officeDocument/2006/relationships/image" Target="../media/image2640.png"/><Relationship Id="rId311" Type="http://schemas.openxmlformats.org/officeDocument/2006/relationships/customXml" Target="../ink/ink525.xml"/><Relationship Id="rId332" Type="http://schemas.openxmlformats.org/officeDocument/2006/relationships/image" Target="../media/image444.png"/><Relationship Id="rId353" Type="http://schemas.openxmlformats.org/officeDocument/2006/relationships/image" Target="../media/image454.png"/><Relationship Id="rId374" Type="http://schemas.openxmlformats.org/officeDocument/2006/relationships/customXml" Target="../ink/ink557.xml"/><Relationship Id="rId395" Type="http://schemas.openxmlformats.org/officeDocument/2006/relationships/image" Target="../media/image475.png"/><Relationship Id="rId409" Type="http://schemas.openxmlformats.org/officeDocument/2006/relationships/image" Target="../media/image482.png"/><Relationship Id="rId71" Type="http://schemas.openxmlformats.org/officeDocument/2006/relationships/image" Target="../media/image2060.png"/><Relationship Id="rId92" Type="http://schemas.openxmlformats.org/officeDocument/2006/relationships/customXml" Target="../ink/ink415.xml"/><Relationship Id="rId213" Type="http://schemas.openxmlformats.org/officeDocument/2006/relationships/customXml" Target="../ink/ink476.xml"/><Relationship Id="rId234" Type="http://schemas.openxmlformats.org/officeDocument/2006/relationships/image" Target="../media/image2870.png"/><Relationship Id="rId2" Type="http://schemas.openxmlformats.org/officeDocument/2006/relationships/notesSlide" Target="../notesSlides/notesSlide16.xml"/><Relationship Id="rId29" Type="http://schemas.openxmlformats.org/officeDocument/2006/relationships/image" Target="../media/image1850.png"/><Relationship Id="rId255" Type="http://schemas.openxmlformats.org/officeDocument/2006/relationships/customXml" Target="../ink/ink497.xml"/><Relationship Id="rId276" Type="http://schemas.openxmlformats.org/officeDocument/2006/relationships/image" Target="../media/image417.png"/><Relationship Id="rId297" Type="http://schemas.openxmlformats.org/officeDocument/2006/relationships/customXml" Target="../ink/ink518.xml"/><Relationship Id="rId40" Type="http://schemas.openxmlformats.org/officeDocument/2006/relationships/customXml" Target="../ink/ink389.xml"/><Relationship Id="rId115" Type="http://schemas.openxmlformats.org/officeDocument/2006/relationships/image" Target="../media/image2280.png"/><Relationship Id="rId136" Type="http://schemas.openxmlformats.org/officeDocument/2006/relationships/image" Target="../media/image2380.png"/><Relationship Id="rId157" Type="http://schemas.openxmlformats.org/officeDocument/2006/relationships/customXml" Target="../ink/ink448.xml"/><Relationship Id="rId178" Type="http://schemas.openxmlformats.org/officeDocument/2006/relationships/image" Target="../media/image2590.png"/><Relationship Id="rId301" Type="http://schemas.openxmlformats.org/officeDocument/2006/relationships/customXml" Target="../ink/ink520.xml"/><Relationship Id="rId322" Type="http://schemas.openxmlformats.org/officeDocument/2006/relationships/image" Target="../media/image440.png"/><Relationship Id="rId343" Type="http://schemas.openxmlformats.org/officeDocument/2006/relationships/customXml" Target="../ink/ink541.xml"/><Relationship Id="rId364" Type="http://schemas.openxmlformats.org/officeDocument/2006/relationships/customXml" Target="../ink/ink552.xml"/><Relationship Id="rId61" Type="http://schemas.openxmlformats.org/officeDocument/2006/relationships/image" Target="../media/image2010.png"/><Relationship Id="rId82" Type="http://schemas.openxmlformats.org/officeDocument/2006/relationships/customXml" Target="../ink/ink410.xml"/><Relationship Id="rId199" Type="http://schemas.openxmlformats.org/officeDocument/2006/relationships/customXml" Target="../ink/ink469.xml"/><Relationship Id="rId203" Type="http://schemas.openxmlformats.org/officeDocument/2006/relationships/customXml" Target="../ink/ink471.xml"/><Relationship Id="rId385" Type="http://schemas.openxmlformats.org/officeDocument/2006/relationships/image" Target="../media/image470.png"/><Relationship Id="rId19" Type="http://schemas.openxmlformats.org/officeDocument/2006/relationships/image" Target="../media/image1800.png"/><Relationship Id="rId224" Type="http://schemas.openxmlformats.org/officeDocument/2006/relationships/image" Target="../media/image2820.png"/><Relationship Id="rId245" Type="http://schemas.openxmlformats.org/officeDocument/2006/relationships/customXml" Target="../ink/ink492.xml"/><Relationship Id="rId266" Type="http://schemas.openxmlformats.org/officeDocument/2006/relationships/image" Target="../media/image412.png"/><Relationship Id="rId287" Type="http://schemas.openxmlformats.org/officeDocument/2006/relationships/customXml" Target="../ink/ink513.xml"/><Relationship Id="rId30" Type="http://schemas.openxmlformats.org/officeDocument/2006/relationships/customXml" Target="../ink/ink384.xml"/><Relationship Id="rId105" Type="http://schemas.openxmlformats.org/officeDocument/2006/relationships/image" Target="../media/image2230.png"/><Relationship Id="rId126" Type="http://schemas.openxmlformats.org/officeDocument/2006/relationships/customXml" Target="../ink/ink432.xml"/><Relationship Id="rId147" Type="http://schemas.openxmlformats.org/officeDocument/2006/relationships/customXml" Target="../ink/ink443.xml"/><Relationship Id="rId168" Type="http://schemas.openxmlformats.org/officeDocument/2006/relationships/image" Target="../media/image2540.png"/><Relationship Id="rId312" Type="http://schemas.openxmlformats.org/officeDocument/2006/relationships/image" Target="../media/image435.png"/><Relationship Id="rId333" Type="http://schemas.openxmlformats.org/officeDocument/2006/relationships/customXml" Target="../ink/ink536.xml"/><Relationship Id="rId354" Type="http://schemas.openxmlformats.org/officeDocument/2006/relationships/customXml" Target="../ink/ink547.xml"/><Relationship Id="rId51" Type="http://schemas.openxmlformats.org/officeDocument/2006/relationships/image" Target="../media/image1960.png"/><Relationship Id="rId72" Type="http://schemas.openxmlformats.org/officeDocument/2006/relationships/customXml" Target="../ink/ink405.xml"/><Relationship Id="rId93" Type="http://schemas.openxmlformats.org/officeDocument/2006/relationships/image" Target="../media/image2170.png"/><Relationship Id="rId189" Type="http://schemas.openxmlformats.org/officeDocument/2006/relationships/customXml" Target="../ink/ink464.xml"/><Relationship Id="rId375" Type="http://schemas.openxmlformats.org/officeDocument/2006/relationships/image" Target="../media/image465.png"/><Relationship Id="rId396" Type="http://schemas.openxmlformats.org/officeDocument/2006/relationships/customXml" Target="../ink/ink568.xml"/><Relationship Id="rId3" Type="http://schemas.openxmlformats.org/officeDocument/2006/relationships/image" Target="../media/image167.png"/><Relationship Id="rId214" Type="http://schemas.openxmlformats.org/officeDocument/2006/relationships/image" Target="../media/image2770.png"/><Relationship Id="rId235" Type="http://schemas.openxmlformats.org/officeDocument/2006/relationships/customXml" Target="../ink/ink487.xml"/><Relationship Id="rId256" Type="http://schemas.openxmlformats.org/officeDocument/2006/relationships/image" Target="../media/image407.png"/><Relationship Id="rId277" Type="http://schemas.openxmlformats.org/officeDocument/2006/relationships/customXml" Target="../ink/ink508.xml"/><Relationship Id="rId298" Type="http://schemas.openxmlformats.org/officeDocument/2006/relationships/image" Target="../media/image428.png"/><Relationship Id="rId400" Type="http://schemas.openxmlformats.org/officeDocument/2006/relationships/customXml" Target="../ink/ink570.xml"/><Relationship Id="rId116" Type="http://schemas.openxmlformats.org/officeDocument/2006/relationships/customXml" Target="../ink/ink427.xml"/><Relationship Id="rId137" Type="http://schemas.openxmlformats.org/officeDocument/2006/relationships/customXml" Target="../ink/ink438.xml"/><Relationship Id="rId158" Type="http://schemas.openxmlformats.org/officeDocument/2006/relationships/image" Target="../media/image2490.png"/><Relationship Id="rId302" Type="http://schemas.openxmlformats.org/officeDocument/2006/relationships/image" Target="../media/image430.png"/><Relationship Id="rId323" Type="http://schemas.openxmlformats.org/officeDocument/2006/relationships/customXml" Target="../ink/ink531.xml"/><Relationship Id="rId344" Type="http://schemas.openxmlformats.org/officeDocument/2006/relationships/image" Target="../media/image450.png"/><Relationship Id="rId20" Type="http://schemas.openxmlformats.org/officeDocument/2006/relationships/customXml" Target="../ink/ink379.xml"/><Relationship Id="rId41" Type="http://schemas.openxmlformats.org/officeDocument/2006/relationships/image" Target="../media/image1910.png"/><Relationship Id="rId62" Type="http://schemas.openxmlformats.org/officeDocument/2006/relationships/customXml" Target="../ink/ink400.xml"/><Relationship Id="rId83" Type="http://schemas.openxmlformats.org/officeDocument/2006/relationships/image" Target="../media/image2120.png"/><Relationship Id="rId179" Type="http://schemas.openxmlformats.org/officeDocument/2006/relationships/customXml" Target="../ink/ink459.xml"/><Relationship Id="rId365" Type="http://schemas.openxmlformats.org/officeDocument/2006/relationships/image" Target="../media/image460.png"/><Relationship Id="rId386" Type="http://schemas.openxmlformats.org/officeDocument/2006/relationships/customXml" Target="../ink/ink563.xml"/><Relationship Id="rId190" Type="http://schemas.openxmlformats.org/officeDocument/2006/relationships/image" Target="../media/image2650.png"/><Relationship Id="rId204" Type="http://schemas.openxmlformats.org/officeDocument/2006/relationships/image" Target="../media/image2720.png"/><Relationship Id="rId225" Type="http://schemas.openxmlformats.org/officeDocument/2006/relationships/customXml" Target="../ink/ink482.xml"/><Relationship Id="rId246" Type="http://schemas.openxmlformats.org/officeDocument/2006/relationships/image" Target="../media/image402.png"/><Relationship Id="rId267" Type="http://schemas.openxmlformats.org/officeDocument/2006/relationships/customXml" Target="../ink/ink503.xml"/><Relationship Id="rId288" Type="http://schemas.openxmlformats.org/officeDocument/2006/relationships/image" Target="../media/image423.png"/><Relationship Id="rId106" Type="http://schemas.openxmlformats.org/officeDocument/2006/relationships/customXml" Target="../ink/ink422.xml"/><Relationship Id="rId127" Type="http://schemas.openxmlformats.org/officeDocument/2006/relationships/image" Target="../media/image2340.png"/><Relationship Id="rId313" Type="http://schemas.openxmlformats.org/officeDocument/2006/relationships/customXml" Target="../ink/ink526.xml"/><Relationship Id="rId10" Type="http://schemas.openxmlformats.org/officeDocument/2006/relationships/customXml" Target="../ink/ink374.xml"/><Relationship Id="rId31" Type="http://schemas.openxmlformats.org/officeDocument/2006/relationships/image" Target="../media/image1860.png"/><Relationship Id="rId52" Type="http://schemas.openxmlformats.org/officeDocument/2006/relationships/customXml" Target="../ink/ink395.xml"/><Relationship Id="rId73" Type="http://schemas.openxmlformats.org/officeDocument/2006/relationships/image" Target="../media/image2070.png"/><Relationship Id="rId94" Type="http://schemas.openxmlformats.org/officeDocument/2006/relationships/customXml" Target="../ink/ink416.xml"/><Relationship Id="rId148" Type="http://schemas.openxmlformats.org/officeDocument/2006/relationships/image" Target="../media/image2440.png"/><Relationship Id="rId169" Type="http://schemas.openxmlformats.org/officeDocument/2006/relationships/customXml" Target="../ink/ink454.xml"/><Relationship Id="rId334" Type="http://schemas.openxmlformats.org/officeDocument/2006/relationships/image" Target="../media/image445.png"/><Relationship Id="rId355" Type="http://schemas.openxmlformats.org/officeDocument/2006/relationships/image" Target="../media/image455.png"/><Relationship Id="rId376" Type="http://schemas.openxmlformats.org/officeDocument/2006/relationships/customXml" Target="../ink/ink558.xml"/><Relationship Id="rId397" Type="http://schemas.openxmlformats.org/officeDocument/2006/relationships/image" Target="../media/image476.png"/><Relationship Id="rId4" Type="http://schemas.openxmlformats.org/officeDocument/2006/relationships/customXml" Target="../ink/ink371.xml"/><Relationship Id="rId180" Type="http://schemas.openxmlformats.org/officeDocument/2006/relationships/image" Target="../media/image2600.png"/><Relationship Id="rId215" Type="http://schemas.openxmlformats.org/officeDocument/2006/relationships/customXml" Target="../ink/ink477.xml"/><Relationship Id="rId236" Type="http://schemas.openxmlformats.org/officeDocument/2006/relationships/image" Target="../media/image2880.png"/><Relationship Id="rId257" Type="http://schemas.openxmlformats.org/officeDocument/2006/relationships/customXml" Target="../ink/ink498.xml"/><Relationship Id="rId278" Type="http://schemas.openxmlformats.org/officeDocument/2006/relationships/image" Target="../media/image418.png"/><Relationship Id="rId401" Type="http://schemas.openxmlformats.org/officeDocument/2006/relationships/image" Target="../media/image478.png"/><Relationship Id="rId303" Type="http://schemas.openxmlformats.org/officeDocument/2006/relationships/customXml" Target="../ink/ink521.xml"/><Relationship Id="rId42" Type="http://schemas.openxmlformats.org/officeDocument/2006/relationships/customXml" Target="../ink/ink390.xml"/><Relationship Id="rId84" Type="http://schemas.openxmlformats.org/officeDocument/2006/relationships/customXml" Target="../ink/ink411.xml"/><Relationship Id="rId138" Type="http://schemas.openxmlformats.org/officeDocument/2006/relationships/image" Target="../media/image2390.png"/><Relationship Id="rId345" Type="http://schemas.openxmlformats.org/officeDocument/2006/relationships/customXml" Target="../ink/ink542.xml"/><Relationship Id="rId387" Type="http://schemas.openxmlformats.org/officeDocument/2006/relationships/image" Target="../media/image471.png"/><Relationship Id="rId191" Type="http://schemas.openxmlformats.org/officeDocument/2006/relationships/customXml" Target="../ink/ink465.xml"/><Relationship Id="rId205" Type="http://schemas.openxmlformats.org/officeDocument/2006/relationships/customXml" Target="../ink/ink472.xml"/><Relationship Id="rId247" Type="http://schemas.openxmlformats.org/officeDocument/2006/relationships/customXml" Target="../ink/ink493.xml"/><Relationship Id="rId107" Type="http://schemas.openxmlformats.org/officeDocument/2006/relationships/image" Target="../media/image2240.png"/><Relationship Id="rId289" Type="http://schemas.openxmlformats.org/officeDocument/2006/relationships/customXml" Target="../ink/ink514.xml"/><Relationship Id="rId11" Type="http://schemas.openxmlformats.org/officeDocument/2006/relationships/image" Target="../media/image1760.png"/><Relationship Id="rId53" Type="http://schemas.openxmlformats.org/officeDocument/2006/relationships/image" Target="../media/image1970.png"/><Relationship Id="rId149" Type="http://schemas.openxmlformats.org/officeDocument/2006/relationships/customXml" Target="../ink/ink444.xml"/><Relationship Id="rId314" Type="http://schemas.openxmlformats.org/officeDocument/2006/relationships/image" Target="../media/image436.png"/><Relationship Id="rId356" Type="http://schemas.openxmlformats.org/officeDocument/2006/relationships/customXml" Target="../ink/ink548.xml"/><Relationship Id="rId398" Type="http://schemas.openxmlformats.org/officeDocument/2006/relationships/customXml" Target="../ink/ink569.xml"/><Relationship Id="rId95" Type="http://schemas.openxmlformats.org/officeDocument/2006/relationships/image" Target="../media/image2180.png"/><Relationship Id="rId160" Type="http://schemas.openxmlformats.org/officeDocument/2006/relationships/image" Target="../media/image2500.png"/><Relationship Id="rId216" Type="http://schemas.openxmlformats.org/officeDocument/2006/relationships/image" Target="../media/image2780.png"/><Relationship Id="rId258" Type="http://schemas.openxmlformats.org/officeDocument/2006/relationships/image" Target="../media/image408.png"/><Relationship Id="rId22" Type="http://schemas.openxmlformats.org/officeDocument/2006/relationships/customXml" Target="../ink/ink380.xml"/><Relationship Id="rId64" Type="http://schemas.openxmlformats.org/officeDocument/2006/relationships/customXml" Target="../ink/ink401.xml"/><Relationship Id="rId118" Type="http://schemas.openxmlformats.org/officeDocument/2006/relationships/customXml" Target="../ink/ink428.xml"/><Relationship Id="rId325" Type="http://schemas.openxmlformats.org/officeDocument/2006/relationships/customXml" Target="../ink/ink532.xml"/><Relationship Id="rId367" Type="http://schemas.openxmlformats.org/officeDocument/2006/relationships/image" Target="../media/image461.png"/><Relationship Id="rId171" Type="http://schemas.openxmlformats.org/officeDocument/2006/relationships/customXml" Target="../ink/ink455.xml"/><Relationship Id="rId227" Type="http://schemas.openxmlformats.org/officeDocument/2006/relationships/customXml" Target="../ink/ink483.xml"/><Relationship Id="rId269" Type="http://schemas.openxmlformats.org/officeDocument/2006/relationships/customXml" Target="../ink/ink504.xml"/><Relationship Id="rId33" Type="http://schemas.openxmlformats.org/officeDocument/2006/relationships/image" Target="../media/image1870.png"/><Relationship Id="rId129" Type="http://schemas.openxmlformats.org/officeDocument/2006/relationships/image" Target="../media/image2350.png"/><Relationship Id="rId280" Type="http://schemas.openxmlformats.org/officeDocument/2006/relationships/image" Target="../media/image419.png"/><Relationship Id="rId336" Type="http://schemas.openxmlformats.org/officeDocument/2006/relationships/image" Target="../media/image446.png"/><Relationship Id="rId75" Type="http://schemas.openxmlformats.org/officeDocument/2006/relationships/image" Target="../media/image2080.png"/><Relationship Id="rId140" Type="http://schemas.openxmlformats.org/officeDocument/2006/relationships/image" Target="../media/image2400.png"/><Relationship Id="rId182" Type="http://schemas.openxmlformats.org/officeDocument/2006/relationships/image" Target="../media/image2610.png"/><Relationship Id="rId378" Type="http://schemas.openxmlformats.org/officeDocument/2006/relationships/customXml" Target="../ink/ink559.xml"/><Relationship Id="rId403" Type="http://schemas.openxmlformats.org/officeDocument/2006/relationships/image" Target="../media/image479.png"/><Relationship Id="rId6" Type="http://schemas.openxmlformats.org/officeDocument/2006/relationships/customXml" Target="../ink/ink372.xml"/><Relationship Id="rId238" Type="http://schemas.openxmlformats.org/officeDocument/2006/relationships/image" Target="../media/image2890.png"/><Relationship Id="rId291" Type="http://schemas.openxmlformats.org/officeDocument/2006/relationships/customXml" Target="../ink/ink515.xml"/><Relationship Id="rId305" Type="http://schemas.openxmlformats.org/officeDocument/2006/relationships/customXml" Target="../ink/ink522.xml"/><Relationship Id="rId347" Type="http://schemas.openxmlformats.org/officeDocument/2006/relationships/customXml" Target="../ink/ink543.xml"/><Relationship Id="rId44" Type="http://schemas.openxmlformats.org/officeDocument/2006/relationships/customXml" Target="../ink/ink391.xml"/><Relationship Id="rId86" Type="http://schemas.openxmlformats.org/officeDocument/2006/relationships/customXml" Target="../ink/ink412.xml"/><Relationship Id="rId151" Type="http://schemas.openxmlformats.org/officeDocument/2006/relationships/customXml" Target="../ink/ink445.xml"/><Relationship Id="rId389" Type="http://schemas.openxmlformats.org/officeDocument/2006/relationships/image" Target="../media/image472.png"/><Relationship Id="rId193" Type="http://schemas.openxmlformats.org/officeDocument/2006/relationships/customXml" Target="../ink/ink466.xml"/><Relationship Id="rId207" Type="http://schemas.openxmlformats.org/officeDocument/2006/relationships/customXml" Target="../ink/ink473.xml"/><Relationship Id="rId249" Type="http://schemas.openxmlformats.org/officeDocument/2006/relationships/customXml" Target="../ink/ink494.xml"/><Relationship Id="rId13" Type="http://schemas.openxmlformats.org/officeDocument/2006/relationships/image" Target="../media/image1770.png"/><Relationship Id="rId109" Type="http://schemas.openxmlformats.org/officeDocument/2006/relationships/image" Target="../media/image2250.png"/><Relationship Id="rId260" Type="http://schemas.openxmlformats.org/officeDocument/2006/relationships/image" Target="../media/image409.png"/><Relationship Id="rId316" Type="http://schemas.openxmlformats.org/officeDocument/2006/relationships/image" Target="../media/image437.png"/><Relationship Id="rId55" Type="http://schemas.openxmlformats.org/officeDocument/2006/relationships/image" Target="../media/image1980.png"/><Relationship Id="rId97" Type="http://schemas.openxmlformats.org/officeDocument/2006/relationships/image" Target="../media/image2190.png"/><Relationship Id="rId120" Type="http://schemas.openxmlformats.org/officeDocument/2006/relationships/customXml" Target="../ink/ink429.xml"/><Relationship Id="rId358" Type="http://schemas.openxmlformats.org/officeDocument/2006/relationships/customXml" Target="../ink/ink549.xml"/><Relationship Id="rId162" Type="http://schemas.openxmlformats.org/officeDocument/2006/relationships/image" Target="../media/image2510.png"/><Relationship Id="rId218" Type="http://schemas.openxmlformats.org/officeDocument/2006/relationships/image" Target="../media/image2790.png"/><Relationship Id="rId271" Type="http://schemas.openxmlformats.org/officeDocument/2006/relationships/customXml" Target="../ink/ink505.xml"/><Relationship Id="rId24" Type="http://schemas.openxmlformats.org/officeDocument/2006/relationships/customXml" Target="../ink/ink381.xml"/><Relationship Id="rId66" Type="http://schemas.openxmlformats.org/officeDocument/2006/relationships/customXml" Target="../ink/ink402.xml"/><Relationship Id="rId131" Type="http://schemas.openxmlformats.org/officeDocument/2006/relationships/image" Target="../media/image2360.png"/><Relationship Id="rId327" Type="http://schemas.openxmlformats.org/officeDocument/2006/relationships/customXml" Target="../ink/ink533.xml"/><Relationship Id="rId369" Type="http://schemas.openxmlformats.org/officeDocument/2006/relationships/image" Target="../media/image462.png"/><Relationship Id="rId173" Type="http://schemas.openxmlformats.org/officeDocument/2006/relationships/customXml" Target="../ink/ink456.xml"/><Relationship Id="rId229" Type="http://schemas.openxmlformats.org/officeDocument/2006/relationships/customXml" Target="../ink/ink484.xml"/><Relationship Id="rId380" Type="http://schemas.openxmlformats.org/officeDocument/2006/relationships/customXml" Target="../ink/ink560.xml"/><Relationship Id="rId240" Type="http://schemas.openxmlformats.org/officeDocument/2006/relationships/image" Target="../media/image399.png"/><Relationship Id="rId35" Type="http://schemas.openxmlformats.org/officeDocument/2006/relationships/image" Target="../media/image1880.png"/><Relationship Id="rId77" Type="http://schemas.openxmlformats.org/officeDocument/2006/relationships/image" Target="../media/image2090.png"/><Relationship Id="rId100" Type="http://schemas.openxmlformats.org/officeDocument/2006/relationships/customXml" Target="../ink/ink419.xml"/><Relationship Id="rId282" Type="http://schemas.openxmlformats.org/officeDocument/2006/relationships/image" Target="../media/image420.png"/><Relationship Id="rId338" Type="http://schemas.openxmlformats.org/officeDocument/2006/relationships/image" Target="../media/image447.png"/><Relationship Id="rId8" Type="http://schemas.openxmlformats.org/officeDocument/2006/relationships/customXml" Target="../ink/ink373.xml"/><Relationship Id="rId142" Type="http://schemas.openxmlformats.org/officeDocument/2006/relationships/image" Target="../media/image2410.png"/><Relationship Id="rId184" Type="http://schemas.openxmlformats.org/officeDocument/2006/relationships/image" Target="../media/image2620.png"/><Relationship Id="rId391" Type="http://schemas.openxmlformats.org/officeDocument/2006/relationships/image" Target="../media/image473.png"/><Relationship Id="rId405" Type="http://schemas.openxmlformats.org/officeDocument/2006/relationships/image" Target="../media/image480.png"/><Relationship Id="rId251" Type="http://schemas.openxmlformats.org/officeDocument/2006/relationships/customXml" Target="../ink/ink495.xml"/><Relationship Id="rId46" Type="http://schemas.openxmlformats.org/officeDocument/2006/relationships/customXml" Target="../ink/ink392.xml"/><Relationship Id="rId293" Type="http://schemas.openxmlformats.org/officeDocument/2006/relationships/customXml" Target="../ink/ink516.xml"/><Relationship Id="rId307" Type="http://schemas.openxmlformats.org/officeDocument/2006/relationships/customXml" Target="../ink/ink523.xml"/><Relationship Id="rId349" Type="http://schemas.openxmlformats.org/officeDocument/2006/relationships/customXml" Target="../ink/ink544.xml"/><Relationship Id="rId88" Type="http://schemas.openxmlformats.org/officeDocument/2006/relationships/customXml" Target="../ink/ink413.xml"/><Relationship Id="rId111" Type="http://schemas.openxmlformats.org/officeDocument/2006/relationships/image" Target="../media/image2260.png"/><Relationship Id="rId153" Type="http://schemas.openxmlformats.org/officeDocument/2006/relationships/customXml" Target="../ink/ink446.xml"/><Relationship Id="rId195" Type="http://schemas.openxmlformats.org/officeDocument/2006/relationships/customXml" Target="../ink/ink467.xml"/><Relationship Id="rId209" Type="http://schemas.openxmlformats.org/officeDocument/2006/relationships/customXml" Target="../ink/ink474.xml"/><Relationship Id="rId360" Type="http://schemas.openxmlformats.org/officeDocument/2006/relationships/customXml" Target="../ink/ink550.xml"/><Relationship Id="rId220" Type="http://schemas.openxmlformats.org/officeDocument/2006/relationships/image" Target="../media/image2800.png"/><Relationship Id="rId15" Type="http://schemas.openxmlformats.org/officeDocument/2006/relationships/image" Target="../media/image1780.png"/><Relationship Id="rId57" Type="http://schemas.openxmlformats.org/officeDocument/2006/relationships/image" Target="../media/image1990.png"/><Relationship Id="rId262" Type="http://schemas.openxmlformats.org/officeDocument/2006/relationships/image" Target="../media/image410.png"/><Relationship Id="rId318" Type="http://schemas.openxmlformats.org/officeDocument/2006/relationships/image" Target="../media/image438.png"/><Relationship Id="rId99" Type="http://schemas.openxmlformats.org/officeDocument/2006/relationships/image" Target="../media/image2200.png"/><Relationship Id="rId122" Type="http://schemas.openxmlformats.org/officeDocument/2006/relationships/customXml" Target="../ink/ink430.xml"/><Relationship Id="rId164" Type="http://schemas.openxmlformats.org/officeDocument/2006/relationships/image" Target="../media/image2520.png"/><Relationship Id="rId371" Type="http://schemas.openxmlformats.org/officeDocument/2006/relationships/image" Target="../media/image463.png"/><Relationship Id="rId26" Type="http://schemas.openxmlformats.org/officeDocument/2006/relationships/customXml" Target="../ink/ink382.xml"/><Relationship Id="rId231" Type="http://schemas.openxmlformats.org/officeDocument/2006/relationships/customXml" Target="../ink/ink485.xml"/><Relationship Id="rId273" Type="http://schemas.openxmlformats.org/officeDocument/2006/relationships/customXml" Target="../ink/ink506.xml"/><Relationship Id="rId329" Type="http://schemas.openxmlformats.org/officeDocument/2006/relationships/customXml" Target="../ink/ink534.xml"/><Relationship Id="rId68" Type="http://schemas.openxmlformats.org/officeDocument/2006/relationships/customXml" Target="../ink/ink403.xml"/><Relationship Id="rId133" Type="http://schemas.openxmlformats.org/officeDocument/2006/relationships/image" Target="../media/image2370.png"/><Relationship Id="rId175" Type="http://schemas.openxmlformats.org/officeDocument/2006/relationships/customXml" Target="../ink/ink457.xml"/><Relationship Id="rId340" Type="http://schemas.openxmlformats.org/officeDocument/2006/relationships/image" Target="../media/image448.png"/><Relationship Id="rId200" Type="http://schemas.openxmlformats.org/officeDocument/2006/relationships/image" Target="../media/image2700.png"/><Relationship Id="rId382" Type="http://schemas.openxmlformats.org/officeDocument/2006/relationships/customXml" Target="../ink/ink561.xml"/><Relationship Id="rId242" Type="http://schemas.openxmlformats.org/officeDocument/2006/relationships/image" Target="../media/image400.png"/><Relationship Id="rId284" Type="http://schemas.openxmlformats.org/officeDocument/2006/relationships/image" Target="../media/image421.png"/><Relationship Id="rId37" Type="http://schemas.openxmlformats.org/officeDocument/2006/relationships/image" Target="../media/image1890.png"/><Relationship Id="rId79" Type="http://schemas.openxmlformats.org/officeDocument/2006/relationships/image" Target="../media/image2100.png"/><Relationship Id="rId102" Type="http://schemas.openxmlformats.org/officeDocument/2006/relationships/customXml" Target="../ink/ink420.xml"/><Relationship Id="rId144" Type="http://schemas.openxmlformats.org/officeDocument/2006/relationships/image" Target="../media/image2420.png"/><Relationship Id="rId90" Type="http://schemas.openxmlformats.org/officeDocument/2006/relationships/customXml" Target="../ink/ink414.xml"/><Relationship Id="rId186" Type="http://schemas.openxmlformats.org/officeDocument/2006/relationships/image" Target="../media/image2630.png"/><Relationship Id="rId351" Type="http://schemas.openxmlformats.org/officeDocument/2006/relationships/customXml" Target="../ink/ink545.xml"/><Relationship Id="rId393" Type="http://schemas.openxmlformats.org/officeDocument/2006/relationships/image" Target="../media/image474.png"/><Relationship Id="rId407" Type="http://schemas.openxmlformats.org/officeDocument/2006/relationships/image" Target="../media/image481.png"/><Relationship Id="rId211" Type="http://schemas.openxmlformats.org/officeDocument/2006/relationships/customXml" Target="../ink/ink475.xml"/><Relationship Id="rId253" Type="http://schemas.openxmlformats.org/officeDocument/2006/relationships/customXml" Target="../ink/ink496.xml"/><Relationship Id="rId295" Type="http://schemas.openxmlformats.org/officeDocument/2006/relationships/customXml" Target="../ink/ink517.xml"/><Relationship Id="rId309" Type="http://schemas.openxmlformats.org/officeDocument/2006/relationships/customXml" Target="../ink/ink524.xml"/></Relationships>
</file>

<file path=ppt/slides/_rels/slide19.xml.rels><?xml version="1.0" encoding="UTF-8" standalone="yes"?>
<Relationships xmlns="http://schemas.openxmlformats.org/package/2006/relationships"><Relationship Id="rId117" Type="http://schemas.openxmlformats.org/officeDocument/2006/relationships/image" Target="../media/image3460.png"/><Relationship Id="rId299" Type="http://schemas.openxmlformats.org/officeDocument/2006/relationships/image" Target="../media/image518.png"/><Relationship Id="rId21" Type="http://schemas.openxmlformats.org/officeDocument/2006/relationships/image" Target="../media/image2980.png"/><Relationship Id="rId63" Type="http://schemas.openxmlformats.org/officeDocument/2006/relationships/image" Target="../media/image3190.png"/><Relationship Id="rId159" Type="http://schemas.openxmlformats.org/officeDocument/2006/relationships/image" Target="../media/image3670.png"/><Relationship Id="rId324" Type="http://schemas.openxmlformats.org/officeDocument/2006/relationships/customXml" Target="../ink/ink735.xml"/><Relationship Id="rId170" Type="http://schemas.openxmlformats.org/officeDocument/2006/relationships/customXml" Target="../ink/ink658.xml"/><Relationship Id="rId226" Type="http://schemas.openxmlformats.org/officeDocument/2006/relationships/customXml" Target="../ink/ink686.xml"/><Relationship Id="rId268" Type="http://schemas.openxmlformats.org/officeDocument/2006/relationships/customXml" Target="../ink/ink707.xml"/><Relationship Id="rId32" Type="http://schemas.openxmlformats.org/officeDocument/2006/relationships/customXml" Target="../ink/ink589.xml"/><Relationship Id="rId74" Type="http://schemas.openxmlformats.org/officeDocument/2006/relationships/customXml" Target="../ink/ink610.xml"/><Relationship Id="rId128" Type="http://schemas.openxmlformats.org/officeDocument/2006/relationships/customXml" Target="../ink/ink637.xml"/><Relationship Id="rId335" Type="http://schemas.openxmlformats.org/officeDocument/2006/relationships/image" Target="../media/image536.png"/><Relationship Id="rId5" Type="http://schemas.openxmlformats.org/officeDocument/2006/relationships/image" Target="../media/image2900.png"/><Relationship Id="rId181" Type="http://schemas.openxmlformats.org/officeDocument/2006/relationships/image" Target="../media/image3780.png"/><Relationship Id="rId237" Type="http://schemas.openxmlformats.org/officeDocument/2006/relationships/image" Target="../media/image487.png"/><Relationship Id="rId279" Type="http://schemas.openxmlformats.org/officeDocument/2006/relationships/image" Target="../media/image508.png"/><Relationship Id="rId43" Type="http://schemas.openxmlformats.org/officeDocument/2006/relationships/image" Target="../media/image3090.png"/><Relationship Id="rId139" Type="http://schemas.openxmlformats.org/officeDocument/2006/relationships/image" Target="../media/image3570.png"/><Relationship Id="rId290" Type="http://schemas.openxmlformats.org/officeDocument/2006/relationships/customXml" Target="../ink/ink718.xml"/><Relationship Id="rId304" Type="http://schemas.openxmlformats.org/officeDocument/2006/relationships/customXml" Target="../ink/ink725.xml"/><Relationship Id="rId346" Type="http://schemas.openxmlformats.org/officeDocument/2006/relationships/customXml" Target="../ink/ink746.xml"/><Relationship Id="rId85" Type="http://schemas.openxmlformats.org/officeDocument/2006/relationships/image" Target="../media/image3300.png"/><Relationship Id="rId150" Type="http://schemas.openxmlformats.org/officeDocument/2006/relationships/customXml" Target="../ink/ink648.xml"/><Relationship Id="rId192" Type="http://schemas.openxmlformats.org/officeDocument/2006/relationships/customXml" Target="../ink/ink669.xml"/><Relationship Id="rId206" Type="http://schemas.openxmlformats.org/officeDocument/2006/relationships/customXml" Target="../ink/ink676.xml"/><Relationship Id="rId248" Type="http://schemas.openxmlformats.org/officeDocument/2006/relationships/customXml" Target="../ink/ink697.xml"/><Relationship Id="rId12" Type="http://schemas.openxmlformats.org/officeDocument/2006/relationships/customXml" Target="../ink/ink579.xml"/><Relationship Id="rId108" Type="http://schemas.openxmlformats.org/officeDocument/2006/relationships/customXml" Target="../ink/ink627.xml"/><Relationship Id="rId315" Type="http://schemas.openxmlformats.org/officeDocument/2006/relationships/image" Target="../media/image526.png"/><Relationship Id="rId54" Type="http://schemas.openxmlformats.org/officeDocument/2006/relationships/customXml" Target="../ink/ink600.xml"/><Relationship Id="rId96" Type="http://schemas.openxmlformats.org/officeDocument/2006/relationships/customXml" Target="../ink/ink621.xml"/><Relationship Id="rId161" Type="http://schemas.openxmlformats.org/officeDocument/2006/relationships/image" Target="../media/image3680.png"/><Relationship Id="rId217" Type="http://schemas.openxmlformats.org/officeDocument/2006/relationships/image" Target="../media/image3960.png"/><Relationship Id="rId259" Type="http://schemas.openxmlformats.org/officeDocument/2006/relationships/image" Target="../media/image498.png"/><Relationship Id="rId23" Type="http://schemas.openxmlformats.org/officeDocument/2006/relationships/image" Target="../media/image2990.png"/><Relationship Id="rId119" Type="http://schemas.openxmlformats.org/officeDocument/2006/relationships/image" Target="../media/image3470.png"/><Relationship Id="rId270" Type="http://schemas.openxmlformats.org/officeDocument/2006/relationships/customXml" Target="../ink/ink708.xml"/><Relationship Id="rId326" Type="http://schemas.openxmlformats.org/officeDocument/2006/relationships/customXml" Target="../ink/ink736.xml"/><Relationship Id="rId65" Type="http://schemas.openxmlformats.org/officeDocument/2006/relationships/image" Target="../media/image3200.png"/><Relationship Id="rId130" Type="http://schemas.openxmlformats.org/officeDocument/2006/relationships/customXml" Target="../ink/ink638.xml"/><Relationship Id="rId172" Type="http://schemas.openxmlformats.org/officeDocument/2006/relationships/customXml" Target="../ink/ink659.xml"/><Relationship Id="rId228" Type="http://schemas.openxmlformats.org/officeDocument/2006/relationships/customXml" Target="../ink/ink687.xml"/><Relationship Id="rId281" Type="http://schemas.openxmlformats.org/officeDocument/2006/relationships/image" Target="../media/image509.png"/><Relationship Id="rId337" Type="http://schemas.openxmlformats.org/officeDocument/2006/relationships/image" Target="../media/image537.png"/><Relationship Id="rId34" Type="http://schemas.openxmlformats.org/officeDocument/2006/relationships/customXml" Target="../ink/ink590.xml"/><Relationship Id="rId76" Type="http://schemas.openxmlformats.org/officeDocument/2006/relationships/customXml" Target="../ink/ink611.xml"/><Relationship Id="rId141" Type="http://schemas.openxmlformats.org/officeDocument/2006/relationships/image" Target="../media/image3580.png"/><Relationship Id="rId7" Type="http://schemas.openxmlformats.org/officeDocument/2006/relationships/image" Target="../media/image2910.png"/><Relationship Id="rId183" Type="http://schemas.openxmlformats.org/officeDocument/2006/relationships/image" Target="../media/image3790.png"/><Relationship Id="rId239" Type="http://schemas.openxmlformats.org/officeDocument/2006/relationships/image" Target="../media/image488.png"/><Relationship Id="rId250" Type="http://schemas.openxmlformats.org/officeDocument/2006/relationships/customXml" Target="../ink/ink698.xml"/><Relationship Id="rId292" Type="http://schemas.openxmlformats.org/officeDocument/2006/relationships/customXml" Target="../ink/ink719.xml"/><Relationship Id="rId306" Type="http://schemas.openxmlformats.org/officeDocument/2006/relationships/customXml" Target="../ink/ink726.xml"/><Relationship Id="rId45" Type="http://schemas.openxmlformats.org/officeDocument/2006/relationships/image" Target="../media/image3100.png"/><Relationship Id="rId87" Type="http://schemas.openxmlformats.org/officeDocument/2006/relationships/image" Target="../media/image3310.png"/><Relationship Id="rId110" Type="http://schemas.openxmlformats.org/officeDocument/2006/relationships/customXml" Target="../ink/ink628.xml"/><Relationship Id="rId348" Type="http://schemas.openxmlformats.org/officeDocument/2006/relationships/customXml" Target="../ink/ink747.xml"/><Relationship Id="rId152" Type="http://schemas.openxmlformats.org/officeDocument/2006/relationships/customXml" Target="../ink/ink649.xml"/><Relationship Id="rId194" Type="http://schemas.openxmlformats.org/officeDocument/2006/relationships/customXml" Target="../ink/ink670.xml"/><Relationship Id="rId208" Type="http://schemas.openxmlformats.org/officeDocument/2006/relationships/customXml" Target="../ink/ink677.xml"/><Relationship Id="rId261" Type="http://schemas.openxmlformats.org/officeDocument/2006/relationships/image" Target="../media/image499.png"/><Relationship Id="rId14" Type="http://schemas.openxmlformats.org/officeDocument/2006/relationships/customXml" Target="../ink/ink580.xml"/><Relationship Id="rId56" Type="http://schemas.openxmlformats.org/officeDocument/2006/relationships/customXml" Target="../ink/ink601.xml"/><Relationship Id="rId317" Type="http://schemas.openxmlformats.org/officeDocument/2006/relationships/image" Target="../media/image527.png"/><Relationship Id="rId8" Type="http://schemas.openxmlformats.org/officeDocument/2006/relationships/customXml" Target="../ink/ink577.xml"/><Relationship Id="rId98" Type="http://schemas.openxmlformats.org/officeDocument/2006/relationships/customXml" Target="../ink/ink622.xml"/><Relationship Id="rId121" Type="http://schemas.openxmlformats.org/officeDocument/2006/relationships/image" Target="../media/image3480.png"/><Relationship Id="rId142" Type="http://schemas.openxmlformats.org/officeDocument/2006/relationships/customXml" Target="../ink/ink644.xml"/><Relationship Id="rId163" Type="http://schemas.openxmlformats.org/officeDocument/2006/relationships/image" Target="../media/image3690.png"/><Relationship Id="rId184" Type="http://schemas.openxmlformats.org/officeDocument/2006/relationships/customXml" Target="../ink/ink665.xml"/><Relationship Id="rId219" Type="http://schemas.openxmlformats.org/officeDocument/2006/relationships/image" Target="../media/image3970.png"/><Relationship Id="rId230" Type="http://schemas.openxmlformats.org/officeDocument/2006/relationships/customXml" Target="../ink/ink688.xml"/><Relationship Id="rId251" Type="http://schemas.openxmlformats.org/officeDocument/2006/relationships/image" Target="../media/image494.png"/><Relationship Id="rId25" Type="http://schemas.openxmlformats.org/officeDocument/2006/relationships/image" Target="../media/image3000.png"/><Relationship Id="rId46" Type="http://schemas.openxmlformats.org/officeDocument/2006/relationships/customXml" Target="../ink/ink596.xml"/><Relationship Id="rId67" Type="http://schemas.openxmlformats.org/officeDocument/2006/relationships/image" Target="../media/image3210.png"/><Relationship Id="rId272" Type="http://schemas.openxmlformats.org/officeDocument/2006/relationships/customXml" Target="../ink/ink709.xml"/><Relationship Id="rId293" Type="http://schemas.openxmlformats.org/officeDocument/2006/relationships/image" Target="../media/image515.png"/><Relationship Id="rId307" Type="http://schemas.openxmlformats.org/officeDocument/2006/relationships/image" Target="../media/image522.png"/><Relationship Id="rId328" Type="http://schemas.openxmlformats.org/officeDocument/2006/relationships/customXml" Target="../ink/ink737.xml"/><Relationship Id="rId349" Type="http://schemas.openxmlformats.org/officeDocument/2006/relationships/image" Target="../media/image543.png"/><Relationship Id="rId88" Type="http://schemas.openxmlformats.org/officeDocument/2006/relationships/customXml" Target="../ink/ink617.xml"/><Relationship Id="rId111" Type="http://schemas.openxmlformats.org/officeDocument/2006/relationships/image" Target="../media/image3430.png"/><Relationship Id="rId132" Type="http://schemas.openxmlformats.org/officeDocument/2006/relationships/customXml" Target="../ink/ink639.xml"/><Relationship Id="rId153" Type="http://schemas.openxmlformats.org/officeDocument/2006/relationships/image" Target="../media/image3640.png"/><Relationship Id="rId174" Type="http://schemas.openxmlformats.org/officeDocument/2006/relationships/customXml" Target="../ink/ink660.xml"/><Relationship Id="rId195" Type="http://schemas.openxmlformats.org/officeDocument/2006/relationships/image" Target="../media/image3850.png"/><Relationship Id="rId209" Type="http://schemas.openxmlformats.org/officeDocument/2006/relationships/image" Target="../media/image3920.png"/><Relationship Id="rId220" Type="http://schemas.openxmlformats.org/officeDocument/2006/relationships/customXml" Target="../ink/ink683.xml"/><Relationship Id="rId241" Type="http://schemas.openxmlformats.org/officeDocument/2006/relationships/image" Target="../media/image489.png"/><Relationship Id="rId15" Type="http://schemas.openxmlformats.org/officeDocument/2006/relationships/image" Target="../media/image2950.png"/><Relationship Id="rId36" Type="http://schemas.openxmlformats.org/officeDocument/2006/relationships/customXml" Target="../ink/ink591.xml"/><Relationship Id="rId57" Type="http://schemas.openxmlformats.org/officeDocument/2006/relationships/image" Target="../media/image3160.png"/><Relationship Id="rId262" Type="http://schemas.openxmlformats.org/officeDocument/2006/relationships/customXml" Target="../ink/ink704.xml"/><Relationship Id="rId283" Type="http://schemas.openxmlformats.org/officeDocument/2006/relationships/image" Target="../media/image510.png"/><Relationship Id="rId318" Type="http://schemas.openxmlformats.org/officeDocument/2006/relationships/customXml" Target="../ink/ink732.xml"/><Relationship Id="rId339" Type="http://schemas.openxmlformats.org/officeDocument/2006/relationships/image" Target="../media/image538.png"/><Relationship Id="rId78" Type="http://schemas.openxmlformats.org/officeDocument/2006/relationships/customXml" Target="../ink/ink612.xml"/><Relationship Id="rId99" Type="http://schemas.openxmlformats.org/officeDocument/2006/relationships/image" Target="../media/image3370.png"/><Relationship Id="rId101" Type="http://schemas.openxmlformats.org/officeDocument/2006/relationships/image" Target="../media/image3380.png"/><Relationship Id="rId122" Type="http://schemas.openxmlformats.org/officeDocument/2006/relationships/customXml" Target="../ink/ink634.xml"/><Relationship Id="rId143" Type="http://schemas.openxmlformats.org/officeDocument/2006/relationships/image" Target="../media/image3590.png"/><Relationship Id="rId164" Type="http://schemas.openxmlformats.org/officeDocument/2006/relationships/customXml" Target="../ink/ink655.xml"/><Relationship Id="rId185" Type="http://schemas.openxmlformats.org/officeDocument/2006/relationships/image" Target="../media/image3800.png"/><Relationship Id="rId350" Type="http://schemas.openxmlformats.org/officeDocument/2006/relationships/customXml" Target="../ink/ink748.xml"/><Relationship Id="rId9" Type="http://schemas.openxmlformats.org/officeDocument/2006/relationships/image" Target="../media/image2920.png"/><Relationship Id="rId210" Type="http://schemas.openxmlformats.org/officeDocument/2006/relationships/customXml" Target="../ink/ink678.xml"/><Relationship Id="rId26" Type="http://schemas.openxmlformats.org/officeDocument/2006/relationships/customXml" Target="../ink/ink586.xml"/><Relationship Id="rId231" Type="http://schemas.openxmlformats.org/officeDocument/2006/relationships/image" Target="../media/image484.png"/><Relationship Id="rId252" Type="http://schemas.openxmlformats.org/officeDocument/2006/relationships/customXml" Target="../ink/ink699.xml"/><Relationship Id="rId273" Type="http://schemas.openxmlformats.org/officeDocument/2006/relationships/image" Target="../media/image505.png"/><Relationship Id="rId294" Type="http://schemas.openxmlformats.org/officeDocument/2006/relationships/customXml" Target="../ink/ink720.xml"/><Relationship Id="rId308" Type="http://schemas.openxmlformats.org/officeDocument/2006/relationships/customXml" Target="../ink/ink727.xml"/><Relationship Id="rId329" Type="http://schemas.openxmlformats.org/officeDocument/2006/relationships/image" Target="../media/image533.png"/><Relationship Id="rId47" Type="http://schemas.openxmlformats.org/officeDocument/2006/relationships/image" Target="../media/image3110.png"/><Relationship Id="rId68" Type="http://schemas.openxmlformats.org/officeDocument/2006/relationships/customXml" Target="../ink/ink607.xml"/><Relationship Id="rId89" Type="http://schemas.openxmlformats.org/officeDocument/2006/relationships/image" Target="../media/image3320.png"/><Relationship Id="rId112" Type="http://schemas.openxmlformats.org/officeDocument/2006/relationships/customXml" Target="../ink/ink629.xml"/><Relationship Id="rId133" Type="http://schemas.openxmlformats.org/officeDocument/2006/relationships/image" Target="../media/image3540.png"/><Relationship Id="rId154" Type="http://schemas.openxmlformats.org/officeDocument/2006/relationships/customXml" Target="../ink/ink650.xml"/><Relationship Id="rId175" Type="http://schemas.openxmlformats.org/officeDocument/2006/relationships/image" Target="../media/image3750.png"/><Relationship Id="rId340" Type="http://schemas.openxmlformats.org/officeDocument/2006/relationships/customXml" Target="../ink/ink743.xml"/><Relationship Id="rId196" Type="http://schemas.openxmlformats.org/officeDocument/2006/relationships/customXml" Target="../ink/ink671.xml"/><Relationship Id="rId200" Type="http://schemas.openxmlformats.org/officeDocument/2006/relationships/customXml" Target="../ink/ink673.xml"/><Relationship Id="rId16" Type="http://schemas.openxmlformats.org/officeDocument/2006/relationships/customXml" Target="../ink/ink581.xml"/><Relationship Id="rId221" Type="http://schemas.openxmlformats.org/officeDocument/2006/relationships/image" Target="../media/image3980.png"/><Relationship Id="rId242" Type="http://schemas.openxmlformats.org/officeDocument/2006/relationships/customXml" Target="../ink/ink694.xml"/><Relationship Id="rId263" Type="http://schemas.openxmlformats.org/officeDocument/2006/relationships/image" Target="../media/image500.png"/><Relationship Id="rId284" Type="http://schemas.openxmlformats.org/officeDocument/2006/relationships/customXml" Target="../ink/ink715.xml"/><Relationship Id="rId319" Type="http://schemas.openxmlformats.org/officeDocument/2006/relationships/image" Target="../media/image528.png"/><Relationship Id="rId37" Type="http://schemas.openxmlformats.org/officeDocument/2006/relationships/image" Target="../media/image3060.png"/><Relationship Id="rId58" Type="http://schemas.openxmlformats.org/officeDocument/2006/relationships/customXml" Target="../ink/ink602.xml"/><Relationship Id="rId79" Type="http://schemas.openxmlformats.org/officeDocument/2006/relationships/image" Target="../media/image3270.png"/><Relationship Id="rId102" Type="http://schemas.openxmlformats.org/officeDocument/2006/relationships/customXml" Target="../ink/ink624.xml"/><Relationship Id="rId123" Type="http://schemas.openxmlformats.org/officeDocument/2006/relationships/image" Target="../media/image3490.png"/><Relationship Id="rId144" Type="http://schemas.openxmlformats.org/officeDocument/2006/relationships/customXml" Target="../ink/ink645.xml"/><Relationship Id="rId330" Type="http://schemas.openxmlformats.org/officeDocument/2006/relationships/customXml" Target="../ink/ink738.xml"/><Relationship Id="rId90" Type="http://schemas.openxmlformats.org/officeDocument/2006/relationships/customXml" Target="../ink/ink618.xml"/><Relationship Id="rId165" Type="http://schemas.openxmlformats.org/officeDocument/2006/relationships/image" Target="../media/image3700.png"/><Relationship Id="rId186" Type="http://schemas.openxmlformats.org/officeDocument/2006/relationships/customXml" Target="../ink/ink666.xml"/><Relationship Id="rId351" Type="http://schemas.openxmlformats.org/officeDocument/2006/relationships/image" Target="../media/image544.png"/><Relationship Id="rId211" Type="http://schemas.openxmlformats.org/officeDocument/2006/relationships/image" Target="../media/image3930.png"/><Relationship Id="rId232" Type="http://schemas.openxmlformats.org/officeDocument/2006/relationships/customXml" Target="../ink/ink689.xml"/><Relationship Id="rId253" Type="http://schemas.openxmlformats.org/officeDocument/2006/relationships/image" Target="../media/image495.png"/><Relationship Id="rId274" Type="http://schemas.openxmlformats.org/officeDocument/2006/relationships/customXml" Target="../ink/ink710.xml"/><Relationship Id="rId295" Type="http://schemas.openxmlformats.org/officeDocument/2006/relationships/image" Target="../media/image516.png"/><Relationship Id="rId309" Type="http://schemas.openxmlformats.org/officeDocument/2006/relationships/image" Target="../media/image523.png"/><Relationship Id="rId27" Type="http://schemas.openxmlformats.org/officeDocument/2006/relationships/image" Target="../media/image3010.png"/><Relationship Id="rId48" Type="http://schemas.openxmlformats.org/officeDocument/2006/relationships/customXml" Target="../ink/ink597.xml"/><Relationship Id="rId69" Type="http://schemas.openxmlformats.org/officeDocument/2006/relationships/image" Target="../media/image3220.png"/><Relationship Id="rId113" Type="http://schemas.openxmlformats.org/officeDocument/2006/relationships/image" Target="../media/image3440.png"/><Relationship Id="rId134" Type="http://schemas.openxmlformats.org/officeDocument/2006/relationships/customXml" Target="../ink/ink640.xml"/><Relationship Id="rId320" Type="http://schemas.openxmlformats.org/officeDocument/2006/relationships/customXml" Target="../ink/ink733.xml"/><Relationship Id="rId80" Type="http://schemas.openxmlformats.org/officeDocument/2006/relationships/customXml" Target="../ink/ink613.xml"/><Relationship Id="rId155" Type="http://schemas.openxmlformats.org/officeDocument/2006/relationships/image" Target="../media/image3650.png"/><Relationship Id="rId176" Type="http://schemas.openxmlformats.org/officeDocument/2006/relationships/customXml" Target="../ink/ink661.xml"/><Relationship Id="rId197" Type="http://schemas.openxmlformats.org/officeDocument/2006/relationships/image" Target="../media/image3860.png"/><Relationship Id="rId341" Type="http://schemas.openxmlformats.org/officeDocument/2006/relationships/image" Target="../media/image539.png"/><Relationship Id="rId201" Type="http://schemas.openxmlformats.org/officeDocument/2006/relationships/image" Target="../media/image3880.png"/><Relationship Id="rId222" Type="http://schemas.openxmlformats.org/officeDocument/2006/relationships/customXml" Target="../ink/ink684.xml"/><Relationship Id="rId243" Type="http://schemas.openxmlformats.org/officeDocument/2006/relationships/image" Target="../media/image490.png"/><Relationship Id="rId264" Type="http://schemas.openxmlformats.org/officeDocument/2006/relationships/customXml" Target="../ink/ink705.xml"/><Relationship Id="rId285" Type="http://schemas.openxmlformats.org/officeDocument/2006/relationships/image" Target="../media/image511.png"/><Relationship Id="rId17" Type="http://schemas.openxmlformats.org/officeDocument/2006/relationships/image" Target="../media/image2960.png"/><Relationship Id="rId38" Type="http://schemas.openxmlformats.org/officeDocument/2006/relationships/customXml" Target="../ink/ink592.xml"/><Relationship Id="rId59" Type="http://schemas.openxmlformats.org/officeDocument/2006/relationships/image" Target="../media/image3170.png"/><Relationship Id="rId103" Type="http://schemas.openxmlformats.org/officeDocument/2006/relationships/image" Target="../media/image3390.png"/><Relationship Id="rId124" Type="http://schemas.openxmlformats.org/officeDocument/2006/relationships/customXml" Target="../ink/ink635.xml"/><Relationship Id="rId310" Type="http://schemas.openxmlformats.org/officeDocument/2006/relationships/customXml" Target="../ink/ink728.xml"/><Relationship Id="rId70" Type="http://schemas.openxmlformats.org/officeDocument/2006/relationships/customXml" Target="../ink/ink608.xml"/><Relationship Id="rId91" Type="http://schemas.openxmlformats.org/officeDocument/2006/relationships/image" Target="../media/image3330.png"/><Relationship Id="rId145" Type="http://schemas.openxmlformats.org/officeDocument/2006/relationships/image" Target="../media/image3600.png"/><Relationship Id="rId166" Type="http://schemas.openxmlformats.org/officeDocument/2006/relationships/customXml" Target="../ink/ink656.xml"/><Relationship Id="rId187" Type="http://schemas.openxmlformats.org/officeDocument/2006/relationships/image" Target="../media/image3810.png"/><Relationship Id="rId331" Type="http://schemas.openxmlformats.org/officeDocument/2006/relationships/image" Target="../media/image534.png"/><Relationship Id="rId1" Type="http://schemas.openxmlformats.org/officeDocument/2006/relationships/slideLayout" Target="../slideLayouts/slideLayout2.xml"/><Relationship Id="rId212" Type="http://schemas.openxmlformats.org/officeDocument/2006/relationships/customXml" Target="../ink/ink679.xml"/><Relationship Id="rId233" Type="http://schemas.openxmlformats.org/officeDocument/2006/relationships/image" Target="../media/image485.png"/><Relationship Id="rId254" Type="http://schemas.openxmlformats.org/officeDocument/2006/relationships/customXml" Target="../ink/ink700.xml"/><Relationship Id="rId28" Type="http://schemas.openxmlformats.org/officeDocument/2006/relationships/customXml" Target="../ink/ink587.xml"/><Relationship Id="rId49" Type="http://schemas.openxmlformats.org/officeDocument/2006/relationships/image" Target="../media/image3120.png"/><Relationship Id="rId114" Type="http://schemas.openxmlformats.org/officeDocument/2006/relationships/customXml" Target="../ink/ink630.xml"/><Relationship Id="rId275" Type="http://schemas.openxmlformats.org/officeDocument/2006/relationships/image" Target="../media/image506.png"/><Relationship Id="rId296" Type="http://schemas.openxmlformats.org/officeDocument/2006/relationships/customXml" Target="../ink/ink721.xml"/><Relationship Id="rId300" Type="http://schemas.openxmlformats.org/officeDocument/2006/relationships/customXml" Target="../ink/ink723.xml"/><Relationship Id="rId60" Type="http://schemas.openxmlformats.org/officeDocument/2006/relationships/customXml" Target="../ink/ink603.xml"/><Relationship Id="rId81" Type="http://schemas.openxmlformats.org/officeDocument/2006/relationships/image" Target="../media/image3280.png"/><Relationship Id="rId135" Type="http://schemas.openxmlformats.org/officeDocument/2006/relationships/image" Target="../media/image3550.png"/><Relationship Id="rId156" Type="http://schemas.openxmlformats.org/officeDocument/2006/relationships/customXml" Target="../ink/ink651.xml"/><Relationship Id="rId177" Type="http://schemas.openxmlformats.org/officeDocument/2006/relationships/image" Target="../media/image3760.png"/><Relationship Id="rId198" Type="http://schemas.openxmlformats.org/officeDocument/2006/relationships/customXml" Target="../ink/ink672.xml"/><Relationship Id="rId321" Type="http://schemas.openxmlformats.org/officeDocument/2006/relationships/image" Target="../media/image529.png"/><Relationship Id="rId342" Type="http://schemas.openxmlformats.org/officeDocument/2006/relationships/customXml" Target="../ink/ink744.xml"/><Relationship Id="rId202" Type="http://schemas.openxmlformats.org/officeDocument/2006/relationships/customXml" Target="../ink/ink674.xml"/><Relationship Id="rId223" Type="http://schemas.openxmlformats.org/officeDocument/2006/relationships/image" Target="../media/image3990.png"/><Relationship Id="rId244" Type="http://schemas.openxmlformats.org/officeDocument/2006/relationships/customXml" Target="../ink/ink695.xml"/><Relationship Id="rId18" Type="http://schemas.openxmlformats.org/officeDocument/2006/relationships/customXml" Target="../ink/ink582.xml"/><Relationship Id="rId39" Type="http://schemas.openxmlformats.org/officeDocument/2006/relationships/image" Target="../media/image3070.png"/><Relationship Id="rId265" Type="http://schemas.openxmlformats.org/officeDocument/2006/relationships/image" Target="../media/image501.png"/><Relationship Id="rId286" Type="http://schemas.openxmlformats.org/officeDocument/2006/relationships/customXml" Target="../ink/ink716.xml"/><Relationship Id="rId50" Type="http://schemas.openxmlformats.org/officeDocument/2006/relationships/customXml" Target="../ink/ink598.xml"/><Relationship Id="rId104" Type="http://schemas.openxmlformats.org/officeDocument/2006/relationships/customXml" Target="../ink/ink625.xml"/><Relationship Id="rId125" Type="http://schemas.openxmlformats.org/officeDocument/2006/relationships/image" Target="../media/image3500.png"/><Relationship Id="rId146" Type="http://schemas.openxmlformats.org/officeDocument/2006/relationships/customXml" Target="../ink/ink646.xml"/><Relationship Id="rId167" Type="http://schemas.openxmlformats.org/officeDocument/2006/relationships/image" Target="../media/image3710.png"/><Relationship Id="rId188" Type="http://schemas.openxmlformats.org/officeDocument/2006/relationships/customXml" Target="../ink/ink667.xml"/><Relationship Id="rId311" Type="http://schemas.openxmlformats.org/officeDocument/2006/relationships/image" Target="../media/image524.png"/><Relationship Id="rId332" Type="http://schemas.openxmlformats.org/officeDocument/2006/relationships/customXml" Target="../ink/ink739.xml"/><Relationship Id="rId71" Type="http://schemas.openxmlformats.org/officeDocument/2006/relationships/image" Target="../media/image3230.png"/><Relationship Id="rId92" Type="http://schemas.openxmlformats.org/officeDocument/2006/relationships/customXml" Target="../ink/ink619.xml"/><Relationship Id="rId213" Type="http://schemas.openxmlformats.org/officeDocument/2006/relationships/image" Target="../media/image3940.png"/><Relationship Id="rId234" Type="http://schemas.openxmlformats.org/officeDocument/2006/relationships/customXml" Target="../ink/ink690.xml"/><Relationship Id="rId2" Type="http://schemas.openxmlformats.org/officeDocument/2006/relationships/notesSlide" Target="../notesSlides/notesSlide17.xml"/><Relationship Id="rId29" Type="http://schemas.openxmlformats.org/officeDocument/2006/relationships/image" Target="../media/image3020.png"/><Relationship Id="rId255" Type="http://schemas.openxmlformats.org/officeDocument/2006/relationships/image" Target="../media/image496.png"/><Relationship Id="rId276" Type="http://schemas.openxmlformats.org/officeDocument/2006/relationships/customXml" Target="../ink/ink711.xml"/><Relationship Id="rId297" Type="http://schemas.openxmlformats.org/officeDocument/2006/relationships/image" Target="../media/image517.png"/><Relationship Id="rId40" Type="http://schemas.openxmlformats.org/officeDocument/2006/relationships/customXml" Target="../ink/ink593.xml"/><Relationship Id="rId115" Type="http://schemas.openxmlformats.org/officeDocument/2006/relationships/image" Target="../media/image3450.png"/><Relationship Id="rId136" Type="http://schemas.openxmlformats.org/officeDocument/2006/relationships/customXml" Target="../ink/ink641.xml"/><Relationship Id="rId157" Type="http://schemas.openxmlformats.org/officeDocument/2006/relationships/image" Target="../media/image3660.png"/><Relationship Id="rId178" Type="http://schemas.openxmlformats.org/officeDocument/2006/relationships/customXml" Target="../ink/ink662.xml"/><Relationship Id="rId301" Type="http://schemas.openxmlformats.org/officeDocument/2006/relationships/image" Target="../media/image519.png"/><Relationship Id="rId322" Type="http://schemas.openxmlformats.org/officeDocument/2006/relationships/customXml" Target="../ink/ink734.xml"/><Relationship Id="rId343" Type="http://schemas.openxmlformats.org/officeDocument/2006/relationships/image" Target="../media/image540.png"/><Relationship Id="rId61" Type="http://schemas.openxmlformats.org/officeDocument/2006/relationships/image" Target="../media/image3180.png"/><Relationship Id="rId82" Type="http://schemas.openxmlformats.org/officeDocument/2006/relationships/customXml" Target="../ink/ink614.xml"/><Relationship Id="rId199" Type="http://schemas.openxmlformats.org/officeDocument/2006/relationships/image" Target="../media/image3870.png"/><Relationship Id="rId203" Type="http://schemas.openxmlformats.org/officeDocument/2006/relationships/image" Target="../media/image3890.png"/><Relationship Id="rId19" Type="http://schemas.openxmlformats.org/officeDocument/2006/relationships/image" Target="../media/image2970.png"/><Relationship Id="rId224" Type="http://schemas.openxmlformats.org/officeDocument/2006/relationships/customXml" Target="../ink/ink685.xml"/><Relationship Id="rId245" Type="http://schemas.openxmlformats.org/officeDocument/2006/relationships/image" Target="../media/image491.png"/><Relationship Id="rId266" Type="http://schemas.openxmlformats.org/officeDocument/2006/relationships/customXml" Target="../ink/ink706.xml"/><Relationship Id="rId287" Type="http://schemas.openxmlformats.org/officeDocument/2006/relationships/image" Target="../media/image512.png"/><Relationship Id="rId30" Type="http://schemas.openxmlformats.org/officeDocument/2006/relationships/customXml" Target="../ink/ink588.xml"/><Relationship Id="rId105" Type="http://schemas.openxmlformats.org/officeDocument/2006/relationships/image" Target="../media/image3400.png"/><Relationship Id="rId126" Type="http://schemas.openxmlformats.org/officeDocument/2006/relationships/customXml" Target="../ink/ink636.xml"/><Relationship Id="rId147" Type="http://schemas.openxmlformats.org/officeDocument/2006/relationships/image" Target="../media/image3610.png"/><Relationship Id="rId168" Type="http://schemas.openxmlformats.org/officeDocument/2006/relationships/customXml" Target="../ink/ink657.xml"/><Relationship Id="rId312" Type="http://schemas.openxmlformats.org/officeDocument/2006/relationships/customXml" Target="../ink/ink729.xml"/><Relationship Id="rId333" Type="http://schemas.openxmlformats.org/officeDocument/2006/relationships/image" Target="../media/image535.png"/><Relationship Id="rId51" Type="http://schemas.openxmlformats.org/officeDocument/2006/relationships/image" Target="../media/image3130.png"/><Relationship Id="rId72" Type="http://schemas.openxmlformats.org/officeDocument/2006/relationships/customXml" Target="../ink/ink609.xml"/><Relationship Id="rId93" Type="http://schemas.openxmlformats.org/officeDocument/2006/relationships/image" Target="../media/image3340.png"/><Relationship Id="rId189" Type="http://schemas.openxmlformats.org/officeDocument/2006/relationships/image" Target="../media/image3820.png"/><Relationship Id="rId3" Type="http://schemas.openxmlformats.org/officeDocument/2006/relationships/image" Target="../media/image167.png"/><Relationship Id="rId214" Type="http://schemas.openxmlformats.org/officeDocument/2006/relationships/customXml" Target="../ink/ink680.xml"/><Relationship Id="rId235" Type="http://schemas.openxmlformats.org/officeDocument/2006/relationships/image" Target="../media/image486.png"/><Relationship Id="rId256" Type="http://schemas.openxmlformats.org/officeDocument/2006/relationships/customXml" Target="../ink/ink701.xml"/><Relationship Id="rId277" Type="http://schemas.openxmlformats.org/officeDocument/2006/relationships/image" Target="../media/image507.png"/><Relationship Id="rId298" Type="http://schemas.openxmlformats.org/officeDocument/2006/relationships/customXml" Target="../ink/ink722.xml"/><Relationship Id="rId116" Type="http://schemas.openxmlformats.org/officeDocument/2006/relationships/customXml" Target="../ink/ink631.xml"/><Relationship Id="rId137" Type="http://schemas.openxmlformats.org/officeDocument/2006/relationships/image" Target="../media/image3560.png"/><Relationship Id="rId158" Type="http://schemas.openxmlformats.org/officeDocument/2006/relationships/customXml" Target="../ink/ink652.xml"/><Relationship Id="rId302" Type="http://schemas.openxmlformats.org/officeDocument/2006/relationships/customXml" Target="../ink/ink724.xml"/><Relationship Id="rId323" Type="http://schemas.openxmlformats.org/officeDocument/2006/relationships/image" Target="../media/image530.png"/><Relationship Id="rId344" Type="http://schemas.openxmlformats.org/officeDocument/2006/relationships/customXml" Target="../ink/ink745.xml"/><Relationship Id="rId20" Type="http://schemas.openxmlformats.org/officeDocument/2006/relationships/customXml" Target="../ink/ink583.xml"/><Relationship Id="rId41" Type="http://schemas.openxmlformats.org/officeDocument/2006/relationships/image" Target="../media/image3080.png"/><Relationship Id="rId62" Type="http://schemas.openxmlformats.org/officeDocument/2006/relationships/customXml" Target="../ink/ink604.xml"/><Relationship Id="rId83" Type="http://schemas.openxmlformats.org/officeDocument/2006/relationships/image" Target="../media/image3290.png"/><Relationship Id="rId179" Type="http://schemas.openxmlformats.org/officeDocument/2006/relationships/image" Target="../media/image3770.png"/><Relationship Id="rId190" Type="http://schemas.openxmlformats.org/officeDocument/2006/relationships/customXml" Target="../ink/ink668.xml"/><Relationship Id="rId204" Type="http://schemas.openxmlformats.org/officeDocument/2006/relationships/customXml" Target="../ink/ink675.xml"/><Relationship Id="rId225" Type="http://schemas.openxmlformats.org/officeDocument/2006/relationships/image" Target="../media/image4000.png"/><Relationship Id="rId246" Type="http://schemas.openxmlformats.org/officeDocument/2006/relationships/customXml" Target="../ink/ink696.xml"/><Relationship Id="rId267" Type="http://schemas.openxmlformats.org/officeDocument/2006/relationships/image" Target="../media/image502.png"/><Relationship Id="rId288" Type="http://schemas.openxmlformats.org/officeDocument/2006/relationships/customXml" Target="../ink/ink717.xml"/><Relationship Id="rId106" Type="http://schemas.openxmlformats.org/officeDocument/2006/relationships/customXml" Target="../ink/ink626.xml"/><Relationship Id="rId127" Type="http://schemas.openxmlformats.org/officeDocument/2006/relationships/image" Target="../media/image3510.png"/><Relationship Id="rId313" Type="http://schemas.openxmlformats.org/officeDocument/2006/relationships/image" Target="../media/image525.png"/><Relationship Id="rId10" Type="http://schemas.openxmlformats.org/officeDocument/2006/relationships/customXml" Target="../ink/ink578.xml"/><Relationship Id="rId31" Type="http://schemas.openxmlformats.org/officeDocument/2006/relationships/image" Target="../media/image3030.png"/><Relationship Id="rId52" Type="http://schemas.openxmlformats.org/officeDocument/2006/relationships/customXml" Target="../ink/ink599.xml"/><Relationship Id="rId73" Type="http://schemas.openxmlformats.org/officeDocument/2006/relationships/image" Target="../media/image3240.png"/><Relationship Id="rId94" Type="http://schemas.openxmlformats.org/officeDocument/2006/relationships/customXml" Target="../ink/ink620.xml"/><Relationship Id="rId148" Type="http://schemas.openxmlformats.org/officeDocument/2006/relationships/customXml" Target="../ink/ink647.xml"/><Relationship Id="rId169" Type="http://schemas.openxmlformats.org/officeDocument/2006/relationships/image" Target="../media/image3720.png"/><Relationship Id="rId334" Type="http://schemas.openxmlformats.org/officeDocument/2006/relationships/customXml" Target="../ink/ink740.xml"/><Relationship Id="rId4" Type="http://schemas.openxmlformats.org/officeDocument/2006/relationships/customXml" Target="../ink/ink575.xml"/><Relationship Id="rId180" Type="http://schemas.openxmlformats.org/officeDocument/2006/relationships/customXml" Target="../ink/ink663.xml"/><Relationship Id="rId215" Type="http://schemas.openxmlformats.org/officeDocument/2006/relationships/image" Target="../media/image3950.png"/><Relationship Id="rId236" Type="http://schemas.openxmlformats.org/officeDocument/2006/relationships/customXml" Target="../ink/ink691.xml"/><Relationship Id="rId257" Type="http://schemas.openxmlformats.org/officeDocument/2006/relationships/image" Target="../media/image497.png"/><Relationship Id="rId278" Type="http://schemas.openxmlformats.org/officeDocument/2006/relationships/customXml" Target="../ink/ink712.xml"/><Relationship Id="rId303" Type="http://schemas.openxmlformats.org/officeDocument/2006/relationships/image" Target="../media/image520.png"/><Relationship Id="rId42" Type="http://schemas.openxmlformats.org/officeDocument/2006/relationships/customXml" Target="../ink/ink594.xml"/><Relationship Id="rId84" Type="http://schemas.openxmlformats.org/officeDocument/2006/relationships/customXml" Target="../ink/ink615.xml"/><Relationship Id="rId138" Type="http://schemas.openxmlformats.org/officeDocument/2006/relationships/customXml" Target="../ink/ink642.xml"/><Relationship Id="rId345" Type="http://schemas.openxmlformats.org/officeDocument/2006/relationships/image" Target="../media/image541.png"/><Relationship Id="rId191" Type="http://schemas.openxmlformats.org/officeDocument/2006/relationships/image" Target="../media/image3830.png"/><Relationship Id="rId205" Type="http://schemas.openxmlformats.org/officeDocument/2006/relationships/image" Target="../media/image3900.png"/><Relationship Id="rId247" Type="http://schemas.openxmlformats.org/officeDocument/2006/relationships/image" Target="../media/image492.png"/><Relationship Id="rId107" Type="http://schemas.openxmlformats.org/officeDocument/2006/relationships/image" Target="../media/image3410.png"/><Relationship Id="rId289" Type="http://schemas.openxmlformats.org/officeDocument/2006/relationships/image" Target="../media/image513.png"/><Relationship Id="rId11" Type="http://schemas.openxmlformats.org/officeDocument/2006/relationships/image" Target="../media/image2930.png"/><Relationship Id="rId53" Type="http://schemas.openxmlformats.org/officeDocument/2006/relationships/image" Target="../media/image3140.png"/><Relationship Id="rId149" Type="http://schemas.openxmlformats.org/officeDocument/2006/relationships/image" Target="../media/image3620.png"/><Relationship Id="rId314" Type="http://schemas.openxmlformats.org/officeDocument/2006/relationships/customXml" Target="../ink/ink730.xml"/><Relationship Id="rId95" Type="http://schemas.openxmlformats.org/officeDocument/2006/relationships/image" Target="../media/image3350.png"/><Relationship Id="rId160" Type="http://schemas.openxmlformats.org/officeDocument/2006/relationships/customXml" Target="../ink/ink653.xml"/><Relationship Id="rId216" Type="http://schemas.openxmlformats.org/officeDocument/2006/relationships/customXml" Target="../ink/ink681.xml"/><Relationship Id="rId258" Type="http://schemas.openxmlformats.org/officeDocument/2006/relationships/customXml" Target="../ink/ink702.xml"/><Relationship Id="rId22" Type="http://schemas.openxmlformats.org/officeDocument/2006/relationships/customXml" Target="../ink/ink584.xml"/><Relationship Id="rId64" Type="http://schemas.openxmlformats.org/officeDocument/2006/relationships/customXml" Target="../ink/ink605.xml"/><Relationship Id="rId118" Type="http://schemas.openxmlformats.org/officeDocument/2006/relationships/customXml" Target="../ink/ink632.xml"/><Relationship Id="rId325" Type="http://schemas.openxmlformats.org/officeDocument/2006/relationships/image" Target="../media/image531.png"/><Relationship Id="rId171" Type="http://schemas.openxmlformats.org/officeDocument/2006/relationships/image" Target="../media/image3730.png"/><Relationship Id="rId227" Type="http://schemas.openxmlformats.org/officeDocument/2006/relationships/image" Target="../media/image4010.png"/><Relationship Id="rId269" Type="http://schemas.openxmlformats.org/officeDocument/2006/relationships/image" Target="../media/image503.png"/><Relationship Id="rId33" Type="http://schemas.openxmlformats.org/officeDocument/2006/relationships/image" Target="../media/image3040.png"/><Relationship Id="rId129" Type="http://schemas.openxmlformats.org/officeDocument/2006/relationships/image" Target="../media/image3520.png"/><Relationship Id="rId280" Type="http://schemas.openxmlformats.org/officeDocument/2006/relationships/customXml" Target="../ink/ink713.xml"/><Relationship Id="rId336" Type="http://schemas.openxmlformats.org/officeDocument/2006/relationships/customXml" Target="../ink/ink741.xml"/><Relationship Id="rId75" Type="http://schemas.openxmlformats.org/officeDocument/2006/relationships/image" Target="../media/image3250.png"/><Relationship Id="rId140" Type="http://schemas.openxmlformats.org/officeDocument/2006/relationships/customXml" Target="../ink/ink643.xml"/><Relationship Id="rId182" Type="http://schemas.openxmlformats.org/officeDocument/2006/relationships/customXml" Target="../ink/ink664.xml"/><Relationship Id="rId6" Type="http://schemas.openxmlformats.org/officeDocument/2006/relationships/customXml" Target="../ink/ink576.xml"/><Relationship Id="rId238" Type="http://schemas.openxmlformats.org/officeDocument/2006/relationships/customXml" Target="../ink/ink692.xml"/><Relationship Id="rId291" Type="http://schemas.openxmlformats.org/officeDocument/2006/relationships/image" Target="../media/image514.png"/><Relationship Id="rId305" Type="http://schemas.openxmlformats.org/officeDocument/2006/relationships/image" Target="../media/image521.png"/><Relationship Id="rId347" Type="http://schemas.openxmlformats.org/officeDocument/2006/relationships/image" Target="../media/image542.png"/><Relationship Id="rId44" Type="http://schemas.openxmlformats.org/officeDocument/2006/relationships/customXml" Target="../ink/ink595.xml"/><Relationship Id="rId86" Type="http://schemas.openxmlformats.org/officeDocument/2006/relationships/customXml" Target="../ink/ink616.xml"/><Relationship Id="rId151" Type="http://schemas.openxmlformats.org/officeDocument/2006/relationships/image" Target="../media/image3630.png"/><Relationship Id="rId193" Type="http://schemas.openxmlformats.org/officeDocument/2006/relationships/image" Target="../media/image3840.png"/><Relationship Id="rId207" Type="http://schemas.openxmlformats.org/officeDocument/2006/relationships/image" Target="../media/image3910.png"/><Relationship Id="rId249" Type="http://schemas.openxmlformats.org/officeDocument/2006/relationships/image" Target="../media/image493.png"/><Relationship Id="rId13" Type="http://schemas.openxmlformats.org/officeDocument/2006/relationships/image" Target="../media/image2940.png"/><Relationship Id="rId109" Type="http://schemas.openxmlformats.org/officeDocument/2006/relationships/image" Target="../media/image3420.png"/><Relationship Id="rId260" Type="http://schemas.openxmlformats.org/officeDocument/2006/relationships/customXml" Target="../ink/ink703.xml"/><Relationship Id="rId316" Type="http://schemas.openxmlformats.org/officeDocument/2006/relationships/customXml" Target="../ink/ink731.xml"/><Relationship Id="rId55" Type="http://schemas.openxmlformats.org/officeDocument/2006/relationships/image" Target="../media/image3150.png"/><Relationship Id="rId97" Type="http://schemas.openxmlformats.org/officeDocument/2006/relationships/image" Target="../media/image3360.png"/><Relationship Id="rId120" Type="http://schemas.openxmlformats.org/officeDocument/2006/relationships/customXml" Target="../ink/ink633.xml"/><Relationship Id="rId162" Type="http://schemas.openxmlformats.org/officeDocument/2006/relationships/customXml" Target="../ink/ink654.xml"/><Relationship Id="rId218" Type="http://schemas.openxmlformats.org/officeDocument/2006/relationships/customXml" Target="../ink/ink682.xml"/><Relationship Id="rId271" Type="http://schemas.openxmlformats.org/officeDocument/2006/relationships/image" Target="../media/image504.png"/><Relationship Id="rId24" Type="http://schemas.openxmlformats.org/officeDocument/2006/relationships/customXml" Target="../ink/ink585.xml"/><Relationship Id="rId66" Type="http://schemas.openxmlformats.org/officeDocument/2006/relationships/customXml" Target="../ink/ink606.xml"/><Relationship Id="rId131" Type="http://schemas.openxmlformats.org/officeDocument/2006/relationships/image" Target="../media/image3530.png"/><Relationship Id="rId327" Type="http://schemas.openxmlformats.org/officeDocument/2006/relationships/image" Target="../media/image532.png"/><Relationship Id="rId173" Type="http://schemas.openxmlformats.org/officeDocument/2006/relationships/image" Target="../media/image3740.png"/><Relationship Id="rId229" Type="http://schemas.openxmlformats.org/officeDocument/2006/relationships/image" Target="../media/image483.png"/><Relationship Id="rId240" Type="http://schemas.openxmlformats.org/officeDocument/2006/relationships/customXml" Target="../ink/ink693.xml"/><Relationship Id="rId35" Type="http://schemas.openxmlformats.org/officeDocument/2006/relationships/image" Target="../media/image3050.png"/><Relationship Id="rId77" Type="http://schemas.openxmlformats.org/officeDocument/2006/relationships/image" Target="../media/image3260.png"/><Relationship Id="rId100" Type="http://schemas.openxmlformats.org/officeDocument/2006/relationships/customXml" Target="../ink/ink623.xml"/><Relationship Id="rId282" Type="http://schemas.openxmlformats.org/officeDocument/2006/relationships/customXml" Target="../ink/ink714.xml"/><Relationship Id="rId338" Type="http://schemas.openxmlformats.org/officeDocument/2006/relationships/customXml" Target="../ink/ink742.xml"/></Relationships>
</file>

<file path=ppt/slides/_rels/slide20.xml.rels><?xml version="1.0" encoding="UTF-8" standalone="yes"?>
<Relationships xmlns="http://schemas.openxmlformats.org/package/2006/relationships"><Relationship Id="rId117" Type="http://schemas.openxmlformats.org/officeDocument/2006/relationships/image" Target="../media/image593.png"/><Relationship Id="rId21" Type="http://schemas.openxmlformats.org/officeDocument/2006/relationships/image" Target="../media/image548.png"/><Relationship Id="rId42" Type="http://schemas.openxmlformats.org/officeDocument/2006/relationships/customXml" Target="../ink/ink768.xml"/><Relationship Id="rId47" Type="http://schemas.openxmlformats.org/officeDocument/2006/relationships/image" Target="../media/image561.png"/><Relationship Id="rId63" Type="http://schemas.openxmlformats.org/officeDocument/2006/relationships/customXml" Target="../ink/ink780.xml"/><Relationship Id="rId68" Type="http://schemas.openxmlformats.org/officeDocument/2006/relationships/image" Target="../media/image570.png"/><Relationship Id="rId84" Type="http://schemas.openxmlformats.org/officeDocument/2006/relationships/customXml" Target="../ink/ink791.xml"/><Relationship Id="rId89" Type="http://schemas.openxmlformats.org/officeDocument/2006/relationships/image" Target="../media/image580.png"/><Relationship Id="rId112" Type="http://schemas.openxmlformats.org/officeDocument/2006/relationships/customXml" Target="../ink/ink806.xml"/><Relationship Id="rId16" Type="http://schemas.openxmlformats.org/officeDocument/2006/relationships/customXml" Target="../ink/ink755.xml"/><Relationship Id="rId107" Type="http://schemas.openxmlformats.org/officeDocument/2006/relationships/image" Target="../media/image588.png"/><Relationship Id="rId11" Type="http://schemas.openxmlformats.org/officeDocument/2006/relationships/image" Target="../media/image4050.png"/><Relationship Id="rId32" Type="http://schemas.openxmlformats.org/officeDocument/2006/relationships/customXml" Target="../ink/ink763.xml"/><Relationship Id="rId37" Type="http://schemas.openxmlformats.org/officeDocument/2006/relationships/image" Target="../media/image556.png"/><Relationship Id="rId53" Type="http://schemas.openxmlformats.org/officeDocument/2006/relationships/image" Target="../media/image564.png"/><Relationship Id="rId58" Type="http://schemas.openxmlformats.org/officeDocument/2006/relationships/customXml" Target="../ink/ink777.xml"/><Relationship Id="rId74" Type="http://schemas.openxmlformats.org/officeDocument/2006/relationships/customXml" Target="../ink/ink786.xml"/><Relationship Id="rId79" Type="http://schemas.openxmlformats.org/officeDocument/2006/relationships/image" Target="../media/image575.png"/><Relationship Id="rId102" Type="http://schemas.openxmlformats.org/officeDocument/2006/relationships/customXml" Target="../ink/ink800.xml"/><Relationship Id="rId123" Type="http://schemas.openxmlformats.org/officeDocument/2006/relationships/image" Target="../media/image596.png"/><Relationship Id="rId128" Type="http://schemas.openxmlformats.org/officeDocument/2006/relationships/customXml" Target="../ink/ink814.xml"/><Relationship Id="rId5" Type="http://schemas.openxmlformats.org/officeDocument/2006/relationships/image" Target="../media/image4020.png"/><Relationship Id="rId90" Type="http://schemas.openxmlformats.org/officeDocument/2006/relationships/customXml" Target="../ink/ink794.xml"/><Relationship Id="rId95" Type="http://schemas.openxmlformats.org/officeDocument/2006/relationships/image" Target="../media/image583.png"/><Relationship Id="rId22" Type="http://schemas.openxmlformats.org/officeDocument/2006/relationships/customXml" Target="../ink/ink758.xml"/><Relationship Id="rId27" Type="http://schemas.openxmlformats.org/officeDocument/2006/relationships/image" Target="../media/image551.png"/><Relationship Id="rId43" Type="http://schemas.openxmlformats.org/officeDocument/2006/relationships/image" Target="../media/image559.png"/><Relationship Id="rId48" Type="http://schemas.openxmlformats.org/officeDocument/2006/relationships/customXml" Target="../ink/ink771.xml"/><Relationship Id="rId64" Type="http://schemas.openxmlformats.org/officeDocument/2006/relationships/image" Target="../media/image568.png"/><Relationship Id="rId69" Type="http://schemas.openxmlformats.org/officeDocument/2006/relationships/customXml" Target="../ink/ink783.xml"/><Relationship Id="rId113" Type="http://schemas.openxmlformats.org/officeDocument/2006/relationships/image" Target="../media/image591.png"/><Relationship Id="rId118" Type="http://schemas.openxmlformats.org/officeDocument/2006/relationships/customXml" Target="../ink/ink809.xml"/><Relationship Id="rId80" Type="http://schemas.openxmlformats.org/officeDocument/2006/relationships/customXml" Target="../ink/ink789.xml"/><Relationship Id="rId85" Type="http://schemas.openxmlformats.org/officeDocument/2006/relationships/image" Target="../media/image578.png"/><Relationship Id="rId12" Type="http://schemas.openxmlformats.org/officeDocument/2006/relationships/customXml" Target="../ink/ink753.xml"/><Relationship Id="rId17" Type="http://schemas.openxmlformats.org/officeDocument/2006/relationships/image" Target="../media/image546.png"/><Relationship Id="rId33" Type="http://schemas.openxmlformats.org/officeDocument/2006/relationships/image" Target="../media/image554.png"/><Relationship Id="rId38" Type="http://schemas.openxmlformats.org/officeDocument/2006/relationships/customXml" Target="../ink/ink766.xml"/><Relationship Id="rId59" Type="http://schemas.openxmlformats.org/officeDocument/2006/relationships/customXml" Target="../ink/ink778.xml"/><Relationship Id="rId103" Type="http://schemas.openxmlformats.org/officeDocument/2006/relationships/customXml" Target="../ink/ink801.xml"/><Relationship Id="rId108" Type="http://schemas.openxmlformats.org/officeDocument/2006/relationships/customXml" Target="../ink/ink804.xml"/><Relationship Id="rId124" Type="http://schemas.openxmlformats.org/officeDocument/2006/relationships/customXml" Target="../ink/ink812.xml"/><Relationship Id="rId129" Type="http://schemas.openxmlformats.org/officeDocument/2006/relationships/image" Target="../media/image599.png"/><Relationship Id="rId54" Type="http://schemas.openxmlformats.org/officeDocument/2006/relationships/customXml" Target="../ink/ink774.xml"/><Relationship Id="rId70" Type="http://schemas.openxmlformats.org/officeDocument/2006/relationships/image" Target="../media/image571.png"/><Relationship Id="rId75" Type="http://schemas.openxmlformats.org/officeDocument/2006/relationships/image" Target="../media/image573.png"/><Relationship Id="rId91" Type="http://schemas.openxmlformats.org/officeDocument/2006/relationships/image" Target="../media/image581.png"/><Relationship Id="rId96" Type="http://schemas.openxmlformats.org/officeDocument/2006/relationships/customXml" Target="../ink/ink797.xml"/><Relationship Id="rId1" Type="http://schemas.openxmlformats.org/officeDocument/2006/relationships/slideLayout" Target="../slideLayouts/slideLayout2.xml"/><Relationship Id="rId6" Type="http://schemas.openxmlformats.org/officeDocument/2006/relationships/customXml" Target="../ink/ink750.xml"/><Relationship Id="rId23" Type="http://schemas.openxmlformats.org/officeDocument/2006/relationships/image" Target="../media/image549.png"/><Relationship Id="rId28" Type="http://schemas.openxmlformats.org/officeDocument/2006/relationships/customXml" Target="../ink/ink761.xml"/><Relationship Id="rId49" Type="http://schemas.openxmlformats.org/officeDocument/2006/relationships/image" Target="../media/image562.png"/><Relationship Id="rId114" Type="http://schemas.openxmlformats.org/officeDocument/2006/relationships/customXml" Target="../ink/ink807.xml"/><Relationship Id="rId119" Type="http://schemas.openxmlformats.org/officeDocument/2006/relationships/image" Target="../media/image594.png"/><Relationship Id="rId44" Type="http://schemas.openxmlformats.org/officeDocument/2006/relationships/customXml" Target="../ink/ink769.xml"/><Relationship Id="rId60" Type="http://schemas.openxmlformats.org/officeDocument/2006/relationships/image" Target="../media/image566.png"/><Relationship Id="rId65" Type="http://schemas.openxmlformats.org/officeDocument/2006/relationships/customXml" Target="../ink/ink781.xml"/><Relationship Id="rId81" Type="http://schemas.openxmlformats.org/officeDocument/2006/relationships/image" Target="../media/image576.png"/><Relationship Id="rId86" Type="http://schemas.openxmlformats.org/officeDocument/2006/relationships/customXml" Target="../ink/ink792.xml"/><Relationship Id="rId130" Type="http://schemas.openxmlformats.org/officeDocument/2006/relationships/customXml" Target="../ink/ink815.xml"/><Relationship Id="rId13" Type="http://schemas.openxmlformats.org/officeDocument/2006/relationships/image" Target="../media/image545.png"/><Relationship Id="rId18" Type="http://schemas.openxmlformats.org/officeDocument/2006/relationships/customXml" Target="../ink/ink756.xml"/><Relationship Id="rId39" Type="http://schemas.openxmlformats.org/officeDocument/2006/relationships/image" Target="../media/image557.png"/><Relationship Id="rId109" Type="http://schemas.openxmlformats.org/officeDocument/2006/relationships/image" Target="../media/image589.png"/><Relationship Id="rId34" Type="http://schemas.openxmlformats.org/officeDocument/2006/relationships/customXml" Target="../ink/ink764.xml"/><Relationship Id="rId50" Type="http://schemas.openxmlformats.org/officeDocument/2006/relationships/customXml" Target="../ink/ink772.xml"/><Relationship Id="rId55" Type="http://schemas.openxmlformats.org/officeDocument/2006/relationships/customXml" Target="../ink/ink775.xml"/><Relationship Id="rId76" Type="http://schemas.openxmlformats.org/officeDocument/2006/relationships/customXml" Target="../ink/ink787.xml"/><Relationship Id="rId97" Type="http://schemas.openxmlformats.org/officeDocument/2006/relationships/image" Target="../media/image584.png"/><Relationship Id="rId104" Type="http://schemas.openxmlformats.org/officeDocument/2006/relationships/image" Target="../media/image587.png"/><Relationship Id="rId120" Type="http://schemas.openxmlformats.org/officeDocument/2006/relationships/customXml" Target="../ink/ink810.xml"/><Relationship Id="rId125" Type="http://schemas.openxmlformats.org/officeDocument/2006/relationships/image" Target="../media/image597.png"/><Relationship Id="rId7" Type="http://schemas.openxmlformats.org/officeDocument/2006/relationships/image" Target="../media/image4030.png"/><Relationship Id="rId71" Type="http://schemas.openxmlformats.org/officeDocument/2006/relationships/customXml" Target="../ink/ink784.xml"/><Relationship Id="rId92" Type="http://schemas.openxmlformats.org/officeDocument/2006/relationships/customXml" Target="../ink/ink795.xml"/><Relationship Id="rId2" Type="http://schemas.openxmlformats.org/officeDocument/2006/relationships/notesSlide" Target="../notesSlides/notesSlide18.xml"/><Relationship Id="rId29" Type="http://schemas.openxmlformats.org/officeDocument/2006/relationships/image" Target="../media/image552.png"/><Relationship Id="rId24" Type="http://schemas.openxmlformats.org/officeDocument/2006/relationships/customXml" Target="../ink/ink759.xml"/><Relationship Id="rId40" Type="http://schemas.openxmlformats.org/officeDocument/2006/relationships/customXml" Target="../ink/ink767.xml"/><Relationship Id="rId45" Type="http://schemas.openxmlformats.org/officeDocument/2006/relationships/image" Target="../media/image560.png"/><Relationship Id="rId66" Type="http://schemas.openxmlformats.org/officeDocument/2006/relationships/image" Target="../media/image569.png"/><Relationship Id="rId87" Type="http://schemas.openxmlformats.org/officeDocument/2006/relationships/image" Target="../media/image579.png"/><Relationship Id="rId110" Type="http://schemas.openxmlformats.org/officeDocument/2006/relationships/customXml" Target="../ink/ink805.xml"/><Relationship Id="rId115" Type="http://schemas.openxmlformats.org/officeDocument/2006/relationships/image" Target="../media/image592.png"/><Relationship Id="rId131" Type="http://schemas.openxmlformats.org/officeDocument/2006/relationships/image" Target="../media/image600.png"/><Relationship Id="rId61" Type="http://schemas.openxmlformats.org/officeDocument/2006/relationships/customXml" Target="../ink/ink779.xml"/><Relationship Id="rId82" Type="http://schemas.openxmlformats.org/officeDocument/2006/relationships/customXml" Target="../ink/ink790.xml"/><Relationship Id="rId19" Type="http://schemas.openxmlformats.org/officeDocument/2006/relationships/image" Target="../media/image547.png"/><Relationship Id="rId14" Type="http://schemas.openxmlformats.org/officeDocument/2006/relationships/customXml" Target="../ink/ink754.xml"/><Relationship Id="rId30" Type="http://schemas.openxmlformats.org/officeDocument/2006/relationships/customXml" Target="../ink/ink762.xml"/><Relationship Id="rId35" Type="http://schemas.openxmlformats.org/officeDocument/2006/relationships/image" Target="../media/image555.png"/><Relationship Id="rId56" Type="http://schemas.openxmlformats.org/officeDocument/2006/relationships/image" Target="../media/image565.png"/><Relationship Id="rId77" Type="http://schemas.openxmlformats.org/officeDocument/2006/relationships/image" Target="../media/image574.png"/><Relationship Id="rId100" Type="http://schemas.openxmlformats.org/officeDocument/2006/relationships/customXml" Target="../ink/ink799.xml"/><Relationship Id="rId105" Type="http://schemas.openxmlformats.org/officeDocument/2006/relationships/customXml" Target="../ink/ink802.xml"/><Relationship Id="rId126" Type="http://schemas.openxmlformats.org/officeDocument/2006/relationships/customXml" Target="../ink/ink813.xml"/><Relationship Id="rId8" Type="http://schemas.openxmlformats.org/officeDocument/2006/relationships/customXml" Target="../ink/ink751.xml"/><Relationship Id="rId51" Type="http://schemas.openxmlformats.org/officeDocument/2006/relationships/image" Target="../media/image563.png"/><Relationship Id="rId72" Type="http://schemas.openxmlformats.org/officeDocument/2006/relationships/customXml" Target="../ink/ink785.xml"/><Relationship Id="rId93" Type="http://schemas.openxmlformats.org/officeDocument/2006/relationships/image" Target="../media/image582.png"/><Relationship Id="rId98" Type="http://schemas.openxmlformats.org/officeDocument/2006/relationships/customXml" Target="../ink/ink798.xml"/><Relationship Id="rId121" Type="http://schemas.openxmlformats.org/officeDocument/2006/relationships/image" Target="../media/image595.png"/><Relationship Id="rId3" Type="http://schemas.openxmlformats.org/officeDocument/2006/relationships/image" Target="../media/image167.png"/><Relationship Id="rId25" Type="http://schemas.openxmlformats.org/officeDocument/2006/relationships/image" Target="../media/image550.png"/><Relationship Id="rId46" Type="http://schemas.openxmlformats.org/officeDocument/2006/relationships/customXml" Target="../ink/ink770.xml"/><Relationship Id="rId67" Type="http://schemas.openxmlformats.org/officeDocument/2006/relationships/customXml" Target="../ink/ink782.xml"/><Relationship Id="rId116" Type="http://schemas.openxmlformats.org/officeDocument/2006/relationships/customXml" Target="../ink/ink808.xml"/><Relationship Id="rId20" Type="http://schemas.openxmlformats.org/officeDocument/2006/relationships/customXml" Target="../ink/ink757.xml"/><Relationship Id="rId41" Type="http://schemas.openxmlformats.org/officeDocument/2006/relationships/image" Target="../media/image558.png"/><Relationship Id="rId62" Type="http://schemas.openxmlformats.org/officeDocument/2006/relationships/image" Target="../media/image567.png"/><Relationship Id="rId83" Type="http://schemas.openxmlformats.org/officeDocument/2006/relationships/image" Target="../media/image577.png"/><Relationship Id="rId88" Type="http://schemas.openxmlformats.org/officeDocument/2006/relationships/customXml" Target="../ink/ink793.xml"/><Relationship Id="rId111" Type="http://schemas.openxmlformats.org/officeDocument/2006/relationships/image" Target="../media/image590.png"/><Relationship Id="rId15" Type="http://schemas.openxmlformats.org/officeDocument/2006/relationships/image" Target="../media/image330.png"/><Relationship Id="rId36" Type="http://schemas.openxmlformats.org/officeDocument/2006/relationships/customXml" Target="../ink/ink765.xml"/><Relationship Id="rId57" Type="http://schemas.openxmlformats.org/officeDocument/2006/relationships/customXml" Target="../ink/ink776.xml"/><Relationship Id="rId106" Type="http://schemas.openxmlformats.org/officeDocument/2006/relationships/customXml" Target="../ink/ink803.xml"/><Relationship Id="rId127" Type="http://schemas.openxmlformats.org/officeDocument/2006/relationships/image" Target="../media/image598.png"/><Relationship Id="rId10" Type="http://schemas.openxmlformats.org/officeDocument/2006/relationships/customXml" Target="../ink/ink752.xml"/><Relationship Id="rId31" Type="http://schemas.openxmlformats.org/officeDocument/2006/relationships/image" Target="../media/image553.png"/><Relationship Id="rId52" Type="http://schemas.openxmlformats.org/officeDocument/2006/relationships/customXml" Target="../ink/ink773.xml"/><Relationship Id="rId73" Type="http://schemas.openxmlformats.org/officeDocument/2006/relationships/image" Target="../media/image572.png"/><Relationship Id="rId78" Type="http://schemas.openxmlformats.org/officeDocument/2006/relationships/customXml" Target="../ink/ink788.xml"/><Relationship Id="rId94" Type="http://schemas.openxmlformats.org/officeDocument/2006/relationships/customXml" Target="../ink/ink796.xml"/><Relationship Id="rId99" Type="http://schemas.openxmlformats.org/officeDocument/2006/relationships/image" Target="../media/image585.png"/><Relationship Id="rId101" Type="http://schemas.openxmlformats.org/officeDocument/2006/relationships/image" Target="../media/image586.png"/><Relationship Id="rId122" Type="http://schemas.openxmlformats.org/officeDocument/2006/relationships/customXml" Target="../ink/ink811.xml"/><Relationship Id="rId4" Type="http://schemas.openxmlformats.org/officeDocument/2006/relationships/customXml" Target="../ink/ink749.xml"/><Relationship Id="rId9" Type="http://schemas.openxmlformats.org/officeDocument/2006/relationships/image" Target="../media/image4040.png"/><Relationship Id="rId26" Type="http://schemas.openxmlformats.org/officeDocument/2006/relationships/customXml" Target="../ink/ink760.xml"/></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QNxNCgtWSaY" TargetMode="External"/><Relationship Id="rId2" Type="http://schemas.openxmlformats.org/officeDocument/2006/relationships/hyperlink" Target="https://www.youtube.com/watch?v=7sB052Pz0sQ&amp;list=PLtBw6njQRU-rwp5__7C0oIVt26ZgjG9NI"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7">
            <a:extLst>
              <a:ext uri="{FF2B5EF4-FFF2-40B4-BE49-F238E27FC236}">
                <a16:creationId xmlns:a16="http://schemas.microsoft.com/office/drawing/2014/main" id="{2A8AA5BC-4F7A-4226-8F99-6D824B226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5" name="Straight Connector 9">
            <a:extLst>
              <a:ext uri="{FF2B5EF4-FFF2-40B4-BE49-F238E27FC236}">
                <a16:creationId xmlns:a16="http://schemas.microsoft.com/office/drawing/2014/main" id="{911DBBF1-3229-4BD9-B3D1-B4CA571E74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843625"/>
            <a:ext cx="12188824" cy="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Rectangle 11">
            <a:extLst>
              <a:ext uri="{FF2B5EF4-FFF2-40B4-BE49-F238E27FC236}">
                <a16:creationId xmlns:a16="http://schemas.microsoft.com/office/drawing/2014/main" id="{5BC87C3E-1040-4EE4-9BDB-9537F7A1B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6" y="968282"/>
            <a:ext cx="12188824" cy="49469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C40C05-8385-48CA-92A2-DF37B0EE4230}"/>
              </a:ext>
            </a:extLst>
          </p:cNvPr>
          <p:cNvSpPr>
            <a:spLocks noGrp="1"/>
          </p:cNvSpPr>
          <p:nvPr>
            <p:ph type="ctrTitle"/>
          </p:nvPr>
        </p:nvSpPr>
        <p:spPr>
          <a:xfrm>
            <a:off x="795338" y="1566473"/>
            <a:ext cx="10601325" cy="2166723"/>
          </a:xfrm>
        </p:spPr>
        <p:txBody>
          <a:bodyPr>
            <a:normAutofit/>
          </a:bodyPr>
          <a:lstStyle/>
          <a:p>
            <a:r>
              <a:rPr lang="en-US" sz="6600"/>
              <a:t>CSET335L (Deep Learning)</a:t>
            </a:r>
            <a:endParaRPr lang="en-IN" sz="6600"/>
          </a:p>
        </p:txBody>
      </p:sp>
      <p:sp>
        <p:nvSpPr>
          <p:cNvPr id="3" name="Subtitle 2">
            <a:extLst>
              <a:ext uri="{FF2B5EF4-FFF2-40B4-BE49-F238E27FC236}">
                <a16:creationId xmlns:a16="http://schemas.microsoft.com/office/drawing/2014/main" id="{D11C1709-B620-47DC-9742-B9FB880F0527}"/>
              </a:ext>
            </a:extLst>
          </p:cNvPr>
          <p:cNvSpPr>
            <a:spLocks noGrp="1"/>
          </p:cNvSpPr>
          <p:nvPr>
            <p:ph type="subTitle" idx="1"/>
          </p:nvPr>
        </p:nvSpPr>
        <p:spPr>
          <a:xfrm>
            <a:off x="795338" y="4092319"/>
            <a:ext cx="10601325" cy="1379085"/>
          </a:xfrm>
        </p:spPr>
        <p:txBody>
          <a:bodyPr>
            <a:normAutofit/>
          </a:bodyPr>
          <a:lstStyle/>
          <a:p>
            <a:r>
              <a:rPr lang="en-US" sz="3600" b="1" dirty="0"/>
              <a:t>Lecture 9: Overfitting, Regularization</a:t>
            </a:r>
          </a:p>
          <a:p>
            <a:r>
              <a:rPr lang="en-US" b="1" dirty="0"/>
              <a:t>Deepika Vatsa</a:t>
            </a:r>
            <a:endParaRPr lang="en-IN" b="1" dirty="0"/>
          </a:p>
        </p:txBody>
      </p:sp>
      <p:cxnSp>
        <p:nvCxnSpPr>
          <p:cNvPr id="27" name="Straight Connector 13">
            <a:extLst>
              <a:ext uri="{FF2B5EF4-FFF2-40B4-BE49-F238E27FC236}">
                <a16:creationId xmlns:a16="http://schemas.microsoft.com/office/drawing/2014/main" id="{42CDBECE-872A-4C73-9DC1-BB4E805E2C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3894594"/>
            <a:ext cx="274320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15">
            <a:extLst>
              <a:ext uri="{FF2B5EF4-FFF2-40B4-BE49-F238E27FC236}">
                <a16:creationId xmlns:a16="http://schemas.microsoft.com/office/drawing/2014/main" id="{F5CD5A0B-CDD7-427C-AA42-2EECFDFA18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6028863"/>
            <a:ext cx="12188824" cy="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0929C46D-E4E5-4480-A82C-60FBB11ED96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D9BD54-7BE9-4F3B-8F4A-CE67E3F85104}"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57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2761FFB-B61B-4D55-81FD-2A4988EECDC9}"/>
              </a:ext>
            </a:extLst>
          </p:cNvPr>
          <p:cNvSpPr>
            <a:spLocks noGrp="1"/>
          </p:cNvSpPr>
          <p:nvPr>
            <p:ph type="title"/>
          </p:nvPr>
        </p:nvSpPr>
        <p:spPr>
          <a:xfrm>
            <a:off x="838200" y="365125"/>
            <a:ext cx="10515600" cy="1325563"/>
          </a:xfrm>
        </p:spPr>
        <p:txBody>
          <a:bodyPr>
            <a:normAutofit/>
          </a:bodyPr>
          <a:lstStyle/>
          <a:p>
            <a:r>
              <a:rPr lang="en-US" sz="5400"/>
              <a:t>Outline</a:t>
            </a:r>
            <a:endParaRPr lang="en-IN"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0E36F94-92C5-49C4-89B0-FDCC3A53501B}"/>
              </a:ext>
            </a:extLst>
          </p:cNvPr>
          <p:cNvSpPr>
            <a:spLocks noGrp="1"/>
          </p:cNvSpPr>
          <p:nvPr>
            <p:ph idx="1"/>
          </p:nvPr>
        </p:nvSpPr>
        <p:spPr>
          <a:xfrm>
            <a:off x="838200" y="1929384"/>
            <a:ext cx="10515600" cy="4251960"/>
          </a:xfrm>
        </p:spPr>
        <p:txBody>
          <a:bodyPr>
            <a:normAutofit/>
          </a:bodyPr>
          <a:lstStyle/>
          <a:p>
            <a:r>
              <a:rPr lang="en-US" dirty="0"/>
              <a:t>Model improvement</a:t>
            </a:r>
          </a:p>
          <a:p>
            <a:r>
              <a:rPr lang="en-US" dirty="0"/>
              <a:t>Overfitting</a:t>
            </a:r>
          </a:p>
          <a:p>
            <a:r>
              <a:rPr lang="en-US" dirty="0"/>
              <a:t>Underfitting</a:t>
            </a:r>
          </a:p>
          <a:p>
            <a:r>
              <a:rPr lang="en-US" dirty="0"/>
              <a:t>Regularization</a:t>
            </a:r>
          </a:p>
          <a:p>
            <a:pPr lvl="1"/>
            <a:r>
              <a:rPr lang="en-US" dirty="0"/>
              <a:t>L1 and L2 regularization</a:t>
            </a:r>
          </a:p>
          <a:p>
            <a:pPr lvl="1"/>
            <a:r>
              <a:rPr lang="en-US" dirty="0"/>
              <a:t>Drop out</a:t>
            </a:r>
          </a:p>
          <a:p>
            <a:pPr lvl="1"/>
            <a:r>
              <a:rPr lang="en-US" dirty="0"/>
              <a:t>Early stopping</a:t>
            </a:r>
          </a:p>
          <a:p>
            <a:endParaRPr lang="en-US" dirty="0"/>
          </a:p>
        </p:txBody>
      </p:sp>
      <p:sp>
        <p:nvSpPr>
          <p:cNvPr id="4" name="Slide Number Placeholder 3">
            <a:extLst>
              <a:ext uri="{FF2B5EF4-FFF2-40B4-BE49-F238E27FC236}">
                <a16:creationId xmlns:a16="http://schemas.microsoft.com/office/drawing/2014/main" id="{89D42D6E-C1D7-4D2C-B834-CAF70A71EF3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D9BD54-7BE9-4F3B-8F4A-CE67E3F85104}"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7813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Model </a:t>
            </a:r>
            <a:r>
              <a:rPr lang="en-US" sz="4000" dirty="0">
                <a:solidFill>
                  <a:srgbClr val="FFFFFF"/>
                </a:solidFill>
              </a:rPr>
              <a:t>improvement</a:t>
            </a:r>
            <a:endParaRPr lang="en-US" sz="4000" kern="1200" dirty="0">
              <a:solidFill>
                <a:srgbClr val="FFFFFF"/>
              </a:solidFill>
              <a:latin typeface="+mj-lt"/>
              <a:ea typeface="+mj-ea"/>
              <a:cs typeface="+mj-cs"/>
            </a:endParaRP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pic>
        <p:nvPicPr>
          <p:cNvPr id="12" name="Picture 11">
            <a:extLst>
              <a:ext uri="{FF2B5EF4-FFF2-40B4-BE49-F238E27FC236}">
                <a16:creationId xmlns:a16="http://schemas.microsoft.com/office/drawing/2014/main" id="{5E9DAC2E-B8A2-4DA6-BEF4-2C993E7C754E}"/>
              </a:ext>
            </a:extLst>
          </p:cNvPr>
          <p:cNvPicPr>
            <a:picLocks noChangeAspect="1"/>
          </p:cNvPicPr>
          <p:nvPr/>
        </p:nvPicPr>
        <p:blipFill rotWithShape="1">
          <a:blip r:embed="rId3"/>
          <a:srcRect l="3934" t="32341" r="27090" b="24577"/>
          <a:stretch/>
        </p:blipFill>
        <p:spPr>
          <a:xfrm>
            <a:off x="1494019" y="2944912"/>
            <a:ext cx="9203961" cy="3232051"/>
          </a:xfrm>
          <a:prstGeom prst="rect">
            <a:avLst/>
          </a:prstGeom>
        </p:spPr>
      </p:pic>
      <p:sp>
        <p:nvSpPr>
          <p:cNvPr id="13" name="Content Placeholder 2">
            <a:extLst>
              <a:ext uri="{FF2B5EF4-FFF2-40B4-BE49-F238E27FC236}">
                <a16:creationId xmlns:a16="http://schemas.microsoft.com/office/drawing/2014/main" id="{6DB75822-3CA7-436B-B52A-22577AA8FB63}"/>
              </a:ext>
            </a:extLst>
          </p:cNvPr>
          <p:cNvSpPr txBox="1">
            <a:spLocks/>
          </p:cNvSpPr>
          <p:nvPr/>
        </p:nvSpPr>
        <p:spPr>
          <a:xfrm>
            <a:off x="471949" y="1655276"/>
            <a:ext cx="11720050" cy="49546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Objective of model fitting</a:t>
            </a:r>
            <a:r>
              <a:rPr lang="en-US" dirty="0"/>
              <a:t>: We want models to learn a representation of our data that can generalize to new data.</a:t>
            </a:r>
          </a:p>
          <a:p>
            <a:pPr marL="0" indent="0">
              <a:buNone/>
            </a:pPr>
            <a:r>
              <a:rPr lang="en-US" dirty="0"/>
              <a:t>Problems in machine learning and deep learning</a:t>
            </a:r>
            <a:endParaRPr lang="en-IN" dirty="0"/>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D43C685E-1BF8-47A3-AA08-52C7C7491F50}"/>
                  </a:ext>
                </a:extLst>
              </p14:cNvPr>
              <p14:cNvContentPartPr/>
              <p14:nvPr/>
            </p14:nvContentPartPr>
            <p14:xfrm>
              <a:off x="5219640" y="4180320"/>
              <a:ext cx="523800" cy="760320"/>
            </p14:xfrm>
          </p:contentPart>
        </mc:Choice>
        <mc:Fallback xmlns="">
          <p:pic>
            <p:nvPicPr>
              <p:cNvPr id="3" name="Ink 2">
                <a:extLst>
                  <a:ext uri="{FF2B5EF4-FFF2-40B4-BE49-F238E27FC236}">
                    <a16:creationId xmlns:a16="http://schemas.microsoft.com/office/drawing/2014/main" id="{D43C685E-1BF8-47A3-AA08-52C7C7491F50}"/>
                  </a:ext>
                </a:extLst>
              </p:cNvPr>
              <p:cNvPicPr/>
              <p:nvPr/>
            </p:nvPicPr>
            <p:blipFill>
              <a:blip r:embed="rId5"/>
              <a:stretch>
                <a:fillRect/>
              </a:stretch>
            </p:blipFill>
            <p:spPr>
              <a:xfrm>
                <a:off x="5210280" y="4170960"/>
                <a:ext cx="542520" cy="779040"/>
              </a:xfrm>
              <a:prstGeom prst="rect">
                <a:avLst/>
              </a:prstGeom>
            </p:spPr>
          </p:pic>
        </mc:Fallback>
      </mc:AlternateContent>
    </p:spTree>
    <p:extLst>
      <p:ext uri="{BB962C8B-B14F-4D97-AF65-F5344CB8AC3E}">
        <p14:creationId xmlns:p14="http://schemas.microsoft.com/office/powerpoint/2010/main" val="1127720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Problem of Overfitting</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sp>
        <p:nvSpPr>
          <p:cNvPr id="11" name="Content Placeholder 2">
            <a:extLst>
              <a:ext uri="{FF2B5EF4-FFF2-40B4-BE49-F238E27FC236}">
                <a16:creationId xmlns:a16="http://schemas.microsoft.com/office/drawing/2014/main" id="{2F2CF578-B636-43E7-91B0-1E60F93036BC}"/>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Defined as the inability of the model to generalize.</a:t>
            </a:r>
          </a:p>
          <a:p>
            <a:pPr marL="0" indent="0">
              <a:buNone/>
            </a:pPr>
            <a:endParaRPr lang="en-US" dirty="0"/>
          </a:p>
          <a:p>
            <a:pPr marL="0" indent="0">
              <a:buNone/>
            </a:pPr>
            <a:r>
              <a:rPr lang="en-US" b="1" dirty="0"/>
              <a:t>Analogy</a:t>
            </a:r>
            <a:r>
              <a:rPr lang="en-US" dirty="0"/>
              <a:t>: This is the same as memorizing the answers to a </a:t>
            </a:r>
            <a:r>
              <a:rPr lang="en-US" dirty="0" err="1"/>
              <a:t>Maths</a:t>
            </a:r>
            <a:r>
              <a:rPr lang="en-US" dirty="0"/>
              <a:t> quiz instead of knowing the formulas. Because of this, the model cannot generalize. Everything is all good as long as you are in familiar territory, but as soon as you step outside, you’re lost.</a:t>
            </a:r>
            <a:endParaRPr lang="en-IN" dirty="0"/>
          </a:p>
        </p:txBody>
      </p:sp>
    </p:spTree>
    <p:extLst>
      <p:ext uri="{BB962C8B-B14F-4D97-AF65-F5344CB8AC3E}">
        <p14:creationId xmlns:p14="http://schemas.microsoft.com/office/powerpoint/2010/main" val="2973027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Problem of Overfitting</a:t>
            </a:r>
          </a:p>
        </p:txBody>
      </p:sp>
      <p:pic>
        <p:nvPicPr>
          <p:cNvPr id="10" name="Picture 9">
            <a:extLst>
              <a:ext uri="{FF2B5EF4-FFF2-40B4-BE49-F238E27FC236}">
                <a16:creationId xmlns:a16="http://schemas.microsoft.com/office/drawing/2014/main" id="{99D03AE6-483B-4DF4-AD52-6F8714FD334D}"/>
              </a:ext>
            </a:extLst>
          </p:cNvPr>
          <p:cNvPicPr>
            <a:picLocks noChangeAspect="1"/>
          </p:cNvPicPr>
          <p:nvPr/>
        </p:nvPicPr>
        <p:blipFill rotWithShape="1">
          <a:blip r:embed="rId3"/>
          <a:srcRect l="14754" t="19001" r="38279" b="31795"/>
          <a:stretch/>
        </p:blipFill>
        <p:spPr>
          <a:xfrm>
            <a:off x="2199282" y="1690688"/>
            <a:ext cx="8153044" cy="4802187"/>
          </a:xfrm>
          <a:prstGeom prst="rect">
            <a:avLst/>
          </a:prstGeom>
        </p:spPr>
      </p:pic>
    </p:spTree>
    <p:extLst>
      <p:ext uri="{BB962C8B-B14F-4D97-AF65-F5344CB8AC3E}">
        <p14:creationId xmlns:p14="http://schemas.microsoft.com/office/powerpoint/2010/main" val="2303687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Ways to mitigate overfitting</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Gather more data</a:t>
            </a:r>
            <a:r>
              <a:rPr lang="en-US" dirty="0"/>
              <a:t>: </a:t>
            </a:r>
          </a:p>
          <a:p>
            <a:pPr lvl="1"/>
            <a:r>
              <a:rPr lang="en-US" dirty="0"/>
              <a:t>As we add more data, the model becomes unable to overfit all the samples, and is forced to generalize to make progress.</a:t>
            </a:r>
          </a:p>
          <a:p>
            <a:r>
              <a:rPr lang="en-US" b="1" dirty="0"/>
              <a:t>Regularization</a:t>
            </a:r>
            <a:r>
              <a:rPr lang="en-US" dirty="0"/>
              <a:t>: Reduce model complexity by constraining the optimization problem</a:t>
            </a:r>
          </a:p>
          <a:p>
            <a:r>
              <a:rPr lang="en-US" b="1" dirty="0"/>
              <a:t>Data augmentation &amp; Noise</a:t>
            </a:r>
            <a:r>
              <a:rPr lang="en-US" dirty="0"/>
              <a:t>: </a:t>
            </a:r>
          </a:p>
          <a:p>
            <a:pPr lvl="1"/>
            <a:r>
              <a:rPr lang="en-US" dirty="0"/>
              <a:t>Data collection is a tedious and expensive process. If it is not possible, we should try to make your data appear as if it was more diverse. For that, data augmentation techniques can be used. </a:t>
            </a:r>
          </a:p>
          <a:p>
            <a:endParaRPr lang="en-US" dirty="0"/>
          </a:p>
          <a:p>
            <a:endParaRPr lang="en-IN" dirty="0"/>
          </a:p>
        </p:txBody>
      </p:sp>
    </p:spTree>
    <p:extLst>
      <p:ext uri="{BB962C8B-B14F-4D97-AF65-F5344CB8AC3E}">
        <p14:creationId xmlns:p14="http://schemas.microsoft.com/office/powerpoint/2010/main" val="2408381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Regularization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1064342" y="1816863"/>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One of the techniques used to overcome the problem of overfitting</a:t>
            </a:r>
          </a:p>
          <a:p>
            <a:r>
              <a:rPr lang="en-US" dirty="0"/>
              <a:t>Introduced in training to constrain our optimization problem to discourage complex models</a:t>
            </a:r>
          </a:p>
          <a:p>
            <a:r>
              <a:rPr lang="en-US" dirty="0"/>
              <a:t>Improve generalization of our model on unseen data</a:t>
            </a:r>
          </a:p>
          <a:p>
            <a:r>
              <a:rPr lang="en-US" dirty="0"/>
              <a:t>In regularization, we want to allow some error on training data.</a:t>
            </a:r>
            <a:endParaRPr lang="en-IN" dirty="0"/>
          </a:p>
          <a:p>
            <a:endParaRPr lang="en-IN" dirty="0"/>
          </a:p>
        </p:txBody>
      </p:sp>
      <p:pic>
        <p:nvPicPr>
          <p:cNvPr id="4" name="Picture 3">
            <a:extLst>
              <a:ext uri="{FF2B5EF4-FFF2-40B4-BE49-F238E27FC236}">
                <a16:creationId xmlns:a16="http://schemas.microsoft.com/office/drawing/2014/main" id="{05A48E4F-27E6-44B4-AE0B-E5C3E58572AB}"/>
              </a:ext>
            </a:extLst>
          </p:cNvPr>
          <p:cNvPicPr>
            <a:picLocks noChangeAspect="1"/>
          </p:cNvPicPr>
          <p:nvPr/>
        </p:nvPicPr>
        <p:blipFill rotWithShape="1">
          <a:blip r:embed="rId3"/>
          <a:srcRect l="40082" t="36520" r="17992" b="40104"/>
          <a:stretch/>
        </p:blipFill>
        <p:spPr>
          <a:xfrm>
            <a:off x="1993692" y="4243847"/>
            <a:ext cx="8339564" cy="2614153"/>
          </a:xfrm>
          <a:prstGeom prst="rect">
            <a:avLst/>
          </a:prstGeom>
        </p:spPr>
      </p:pic>
    </p:spTree>
    <p:extLst>
      <p:ext uri="{BB962C8B-B14F-4D97-AF65-F5344CB8AC3E}">
        <p14:creationId xmlns:p14="http://schemas.microsoft.com/office/powerpoint/2010/main" val="2579858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Regularization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pic>
        <p:nvPicPr>
          <p:cNvPr id="5" name="Picture 4">
            <a:extLst>
              <a:ext uri="{FF2B5EF4-FFF2-40B4-BE49-F238E27FC236}">
                <a16:creationId xmlns:a16="http://schemas.microsoft.com/office/drawing/2014/main" id="{34C7D6B1-41CA-4CC2-B4B0-3C77A845A3A9}"/>
              </a:ext>
            </a:extLst>
          </p:cNvPr>
          <p:cNvPicPr>
            <a:picLocks noChangeAspect="1"/>
          </p:cNvPicPr>
          <p:nvPr/>
        </p:nvPicPr>
        <p:blipFill rotWithShape="1">
          <a:blip r:embed="rId3"/>
          <a:srcRect l="14508" t="20505" r="36324" b="19985"/>
          <a:stretch/>
        </p:blipFill>
        <p:spPr>
          <a:xfrm>
            <a:off x="2718257" y="1920556"/>
            <a:ext cx="6755482" cy="4596925"/>
          </a:xfrm>
          <a:prstGeom prst="rect">
            <a:avLst/>
          </a:prstGeom>
        </p:spPr>
      </p:pic>
    </p:spTree>
    <p:extLst>
      <p:ext uri="{BB962C8B-B14F-4D97-AF65-F5344CB8AC3E}">
        <p14:creationId xmlns:p14="http://schemas.microsoft.com/office/powerpoint/2010/main" val="1407935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Regularization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pic>
        <p:nvPicPr>
          <p:cNvPr id="4" name="Picture 3">
            <a:extLst>
              <a:ext uri="{FF2B5EF4-FFF2-40B4-BE49-F238E27FC236}">
                <a16:creationId xmlns:a16="http://schemas.microsoft.com/office/drawing/2014/main" id="{05A48E4F-27E6-44B4-AE0B-E5C3E58572AB}"/>
              </a:ext>
            </a:extLst>
          </p:cNvPr>
          <p:cNvPicPr>
            <a:picLocks noChangeAspect="1"/>
          </p:cNvPicPr>
          <p:nvPr/>
        </p:nvPicPr>
        <p:blipFill rotWithShape="1">
          <a:blip r:embed="rId3"/>
          <a:srcRect l="40082" t="36520" r="17992" b="40104"/>
          <a:stretch/>
        </p:blipFill>
        <p:spPr>
          <a:xfrm>
            <a:off x="1926216" y="1783632"/>
            <a:ext cx="8339564" cy="2614153"/>
          </a:xfrm>
          <a:prstGeom prst="rect">
            <a:avLst/>
          </a:prstGeom>
        </p:spPr>
      </p:pic>
      <p:grpSp>
        <p:nvGrpSpPr>
          <p:cNvPr id="61" name="Group 60">
            <a:extLst>
              <a:ext uri="{FF2B5EF4-FFF2-40B4-BE49-F238E27FC236}">
                <a16:creationId xmlns:a16="http://schemas.microsoft.com/office/drawing/2014/main" id="{60CB7C99-FF1F-4531-8BFC-12153036C5E2}"/>
              </a:ext>
            </a:extLst>
          </p:cNvPr>
          <p:cNvGrpSpPr/>
          <p:nvPr/>
        </p:nvGrpSpPr>
        <p:grpSpPr>
          <a:xfrm>
            <a:off x="242977" y="2925871"/>
            <a:ext cx="1147680" cy="1543680"/>
            <a:chOff x="242977" y="2925871"/>
            <a:chExt cx="1147680" cy="1543680"/>
          </a:xfrm>
        </p:grpSpPr>
        <mc:AlternateContent xmlns:mc="http://schemas.openxmlformats.org/markup-compatibility/2006" xmlns:p14="http://schemas.microsoft.com/office/powerpoint/2010/main">
          <mc:Choice Requires="p14">
            <p:contentPart p14:bwMode="auto" r:id="rId4">
              <p14:nvContentPartPr>
                <p14:cNvPr id="52" name="Ink 51">
                  <a:extLst>
                    <a:ext uri="{FF2B5EF4-FFF2-40B4-BE49-F238E27FC236}">
                      <a16:creationId xmlns:a16="http://schemas.microsoft.com/office/drawing/2014/main" id="{17E200D1-3AD3-45EA-A3DB-1050C7A7A449}"/>
                    </a:ext>
                  </a:extLst>
                </p14:cNvPr>
                <p14:cNvContentPartPr/>
                <p14:nvPr/>
              </p14:nvContentPartPr>
              <p14:xfrm>
                <a:off x="242977" y="2925871"/>
                <a:ext cx="223200" cy="568800"/>
              </p14:xfrm>
            </p:contentPart>
          </mc:Choice>
          <mc:Fallback xmlns="">
            <p:pic>
              <p:nvPicPr>
                <p:cNvPr id="52" name="Ink 51">
                  <a:extLst>
                    <a:ext uri="{FF2B5EF4-FFF2-40B4-BE49-F238E27FC236}">
                      <a16:creationId xmlns:a16="http://schemas.microsoft.com/office/drawing/2014/main" id="{17E200D1-3AD3-45EA-A3DB-1050C7A7A449}"/>
                    </a:ext>
                  </a:extLst>
                </p:cNvPr>
                <p:cNvPicPr/>
                <p:nvPr/>
              </p:nvPicPr>
              <p:blipFill>
                <a:blip r:embed="rId5"/>
                <a:stretch>
                  <a:fillRect/>
                </a:stretch>
              </p:blipFill>
              <p:spPr>
                <a:xfrm>
                  <a:off x="233977" y="2917231"/>
                  <a:ext cx="240840" cy="586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3" name="Ink 52">
                  <a:extLst>
                    <a:ext uri="{FF2B5EF4-FFF2-40B4-BE49-F238E27FC236}">
                      <a16:creationId xmlns:a16="http://schemas.microsoft.com/office/drawing/2014/main" id="{229B69F4-9875-4837-8BE4-6CA0C1BF78B4}"/>
                    </a:ext>
                  </a:extLst>
                </p14:cNvPr>
                <p14:cNvContentPartPr/>
                <p14:nvPr/>
              </p14:nvContentPartPr>
              <p14:xfrm>
                <a:off x="541417" y="3198751"/>
                <a:ext cx="88920" cy="70560"/>
              </p14:xfrm>
            </p:contentPart>
          </mc:Choice>
          <mc:Fallback xmlns="">
            <p:pic>
              <p:nvPicPr>
                <p:cNvPr id="53" name="Ink 52">
                  <a:extLst>
                    <a:ext uri="{FF2B5EF4-FFF2-40B4-BE49-F238E27FC236}">
                      <a16:creationId xmlns:a16="http://schemas.microsoft.com/office/drawing/2014/main" id="{229B69F4-9875-4837-8BE4-6CA0C1BF78B4}"/>
                    </a:ext>
                  </a:extLst>
                </p:cNvPr>
                <p:cNvPicPr/>
                <p:nvPr/>
              </p:nvPicPr>
              <p:blipFill>
                <a:blip r:embed="rId7"/>
                <a:stretch>
                  <a:fillRect/>
                </a:stretch>
              </p:blipFill>
              <p:spPr>
                <a:xfrm>
                  <a:off x="532417" y="3189751"/>
                  <a:ext cx="10656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4" name="Ink 53">
                  <a:extLst>
                    <a:ext uri="{FF2B5EF4-FFF2-40B4-BE49-F238E27FC236}">
                      <a16:creationId xmlns:a16="http://schemas.microsoft.com/office/drawing/2014/main" id="{BBB9566D-9579-4324-A577-C844F54AD6C4}"/>
                    </a:ext>
                  </a:extLst>
                </p14:cNvPr>
                <p14:cNvContentPartPr/>
                <p14:nvPr/>
              </p14:nvContentPartPr>
              <p14:xfrm>
                <a:off x="663457" y="3326911"/>
                <a:ext cx="15120" cy="1080"/>
              </p14:xfrm>
            </p:contentPart>
          </mc:Choice>
          <mc:Fallback xmlns="">
            <p:pic>
              <p:nvPicPr>
                <p:cNvPr id="54" name="Ink 53">
                  <a:extLst>
                    <a:ext uri="{FF2B5EF4-FFF2-40B4-BE49-F238E27FC236}">
                      <a16:creationId xmlns:a16="http://schemas.microsoft.com/office/drawing/2014/main" id="{BBB9566D-9579-4324-A577-C844F54AD6C4}"/>
                    </a:ext>
                  </a:extLst>
                </p:cNvPr>
                <p:cNvPicPr/>
                <p:nvPr/>
              </p:nvPicPr>
              <p:blipFill>
                <a:blip r:embed="rId9"/>
                <a:stretch>
                  <a:fillRect/>
                </a:stretch>
              </p:blipFill>
              <p:spPr>
                <a:xfrm>
                  <a:off x="654817" y="3318271"/>
                  <a:ext cx="3276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5" name="Ink 54">
                  <a:extLst>
                    <a:ext uri="{FF2B5EF4-FFF2-40B4-BE49-F238E27FC236}">
                      <a16:creationId xmlns:a16="http://schemas.microsoft.com/office/drawing/2014/main" id="{4D190C14-6BD1-4458-8866-FA7CB4B1A3C0}"/>
                    </a:ext>
                  </a:extLst>
                </p14:cNvPr>
                <p14:cNvContentPartPr/>
                <p14:nvPr/>
              </p14:nvContentPartPr>
              <p14:xfrm>
                <a:off x="826537" y="3089311"/>
                <a:ext cx="169560" cy="565920"/>
              </p14:xfrm>
            </p:contentPart>
          </mc:Choice>
          <mc:Fallback xmlns="">
            <p:pic>
              <p:nvPicPr>
                <p:cNvPr id="55" name="Ink 54">
                  <a:extLst>
                    <a:ext uri="{FF2B5EF4-FFF2-40B4-BE49-F238E27FC236}">
                      <a16:creationId xmlns:a16="http://schemas.microsoft.com/office/drawing/2014/main" id="{4D190C14-6BD1-4458-8866-FA7CB4B1A3C0}"/>
                    </a:ext>
                  </a:extLst>
                </p:cNvPr>
                <p:cNvPicPr/>
                <p:nvPr/>
              </p:nvPicPr>
              <p:blipFill>
                <a:blip r:embed="rId11"/>
                <a:stretch>
                  <a:fillRect/>
                </a:stretch>
              </p:blipFill>
              <p:spPr>
                <a:xfrm>
                  <a:off x="817897" y="3080311"/>
                  <a:ext cx="187200" cy="5835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6" name="Ink 55">
                  <a:extLst>
                    <a:ext uri="{FF2B5EF4-FFF2-40B4-BE49-F238E27FC236}">
                      <a16:creationId xmlns:a16="http://schemas.microsoft.com/office/drawing/2014/main" id="{8EA920F4-4D63-4E35-AF1B-1E8B9D1204B3}"/>
                    </a:ext>
                  </a:extLst>
                </p14:cNvPr>
                <p14:cNvContentPartPr/>
                <p14:nvPr/>
              </p14:nvContentPartPr>
              <p14:xfrm>
                <a:off x="884497" y="3452911"/>
                <a:ext cx="115200" cy="42480"/>
              </p14:xfrm>
            </p:contentPart>
          </mc:Choice>
          <mc:Fallback xmlns="">
            <p:pic>
              <p:nvPicPr>
                <p:cNvPr id="56" name="Ink 55">
                  <a:extLst>
                    <a:ext uri="{FF2B5EF4-FFF2-40B4-BE49-F238E27FC236}">
                      <a16:creationId xmlns:a16="http://schemas.microsoft.com/office/drawing/2014/main" id="{8EA920F4-4D63-4E35-AF1B-1E8B9D1204B3}"/>
                    </a:ext>
                  </a:extLst>
                </p:cNvPr>
                <p:cNvPicPr/>
                <p:nvPr/>
              </p:nvPicPr>
              <p:blipFill>
                <a:blip r:embed="rId13"/>
                <a:stretch>
                  <a:fillRect/>
                </a:stretch>
              </p:blipFill>
              <p:spPr>
                <a:xfrm>
                  <a:off x="875857" y="3443911"/>
                  <a:ext cx="13284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7" name="Ink 56">
                  <a:extLst>
                    <a:ext uri="{FF2B5EF4-FFF2-40B4-BE49-F238E27FC236}">
                      <a16:creationId xmlns:a16="http://schemas.microsoft.com/office/drawing/2014/main" id="{57191839-2FC1-441E-942C-2D0E889669B4}"/>
                    </a:ext>
                  </a:extLst>
                </p14:cNvPr>
                <p14:cNvContentPartPr/>
                <p14:nvPr/>
              </p14:nvContentPartPr>
              <p14:xfrm>
                <a:off x="309937" y="3651631"/>
                <a:ext cx="673920" cy="605880"/>
              </p14:xfrm>
            </p:contentPart>
          </mc:Choice>
          <mc:Fallback xmlns="">
            <p:pic>
              <p:nvPicPr>
                <p:cNvPr id="57" name="Ink 56">
                  <a:extLst>
                    <a:ext uri="{FF2B5EF4-FFF2-40B4-BE49-F238E27FC236}">
                      <a16:creationId xmlns:a16="http://schemas.microsoft.com/office/drawing/2014/main" id="{57191839-2FC1-441E-942C-2D0E889669B4}"/>
                    </a:ext>
                  </a:extLst>
                </p:cNvPr>
                <p:cNvPicPr/>
                <p:nvPr/>
              </p:nvPicPr>
              <p:blipFill>
                <a:blip r:embed="rId15"/>
                <a:stretch>
                  <a:fillRect/>
                </a:stretch>
              </p:blipFill>
              <p:spPr>
                <a:xfrm>
                  <a:off x="301297" y="3642991"/>
                  <a:ext cx="691560" cy="6235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8" name="Ink 57">
                  <a:extLst>
                    <a:ext uri="{FF2B5EF4-FFF2-40B4-BE49-F238E27FC236}">
                      <a16:creationId xmlns:a16="http://schemas.microsoft.com/office/drawing/2014/main" id="{E2E35FF6-3DC7-4BC5-B846-44B1C36ED1F7}"/>
                    </a:ext>
                  </a:extLst>
                </p14:cNvPr>
                <p14:cNvContentPartPr/>
                <p14:nvPr/>
              </p14:nvContentPartPr>
              <p14:xfrm>
                <a:off x="1026337" y="3748831"/>
                <a:ext cx="364320" cy="280440"/>
              </p14:xfrm>
            </p:contentPart>
          </mc:Choice>
          <mc:Fallback xmlns="">
            <p:pic>
              <p:nvPicPr>
                <p:cNvPr id="58" name="Ink 57">
                  <a:extLst>
                    <a:ext uri="{FF2B5EF4-FFF2-40B4-BE49-F238E27FC236}">
                      <a16:creationId xmlns:a16="http://schemas.microsoft.com/office/drawing/2014/main" id="{E2E35FF6-3DC7-4BC5-B846-44B1C36ED1F7}"/>
                    </a:ext>
                  </a:extLst>
                </p:cNvPr>
                <p:cNvPicPr/>
                <p:nvPr/>
              </p:nvPicPr>
              <p:blipFill>
                <a:blip r:embed="rId17"/>
                <a:stretch>
                  <a:fillRect/>
                </a:stretch>
              </p:blipFill>
              <p:spPr>
                <a:xfrm>
                  <a:off x="1017337" y="3740191"/>
                  <a:ext cx="38196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9" name="Ink 58">
                  <a:extLst>
                    <a:ext uri="{FF2B5EF4-FFF2-40B4-BE49-F238E27FC236}">
                      <a16:creationId xmlns:a16="http://schemas.microsoft.com/office/drawing/2014/main" id="{574BA270-21F2-4760-ABDD-B09EDFEADA77}"/>
                    </a:ext>
                  </a:extLst>
                </p14:cNvPr>
                <p14:cNvContentPartPr/>
                <p14:nvPr/>
              </p14:nvContentPartPr>
              <p14:xfrm>
                <a:off x="442417" y="4227631"/>
                <a:ext cx="381240" cy="119160"/>
              </p14:xfrm>
            </p:contentPart>
          </mc:Choice>
          <mc:Fallback xmlns="">
            <p:pic>
              <p:nvPicPr>
                <p:cNvPr id="59" name="Ink 58">
                  <a:extLst>
                    <a:ext uri="{FF2B5EF4-FFF2-40B4-BE49-F238E27FC236}">
                      <a16:creationId xmlns:a16="http://schemas.microsoft.com/office/drawing/2014/main" id="{574BA270-21F2-4760-ABDD-B09EDFEADA77}"/>
                    </a:ext>
                  </a:extLst>
                </p:cNvPr>
                <p:cNvPicPr/>
                <p:nvPr/>
              </p:nvPicPr>
              <p:blipFill>
                <a:blip r:embed="rId19"/>
                <a:stretch>
                  <a:fillRect/>
                </a:stretch>
              </p:blipFill>
              <p:spPr>
                <a:xfrm>
                  <a:off x="433777" y="4218631"/>
                  <a:ext cx="39888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60" name="Ink 59">
                  <a:extLst>
                    <a:ext uri="{FF2B5EF4-FFF2-40B4-BE49-F238E27FC236}">
                      <a16:creationId xmlns:a16="http://schemas.microsoft.com/office/drawing/2014/main" id="{E81FBEAC-812C-42C0-A95D-51D8C7E447C7}"/>
                    </a:ext>
                  </a:extLst>
                </p14:cNvPr>
                <p14:cNvContentPartPr/>
                <p14:nvPr/>
              </p14:nvContentPartPr>
              <p14:xfrm>
                <a:off x="861097" y="4225471"/>
                <a:ext cx="408240" cy="244080"/>
              </p14:xfrm>
            </p:contentPart>
          </mc:Choice>
          <mc:Fallback xmlns="">
            <p:pic>
              <p:nvPicPr>
                <p:cNvPr id="60" name="Ink 59">
                  <a:extLst>
                    <a:ext uri="{FF2B5EF4-FFF2-40B4-BE49-F238E27FC236}">
                      <a16:creationId xmlns:a16="http://schemas.microsoft.com/office/drawing/2014/main" id="{E81FBEAC-812C-42C0-A95D-51D8C7E447C7}"/>
                    </a:ext>
                  </a:extLst>
                </p:cNvPr>
                <p:cNvPicPr/>
                <p:nvPr/>
              </p:nvPicPr>
              <p:blipFill>
                <a:blip r:embed="rId21"/>
                <a:stretch>
                  <a:fillRect/>
                </a:stretch>
              </p:blipFill>
              <p:spPr>
                <a:xfrm>
                  <a:off x="852097" y="4216831"/>
                  <a:ext cx="425880" cy="261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
            <p14:nvContentPartPr>
              <p14:cNvPr id="62" name="Ink 61">
                <a:extLst>
                  <a:ext uri="{FF2B5EF4-FFF2-40B4-BE49-F238E27FC236}">
                    <a16:creationId xmlns:a16="http://schemas.microsoft.com/office/drawing/2014/main" id="{F3D92878-B160-45A0-9F2F-C21487712290}"/>
                  </a:ext>
                </a:extLst>
              </p14:cNvPr>
              <p14:cNvContentPartPr/>
              <p14:nvPr/>
            </p14:nvContentPartPr>
            <p14:xfrm>
              <a:off x="473377" y="3759631"/>
              <a:ext cx="38520" cy="39240"/>
            </p14:xfrm>
          </p:contentPart>
        </mc:Choice>
        <mc:Fallback xmlns="">
          <p:pic>
            <p:nvPicPr>
              <p:cNvPr id="62" name="Ink 61">
                <a:extLst>
                  <a:ext uri="{FF2B5EF4-FFF2-40B4-BE49-F238E27FC236}">
                    <a16:creationId xmlns:a16="http://schemas.microsoft.com/office/drawing/2014/main" id="{F3D92878-B160-45A0-9F2F-C21487712290}"/>
                  </a:ext>
                </a:extLst>
              </p:cNvPr>
              <p:cNvPicPr/>
              <p:nvPr/>
            </p:nvPicPr>
            <p:blipFill>
              <a:blip r:embed="rId23"/>
              <a:stretch>
                <a:fillRect/>
              </a:stretch>
            </p:blipFill>
            <p:spPr>
              <a:xfrm>
                <a:off x="464377" y="3750631"/>
                <a:ext cx="56160" cy="56880"/>
              </a:xfrm>
              <a:prstGeom prst="rect">
                <a:avLst/>
              </a:prstGeom>
            </p:spPr>
          </p:pic>
        </mc:Fallback>
      </mc:AlternateContent>
      <p:grpSp>
        <p:nvGrpSpPr>
          <p:cNvPr id="66" name="Group 65">
            <a:extLst>
              <a:ext uri="{FF2B5EF4-FFF2-40B4-BE49-F238E27FC236}">
                <a16:creationId xmlns:a16="http://schemas.microsoft.com/office/drawing/2014/main" id="{A437F3F4-3312-4EF0-A8E1-14004E72F8D7}"/>
              </a:ext>
            </a:extLst>
          </p:cNvPr>
          <p:cNvGrpSpPr/>
          <p:nvPr/>
        </p:nvGrpSpPr>
        <p:grpSpPr>
          <a:xfrm>
            <a:off x="2215777" y="1634191"/>
            <a:ext cx="919800" cy="354960"/>
            <a:chOff x="2215777" y="1634191"/>
            <a:chExt cx="919800" cy="354960"/>
          </a:xfrm>
        </p:grpSpPr>
        <mc:AlternateContent xmlns:mc="http://schemas.openxmlformats.org/markup-compatibility/2006" xmlns:p14="http://schemas.microsoft.com/office/powerpoint/2010/main">
          <mc:Choice Requires="p14">
            <p:contentPart p14:bwMode="auto" r:id="rId24">
              <p14:nvContentPartPr>
                <p14:cNvPr id="63" name="Ink 62">
                  <a:extLst>
                    <a:ext uri="{FF2B5EF4-FFF2-40B4-BE49-F238E27FC236}">
                      <a16:creationId xmlns:a16="http://schemas.microsoft.com/office/drawing/2014/main" id="{9A2A4068-B72A-4AC1-93B0-E743DBA2E68F}"/>
                    </a:ext>
                  </a:extLst>
                </p14:cNvPr>
                <p14:cNvContentPartPr/>
                <p14:nvPr/>
              </p14:nvContentPartPr>
              <p14:xfrm>
                <a:off x="2215777" y="1701151"/>
                <a:ext cx="174240" cy="288000"/>
              </p14:xfrm>
            </p:contentPart>
          </mc:Choice>
          <mc:Fallback xmlns="">
            <p:pic>
              <p:nvPicPr>
                <p:cNvPr id="63" name="Ink 62">
                  <a:extLst>
                    <a:ext uri="{FF2B5EF4-FFF2-40B4-BE49-F238E27FC236}">
                      <a16:creationId xmlns:a16="http://schemas.microsoft.com/office/drawing/2014/main" id="{9A2A4068-B72A-4AC1-93B0-E743DBA2E68F}"/>
                    </a:ext>
                  </a:extLst>
                </p:cNvPr>
                <p:cNvPicPr/>
                <p:nvPr/>
              </p:nvPicPr>
              <p:blipFill>
                <a:blip r:embed="rId25"/>
                <a:stretch>
                  <a:fillRect/>
                </a:stretch>
              </p:blipFill>
              <p:spPr>
                <a:xfrm>
                  <a:off x="2206777" y="1692151"/>
                  <a:ext cx="19188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64" name="Ink 63">
                  <a:extLst>
                    <a:ext uri="{FF2B5EF4-FFF2-40B4-BE49-F238E27FC236}">
                      <a16:creationId xmlns:a16="http://schemas.microsoft.com/office/drawing/2014/main" id="{F3E7D1EC-11E9-4751-9B99-FE993CB92FF1}"/>
                    </a:ext>
                  </a:extLst>
                </p14:cNvPr>
                <p14:cNvContentPartPr/>
                <p14:nvPr/>
              </p14:nvContentPartPr>
              <p14:xfrm>
                <a:off x="2469577" y="1634191"/>
                <a:ext cx="666000" cy="275400"/>
              </p14:xfrm>
            </p:contentPart>
          </mc:Choice>
          <mc:Fallback xmlns="">
            <p:pic>
              <p:nvPicPr>
                <p:cNvPr id="64" name="Ink 63">
                  <a:extLst>
                    <a:ext uri="{FF2B5EF4-FFF2-40B4-BE49-F238E27FC236}">
                      <a16:creationId xmlns:a16="http://schemas.microsoft.com/office/drawing/2014/main" id="{F3E7D1EC-11E9-4751-9B99-FE993CB92FF1}"/>
                    </a:ext>
                  </a:extLst>
                </p:cNvPr>
                <p:cNvPicPr/>
                <p:nvPr/>
              </p:nvPicPr>
              <p:blipFill>
                <a:blip r:embed="rId27"/>
                <a:stretch>
                  <a:fillRect/>
                </a:stretch>
              </p:blipFill>
              <p:spPr>
                <a:xfrm>
                  <a:off x="2460577" y="1625551"/>
                  <a:ext cx="683640" cy="2930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65" name="Ink 64">
                  <a:extLst>
                    <a:ext uri="{FF2B5EF4-FFF2-40B4-BE49-F238E27FC236}">
                      <a16:creationId xmlns:a16="http://schemas.microsoft.com/office/drawing/2014/main" id="{18FF4495-6983-4EDF-AB27-2C52B71D4E13}"/>
                    </a:ext>
                  </a:extLst>
                </p14:cNvPr>
                <p14:cNvContentPartPr/>
                <p14:nvPr/>
              </p14:nvContentPartPr>
              <p14:xfrm>
                <a:off x="2699257" y="1833631"/>
                <a:ext cx="56520" cy="50400"/>
              </p14:xfrm>
            </p:contentPart>
          </mc:Choice>
          <mc:Fallback xmlns="">
            <p:pic>
              <p:nvPicPr>
                <p:cNvPr id="65" name="Ink 64">
                  <a:extLst>
                    <a:ext uri="{FF2B5EF4-FFF2-40B4-BE49-F238E27FC236}">
                      <a16:creationId xmlns:a16="http://schemas.microsoft.com/office/drawing/2014/main" id="{18FF4495-6983-4EDF-AB27-2C52B71D4E13}"/>
                    </a:ext>
                  </a:extLst>
                </p:cNvPr>
                <p:cNvPicPr/>
                <p:nvPr/>
              </p:nvPicPr>
              <p:blipFill>
                <a:blip r:embed="rId29"/>
                <a:stretch>
                  <a:fillRect/>
                </a:stretch>
              </p:blipFill>
              <p:spPr>
                <a:xfrm>
                  <a:off x="2690617" y="1824991"/>
                  <a:ext cx="74160" cy="68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
            <p14:nvContentPartPr>
              <p14:cNvPr id="67" name="Ink 66">
                <a:extLst>
                  <a:ext uri="{FF2B5EF4-FFF2-40B4-BE49-F238E27FC236}">
                    <a16:creationId xmlns:a16="http://schemas.microsoft.com/office/drawing/2014/main" id="{F5F4849F-0621-4062-95D6-F2B19A166EA5}"/>
                  </a:ext>
                </a:extLst>
              </p14:cNvPr>
              <p14:cNvContentPartPr/>
              <p14:nvPr/>
            </p14:nvContentPartPr>
            <p14:xfrm>
              <a:off x="4850257" y="4262911"/>
              <a:ext cx="148680" cy="195120"/>
            </p14:xfrm>
          </p:contentPart>
        </mc:Choice>
        <mc:Fallback xmlns="">
          <p:pic>
            <p:nvPicPr>
              <p:cNvPr id="67" name="Ink 66">
                <a:extLst>
                  <a:ext uri="{FF2B5EF4-FFF2-40B4-BE49-F238E27FC236}">
                    <a16:creationId xmlns:a16="http://schemas.microsoft.com/office/drawing/2014/main" id="{F5F4849F-0621-4062-95D6-F2B19A166EA5}"/>
                  </a:ext>
                </a:extLst>
              </p:cNvPr>
              <p:cNvPicPr/>
              <p:nvPr/>
            </p:nvPicPr>
            <p:blipFill>
              <a:blip r:embed="rId31"/>
              <a:stretch>
                <a:fillRect/>
              </a:stretch>
            </p:blipFill>
            <p:spPr>
              <a:xfrm>
                <a:off x="4841257" y="4254271"/>
                <a:ext cx="166320" cy="212760"/>
              </a:xfrm>
              <a:prstGeom prst="rect">
                <a:avLst/>
              </a:prstGeom>
            </p:spPr>
          </p:pic>
        </mc:Fallback>
      </mc:AlternateContent>
      <p:grpSp>
        <p:nvGrpSpPr>
          <p:cNvPr id="70" name="Group 69">
            <a:extLst>
              <a:ext uri="{FF2B5EF4-FFF2-40B4-BE49-F238E27FC236}">
                <a16:creationId xmlns:a16="http://schemas.microsoft.com/office/drawing/2014/main" id="{C86D1B8D-6524-425F-8CFF-839B0F300A9F}"/>
              </a:ext>
            </a:extLst>
          </p:cNvPr>
          <p:cNvGrpSpPr/>
          <p:nvPr/>
        </p:nvGrpSpPr>
        <p:grpSpPr>
          <a:xfrm>
            <a:off x="5129977" y="4251751"/>
            <a:ext cx="899280" cy="454680"/>
            <a:chOff x="5129977" y="4251751"/>
            <a:chExt cx="899280" cy="454680"/>
          </a:xfrm>
        </p:grpSpPr>
        <mc:AlternateContent xmlns:mc="http://schemas.openxmlformats.org/markup-compatibility/2006" xmlns:p14="http://schemas.microsoft.com/office/powerpoint/2010/main">
          <mc:Choice Requires="p14">
            <p:contentPart p14:bwMode="auto" r:id="rId32">
              <p14:nvContentPartPr>
                <p14:cNvPr id="68" name="Ink 67">
                  <a:extLst>
                    <a:ext uri="{FF2B5EF4-FFF2-40B4-BE49-F238E27FC236}">
                      <a16:creationId xmlns:a16="http://schemas.microsoft.com/office/drawing/2014/main" id="{C99B7EE7-52BF-4506-B51E-AB25E73868DF}"/>
                    </a:ext>
                  </a:extLst>
                </p14:cNvPr>
                <p14:cNvContentPartPr/>
                <p14:nvPr/>
              </p14:nvContentPartPr>
              <p14:xfrm>
                <a:off x="5129977" y="4251751"/>
                <a:ext cx="899280" cy="454680"/>
              </p14:xfrm>
            </p:contentPart>
          </mc:Choice>
          <mc:Fallback xmlns="">
            <p:pic>
              <p:nvPicPr>
                <p:cNvPr id="68" name="Ink 67">
                  <a:extLst>
                    <a:ext uri="{FF2B5EF4-FFF2-40B4-BE49-F238E27FC236}">
                      <a16:creationId xmlns:a16="http://schemas.microsoft.com/office/drawing/2014/main" id="{C99B7EE7-52BF-4506-B51E-AB25E73868DF}"/>
                    </a:ext>
                  </a:extLst>
                </p:cNvPr>
                <p:cNvPicPr/>
                <p:nvPr/>
              </p:nvPicPr>
              <p:blipFill>
                <a:blip r:embed="rId33"/>
                <a:stretch>
                  <a:fillRect/>
                </a:stretch>
              </p:blipFill>
              <p:spPr>
                <a:xfrm>
                  <a:off x="5121337" y="4242751"/>
                  <a:ext cx="916920" cy="4723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69" name="Ink 68">
                  <a:extLst>
                    <a:ext uri="{FF2B5EF4-FFF2-40B4-BE49-F238E27FC236}">
                      <a16:creationId xmlns:a16="http://schemas.microsoft.com/office/drawing/2014/main" id="{CF290C49-79D8-445A-98C0-37E07A258AE1}"/>
                    </a:ext>
                  </a:extLst>
                </p14:cNvPr>
                <p14:cNvContentPartPr/>
                <p14:nvPr/>
              </p14:nvContentPartPr>
              <p14:xfrm>
                <a:off x="5459377" y="4342111"/>
                <a:ext cx="120600" cy="16920"/>
              </p14:xfrm>
            </p:contentPart>
          </mc:Choice>
          <mc:Fallback xmlns="">
            <p:pic>
              <p:nvPicPr>
                <p:cNvPr id="69" name="Ink 68">
                  <a:extLst>
                    <a:ext uri="{FF2B5EF4-FFF2-40B4-BE49-F238E27FC236}">
                      <a16:creationId xmlns:a16="http://schemas.microsoft.com/office/drawing/2014/main" id="{CF290C49-79D8-445A-98C0-37E07A258AE1}"/>
                    </a:ext>
                  </a:extLst>
                </p:cNvPr>
                <p:cNvPicPr/>
                <p:nvPr/>
              </p:nvPicPr>
              <p:blipFill>
                <a:blip r:embed="rId35"/>
                <a:stretch>
                  <a:fillRect/>
                </a:stretch>
              </p:blipFill>
              <p:spPr>
                <a:xfrm>
                  <a:off x="5450377" y="4333111"/>
                  <a:ext cx="138240" cy="34560"/>
                </a:xfrm>
                <a:prstGeom prst="rect">
                  <a:avLst/>
                </a:prstGeom>
              </p:spPr>
            </p:pic>
          </mc:Fallback>
        </mc:AlternateContent>
      </p:grpSp>
      <p:grpSp>
        <p:nvGrpSpPr>
          <p:cNvPr id="73" name="Group 72">
            <a:extLst>
              <a:ext uri="{FF2B5EF4-FFF2-40B4-BE49-F238E27FC236}">
                <a16:creationId xmlns:a16="http://schemas.microsoft.com/office/drawing/2014/main" id="{7072C599-248A-431B-A277-CDB7DAE3421F}"/>
              </a:ext>
            </a:extLst>
          </p:cNvPr>
          <p:cNvGrpSpPr/>
          <p:nvPr/>
        </p:nvGrpSpPr>
        <p:grpSpPr>
          <a:xfrm>
            <a:off x="8111137" y="4937191"/>
            <a:ext cx="375840" cy="574200"/>
            <a:chOff x="8111137" y="4937191"/>
            <a:chExt cx="375840" cy="574200"/>
          </a:xfrm>
        </p:grpSpPr>
        <mc:AlternateContent xmlns:mc="http://schemas.openxmlformats.org/markup-compatibility/2006" xmlns:p14="http://schemas.microsoft.com/office/powerpoint/2010/main">
          <mc:Choice Requires="p14">
            <p:contentPart p14:bwMode="auto" r:id="rId36">
              <p14:nvContentPartPr>
                <p14:cNvPr id="71" name="Ink 70">
                  <a:extLst>
                    <a:ext uri="{FF2B5EF4-FFF2-40B4-BE49-F238E27FC236}">
                      <a16:creationId xmlns:a16="http://schemas.microsoft.com/office/drawing/2014/main" id="{20403C09-E84F-4DA4-B4AF-BCC359802E4A}"/>
                    </a:ext>
                  </a:extLst>
                </p14:cNvPr>
                <p14:cNvContentPartPr/>
                <p14:nvPr/>
              </p14:nvContentPartPr>
              <p14:xfrm>
                <a:off x="8111137" y="4937191"/>
                <a:ext cx="182160" cy="574200"/>
              </p14:xfrm>
            </p:contentPart>
          </mc:Choice>
          <mc:Fallback xmlns="">
            <p:pic>
              <p:nvPicPr>
                <p:cNvPr id="71" name="Ink 70">
                  <a:extLst>
                    <a:ext uri="{FF2B5EF4-FFF2-40B4-BE49-F238E27FC236}">
                      <a16:creationId xmlns:a16="http://schemas.microsoft.com/office/drawing/2014/main" id="{20403C09-E84F-4DA4-B4AF-BCC359802E4A}"/>
                    </a:ext>
                  </a:extLst>
                </p:cNvPr>
                <p:cNvPicPr/>
                <p:nvPr/>
              </p:nvPicPr>
              <p:blipFill>
                <a:blip r:embed="rId37"/>
                <a:stretch>
                  <a:fillRect/>
                </a:stretch>
              </p:blipFill>
              <p:spPr>
                <a:xfrm>
                  <a:off x="8102137" y="4928191"/>
                  <a:ext cx="199800" cy="5918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72" name="Ink 71">
                  <a:extLst>
                    <a:ext uri="{FF2B5EF4-FFF2-40B4-BE49-F238E27FC236}">
                      <a16:creationId xmlns:a16="http://schemas.microsoft.com/office/drawing/2014/main" id="{68FD396A-450B-4EAC-9F23-5E4CE17E43DA}"/>
                    </a:ext>
                  </a:extLst>
                </p14:cNvPr>
                <p14:cNvContentPartPr/>
                <p14:nvPr/>
              </p14:nvContentPartPr>
              <p14:xfrm>
                <a:off x="8398057" y="5138431"/>
                <a:ext cx="88920" cy="92520"/>
              </p14:xfrm>
            </p:contentPart>
          </mc:Choice>
          <mc:Fallback xmlns="">
            <p:pic>
              <p:nvPicPr>
                <p:cNvPr id="72" name="Ink 71">
                  <a:extLst>
                    <a:ext uri="{FF2B5EF4-FFF2-40B4-BE49-F238E27FC236}">
                      <a16:creationId xmlns:a16="http://schemas.microsoft.com/office/drawing/2014/main" id="{68FD396A-450B-4EAC-9F23-5E4CE17E43DA}"/>
                    </a:ext>
                  </a:extLst>
                </p:cNvPr>
                <p:cNvPicPr/>
                <p:nvPr/>
              </p:nvPicPr>
              <p:blipFill>
                <a:blip r:embed="rId39"/>
                <a:stretch>
                  <a:fillRect/>
                </a:stretch>
              </p:blipFill>
              <p:spPr>
                <a:xfrm>
                  <a:off x="8389417" y="5129431"/>
                  <a:ext cx="106560" cy="110160"/>
                </a:xfrm>
                <a:prstGeom prst="rect">
                  <a:avLst/>
                </a:prstGeom>
              </p:spPr>
            </p:pic>
          </mc:Fallback>
        </mc:AlternateContent>
      </p:grpSp>
      <p:grpSp>
        <p:nvGrpSpPr>
          <p:cNvPr id="78" name="Group 77">
            <a:extLst>
              <a:ext uri="{FF2B5EF4-FFF2-40B4-BE49-F238E27FC236}">
                <a16:creationId xmlns:a16="http://schemas.microsoft.com/office/drawing/2014/main" id="{660A6B04-902A-4CE7-825A-95169F960016}"/>
              </a:ext>
            </a:extLst>
          </p:cNvPr>
          <p:cNvGrpSpPr/>
          <p:nvPr/>
        </p:nvGrpSpPr>
        <p:grpSpPr>
          <a:xfrm>
            <a:off x="8727817" y="5003071"/>
            <a:ext cx="629280" cy="248760"/>
            <a:chOff x="8727817" y="5003071"/>
            <a:chExt cx="629280" cy="248760"/>
          </a:xfrm>
        </p:grpSpPr>
        <mc:AlternateContent xmlns:mc="http://schemas.openxmlformats.org/markup-compatibility/2006" xmlns:p14="http://schemas.microsoft.com/office/powerpoint/2010/main">
          <mc:Choice Requires="p14">
            <p:contentPart p14:bwMode="auto" r:id="rId40">
              <p14:nvContentPartPr>
                <p14:cNvPr id="74" name="Ink 73">
                  <a:extLst>
                    <a:ext uri="{FF2B5EF4-FFF2-40B4-BE49-F238E27FC236}">
                      <a16:creationId xmlns:a16="http://schemas.microsoft.com/office/drawing/2014/main" id="{AA484A0C-6055-4607-85DE-DBD6B3EF229E}"/>
                    </a:ext>
                  </a:extLst>
                </p14:cNvPr>
                <p14:cNvContentPartPr/>
                <p14:nvPr/>
              </p14:nvContentPartPr>
              <p14:xfrm>
                <a:off x="8727817" y="5003071"/>
                <a:ext cx="179640" cy="161280"/>
              </p14:xfrm>
            </p:contentPart>
          </mc:Choice>
          <mc:Fallback xmlns="">
            <p:pic>
              <p:nvPicPr>
                <p:cNvPr id="74" name="Ink 73">
                  <a:extLst>
                    <a:ext uri="{FF2B5EF4-FFF2-40B4-BE49-F238E27FC236}">
                      <a16:creationId xmlns:a16="http://schemas.microsoft.com/office/drawing/2014/main" id="{AA484A0C-6055-4607-85DE-DBD6B3EF229E}"/>
                    </a:ext>
                  </a:extLst>
                </p:cNvPr>
                <p:cNvPicPr/>
                <p:nvPr/>
              </p:nvPicPr>
              <p:blipFill>
                <a:blip r:embed="rId41"/>
                <a:stretch>
                  <a:fillRect/>
                </a:stretch>
              </p:blipFill>
              <p:spPr>
                <a:xfrm>
                  <a:off x="8719177" y="4994431"/>
                  <a:ext cx="19728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75" name="Ink 74">
                  <a:extLst>
                    <a:ext uri="{FF2B5EF4-FFF2-40B4-BE49-F238E27FC236}">
                      <a16:creationId xmlns:a16="http://schemas.microsoft.com/office/drawing/2014/main" id="{702390F2-58AA-4C4A-8F34-527FC2188C2E}"/>
                    </a:ext>
                  </a:extLst>
                </p14:cNvPr>
                <p14:cNvContentPartPr/>
                <p14:nvPr/>
              </p14:nvContentPartPr>
              <p14:xfrm>
                <a:off x="8970817" y="5122231"/>
                <a:ext cx="18000" cy="109440"/>
              </p14:xfrm>
            </p:contentPart>
          </mc:Choice>
          <mc:Fallback xmlns="">
            <p:pic>
              <p:nvPicPr>
                <p:cNvPr id="75" name="Ink 74">
                  <a:extLst>
                    <a:ext uri="{FF2B5EF4-FFF2-40B4-BE49-F238E27FC236}">
                      <a16:creationId xmlns:a16="http://schemas.microsoft.com/office/drawing/2014/main" id="{702390F2-58AA-4C4A-8F34-527FC2188C2E}"/>
                    </a:ext>
                  </a:extLst>
                </p:cNvPr>
                <p:cNvPicPr/>
                <p:nvPr/>
              </p:nvPicPr>
              <p:blipFill>
                <a:blip r:embed="rId43"/>
                <a:stretch>
                  <a:fillRect/>
                </a:stretch>
              </p:blipFill>
              <p:spPr>
                <a:xfrm>
                  <a:off x="8961817" y="5113591"/>
                  <a:ext cx="3564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76" name="Ink 75">
                  <a:extLst>
                    <a:ext uri="{FF2B5EF4-FFF2-40B4-BE49-F238E27FC236}">
                      <a16:creationId xmlns:a16="http://schemas.microsoft.com/office/drawing/2014/main" id="{CC3CA776-C387-428B-8B1C-97BADBF48A22}"/>
                    </a:ext>
                  </a:extLst>
                </p14:cNvPr>
                <p14:cNvContentPartPr/>
                <p14:nvPr/>
              </p14:nvContentPartPr>
              <p14:xfrm>
                <a:off x="9076297" y="5026831"/>
                <a:ext cx="175680" cy="177480"/>
              </p14:xfrm>
            </p:contentPart>
          </mc:Choice>
          <mc:Fallback xmlns="">
            <p:pic>
              <p:nvPicPr>
                <p:cNvPr id="76" name="Ink 75">
                  <a:extLst>
                    <a:ext uri="{FF2B5EF4-FFF2-40B4-BE49-F238E27FC236}">
                      <a16:creationId xmlns:a16="http://schemas.microsoft.com/office/drawing/2014/main" id="{CC3CA776-C387-428B-8B1C-97BADBF48A22}"/>
                    </a:ext>
                  </a:extLst>
                </p:cNvPr>
                <p:cNvPicPr/>
                <p:nvPr/>
              </p:nvPicPr>
              <p:blipFill>
                <a:blip r:embed="rId45"/>
                <a:stretch>
                  <a:fillRect/>
                </a:stretch>
              </p:blipFill>
              <p:spPr>
                <a:xfrm>
                  <a:off x="9067297" y="5017831"/>
                  <a:ext cx="19332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77" name="Ink 76">
                  <a:extLst>
                    <a:ext uri="{FF2B5EF4-FFF2-40B4-BE49-F238E27FC236}">
                      <a16:creationId xmlns:a16="http://schemas.microsoft.com/office/drawing/2014/main" id="{B966F8EB-8188-4162-AB1B-1B23F5DFCE80}"/>
                    </a:ext>
                  </a:extLst>
                </p14:cNvPr>
                <p14:cNvContentPartPr/>
                <p14:nvPr/>
              </p14:nvContentPartPr>
              <p14:xfrm>
                <a:off x="9340537" y="5132671"/>
                <a:ext cx="16560" cy="119160"/>
              </p14:xfrm>
            </p:contentPart>
          </mc:Choice>
          <mc:Fallback xmlns="">
            <p:pic>
              <p:nvPicPr>
                <p:cNvPr id="77" name="Ink 76">
                  <a:extLst>
                    <a:ext uri="{FF2B5EF4-FFF2-40B4-BE49-F238E27FC236}">
                      <a16:creationId xmlns:a16="http://schemas.microsoft.com/office/drawing/2014/main" id="{B966F8EB-8188-4162-AB1B-1B23F5DFCE80}"/>
                    </a:ext>
                  </a:extLst>
                </p:cNvPr>
                <p:cNvPicPr/>
                <p:nvPr/>
              </p:nvPicPr>
              <p:blipFill>
                <a:blip r:embed="rId47"/>
                <a:stretch>
                  <a:fillRect/>
                </a:stretch>
              </p:blipFill>
              <p:spPr>
                <a:xfrm>
                  <a:off x="9331897" y="5123671"/>
                  <a:ext cx="34200" cy="136800"/>
                </a:xfrm>
                <a:prstGeom prst="rect">
                  <a:avLst/>
                </a:prstGeom>
              </p:spPr>
            </p:pic>
          </mc:Fallback>
        </mc:AlternateContent>
      </p:grpSp>
      <p:grpSp>
        <p:nvGrpSpPr>
          <p:cNvPr id="84" name="Group 83">
            <a:extLst>
              <a:ext uri="{FF2B5EF4-FFF2-40B4-BE49-F238E27FC236}">
                <a16:creationId xmlns:a16="http://schemas.microsoft.com/office/drawing/2014/main" id="{0D959AE1-5ECA-44E0-9526-1F239165AEBB}"/>
              </a:ext>
            </a:extLst>
          </p:cNvPr>
          <p:cNvGrpSpPr/>
          <p:nvPr/>
        </p:nvGrpSpPr>
        <p:grpSpPr>
          <a:xfrm>
            <a:off x="9501457" y="5001631"/>
            <a:ext cx="394920" cy="269640"/>
            <a:chOff x="9501457" y="5001631"/>
            <a:chExt cx="394920" cy="269640"/>
          </a:xfrm>
        </p:grpSpPr>
        <mc:AlternateContent xmlns:mc="http://schemas.openxmlformats.org/markup-compatibility/2006" xmlns:p14="http://schemas.microsoft.com/office/powerpoint/2010/main">
          <mc:Choice Requires="p14">
            <p:contentPart p14:bwMode="auto" r:id="rId48">
              <p14:nvContentPartPr>
                <p14:cNvPr id="79" name="Ink 78">
                  <a:extLst>
                    <a:ext uri="{FF2B5EF4-FFF2-40B4-BE49-F238E27FC236}">
                      <a16:creationId xmlns:a16="http://schemas.microsoft.com/office/drawing/2014/main" id="{5F7924A7-C395-4F17-9D44-B82AAB51D050}"/>
                    </a:ext>
                  </a:extLst>
                </p14:cNvPr>
                <p14:cNvContentPartPr/>
                <p14:nvPr/>
              </p14:nvContentPartPr>
              <p14:xfrm>
                <a:off x="9501457" y="5115751"/>
                <a:ext cx="183960" cy="23760"/>
              </p14:xfrm>
            </p:contentPart>
          </mc:Choice>
          <mc:Fallback xmlns="">
            <p:pic>
              <p:nvPicPr>
                <p:cNvPr id="79" name="Ink 78">
                  <a:extLst>
                    <a:ext uri="{FF2B5EF4-FFF2-40B4-BE49-F238E27FC236}">
                      <a16:creationId xmlns:a16="http://schemas.microsoft.com/office/drawing/2014/main" id="{5F7924A7-C395-4F17-9D44-B82AAB51D050}"/>
                    </a:ext>
                  </a:extLst>
                </p:cNvPr>
                <p:cNvPicPr/>
                <p:nvPr/>
              </p:nvPicPr>
              <p:blipFill>
                <a:blip r:embed="rId49"/>
                <a:stretch>
                  <a:fillRect/>
                </a:stretch>
              </p:blipFill>
              <p:spPr>
                <a:xfrm>
                  <a:off x="9492457" y="5106751"/>
                  <a:ext cx="20160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80" name="Ink 79">
                  <a:extLst>
                    <a:ext uri="{FF2B5EF4-FFF2-40B4-BE49-F238E27FC236}">
                      <a16:creationId xmlns:a16="http://schemas.microsoft.com/office/drawing/2014/main" id="{25B1EE90-FD9B-4441-AAEB-1922935D7361}"/>
                    </a:ext>
                  </a:extLst>
                </p14:cNvPr>
                <p14:cNvContentPartPr/>
                <p14:nvPr/>
              </p14:nvContentPartPr>
              <p14:xfrm>
                <a:off x="9591097" y="5059231"/>
                <a:ext cx="42480" cy="163800"/>
              </p14:xfrm>
            </p:contentPart>
          </mc:Choice>
          <mc:Fallback xmlns="">
            <p:pic>
              <p:nvPicPr>
                <p:cNvPr id="80" name="Ink 79">
                  <a:extLst>
                    <a:ext uri="{FF2B5EF4-FFF2-40B4-BE49-F238E27FC236}">
                      <a16:creationId xmlns:a16="http://schemas.microsoft.com/office/drawing/2014/main" id="{25B1EE90-FD9B-4441-AAEB-1922935D7361}"/>
                    </a:ext>
                  </a:extLst>
                </p:cNvPr>
                <p:cNvPicPr/>
                <p:nvPr/>
              </p:nvPicPr>
              <p:blipFill>
                <a:blip r:embed="rId51"/>
                <a:stretch>
                  <a:fillRect/>
                </a:stretch>
              </p:blipFill>
              <p:spPr>
                <a:xfrm>
                  <a:off x="9582097" y="5050591"/>
                  <a:ext cx="6012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81" name="Ink 80">
                  <a:extLst>
                    <a:ext uri="{FF2B5EF4-FFF2-40B4-BE49-F238E27FC236}">
                      <a16:creationId xmlns:a16="http://schemas.microsoft.com/office/drawing/2014/main" id="{F0588423-EF8F-47EF-95F7-C714F03E0ABF}"/>
                    </a:ext>
                  </a:extLst>
                </p14:cNvPr>
                <p14:cNvContentPartPr/>
                <p14:nvPr/>
              </p14:nvContentPartPr>
              <p14:xfrm>
                <a:off x="9791977" y="5001631"/>
                <a:ext cx="104400" cy="269640"/>
              </p14:xfrm>
            </p:contentPart>
          </mc:Choice>
          <mc:Fallback xmlns="">
            <p:pic>
              <p:nvPicPr>
                <p:cNvPr id="81" name="Ink 80">
                  <a:extLst>
                    <a:ext uri="{FF2B5EF4-FFF2-40B4-BE49-F238E27FC236}">
                      <a16:creationId xmlns:a16="http://schemas.microsoft.com/office/drawing/2014/main" id="{F0588423-EF8F-47EF-95F7-C714F03E0ABF}"/>
                    </a:ext>
                  </a:extLst>
                </p:cNvPr>
                <p:cNvPicPr/>
                <p:nvPr/>
              </p:nvPicPr>
              <p:blipFill>
                <a:blip r:embed="rId53"/>
                <a:stretch>
                  <a:fillRect/>
                </a:stretch>
              </p:blipFill>
              <p:spPr>
                <a:xfrm>
                  <a:off x="9783337" y="4992631"/>
                  <a:ext cx="122040" cy="2872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83" name="Ink 82">
                  <a:extLst>
                    <a:ext uri="{FF2B5EF4-FFF2-40B4-BE49-F238E27FC236}">
                      <a16:creationId xmlns:a16="http://schemas.microsoft.com/office/drawing/2014/main" id="{EE675636-072E-477C-AE4F-AB9DA1B29514}"/>
                    </a:ext>
                  </a:extLst>
                </p14:cNvPr>
                <p14:cNvContentPartPr/>
                <p14:nvPr/>
              </p14:nvContentPartPr>
              <p14:xfrm>
                <a:off x="9812137" y="5193511"/>
                <a:ext cx="1440" cy="73440"/>
              </p14:xfrm>
            </p:contentPart>
          </mc:Choice>
          <mc:Fallback xmlns="">
            <p:pic>
              <p:nvPicPr>
                <p:cNvPr id="83" name="Ink 82">
                  <a:extLst>
                    <a:ext uri="{FF2B5EF4-FFF2-40B4-BE49-F238E27FC236}">
                      <a16:creationId xmlns:a16="http://schemas.microsoft.com/office/drawing/2014/main" id="{EE675636-072E-477C-AE4F-AB9DA1B29514}"/>
                    </a:ext>
                  </a:extLst>
                </p:cNvPr>
                <p:cNvPicPr/>
                <p:nvPr/>
              </p:nvPicPr>
              <p:blipFill>
                <a:blip r:embed="rId55"/>
                <a:stretch>
                  <a:fillRect/>
                </a:stretch>
              </p:blipFill>
              <p:spPr>
                <a:xfrm>
                  <a:off x="9803137" y="5184871"/>
                  <a:ext cx="19080" cy="91080"/>
                </a:xfrm>
                <a:prstGeom prst="rect">
                  <a:avLst/>
                </a:prstGeom>
              </p:spPr>
            </p:pic>
          </mc:Fallback>
        </mc:AlternateContent>
      </p:grpSp>
      <p:grpSp>
        <p:nvGrpSpPr>
          <p:cNvPr id="88" name="Group 87">
            <a:extLst>
              <a:ext uri="{FF2B5EF4-FFF2-40B4-BE49-F238E27FC236}">
                <a16:creationId xmlns:a16="http://schemas.microsoft.com/office/drawing/2014/main" id="{362F9277-ABFF-417A-B669-69F1DED9AE6F}"/>
              </a:ext>
            </a:extLst>
          </p:cNvPr>
          <p:cNvGrpSpPr/>
          <p:nvPr/>
        </p:nvGrpSpPr>
        <p:grpSpPr>
          <a:xfrm>
            <a:off x="10376257" y="3110911"/>
            <a:ext cx="1175040" cy="355320"/>
            <a:chOff x="10376257" y="3110911"/>
            <a:chExt cx="1175040" cy="355320"/>
          </a:xfrm>
        </p:grpSpPr>
        <mc:AlternateContent xmlns:mc="http://schemas.openxmlformats.org/markup-compatibility/2006" xmlns:p14="http://schemas.microsoft.com/office/powerpoint/2010/main">
          <mc:Choice Requires="p14">
            <p:contentPart p14:bwMode="auto" r:id="rId56">
              <p14:nvContentPartPr>
                <p14:cNvPr id="85" name="Ink 84">
                  <a:extLst>
                    <a:ext uri="{FF2B5EF4-FFF2-40B4-BE49-F238E27FC236}">
                      <a16:creationId xmlns:a16="http://schemas.microsoft.com/office/drawing/2014/main" id="{DA11688A-C061-42E2-A588-0AD072F95DDE}"/>
                    </a:ext>
                  </a:extLst>
                </p14:cNvPr>
                <p14:cNvContentPartPr/>
                <p14:nvPr/>
              </p14:nvContentPartPr>
              <p14:xfrm>
                <a:off x="10376257" y="3251311"/>
                <a:ext cx="235080" cy="132120"/>
              </p14:xfrm>
            </p:contentPart>
          </mc:Choice>
          <mc:Fallback xmlns="">
            <p:pic>
              <p:nvPicPr>
                <p:cNvPr id="85" name="Ink 84">
                  <a:extLst>
                    <a:ext uri="{FF2B5EF4-FFF2-40B4-BE49-F238E27FC236}">
                      <a16:creationId xmlns:a16="http://schemas.microsoft.com/office/drawing/2014/main" id="{DA11688A-C061-42E2-A588-0AD072F95DDE}"/>
                    </a:ext>
                  </a:extLst>
                </p:cNvPr>
                <p:cNvPicPr/>
                <p:nvPr/>
              </p:nvPicPr>
              <p:blipFill>
                <a:blip r:embed="rId57"/>
                <a:stretch>
                  <a:fillRect/>
                </a:stretch>
              </p:blipFill>
              <p:spPr>
                <a:xfrm>
                  <a:off x="10367257" y="3242671"/>
                  <a:ext cx="25272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86" name="Ink 85">
                  <a:extLst>
                    <a:ext uri="{FF2B5EF4-FFF2-40B4-BE49-F238E27FC236}">
                      <a16:creationId xmlns:a16="http://schemas.microsoft.com/office/drawing/2014/main" id="{A465A27A-3DA3-4A98-920A-8C28C70669B8}"/>
                    </a:ext>
                  </a:extLst>
                </p14:cNvPr>
                <p14:cNvContentPartPr/>
                <p14:nvPr/>
              </p14:nvContentPartPr>
              <p14:xfrm>
                <a:off x="10684417" y="3110911"/>
                <a:ext cx="866880" cy="355320"/>
              </p14:xfrm>
            </p:contentPart>
          </mc:Choice>
          <mc:Fallback xmlns="">
            <p:pic>
              <p:nvPicPr>
                <p:cNvPr id="86" name="Ink 85">
                  <a:extLst>
                    <a:ext uri="{FF2B5EF4-FFF2-40B4-BE49-F238E27FC236}">
                      <a16:creationId xmlns:a16="http://schemas.microsoft.com/office/drawing/2014/main" id="{A465A27A-3DA3-4A98-920A-8C28C70669B8}"/>
                    </a:ext>
                  </a:extLst>
                </p:cNvPr>
                <p:cNvPicPr/>
                <p:nvPr/>
              </p:nvPicPr>
              <p:blipFill>
                <a:blip r:embed="rId59"/>
                <a:stretch>
                  <a:fillRect/>
                </a:stretch>
              </p:blipFill>
              <p:spPr>
                <a:xfrm>
                  <a:off x="10675417" y="3102271"/>
                  <a:ext cx="884520" cy="3729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87" name="Ink 86">
                  <a:extLst>
                    <a:ext uri="{FF2B5EF4-FFF2-40B4-BE49-F238E27FC236}">
                      <a16:creationId xmlns:a16="http://schemas.microsoft.com/office/drawing/2014/main" id="{67B5E534-4846-4B08-9E99-29CED963D67D}"/>
                    </a:ext>
                  </a:extLst>
                </p14:cNvPr>
                <p14:cNvContentPartPr/>
                <p14:nvPr/>
              </p14:nvContentPartPr>
              <p14:xfrm>
                <a:off x="10930297" y="3186511"/>
                <a:ext cx="42480" cy="97920"/>
              </p14:xfrm>
            </p:contentPart>
          </mc:Choice>
          <mc:Fallback xmlns="">
            <p:pic>
              <p:nvPicPr>
                <p:cNvPr id="87" name="Ink 86">
                  <a:extLst>
                    <a:ext uri="{FF2B5EF4-FFF2-40B4-BE49-F238E27FC236}">
                      <a16:creationId xmlns:a16="http://schemas.microsoft.com/office/drawing/2014/main" id="{67B5E534-4846-4B08-9E99-29CED963D67D}"/>
                    </a:ext>
                  </a:extLst>
                </p:cNvPr>
                <p:cNvPicPr/>
                <p:nvPr/>
              </p:nvPicPr>
              <p:blipFill>
                <a:blip r:embed="rId61"/>
                <a:stretch>
                  <a:fillRect/>
                </a:stretch>
              </p:blipFill>
              <p:spPr>
                <a:xfrm>
                  <a:off x="10921297" y="3177871"/>
                  <a:ext cx="60120" cy="115560"/>
                </a:xfrm>
                <a:prstGeom prst="rect">
                  <a:avLst/>
                </a:prstGeom>
              </p:spPr>
            </p:pic>
          </mc:Fallback>
        </mc:AlternateContent>
      </p:grpSp>
      <p:grpSp>
        <p:nvGrpSpPr>
          <p:cNvPr id="119" name="Group 118">
            <a:extLst>
              <a:ext uri="{FF2B5EF4-FFF2-40B4-BE49-F238E27FC236}">
                <a16:creationId xmlns:a16="http://schemas.microsoft.com/office/drawing/2014/main" id="{C54FED58-8C42-4129-B5D4-99644361E9D9}"/>
              </a:ext>
            </a:extLst>
          </p:cNvPr>
          <p:cNvGrpSpPr/>
          <p:nvPr/>
        </p:nvGrpSpPr>
        <p:grpSpPr>
          <a:xfrm>
            <a:off x="7989457" y="5919991"/>
            <a:ext cx="286920" cy="293400"/>
            <a:chOff x="7989457" y="5919991"/>
            <a:chExt cx="286920" cy="293400"/>
          </a:xfrm>
        </p:grpSpPr>
        <mc:AlternateContent xmlns:mc="http://schemas.openxmlformats.org/markup-compatibility/2006" xmlns:p14="http://schemas.microsoft.com/office/powerpoint/2010/main">
          <mc:Choice Requires="p14">
            <p:contentPart p14:bwMode="auto" r:id="rId62">
              <p14:nvContentPartPr>
                <p14:cNvPr id="110" name="Ink 109">
                  <a:extLst>
                    <a:ext uri="{FF2B5EF4-FFF2-40B4-BE49-F238E27FC236}">
                      <a16:creationId xmlns:a16="http://schemas.microsoft.com/office/drawing/2014/main" id="{222CCA03-EDF9-4B1E-8B53-E0E630B2D6DE}"/>
                    </a:ext>
                  </a:extLst>
                </p14:cNvPr>
                <p14:cNvContentPartPr/>
                <p14:nvPr/>
              </p14:nvContentPartPr>
              <p14:xfrm>
                <a:off x="7989457" y="5919991"/>
                <a:ext cx="286920" cy="293400"/>
              </p14:xfrm>
            </p:contentPart>
          </mc:Choice>
          <mc:Fallback xmlns="">
            <p:pic>
              <p:nvPicPr>
                <p:cNvPr id="110" name="Ink 109">
                  <a:extLst>
                    <a:ext uri="{FF2B5EF4-FFF2-40B4-BE49-F238E27FC236}">
                      <a16:creationId xmlns:a16="http://schemas.microsoft.com/office/drawing/2014/main" id="{222CCA03-EDF9-4B1E-8B53-E0E630B2D6DE}"/>
                    </a:ext>
                  </a:extLst>
                </p:cNvPr>
                <p:cNvPicPr/>
                <p:nvPr/>
              </p:nvPicPr>
              <p:blipFill>
                <a:blip r:embed="rId63"/>
                <a:stretch>
                  <a:fillRect/>
                </a:stretch>
              </p:blipFill>
              <p:spPr>
                <a:xfrm>
                  <a:off x="7980817" y="5910991"/>
                  <a:ext cx="30456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11" name="Ink 110">
                  <a:extLst>
                    <a:ext uri="{FF2B5EF4-FFF2-40B4-BE49-F238E27FC236}">
                      <a16:creationId xmlns:a16="http://schemas.microsoft.com/office/drawing/2014/main" id="{3ABB022D-9606-438B-8F30-D95CFB0D9E8F}"/>
                    </a:ext>
                  </a:extLst>
                </p14:cNvPr>
                <p14:cNvContentPartPr/>
                <p14:nvPr/>
              </p14:nvContentPartPr>
              <p14:xfrm>
                <a:off x="8125897" y="5963911"/>
                <a:ext cx="101880" cy="18720"/>
              </p14:xfrm>
            </p:contentPart>
          </mc:Choice>
          <mc:Fallback xmlns="">
            <p:pic>
              <p:nvPicPr>
                <p:cNvPr id="111" name="Ink 110">
                  <a:extLst>
                    <a:ext uri="{FF2B5EF4-FFF2-40B4-BE49-F238E27FC236}">
                      <a16:creationId xmlns:a16="http://schemas.microsoft.com/office/drawing/2014/main" id="{3ABB022D-9606-438B-8F30-D95CFB0D9E8F}"/>
                    </a:ext>
                  </a:extLst>
                </p:cNvPr>
                <p:cNvPicPr/>
                <p:nvPr/>
              </p:nvPicPr>
              <p:blipFill>
                <a:blip r:embed="rId65"/>
                <a:stretch>
                  <a:fillRect/>
                </a:stretch>
              </p:blipFill>
              <p:spPr>
                <a:xfrm>
                  <a:off x="8116897" y="5954911"/>
                  <a:ext cx="119520" cy="36360"/>
                </a:xfrm>
                <a:prstGeom prst="rect">
                  <a:avLst/>
                </a:prstGeom>
              </p:spPr>
            </p:pic>
          </mc:Fallback>
        </mc:AlternateContent>
      </p:grpSp>
      <p:grpSp>
        <p:nvGrpSpPr>
          <p:cNvPr id="118" name="Group 117">
            <a:extLst>
              <a:ext uri="{FF2B5EF4-FFF2-40B4-BE49-F238E27FC236}">
                <a16:creationId xmlns:a16="http://schemas.microsoft.com/office/drawing/2014/main" id="{3627D3B7-9047-4999-92FE-B0625BE14511}"/>
              </a:ext>
            </a:extLst>
          </p:cNvPr>
          <p:cNvGrpSpPr/>
          <p:nvPr/>
        </p:nvGrpSpPr>
        <p:grpSpPr>
          <a:xfrm>
            <a:off x="8812057" y="5911351"/>
            <a:ext cx="1113480" cy="565560"/>
            <a:chOff x="8812057" y="5911351"/>
            <a:chExt cx="1113480" cy="565560"/>
          </a:xfrm>
        </p:grpSpPr>
        <mc:AlternateContent xmlns:mc="http://schemas.openxmlformats.org/markup-compatibility/2006" xmlns:p14="http://schemas.microsoft.com/office/powerpoint/2010/main">
          <mc:Choice Requires="p14">
            <p:contentPart p14:bwMode="auto" r:id="rId66">
              <p14:nvContentPartPr>
                <p14:cNvPr id="112" name="Ink 111">
                  <a:extLst>
                    <a:ext uri="{FF2B5EF4-FFF2-40B4-BE49-F238E27FC236}">
                      <a16:creationId xmlns:a16="http://schemas.microsoft.com/office/drawing/2014/main" id="{4AF31238-EBB7-452C-8A16-9F9C2B3313AC}"/>
                    </a:ext>
                  </a:extLst>
                </p14:cNvPr>
                <p14:cNvContentPartPr/>
                <p14:nvPr/>
              </p14:nvContentPartPr>
              <p14:xfrm>
                <a:off x="8812057" y="5914231"/>
                <a:ext cx="1113480" cy="562680"/>
              </p14:xfrm>
            </p:contentPart>
          </mc:Choice>
          <mc:Fallback xmlns="">
            <p:pic>
              <p:nvPicPr>
                <p:cNvPr id="112" name="Ink 111">
                  <a:extLst>
                    <a:ext uri="{FF2B5EF4-FFF2-40B4-BE49-F238E27FC236}">
                      <a16:creationId xmlns:a16="http://schemas.microsoft.com/office/drawing/2014/main" id="{4AF31238-EBB7-452C-8A16-9F9C2B3313AC}"/>
                    </a:ext>
                  </a:extLst>
                </p:cNvPr>
                <p:cNvPicPr/>
                <p:nvPr/>
              </p:nvPicPr>
              <p:blipFill>
                <a:blip r:embed="rId67"/>
                <a:stretch>
                  <a:fillRect/>
                </a:stretch>
              </p:blipFill>
              <p:spPr>
                <a:xfrm>
                  <a:off x="8803417" y="5905591"/>
                  <a:ext cx="1131120" cy="5803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13" name="Ink 112">
                  <a:extLst>
                    <a:ext uri="{FF2B5EF4-FFF2-40B4-BE49-F238E27FC236}">
                      <a16:creationId xmlns:a16="http://schemas.microsoft.com/office/drawing/2014/main" id="{ED950E10-4E45-43B8-B1A7-3DE2125EE2A5}"/>
                    </a:ext>
                  </a:extLst>
                </p14:cNvPr>
                <p14:cNvContentPartPr/>
                <p14:nvPr/>
              </p14:nvContentPartPr>
              <p14:xfrm>
                <a:off x="9089257" y="5911351"/>
                <a:ext cx="84240" cy="109800"/>
              </p14:xfrm>
            </p:contentPart>
          </mc:Choice>
          <mc:Fallback xmlns="">
            <p:pic>
              <p:nvPicPr>
                <p:cNvPr id="113" name="Ink 112">
                  <a:extLst>
                    <a:ext uri="{FF2B5EF4-FFF2-40B4-BE49-F238E27FC236}">
                      <a16:creationId xmlns:a16="http://schemas.microsoft.com/office/drawing/2014/main" id="{ED950E10-4E45-43B8-B1A7-3DE2125EE2A5}"/>
                    </a:ext>
                  </a:extLst>
                </p:cNvPr>
                <p:cNvPicPr/>
                <p:nvPr/>
              </p:nvPicPr>
              <p:blipFill>
                <a:blip r:embed="rId69"/>
                <a:stretch>
                  <a:fillRect/>
                </a:stretch>
              </p:blipFill>
              <p:spPr>
                <a:xfrm>
                  <a:off x="9080257" y="5902711"/>
                  <a:ext cx="101880" cy="127440"/>
                </a:xfrm>
                <a:prstGeom prst="rect">
                  <a:avLst/>
                </a:prstGeom>
              </p:spPr>
            </p:pic>
          </mc:Fallback>
        </mc:AlternateContent>
      </p:grpSp>
      <p:grpSp>
        <p:nvGrpSpPr>
          <p:cNvPr id="117" name="Group 116">
            <a:extLst>
              <a:ext uri="{FF2B5EF4-FFF2-40B4-BE49-F238E27FC236}">
                <a16:creationId xmlns:a16="http://schemas.microsoft.com/office/drawing/2014/main" id="{314AE989-BFFC-427A-837B-7696290FDBF8}"/>
              </a:ext>
            </a:extLst>
          </p:cNvPr>
          <p:cNvGrpSpPr/>
          <p:nvPr/>
        </p:nvGrpSpPr>
        <p:grpSpPr>
          <a:xfrm>
            <a:off x="10204177" y="5867431"/>
            <a:ext cx="1261800" cy="759600"/>
            <a:chOff x="10204177" y="5867431"/>
            <a:chExt cx="1261800" cy="759600"/>
          </a:xfrm>
        </p:grpSpPr>
        <mc:AlternateContent xmlns:mc="http://schemas.openxmlformats.org/markup-compatibility/2006" xmlns:p14="http://schemas.microsoft.com/office/powerpoint/2010/main">
          <mc:Choice Requires="p14">
            <p:contentPart p14:bwMode="auto" r:id="rId70">
              <p14:nvContentPartPr>
                <p14:cNvPr id="114" name="Ink 113">
                  <a:extLst>
                    <a:ext uri="{FF2B5EF4-FFF2-40B4-BE49-F238E27FC236}">
                      <a16:creationId xmlns:a16="http://schemas.microsoft.com/office/drawing/2014/main" id="{27D606D6-8B7F-4AD5-B811-16D79FDB8023}"/>
                    </a:ext>
                  </a:extLst>
                </p14:cNvPr>
                <p14:cNvContentPartPr/>
                <p14:nvPr/>
              </p14:nvContentPartPr>
              <p14:xfrm>
                <a:off x="10204177" y="5867431"/>
                <a:ext cx="568800" cy="759600"/>
              </p14:xfrm>
            </p:contentPart>
          </mc:Choice>
          <mc:Fallback xmlns="">
            <p:pic>
              <p:nvPicPr>
                <p:cNvPr id="114" name="Ink 113">
                  <a:extLst>
                    <a:ext uri="{FF2B5EF4-FFF2-40B4-BE49-F238E27FC236}">
                      <a16:creationId xmlns:a16="http://schemas.microsoft.com/office/drawing/2014/main" id="{27D606D6-8B7F-4AD5-B811-16D79FDB8023}"/>
                    </a:ext>
                  </a:extLst>
                </p:cNvPr>
                <p:cNvPicPr/>
                <p:nvPr/>
              </p:nvPicPr>
              <p:blipFill>
                <a:blip r:embed="rId71"/>
                <a:stretch>
                  <a:fillRect/>
                </a:stretch>
              </p:blipFill>
              <p:spPr>
                <a:xfrm>
                  <a:off x="10195537" y="5858791"/>
                  <a:ext cx="586440" cy="7772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15" name="Ink 114">
                  <a:extLst>
                    <a:ext uri="{FF2B5EF4-FFF2-40B4-BE49-F238E27FC236}">
                      <a16:creationId xmlns:a16="http://schemas.microsoft.com/office/drawing/2014/main" id="{42ABD323-7000-4875-865E-37A402535223}"/>
                    </a:ext>
                  </a:extLst>
                </p14:cNvPr>
                <p14:cNvContentPartPr/>
                <p14:nvPr/>
              </p14:nvContentPartPr>
              <p14:xfrm>
                <a:off x="10797817" y="5996671"/>
                <a:ext cx="668160" cy="239400"/>
              </p14:xfrm>
            </p:contentPart>
          </mc:Choice>
          <mc:Fallback xmlns="">
            <p:pic>
              <p:nvPicPr>
                <p:cNvPr id="115" name="Ink 114">
                  <a:extLst>
                    <a:ext uri="{FF2B5EF4-FFF2-40B4-BE49-F238E27FC236}">
                      <a16:creationId xmlns:a16="http://schemas.microsoft.com/office/drawing/2014/main" id="{42ABD323-7000-4875-865E-37A402535223}"/>
                    </a:ext>
                  </a:extLst>
                </p:cNvPr>
                <p:cNvPicPr/>
                <p:nvPr/>
              </p:nvPicPr>
              <p:blipFill>
                <a:blip r:embed="rId73"/>
                <a:stretch>
                  <a:fillRect/>
                </a:stretch>
              </p:blipFill>
              <p:spPr>
                <a:xfrm>
                  <a:off x="10788817" y="5987671"/>
                  <a:ext cx="68580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16" name="Ink 115">
                  <a:extLst>
                    <a:ext uri="{FF2B5EF4-FFF2-40B4-BE49-F238E27FC236}">
                      <a16:creationId xmlns:a16="http://schemas.microsoft.com/office/drawing/2014/main" id="{17323C44-352E-48A9-BD58-65A77EA706FC}"/>
                    </a:ext>
                  </a:extLst>
                </p14:cNvPr>
                <p14:cNvContentPartPr/>
                <p14:nvPr/>
              </p14:nvContentPartPr>
              <p14:xfrm>
                <a:off x="10828417" y="5941951"/>
                <a:ext cx="275400" cy="114480"/>
              </p14:xfrm>
            </p:contentPart>
          </mc:Choice>
          <mc:Fallback xmlns="">
            <p:pic>
              <p:nvPicPr>
                <p:cNvPr id="116" name="Ink 115">
                  <a:extLst>
                    <a:ext uri="{FF2B5EF4-FFF2-40B4-BE49-F238E27FC236}">
                      <a16:creationId xmlns:a16="http://schemas.microsoft.com/office/drawing/2014/main" id="{17323C44-352E-48A9-BD58-65A77EA706FC}"/>
                    </a:ext>
                  </a:extLst>
                </p:cNvPr>
                <p:cNvPicPr/>
                <p:nvPr/>
              </p:nvPicPr>
              <p:blipFill>
                <a:blip r:embed="rId75"/>
                <a:stretch>
                  <a:fillRect/>
                </a:stretch>
              </p:blipFill>
              <p:spPr>
                <a:xfrm>
                  <a:off x="10819777" y="5933311"/>
                  <a:ext cx="293040" cy="132120"/>
                </a:xfrm>
                <a:prstGeom prst="rect">
                  <a:avLst/>
                </a:prstGeom>
              </p:spPr>
            </p:pic>
          </mc:Fallback>
        </mc:AlternateContent>
      </p:grpSp>
      <p:grpSp>
        <p:nvGrpSpPr>
          <p:cNvPr id="153" name="Group 152">
            <a:extLst>
              <a:ext uri="{FF2B5EF4-FFF2-40B4-BE49-F238E27FC236}">
                <a16:creationId xmlns:a16="http://schemas.microsoft.com/office/drawing/2014/main" id="{DB1ED085-AE6E-4168-833A-9CACBD249051}"/>
              </a:ext>
            </a:extLst>
          </p:cNvPr>
          <p:cNvGrpSpPr/>
          <p:nvPr/>
        </p:nvGrpSpPr>
        <p:grpSpPr>
          <a:xfrm>
            <a:off x="341617" y="4736671"/>
            <a:ext cx="7275240" cy="2127600"/>
            <a:chOff x="341617" y="4736671"/>
            <a:chExt cx="7275240" cy="2127600"/>
          </a:xfrm>
        </p:grpSpPr>
        <mc:AlternateContent xmlns:mc="http://schemas.openxmlformats.org/markup-compatibility/2006" xmlns:p14="http://schemas.microsoft.com/office/powerpoint/2010/main">
          <mc:Choice Requires="p14">
            <p:contentPart p14:bwMode="auto" r:id="rId76">
              <p14:nvContentPartPr>
                <p14:cNvPr id="3" name="Ink 2">
                  <a:extLst>
                    <a:ext uri="{FF2B5EF4-FFF2-40B4-BE49-F238E27FC236}">
                      <a16:creationId xmlns:a16="http://schemas.microsoft.com/office/drawing/2014/main" id="{761EC803-50E7-4450-BC14-352546ACEA27}"/>
                    </a:ext>
                  </a:extLst>
                </p14:cNvPr>
                <p14:cNvContentPartPr/>
                <p14:nvPr/>
              </p14:nvContentPartPr>
              <p14:xfrm>
                <a:off x="1153777" y="4736671"/>
                <a:ext cx="196560" cy="448920"/>
              </p14:xfrm>
            </p:contentPart>
          </mc:Choice>
          <mc:Fallback xmlns="">
            <p:pic>
              <p:nvPicPr>
                <p:cNvPr id="3" name="Ink 2">
                  <a:extLst>
                    <a:ext uri="{FF2B5EF4-FFF2-40B4-BE49-F238E27FC236}">
                      <a16:creationId xmlns:a16="http://schemas.microsoft.com/office/drawing/2014/main" id="{761EC803-50E7-4450-BC14-352546ACEA27}"/>
                    </a:ext>
                  </a:extLst>
                </p:cNvPr>
                <p:cNvPicPr/>
                <p:nvPr/>
              </p:nvPicPr>
              <p:blipFill>
                <a:blip r:embed="rId77"/>
                <a:stretch>
                  <a:fillRect/>
                </a:stretch>
              </p:blipFill>
              <p:spPr>
                <a:xfrm>
                  <a:off x="1145137" y="4727671"/>
                  <a:ext cx="214200" cy="4665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 name="Ink 4">
                  <a:extLst>
                    <a:ext uri="{FF2B5EF4-FFF2-40B4-BE49-F238E27FC236}">
                      <a16:creationId xmlns:a16="http://schemas.microsoft.com/office/drawing/2014/main" id="{57D1CE33-C583-431A-BBB8-5FF126944DD2}"/>
                    </a:ext>
                  </a:extLst>
                </p14:cNvPr>
                <p14:cNvContentPartPr/>
                <p14:nvPr/>
              </p14:nvContentPartPr>
              <p14:xfrm>
                <a:off x="1389937" y="4875631"/>
                <a:ext cx="90720" cy="70200"/>
              </p14:xfrm>
            </p:contentPart>
          </mc:Choice>
          <mc:Fallback xmlns="">
            <p:pic>
              <p:nvPicPr>
                <p:cNvPr id="5" name="Ink 4">
                  <a:extLst>
                    <a:ext uri="{FF2B5EF4-FFF2-40B4-BE49-F238E27FC236}">
                      <a16:creationId xmlns:a16="http://schemas.microsoft.com/office/drawing/2014/main" id="{57D1CE33-C583-431A-BBB8-5FF126944DD2}"/>
                    </a:ext>
                  </a:extLst>
                </p:cNvPr>
                <p:cNvPicPr/>
                <p:nvPr/>
              </p:nvPicPr>
              <p:blipFill>
                <a:blip r:embed="rId79"/>
                <a:stretch>
                  <a:fillRect/>
                </a:stretch>
              </p:blipFill>
              <p:spPr>
                <a:xfrm>
                  <a:off x="1381297" y="4866991"/>
                  <a:ext cx="10836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8" name="Ink 7">
                  <a:extLst>
                    <a:ext uri="{FF2B5EF4-FFF2-40B4-BE49-F238E27FC236}">
                      <a16:creationId xmlns:a16="http://schemas.microsoft.com/office/drawing/2014/main" id="{B01E1EBC-A294-4056-905E-A4B0FAC5F2D9}"/>
                    </a:ext>
                  </a:extLst>
                </p14:cNvPr>
                <p14:cNvContentPartPr/>
                <p14:nvPr/>
              </p14:nvContentPartPr>
              <p14:xfrm>
                <a:off x="1664257" y="4823791"/>
                <a:ext cx="136800" cy="128160"/>
              </p14:xfrm>
            </p:contentPart>
          </mc:Choice>
          <mc:Fallback xmlns="">
            <p:pic>
              <p:nvPicPr>
                <p:cNvPr id="8" name="Ink 7">
                  <a:extLst>
                    <a:ext uri="{FF2B5EF4-FFF2-40B4-BE49-F238E27FC236}">
                      <a16:creationId xmlns:a16="http://schemas.microsoft.com/office/drawing/2014/main" id="{B01E1EBC-A294-4056-905E-A4B0FAC5F2D9}"/>
                    </a:ext>
                  </a:extLst>
                </p:cNvPr>
                <p:cNvPicPr/>
                <p:nvPr/>
              </p:nvPicPr>
              <p:blipFill>
                <a:blip r:embed="rId81"/>
                <a:stretch>
                  <a:fillRect/>
                </a:stretch>
              </p:blipFill>
              <p:spPr>
                <a:xfrm>
                  <a:off x="1655617" y="4814791"/>
                  <a:ext cx="15444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0" name="Ink 9">
                  <a:extLst>
                    <a:ext uri="{FF2B5EF4-FFF2-40B4-BE49-F238E27FC236}">
                      <a16:creationId xmlns:a16="http://schemas.microsoft.com/office/drawing/2014/main" id="{5A063968-57A2-42A9-AAA9-28DABACEC89E}"/>
                    </a:ext>
                  </a:extLst>
                </p14:cNvPr>
                <p14:cNvContentPartPr/>
                <p14:nvPr/>
              </p14:nvContentPartPr>
              <p14:xfrm>
                <a:off x="1884577" y="4891471"/>
                <a:ext cx="21960" cy="151200"/>
              </p14:xfrm>
            </p:contentPart>
          </mc:Choice>
          <mc:Fallback xmlns="">
            <p:pic>
              <p:nvPicPr>
                <p:cNvPr id="10" name="Ink 9">
                  <a:extLst>
                    <a:ext uri="{FF2B5EF4-FFF2-40B4-BE49-F238E27FC236}">
                      <a16:creationId xmlns:a16="http://schemas.microsoft.com/office/drawing/2014/main" id="{5A063968-57A2-42A9-AAA9-28DABACEC89E}"/>
                    </a:ext>
                  </a:extLst>
                </p:cNvPr>
                <p:cNvPicPr/>
                <p:nvPr/>
              </p:nvPicPr>
              <p:blipFill>
                <a:blip r:embed="rId83"/>
                <a:stretch>
                  <a:fillRect/>
                </a:stretch>
              </p:blipFill>
              <p:spPr>
                <a:xfrm>
                  <a:off x="1875577" y="4882831"/>
                  <a:ext cx="3960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1" name="Ink 10">
                  <a:extLst>
                    <a:ext uri="{FF2B5EF4-FFF2-40B4-BE49-F238E27FC236}">
                      <a16:creationId xmlns:a16="http://schemas.microsoft.com/office/drawing/2014/main" id="{75818454-FCA6-4903-AA39-217F01C3CE56}"/>
                    </a:ext>
                  </a:extLst>
                </p14:cNvPr>
                <p14:cNvContentPartPr/>
                <p14:nvPr/>
              </p14:nvContentPartPr>
              <p14:xfrm>
                <a:off x="1987897" y="4867351"/>
                <a:ext cx="158760" cy="113760"/>
              </p14:xfrm>
            </p:contentPart>
          </mc:Choice>
          <mc:Fallback xmlns="">
            <p:pic>
              <p:nvPicPr>
                <p:cNvPr id="11" name="Ink 10">
                  <a:extLst>
                    <a:ext uri="{FF2B5EF4-FFF2-40B4-BE49-F238E27FC236}">
                      <a16:creationId xmlns:a16="http://schemas.microsoft.com/office/drawing/2014/main" id="{75818454-FCA6-4903-AA39-217F01C3CE56}"/>
                    </a:ext>
                  </a:extLst>
                </p:cNvPr>
                <p:cNvPicPr/>
                <p:nvPr/>
              </p:nvPicPr>
              <p:blipFill>
                <a:blip r:embed="rId85"/>
                <a:stretch>
                  <a:fillRect/>
                </a:stretch>
              </p:blipFill>
              <p:spPr>
                <a:xfrm>
                  <a:off x="1979257" y="4858351"/>
                  <a:ext cx="17640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2" name="Ink 11">
                  <a:extLst>
                    <a:ext uri="{FF2B5EF4-FFF2-40B4-BE49-F238E27FC236}">
                      <a16:creationId xmlns:a16="http://schemas.microsoft.com/office/drawing/2014/main" id="{6D7D1178-887E-41E2-B740-2D2621065D09}"/>
                    </a:ext>
                  </a:extLst>
                </p14:cNvPr>
                <p14:cNvContentPartPr/>
                <p14:nvPr/>
              </p14:nvContentPartPr>
              <p14:xfrm>
                <a:off x="2193097" y="4931791"/>
                <a:ext cx="15120" cy="109440"/>
              </p14:xfrm>
            </p:contentPart>
          </mc:Choice>
          <mc:Fallback xmlns="">
            <p:pic>
              <p:nvPicPr>
                <p:cNvPr id="12" name="Ink 11">
                  <a:extLst>
                    <a:ext uri="{FF2B5EF4-FFF2-40B4-BE49-F238E27FC236}">
                      <a16:creationId xmlns:a16="http://schemas.microsoft.com/office/drawing/2014/main" id="{6D7D1178-887E-41E2-B740-2D2621065D09}"/>
                    </a:ext>
                  </a:extLst>
                </p:cNvPr>
                <p:cNvPicPr/>
                <p:nvPr/>
              </p:nvPicPr>
              <p:blipFill>
                <a:blip r:embed="rId87"/>
                <a:stretch>
                  <a:fillRect/>
                </a:stretch>
              </p:blipFill>
              <p:spPr>
                <a:xfrm>
                  <a:off x="2184457" y="4923151"/>
                  <a:ext cx="3276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3" name="Ink 12">
                  <a:extLst>
                    <a:ext uri="{FF2B5EF4-FFF2-40B4-BE49-F238E27FC236}">
                      <a16:creationId xmlns:a16="http://schemas.microsoft.com/office/drawing/2014/main" id="{81917DA3-5FB9-4F5A-85AF-96615291BFF9}"/>
                    </a:ext>
                  </a:extLst>
                </p14:cNvPr>
                <p14:cNvContentPartPr/>
                <p14:nvPr/>
              </p14:nvContentPartPr>
              <p14:xfrm>
                <a:off x="2334937" y="4897951"/>
                <a:ext cx="104040" cy="119880"/>
              </p14:xfrm>
            </p:contentPart>
          </mc:Choice>
          <mc:Fallback xmlns="">
            <p:pic>
              <p:nvPicPr>
                <p:cNvPr id="13" name="Ink 12">
                  <a:extLst>
                    <a:ext uri="{FF2B5EF4-FFF2-40B4-BE49-F238E27FC236}">
                      <a16:creationId xmlns:a16="http://schemas.microsoft.com/office/drawing/2014/main" id="{81917DA3-5FB9-4F5A-85AF-96615291BFF9}"/>
                    </a:ext>
                  </a:extLst>
                </p:cNvPr>
                <p:cNvPicPr/>
                <p:nvPr/>
              </p:nvPicPr>
              <p:blipFill>
                <a:blip r:embed="rId89"/>
                <a:stretch>
                  <a:fillRect/>
                </a:stretch>
              </p:blipFill>
              <p:spPr>
                <a:xfrm>
                  <a:off x="2325937" y="4888951"/>
                  <a:ext cx="12168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4" name="Ink 13">
                  <a:extLst>
                    <a:ext uri="{FF2B5EF4-FFF2-40B4-BE49-F238E27FC236}">
                      <a16:creationId xmlns:a16="http://schemas.microsoft.com/office/drawing/2014/main" id="{E0CF9FF8-8AE2-4E7D-94E0-2010859B4B34}"/>
                    </a:ext>
                  </a:extLst>
                </p14:cNvPr>
                <p14:cNvContentPartPr/>
                <p14:nvPr/>
              </p14:nvContentPartPr>
              <p14:xfrm>
                <a:off x="2588377" y="4867351"/>
                <a:ext cx="151560" cy="118080"/>
              </p14:xfrm>
            </p:contentPart>
          </mc:Choice>
          <mc:Fallback xmlns="">
            <p:pic>
              <p:nvPicPr>
                <p:cNvPr id="14" name="Ink 13">
                  <a:extLst>
                    <a:ext uri="{FF2B5EF4-FFF2-40B4-BE49-F238E27FC236}">
                      <a16:creationId xmlns:a16="http://schemas.microsoft.com/office/drawing/2014/main" id="{E0CF9FF8-8AE2-4E7D-94E0-2010859B4B34}"/>
                    </a:ext>
                  </a:extLst>
                </p:cNvPr>
                <p:cNvPicPr/>
                <p:nvPr/>
              </p:nvPicPr>
              <p:blipFill>
                <a:blip r:embed="rId91"/>
                <a:stretch>
                  <a:fillRect/>
                </a:stretch>
              </p:blipFill>
              <p:spPr>
                <a:xfrm>
                  <a:off x="2579737" y="4858351"/>
                  <a:ext cx="16920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6" name="Ink 15">
                  <a:extLst>
                    <a:ext uri="{FF2B5EF4-FFF2-40B4-BE49-F238E27FC236}">
                      <a16:creationId xmlns:a16="http://schemas.microsoft.com/office/drawing/2014/main" id="{64B3119E-76B4-4633-92E4-172649E578EA}"/>
                    </a:ext>
                  </a:extLst>
                </p14:cNvPr>
                <p14:cNvContentPartPr/>
                <p14:nvPr/>
              </p14:nvContentPartPr>
              <p14:xfrm>
                <a:off x="2832817" y="4936111"/>
                <a:ext cx="119880" cy="110160"/>
              </p14:xfrm>
            </p:contentPart>
          </mc:Choice>
          <mc:Fallback xmlns="">
            <p:pic>
              <p:nvPicPr>
                <p:cNvPr id="16" name="Ink 15">
                  <a:extLst>
                    <a:ext uri="{FF2B5EF4-FFF2-40B4-BE49-F238E27FC236}">
                      <a16:creationId xmlns:a16="http://schemas.microsoft.com/office/drawing/2014/main" id="{64B3119E-76B4-4633-92E4-172649E578EA}"/>
                    </a:ext>
                  </a:extLst>
                </p:cNvPr>
                <p:cNvPicPr/>
                <p:nvPr/>
              </p:nvPicPr>
              <p:blipFill>
                <a:blip r:embed="rId93"/>
                <a:stretch>
                  <a:fillRect/>
                </a:stretch>
              </p:blipFill>
              <p:spPr>
                <a:xfrm>
                  <a:off x="2824177" y="4927111"/>
                  <a:ext cx="1375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8" name="Ink 17">
                  <a:extLst>
                    <a:ext uri="{FF2B5EF4-FFF2-40B4-BE49-F238E27FC236}">
                      <a16:creationId xmlns:a16="http://schemas.microsoft.com/office/drawing/2014/main" id="{0A2F96F7-02ED-43EF-ADEB-8BA60EA92CF9}"/>
                    </a:ext>
                  </a:extLst>
                </p14:cNvPr>
                <p14:cNvContentPartPr/>
                <p14:nvPr/>
              </p14:nvContentPartPr>
              <p14:xfrm>
                <a:off x="2913097" y="4881031"/>
                <a:ext cx="176760" cy="150840"/>
              </p14:xfrm>
            </p:contentPart>
          </mc:Choice>
          <mc:Fallback xmlns="">
            <p:pic>
              <p:nvPicPr>
                <p:cNvPr id="18" name="Ink 17">
                  <a:extLst>
                    <a:ext uri="{FF2B5EF4-FFF2-40B4-BE49-F238E27FC236}">
                      <a16:creationId xmlns:a16="http://schemas.microsoft.com/office/drawing/2014/main" id="{0A2F96F7-02ED-43EF-ADEB-8BA60EA92CF9}"/>
                    </a:ext>
                  </a:extLst>
                </p:cNvPr>
                <p:cNvPicPr/>
                <p:nvPr/>
              </p:nvPicPr>
              <p:blipFill>
                <a:blip r:embed="rId95"/>
                <a:stretch>
                  <a:fillRect/>
                </a:stretch>
              </p:blipFill>
              <p:spPr>
                <a:xfrm>
                  <a:off x="2904457" y="4872391"/>
                  <a:ext cx="19440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20" name="Ink 19">
                  <a:extLst>
                    <a:ext uri="{FF2B5EF4-FFF2-40B4-BE49-F238E27FC236}">
                      <a16:creationId xmlns:a16="http://schemas.microsoft.com/office/drawing/2014/main" id="{C40DBD59-3494-411C-B12C-D411A694A447}"/>
                    </a:ext>
                  </a:extLst>
                </p14:cNvPr>
                <p14:cNvContentPartPr/>
                <p14:nvPr/>
              </p14:nvContentPartPr>
              <p14:xfrm>
                <a:off x="3160057" y="4989031"/>
                <a:ext cx="17280" cy="101520"/>
              </p14:xfrm>
            </p:contentPart>
          </mc:Choice>
          <mc:Fallback xmlns="">
            <p:pic>
              <p:nvPicPr>
                <p:cNvPr id="20" name="Ink 19">
                  <a:extLst>
                    <a:ext uri="{FF2B5EF4-FFF2-40B4-BE49-F238E27FC236}">
                      <a16:creationId xmlns:a16="http://schemas.microsoft.com/office/drawing/2014/main" id="{C40DBD59-3494-411C-B12C-D411A694A447}"/>
                    </a:ext>
                  </a:extLst>
                </p:cNvPr>
                <p:cNvPicPr/>
                <p:nvPr/>
              </p:nvPicPr>
              <p:blipFill>
                <a:blip r:embed="rId97"/>
                <a:stretch>
                  <a:fillRect/>
                </a:stretch>
              </p:blipFill>
              <p:spPr>
                <a:xfrm>
                  <a:off x="3151057" y="4980031"/>
                  <a:ext cx="3492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22" name="Ink 21">
                  <a:extLst>
                    <a:ext uri="{FF2B5EF4-FFF2-40B4-BE49-F238E27FC236}">
                      <a16:creationId xmlns:a16="http://schemas.microsoft.com/office/drawing/2014/main" id="{854A7137-F646-4D58-A99C-76A902C20A51}"/>
                    </a:ext>
                  </a:extLst>
                </p14:cNvPr>
                <p14:cNvContentPartPr/>
                <p14:nvPr/>
              </p14:nvContentPartPr>
              <p14:xfrm>
                <a:off x="3232057" y="4805791"/>
                <a:ext cx="115920" cy="104760"/>
              </p14:xfrm>
            </p:contentPart>
          </mc:Choice>
          <mc:Fallback xmlns="">
            <p:pic>
              <p:nvPicPr>
                <p:cNvPr id="22" name="Ink 21">
                  <a:extLst>
                    <a:ext uri="{FF2B5EF4-FFF2-40B4-BE49-F238E27FC236}">
                      <a16:creationId xmlns:a16="http://schemas.microsoft.com/office/drawing/2014/main" id="{854A7137-F646-4D58-A99C-76A902C20A51}"/>
                    </a:ext>
                  </a:extLst>
                </p:cNvPr>
                <p:cNvPicPr/>
                <p:nvPr/>
              </p:nvPicPr>
              <p:blipFill>
                <a:blip r:embed="rId99"/>
                <a:stretch>
                  <a:fillRect/>
                </a:stretch>
              </p:blipFill>
              <p:spPr>
                <a:xfrm>
                  <a:off x="3223417" y="4797151"/>
                  <a:ext cx="13356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25" name="Ink 24">
                  <a:extLst>
                    <a:ext uri="{FF2B5EF4-FFF2-40B4-BE49-F238E27FC236}">
                      <a16:creationId xmlns:a16="http://schemas.microsoft.com/office/drawing/2014/main" id="{6A1D667A-AB29-4FB3-A6E3-51C02B28F98B}"/>
                    </a:ext>
                  </a:extLst>
                </p14:cNvPr>
                <p14:cNvContentPartPr/>
                <p14:nvPr/>
              </p14:nvContentPartPr>
              <p14:xfrm>
                <a:off x="3391537" y="4989031"/>
                <a:ext cx="141120" cy="16200"/>
              </p14:xfrm>
            </p:contentPart>
          </mc:Choice>
          <mc:Fallback xmlns="">
            <p:pic>
              <p:nvPicPr>
                <p:cNvPr id="25" name="Ink 24">
                  <a:extLst>
                    <a:ext uri="{FF2B5EF4-FFF2-40B4-BE49-F238E27FC236}">
                      <a16:creationId xmlns:a16="http://schemas.microsoft.com/office/drawing/2014/main" id="{6A1D667A-AB29-4FB3-A6E3-51C02B28F98B}"/>
                    </a:ext>
                  </a:extLst>
                </p:cNvPr>
                <p:cNvPicPr/>
                <p:nvPr/>
              </p:nvPicPr>
              <p:blipFill>
                <a:blip r:embed="rId101"/>
                <a:stretch>
                  <a:fillRect/>
                </a:stretch>
              </p:blipFill>
              <p:spPr>
                <a:xfrm>
                  <a:off x="3382897" y="4980031"/>
                  <a:ext cx="15876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26" name="Ink 25">
                  <a:extLst>
                    <a:ext uri="{FF2B5EF4-FFF2-40B4-BE49-F238E27FC236}">
                      <a16:creationId xmlns:a16="http://schemas.microsoft.com/office/drawing/2014/main" id="{0C1C3916-D1FE-46D6-A556-151616B04CD9}"/>
                    </a:ext>
                  </a:extLst>
                </p14:cNvPr>
                <p14:cNvContentPartPr/>
                <p14:nvPr/>
              </p14:nvContentPartPr>
              <p14:xfrm>
                <a:off x="3470017" y="4947991"/>
                <a:ext cx="20880" cy="133920"/>
              </p14:xfrm>
            </p:contentPart>
          </mc:Choice>
          <mc:Fallback xmlns="">
            <p:pic>
              <p:nvPicPr>
                <p:cNvPr id="26" name="Ink 25">
                  <a:extLst>
                    <a:ext uri="{FF2B5EF4-FFF2-40B4-BE49-F238E27FC236}">
                      <a16:creationId xmlns:a16="http://schemas.microsoft.com/office/drawing/2014/main" id="{0C1C3916-D1FE-46D6-A556-151616B04CD9}"/>
                    </a:ext>
                  </a:extLst>
                </p:cNvPr>
                <p:cNvPicPr/>
                <p:nvPr/>
              </p:nvPicPr>
              <p:blipFill>
                <a:blip r:embed="rId103"/>
                <a:stretch>
                  <a:fillRect/>
                </a:stretch>
              </p:blipFill>
              <p:spPr>
                <a:xfrm>
                  <a:off x="3461017" y="4938991"/>
                  <a:ext cx="3852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27" name="Ink 26">
                  <a:extLst>
                    <a:ext uri="{FF2B5EF4-FFF2-40B4-BE49-F238E27FC236}">
                      <a16:creationId xmlns:a16="http://schemas.microsoft.com/office/drawing/2014/main" id="{266AFDAF-B3B0-41CB-B317-EA7FB9FB2B8C}"/>
                    </a:ext>
                  </a:extLst>
                </p14:cNvPr>
                <p14:cNvContentPartPr/>
                <p14:nvPr/>
              </p14:nvContentPartPr>
              <p14:xfrm>
                <a:off x="3698257" y="4938271"/>
                <a:ext cx="153000" cy="112320"/>
              </p14:xfrm>
            </p:contentPart>
          </mc:Choice>
          <mc:Fallback xmlns="">
            <p:pic>
              <p:nvPicPr>
                <p:cNvPr id="27" name="Ink 26">
                  <a:extLst>
                    <a:ext uri="{FF2B5EF4-FFF2-40B4-BE49-F238E27FC236}">
                      <a16:creationId xmlns:a16="http://schemas.microsoft.com/office/drawing/2014/main" id="{266AFDAF-B3B0-41CB-B317-EA7FB9FB2B8C}"/>
                    </a:ext>
                  </a:extLst>
                </p:cNvPr>
                <p:cNvPicPr/>
                <p:nvPr/>
              </p:nvPicPr>
              <p:blipFill>
                <a:blip r:embed="rId105"/>
                <a:stretch>
                  <a:fillRect/>
                </a:stretch>
              </p:blipFill>
              <p:spPr>
                <a:xfrm>
                  <a:off x="3689617" y="4929631"/>
                  <a:ext cx="17064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28" name="Ink 27">
                  <a:extLst>
                    <a:ext uri="{FF2B5EF4-FFF2-40B4-BE49-F238E27FC236}">
                      <a16:creationId xmlns:a16="http://schemas.microsoft.com/office/drawing/2014/main" id="{1A84A4C4-7CE0-48DD-81A5-E5895C2C2461}"/>
                    </a:ext>
                  </a:extLst>
                </p14:cNvPr>
                <p14:cNvContentPartPr/>
                <p14:nvPr/>
              </p14:nvContentPartPr>
              <p14:xfrm>
                <a:off x="3909217" y="4979671"/>
                <a:ext cx="83520" cy="136440"/>
              </p14:xfrm>
            </p:contentPart>
          </mc:Choice>
          <mc:Fallback xmlns="">
            <p:pic>
              <p:nvPicPr>
                <p:cNvPr id="28" name="Ink 27">
                  <a:extLst>
                    <a:ext uri="{FF2B5EF4-FFF2-40B4-BE49-F238E27FC236}">
                      <a16:creationId xmlns:a16="http://schemas.microsoft.com/office/drawing/2014/main" id="{1A84A4C4-7CE0-48DD-81A5-E5895C2C2461}"/>
                    </a:ext>
                  </a:extLst>
                </p:cNvPr>
                <p:cNvPicPr/>
                <p:nvPr/>
              </p:nvPicPr>
              <p:blipFill>
                <a:blip r:embed="rId107"/>
                <a:stretch>
                  <a:fillRect/>
                </a:stretch>
              </p:blipFill>
              <p:spPr>
                <a:xfrm>
                  <a:off x="3900217" y="4971031"/>
                  <a:ext cx="10116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31" name="Ink 30">
                  <a:extLst>
                    <a:ext uri="{FF2B5EF4-FFF2-40B4-BE49-F238E27FC236}">
                      <a16:creationId xmlns:a16="http://schemas.microsoft.com/office/drawing/2014/main" id="{18B0E2F6-925A-4164-A701-21BABC42A1E3}"/>
                    </a:ext>
                  </a:extLst>
                </p14:cNvPr>
                <p14:cNvContentPartPr/>
                <p14:nvPr/>
              </p14:nvContentPartPr>
              <p14:xfrm>
                <a:off x="4054657" y="4954831"/>
                <a:ext cx="162720" cy="120960"/>
              </p14:xfrm>
            </p:contentPart>
          </mc:Choice>
          <mc:Fallback xmlns="">
            <p:pic>
              <p:nvPicPr>
                <p:cNvPr id="31" name="Ink 30">
                  <a:extLst>
                    <a:ext uri="{FF2B5EF4-FFF2-40B4-BE49-F238E27FC236}">
                      <a16:creationId xmlns:a16="http://schemas.microsoft.com/office/drawing/2014/main" id="{18B0E2F6-925A-4164-A701-21BABC42A1E3}"/>
                    </a:ext>
                  </a:extLst>
                </p:cNvPr>
                <p:cNvPicPr/>
                <p:nvPr/>
              </p:nvPicPr>
              <p:blipFill>
                <a:blip r:embed="rId109"/>
                <a:stretch>
                  <a:fillRect/>
                </a:stretch>
              </p:blipFill>
              <p:spPr>
                <a:xfrm>
                  <a:off x="4046017" y="4945831"/>
                  <a:ext cx="18036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32" name="Ink 31">
                  <a:extLst>
                    <a:ext uri="{FF2B5EF4-FFF2-40B4-BE49-F238E27FC236}">
                      <a16:creationId xmlns:a16="http://schemas.microsoft.com/office/drawing/2014/main" id="{E33F5298-F5A4-46B1-BB82-17DBA471DA65}"/>
                    </a:ext>
                  </a:extLst>
                </p14:cNvPr>
                <p14:cNvContentPartPr/>
                <p14:nvPr/>
              </p14:nvContentPartPr>
              <p14:xfrm>
                <a:off x="4256977" y="5038351"/>
                <a:ext cx="360" cy="99360"/>
              </p14:xfrm>
            </p:contentPart>
          </mc:Choice>
          <mc:Fallback xmlns="">
            <p:pic>
              <p:nvPicPr>
                <p:cNvPr id="32" name="Ink 31">
                  <a:extLst>
                    <a:ext uri="{FF2B5EF4-FFF2-40B4-BE49-F238E27FC236}">
                      <a16:creationId xmlns:a16="http://schemas.microsoft.com/office/drawing/2014/main" id="{E33F5298-F5A4-46B1-BB82-17DBA471DA65}"/>
                    </a:ext>
                  </a:extLst>
                </p:cNvPr>
                <p:cNvPicPr/>
                <p:nvPr/>
              </p:nvPicPr>
              <p:blipFill>
                <a:blip r:embed="rId111"/>
                <a:stretch>
                  <a:fillRect/>
                </a:stretch>
              </p:blipFill>
              <p:spPr>
                <a:xfrm>
                  <a:off x="4248337" y="5029711"/>
                  <a:ext cx="1800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33" name="Ink 32">
                  <a:extLst>
                    <a:ext uri="{FF2B5EF4-FFF2-40B4-BE49-F238E27FC236}">
                      <a16:creationId xmlns:a16="http://schemas.microsoft.com/office/drawing/2014/main" id="{9DB1B32E-5DC7-4AB1-8FD1-AE1A7AE4EAC2}"/>
                    </a:ext>
                  </a:extLst>
                </p14:cNvPr>
                <p14:cNvContentPartPr/>
                <p14:nvPr/>
              </p14:nvContentPartPr>
              <p14:xfrm>
                <a:off x="4290817" y="4819831"/>
                <a:ext cx="79560" cy="117360"/>
              </p14:xfrm>
            </p:contentPart>
          </mc:Choice>
          <mc:Fallback xmlns="">
            <p:pic>
              <p:nvPicPr>
                <p:cNvPr id="33" name="Ink 32">
                  <a:extLst>
                    <a:ext uri="{FF2B5EF4-FFF2-40B4-BE49-F238E27FC236}">
                      <a16:creationId xmlns:a16="http://schemas.microsoft.com/office/drawing/2014/main" id="{9DB1B32E-5DC7-4AB1-8FD1-AE1A7AE4EAC2}"/>
                    </a:ext>
                  </a:extLst>
                </p:cNvPr>
                <p:cNvPicPr/>
                <p:nvPr/>
              </p:nvPicPr>
              <p:blipFill>
                <a:blip r:embed="rId113"/>
                <a:stretch>
                  <a:fillRect/>
                </a:stretch>
              </p:blipFill>
              <p:spPr>
                <a:xfrm>
                  <a:off x="4281817" y="4811191"/>
                  <a:ext cx="9720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35" name="Ink 34">
                  <a:extLst>
                    <a:ext uri="{FF2B5EF4-FFF2-40B4-BE49-F238E27FC236}">
                      <a16:creationId xmlns:a16="http://schemas.microsoft.com/office/drawing/2014/main" id="{8C32C3AD-2FBD-4EC3-BF9D-AB241BC2F995}"/>
                    </a:ext>
                  </a:extLst>
                </p14:cNvPr>
                <p14:cNvContentPartPr/>
                <p14:nvPr/>
              </p14:nvContentPartPr>
              <p14:xfrm>
                <a:off x="4459297" y="5019271"/>
                <a:ext cx="135720" cy="9000"/>
              </p14:xfrm>
            </p:contentPart>
          </mc:Choice>
          <mc:Fallback xmlns="">
            <p:pic>
              <p:nvPicPr>
                <p:cNvPr id="35" name="Ink 34">
                  <a:extLst>
                    <a:ext uri="{FF2B5EF4-FFF2-40B4-BE49-F238E27FC236}">
                      <a16:creationId xmlns:a16="http://schemas.microsoft.com/office/drawing/2014/main" id="{8C32C3AD-2FBD-4EC3-BF9D-AB241BC2F995}"/>
                    </a:ext>
                  </a:extLst>
                </p:cNvPr>
                <p:cNvPicPr/>
                <p:nvPr/>
              </p:nvPicPr>
              <p:blipFill>
                <a:blip r:embed="rId115"/>
                <a:stretch>
                  <a:fillRect/>
                </a:stretch>
              </p:blipFill>
              <p:spPr>
                <a:xfrm>
                  <a:off x="4450657" y="5010271"/>
                  <a:ext cx="15336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36" name="Ink 35">
                  <a:extLst>
                    <a:ext uri="{FF2B5EF4-FFF2-40B4-BE49-F238E27FC236}">
                      <a16:creationId xmlns:a16="http://schemas.microsoft.com/office/drawing/2014/main" id="{197960C5-49E5-41A1-9F49-54358A8243F6}"/>
                    </a:ext>
                  </a:extLst>
                </p14:cNvPr>
                <p14:cNvContentPartPr/>
                <p14:nvPr/>
              </p14:nvContentPartPr>
              <p14:xfrm>
                <a:off x="4535977" y="4987231"/>
                <a:ext cx="11520" cy="120240"/>
              </p14:xfrm>
            </p:contentPart>
          </mc:Choice>
          <mc:Fallback xmlns="">
            <p:pic>
              <p:nvPicPr>
                <p:cNvPr id="36" name="Ink 35">
                  <a:extLst>
                    <a:ext uri="{FF2B5EF4-FFF2-40B4-BE49-F238E27FC236}">
                      <a16:creationId xmlns:a16="http://schemas.microsoft.com/office/drawing/2014/main" id="{197960C5-49E5-41A1-9F49-54358A8243F6}"/>
                    </a:ext>
                  </a:extLst>
                </p:cNvPr>
                <p:cNvPicPr/>
                <p:nvPr/>
              </p:nvPicPr>
              <p:blipFill>
                <a:blip r:embed="rId117"/>
                <a:stretch>
                  <a:fillRect/>
                </a:stretch>
              </p:blipFill>
              <p:spPr>
                <a:xfrm>
                  <a:off x="4526977" y="4978231"/>
                  <a:ext cx="2916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37" name="Ink 36">
                  <a:extLst>
                    <a:ext uri="{FF2B5EF4-FFF2-40B4-BE49-F238E27FC236}">
                      <a16:creationId xmlns:a16="http://schemas.microsoft.com/office/drawing/2014/main" id="{B1C1E948-7A78-4266-8DB5-882B1E2A7748}"/>
                    </a:ext>
                  </a:extLst>
                </p14:cNvPr>
                <p14:cNvContentPartPr/>
                <p14:nvPr/>
              </p14:nvContentPartPr>
              <p14:xfrm>
                <a:off x="4645057" y="5104591"/>
                <a:ext cx="134640" cy="3600"/>
              </p14:xfrm>
            </p:contentPart>
          </mc:Choice>
          <mc:Fallback xmlns="">
            <p:pic>
              <p:nvPicPr>
                <p:cNvPr id="37" name="Ink 36">
                  <a:extLst>
                    <a:ext uri="{FF2B5EF4-FFF2-40B4-BE49-F238E27FC236}">
                      <a16:creationId xmlns:a16="http://schemas.microsoft.com/office/drawing/2014/main" id="{B1C1E948-7A78-4266-8DB5-882B1E2A7748}"/>
                    </a:ext>
                  </a:extLst>
                </p:cNvPr>
                <p:cNvPicPr/>
                <p:nvPr/>
              </p:nvPicPr>
              <p:blipFill>
                <a:blip r:embed="rId119"/>
                <a:stretch>
                  <a:fillRect/>
                </a:stretch>
              </p:blipFill>
              <p:spPr>
                <a:xfrm>
                  <a:off x="4636417" y="5095951"/>
                  <a:ext cx="15228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38" name="Ink 37">
                  <a:extLst>
                    <a:ext uri="{FF2B5EF4-FFF2-40B4-BE49-F238E27FC236}">
                      <a16:creationId xmlns:a16="http://schemas.microsoft.com/office/drawing/2014/main" id="{5AB62F0A-596C-44B7-8A7D-0172B745F405}"/>
                    </a:ext>
                  </a:extLst>
                </p14:cNvPr>
                <p14:cNvContentPartPr/>
                <p14:nvPr/>
              </p14:nvContentPartPr>
              <p14:xfrm>
                <a:off x="4839097" y="5108911"/>
                <a:ext cx="6840" cy="7200"/>
              </p14:xfrm>
            </p:contentPart>
          </mc:Choice>
          <mc:Fallback xmlns="">
            <p:pic>
              <p:nvPicPr>
                <p:cNvPr id="38" name="Ink 37">
                  <a:extLst>
                    <a:ext uri="{FF2B5EF4-FFF2-40B4-BE49-F238E27FC236}">
                      <a16:creationId xmlns:a16="http://schemas.microsoft.com/office/drawing/2014/main" id="{5AB62F0A-596C-44B7-8A7D-0172B745F405}"/>
                    </a:ext>
                  </a:extLst>
                </p:cNvPr>
                <p:cNvPicPr/>
                <p:nvPr/>
              </p:nvPicPr>
              <p:blipFill>
                <a:blip r:embed="rId121"/>
                <a:stretch>
                  <a:fillRect/>
                </a:stretch>
              </p:blipFill>
              <p:spPr>
                <a:xfrm>
                  <a:off x="4830097" y="5099911"/>
                  <a:ext cx="2448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39" name="Ink 38">
                  <a:extLst>
                    <a:ext uri="{FF2B5EF4-FFF2-40B4-BE49-F238E27FC236}">
                      <a16:creationId xmlns:a16="http://schemas.microsoft.com/office/drawing/2014/main" id="{98E69DE5-34D0-472A-9D03-3838430E343C}"/>
                    </a:ext>
                  </a:extLst>
                </p14:cNvPr>
                <p14:cNvContentPartPr/>
                <p14:nvPr/>
              </p14:nvContentPartPr>
              <p14:xfrm>
                <a:off x="4989577" y="5042671"/>
                <a:ext cx="82080" cy="5400"/>
              </p14:xfrm>
            </p:contentPart>
          </mc:Choice>
          <mc:Fallback xmlns="">
            <p:pic>
              <p:nvPicPr>
                <p:cNvPr id="39" name="Ink 38">
                  <a:extLst>
                    <a:ext uri="{FF2B5EF4-FFF2-40B4-BE49-F238E27FC236}">
                      <a16:creationId xmlns:a16="http://schemas.microsoft.com/office/drawing/2014/main" id="{98E69DE5-34D0-472A-9D03-3838430E343C}"/>
                    </a:ext>
                  </a:extLst>
                </p:cNvPr>
                <p:cNvPicPr/>
                <p:nvPr/>
              </p:nvPicPr>
              <p:blipFill>
                <a:blip r:embed="rId123"/>
                <a:stretch>
                  <a:fillRect/>
                </a:stretch>
              </p:blipFill>
              <p:spPr>
                <a:xfrm>
                  <a:off x="4980577" y="5033671"/>
                  <a:ext cx="9972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40" name="Ink 39">
                  <a:extLst>
                    <a:ext uri="{FF2B5EF4-FFF2-40B4-BE49-F238E27FC236}">
                      <a16:creationId xmlns:a16="http://schemas.microsoft.com/office/drawing/2014/main" id="{C3E629EA-A36E-429F-88B3-4DD44C732D4B}"/>
                    </a:ext>
                  </a:extLst>
                </p14:cNvPr>
                <p14:cNvContentPartPr/>
                <p14:nvPr/>
              </p14:nvContentPartPr>
              <p14:xfrm>
                <a:off x="5022337" y="5008111"/>
                <a:ext cx="12960" cy="114480"/>
              </p14:xfrm>
            </p:contentPart>
          </mc:Choice>
          <mc:Fallback xmlns="">
            <p:pic>
              <p:nvPicPr>
                <p:cNvPr id="40" name="Ink 39">
                  <a:extLst>
                    <a:ext uri="{FF2B5EF4-FFF2-40B4-BE49-F238E27FC236}">
                      <a16:creationId xmlns:a16="http://schemas.microsoft.com/office/drawing/2014/main" id="{C3E629EA-A36E-429F-88B3-4DD44C732D4B}"/>
                    </a:ext>
                  </a:extLst>
                </p:cNvPr>
                <p:cNvPicPr/>
                <p:nvPr/>
              </p:nvPicPr>
              <p:blipFill>
                <a:blip r:embed="rId125"/>
                <a:stretch>
                  <a:fillRect/>
                </a:stretch>
              </p:blipFill>
              <p:spPr>
                <a:xfrm>
                  <a:off x="5013337" y="4999111"/>
                  <a:ext cx="306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41" name="Ink 40">
                  <a:extLst>
                    <a:ext uri="{FF2B5EF4-FFF2-40B4-BE49-F238E27FC236}">
                      <a16:creationId xmlns:a16="http://schemas.microsoft.com/office/drawing/2014/main" id="{26AC5008-CF22-4276-959F-F276C2293C98}"/>
                    </a:ext>
                  </a:extLst>
                </p14:cNvPr>
                <p14:cNvContentPartPr/>
                <p14:nvPr/>
              </p14:nvContentPartPr>
              <p14:xfrm>
                <a:off x="5280097" y="4963471"/>
                <a:ext cx="128880" cy="110520"/>
              </p14:xfrm>
            </p:contentPart>
          </mc:Choice>
          <mc:Fallback xmlns="">
            <p:pic>
              <p:nvPicPr>
                <p:cNvPr id="41" name="Ink 40">
                  <a:extLst>
                    <a:ext uri="{FF2B5EF4-FFF2-40B4-BE49-F238E27FC236}">
                      <a16:creationId xmlns:a16="http://schemas.microsoft.com/office/drawing/2014/main" id="{26AC5008-CF22-4276-959F-F276C2293C98}"/>
                    </a:ext>
                  </a:extLst>
                </p:cNvPr>
                <p:cNvPicPr/>
                <p:nvPr/>
              </p:nvPicPr>
              <p:blipFill>
                <a:blip r:embed="rId127"/>
                <a:stretch>
                  <a:fillRect/>
                </a:stretch>
              </p:blipFill>
              <p:spPr>
                <a:xfrm>
                  <a:off x="5271457" y="4954471"/>
                  <a:ext cx="14652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42" name="Ink 41">
                  <a:extLst>
                    <a:ext uri="{FF2B5EF4-FFF2-40B4-BE49-F238E27FC236}">
                      <a16:creationId xmlns:a16="http://schemas.microsoft.com/office/drawing/2014/main" id="{B0E75CB0-A9DB-4B7E-9EDD-5F09BF9C613A}"/>
                    </a:ext>
                  </a:extLst>
                </p14:cNvPr>
                <p14:cNvContentPartPr/>
                <p14:nvPr/>
              </p14:nvContentPartPr>
              <p14:xfrm>
                <a:off x="5469457" y="5065351"/>
                <a:ext cx="101880" cy="76680"/>
              </p14:xfrm>
            </p:contentPart>
          </mc:Choice>
          <mc:Fallback xmlns="">
            <p:pic>
              <p:nvPicPr>
                <p:cNvPr id="42" name="Ink 41">
                  <a:extLst>
                    <a:ext uri="{FF2B5EF4-FFF2-40B4-BE49-F238E27FC236}">
                      <a16:creationId xmlns:a16="http://schemas.microsoft.com/office/drawing/2014/main" id="{B0E75CB0-A9DB-4B7E-9EDD-5F09BF9C613A}"/>
                    </a:ext>
                  </a:extLst>
                </p:cNvPr>
                <p:cNvPicPr/>
                <p:nvPr/>
              </p:nvPicPr>
              <p:blipFill>
                <a:blip r:embed="rId129"/>
                <a:stretch>
                  <a:fillRect/>
                </a:stretch>
              </p:blipFill>
              <p:spPr>
                <a:xfrm>
                  <a:off x="5460817" y="5056711"/>
                  <a:ext cx="11952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43" name="Ink 42">
                  <a:extLst>
                    <a:ext uri="{FF2B5EF4-FFF2-40B4-BE49-F238E27FC236}">
                      <a16:creationId xmlns:a16="http://schemas.microsoft.com/office/drawing/2014/main" id="{F172D0FA-F48B-4E58-B674-4ED97636F451}"/>
                    </a:ext>
                  </a:extLst>
                </p14:cNvPr>
                <p14:cNvContentPartPr/>
                <p14:nvPr/>
              </p14:nvContentPartPr>
              <p14:xfrm>
                <a:off x="5658097" y="4989391"/>
                <a:ext cx="158760" cy="128160"/>
              </p14:xfrm>
            </p:contentPart>
          </mc:Choice>
          <mc:Fallback xmlns="">
            <p:pic>
              <p:nvPicPr>
                <p:cNvPr id="43" name="Ink 42">
                  <a:extLst>
                    <a:ext uri="{FF2B5EF4-FFF2-40B4-BE49-F238E27FC236}">
                      <a16:creationId xmlns:a16="http://schemas.microsoft.com/office/drawing/2014/main" id="{F172D0FA-F48B-4E58-B674-4ED97636F451}"/>
                    </a:ext>
                  </a:extLst>
                </p:cNvPr>
                <p:cNvPicPr/>
                <p:nvPr/>
              </p:nvPicPr>
              <p:blipFill>
                <a:blip r:embed="rId131"/>
                <a:stretch>
                  <a:fillRect/>
                </a:stretch>
              </p:blipFill>
              <p:spPr>
                <a:xfrm>
                  <a:off x="5649097" y="4980391"/>
                  <a:ext cx="17640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44" name="Ink 43">
                  <a:extLst>
                    <a:ext uri="{FF2B5EF4-FFF2-40B4-BE49-F238E27FC236}">
                      <a16:creationId xmlns:a16="http://schemas.microsoft.com/office/drawing/2014/main" id="{5C06D8AD-79FB-42C3-A80A-13C3E50F53A2}"/>
                    </a:ext>
                  </a:extLst>
                </p14:cNvPr>
                <p14:cNvContentPartPr/>
                <p14:nvPr/>
              </p14:nvContentPartPr>
              <p14:xfrm>
                <a:off x="5885617" y="5074711"/>
                <a:ext cx="14400" cy="86760"/>
              </p14:xfrm>
            </p:contentPart>
          </mc:Choice>
          <mc:Fallback xmlns="">
            <p:pic>
              <p:nvPicPr>
                <p:cNvPr id="44" name="Ink 43">
                  <a:extLst>
                    <a:ext uri="{FF2B5EF4-FFF2-40B4-BE49-F238E27FC236}">
                      <a16:creationId xmlns:a16="http://schemas.microsoft.com/office/drawing/2014/main" id="{5C06D8AD-79FB-42C3-A80A-13C3E50F53A2}"/>
                    </a:ext>
                  </a:extLst>
                </p:cNvPr>
                <p:cNvPicPr/>
                <p:nvPr/>
              </p:nvPicPr>
              <p:blipFill>
                <a:blip r:embed="rId133"/>
                <a:stretch>
                  <a:fillRect/>
                </a:stretch>
              </p:blipFill>
              <p:spPr>
                <a:xfrm>
                  <a:off x="5876617" y="5065711"/>
                  <a:ext cx="3204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45" name="Ink 44">
                  <a:extLst>
                    <a:ext uri="{FF2B5EF4-FFF2-40B4-BE49-F238E27FC236}">
                      <a16:creationId xmlns:a16="http://schemas.microsoft.com/office/drawing/2014/main" id="{DC0595D8-AC14-42DF-A569-31D846DDE6A7}"/>
                    </a:ext>
                  </a:extLst>
                </p14:cNvPr>
                <p14:cNvContentPartPr/>
                <p14:nvPr/>
              </p14:nvContentPartPr>
              <p14:xfrm>
                <a:off x="5924137" y="4858711"/>
                <a:ext cx="114120" cy="111240"/>
              </p14:xfrm>
            </p:contentPart>
          </mc:Choice>
          <mc:Fallback xmlns="">
            <p:pic>
              <p:nvPicPr>
                <p:cNvPr id="45" name="Ink 44">
                  <a:extLst>
                    <a:ext uri="{FF2B5EF4-FFF2-40B4-BE49-F238E27FC236}">
                      <a16:creationId xmlns:a16="http://schemas.microsoft.com/office/drawing/2014/main" id="{DC0595D8-AC14-42DF-A569-31D846DDE6A7}"/>
                    </a:ext>
                  </a:extLst>
                </p:cNvPr>
                <p:cNvPicPr/>
                <p:nvPr/>
              </p:nvPicPr>
              <p:blipFill>
                <a:blip r:embed="rId135"/>
                <a:stretch>
                  <a:fillRect/>
                </a:stretch>
              </p:blipFill>
              <p:spPr>
                <a:xfrm>
                  <a:off x="5915497" y="4850071"/>
                  <a:ext cx="13176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46" name="Ink 45">
                  <a:extLst>
                    <a:ext uri="{FF2B5EF4-FFF2-40B4-BE49-F238E27FC236}">
                      <a16:creationId xmlns:a16="http://schemas.microsoft.com/office/drawing/2014/main" id="{B246A44C-AC53-4F25-A30E-231513D881A6}"/>
                    </a:ext>
                  </a:extLst>
                </p14:cNvPr>
                <p14:cNvContentPartPr/>
                <p14:nvPr/>
              </p14:nvContentPartPr>
              <p14:xfrm>
                <a:off x="6124297" y="5095591"/>
                <a:ext cx="164880" cy="6120"/>
              </p14:xfrm>
            </p:contentPart>
          </mc:Choice>
          <mc:Fallback xmlns="">
            <p:pic>
              <p:nvPicPr>
                <p:cNvPr id="46" name="Ink 45">
                  <a:extLst>
                    <a:ext uri="{FF2B5EF4-FFF2-40B4-BE49-F238E27FC236}">
                      <a16:creationId xmlns:a16="http://schemas.microsoft.com/office/drawing/2014/main" id="{B246A44C-AC53-4F25-A30E-231513D881A6}"/>
                    </a:ext>
                  </a:extLst>
                </p:cNvPr>
                <p:cNvPicPr/>
                <p:nvPr/>
              </p:nvPicPr>
              <p:blipFill>
                <a:blip r:embed="rId137"/>
                <a:stretch>
                  <a:fillRect/>
                </a:stretch>
              </p:blipFill>
              <p:spPr>
                <a:xfrm>
                  <a:off x="6115297" y="5086591"/>
                  <a:ext cx="18252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47" name="Ink 46">
                  <a:extLst>
                    <a:ext uri="{FF2B5EF4-FFF2-40B4-BE49-F238E27FC236}">
                      <a16:creationId xmlns:a16="http://schemas.microsoft.com/office/drawing/2014/main" id="{69EAB268-07CF-4E95-965A-2BE2A2B5177B}"/>
                    </a:ext>
                  </a:extLst>
                </p14:cNvPr>
                <p14:cNvContentPartPr/>
                <p14:nvPr/>
              </p14:nvContentPartPr>
              <p14:xfrm>
                <a:off x="6191257" y="5053471"/>
                <a:ext cx="16200" cy="128880"/>
              </p14:xfrm>
            </p:contentPart>
          </mc:Choice>
          <mc:Fallback xmlns="">
            <p:pic>
              <p:nvPicPr>
                <p:cNvPr id="47" name="Ink 46">
                  <a:extLst>
                    <a:ext uri="{FF2B5EF4-FFF2-40B4-BE49-F238E27FC236}">
                      <a16:creationId xmlns:a16="http://schemas.microsoft.com/office/drawing/2014/main" id="{69EAB268-07CF-4E95-965A-2BE2A2B5177B}"/>
                    </a:ext>
                  </a:extLst>
                </p:cNvPr>
                <p:cNvPicPr/>
                <p:nvPr/>
              </p:nvPicPr>
              <p:blipFill>
                <a:blip r:embed="rId139"/>
                <a:stretch>
                  <a:fillRect/>
                </a:stretch>
              </p:blipFill>
              <p:spPr>
                <a:xfrm>
                  <a:off x="6182617" y="5044831"/>
                  <a:ext cx="3384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48" name="Ink 47">
                  <a:extLst>
                    <a:ext uri="{FF2B5EF4-FFF2-40B4-BE49-F238E27FC236}">
                      <a16:creationId xmlns:a16="http://schemas.microsoft.com/office/drawing/2014/main" id="{083F089E-9669-4FE7-B5E4-EA3E6380A628}"/>
                    </a:ext>
                  </a:extLst>
                </p14:cNvPr>
                <p14:cNvContentPartPr/>
                <p14:nvPr/>
              </p14:nvContentPartPr>
              <p14:xfrm>
                <a:off x="6367657" y="4976431"/>
                <a:ext cx="119160" cy="228600"/>
              </p14:xfrm>
            </p:contentPart>
          </mc:Choice>
          <mc:Fallback xmlns="">
            <p:pic>
              <p:nvPicPr>
                <p:cNvPr id="48" name="Ink 47">
                  <a:extLst>
                    <a:ext uri="{FF2B5EF4-FFF2-40B4-BE49-F238E27FC236}">
                      <a16:creationId xmlns:a16="http://schemas.microsoft.com/office/drawing/2014/main" id="{083F089E-9669-4FE7-B5E4-EA3E6380A628}"/>
                    </a:ext>
                  </a:extLst>
                </p:cNvPr>
                <p:cNvPicPr/>
                <p:nvPr/>
              </p:nvPicPr>
              <p:blipFill>
                <a:blip r:embed="rId141"/>
                <a:stretch>
                  <a:fillRect/>
                </a:stretch>
              </p:blipFill>
              <p:spPr>
                <a:xfrm>
                  <a:off x="6358657" y="4967431"/>
                  <a:ext cx="13680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9" name="Ink 88">
                  <a:extLst>
                    <a:ext uri="{FF2B5EF4-FFF2-40B4-BE49-F238E27FC236}">
                      <a16:creationId xmlns:a16="http://schemas.microsoft.com/office/drawing/2014/main" id="{517B50D8-5ADD-41BC-B8BB-EA8BA0E9AD74}"/>
                    </a:ext>
                  </a:extLst>
                </p14:cNvPr>
                <p14:cNvContentPartPr/>
                <p14:nvPr/>
              </p14:nvContentPartPr>
              <p14:xfrm>
                <a:off x="341617" y="5677711"/>
                <a:ext cx="381240" cy="252000"/>
              </p14:xfrm>
            </p:contentPart>
          </mc:Choice>
          <mc:Fallback xmlns="">
            <p:pic>
              <p:nvPicPr>
                <p:cNvPr id="89" name="Ink 88">
                  <a:extLst>
                    <a:ext uri="{FF2B5EF4-FFF2-40B4-BE49-F238E27FC236}">
                      <a16:creationId xmlns:a16="http://schemas.microsoft.com/office/drawing/2014/main" id="{517B50D8-5ADD-41BC-B8BB-EA8BA0E9AD74}"/>
                    </a:ext>
                  </a:extLst>
                </p:cNvPr>
                <p:cNvPicPr/>
                <p:nvPr/>
              </p:nvPicPr>
              <p:blipFill>
                <a:blip r:embed="rId143"/>
                <a:stretch>
                  <a:fillRect/>
                </a:stretch>
              </p:blipFill>
              <p:spPr>
                <a:xfrm>
                  <a:off x="332617" y="5669071"/>
                  <a:ext cx="39888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0" name="Ink 89">
                  <a:extLst>
                    <a:ext uri="{FF2B5EF4-FFF2-40B4-BE49-F238E27FC236}">
                      <a16:creationId xmlns:a16="http://schemas.microsoft.com/office/drawing/2014/main" id="{90E92BA8-87A3-4E82-A1CB-3DAF21BDB23D}"/>
                    </a:ext>
                  </a:extLst>
                </p14:cNvPr>
                <p14:cNvContentPartPr/>
                <p14:nvPr/>
              </p14:nvContentPartPr>
              <p14:xfrm>
                <a:off x="1049017" y="5735671"/>
                <a:ext cx="691200" cy="283320"/>
              </p14:xfrm>
            </p:contentPart>
          </mc:Choice>
          <mc:Fallback xmlns="">
            <p:pic>
              <p:nvPicPr>
                <p:cNvPr id="90" name="Ink 89">
                  <a:extLst>
                    <a:ext uri="{FF2B5EF4-FFF2-40B4-BE49-F238E27FC236}">
                      <a16:creationId xmlns:a16="http://schemas.microsoft.com/office/drawing/2014/main" id="{90E92BA8-87A3-4E82-A1CB-3DAF21BDB23D}"/>
                    </a:ext>
                  </a:extLst>
                </p:cNvPr>
                <p:cNvPicPr/>
                <p:nvPr/>
              </p:nvPicPr>
              <p:blipFill>
                <a:blip r:embed="rId145"/>
                <a:stretch>
                  <a:fillRect/>
                </a:stretch>
              </p:blipFill>
              <p:spPr>
                <a:xfrm>
                  <a:off x="1040377" y="5727031"/>
                  <a:ext cx="70884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1" name="Ink 90">
                  <a:extLst>
                    <a:ext uri="{FF2B5EF4-FFF2-40B4-BE49-F238E27FC236}">
                      <a16:creationId xmlns:a16="http://schemas.microsoft.com/office/drawing/2014/main" id="{C809B65B-CB1E-4D2B-AE11-9E58618AB2AD}"/>
                    </a:ext>
                  </a:extLst>
                </p14:cNvPr>
                <p14:cNvContentPartPr/>
                <p14:nvPr/>
              </p14:nvContentPartPr>
              <p14:xfrm>
                <a:off x="1681177" y="5840431"/>
                <a:ext cx="99360" cy="11160"/>
              </p14:xfrm>
            </p:contentPart>
          </mc:Choice>
          <mc:Fallback xmlns="">
            <p:pic>
              <p:nvPicPr>
                <p:cNvPr id="91" name="Ink 90">
                  <a:extLst>
                    <a:ext uri="{FF2B5EF4-FFF2-40B4-BE49-F238E27FC236}">
                      <a16:creationId xmlns:a16="http://schemas.microsoft.com/office/drawing/2014/main" id="{C809B65B-CB1E-4D2B-AE11-9E58618AB2AD}"/>
                    </a:ext>
                  </a:extLst>
                </p:cNvPr>
                <p:cNvPicPr/>
                <p:nvPr/>
              </p:nvPicPr>
              <p:blipFill>
                <a:blip r:embed="rId147"/>
                <a:stretch>
                  <a:fillRect/>
                </a:stretch>
              </p:blipFill>
              <p:spPr>
                <a:xfrm>
                  <a:off x="1672177" y="5831791"/>
                  <a:ext cx="11700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2" name="Ink 91">
                  <a:extLst>
                    <a:ext uri="{FF2B5EF4-FFF2-40B4-BE49-F238E27FC236}">
                      <a16:creationId xmlns:a16="http://schemas.microsoft.com/office/drawing/2014/main" id="{7105899F-FAB0-43D6-9B9A-4DDCA786613B}"/>
                    </a:ext>
                  </a:extLst>
                </p14:cNvPr>
                <p14:cNvContentPartPr/>
                <p14:nvPr/>
              </p14:nvContentPartPr>
              <p14:xfrm>
                <a:off x="2073217" y="5820631"/>
                <a:ext cx="243000" cy="244440"/>
              </p14:xfrm>
            </p:contentPart>
          </mc:Choice>
          <mc:Fallback xmlns="">
            <p:pic>
              <p:nvPicPr>
                <p:cNvPr id="92" name="Ink 91">
                  <a:extLst>
                    <a:ext uri="{FF2B5EF4-FFF2-40B4-BE49-F238E27FC236}">
                      <a16:creationId xmlns:a16="http://schemas.microsoft.com/office/drawing/2014/main" id="{7105899F-FAB0-43D6-9B9A-4DDCA786613B}"/>
                    </a:ext>
                  </a:extLst>
                </p:cNvPr>
                <p:cNvPicPr/>
                <p:nvPr/>
              </p:nvPicPr>
              <p:blipFill>
                <a:blip r:embed="rId149"/>
                <a:stretch>
                  <a:fillRect/>
                </a:stretch>
              </p:blipFill>
              <p:spPr>
                <a:xfrm>
                  <a:off x="2064217" y="5811631"/>
                  <a:ext cx="26064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3" name="Ink 92">
                  <a:extLst>
                    <a:ext uri="{FF2B5EF4-FFF2-40B4-BE49-F238E27FC236}">
                      <a16:creationId xmlns:a16="http://schemas.microsoft.com/office/drawing/2014/main" id="{507C5F5E-82B9-405F-8EE1-08FFC2F58240}"/>
                    </a:ext>
                  </a:extLst>
                </p14:cNvPr>
                <p14:cNvContentPartPr/>
                <p14:nvPr/>
              </p14:nvContentPartPr>
              <p14:xfrm>
                <a:off x="2194897" y="5860591"/>
                <a:ext cx="82440" cy="17280"/>
              </p14:xfrm>
            </p:contentPart>
          </mc:Choice>
          <mc:Fallback xmlns="">
            <p:pic>
              <p:nvPicPr>
                <p:cNvPr id="93" name="Ink 92">
                  <a:extLst>
                    <a:ext uri="{FF2B5EF4-FFF2-40B4-BE49-F238E27FC236}">
                      <a16:creationId xmlns:a16="http://schemas.microsoft.com/office/drawing/2014/main" id="{507C5F5E-82B9-405F-8EE1-08FFC2F58240}"/>
                    </a:ext>
                  </a:extLst>
                </p:cNvPr>
                <p:cNvPicPr/>
                <p:nvPr/>
              </p:nvPicPr>
              <p:blipFill>
                <a:blip r:embed="rId151"/>
                <a:stretch>
                  <a:fillRect/>
                </a:stretch>
              </p:blipFill>
              <p:spPr>
                <a:xfrm>
                  <a:off x="2186257" y="5851951"/>
                  <a:ext cx="10008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4" name="Ink 93">
                  <a:extLst>
                    <a:ext uri="{FF2B5EF4-FFF2-40B4-BE49-F238E27FC236}">
                      <a16:creationId xmlns:a16="http://schemas.microsoft.com/office/drawing/2014/main" id="{58F12BFE-248A-4289-87C8-4589119EAF4D}"/>
                    </a:ext>
                  </a:extLst>
                </p14:cNvPr>
                <p14:cNvContentPartPr/>
                <p14:nvPr/>
              </p14:nvContentPartPr>
              <p14:xfrm>
                <a:off x="2731657" y="5862751"/>
                <a:ext cx="1239480" cy="662760"/>
              </p14:xfrm>
            </p:contentPart>
          </mc:Choice>
          <mc:Fallback xmlns="">
            <p:pic>
              <p:nvPicPr>
                <p:cNvPr id="94" name="Ink 93">
                  <a:extLst>
                    <a:ext uri="{FF2B5EF4-FFF2-40B4-BE49-F238E27FC236}">
                      <a16:creationId xmlns:a16="http://schemas.microsoft.com/office/drawing/2014/main" id="{58F12BFE-248A-4289-87C8-4589119EAF4D}"/>
                    </a:ext>
                  </a:extLst>
                </p:cNvPr>
                <p:cNvPicPr/>
                <p:nvPr/>
              </p:nvPicPr>
              <p:blipFill>
                <a:blip r:embed="rId153"/>
                <a:stretch>
                  <a:fillRect/>
                </a:stretch>
              </p:blipFill>
              <p:spPr>
                <a:xfrm>
                  <a:off x="2722657" y="5853751"/>
                  <a:ext cx="1257120" cy="6804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5" name="Ink 94">
                  <a:extLst>
                    <a:ext uri="{FF2B5EF4-FFF2-40B4-BE49-F238E27FC236}">
                      <a16:creationId xmlns:a16="http://schemas.microsoft.com/office/drawing/2014/main" id="{74038D49-1512-4979-B555-3186CB855625}"/>
                    </a:ext>
                  </a:extLst>
                </p14:cNvPr>
                <p14:cNvContentPartPr/>
                <p14:nvPr/>
              </p14:nvContentPartPr>
              <p14:xfrm>
                <a:off x="3582697" y="5750791"/>
                <a:ext cx="18000" cy="24840"/>
              </p14:xfrm>
            </p:contentPart>
          </mc:Choice>
          <mc:Fallback xmlns="">
            <p:pic>
              <p:nvPicPr>
                <p:cNvPr id="95" name="Ink 94">
                  <a:extLst>
                    <a:ext uri="{FF2B5EF4-FFF2-40B4-BE49-F238E27FC236}">
                      <a16:creationId xmlns:a16="http://schemas.microsoft.com/office/drawing/2014/main" id="{74038D49-1512-4979-B555-3186CB855625}"/>
                    </a:ext>
                  </a:extLst>
                </p:cNvPr>
                <p:cNvPicPr/>
                <p:nvPr/>
              </p:nvPicPr>
              <p:blipFill>
                <a:blip r:embed="rId155"/>
                <a:stretch>
                  <a:fillRect/>
                </a:stretch>
              </p:blipFill>
              <p:spPr>
                <a:xfrm>
                  <a:off x="3574057" y="5741791"/>
                  <a:ext cx="3564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6" name="Ink 95">
                  <a:extLst>
                    <a:ext uri="{FF2B5EF4-FFF2-40B4-BE49-F238E27FC236}">
                      <a16:creationId xmlns:a16="http://schemas.microsoft.com/office/drawing/2014/main" id="{E9A0E426-8322-4A86-9784-A1594DBA2F85}"/>
                    </a:ext>
                  </a:extLst>
                </p14:cNvPr>
                <p14:cNvContentPartPr/>
                <p14:nvPr/>
              </p14:nvContentPartPr>
              <p14:xfrm>
                <a:off x="2991577" y="5774911"/>
                <a:ext cx="23760" cy="38160"/>
              </p14:xfrm>
            </p:contentPart>
          </mc:Choice>
          <mc:Fallback xmlns="">
            <p:pic>
              <p:nvPicPr>
                <p:cNvPr id="96" name="Ink 95">
                  <a:extLst>
                    <a:ext uri="{FF2B5EF4-FFF2-40B4-BE49-F238E27FC236}">
                      <a16:creationId xmlns:a16="http://schemas.microsoft.com/office/drawing/2014/main" id="{E9A0E426-8322-4A86-9784-A1594DBA2F85}"/>
                    </a:ext>
                  </a:extLst>
                </p:cNvPr>
                <p:cNvPicPr/>
                <p:nvPr/>
              </p:nvPicPr>
              <p:blipFill>
                <a:blip r:embed="rId157"/>
                <a:stretch>
                  <a:fillRect/>
                </a:stretch>
              </p:blipFill>
              <p:spPr>
                <a:xfrm>
                  <a:off x="2982577" y="5766271"/>
                  <a:ext cx="4140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7" name="Ink 96">
                  <a:extLst>
                    <a:ext uri="{FF2B5EF4-FFF2-40B4-BE49-F238E27FC236}">
                      <a16:creationId xmlns:a16="http://schemas.microsoft.com/office/drawing/2014/main" id="{300D4208-B573-4A6E-83DB-2EE2C67454FC}"/>
                    </a:ext>
                  </a:extLst>
                </p14:cNvPr>
                <p14:cNvContentPartPr/>
                <p14:nvPr/>
              </p14:nvContentPartPr>
              <p14:xfrm>
                <a:off x="4306657" y="5893351"/>
                <a:ext cx="532080" cy="264240"/>
              </p14:xfrm>
            </p:contentPart>
          </mc:Choice>
          <mc:Fallback xmlns="">
            <p:pic>
              <p:nvPicPr>
                <p:cNvPr id="97" name="Ink 96">
                  <a:extLst>
                    <a:ext uri="{FF2B5EF4-FFF2-40B4-BE49-F238E27FC236}">
                      <a16:creationId xmlns:a16="http://schemas.microsoft.com/office/drawing/2014/main" id="{300D4208-B573-4A6E-83DB-2EE2C67454FC}"/>
                    </a:ext>
                  </a:extLst>
                </p:cNvPr>
                <p:cNvPicPr/>
                <p:nvPr/>
              </p:nvPicPr>
              <p:blipFill>
                <a:blip r:embed="rId159"/>
                <a:stretch>
                  <a:fillRect/>
                </a:stretch>
              </p:blipFill>
              <p:spPr>
                <a:xfrm>
                  <a:off x="4297657" y="5884351"/>
                  <a:ext cx="54972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8" name="Ink 97">
                  <a:extLst>
                    <a:ext uri="{FF2B5EF4-FFF2-40B4-BE49-F238E27FC236}">
                      <a16:creationId xmlns:a16="http://schemas.microsoft.com/office/drawing/2014/main" id="{52C8654E-D543-48A0-9EB2-B74D5C72634E}"/>
                    </a:ext>
                  </a:extLst>
                </p14:cNvPr>
                <p14:cNvContentPartPr/>
                <p14:nvPr/>
              </p14:nvContentPartPr>
              <p14:xfrm>
                <a:off x="4615177" y="5807671"/>
                <a:ext cx="19800" cy="28800"/>
              </p14:xfrm>
            </p:contentPart>
          </mc:Choice>
          <mc:Fallback xmlns="">
            <p:pic>
              <p:nvPicPr>
                <p:cNvPr id="98" name="Ink 97">
                  <a:extLst>
                    <a:ext uri="{FF2B5EF4-FFF2-40B4-BE49-F238E27FC236}">
                      <a16:creationId xmlns:a16="http://schemas.microsoft.com/office/drawing/2014/main" id="{52C8654E-D543-48A0-9EB2-B74D5C72634E}"/>
                    </a:ext>
                  </a:extLst>
                </p:cNvPr>
                <p:cNvPicPr/>
                <p:nvPr/>
              </p:nvPicPr>
              <p:blipFill>
                <a:blip r:embed="rId161"/>
                <a:stretch>
                  <a:fillRect/>
                </a:stretch>
              </p:blipFill>
              <p:spPr>
                <a:xfrm>
                  <a:off x="4606537" y="5799031"/>
                  <a:ext cx="374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9" name="Ink 98">
                  <a:extLst>
                    <a:ext uri="{FF2B5EF4-FFF2-40B4-BE49-F238E27FC236}">
                      <a16:creationId xmlns:a16="http://schemas.microsoft.com/office/drawing/2014/main" id="{DC02903A-54C9-42C0-9C87-ACC61F073F32}"/>
                    </a:ext>
                  </a:extLst>
                </p14:cNvPr>
                <p14:cNvContentPartPr/>
                <p14:nvPr/>
              </p14:nvContentPartPr>
              <p14:xfrm>
                <a:off x="4266337" y="5926831"/>
                <a:ext cx="152280" cy="4680"/>
              </p14:xfrm>
            </p:contentPart>
          </mc:Choice>
          <mc:Fallback xmlns="">
            <p:pic>
              <p:nvPicPr>
                <p:cNvPr id="99" name="Ink 98">
                  <a:extLst>
                    <a:ext uri="{FF2B5EF4-FFF2-40B4-BE49-F238E27FC236}">
                      <a16:creationId xmlns:a16="http://schemas.microsoft.com/office/drawing/2014/main" id="{DC02903A-54C9-42C0-9C87-ACC61F073F32}"/>
                    </a:ext>
                  </a:extLst>
                </p:cNvPr>
                <p:cNvPicPr/>
                <p:nvPr/>
              </p:nvPicPr>
              <p:blipFill>
                <a:blip r:embed="rId163"/>
                <a:stretch>
                  <a:fillRect/>
                </a:stretch>
              </p:blipFill>
              <p:spPr>
                <a:xfrm>
                  <a:off x="4257697" y="5918191"/>
                  <a:ext cx="16992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0" name="Ink 99">
                  <a:extLst>
                    <a:ext uri="{FF2B5EF4-FFF2-40B4-BE49-F238E27FC236}">
                      <a16:creationId xmlns:a16="http://schemas.microsoft.com/office/drawing/2014/main" id="{1911343D-66E6-434E-97D4-7BDCB19226A9}"/>
                    </a:ext>
                  </a:extLst>
                </p14:cNvPr>
                <p14:cNvContentPartPr/>
                <p14:nvPr/>
              </p14:nvContentPartPr>
              <p14:xfrm>
                <a:off x="5360017" y="5943391"/>
                <a:ext cx="1153440" cy="548640"/>
              </p14:xfrm>
            </p:contentPart>
          </mc:Choice>
          <mc:Fallback xmlns="">
            <p:pic>
              <p:nvPicPr>
                <p:cNvPr id="100" name="Ink 99">
                  <a:extLst>
                    <a:ext uri="{FF2B5EF4-FFF2-40B4-BE49-F238E27FC236}">
                      <a16:creationId xmlns:a16="http://schemas.microsoft.com/office/drawing/2014/main" id="{1911343D-66E6-434E-97D4-7BDCB19226A9}"/>
                    </a:ext>
                  </a:extLst>
                </p:cNvPr>
                <p:cNvPicPr/>
                <p:nvPr/>
              </p:nvPicPr>
              <p:blipFill>
                <a:blip r:embed="rId165"/>
                <a:stretch>
                  <a:fillRect/>
                </a:stretch>
              </p:blipFill>
              <p:spPr>
                <a:xfrm>
                  <a:off x="5351377" y="5934391"/>
                  <a:ext cx="1171080" cy="5662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1" name="Ink 100">
                  <a:extLst>
                    <a:ext uri="{FF2B5EF4-FFF2-40B4-BE49-F238E27FC236}">
                      <a16:creationId xmlns:a16="http://schemas.microsoft.com/office/drawing/2014/main" id="{6517866C-072A-42FE-977D-660E8203F1F1}"/>
                    </a:ext>
                  </a:extLst>
                </p14:cNvPr>
                <p14:cNvContentPartPr/>
                <p14:nvPr/>
              </p14:nvContentPartPr>
              <p14:xfrm>
                <a:off x="6749617" y="5955631"/>
                <a:ext cx="574560" cy="690840"/>
              </p14:xfrm>
            </p:contentPart>
          </mc:Choice>
          <mc:Fallback xmlns="">
            <p:pic>
              <p:nvPicPr>
                <p:cNvPr id="101" name="Ink 100">
                  <a:extLst>
                    <a:ext uri="{FF2B5EF4-FFF2-40B4-BE49-F238E27FC236}">
                      <a16:creationId xmlns:a16="http://schemas.microsoft.com/office/drawing/2014/main" id="{6517866C-072A-42FE-977D-660E8203F1F1}"/>
                    </a:ext>
                  </a:extLst>
                </p:cNvPr>
                <p:cNvPicPr/>
                <p:nvPr/>
              </p:nvPicPr>
              <p:blipFill>
                <a:blip r:embed="rId167"/>
                <a:stretch>
                  <a:fillRect/>
                </a:stretch>
              </p:blipFill>
              <p:spPr>
                <a:xfrm>
                  <a:off x="6740617" y="5946991"/>
                  <a:ext cx="592200" cy="7084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2" name="Ink 101">
                  <a:extLst>
                    <a:ext uri="{FF2B5EF4-FFF2-40B4-BE49-F238E27FC236}">
                      <a16:creationId xmlns:a16="http://schemas.microsoft.com/office/drawing/2014/main" id="{0E4CF9E1-952E-4AB6-AD10-8BC44CCC1245}"/>
                    </a:ext>
                  </a:extLst>
                </p14:cNvPr>
                <p14:cNvContentPartPr/>
                <p14:nvPr/>
              </p14:nvContentPartPr>
              <p14:xfrm>
                <a:off x="7379617" y="6141031"/>
                <a:ext cx="116280" cy="90360"/>
              </p14:xfrm>
            </p:contentPart>
          </mc:Choice>
          <mc:Fallback xmlns="">
            <p:pic>
              <p:nvPicPr>
                <p:cNvPr id="102" name="Ink 101">
                  <a:extLst>
                    <a:ext uri="{FF2B5EF4-FFF2-40B4-BE49-F238E27FC236}">
                      <a16:creationId xmlns:a16="http://schemas.microsoft.com/office/drawing/2014/main" id="{0E4CF9E1-952E-4AB6-AD10-8BC44CCC1245}"/>
                    </a:ext>
                  </a:extLst>
                </p:cNvPr>
                <p:cNvPicPr/>
                <p:nvPr/>
              </p:nvPicPr>
              <p:blipFill>
                <a:blip r:embed="rId169"/>
                <a:stretch>
                  <a:fillRect/>
                </a:stretch>
              </p:blipFill>
              <p:spPr>
                <a:xfrm>
                  <a:off x="7370617" y="6132391"/>
                  <a:ext cx="13392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3" name="Ink 102">
                  <a:extLst>
                    <a:ext uri="{FF2B5EF4-FFF2-40B4-BE49-F238E27FC236}">
                      <a16:creationId xmlns:a16="http://schemas.microsoft.com/office/drawing/2014/main" id="{3D983410-4E9D-499D-AD6C-808FE5B1694F}"/>
                    </a:ext>
                  </a:extLst>
                </p14:cNvPr>
                <p14:cNvContentPartPr/>
                <p14:nvPr/>
              </p14:nvContentPartPr>
              <p14:xfrm>
                <a:off x="7516777" y="6062191"/>
                <a:ext cx="51480" cy="43200"/>
              </p14:xfrm>
            </p:contentPart>
          </mc:Choice>
          <mc:Fallback xmlns="">
            <p:pic>
              <p:nvPicPr>
                <p:cNvPr id="103" name="Ink 102">
                  <a:extLst>
                    <a:ext uri="{FF2B5EF4-FFF2-40B4-BE49-F238E27FC236}">
                      <a16:creationId xmlns:a16="http://schemas.microsoft.com/office/drawing/2014/main" id="{3D983410-4E9D-499D-AD6C-808FE5B1694F}"/>
                    </a:ext>
                  </a:extLst>
                </p:cNvPr>
                <p:cNvPicPr/>
                <p:nvPr/>
              </p:nvPicPr>
              <p:blipFill>
                <a:blip r:embed="rId171"/>
                <a:stretch>
                  <a:fillRect/>
                </a:stretch>
              </p:blipFill>
              <p:spPr>
                <a:xfrm>
                  <a:off x="7507777" y="6053191"/>
                  <a:ext cx="6912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4" name="Ink 103">
                  <a:extLst>
                    <a:ext uri="{FF2B5EF4-FFF2-40B4-BE49-F238E27FC236}">
                      <a16:creationId xmlns:a16="http://schemas.microsoft.com/office/drawing/2014/main" id="{09FF7D1E-95A4-4537-8E89-25CBE9EA7388}"/>
                    </a:ext>
                  </a:extLst>
                </p14:cNvPr>
                <p14:cNvContentPartPr/>
                <p14:nvPr/>
              </p14:nvContentPartPr>
              <p14:xfrm>
                <a:off x="7597777" y="6242191"/>
                <a:ext cx="19080" cy="8640"/>
              </p14:xfrm>
            </p:contentPart>
          </mc:Choice>
          <mc:Fallback xmlns="">
            <p:pic>
              <p:nvPicPr>
                <p:cNvPr id="104" name="Ink 103">
                  <a:extLst>
                    <a:ext uri="{FF2B5EF4-FFF2-40B4-BE49-F238E27FC236}">
                      <a16:creationId xmlns:a16="http://schemas.microsoft.com/office/drawing/2014/main" id="{09FF7D1E-95A4-4537-8E89-25CBE9EA7388}"/>
                    </a:ext>
                  </a:extLst>
                </p:cNvPr>
                <p:cNvPicPr/>
                <p:nvPr/>
              </p:nvPicPr>
              <p:blipFill>
                <a:blip r:embed="rId173"/>
                <a:stretch>
                  <a:fillRect/>
                </a:stretch>
              </p:blipFill>
              <p:spPr>
                <a:xfrm>
                  <a:off x="7589137" y="6233551"/>
                  <a:ext cx="3672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20" name="Ink 119">
                  <a:extLst>
                    <a:ext uri="{FF2B5EF4-FFF2-40B4-BE49-F238E27FC236}">
                      <a16:creationId xmlns:a16="http://schemas.microsoft.com/office/drawing/2014/main" id="{E182859A-AD74-46A2-9CB4-3860ADA1C375}"/>
                    </a:ext>
                  </a:extLst>
                </p14:cNvPr>
                <p14:cNvContentPartPr/>
                <p14:nvPr/>
              </p14:nvContentPartPr>
              <p14:xfrm>
                <a:off x="848137" y="6311311"/>
                <a:ext cx="214920" cy="322200"/>
              </p14:xfrm>
            </p:contentPart>
          </mc:Choice>
          <mc:Fallback xmlns="">
            <p:pic>
              <p:nvPicPr>
                <p:cNvPr id="120" name="Ink 119">
                  <a:extLst>
                    <a:ext uri="{FF2B5EF4-FFF2-40B4-BE49-F238E27FC236}">
                      <a16:creationId xmlns:a16="http://schemas.microsoft.com/office/drawing/2014/main" id="{E182859A-AD74-46A2-9CB4-3860ADA1C375}"/>
                    </a:ext>
                  </a:extLst>
                </p:cNvPr>
                <p:cNvPicPr/>
                <p:nvPr/>
              </p:nvPicPr>
              <p:blipFill>
                <a:blip r:embed="rId175"/>
                <a:stretch>
                  <a:fillRect/>
                </a:stretch>
              </p:blipFill>
              <p:spPr>
                <a:xfrm>
                  <a:off x="839137" y="6302671"/>
                  <a:ext cx="232560" cy="3398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21" name="Ink 120">
                  <a:extLst>
                    <a:ext uri="{FF2B5EF4-FFF2-40B4-BE49-F238E27FC236}">
                      <a16:creationId xmlns:a16="http://schemas.microsoft.com/office/drawing/2014/main" id="{1EEA3096-D625-4A13-B7FF-1A65EBE6440D}"/>
                    </a:ext>
                  </a:extLst>
                </p14:cNvPr>
                <p14:cNvContentPartPr/>
                <p14:nvPr/>
              </p14:nvContentPartPr>
              <p14:xfrm>
                <a:off x="1029937" y="6380791"/>
                <a:ext cx="360" cy="360"/>
              </p14:xfrm>
            </p:contentPart>
          </mc:Choice>
          <mc:Fallback xmlns="">
            <p:pic>
              <p:nvPicPr>
                <p:cNvPr id="121" name="Ink 120">
                  <a:extLst>
                    <a:ext uri="{FF2B5EF4-FFF2-40B4-BE49-F238E27FC236}">
                      <a16:creationId xmlns:a16="http://schemas.microsoft.com/office/drawing/2014/main" id="{1EEA3096-D625-4A13-B7FF-1A65EBE6440D}"/>
                    </a:ext>
                  </a:extLst>
                </p:cNvPr>
                <p:cNvPicPr/>
                <p:nvPr/>
              </p:nvPicPr>
              <p:blipFill>
                <a:blip r:embed="rId177"/>
                <a:stretch>
                  <a:fillRect/>
                </a:stretch>
              </p:blipFill>
              <p:spPr>
                <a:xfrm>
                  <a:off x="1021297" y="637179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22" name="Ink 121">
                  <a:extLst>
                    <a:ext uri="{FF2B5EF4-FFF2-40B4-BE49-F238E27FC236}">
                      <a16:creationId xmlns:a16="http://schemas.microsoft.com/office/drawing/2014/main" id="{980C2585-5588-46A7-86D5-798F2B255065}"/>
                    </a:ext>
                  </a:extLst>
                </p14:cNvPr>
                <p14:cNvContentPartPr/>
                <p14:nvPr/>
              </p14:nvContentPartPr>
              <p14:xfrm>
                <a:off x="1139377" y="6378991"/>
                <a:ext cx="30960" cy="260280"/>
              </p14:xfrm>
            </p:contentPart>
          </mc:Choice>
          <mc:Fallback xmlns="">
            <p:pic>
              <p:nvPicPr>
                <p:cNvPr id="122" name="Ink 121">
                  <a:extLst>
                    <a:ext uri="{FF2B5EF4-FFF2-40B4-BE49-F238E27FC236}">
                      <a16:creationId xmlns:a16="http://schemas.microsoft.com/office/drawing/2014/main" id="{980C2585-5588-46A7-86D5-798F2B255065}"/>
                    </a:ext>
                  </a:extLst>
                </p:cNvPr>
                <p:cNvPicPr/>
                <p:nvPr/>
              </p:nvPicPr>
              <p:blipFill>
                <a:blip r:embed="rId179"/>
                <a:stretch>
                  <a:fillRect/>
                </a:stretch>
              </p:blipFill>
              <p:spPr>
                <a:xfrm>
                  <a:off x="1130377" y="6370351"/>
                  <a:ext cx="4860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23" name="Ink 122">
                  <a:extLst>
                    <a:ext uri="{FF2B5EF4-FFF2-40B4-BE49-F238E27FC236}">
                      <a16:creationId xmlns:a16="http://schemas.microsoft.com/office/drawing/2014/main" id="{DCEB5E3F-F024-4D8C-8095-4F45B8528786}"/>
                    </a:ext>
                  </a:extLst>
                </p14:cNvPr>
                <p14:cNvContentPartPr/>
                <p14:nvPr/>
              </p14:nvContentPartPr>
              <p14:xfrm>
                <a:off x="1176097" y="6476551"/>
                <a:ext cx="309600" cy="218520"/>
              </p14:xfrm>
            </p:contentPart>
          </mc:Choice>
          <mc:Fallback xmlns="">
            <p:pic>
              <p:nvPicPr>
                <p:cNvPr id="123" name="Ink 122">
                  <a:extLst>
                    <a:ext uri="{FF2B5EF4-FFF2-40B4-BE49-F238E27FC236}">
                      <a16:creationId xmlns:a16="http://schemas.microsoft.com/office/drawing/2014/main" id="{DCEB5E3F-F024-4D8C-8095-4F45B8528786}"/>
                    </a:ext>
                  </a:extLst>
                </p:cNvPr>
                <p:cNvPicPr/>
                <p:nvPr/>
              </p:nvPicPr>
              <p:blipFill>
                <a:blip r:embed="rId181"/>
                <a:stretch>
                  <a:fillRect/>
                </a:stretch>
              </p:blipFill>
              <p:spPr>
                <a:xfrm>
                  <a:off x="1167097" y="6467551"/>
                  <a:ext cx="32724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24" name="Ink 123">
                  <a:extLst>
                    <a:ext uri="{FF2B5EF4-FFF2-40B4-BE49-F238E27FC236}">
                      <a16:creationId xmlns:a16="http://schemas.microsoft.com/office/drawing/2014/main" id="{20C23149-99CC-4E40-A1CA-5B0D5B0DA9AF}"/>
                    </a:ext>
                  </a:extLst>
                </p14:cNvPr>
                <p14:cNvContentPartPr/>
                <p14:nvPr/>
              </p14:nvContentPartPr>
              <p14:xfrm>
                <a:off x="1920577" y="6364591"/>
                <a:ext cx="1026720" cy="339120"/>
              </p14:xfrm>
            </p:contentPart>
          </mc:Choice>
          <mc:Fallback xmlns="">
            <p:pic>
              <p:nvPicPr>
                <p:cNvPr id="124" name="Ink 123">
                  <a:extLst>
                    <a:ext uri="{FF2B5EF4-FFF2-40B4-BE49-F238E27FC236}">
                      <a16:creationId xmlns:a16="http://schemas.microsoft.com/office/drawing/2014/main" id="{20C23149-99CC-4E40-A1CA-5B0D5B0DA9AF}"/>
                    </a:ext>
                  </a:extLst>
                </p:cNvPr>
                <p:cNvPicPr/>
                <p:nvPr/>
              </p:nvPicPr>
              <p:blipFill>
                <a:blip r:embed="rId183"/>
                <a:stretch>
                  <a:fillRect/>
                </a:stretch>
              </p:blipFill>
              <p:spPr>
                <a:xfrm>
                  <a:off x="1911937" y="6355591"/>
                  <a:ext cx="1044360" cy="3567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25" name="Ink 124">
                  <a:extLst>
                    <a:ext uri="{FF2B5EF4-FFF2-40B4-BE49-F238E27FC236}">
                      <a16:creationId xmlns:a16="http://schemas.microsoft.com/office/drawing/2014/main" id="{117D5114-692D-449F-A323-7F9253430A2E}"/>
                    </a:ext>
                  </a:extLst>
                </p14:cNvPr>
                <p14:cNvContentPartPr/>
                <p14:nvPr/>
              </p14:nvContentPartPr>
              <p14:xfrm>
                <a:off x="2299297" y="6366391"/>
                <a:ext cx="13320" cy="21240"/>
              </p14:xfrm>
            </p:contentPart>
          </mc:Choice>
          <mc:Fallback xmlns="">
            <p:pic>
              <p:nvPicPr>
                <p:cNvPr id="125" name="Ink 124">
                  <a:extLst>
                    <a:ext uri="{FF2B5EF4-FFF2-40B4-BE49-F238E27FC236}">
                      <a16:creationId xmlns:a16="http://schemas.microsoft.com/office/drawing/2014/main" id="{117D5114-692D-449F-A323-7F9253430A2E}"/>
                    </a:ext>
                  </a:extLst>
                </p:cNvPr>
                <p:cNvPicPr/>
                <p:nvPr/>
              </p:nvPicPr>
              <p:blipFill>
                <a:blip r:embed="rId185"/>
                <a:stretch>
                  <a:fillRect/>
                </a:stretch>
              </p:blipFill>
              <p:spPr>
                <a:xfrm>
                  <a:off x="2290657" y="6357751"/>
                  <a:ext cx="3096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26" name="Ink 125">
                  <a:extLst>
                    <a:ext uri="{FF2B5EF4-FFF2-40B4-BE49-F238E27FC236}">
                      <a16:creationId xmlns:a16="http://schemas.microsoft.com/office/drawing/2014/main" id="{FC7352BE-D89E-4D52-882A-A50AEC556FE9}"/>
                    </a:ext>
                  </a:extLst>
                </p14:cNvPr>
                <p14:cNvContentPartPr/>
                <p14:nvPr/>
              </p14:nvContentPartPr>
              <p14:xfrm>
                <a:off x="3118297" y="6681031"/>
                <a:ext cx="66600" cy="139680"/>
              </p14:xfrm>
            </p:contentPart>
          </mc:Choice>
          <mc:Fallback xmlns="">
            <p:pic>
              <p:nvPicPr>
                <p:cNvPr id="126" name="Ink 125">
                  <a:extLst>
                    <a:ext uri="{FF2B5EF4-FFF2-40B4-BE49-F238E27FC236}">
                      <a16:creationId xmlns:a16="http://schemas.microsoft.com/office/drawing/2014/main" id="{FC7352BE-D89E-4D52-882A-A50AEC556FE9}"/>
                    </a:ext>
                  </a:extLst>
                </p:cNvPr>
                <p:cNvPicPr/>
                <p:nvPr/>
              </p:nvPicPr>
              <p:blipFill>
                <a:blip r:embed="rId187"/>
                <a:stretch>
                  <a:fillRect/>
                </a:stretch>
              </p:blipFill>
              <p:spPr>
                <a:xfrm>
                  <a:off x="3109657" y="6672391"/>
                  <a:ext cx="8424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27" name="Ink 126">
                  <a:extLst>
                    <a:ext uri="{FF2B5EF4-FFF2-40B4-BE49-F238E27FC236}">
                      <a16:creationId xmlns:a16="http://schemas.microsoft.com/office/drawing/2014/main" id="{7651CA18-CBDC-46E4-995D-A279194F384C}"/>
                    </a:ext>
                  </a:extLst>
                </p14:cNvPr>
                <p14:cNvContentPartPr/>
                <p14:nvPr/>
              </p14:nvContentPartPr>
              <p14:xfrm>
                <a:off x="4016857" y="6460351"/>
                <a:ext cx="977400" cy="403920"/>
              </p14:xfrm>
            </p:contentPart>
          </mc:Choice>
          <mc:Fallback xmlns="">
            <p:pic>
              <p:nvPicPr>
                <p:cNvPr id="127" name="Ink 126">
                  <a:extLst>
                    <a:ext uri="{FF2B5EF4-FFF2-40B4-BE49-F238E27FC236}">
                      <a16:creationId xmlns:a16="http://schemas.microsoft.com/office/drawing/2014/main" id="{7651CA18-CBDC-46E4-995D-A279194F384C}"/>
                    </a:ext>
                  </a:extLst>
                </p:cNvPr>
                <p:cNvPicPr/>
                <p:nvPr/>
              </p:nvPicPr>
              <p:blipFill>
                <a:blip r:embed="rId189"/>
                <a:stretch>
                  <a:fillRect/>
                </a:stretch>
              </p:blipFill>
              <p:spPr>
                <a:xfrm>
                  <a:off x="4008217" y="6451351"/>
                  <a:ext cx="995040" cy="42156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28" name="Ink 127">
                  <a:extLst>
                    <a:ext uri="{FF2B5EF4-FFF2-40B4-BE49-F238E27FC236}">
                      <a16:creationId xmlns:a16="http://schemas.microsoft.com/office/drawing/2014/main" id="{96B304DE-F15D-4712-8A3D-F0FBEC7A4FEA}"/>
                    </a:ext>
                  </a:extLst>
                </p14:cNvPr>
                <p14:cNvContentPartPr/>
                <p14:nvPr/>
              </p14:nvContentPartPr>
              <p14:xfrm>
                <a:off x="5020177" y="6484831"/>
                <a:ext cx="507240" cy="236160"/>
              </p14:xfrm>
            </p:contentPart>
          </mc:Choice>
          <mc:Fallback xmlns="">
            <p:pic>
              <p:nvPicPr>
                <p:cNvPr id="128" name="Ink 127">
                  <a:extLst>
                    <a:ext uri="{FF2B5EF4-FFF2-40B4-BE49-F238E27FC236}">
                      <a16:creationId xmlns:a16="http://schemas.microsoft.com/office/drawing/2014/main" id="{96B304DE-F15D-4712-8A3D-F0FBEC7A4FEA}"/>
                    </a:ext>
                  </a:extLst>
                </p:cNvPr>
                <p:cNvPicPr/>
                <p:nvPr/>
              </p:nvPicPr>
              <p:blipFill>
                <a:blip r:embed="rId191"/>
                <a:stretch>
                  <a:fillRect/>
                </a:stretch>
              </p:blipFill>
              <p:spPr>
                <a:xfrm>
                  <a:off x="5011177" y="6475831"/>
                  <a:ext cx="52488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29" name="Ink 128">
                  <a:extLst>
                    <a:ext uri="{FF2B5EF4-FFF2-40B4-BE49-F238E27FC236}">
                      <a16:creationId xmlns:a16="http://schemas.microsoft.com/office/drawing/2014/main" id="{F86A22A1-DF48-46EA-89B6-F7DB5708427B}"/>
                    </a:ext>
                  </a:extLst>
                </p14:cNvPr>
                <p14:cNvContentPartPr/>
                <p14:nvPr/>
              </p14:nvContentPartPr>
              <p14:xfrm>
                <a:off x="5324017" y="6383311"/>
                <a:ext cx="9720" cy="52200"/>
              </p14:xfrm>
            </p:contentPart>
          </mc:Choice>
          <mc:Fallback xmlns="">
            <p:pic>
              <p:nvPicPr>
                <p:cNvPr id="129" name="Ink 128">
                  <a:extLst>
                    <a:ext uri="{FF2B5EF4-FFF2-40B4-BE49-F238E27FC236}">
                      <a16:creationId xmlns:a16="http://schemas.microsoft.com/office/drawing/2014/main" id="{F86A22A1-DF48-46EA-89B6-F7DB5708427B}"/>
                    </a:ext>
                  </a:extLst>
                </p:cNvPr>
                <p:cNvPicPr/>
                <p:nvPr/>
              </p:nvPicPr>
              <p:blipFill>
                <a:blip r:embed="rId193"/>
                <a:stretch>
                  <a:fillRect/>
                </a:stretch>
              </p:blipFill>
              <p:spPr>
                <a:xfrm>
                  <a:off x="5315377" y="6374311"/>
                  <a:ext cx="2736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30" name="Ink 129">
                  <a:extLst>
                    <a:ext uri="{FF2B5EF4-FFF2-40B4-BE49-F238E27FC236}">
                      <a16:creationId xmlns:a16="http://schemas.microsoft.com/office/drawing/2014/main" id="{3BC492EB-CADE-4687-A6D6-EA27451A5D64}"/>
                    </a:ext>
                  </a:extLst>
                </p14:cNvPr>
                <p14:cNvContentPartPr/>
                <p14:nvPr/>
              </p14:nvContentPartPr>
              <p14:xfrm>
                <a:off x="5085337" y="6518311"/>
                <a:ext cx="202680" cy="7200"/>
              </p14:xfrm>
            </p:contentPart>
          </mc:Choice>
          <mc:Fallback xmlns="">
            <p:pic>
              <p:nvPicPr>
                <p:cNvPr id="130" name="Ink 129">
                  <a:extLst>
                    <a:ext uri="{FF2B5EF4-FFF2-40B4-BE49-F238E27FC236}">
                      <a16:creationId xmlns:a16="http://schemas.microsoft.com/office/drawing/2014/main" id="{3BC492EB-CADE-4687-A6D6-EA27451A5D64}"/>
                    </a:ext>
                  </a:extLst>
                </p:cNvPr>
                <p:cNvPicPr/>
                <p:nvPr/>
              </p:nvPicPr>
              <p:blipFill>
                <a:blip r:embed="rId195"/>
                <a:stretch>
                  <a:fillRect/>
                </a:stretch>
              </p:blipFill>
              <p:spPr>
                <a:xfrm>
                  <a:off x="5076337" y="6509671"/>
                  <a:ext cx="22032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31" name="Ink 130">
                  <a:extLst>
                    <a:ext uri="{FF2B5EF4-FFF2-40B4-BE49-F238E27FC236}">
                      <a16:creationId xmlns:a16="http://schemas.microsoft.com/office/drawing/2014/main" id="{3FFA1801-7D04-4214-AAD4-BA48C5E1CDEE}"/>
                    </a:ext>
                  </a:extLst>
                </p14:cNvPr>
                <p14:cNvContentPartPr/>
                <p14:nvPr/>
              </p14:nvContentPartPr>
              <p14:xfrm>
                <a:off x="5764297" y="6701911"/>
                <a:ext cx="20880" cy="81720"/>
              </p14:xfrm>
            </p:contentPart>
          </mc:Choice>
          <mc:Fallback xmlns="">
            <p:pic>
              <p:nvPicPr>
                <p:cNvPr id="131" name="Ink 130">
                  <a:extLst>
                    <a:ext uri="{FF2B5EF4-FFF2-40B4-BE49-F238E27FC236}">
                      <a16:creationId xmlns:a16="http://schemas.microsoft.com/office/drawing/2014/main" id="{3FFA1801-7D04-4214-AAD4-BA48C5E1CDEE}"/>
                    </a:ext>
                  </a:extLst>
                </p:cNvPr>
                <p:cNvPicPr/>
                <p:nvPr/>
              </p:nvPicPr>
              <p:blipFill>
                <a:blip r:embed="rId197"/>
                <a:stretch>
                  <a:fillRect/>
                </a:stretch>
              </p:blipFill>
              <p:spPr>
                <a:xfrm>
                  <a:off x="5755297" y="6693271"/>
                  <a:ext cx="3852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32" name="Ink 131">
                  <a:extLst>
                    <a:ext uri="{FF2B5EF4-FFF2-40B4-BE49-F238E27FC236}">
                      <a16:creationId xmlns:a16="http://schemas.microsoft.com/office/drawing/2014/main" id="{28C9901E-7FC8-4CB6-9EFC-3D51AC3889D2}"/>
                    </a:ext>
                  </a:extLst>
                </p14:cNvPr>
                <p14:cNvContentPartPr/>
                <p14:nvPr/>
              </p14:nvContentPartPr>
              <p14:xfrm>
                <a:off x="5961217" y="6534151"/>
                <a:ext cx="424080" cy="245520"/>
              </p14:xfrm>
            </p:contentPart>
          </mc:Choice>
          <mc:Fallback xmlns="">
            <p:pic>
              <p:nvPicPr>
                <p:cNvPr id="132" name="Ink 131">
                  <a:extLst>
                    <a:ext uri="{FF2B5EF4-FFF2-40B4-BE49-F238E27FC236}">
                      <a16:creationId xmlns:a16="http://schemas.microsoft.com/office/drawing/2014/main" id="{28C9901E-7FC8-4CB6-9EFC-3D51AC3889D2}"/>
                    </a:ext>
                  </a:extLst>
                </p:cNvPr>
                <p:cNvPicPr/>
                <p:nvPr/>
              </p:nvPicPr>
              <p:blipFill>
                <a:blip r:embed="rId199"/>
                <a:stretch>
                  <a:fillRect/>
                </a:stretch>
              </p:blipFill>
              <p:spPr>
                <a:xfrm>
                  <a:off x="5952217" y="6525511"/>
                  <a:ext cx="44172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33" name="Ink 132">
                  <a:extLst>
                    <a:ext uri="{FF2B5EF4-FFF2-40B4-BE49-F238E27FC236}">
                      <a16:creationId xmlns:a16="http://schemas.microsoft.com/office/drawing/2014/main" id="{695BDB4F-E34C-464B-8B4B-C29B10D49F6A}"/>
                    </a:ext>
                  </a:extLst>
                </p14:cNvPr>
                <p14:cNvContentPartPr/>
                <p14:nvPr/>
              </p14:nvContentPartPr>
              <p14:xfrm>
                <a:off x="6054457" y="6574471"/>
                <a:ext cx="205560" cy="20520"/>
              </p14:xfrm>
            </p:contentPart>
          </mc:Choice>
          <mc:Fallback xmlns="">
            <p:pic>
              <p:nvPicPr>
                <p:cNvPr id="133" name="Ink 132">
                  <a:extLst>
                    <a:ext uri="{FF2B5EF4-FFF2-40B4-BE49-F238E27FC236}">
                      <a16:creationId xmlns:a16="http://schemas.microsoft.com/office/drawing/2014/main" id="{695BDB4F-E34C-464B-8B4B-C29B10D49F6A}"/>
                    </a:ext>
                  </a:extLst>
                </p:cNvPr>
                <p:cNvPicPr/>
                <p:nvPr/>
              </p:nvPicPr>
              <p:blipFill>
                <a:blip r:embed="rId201"/>
                <a:stretch>
                  <a:fillRect/>
                </a:stretch>
              </p:blipFill>
              <p:spPr>
                <a:xfrm>
                  <a:off x="6045457" y="6565831"/>
                  <a:ext cx="2232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34" name="Ink 133">
                  <a:extLst>
                    <a:ext uri="{FF2B5EF4-FFF2-40B4-BE49-F238E27FC236}">
                      <a16:creationId xmlns:a16="http://schemas.microsoft.com/office/drawing/2014/main" id="{1956679D-DDDA-4C61-B06D-221E09E51FF1}"/>
                    </a:ext>
                  </a:extLst>
                </p14:cNvPr>
                <p14:cNvContentPartPr/>
                <p14:nvPr/>
              </p14:nvContentPartPr>
              <p14:xfrm>
                <a:off x="6479617" y="6724591"/>
                <a:ext cx="360" cy="15480"/>
              </p14:xfrm>
            </p:contentPart>
          </mc:Choice>
          <mc:Fallback xmlns="">
            <p:pic>
              <p:nvPicPr>
                <p:cNvPr id="134" name="Ink 133">
                  <a:extLst>
                    <a:ext uri="{FF2B5EF4-FFF2-40B4-BE49-F238E27FC236}">
                      <a16:creationId xmlns:a16="http://schemas.microsoft.com/office/drawing/2014/main" id="{1956679D-DDDA-4C61-B06D-221E09E51FF1}"/>
                    </a:ext>
                  </a:extLst>
                </p:cNvPr>
                <p:cNvPicPr/>
                <p:nvPr/>
              </p:nvPicPr>
              <p:blipFill>
                <a:blip r:embed="rId203"/>
                <a:stretch>
                  <a:fillRect/>
                </a:stretch>
              </p:blipFill>
              <p:spPr>
                <a:xfrm>
                  <a:off x="6470617" y="6715951"/>
                  <a:ext cx="1800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39" name="Ink 138">
                  <a:extLst>
                    <a:ext uri="{FF2B5EF4-FFF2-40B4-BE49-F238E27FC236}">
                      <a16:creationId xmlns:a16="http://schemas.microsoft.com/office/drawing/2014/main" id="{ED938E42-29C8-44F2-AB76-095D68422D77}"/>
                    </a:ext>
                  </a:extLst>
                </p14:cNvPr>
                <p14:cNvContentPartPr/>
                <p14:nvPr/>
              </p14:nvContentPartPr>
              <p14:xfrm>
                <a:off x="1657057" y="5177671"/>
                <a:ext cx="97200" cy="354240"/>
              </p14:xfrm>
            </p:contentPart>
          </mc:Choice>
          <mc:Fallback xmlns="">
            <p:pic>
              <p:nvPicPr>
                <p:cNvPr id="139" name="Ink 138">
                  <a:extLst>
                    <a:ext uri="{FF2B5EF4-FFF2-40B4-BE49-F238E27FC236}">
                      <a16:creationId xmlns:a16="http://schemas.microsoft.com/office/drawing/2014/main" id="{ED938E42-29C8-44F2-AB76-095D68422D77}"/>
                    </a:ext>
                  </a:extLst>
                </p:cNvPr>
                <p:cNvPicPr/>
                <p:nvPr/>
              </p:nvPicPr>
              <p:blipFill>
                <a:blip r:embed="rId205"/>
                <a:stretch>
                  <a:fillRect/>
                </a:stretch>
              </p:blipFill>
              <p:spPr>
                <a:xfrm>
                  <a:off x="1648417" y="5169031"/>
                  <a:ext cx="114840" cy="37188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40" name="Ink 139">
                  <a:extLst>
                    <a:ext uri="{FF2B5EF4-FFF2-40B4-BE49-F238E27FC236}">
                      <a16:creationId xmlns:a16="http://schemas.microsoft.com/office/drawing/2014/main" id="{0CE96EB8-8019-42C6-B5C2-2CE83FA8BDEF}"/>
                    </a:ext>
                  </a:extLst>
                </p14:cNvPr>
                <p14:cNvContentPartPr/>
                <p14:nvPr/>
              </p14:nvContentPartPr>
              <p14:xfrm>
                <a:off x="1802137" y="5242471"/>
                <a:ext cx="787680" cy="600840"/>
              </p14:xfrm>
            </p:contentPart>
          </mc:Choice>
          <mc:Fallback xmlns="">
            <p:pic>
              <p:nvPicPr>
                <p:cNvPr id="140" name="Ink 139">
                  <a:extLst>
                    <a:ext uri="{FF2B5EF4-FFF2-40B4-BE49-F238E27FC236}">
                      <a16:creationId xmlns:a16="http://schemas.microsoft.com/office/drawing/2014/main" id="{0CE96EB8-8019-42C6-B5C2-2CE83FA8BDEF}"/>
                    </a:ext>
                  </a:extLst>
                </p:cNvPr>
                <p:cNvPicPr/>
                <p:nvPr/>
              </p:nvPicPr>
              <p:blipFill>
                <a:blip r:embed="rId207"/>
                <a:stretch>
                  <a:fillRect/>
                </a:stretch>
              </p:blipFill>
              <p:spPr>
                <a:xfrm>
                  <a:off x="1793497" y="5233471"/>
                  <a:ext cx="805320" cy="61848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41" name="Ink 140">
                  <a:extLst>
                    <a:ext uri="{FF2B5EF4-FFF2-40B4-BE49-F238E27FC236}">
                      <a16:creationId xmlns:a16="http://schemas.microsoft.com/office/drawing/2014/main" id="{321FC71C-451C-47A6-A01E-580A8AE4E565}"/>
                    </a:ext>
                  </a:extLst>
                </p14:cNvPr>
                <p14:cNvContentPartPr/>
                <p14:nvPr/>
              </p14:nvContentPartPr>
              <p14:xfrm>
                <a:off x="2755777" y="5435431"/>
                <a:ext cx="337680" cy="108720"/>
              </p14:xfrm>
            </p:contentPart>
          </mc:Choice>
          <mc:Fallback xmlns="">
            <p:pic>
              <p:nvPicPr>
                <p:cNvPr id="141" name="Ink 140">
                  <a:extLst>
                    <a:ext uri="{FF2B5EF4-FFF2-40B4-BE49-F238E27FC236}">
                      <a16:creationId xmlns:a16="http://schemas.microsoft.com/office/drawing/2014/main" id="{321FC71C-451C-47A6-A01E-580A8AE4E565}"/>
                    </a:ext>
                  </a:extLst>
                </p:cNvPr>
                <p:cNvPicPr/>
                <p:nvPr/>
              </p:nvPicPr>
              <p:blipFill>
                <a:blip r:embed="rId209"/>
                <a:stretch>
                  <a:fillRect/>
                </a:stretch>
              </p:blipFill>
              <p:spPr>
                <a:xfrm>
                  <a:off x="2747137" y="5426431"/>
                  <a:ext cx="35532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42" name="Ink 141">
                  <a:extLst>
                    <a:ext uri="{FF2B5EF4-FFF2-40B4-BE49-F238E27FC236}">
                      <a16:creationId xmlns:a16="http://schemas.microsoft.com/office/drawing/2014/main" id="{9DF5034C-17C7-4D98-87B4-B6FC9C49CECF}"/>
                    </a:ext>
                  </a:extLst>
                </p14:cNvPr>
                <p14:cNvContentPartPr/>
                <p14:nvPr/>
              </p14:nvContentPartPr>
              <p14:xfrm>
                <a:off x="3174097" y="5513191"/>
                <a:ext cx="6840" cy="13680"/>
              </p14:xfrm>
            </p:contentPart>
          </mc:Choice>
          <mc:Fallback xmlns="">
            <p:pic>
              <p:nvPicPr>
                <p:cNvPr id="142" name="Ink 141">
                  <a:extLst>
                    <a:ext uri="{FF2B5EF4-FFF2-40B4-BE49-F238E27FC236}">
                      <a16:creationId xmlns:a16="http://schemas.microsoft.com/office/drawing/2014/main" id="{9DF5034C-17C7-4D98-87B4-B6FC9C49CECF}"/>
                    </a:ext>
                  </a:extLst>
                </p:cNvPr>
                <p:cNvPicPr/>
                <p:nvPr/>
              </p:nvPicPr>
              <p:blipFill>
                <a:blip r:embed="rId211"/>
                <a:stretch>
                  <a:fillRect/>
                </a:stretch>
              </p:blipFill>
              <p:spPr>
                <a:xfrm>
                  <a:off x="3165457" y="5504551"/>
                  <a:ext cx="2448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43" name="Ink 142">
                  <a:extLst>
                    <a:ext uri="{FF2B5EF4-FFF2-40B4-BE49-F238E27FC236}">
                      <a16:creationId xmlns:a16="http://schemas.microsoft.com/office/drawing/2014/main" id="{2E948FAC-445F-4EC3-9969-D90C475C310D}"/>
                    </a:ext>
                  </a:extLst>
                </p14:cNvPr>
                <p14:cNvContentPartPr/>
                <p14:nvPr/>
              </p14:nvContentPartPr>
              <p14:xfrm>
                <a:off x="3311617" y="5310511"/>
                <a:ext cx="297720" cy="547920"/>
              </p14:xfrm>
            </p:contentPart>
          </mc:Choice>
          <mc:Fallback xmlns="">
            <p:pic>
              <p:nvPicPr>
                <p:cNvPr id="143" name="Ink 142">
                  <a:extLst>
                    <a:ext uri="{FF2B5EF4-FFF2-40B4-BE49-F238E27FC236}">
                      <a16:creationId xmlns:a16="http://schemas.microsoft.com/office/drawing/2014/main" id="{2E948FAC-445F-4EC3-9969-D90C475C310D}"/>
                    </a:ext>
                  </a:extLst>
                </p:cNvPr>
                <p:cNvPicPr/>
                <p:nvPr/>
              </p:nvPicPr>
              <p:blipFill>
                <a:blip r:embed="rId213"/>
                <a:stretch>
                  <a:fillRect/>
                </a:stretch>
              </p:blipFill>
              <p:spPr>
                <a:xfrm>
                  <a:off x="3302617" y="5301511"/>
                  <a:ext cx="315360" cy="56556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44" name="Ink 143">
                  <a:extLst>
                    <a:ext uri="{FF2B5EF4-FFF2-40B4-BE49-F238E27FC236}">
                      <a16:creationId xmlns:a16="http://schemas.microsoft.com/office/drawing/2014/main" id="{FF7211E3-FD88-4B85-9A84-3E9C8DD481AC}"/>
                    </a:ext>
                  </a:extLst>
                </p14:cNvPr>
                <p14:cNvContentPartPr/>
                <p14:nvPr/>
              </p14:nvContentPartPr>
              <p14:xfrm>
                <a:off x="3859897" y="5378551"/>
                <a:ext cx="118440" cy="395280"/>
              </p14:xfrm>
            </p:contentPart>
          </mc:Choice>
          <mc:Fallback xmlns="">
            <p:pic>
              <p:nvPicPr>
                <p:cNvPr id="144" name="Ink 143">
                  <a:extLst>
                    <a:ext uri="{FF2B5EF4-FFF2-40B4-BE49-F238E27FC236}">
                      <a16:creationId xmlns:a16="http://schemas.microsoft.com/office/drawing/2014/main" id="{FF7211E3-FD88-4B85-9A84-3E9C8DD481AC}"/>
                    </a:ext>
                  </a:extLst>
                </p:cNvPr>
                <p:cNvPicPr/>
                <p:nvPr/>
              </p:nvPicPr>
              <p:blipFill>
                <a:blip r:embed="rId215"/>
                <a:stretch>
                  <a:fillRect/>
                </a:stretch>
              </p:blipFill>
              <p:spPr>
                <a:xfrm>
                  <a:off x="3850897" y="5369911"/>
                  <a:ext cx="136080" cy="41292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45" name="Ink 144">
                  <a:extLst>
                    <a:ext uri="{FF2B5EF4-FFF2-40B4-BE49-F238E27FC236}">
                      <a16:creationId xmlns:a16="http://schemas.microsoft.com/office/drawing/2014/main" id="{7E727B73-0C19-4DC8-9146-2AB89370ABE2}"/>
                    </a:ext>
                  </a:extLst>
                </p14:cNvPr>
                <p14:cNvContentPartPr/>
                <p14:nvPr/>
              </p14:nvContentPartPr>
              <p14:xfrm>
                <a:off x="4010737" y="5412031"/>
                <a:ext cx="406080" cy="162000"/>
              </p14:xfrm>
            </p:contentPart>
          </mc:Choice>
          <mc:Fallback xmlns="">
            <p:pic>
              <p:nvPicPr>
                <p:cNvPr id="145" name="Ink 144">
                  <a:extLst>
                    <a:ext uri="{FF2B5EF4-FFF2-40B4-BE49-F238E27FC236}">
                      <a16:creationId xmlns:a16="http://schemas.microsoft.com/office/drawing/2014/main" id="{7E727B73-0C19-4DC8-9146-2AB89370ABE2}"/>
                    </a:ext>
                  </a:extLst>
                </p:cNvPr>
                <p:cNvPicPr/>
                <p:nvPr/>
              </p:nvPicPr>
              <p:blipFill>
                <a:blip r:embed="rId217"/>
                <a:stretch>
                  <a:fillRect/>
                </a:stretch>
              </p:blipFill>
              <p:spPr>
                <a:xfrm>
                  <a:off x="4002097" y="5403391"/>
                  <a:ext cx="42372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46" name="Ink 145">
                  <a:extLst>
                    <a:ext uri="{FF2B5EF4-FFF2-40B4-BE49-F238E27FC236}">
                      <a16:creationId xmlns:a16="http://schemas.microsoft.com/office/drawing/2014/main" id="{B2BBFD9C-8A58-42B8-8F64-E138E94DB21E}"/>
                    </a:ext>
                  </a:extLst>
                </p14:cNvPr>
                <p14:cNvContentPartPr/>
                <p14:nvPr/>
              </p14:nvContentPartPr>
              <p14:xfrm>
                <a:off x="4379017" y="5334631"/>
                <a:ext cx="998640" cy="268920"/>
              </p14:xfrm>
            </p:contentPart>
          </mc:Choice>
          <mc:Fallback xmlns="">
            <p:pic>
              <p:nvPicPr>
                <p:cNvPr id="146" name="Ink 145">
                  <a:extLst>
                    <a:ext uri="{FF2B5EF4-FFF2-40B4-BE49-F238E27FC236}">
                      <a16:creationId xmlns:a16="http://schemas.microsoft.com/office/drawing/2014/main" id="{B2BBFD9C-8A58-42B8-8F64-E138E94DB21E}"/>
                    </a:ext>
                  </a:extLst>
                </p:cNvPr>
                <p:cNvPicPr/>
                <p:nvPr/>
              </p:nvPicPr>
              <p:blipFill>
                <a:blip r:embed="rId219"/>
                <a:stretch>
                  <a:fillRect/>
                </a:stretch>
              </p:blipFill>
              <p:spPr>
                <a:xfrm>
                  <a:off x="4370377" y="5325631"/>
                  <a:ext cx="101628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47" name="Ink 146">
                  <a:extLst>
                    <a:ext uri="{FF2B5EF4-FFF2-40B4-BE49-F238E27FC236}">
                      <a16:creationId xmlns:a16="http://schemas.microsoft.com/office/drawing/2014/main" id="{E34B80EE-5EDE-4B4C-9127-8CEDD24582B2}"/>
                    </a:ext>
                  </a:extLst>
                </p14:cNvPr>
                <p14:cNvContentPartPr/>
                <p14:nvPr/>
              </p14:nvContentPartPr>
              <p14:xfrm>
                <a:off x="4856017" y="5415271"/>
                <a:ext cx="231480" cy="7200"/>
              </p14:xfrm>
            </p:contentPart>
          </mc:Choice>
          <mc:Fallback xmlns="">
            <p:pic>
              <p:nvPicPr>
                <p:cNvPr id="147" name="Ink 146">
                  <a:extLst>
                    <a:ext uri="{FF2B5EF4-FFF2-40B4-BE49-F238E27FC236}">
                      <a16:creationId xmlns:a16="http://schemas.microsoft.com/office/drawing/2014/main" id="{E34B80EE-5EDE-4B4C-9127-8CEDD24582B2}"/>
                    </a:ext>
                  </a:extLst>
                </p:cNvPr>
                <p:cNvPicPr/>
                <p:nvPr/>
              </p:nvPicPr>
              <p:blipFill>
                <a:blip r:embed="rId221"/>
                <a:stretch>
                  <a:fillRect/>
                </a:stretch>
              </p:blipFill>
              <p:spPr>
                <a:xfrm>
                  <a:off x="4847017" y="5406271"/>
                  <a:ext cx="24912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48" name="Ink 147">
                  <a:extLst>
                    <a:ext uri="{FF2B5EF4-FFF2-40B4-BE49-F238E27FC236}">
                      <a16:creationId xmlns:a16="http://schemas.microsoft.com/office/drawing/2014/main" id="{CDCCAD7B-8C4B-48DB-91A7-728DB7C15279}"/>
                    </a:ext>
                  </a:extLst>
                </p14:cNvPr>
                <p14:cNvContentPartPr/>
                <p14:nvPr/>
              </p14:nvContentPartPr>
              <p14:xfrm>
                <a:off x="5475217" y="5322751"/>
                <a:ext cx="58320" cy="373680"/>
              </p14:xfrm>
            </p:contentPart>
          </mc:Choice>
          <mc:Fallback xmlns="">
            <p:pic>
              <p:nvPicPr>
                <p:cNvPr id="148" name="Ink 147">
                  <a:extLst>
                    <a:ext uri="{FF2B5EF4-FFF2-40B4-BE49-F238E27FC236}">
                      <a16:creationId xmlns:a16="http://schemas.microsoft.com/office/drawing/2014/main" id="{CDCCAD7B-8C4B-48DB-91A7-728DB7C15279}"/>
                    </a:ext>
                  </a:extLst>
                </p:cNvPr>
                <p:cNvPicPr/>
                <p:nvPr/>
              </p:nvPicPr>
              <p:blipFill>
                <a:blip r:embed="rId223"/>
                <a:stretch>
                  <a:fillRect/>
                </a:stretch>
              </p:blipFill>
              <p:spPr>
                <a:xfrm>
                  <a:off x="5466217" y="5314111"/>
                  <a:ext cx="75960" cy="39132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49" name="Ink 148">
                  <a:extLst>
                    <a:ext uri="{FF2B5EF4-FFF2-40B4-BE49-F238E27FC236}">
                      <a16:creationId xmlns:a16="http://schemas.microsoft.com/office/drawing/2014/main" id="{5C0E613F-A202-4919-AD0A-05659A7BB9DB}"/>
                    </a:ext>
                  </a:extLst>
                </p14:cNvPr>
                <p14:cNvContentPartPr/>
                <p14:nvPr/>
              </p14:nvContentPartPr>
              <p14:xfrm>
                <a:off x="5653417" y="5695351"/>
                <a:ext cx="6120" cy="6120"/>
              </p14:xfrm>
            </p:contentPart>
          </mc:Choice>
          <mc:Fallback xmlns="">
            <p:pic>
              <p:nvPicPr>
                <p:cNvPr id="149" name="Ink 148">
                  <a:extLst>
                    <a:ext uri="{FF2B5EF4-FFF2-40B4-BE49-F238E27FC236}">
                      <a16:creationId xmlns:a16="http://schemas.microsoft.com/office/drawing/2014/main" id="{5C0E613F-A202-4919-AD0A-05659A7BB9DB}"/>
                    </a:ext>
                  </a:extLst>
                </p:cNvPr>
                <p:cNvPicPr/>
                <p:nvPr/>
              </p:nvPicPr>
              <p:blipFill>
                <a:blip r:embed="rId225"/>
                <a:stretch>
                  <a:fillRect/>
                </a:stretch>
              </p:blipFill>
              <p:spPr>
                <a:xfrm>
                  <a:off x="5644417" y="5686351"/>
                  <a:ext cx="2376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52" name="Ink 151">
                  <a:extLst>
                    <a:ext uri="{FF2B5EF4-FFF2-40B4-BE49-F238E27FC236}">
                      <a16:creationId xmlns:a16="http://schemas.microsoft.com/office/drawing/2014/main" id="{1959BBB6-36BC-44EB-87CC-3D88892259FF}"/>
                    </a:ext>
                  </a:extLst>
                </p14:cNvPr>
                <p14:cNvContentPartPr/>
                <p14:nvPr/>
              </p14:nvContentPartPr>
              <p14:xfrm>
                <a:off x="1761097" y="5253991"/>
                <a:ext cx="219600" cy="269640"/>
              </p14:xfrm>
            </p:contentPart>
          </mc:Choice>
          <mc:Fallback xmlns="">
            <p:pic>
              <p:nvPicPr>
                <p:cNvPr id="152" name="Ink 151">
                  <a:extLst>
                    <a:ext uri="{FF2B5EF4-FFF2-40B4-BE49-F238E27FC236}">
                      <a16:creationId xmlns:a16="http://schemas.microsoft.com/office/drawing/2014/main" id="{1959BBB6-36BC-44EB-87CC-3D88892259FF}"/>
                    </a:ext>
                  </a:extLst>
                </p:cNvPr>
                <p:cNvPicPr/>
                <p:nvPr/>
              </p:nvPicPr>
              <p:blipFill>
                <a:blip r:embed="rId227"/>
                <a:stretch>
                  <a:fillRect/>
                </a:stretch>
              </p:blipFill>
              <p:spPr>
                <a:xfrm>
                  <a:off x="1752457" y="5245351"/>
                  <a:ext cx="237240" cy="287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8">
            <p14:nvContentPartPr>
              <p14:cNvPr id="7" name="Ink 6">
                <a:extLst>
                  <a:ext uri="{FF2B5EF4-FFF2-40B4-BE49-F238E27FC236}">
                    <a16:creationId xmlns:a16="http://schemas.microsoft.com/office/drawing/2014/main" id="{9AD4AFB5-C114-460C-893B-C2E6E39641C5}"/>
                  </a:ext>
                </a:extLst>
              </p14:cNvPr>
              <p14:cNvContentPartPr/>
              <p14:nvPr/>
            </p14:nvContentPartPr>
            <p14:xfrm>
              <a:off x="1591911" y="5157323"/>
              <a:ext cx="158760" cy="3240"/>
            </p14:xfrm>
          </p:contentPart>
        </mc:Choice>
        <mc:Fallback xmlns="">
          <p:pic>
            <p:nvPicPr>
              <p:cNvPr id="7" name="Ink 6">
                <a:extLst>
                  <a:ext uri="{FF2B5EF4-FFF2-40B4-BE49-F238E27FC236}">
                    <a16:creationId xmlns:a16="http://schemas.microsoft.com/office/drawing/2014/main" id="{9AD4AFB5-C114-460C-893B-C2E6E39641C5}"/>
                  </a:ext>
                </a:extLst>
              </p:cNvPr>
              <p:cNvPicPr/>
              <p:nvPr/>
            </p:nvPicPr>
            <p:blipFill>
              <a:blip r:embed="rId229"/>
              <a:stretch>
                <a:fillRect/>
              </a:stretch>
            </p:blipFill>
            <p:spPr>
              <a:xfrm>
                <a:off x="1582911" y="5148323"/>
                <a:ext cx="17640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9" name="Ink 8">
                <a:extLst>
                  <a:ext uri="{FF2B5EF4-FFF2-40B4-BE49-F238E27FC236}">
                    <a16:creationId xmlns:a16="http://schemas.microsoft.com/office/drawing/2014/main" id="{C908A921-F974-4180-8FAA-CB809752E457}"/>
                  </a:ext>
                </a:extLst>
              </p14:cNvPr>
              <p14:cNvContentPartPr/>
              <p14:nvPr/>
            </p14:nvContentPartPr>
            <p14:xfrm>
              <a:off x="2612151" y="5186483"/>
              <a:ext cx="179640" cy="2520"/>
            </p14:xfrm>
          </p:contentPart>
        </mc:Choice>
        <mc:Fallback xmlns="">
          <p:pic>
            <p:nvPicPr>
              <p:cNvPr id="9" name="Ink 8">
                <a:extLst>
                  <a:ext uri="{FF2B5EF4-FFF2-40B4-BE49-F238E27FC236}">
                    <a16:creationId xmlns:a16="http://schemas.microsoft.com/office/drawing/2014/main" id="{C908A921-F974-4180-8FAA-CB809752E457}"/>
                  </a:ext>
                </a:extLst>
              </p:cNvPr>
              <p:cNvPicPr/>
              <p:nvPr/>
            </p:nvPicPr>
            <p:blipFill>
              <a:blip r:embed="rId231"/>
              <a:stretch>
                <a:fillRect/>
              </a:stretch>
            </p:blipFill>
            <p:spPr>
              <a:xfrm>
                <a:off x="2603511" y="5177843"/>
                <a:ext cx="19728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23" name="Ink 22">
                <a:extLst>
                  <a:ext uri="{FF2B5EF4-FFF2-40B4-BE49-F238E27FC236}">
                    <a16:creationId xmlns:a16="http://schemas.microsoft.com/office/drawing/2014/main" id="{EA1F5CC5-EFF9-47EB-8436-6E9001082E55}"/>
                  </a:ext>
                </a:extLst>
              </p14:cNvPr>
              <p14:cNvContentPartPr/>
              <p14:nvPr/>
            </p14:nvContentPartPr>
            <p14:xfrm>
              <a:off x="3805191" y="5201963"/>
              <a:ext cx="140400" cy="28440"/>
            </p14:xfrm>
          </p:contentPart>
        </mc:Choice>
        <mc:Fallback xmlns="">
          <p:pic>
            <p:nvPicPr>
              <p:cNvPr id="23" name="Ink 22">
                <a:extLst>
                  <a:ext uri="{FF2B5EF4-FFF2-40B4-BE49-F238E27FC236}">
                    <a16:creationId xmlns:a16="http://schemas.microsoft.com/office/drawing/2014/main" id="{EA1F5CC5-EFF9-47EB-8436-6E9001082E55}"/>
                  </a:ext>
                </a:extLst>
              </p:cNvPr>
              <p:cNvPicPr/>
              <p:nvPr/>
            </p:nvPicPr>
            <p:blipFill>
              <a:blip r:embed="rId233"/>
              <a:stretch>
                <a:fillRect/>
              </a:stretch>
            </p:blipFill>
            <p:spPr>
              <a:xfrm>
                <a:off x="3796191" y="5192963"/>
                <a:ext cx="15804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24" name="Ink 23">
                <a:extLst>
                  <a:ext uri="{FF2B5EF4-FFF2-40B4-BE49-F238E27FC236}">
                    <a16:creationId xmlns:a16="http://schemas.microsoft.com/office/drawing/2014/main" id="{B2E995B6-2782-4077-A6E1-CB5CD60F7418}"/>
                  </a:ext>
                </a:extLst>
              </p14:cNvPr>
              <p14:cNvContentPartPr/>
              <p14:nvPr/>
            </p14:nvContentPartPr>
            <p14:xfrm>
              <a:off x="5340231" y="5234003"/>
              <a:ext cx="133560" cy="11880"/>
            </p14:xfrm>
          </p:contentPart>
        </mc:Choice>
        <mc:Fallback xmlns="">
          <p:pic>
            <p:nvPicPr>
              <p:cNvPr id="24" name="Ink 23">
                <a:extLst>
                  <a:ext uri="{FF2B5EF4-FFF2-40B4-BE49-F238E27FC236}">
                    <a16:creationId xmlns:a16="http://schemas.microsoft.com/office/drawing/2014/main" id="{B2E995B6-2782-4077-A6E1-CB5CD60F7418}"/>
                  </a:ext>
                </a:extLst>
              </p:cNvPr>
              <p:cNvPicPr/>
              <p:nvPr/>
            </p:nvPicPr>
            <p:blipFill>
              <a:blip r:embed="rId235"/>
              <a:stretch>
                <a:fillRect/>
              </a:stretch>
            </p:blipFill>
            <p:spPr>
              <a:xfrm>
                <a:off x="5331591" y="5225003"/>
                <a:ext cx="15120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29" name="Ink 28">
                <a:extLst>
                  <a:ext uri="{FF2B5EF4-FFF2-40B4-BE49-F238E27FC236}">
                    <a16:creationId xmlns:a16="http://schemas.microsoft.com/office/drawing/2014/main" id="{E4EDED3D-4145-4390-8391-2C16CAB4F55C}"/>
                  </a:ext>
                </a:extLst>
              </p14:cNvPr>
              <p14:cNvContentPartPr/>
              <p14:nvPr/>
            </p14:nvContentPartPr>
            <p14:xfrm>
              <a:off x="8805951" y="5315363"/>
              <a:ext cx="169200" cy="16560"/>
            </p14:xfrm>
          </p:contentPart>
        </mc:Choice>
        <mc:Fallback xmlns="">
          <p:pic>
            <p:nvPicPr>
              <p:cNvPr id="29" name="Ink 28">
                <a:extLst>
                  <a:ext uri="{FF2B5EF4-FFF2-40B4-BE49-F238E27FC236}">
                    <a16:creationId xmlns:a16="http://schemas.microsoft.com/office/drawing/2014/main" id="{E4EDED3D-4145-4390-8391-2C16CAB4F55C}"/>
                  </a:ext>
                </a:extLst>
              </p:cNvPr>
              <p:cNvPicPr/>
              <p:nvPr/>
            </p:nvPicPr>
            <p:blipFill>
              <a:blip r:embed="rId237"/>
              <a:stretch>
                <a:fillRect/>
              </a:stretch>
            </p:blipFill>
            <p:spPr>
              <a:xfrm>
                <a:off x="8796951" y="5306723"/>
                <a:ext cx="186840" cy="34200"/>
              </a:xfrm>
              <a:prstGeom prst="rect">
                <a:avLst/>
              </a:prstGeom>
            </p:spPr>
          </p:pic>
        </mc:Fallback>
      </mc:AlternateContent>
    </p:spTree>
    <p:extLst>
      <p:ext uri="{BB962C8B-B14F-4D97-AF65-F5344CB8AC3E}">
        <p14:creationId xmlns:p14="http://schemas.microsoft.com/office/powerpoint/2010/main" val="269648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Regularization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i="0" dirty="0">
                <a:solidFill>
                  <a:srgbClr val="292929"/>
                </a:solidFill>
                <a:effectLst/>
                <a:latin typeface="source-serif-pro"/>
              </a:rPr>
              <a:t>Regularization</a:t>
            </a:r>
            <a:r>
              <a:rPr lang="en-US" b="0" i="0" dirty="0">
                <a:solidFill>
                  <a:srgbClr val="292929"/>
                </a:solidFill>
                <a:effectLst/>
                <a:latin typeface="source-serif-pro"/>
              </a:rPr>
              <a:t> controls the model complexity by penalizing higher terms in the model. If a regularization term is added, the model tries to minimize both loss and complexity of model.</a:t>
            </a:r>
            <a:endParaRPr lang="en-IN" dirty="0"/>
          </a:p>
        </p:txBody>
      </p:sp>
      <p:pic>
        <p:nvPicPr>
          <p:cNvPr id="5" name="Picture 4">
            <a:extLst>
              <a:ext uri="{FF2B5EF4-FFF2-40B4-BE49-F238E27FC236}">
                <a16:creationId xmlns:a16="http://schemas.microsoft.com/office/drawing/2014/main" id="{6C09CA08-7C73-4BCD-9E4A-B0A4FFBFBCD7}"/>
              </a:ext>
            </a:extLst>
          </p:cNvPr>
          <p:cNvPicPr>
            <a:picLocks noChangeAspect="1"/>
          </p:cNvPicPr>
          <p:nvPr/>
        </p:nvPicPr>
        <p:blipFill rotWithShape="1">
          <a:blip r:embed="rId3"/>
          <a:srcRect l="14877" t="26561" r="38033" b="63285"/>
          <a:stretch/>
        </p:blipFill>
        <p:spPr>
          <a:xfrm>
            <a:off x="1541610" y="3849530"/>
            <a:ext cx="9659790" cy="1171040"/>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99313F00-984C-419D-A16A-BCBA6D85F53A}"/>
                  </a:ext>
                </a:extLst>
              </p14:cNvPr>
              <p14:cNvContentPartPr/>
              <p14:nvPr/>
            </p14:nvContentPartPr>
            <p14:xfrm>
              <a:off x="5813991" y="4373603"/>
              <a:ext cx="331920" cy="27360"/>
            </p14:xfrm>
          </p:contentPart>
        </mc:Choice>
        <mc:Fallback xmlns="">
          <p:pic>
            <p:nvPicPr>
              <p:cNvPr id="3" name="Ink 2">
                <a:extLst>
                  <a:ext uri="{FF2B5EF4-FFF2-40B4-BE49-F238E27FC236}">
                    <a16:creationId xmlns:a16="http://schemas.microsoft.com/office/drawing/2014/main" id="{99313F00-984C-419D-A16A-BCBA6D85F53A}"/>
                  </a:ext>
                </a:extLst>
              </p:cNvPr>
              <p:cNvPicPr/>
              <p:nvPr/>
            </p:nvPicPr>
            <p:blipFill>
              <a:blip r:embed="rId5"/>
              <a:stretch>
                <a:fillRect/>
              </a:stretch>
            </p:blipFill>
            <p:spPr>
              <a:xfrm>
                <a:off x="5804991" y="4364603"/>
                <a:ext cx="34956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87C13CA7-8E6B-477D-9F50-AC93E34C97DE}"/>
                  </a:ext>
                </a:extLst>
              </p14:cNvPr>
              <p14:cNvContentPartPr/>
              <p14:nvPr/>
            </p14:nvContentPartPr>
            <p14:xfrm>
              <a:off x="9150831" y="4986683"/>
              <a:ext cx="580320" cy="44280"/>
            </p14:xfrm>
          </p:contentPart>
        </mc:Choice>
        <mc:Fallback xmlns="">
          <p:pic>
            <p:nvPicPr>
              <p:cNvPr id="10" name="Ink 9">
                <a:extLst>
                  <a:ext uri="{FF2B5EF4-FFF2-40B4-BE49-F238E27FC236}">
                    <a16:creationId xmlns:a16="http://schemas.microsoft.com/office/drawing/2014/main" id="{87C13CA7-8E6B-477D-9F50-AC93E34C97DE}"/>
                  </a:ext>
                </a:extLst>
              </p:cNvPr>
              <p:cNvPicPr/>
              <p:nvPr/>
            </p:nvPicPr>
            <p:blipFill>
              <a:blip r:embed="rId7"/>
              <a:stretch>
                <a:fillRect/>
              </a:stretch>
            </p:blipFill>
            <p:spPr>
              <a:xfrm>
                <a:off x="9142191" y="4977683"/>
                <a:ext cx="59796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AE6275FF-74A4-4020-A7E4-80A5BEC4E54C}"/>
                  </a:ext>
                </a:extLst>
              </p14:cNvPr>
              <p14:cNvContentPartPr/>
              <p14:nvPr/>
            </p14:nvContentPartPr>
            <p14:xfrm>
              <a:off x="5647311" y="5016563"/>
              <a:ext cx="399960" cy="66240"/>
            </p14:xfrm>
          </p:contentPart>
        </mc:Choice>
        <mc:Fallback xmlns="">
          <p:pic>
            <p:nvPicPr>
              <p:cNvPr id="11" name="Ink 10">
                <a:extLst>
                  <a:ext uri="{FF2B5EF4-FFF2-40B4-BE49-F238E27FC236}">
                    <a16:creationId xmlns:a16="http://schemas.microsoft.com/office/drawing/2014/main" id="{AE6275FF-74A4-4020-A7E4-80A5BEC4E54C}"/>
                  </a:ext>
                </a:extLst>
              </p:cNvPr>
              <p:cNvPicPr/>
              <p:nvPr/>
            </p:nvPicPr>
            <p:blipFill>
              <a:blip r:embed="rId9"/>
              <a:stretch>
                <a:fillRect/>
              </a:stretch>
            </p:blipFill>
            <p:spPr>
              <a:xfrm>
                <a:off x="5638311" y="5007563"/>
                <a:ext cx="41760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5D27B510-6392-40D1-BC6B-BB7BAEBAF4F9}"/>
                  </a:ext>
                </a:extLst>
              </p14:cNvPr>
              <p14:cNvContentPartPr/>
              <p14:nvPr/>
            </p14:nvContentPartPr>
            <p14:xfrm>
              <a:off x="6836751" y="5007203"/>
              <a:ext cx="453960" cy="29880"/>
            </p14:xfrm>
          </p:contentPart>
        </mc:Choice>
        <mc:Fallback xmlns="">
          <p:pic>
            <p:nvPicPr>
              <p:cNvPr id="12" name="Ink 11">
                <a:extLst>
                  <a:ext uri="{FF2B5EF4-FFF2-40B4-BE49-F238E27FC236}">
                    <a16:creationId xmlns:a16="http://schemas.microsoft.com/office/drawing/2014/main" id="{5D27B510-6392-40D1-BC6B-BB7BAEBAF4F9}"/>
                  </a:ext>
                </a:extLst>
              </p:cNvPr>
              <p:cNvPicPr/>
              <p:nvPr/>
            </p:nvPicPr>
            <p:blipFill>
              <a:blip r:embed="rId11"/>
              <a:stretch>
                <a:fillRect/>
              </a:stretch>
            </p:blipFill>
            <p:spPr>
              <a:xfrm>
                <a:off x="6827751" y="4998203"/>
                <a:ext cx="471600" cy="47520"/>
              </a:xfrm>
              <a:prstGeom prst="rect">
                <a:avLst/>
              </a:prstGeom>
            </p:spPr>
          </p:pic>
        </mc:Fallback>
      </mc:AlternateContent>
      <p:grpSp>
        <p:nvGrpSpPr>
          <p:cNvPr id="23" name="Group 22">
            <a:extLst>
              <a:ext uri="{FF2B5EF4-FFF2-40B4-BE49-F238E27FC236}">
                <a16:creationId xmlns:a16="http://schemas.microsoft.com/office/drawing/2014/main" id="{611125B6-5A39-49A0-B021-D2C60B4844D8}"/>
              </a:ext>
            </a:extLst>
          </p:cNvPr>
          <p:cNvGrpSpPr/>
          <p:nvPr/>
        </p:nvGrpSpPr>
        <p:grpSpPr>
          <a:xfrm>
            <a:off x="8898111" y="5038163"/>
            <a:ext cx="1196280" cy="430200"/>
            <a:chOff x="8898111" y="5038163"/>
            <a:chExt cx="1196280" cy="430200"/>
          </a:xfrm>
        </p:grpSpPr>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id="{4C9CD57E-4C96-47FC-AF63-581A107AF046}"/>
                    </a:ext>
                  </a:extLst>
                </p14:cNvPr>
                <p14:cNvContentPartPr/>
                <p14:nvPr/>
              </p14:nvContentPartPr>
              <p14:xfrm>
                <a:off x="8898111" y="5038163"/>
                <a:ext cx="110880" cy="272160"/>
              </p14:xfrm>
            </p:contentPart>
          </mc:Choice>
          <mc:Fallback xmlns="">
            <p:pic>
              <p:nvPicPr>
                <p:cNvPr id="13" name="Ink 12">
                  <a:extLst>
                    <a:ext uri="{FF2B5EF4-FFF2-40B4-BE49-F238E27FC236}">
                      <a16:creationId xmlns:a16="http://schemas.microsoft.com/office/drawing/2014/main" id="{4C9CD57E-4C96-47FC-AF63-581A107AF046}"/>
                    </a:ext>
                  </a:extLst>
                </p:cNvPr>
                <p:cNvPicPr/>
                <p:nvPr/>
              </p:nvPicPr>
              <p:blipFill>
                <a:blip r:embed="rId13"/>
                <a:stretch>
                  <a:fillRect/>
                </a:stretch>
              </p:blipFill>
              <p:spPr>
                <a:xfrm>
                  <a:off x="8889111" y="5029163"/>
                  <a:ext cx="128520" cy="2898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7AAFAA46-05B5-43C6-827B-C32A86C0234C}"/>
                    </a:ext>
                  </a:extLst>
                </p14:cNvPr>
                <p14:cNvContentPartPr/>
                <p14:nvPr/>
              </p14:nvContentPartPr>
              <p14:xfrm>
                <a:off x="9030591" y="5210963"/>
                <a:ext cx="217800" cy="257400"/>
              </p14:xfrm>
            </p:contentPart>
          </mc:Choice>
          <mc:Fallback xmlns="">
            <p:pic>
              <p:nvPicPr>
                <p:cNvPr id="14" name="Ink 13">
                  <a:extLst>
                    <a:ext uri="{FF2B5EF4-FFF2-40B4-BE49-F238E27FC236}">
                      <a16:creationId xmlns:a16="http://schemas.microsoft.com/office/drawing/2014/main" id="{7AAFAA46-05B5-43C6-827B-C32A86C0234C}"/>
                    </a:ext>
                  </a:extLst>
                </p:cNvPr>
                <p:cNvPicPr/>
                <p:nvPr/>
              </p:nvPicPr>
              <p:blipFill>
                <a:blip r:embed="rId15"/>
                <a:stretch>
                  <a:fillRect/>
                </a:stretch>
              </p:blipFill>
              <p:spPr>
                <a:xfrm>
                  <a:off x="9021951" y="5202323"/>
                  <a:ext cx="23544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9A3F3F63-7D74-466B-B520-19BFF0B36743}"/>
                    </a:ext>
                  </a:extLst>
                </p14:cNvPr>
                <p14:cNvContentPartPr/>
                <p14:nvPr/>
              </p14:nvContentPartPr>
              <p14:xfrm>
                <a:off x="9315351" y="5330483"/>
                <a:ext cx="24120" cy="12960"/>
              </p14:xfrm>
            </p:contentPart>
          </mc:Choice>
          <mc:Fallback xmlns="">
            <p:pic>
              <p:nvPicPr>
                <p:cNvPr id="16" name="Ink 15">
                  <a:extLst>
                    <a:ext uri="{FF2B5EF4-FFF2-40B4-BE49-F238E27FC236}">
                      <a16:creationId xmlns:a16="http://schemas.microsoft.com/office/drawing/2014/main" id="{9A3F3F63-7D74-466B-B520-19BFF0B36743}"/>
                    </a:ext>
                  </a:extLst>
                </p:cNvPr>
                <p:cNvPicPr/>
                <p:nvPr/>
              </p:nvPicPr>
              <p:blipFill>
                <a:blip r:embed="rId17"/>
                <a:stretch>
                  <a:fillRect/>
                </a:stretch>
              </p:blipFill>
              <p:spPr>
                <a:xfrm>
                  <a:off x="9306711" y="5321843"/>
                  <a:ext cx="4176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8" name="Ink 17">
                  <a:extLst>
                    <a:ext uri="{FF2B5EF4-FFF2-40B4-BE49-F238E27FC236}">
                      <a16:creationId xmlns:a16="http://schemas.microsoft.com/office/drawing/2014/main" id="{A16B1C70-F0F0-49AE-B6B9-885A0D66E34F}"/>
                    </a:ext>
                  </a:extLst>
                </p14:cNvPr>
                <p14:cNvContentPartPr/>
                <p14:nvPr/>
              </p14:nvContentPartPr>
              <p14:xfrm>
                <a:off x="9533511" y="5122403"/>
                <a:ext cx="196920" cy="195120"/>
              </p14:xfrm>
            </p:contentPart>
          </mc:Choice>
          <mc:Fallback xmlns="">
            <p:pic>
              <p:nvPicPr>
                <p:cNvPr id="18" name="Ink 17">
                  <a:extLst>
                    <a:ext uri="{FF2B5EF4-FFF2-40B4-BE49-F238E27FC236}">
                      <a16:creationId xmlns:a16="http://schemas.microsoft.com/office/drawing/2014/main" id="{A16B1C70-F0F0-49AE-B6B9-885A0D66E34F}"/>
                    </a:ext>
                  </a:extLst>
                </p:cNvPr>
                <p:cNvPicPr/>
                <p:nvPr/>
              </p:nvPicPr>
              <p:blipFill>
                <a:blip r:embed="rId19"/>
                <a:stretch>
                  <a:fillRect/>
                </a:stretch>
              </p:blipFill>
              <p:spPr>
                <a:xfrm>
                  <a:off x="9524511" y="5113403"/>
                  <a:ext cx="21456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0" name="Ink 19">
                  <a:extLst>
                    <a:ext uri="{FF2B5EF4-FFF2-40B4-BE49-F238E27FC236}">
                      <a16:creationId xmlns:a16="http://schemas.microsoft.com/office/drawing/2014/main" id="{56F5138A-217E-4920-BD69-08D8A8D1CFE5}"/>
                    </a:ext>
                  </a:extLst>
                </p14:cNvPr>
                <p14:cNvContentPartPr/>
                <p14:nvPr/>
              </p14:nvContentPartPr>
              <p14:xfrm>
                <a:off x="9680751" y="5260283"/>
                <a:ext cx="310320" cy="91080"/>
              </p14:xfrm>
            </p:contentPart>
          </mc:Choice>
          <mc:Fallback xmlns="">
            <p:pic>
              <p:nvPicPr>
                <p:cNvPr id="20" name="Ink 19">
                  <a:extLst>
                    <a:ext uri="{FF2B5EF4-FFF2-40B4-BE49-F238E27FC236}">
                      <a16:creationId xmlns:a16="http://schemas.microsoft.com/office/drawing/2014/main" id="{56F5138A-217E-4920-BD69-08D8A8D1CFE5}"/>
                    </a:ext>
                  </a:extLst>
                </p:cNvPr>
                <p:cNvPicPr/>
                <p:nvPr/>
              </p:nvPicPr>
              <p:blipFill>
                <a:blip r:embed="rId21"/>
                <a:stretch>
                  <a:fillRect/>
                </a:stretch>
              </p:blipFill>
              <p:spPr>
                <a:xfrm>
                  <a:off x="9672111" y="5251643"/>
                  <a:ext cx="32796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2" name="Ink 21">
                  <a:extLst>
                    <a:ext uri="{FF2B5EF4-FFF2-40B4-BE49-F238E27FC236}">
                      <a16:creationId xmlns:a16="http://schemas.microsoft.com/office/drawing/2014/main" id="{8D43E9B9-6E9E-4AC5-AB3C-76B84252299D}"/>
                    </a:ext>
                  </a:extLst>
                </p14:cNvPr>
                <p14:cNvContentPartPr/>
                <p14:nvPr/>
              </p14:nvContentPartPr>
              <p14:xfrm>
                <a:off x="10082871" y="5339843"/>
                <a:ext cx="11520" cy="1800"/>
              </p14:xfrm>
            </p:contentPart>
          </mc:Choice>
          <mc:Fallback xmlns="">
            <p:pic>
              <p:nvPicPr>
                <p:cNvPr id="22" name="Ink 21">
                  <a:extLst>
                    <a:ext uri="{FF2B5EF4-FFF2-40B4-BE49-F238E27FC236}">
                      <a16:creationId xmlns:a16="http://schemas.microsoft.com/office/drawing/2014/main" id="{8D43E9B9-6E9E-4AC5-AB3C-76B84252299D}"/>
                    </a:ext>
                  </a:extLst>
                </p:cNvPr>
                <p:cNvPicPr/>
                <p:nvPr/>
              </p:nvPicPr>
              <p:blipFill>
                <a:blip r:embed="rId23"/>
                <a:stretch>
                  <a:fillRect/>
                </a:stretch>
              </p:blipFill>
              <p:spPr>
                <a:xfrm>
                  <a:off x="10073871" y="5331203"/>
                  <a:ext cx="29160" cy="19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24" name="Ink 23">
                <a:extLst>
                  <a:ext uri="{FF2B5EF4-FFF2-40B4-BE49-F238E27FC236}">
                    <a16:creationId xmlns:a16="http://schemas.microsoft.com/office/drawing/2014/main" id="{E1D2A3A1-3055-4693-94F3-642BE808D00B}"/>
                  </a:ext>
                </a:extLst>
              </p14:cNvPr>
              <p14:cNvContentPartPr/>
              <p14:nvPr/>
            </p14:nvContentPartPr>
            <p14:xfrm>
              <a:off x="8937351" y="5568083"/>
              <a:ext cx="192240" cy="259920"/>
            </p14:xfrm>
          </p:contentPart>
        </mc:Choice>
        <mc:Fallback xmlns="">
          <p:pic>
            <p:nvPicPr>
              <p:cNvPr id="24" name="Ink 23">
                <a:extLst>
                  <a:ext uri="{FF2B5EF4-FFF2-40B4-BE49-F238E27FC236}">
                    <a16:creationId xmlns:a16="http://schemas.microsoft.com/office/drawing/2014/main" id="{E1D2A3A1-3055-4693-94F3-642BE808D00B}"/>
                  </a:ext>
                </a:extLst>
              </p:cNvPr>
              <p:cNvPicPr/>
              <p:nvPr/>
            </p:nvPicPr>
            <p:blipFill>
              <a:blip r:embed="rId25"/>
              <a:stretch>
                <a:fillRect/>
              </a:stretch>
            </p:blipFill>
            <p:spPr>
              <a:xfrm>
                <a:off x="8928711" y="5559443"/>
                <a:ext cx="209880" cy="2775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4" name="Ink 33">
                <a:extLst>
                  <a:ext uri="{FF2B5EF4-FFF2-40B4-BE49-F238E27FC236}">
                    <a16:creationId xmlns:a16="http://schemas.microsoft.com/office/drawing/2014/main" id="{C6729FA5-83FE-4EF4-B258-B3DDFE55C442}"/>
                  </a:ext>
                </a:extLst>
              </p14:cNvPr>
              <p14:cNvContentPartPr/>
              <p14:nvPr/>
            </p14:nvContentPartPr>
            <p14:xfrm>
              <a:off x="9062631" y="5909003"/>
              <a:ext cx="7200" cy="106560"/>
            </p14:xfrm>
          </p:contentPart>
        </mc:Choice>
        <mc:Fallback xmlns="">
          <p:pic>
            <p:nvPicPr>
              <p:cNvPr id="34" name="Ink 33">
                <a:extLst>
                  <a:ext uri="{FF2B5EF4-FFF2-40B4-BE49-F238E27FC236}">
                    <a16:creationId xmlns:a16="http://schemas.microsoft.com/office/drawing/2014/main" id="{C6729FA5-83FE-4EF4-B258-B3DDFE55C442}"/>
                  </a:ext>
                </a:extLst>
              </p:cNvPr>
              <p:cNvPicPr/>
              <p:nvPr/>
            </p:nvPicPr>
            <p:blipFill>
              <a:blip r:embed="rId27"/>
              <a:stretch>
                <a:fillRect/>
              </a:stretch>
            </p:blipFill>
            <p:spPr>
              <a:xfrm>
                <a:off x="9053991" y="5900363"/>
                <a:ext cx="2484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5" name="Ink 34">
                <a:extLst>
                  <a:ext uri="{FF2B5EF4-FFF2-40B4-BE49-F238E27FC236}">
                    <a16:creationId xmlns:a16="http://schemas.microsoft.com/office/drawing/2014/main" id="{4F8E6608-A6C1-4AC9-BDCD-DF2A3A4D8961}"/>
                  </a:ext>
                </a:extLst>
              </p14:cNvPr>
              <p14:cNvContentPartPr/>
              <p14:nvPr/>
            </p14:nvContentPartPr>
            <p14:xfrm>
              <a:off x="9132471" y="5920163"/>
              <a:ext cx="6120" cy="141840"/>
            </p14:xfrm>
          </p:contentPart>
        </mc:Choice>
        <mc:Fallback xmlns="">
          <p:pic>
            <p:nvPicPr>
              <p:cNvPr id="35" name="Ink 34">
                <a:extLst>
                  <a:ext uri="{FF2B5EF4-FFF2-40B4-BE49-F238E27FC236}">
                    <a16:creationId xmlns:a16="http://schemas.microsoft.com/office/drawing/2014/main" id="{4F8E6608-A6C1-4AC9-BDCD-DF2A3A4D8961}"/>
                  </a:ext>
                </a:extLst>
              </p:cNvPr>
              <p:cNvPicPr/>
              <p:nvPr/>
            </p:nvPicPr>
            <p:blipFill>
              <a:blip r:embed="rId29"/>
              <a:stretch>
                <a:fillRect/>
              </a:stretch>
            </p:blipFill>
            <p:spPr>
              <a:xfrm>
                <a:off x="9123471" y="5911163"/>
                <a:ext cx="2376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6" name="Ink 35">
                <a:extLst>
                  <a:ext uri="{FF2B5EF4-FFF2-40B4-BE49-F238E27FC236}">
                    <a16:creationId xmlns:a16="http://schemas.microsoft.com/office/drawing/2014/main" id="{D7811194-9B46-4B59-9619-5AC440C4F62F}"/>
                  </a:ext>
                </a:extLst>
              </p14:cNvPr>
              <p14:cNvContentPartPr/>
              <p14:nvPr/>
            </p14:nvContentPartPr>
            <p14:xfrm>
              <a:off x="9051111" y="6141203"/>
              <a:ext cx="73440" cy="62280"/>
            </p14:xfrm>
          </p:contentPart>
        </mc:Choice>
        <mc:Fallback xmlns="">
          <p:pic>
            <p:nvPicPr>
              <p:cNvPr id="36" name="Ink 35">
                <a:extLst>
                  <a:ext uri="{FF2B5EF4-FFF2-40B4-BE49-F238E27FC236}">
                    <a16:creationId xmlns:a16="http://schemas.microsoft.com/office/drawing/2014/main" id="{D7811194-9B46-4B59-9619-5AC440C4F62F}"/>
                  </a:ext>
                </a:extLst>
              </p:cNvPr>
              <p:cNvPicPr/>
              <p:nvPr/>
            </p:nvPicPr>
            <p:blipFill>
              <a:blip r:embed="rId31"/>
              <a:stretch>
                <a:fillRect/>
              </a:stretch>
            </p:blipFill>
            <p:spPr>
              <a:xfrm>
                <a:off x="9042471" y="6132563"/>
                <a:ext cx="9108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8" name="Ink 37">
                <a:extLst>
                  <a:ext uri="{FF2B5EF4-FFF2-40B4-BE49-F238E27FC236}">
                    <a16:creationId xmlns:a16="http://schemas.microsoft.com/office/drawing/2014/main" id="{F16D6109-1646-48D9-A5BB-76178C9F1F3F}"/>
                  </a:ext>
                </a:extLst>
              </p14:cNvPr>
              <p14:cNvContentPartPr/>
              <p14:nvPr/>
            </p14:nvContentPartPr>
            <p14:xfrm>
              <a:off x="2715111" y="4393403"/>
              <a:ext cx="656640" cy="38520"/>
            </p14:xfrm>
          </p:contentPart>
        </mc:Choice>
        <mc:Fallback xmlns="">
          <p:pic>
            <p:nvPicPr>
              <p:cNvPr id="38" name="Ink 37">
                <a:extLst>
                  <a:ext uri="{FF2B5EF4-FFF2-40B4-BE49-F238E27FC236}">
                    <a16:creationId xmlns:a16="http://schemas.microsoft.com/office/drawing/2014/main" id="{F16D6109-1646-48D9-A5BB-76178C9F1F3F}"/>
                  </a:ext>
                </a:extLst>
              </p:cNvPr>
              <p:cNvPicPr/>
              <p:nvPr/>
            </p:nvPicPr>
            <p:blipFill>
              <a:blip r:embed="rId33"/>
              <a:stretch>
                <a:fillRect/>
              </a:stretch>
            </p:blipFill>
            <p:spPr>
              <a:xfrm>
                <a:off x="2706471" y="4384763"/>
                <a:ext cx="67428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9" name="Ink 38">
                <a:extLst>
                  <a:ext uri="{FF2B5EF4-FFF2-40B4-BE49-F238E27FC236}">
                    <a16:creationId xmlns:a16="http://schemas.microsoft.com/office/drawing/2014/main" id="{9C87DE6E-C67F-4DFF-9FBB-B441F36C8DAA}"/>
                  </a:ext>
                </a:extLst>
              </p14:cNvPr>
              <p14:cNvContentPartPr/>
              <p14:nvPr/>
            </p14:nvContentPartPr>
            <p14:xfrm>
              <a:off x="8922951" y="6166043"/>
              <a:ext cx="252720" cy="140040"/>
            </p14:xfrm>
          </p:contentPart>
        </mc:Choice>
        <mc:Fallback xmlns="">
          <p:pic>
            <p:nvPicPr>
              <p:cNvPr id="39" name="Ink 38">
                <a:extLst>
                  <a:ext uri="{FF2B5EF4-FFF2-40B4-BE49-F238E27FC236}">
                    <a16:creationId xmlns:a16="http://schemas.microsoft.com/office/drawing/2014/main" id="{9C87DE6E-C67F-4DFF-9FBB-B441F36C8DAA}"/>
                  </a:ext>
                </a:extLst>
              </p:cNvPr>
              <p:cNvPicPr/>
              <p:nvPr/>
            </p:nvPicPr>
            <p:blipFill>
              <a:blip r:embed="rId35"/>
              <a:stretch>
                <a:fillRect/>
              </a:stretch>
            </p:blipFill>
            <p:spPr>
              <a:xfrm>
                <a:off x="8913951" y="6157403"/>
                <a:ext cx="27036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0" name="Ink 39">
                <a:extLst>
                  <a:ext uri="{FF2B5EF4-FFF2-40B4-BE49-F238E27FC236}">
                    <a16:creationId xmlns:a16="http://schemas.microsoft.com/office/drawing/2014/main" id="{46A80EBF-4AD5-439C-A691-BDCB2F5C6957}"/>
                  </a:ext>
                </a:extLst>
              </p14:cNvPr>
              <p14:cNvContentPartPr/>
              <p14:nvPr/>
            </p14:nvContentPartPr>
            <p14:xfrm>
              <a:off x="5952231" y="5111243"/>
              <a:ext cx="192240" cy="288000"/>
            </p14:xfrm>
          </p:contentPart>
        </mc:Choice>
        <mc:Fallback xmlns="">
          <p:pic>
            <p:nvPicPr>
              <p:cNvPr id="40" name="Ink 39">
                <a:extLst>
                  <a:ext uri="{FF2B5EF4-FFF2-40B4-BE49-F238E27FC236}">
                    <a16:creationId xmlns:a16="http://schemas.microsoft.com/office/drawing/2014/main" id="{46A80EBF-4AD5-439C-A691-BDCB2F5C6957}"/>
                  </a:ext>
                </a:extLst>
              </p:cNvPr>
              <p:cNvPicPr/>
              <p:nvPr/>
            </p:nvPicPr>
            <p:blipFill>
              <a:blip r:embed="rId37"/>
              <a:stretch>
                <a:fillRect/>
              </a:stretch>
            </p:blipFill>
            <p:spPr>
              <a:xfrm>
                <a:off x="5943231" y="5102243"/>
                <a:ext cx="209880" cy="305640"/>
              </a:xfrm>
              <a:prstGeom prst="rect">
                <a:avLst/>
              </a:prstGeom>
            </p:spPr>
          </p:pic>
        </mc:Fallback>
      </mc:AlternateContent>
      <p:grpSp>
        <p:nvGrpSpPr>
          <p:cNvPr id="43" name="Group 42">
            <a:extLst>
              <a:ext uri="{FF2B5EF4-FFF2-40B4-BE49-F238E27FC236}">
                <a16:creationId xmlns:a16="http://schemas.microsoft.com/office/drawing/2014/main" id="{B9AEF74B-C117-4157-AAD3-CEE713FF5637}"/>
              </a:ext>
            </a:extLst>
          </p:cNvPr>
          <p:cNvGrpSpPr/>
          <p:nvPr/>
        </p:nvGrpSpPr>
        <p:grpSpPr>
          <a:xfrm>
            <a:off x="5270751" y="5616683"/>
            <a:ext cx="480240" cy="163800"/>
            <a:chOff x="5270751" y="5616683"/>
            <a:chExt cx="480240" cy="163800"/>
          </a:xfrm>
        </p:grpSpPr>
        <mc:AlternateContent xmlns:mc="http://schemas.openxmlformats.org/markup-compatibility/2006" xmlns:p14="http://schemas.microsoft.com/office/powerpoint/2010/main">
          <mc:Choice Requires="p14">
            <p:contentPart p14:bwMode="auto" r:id="rId38">
              <p14:nvContentPartPr>
                <p14:cNvPr id="41" name="Ink 40">
                  <a:extLst>
                    <a:ext uri="{FF2B5EF4-FFF2-40B4-BE49-F238E27FC236}">
                      <a16:creationId xmlns:a16="http://schemas.microsoft.com/office/drawing/2014/main" id="{063CB1A8-26C9-44D0-B8C2-8496EBB63196}"/>
                    </a:ext>
                  </a:extLst>
                </p14:cNvPr>
                <p14:cNvContentPartPr/>
                <p14:nvPr/>
              </p14:nvContentPartPr>
              <p14:xfrm>
                <a:off x="5594031" y="5616683"/>
                <a:ext cx="156960" cy="163800"/>
              </p14:xfrm>
            </p:contentPart>
          </mc:Choice>
          <mc:Fallback xmlns="">
            <p:pic>
              <p:nvPicPr>
                <p:cNvPr id="41" name="Ink 40">
                  <a:extLst>
                    <a:ext uri="{FF2B5EF4-FFF2-40B4-BE49-F238E27FC236}">
                      <a16:creationId xmlns:a16="http://schemas.microsoft.com/office/drawing/2014/main" id="{063CB1A8-26C9-44D0-B8C2-8496EBB63196}"/>
                    </a:ext>
                  </a:extLst>
                </p:cNvPr>
                <p:cNvPicPr/>
                <p:nvPr/>
              </p:nvPicPr>
              <p:blipFill>
                <a:blip r:embed="rId39"/>
                <a:stretch>
                  <a:fillRect/>
                </a:stretch>
              </p:blipFill>
              <p:spPr>
                <a:xfrm>
                  <a:off x="5585391" y="5608043"/>
                  <a:ext cx="17460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2" name="Ink 41">
                  <a:extLst>
                    <a:ext uri="{FF2B5EF4-FFF2-40B4-BE49-F238E27FC236}">
                      <a16:creationId xmlns:a16="http://schemas.microsoft.com/office/drawing/2014/main" id="{3D57F3B8-204C-429B-8D27-A308A7D59229}"/>
                    </a:ext>
                  </a:extLst>
                </p14:cNvPr>
                <p14:cNvContentPartPr/>
                <p14:nvPr/>
              </p14:nvContentPartPr>
              <p14:xfrm>
                <a:off x="5270751" y="5704523"/>
                <a:ext cx="230760" cy="62280"/>
              </p14:xfrm>
            </p:contentPart>
          </mc:Choice>
          <mc:Fallback xmlns="">
            <p:pic>
              <p:nvPicPr>
                <p:cNvPr id="42" name="Ink 41">
                  <a:extLst>
                    <a:ext uri="{FF2B5EF4-FFF2-40B4-BE49-F238E27FC236}">
                      <a16:creationId xmlns:a16="http://schemas.microsoft.com/office/drawing/2014/main" id="{3D57F3B8-204C-429B-8D27-A308A7D59229}"/>
                    </a:ext>
                  </a:extLst>
                </p:cNvPr>
                <p:cNvPicPr/>
                <p:nvPr/>
              </p:nvPicPr>
              <p:blipFill>
                <a:blip r:embed="rId41"/>
                <a:stretch>
                  <a:fillRect/>
                </a:stretch>
              </p:blipFill>
              <p:spPr>
                <a:xfrm>
                  <a:off x="5261751" y="5695523"/>
                  <a:ext cx="248400" cy="79920"/>
                </a:xfrm>
                <a:prstGeom prst="rect">
                  <a:avLst/>
                </a:prstGeom>
              </p:spPr>
            </p:pic>
          </mc:Fallback>
        </mc:AlternateContent>
      </p:grpSp>
      <p:grpSp>
        <p:nvGrpSpPr>
          <p:cNvPr id="47" name="Group 46">
            <a:extLst>
              <a:ext uri="{FF2B5EF4-FFF2-40B4-BE49-F238E27FC236}">
                <a16:creationId xmlns:a16="http://schemas.microsoft.com/office/drawing/2014/main" id="{BC601FF8-DEF7-48ED-8DD3-3F0D3510D5B2}"/>
              </a:ext>
            </a:extLst>
          </p:cNvPr>
          <p:cNvGrpSpPr/>
          <p:nvPr/>
        </p:nvGrpSpPr>
        <p:grpSpPr>
          <a:xfrm>
            <a:off x="9345231" y="5502203"/>
            <a:ext cx="898200" cy="757800"/>
            <a:chOff x="9345231" y="5502203"/>
            <a:chExt cx="898200" cy="757800"/>
          </a:xfrm>
        </p:grpSpPr>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7E621EEC-E0E2-40C5-AD8A-D94736433AB9}"/>
                    </a:ext>
                  </a:extLst>
                </p14:cNvPr>
                <p14:cNvContentPartPr/>
                <p14:nvPr/>
              </p14:nvContentPartPr>
              <p14:xfrm>
                <a:off x="9345231" y="5502203"/>
                <a:ext cx="84240" cy="407880"/>
              </p14:xfrm>
            </p:contentPart>
          </mc:Choice>
          <mc:Fallback xmlns="">
            <p:pic>
              <p:nvPicPr>
                <p:cNvPr id="25" name="Ink 24">
                  <a:extLst>
                    <a:ext uri="{FF2B5EF4-FFF2-40B4-BE49-F238E27FC236}">
                      <a16:creationId xmlns:a16="http://schemas.microsoft.com/office/drawing/2014/main" id="{7E621EEC-E0E2-40C5-AD8A-D94736433AB9}"/>
                    </a:ext>
                  </a:extLst>
                </p:cNvPr>
                <p:cNvPicPr/>
                <p:nvPr/>
              </p:nvPicPr>
              <p:blipFill>
                <a:blip r:embed="rId43"/>
                <a:stretch>
                  <a:fillRect/>
                </a:stretch>
              </p:blipFill>
              <p:spPr>
                <a:xfrm>
                  <a:off x="9336231" y="5493563"/>
                  <a:ext cx="101880" cy="4255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2EB93998-C7BA-416E-A677-34F2DC989B1A}"/>
                    </a:ext>
                  </a:extLst>
                </p14:cNvPr>
                <p14:cNvContentPartPr/>
                <p14:nvPr/>
              </p14:nvContentPartPr>
              <p14:xfrm>
                <a:off x="9497151" y="5657003"/>
                <a:ext cx="178200" cy="143280"/>
              </p14:xfrm>
            </p:contentPart>
          </mc:Choice>
          <mc:Fallback xmlns="">
            <p:pic>
              <p:nvPicPr>
                <p:cNvPr id="26" name="Ink 25">
                  <a:extLst>
                    <a:ext uri="{FF2B5EF4-FFF2-40B4-BE49-F238E27FC236}">
                      <a16:creationId xmlns:a16="http://schemas.microsoft.com/office/drawing/2014/main" id="{2EB93998-C7BA-416E-A677-34F2DC989B1A}"/>
                    </a:ext>
                  </a:extLst>
                </p:cNvPr>
                <p:cNvPicPr/>
                <p:nvPr/>
              </p:nvPicPr>
              <p:blipFill>
                <a:blip r:embed="rId45"/>
                <a:stretch>
                  <a:fillRect/>
                </a:stretch>
              </p:blipFill>
              <p:spPr>
                <a:xfrm>
                  <a:off x="9488151" y="5648003"/>
                  <a:ext cx="19584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CC117686-DE58-4237-87B2-F11D4C1FA2B6}"/>
                    </a:ext>
                  </a:extLst>
                </p14:cNvPr>
                <p14:cNvContentPartPr/>
                <p14:nvPr/>
              </p14:nvContentPartPr>
              <p14:xfrm>
                <a:off x="9732951" y="5789483"/>
                <a:ext cx="1800" cy="69120"/>
              </p14:xfrm>
            </p:contentPart>
          </mc:Choice>
          <mc:Fallback xmlns="">
            <p:pic>
              <p:nvPicPr>
                <p:cNvPr id="27" name="Ink 26">
                  <a:extLst>
                    <a:ext uri="{FF2B5EF4-FFF2-40B4-BE49-F238E27FC236}">
                      <a16:creationId xmlns:a16="http://schemas.microsoft.com/office/drawing/2014/main" id="{CC117686-DE58-4237-87B2-F11D4C1FA2B6}"/>
                    </a:ext>
                  </a:extLst>
                </p:cNvPr>
                <p:cNvPicPr/>
                <p:nvPr/>
              </p:nvPicPr>
              <p:blipFill>
                <a:blip r:embed="rId47"/>
                <a:stretch>
                  <a:fillRect/>
                </a:stretch>
              </p:blipFill>
              <p:spPr>
                <a:xfrm>
                  <a:off x="9723951" y="5780483"/>
                  <a:ext cx="1944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D1FD9065-5A1A-436D-9D7C-7AE9B64E7B1B}"/>
                    </a:ext>
                  </a:extLst>
                </p14:cNvPr>
                <p14:cNvContentPartPr/>
                <p14:nvPr/>
              </p14:nvContentPartPr>
              <p14:xfrm>
                <a:off x="9724671" y="5700563"/>
                <a:ext cx="12240" cy="7200"/>
              </p14:xfrm>
            </p:contentPart>
          </mc:Choice>
          <mc:Fallback xmlns="">
            <p:pic>
              <p:nvPicPr>
                <p:cNvPr id="28" name="Ink 27">
                  <a:extLst>
                    <a:ext uri="{FF2B5EF4-FFF2-40B4-BE49-F238E27FC236}">
                      <a16:creationId xmlns:a16="http://schemas.microsoft.com/office/drawing/2014/main" id="{D1FD9065-5A1A-436D-9D7C-7AE9B64E7B1B}"/>
                    </a:ext>
                  </a:extLst>
                </p:cNvPr>
                <p:cNvPicPr/>
                <p:nvPr/>
              </p:nvPicPr>
              <p:blipFill>
                <a:blip r:embed="rId49"/>
                <a:stretch>
                  <a:fillRect/>
                </a:stretch>
              </p:blipFill>
              <p:spPr>
                <a:xfrm>
                  <a:off x="9715671" y="5691923"/>
                  <a:ext cx="2988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9" name="Ink 28">
                  <a:extLst>
                    <a:ext uri="{FF2B5EF4-FFF2-40B4-BE49-F238E27FC236}">
                      <a16:creationId xmlns:a16="http://schemas.microsoft.com/office/drawing/2014/main" id="{360CB6EE-4A0B-452D-A914-D2F912849B2F}"/>
                    </a:ext>
                  </a:extLst>
                </p14:cNvPr>
                <p14:cNvContentPartPr/>
                <p14:nvPr/>
              </p14:nvContentPartPr>
              <p14:xfrm>
                <a:off x="9786231" y="5601923"/>
                <a:ext cx="89280" cy="332280"/>
              </p14:xfrm>
            </p:contentPart>
          </mc:Choice>
          <mc:Fallback xmlns="">
            <p:pic>
              <p:nvPicPr>
                <p:cNvPr id="29" name="Ink 28">
                  <a:extLst>
                    <a:ext uri="{FF2B5EF4-FFF2-40B4-BE49-F238E27FC236}">
                      <a16:creationId xmlns:a16="http://schemas.microsoft.com/office/drawing/2014/main" id="{360CB6EE-4A0B-452D-A914-D2F912849B2F}"/>
                    </a:ext>
                  </a:extLst>
                </p:cNvPr>
                <p:cNvPicPr/>
                <p:nvPr/>
              </p:nvPicPr>
              <p:blipFill>
                <a:blip r:embed="rId51"/>
                <a:stretch>
                  <a:fillRect/>
                </a:stretch>
              </p:blipFill>
              <p:spPr>
                <a:xfrm>
                  <a:off x="9777231" y="5593283"/>
                  <a:ext cx="106920" cy="3499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2" name="Ink 31">
                  <a:extLst>
                    <a:ext uri="{FF2B5EF4-FFF2-40B4-BE49-F238E27FC236}">
                      <a16:creationId xmlns:a16="http://schemas.microsoft.com/office/drawing/2014/main" id="{9F210170-B9D6-4C28-A150-BB1B0037A26B}"/>
                    </a:ext>
                  </a:extLst>
                </p14:cNvPr>
                <p14:cNvContentPartPr/>
                <p14:nvPr/>
              </p14:nvContentPartPr>
              <p14:xfrm>
                <a:off x="9909351" y="5546483"/>
                <a:ext cx="191520" cy="126000"/>
              </p14:xfrm>
            </p:contentPart>
          </mc:Choice>
          <mc:Fallback xmlns="">
            <p:pic>
              <p:nvPicPr>
                <p:cNvPr id="32" name="Ink 31">
                  <a:extLst>
                    <a:ext uri="{FF2B5EF4-FFF2-40B4-BE49-F238E27FC236}">
                      <a16:creationId xmlns:a16="http://schemas.microsoft.com/office/drawing/2014/main" id="{9F210170-B9D6-4C28-A150-BB1B0037A26B}"/>
                    </a:ext>
                  </a:extLst>
                </p:cNvPr>
                <p:cNvPicPr/>
                <p:nvPr/>
              </p:nvPicPr>
              <p:blipFill>
                <a:blip r:embed="rId53"/>
                <a:stretch>
                  <a:fillRect/>
                </a:stretch>
              </p:blipFill>
              <p:spPr>
                <a:xfrm>
                  <a:off x="9900351" y="5537843"/>
                  <a:ext cx="20916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4" name="Ink 43">
                  <a:extLst>
                    <a:ext uri="{FF2B5EF4-FFF2-40B4-BE49-F238E27FC236}">
                      <a16:creationId xmlns:a16="http://schemas.microsoft.com/office/drawing/2014/main" id="{88BC02CB-7EFF-4E6D-AB9D-638BE2D9D3BF}"/>
                    </a:ext>
                  </a:extLst>
                </p14:cNvPr>
                <p14:cNvContentPartPr/>
                <p14:nvPr/>
              </p14:nvContentPartPr>
              <p14:xfrm>
                <a:off x="9602271" y="5981003"/>
                <a:ext cx="175320" cy="47160"/>
              </p14:xfrm>
            </p:contentPart>
          </mc:Choice>
          <mc:Fallback xmlns="">
            <p:pic>
              <p:nvPicPr>
                <p:cNvPr id="44" name="Ink 43">
                  <a:extLst>
                    <a:ext uri="{FF2B5EF4-FFF2-40B4-BE49-F238E27FC236}">
                      <a16:creationId xmlns:a16="http://schemas.microsoft.com/office/drawing/2014/main" id="{88BC02CB-7EFF-4E6D-AB9D-638BE2D9D3BF}"/>
                    </a:ext>
                  </a:extLst>
                </p:cNvPr>
                <p:cNvPicPr/>
                <p:nvPr/>
              </p:nvPicPr>
              <p:blipFill>
                <a:blip r:embed="rId55"/>
                <a:stretch>
                  <a:fillRect/>
                </a:stretch>
              </p:blipFill>
              <p:spPr>
                <a:xfrm>
                  <a:off x="9593631" y="5972003"/>
                  <a:ext cx="19296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5" name="Ink 44">
                  <a:extLst>
                    <a:ext uri="{FF2B5EF4-FFF2-40B4-BE49-F238E27FC236}">
                      <a16:creationId xmlns:a16="http://schemas.microsoft.com/office/drawing/2014/main" id="{A3177B05-E27B-4199-8D92-C2E8E466DF09}"/>
                    </a:ext>
                  </a:extLst>
                </p14:cNvPr>
                <p14:cNvContentPartPr/>
                <p14:nvPr/>
              </p14:nvContentPartPr>
              <p14:xfrm>
                <a:off x="9698751" y="6028163"/>
                <a:ext cx="318600" cy="231840"/>
              </p14:xfrm>
            </p:contentPart>
          </mc:Choice>
          <mc:Fallback xmlns="">
            <p:pic>
              <p:nvPicPr>
                <p:cNvPr id="45" name="Ink 44">
                  <a:extLst>
                    <a:ext uri="{FF2B5EF4-FFF2-40B4-BE49-F238E27FC236}">
                      <a16:creationId xmlns:a16="http://schemas.microsoft.com/office/drawing/2014/main" id="{A3177B05-E27B-4199-8D92-C2E8E466DF09}"/>
                    </a:ext>
                  </a:extLst>
                </p:cNvPr>
                <p:cNvPicPr/>
                <p:nvPr/>
              </p:nvPicPr>
              <p:blipFill>
                <a:blip r:embed="rId57"/>
                <a:stretch>
                  <a:fillRect/>
                </a:stretch>
              </p:blipFill>
              <p:spPr>
                <a:xfrm>
                  <a:off x="9689751" y="6019523"/>
                  <a:ext cx="33624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6" name="Ink 45">
                  <a:extLst>
                    <a:ext uri="{FF2B5EF4-FFF2-40B4-BE49-F238E27FC236}">
                      <a16:creationId xmlns:a16="http://schemas.microsoft.com/office/drawing/2014/main" id="{B18182EA-A79E-4D4F-B931-FB3E3718850E}"/>
                    </a:ext>
                  </a:extLst>
                </p14:cNvPr>
                <p14:cNvContentPartPr/>
                <p14:nvPr/>
              </p14:nvContentPartPr>
              <p14:xfrm>
                <a:off x="10094751" y="6168203"/>
                <a:ext cx="148680" cy="79920"/>
              </p14:xfrm>
            </p:contentPart>
          </mc:Choice>
          <mc:Fallback xmlns="">
            <p:pic>
              <p:nvPicPr>
                <p:cNvPr id="46" name="Ink 45">
                  <a:extLst>
                    <a:ext uri="{FF2B5EF4-FFF2-40B4-BE49-F238E27FC236}">
                      <a16:creationId xmlns:a16="http://schemas.microsoft.com/office/drawing/2014/main" id="{B18182EA-A79E-4D4F-B931-FB3E3718850E}"/>
                    </a:ext>
                  </a:extLst>
                </p:cNvPr>
                <p:cNvPicPr/>
                <p:nvPr/>
              </p:nvPicPr>
              <p:blipFill>
                <a:blip r:embed="rId59"/>
                <a:stretch>
                  <a:fillRect/>
                </a:stretch>
              </p:blipFill>
              <p:spPr>
                <a:xfrm>
                  <a:off x="10085751" y="6159563"/>
                  <a:ext cx="166320" cy="97560"/>
                </a:xfrm>
                <a:prstGeom prst="rect">
                  <a:avLst/>
                </a:prstGeom>
              </p:spPr>
            </p:pic>
          </mc:Fallback>
        </mc:AlternateContent>
      </p:grpSp>
      <p:grpSp>
        <p:nvGrpSpPr>
          <p:cNvPr id="49" name="Group 48">
            <a:extLst>
              <a:ext uri="{FF2B5EF4-FFF2-40B4-BE49-F238E27FC236}">
                <a16:creationId xmlns:a16="http://schemas.microsoft.com/office/drawing/2014/main" id="{D76C0186-700F-48E3-8C2B-F96ECA36C25D}"/>
              </a:ext>
            </a:extLst>
          </p:cNvPr>
          <p:cNvGrpSpPr/>
          <p:nvPr/>
        </p:nvGrpSpPr>
        <p:grpSpPr>
          <a:xfrm>
            <a:off x="6913431" y="4355963"/>
            <a:ext cx="992520" cy="102960"/>
            <a:chOff x="6913431" y="4355963"/>
            <a:chExt cx="992520" cy="102960"/>
          </a:xfrm>
        </p:grpSpPr>
        <mc:AlternateContent xmlns:mc="http://schemas.openxmlformats.org/markup-compatibility/2006" xmlns:p14="http://schemas.microsoft.com/office/powerpoint/2010/main">
          <mc:Choice Requires="p14">
            <p:contentPart p14:bwMode="auto" r:id="rId60">
              <p14:nvContentPartPr>
                <p14:cNvPr id="4" name="Ink 3">
                  <a:extLst>
                    <a:ext uri="{FF2B5EF4-FFF2-40B4-BE49-F238E27FC236}">
                      <a16:creationId xmlns:a16="http://schemas.microsoft.com/office/drawing/2014/main" id="{B35DF9B1-506E-4DF1-948B-26BBB5642CA7}"/>
                    </a:ext>
                  </a:extLst>
                </p14:cNvPr>
                <p14:cNvContentPartPr/>
                <p14:nvPr/>
              </p14:nvContentPartPr>
              <p14:xfrm>
                <a:off x="7124391" y="4395563"/>
                <a:ext cx="339480" cy="34200"/>
              </p14:xfrm>
            </p:contentPart>
          </mc:Choice>
          <mc:Fallback xmlns="">
            <p:pic>
              <p:nvPicPr>
                <p:cNvPr id="4" name="Ink 3">
                  <a:extLst>
                    <a:ext uri="{FF2B5EF4-FFF2-40B4-BE49-F238E27FC236}">
                      <a16:creationId xmlns:a16="http://schemas.microsoft.com/office/drawing/2014/main" id="{B35DF9B1-506E-4DF1-948B-26BBB5642CA7}"/>
                    </a:ext>
                  </a:extLst>
                </p:cNvPr>
                <p:cNvPicPr/>
                <p:nvPr/>
              </p:nvPicPr>
              <p:blipFill>
                <a:blip r:embed="rId61"/>
                <a:stretch>
                  <a:fillRect/>
                </a:stretch>
              </p:blipFill>
              <p:spPr>
                <a:xfrm>
                  <a:off x="7115751" y="4386923"/>
                  <a:ext cx="35712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 name="Ink 6">
                  <a:extLst>
                    <a:ext uri="{FF2B5EF4-FFF2-40B4-BE49-F238E27FC236}">
                      <a16:creationId xmlns:a16="http://schemas.microsoft.com/office/drawing/2014/main" id="{3C7A5EF3-5180-491A-B772-5DA0C1CB022E}"/>
                    </a:ext>
                  </a:extLst>
                </p14:cNvPr>
                <p14:cNvContentPartPr/>
                <p14:nvPr/>
              </p14:nvContentPartPr>
              <p14:xfrm>
                <a:off x="7754751" y="4439123"/>
                <a:ext cx="151200" cy="19800"/>
              </p14:xfrm>
            </p:contentPart>
          </mc:Choice>
          <mc:Fallback xmlns="">
            <p:pic>
              <p:nvPicPr>
                <p:cNvPr id="7" name="Ink 6">
                  <a:extLst>
                    <a:ext uri="{FF2B5EF4-FFF2-40B4-BE49-F238E27FC236}">
                      <a16:creationId xmlns:a16="http://schemas.microsoft.com/office/drawing/2014/main" id="{3C7A5EF3-5180-491A-B772-5DA0C1CB022E}"/>
                    </a:ext>
                  </a:extLst>
                </p:cNvPr>
                <p:cNvPicPr/>
                <p:nvPr/>
              </p:nvPicPr>
              <p:blipFill>
                <a:blip r:embed="rId63"/>
                <a:stretch>
                  <a:fillRect/>
                </a:stretch>
              </p:blipFill>
              <p:spPr>
                <a:xfrm>
                  <a:off x="7746111" y="4430123"/>
                  <a:ext cx="16884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8" name="Ink 47">
                  <a:extLst>
                    <a:ext uri="{FF2B5EF4-FFF2-40B4-BE49-F238E27FC236}">
                      <a16:creationId xmlns:a16="http://schemas.microsoft.com/office/drawing/2014/main" id="{39587F4C-22D5-4B81-B678-5EFE0340CF4C}"/>
                    </a:ext>
                  </a:extLst>
                </p14:cNvPr>
                <p14:cNvContentPartPr/>
                <p14:nvPr/>
              </p14:nvContentPartPr>
              <p14:xfrm>
                <a:off x="6913431" y="4355963"/>
                <a:ext cx="876600" cy="81360"/>
              </p14:xfrm>
            </p:contentPart>
          </mc:Choice>
          <mc:Fallback xmlns="">
            <p:pic>
              <p:nvPicPr>
                <p:cNvPr id="48" name="Ink 47">
                  <a:extLst>
                    <a:ext uri="{FF2B5EF4-FFF2-40B4-BE49-F238E27FC236}">
                      <a16:creationId xmlns:a16="http://schemas.microsoft.com/office/drawing/2014/main" id="{39587F4C-22D5-4B81-B678-5EFE0340CF4C}"/>
                    </a:ext>
                  </a:extLst>
                </p:cNvPr>
                <p:cNvPicPr/>
                <p:nvPr/>
              </p:nvPicPr>
              <p:blipFill>
                <a:blip r:embed="rId65"/>
                <a:stretch>
                  <a:fillRect/>
                </a:stretch>
              </p:blipFill>
              <p:spPr>
                <a:xfrm>
                  <a:off x="6904791" y="4346963"/>
                  <a:ext cx="894240" cy="99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6">
            <p14:nvContentPartPr>
              <p14:cNvPr id="50" name="Ink 49">
                <a:extLst>
                  <a:ext uri="{FF2B5EF4-FFF2-40B4-BE49-F238E27FC236}">
                    <a16:creationId xmlns:a16="http://schemas.microsoft.com/office/drawing/2014/main" id="{73C6D500-93E7-48A5-B256-9F599D28E0AF}"/>
                  </a:ext>
                </a:extLst>
              </p14:cNvPr>
              <p14:cNvContentPartPr/>
              <p14:nvPr/>
            </p14:nvContentPartPr>
            <p14:xfrm>
              <a:off x="8064711" y="3631643"/>
              <a:ext cx="974520" cy="366480"/>
            </p14:xfrm>
          </p:contentPart>
        </mc:Choice>
        <mc:Fallback xmlns="">
          <p:pic>
            <p:nvPicPr>
              <p:cNvPr id="50" name="Ink 49">
                <a:extLst>
                  <a:ext uri="{FF2B5EF4-FFF2-40B4-BE49-F238E27FC236}">
                    <a16:creationId xmlns:a16="http://schemas.microsoft.com/office/drawing/2014/main" id="{73C6D500-93E7-48A5-B256-9F599D28E0AF}"/>
                  </a:ext>
                </a:extLst>
              </p:cNvPr>
              <p:cNvPicPr/>
              <p:nvPr/>
            </p:nvPicPr>
            <p:blipFill>
              <a:blip r:embed="rId67"/>
              <a:stretch>
                <a:fillRect/>
              </a:stretch>
            </p:blipFill>
            <p:spPr>
              <a:xfrm>
                <a:off x="8056071" y="3623003"/>
                <a:ext cx="992160" cy="3841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1" name="Ink 50">
                <a:extLst>
                  <a:ext uri="{FF2B5EF4-FFF2-40B4-BE49-F238E27FC236}">
                    <a16:creationId xmlns:a16="http://schemas.microsoft.com/office/drawing/2014/main" id="{A6E89A0F-BE1D-44F9-993E-BF55E2810689}"/>
                  </a:ext>
                </a:extLst>
              </p14:cNvPr>
              <p14:cNvContentPartPr/>
              <p14:nvPr/>
            </p14:nvContentPartPr>
            <p14:xfrm>
              <a:off x="6820551" y="4410323"/>
              <a:ext cx="518760" cy="33840"/>
            </p14:xfrm>
          </p:contentPart>
        </mc:Choice>
        <mc:Fallback xmlns="">
          <p:pic>
            <p:nvPicPr>
              <p:cNvPr id="51" name="Ink 50">
                <a:extLst>
                  <a:ext uri="{FF2B5EF4-FFF2-40B4-BE49-F238E27FC236}">
                    <a16:creationId xmlns:a16="http://schemas.microsoft.com/office/drawing/2014/main" id="{A6E89A0F-BE1D-44F9-993E-BF55E2810689}"/>
                  </a:ext>
                </a:extLst>
              </p:cNvPr>
              <p:cNvPicPr/>
              <p:nvPr/>
            </p:nvPicPr>
            <p:blipFill>
              <a:blip r:embed="rId69"/>
              <a:stretch>
                <a:fillRect/>
              </a:stretch>
            </p:blipFill>
            <p:spPr>
              <a:xfrm>
                <a:off x="6811911" y="4401683"/>
                <a:ext cx="536400" cy="51480"/>
              </a:xfrm>
              <a:prstGeom prst="rect">
                <a:avLst/>
              </a:prstGeom>
            </p:spPr>
          </p:pic>
        </mc:Fallback>
      </mc:AlternateContent>
    </p:spTree>
    <p:extLst>
      <p:ext uri="{BB962C8B-B14F-4D97-AF65-F5344CB8AC3E}">
        <p14:creationId xmlns:p14="http://schemas.microsoft.com/office/powerpoint/2010/main" val="3675182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Regularization techniques</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10" name="Content Placeholder 2">
            <a:extLst>
              <a:ext uri="{FF2B5EF4-FFF2-40B4-BE49-F238E27FC236}">
                <a16:creationId xmlns:a16="http://schemas.microsoft.com/office/drawing/2014/main" id="{5160DB88-D703-431B-94DF-C00D1DD9A6F5}"/>
              </a:ext>
            </a:extLst>
          </p:cNvPr>
          <p:cNvSpPr txBox="1">
            <a:spLocks/>
          </p:cNvSpPr>
          <p:nvPr/>
        </p:nvSpPr>
        <p:spPr>
          <a:xfrm>
            <a:off x="1143000" y="21304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i="0" dirty="0">
                <a:solidFill>
                  <a:srgbClr val="292929"/>
                </a:solidFill>
                <a:effectLst/>
                <a:latin typeface="source-serif-pro"/>
              </a:rPr>
              <a:t>L1 Regularization (Lasso)</a:t>
            </a:r>
          </a:p>
          <a:p>
            <a:r>
              <a:rPr lang="en-US" b="1" dirty="0">
                <a:solidFill>
                  <a:srgbClr val="292929"/>
                </a:solidFill>
                <a:latin typeface="source-serif-pro"/>
              </a:rPr>
              <a:t>L2 regularization (Ridge)</a:t>
            </a:r>
          </a:p>
          <a:p>
            <a:r>
              <a:rPr lang="en-US" b="1" dirty="0">
                <a:solidFill>
                  <a:srgbClr val="292929"/>
                </a:solidFill>
                <a:latin typeface="source-serif-pro"/>
              </a:rPr>
              <a:t>Early Stopping</a:t>
            </a:r>
          </a:p>
          <a:p>
            <a:r>
              <a:rPr lang="en-US" b="1" dirty="0">
                <a:solidFill>
                  <a:srgbClr val="292929"/>
                </a:solidFill>
                <a:latin typeface="source-serif-pro"/>
              </a:rPr>
              <a:t>Drop out</a:t>
            </a:r>
            <a:endParaRPr lang="en-IN" dirty="0"/>
          </a:p>
        </p:txBody>
      </p:sp>
    </p:spTree>
    <p:extLst>
      <p:ext uri="{BB962C8B-B14F-4D97-AF65-F5344CB8AC3E}">
        <p14:creationId xmlns:p14="http://schemas.microsoft.com/office/powerpoint/2010/main" val="2622849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L1 Regularization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39480"/>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990600" y="1978024"/>
            <a:ext cx="10515600" cy="46319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mj-lt"/>
              </a:rPr>
              <a:t>Add a penalty to the loss function.</a:t>
            </a:r>
          </a:p>
          <a:p>
            <a:pPr marL="0" indent="0">
              <a:buNone/>
            </a:pPr>
            <a:endParaRPr lang="en-US" sz="2400" b="1" dirty="0">
              <a:latin typeface="+mj-lt"/>
            </a:endParaRPr>
          </a:p>
          <a:p>
            <a:pPr marL="0" indent="0">
              <a:buNone/>
            </a:pPr>
            <a:r>
              <a:rPr lang="en-US" sz="2400" b="1" dirty="0">
                <a:latin typeface="+mj-lt"/>
              </a:rPr>
              <a:t>L1 regularization: Penalizes absolute weights. Makes few weights which are near zero to be zero and allow few weights to remain high.</a:t>
            </a:r>
          </a:p>
          <a:p>
            <a:endParaRPr lang="en-US" sz="2400" dirty="0">
              <a:latin typeface="+mj-lt"/>
            </a:endParaRPr>
          </a:p>
          <a:p>
            <a:endParaRPr lang="en-US" sz="2400" dirty="0">
              <a:latin typeface="+mj-lt"/>
            </a:endParaRPr>
          </a:p>
          <a:p>
            <a:endParaRPr lang="en-US" sz="2400" dirty="0">
              <a:latin typeface="+mj-lt"/>
            </a:endParaRPr>
          </a:p>
          <a:p>
            <a:pPr marL="0" indent="0">
              <a:buNone/>
            </a:pPr>
            <a:endParaRPr lang="en-US" sz="2400" dirty="0">
              <a:latin typeface="+mj-lt"/>
            </a:endParaRPr>
          </a:p>
        </p:txBody>
      </p:sp>
      <mc:AlternateContent xmlns:mc="http://schemas.openxmlformats.org/markup-compatibility/2006" xmlns:p14="http://schemas.microsoft.com/office/powerpoint/2010/main">
        <mc:Choice Requires="p14">
          <p:contentPart p14:bwMode="auto" r:id="rId3">
            <p14:nvContentPartPr>
              <p14:cNvPr id="65" name="Ink 64">
                <a:extLst>
                  <a:ext uri="{FF2B5EF4-FFF2-40B4-BE49-F238E27FC236}">
                    <a16:creationId xmlns:a16="http://schemas.microsoft.com/office/drawing/2014/main" id="{BB566996-2F4A-4847-9B12-2F949A3B4E08}"/>
                  </a:ext>
                </a:extLst>
              </p14:cNvPr>
              <p14:cNvContentPartPr/>
              <p14:nvPr/>
            </p14:nvContentPartPr>
            <p14:xfrm>
              <a:off x="2524435" y="4592317"/>
              <a:ext cx="329040" cy="337320"/>
            </p14:xfrm>
          </p:contentPart>
        </mc:Choice>
        <mc:Fallback xmlns="">
          <p:pic>
            <p:nvPicPr>
              <p:cNvPr id="65" name="Ink 64">
                <a:extLst>
                  <a:ext uri="{FF2B5EF4-FFF2-40B4-BE49-F238E27FC236}">
                    <a16:creationId xmlns:a16="http://schemas.microsoft.com/office/drawing/2014/main" id="{BB566996-2F4A-4847-9B12-2F949A3B4E08}"/>
                  </a:ext>
                </a:extLst>
              </p:cNvPr>
              <p:cNvPicPr/>
              <p:nvPr/>
            </p:nvPicPr>
            <p:blipFill>
              <a:blip r:embed="rId4"/>
              <a:stretch>
                <a:fillRect/>
              </a:stretch>
            </p:blipFill>
            <p:spPr>
              <a:xfrm>
                <a:off x="2515795" y="4583317"/>
                <a:ext cx="346680" cy="354960"/>
              </a:xfrm>
              <a:prstGeom prst="rect">
                <a:avLst/>
              </a:prstGeom>
            </p:spPr>
          </p:pic>
        </mc:Fallback>
      </mc:AlternateContent>
      <p:grpSp>
        <p:nvGrpSpPr>
          <p:cNvPr id="71" name="Group 70">
            <a:extLst>
              <a:ext uri="{FF2B5EF4-FFF2-40B4-BE49-F238E27FC236}">
                <a16:creationId xmlns:a16="http://schemas.microsoft.com/office/drawing/2014/main" id="{3B54604F-86B2-42EB-AA43-86981D44A1DA}"/>
              </a:ext>
            </a:extLst>
          </p:cNvPr>
          <p:cNvGrpSpPr/>
          <p:nvPr/>
        </p:nvGrpSpPr>
        <p:grpSpPr>
          <a:xfrm>
            <a:off x="1608955" y="5129077"/>
            <a:ext cx="1553400" cy="882000"/>
            <a:chOff x="871537" y="4686631"/>
            <a:chExt cx="1553400" cy="882000"/>
          </a:xfrm>
        </p:grpSpPr>
        <mc:AlternateContent xmlns:mc="http://schemas.openxmlformats.org/markup-compatibility/2006" xmlns:p14="http://schemas.microsoft.com/office/powerpoint/2010/main">
          <mc:Choice Requires="p14">
            <p:contentPart p14:bwMode="auto" r:id="rId5">
              <p14:nvContentPartPr>
                <p14:cNvPr id="66" name="Ink 65">
                  <a:extLst>
                    <a:ext uri="{FF2B5EF4-FFF2-40B4-BE49-F238E27FC236}">
                      <a16:creationId xmlns:a16="http://schemas.microsoft.com/office/drawing/2014/main" id="{BD276D67-E5E6-4324-A6C7-99B6FC5B561F}"/>
                    </a:ext>
                  </a:extLst>
                </p14:cNvPr>
                <p14:cNvContentPartPr/>
                <p14:nvPr/>
              </p14:nvContentPartPr>
              <p14:xfrm>
                <a:off x="871537" y="4686631"/>
                <a:ext cx="1032480" cy="774360"/>
              </p14:xfrm>
            </p:contentPart>
          </mc:Choice>
          <mc:Fallback xmlns="">
            <p:pic>
              <p:nvPicPr>
                <p:cNvPr id="66" name="Ink 65">
                  <a:extLst>
                    <a:ext uri="{FF2B5EF4-FFF2-40B4-BE49-F238E27FC236}">
                      <a16:creationId xmlns:a16="http://schemas.microsoft.com/office/drawing/2014/main" id="{BD276D67-E5E6-4324-A6C7-99B6FC5B561F}"/>
                    </a:ext>
                  </a:extLst>
                </p:cNvPr>
                <p:cNvPicPr/>
                <p:nvPr/>
              </p:nvPicPr>
              <p:blipFill>
                <a:blip r:embed="rId6"/>
                <a:stretch>
                  <a:fillRect/>
                </a:stretch>
              </p:blipFill>
              <p:spPr>
                <a:xfrm>
                  <a:off x="862897" y="4677991"/>
                  <a:ext cx="1050120" cy="792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7" name="Ink 66">
                  <a:extLst>
                    <a:ext uri="{FF2B5EF4-FFF2-40B4-BE49-F238E27FC236}">
                      <a16:creationId xmlns:a16="http://schemas.microsoft.com/office/drawing/2014/main" id="{B773CB0B-C159-49B2-B713-6B6470F3181C}"/>
                    </a:ext>
                  </a:extLst>
                </p14:cNvPr>
                <p14:cNvContentPartPr/>
                <p14:nvPr/>
              </p14:nvContentPartPr>
              <p14:xfrm>
                <a:off x="1826617" y="4817671"/>
                <a:ext cx="44280" cy="12960"/>
              </p14:xfrm>
            </p:contentPart>
          </mc:Choice>
          <mc:Fallback xmlns="">
            <p:pic>
              <p:nvPicPr>
                <p:cNvPr id="67" name="Ink 66">
                  <a:extLst>
                    <a:ext uri="{FF2B5EF4-FFF2-40B4-BE49-F238E27FC236}">
                      <a16:creationId xmlns:a16="http://schemas.microsoft.com/office/drawing/2014/main" id="{B773CB0B-C159-49B2-B713-6B6470F3181C}"/>
                    </a:ext>
                  </a:extLst>
                </p:cNvPr>
                <p:cNvPicPr/>
                <p:nvPr/>
              </p:nvPicPr>
              <p:blipFill>
                <a:blip r:embed="rId8"/>
                <a:stretch>
                  <a:fillRect/>
                </a:stretch>
              </p:blipFill>
              <p:spPr>
                <a:xfrm>
                  <a:off x="1817617" y="4809031"/>
                  <a:ext cx="6192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8" name="Ink 67">
                  <a:extLst>
                    <a:ext uri="{FF2B5EF4-FFF2-40B4-BE49-F238E27FC236}">
                      <a16:creationId xmlns:a16="http://schemas.microsoft.com/office/drawing/2014/main" id="{786BD401-7E13-4C9F-9A80-B6F6AC58035D}"/>
                    </a:ext>
                  </a:extLst>
                </p14:cNvPr>
                <p14:cNvContentPartPr/>
                <p14:nvPr/>
              </p14:nvContentPartPr>
              <p14:xfrm>
                <a:off x="1919497" y="4852951"/>
                <a:ext cx="505440" cy="507240"/>
              </p14:xfrm>
            </p:contentPart>
          </mc:Choice>
          <mc:Fallback xmlns="">
            <p:pic>
              <p:nvPicPr>
                <p:cNvPr id="68" name="Ink 67">
                  <a:extLst>
                    <a:ext uri="{FF2B5EF4-FFF2-40B4-BE49-F238E27FC236}">
                      <a16:creationId xmlns:a16="http://schemas.microsoft.com/office/drawing/2014/main" id="{786BD401-7E13-4C9F-9A80-B6F6AC58035D}"/>
                    </a:ext>
                  </a:extLst>
                </p:cNvPr>
                <p:cNvPicPr/>
                <p:nvPr/>
              </p:nvPicPr>
              <p:blipFill>
                <a:blip r:embed="rId10"/>
                <a:stretch>
                  <a:fillRect/>
                </a:stretch>
              </p:blipFill>
              <p:spPr>
                <a:xfrm>
                  <a:off x="1910497" y="4843951"/>
                  <a:ext cx="523080" cy="5248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9" name="Ink 68">
                  <a:extLst>
                    <a:ext uri="{FF2B5EF4-FFF2-40B4-BE49-F238E27FC236}">
                      <a16:creationId xmlns:a16="http://schemas.microsoft.com/office/drawing/2014/main" id="{A0EF6D4F-C2C8-4BF4-B257-F6A6BBB01457}"/>
                    </a:ext>
                  </a:extLst>
                </p14:cNvPr>
                <p14:cNvContentPartPr/>
                <p14:nvPr/>
              </p14:nvContentPartPr>
              <p14:xfrm>
                <a:off x="1388857" y="5290351"/>
                <a:ext cx="584640" cy="278280"/>
              </p14:xfrm>
            </p:contentPart>
          </mc:Choice>
          <mc:Fallback xmlns="">
            <p:pic>
              <p:nvPicPr>
                <p:cNvPr id="69" name="Ink 68">
                  <a:extLst>
                    <a:ext uri="{FF2B5EF4-FFF2-40B4-BE49-F238E27FC236}">
                      <a16:creationId xmlns:a16="http://schemas.microsoft.com/office/drawing/2014/main" id="{A0EF6D4F-C2C8-4BF4-B257-F6A6BBB01457}"/>
                    </a:ext>
                  </a:extLst>
                </p:cNvPr>
                <p:cNvPicPr/>
                <p:nvPr/>
              </p:nvPicPr>
              <p:blipFill>
                <a:blip r:embed="rId12"/>
                <a:stretch>
                  <a:fillRect/>
                </a:stretch>
              </p:blipFill>
              <p:spPr>
                <a:xfrm>
                  <a:off x="1379857" y="5281711"/>
                  <a:ext cx="60228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70" name="Ink 69">
                  <a:extLst>
                    <a:ext uri="{FF2B5EF4-FFF2-40B4-BE49-F238E27FC236}">
                      <a16:creationId xmlns:a16="http://schemas.microsoft.com/office/drawing/2014/main" id="{A68EC9D7-72C8-461F-ABD9-151096A4FF4E}"/>
                    </a:ext>
                  </a:extLst>
                </p14:cNvPr>
                <p14:cNvContentPartPr/>
                <p14:nvPr/>
              </p14:nvContentPartPr>
              <p14:xfrm>
                <a:off x="2156737" y="5522551"/>
                <a:ext cx="14400" cy="11160"/>
              </p14:xfrm>
            </p:contentPart>
          </mc:Choice>
          <mc:Fallback xmlns="">
            <p:pic>
              <p:nvPicPr>
                <p:cNvPr id="70" name="Ink 69">
                  <a:extLst>
                    <a:ext uri="{FF2B5EF4-FFF2-40B4-BE49-F238E27FC236}">
                      <a16:creationId xmlns:a16="http://schemas.microsoft.com/office/drawing/2014/main" id="{A68EC9D7-72C8-461F-ABD9-151096A4FF4E}"/>
                    </a:ext>
                  </a:extLst>
                </p:cNvPr>
                <p:cNvPicPr/>
                <p:nvPr/>
              </p:nvPicPr>
              <p:blipFill>
                <a:blip r:embed="rId14"/>
                <a:stretch>
                  <a:fillRect/>
                </a:stretch>
              </p:blipFill>
              <p:spPr>
                <a:xfrm>
                  <a:off x="2148097" y="5513551"/>
                  <a:ext cx="32040" cy="28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
            <p14:nvContentPartPr>
              <p14:cNvPr id="32" name="Ink 31">
                <a:extLst>
                  <a:ext uri="{FF2B5EF4-FFF2-40B4-BE49-F238E27FC236}">
                    <a16:creationId xmlns:a16="http://schemas.microsoft.com/office/drawing/2014/main" id="{0C92AE92-30AA-40E9-AF27-03A4D671179E}"/>
                  </a:ext>
                </a:extLst>
              </p14:cNvPr>
              <p14:cNvContentPartPr/>
              <p14:nvPr/>
            </p14:nvContentPartPr>
            <p14:xfrm>
              <a:off x="3010795" y="4410877"/>
              <a:ext cx="229680" cy="376920"/>
            </p14:xfrm>
          </p:contentPart>
        </mc:Choice>
        <mc:Fallback xmlns="">
          <p:pic>
            <p:nvPicPr>
              <p:cNvPr id="32" name="Ink 31">
                <a:extLst>
                  <a:ext uri="{FF2B5EF4-FFF2-40B4-BE49-F238E27FC236}">
                    <a16:creationId xmlns:a16="http://schemas.microsoft.com/office/drawing/2014/main" id="{0C92AE92-30AA-40E9-AF27-03A4D671179E}"/>
                  </a:ext>
                </a:extLst>
              </p:cNvPr>
              <p:cNvPicPr/>
              <p:nvPr/>
            </p:nvPicPr>
            <p:blipFill>
              <a:blip r:embed="rId16"/>
              <a:stretch>
                <a:fillRect/>
              </a:stretch>
            </p:blipFill>
            <p:spPr>
              <a:xfrm>
                <a:off x="3001795" y="4401877"/>
                <a:ext cx="247320" cy="3945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3" name="Ink 32">
                <a:extLst>
                  <a:ext uri="{FF2B5EF4-FFF2-40B4-BE49-F238E27FC236}">
                    <a16:creationId xmlns:a16="http://schemas.microsoft.com/office/drawing/2014/main" id="{A9ACA8FF-DB33-4637-8938-D678A141C41C}"/>
                  </a:ext>
                </a:extLst>
              </p14:cNvPr>
              <p14:cNvContentPartPr/>
              <p14:nvPr/>
            </p14:nvContentPartPr>
            <p14:xfrm>
              <a:off x="3264595" y="4593397"/>
              <a:ext cx="107640" cy="8640"/>
            </p14:xfrm>
          </p:contentPart>
        </mc:Choice>
        <mc:Fallback xmlns="">
          <p:pic>
            <p:nvPicPr>
              <p:cNvPr id="33" name="Ink 32">
                <a:extLst>
                  <a:ext uri="{FF2B5EF4-FFF2-40B4-BE49-F238E27FC236}">
                    <a16:creationId xmlns:a16="http://schemas.microsoft.com/office/drawing/2014/main" id="{A9ACA8FF-DB33-4637-8938-D678A141C41C}"/>
                  </a:ext>
                </a:extLst>
              </p:cNvPr>
              <p:cNvPicPr/>
              <p:nvPr/>
            </p:nvPicPr>
            <p:blipFill>
              <a:blip r:embed="rId18"/>
              <a:stretch>
                <a:fillRect/>
              </a:stretch>
            </p:blipFill>
            <p:spPr>
              <a:xfrm>
                <a:off x="3255595" y="4584397"/>
                <a:ext cx="12528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4" name="Ink 33">
                <a:extLst>
                  <a:ext uri="{FF2B5EF4-FFF2-40B4-BE49-F238E27FC236}">
                    <a16:creationId xmlns:a16="http://schemas.microsoft.com/office/drawing/2014/main" id="{6C6F0FB8-6825-4FB8-95FD-A9714E410C04}"/>
                  </a:ext>
                </a:extLst>
              </p14:cNvPr>
              <p14:cNvContentPartPr/>
              <p14:nvPr/>
            </p14:nvContentPartPr>
            <p14:xfrm>
              <a:off x="3285115" y="4667197"/>
              <a:ext cx="121680" cy="16200"/>
            </p14:xfrm>
          </p:contentPart>
        </mc:Choice>
        <mc:Fallback xmlns="">
          <p:pic>
            <p:nvPicPr>
              <p:cNvPr id="34" name="Ink 33">
                <a:extLst>
                  <a:ext uri="{FF2B5EF4-FFF2-40B4-BE49-F238E27FC236}">
                    <a16:creationId xmlns:a16="http://schemas.microsoft.com/office/drawing/2014/main" id="{6C6F0FB8-6825-4FB8-95FD-A9714E410C04}"/>
                  </a:ext>
                </a:extLst>
              </p:cNvPr>
              <p:cNvPicPr/>
              <p:nvPr/>
            </p:nvPicPr>
            <p:blipFill>
              <a:blip r:embed="rId20"/>
              <a:stretch>
                <a:fillRect/>
              </a:stretch>
            </p:blipFill>
            <p:spPr>
              <a:xfrm>
                <a:off x="3276115" y="4658197"/>
                <a:ext cx="13932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5" name="Ink 34">
                <a:extLst>
                  <a:ext uri="{FF2B5EF4-FFF2-40B4-BE49-F238E27FC236}">
                    <a16:creationId xmlns:a16="http://schemas.microsoft.com/office/drawing/2014/main" id="{D57615D3-1669-48F1-9403-24FCA1389B8D}"/>
                  </a:ext>
                </a:extLst>
              </p14:cNvPr>
              <p14:cNvContentPartPr/>
              <p14:nvPr/>
            </p14:nvContentPartPr>
            <p14:xfrm>
              <a:off x="3489955" y="4465597"/>
              <a:ext cx="307080" cy="324360"/>
            </p14:xfrm>
          </p:contentPart>
        </mc:Choice>
        <mc:Fallback xmlns="">
          <p:pic>
            <p:nvPicPr>
              <p:cNvPr id="35" name="Ink 34">
                <a:extLst>
                  <a:ext uri="{FF2B5EF4-FFF2-40B4-BE49-F238E27FC236}">
                    <a16:creationId xmlns:a16="http://schemas.microsoft.com/office/drawing/2014/main" id="{D57615D3-1669-48F1-9403-24FCA1389B8D}"/>
                  </a:ext>
                </a:extLst>
              </p:cNvPr>
              <p:cNvPicPr/>
              <p:nvPr/>
            </p:nvPicPr>
            <p:blipFill>
              <a:blip r:embed="rId22"/>
              <a:stretch>
                <a:fillRect/>
              </a:stretch>
            </p:blipFill>
            <p:spPr>
              <a:xfrm>
                <a:off x="3481315" y="4456957"/>
                <a:ext cx="324720" cy="342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7" name="Ink 36">
                <a:extLst>
                  <a:ext uri="{FF2B5EF4-FFF2-40B4-BE49-F238E27FC236}">
                    <a16:creationId xmlns:a16="http://schemas.microsoft.com/office/drawing/2014/main" id="{1412F487-5C3E-4F2E-8589-9C4B3B15888C}"/>
                  </a:ext>
                </a:extLst>
              </p14:cNvPr>
              <p14:cNvContentPartPr/>
              <p14:nvPr/>
            </p14:nvContentPartPr>
            <p14:xfrm>
              <a:off x="3574555" y="4923517"/>
              <a:ext cx="213480" cy="165240"/>
            </p14:xfrm>
          </p:contentPart>
        </mc:Choice>
        <mc:Fallback xmlns="">
          <p:pic>
            <p:nvPicPr>
              <p:cNvPr id="37" name="Ink 36">
                <a:extLst>
                  <a:ext uri="{FF2B5EF4-FFF2-40B4-BE49-F238E27FC236}">
                    <a16:creationId xmlns:a16="http://schemas.microsoft.com/office/drawing/2014/main" id="{1412F487-5C3E-4F2E-8589-9C4B3B15888C}"/>
                  </a:ext>
                </a:extLst>
              </p:cNvPr>
              <p:cNvPicPr/>
              <p:nvPr/>
            </p:nvPicPr>
            <p:blipFill>
              <a:blip r:embed="rId24"/>
              <a:stretch>
                <a:fillRect/>
              </a:stretch>
            </p:blipFill>
            <p:spPr>
              <a:xfrm>
                <a:off x="3565555" y="4914877"/>
                <a:ext cx="23112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8" name="Ink 37">
                <a:extLst>
                  <a:ext uri="{FF2B5EF4-FFF2-40B4-BE49-F238E27FC236}">
                    <a16:creationId xmlns:a16="http://schemas.microsoft.com/office/drawing/2014/main" id="{8FFDB4A8-AF20-4DB2-8F35-60195E1CC517}"/>
                  </a:ext>
                </a:extLst>
              </p14:cNvPr>
              <p14:cNvContentPartPr/>
              <p14:nvPr/>
            </p14:nvContentPartPr>
            <p14:xfrm>
              <a:off x="3902515" y="4480717"/>
              <a:ext cx="291960" cy="380880"/>
            </p14:xfrm>
          </p:contentPart>
        </mc:Choice>
        <mc:Fallback xmlns="">
          <p:pic>
            <p:nvPicPr>
              <p:cNvPr id="38" name="Ink 37">
                <a:extLst>
                  <a:ext uri="{FF2B5EF4-FFF2-40B4-BE49-F238E27FC236}">
                    <a16:creationId xmlns:a16="http://schemas.microsoft.com/office/drawing/2014/main" id="{8FFDB4A8-AF20-4DB2-8F35-60195E1CC517}"/>
                  </a:ext>
                </a:extLst>
              </p:cNvPr>
              <p:cNvPicPr/>
              <p:nvPr/>
            </p:nvPicPr>
            <p:blipFill>
              <a:blip r:embed="rId26"/>
              <a:stretch>
                <a:fillRect/>
              </a:stretch>
            </p:blipFill>
            <p:spPr>
              <a:xfrm>
                <a:off x="3893875" y="4472077"/>
                <a:ext cx="309600" cy="3985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72" name="Ink 71">
                <a:extLst>
                  <a:ext uri="{FF2B5EF4-FFF2-40B4-BE49-F238E27FC236}">
                    <a16:creationId xmlns:a16="http://schemas.microsoft.com/office/drawing/2014/main" id="{7DBE6839-6900-4DC2-A449-EC42F2450A5C}"/>
                  </a:ext>
                </a:extLst>
              </p14:cNvPr>
              <p14:cNvContentPartPr/>
              <p14:nvPr/>
            </p14:nvContentPartPr>
            <p14:xfrm>
              <a:off x="3601915" y="5084797"/>
              <a:ext cx="1746000" cy="284040"/>
            </p14:xfrm>
          </p:contentPart>
        </mc:Choice>
        <mc:Fallback xmlns="">
          <p:pic>
            <p:nvPicPr>
              <p:cNvPr id="72" name="Ink 71">
                <a:extLst>
                  <a:ext uri="{FF2B5EF4-FFF2-40B4-BE49-F238E27FC236}">
                    <a16:creationId xmlns:a16="http://schemas.microsoft.com/office/drawing/2014/main" id="{7DBE6839-6900-4DC2-A449-EC42F2450A5C}"/>
                  </a:ext>
                </a:extLst>
              </p:cNvPr>
              <p:cNvPicPr/>
              <p:nvPr/>
            </p:nvPicPr>
            <p:blipFill>
              <a:blip r:embed="rId28"/>
              <a:stretch>
                <a:fillRect/>
              </a:stretch>
            </p:blipFill>
            <p:spPr>
              <a:xfrm>
                <a:off x="3593275" y="5076157"/>
                <a:ext cx="176364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73" name="Ink 72">
                <a:extLst>
                  <a:ext uri="{FF2B5EF4-FFF2-40B4-BE49-F238E27FC236}">
                    <a16:creationId xmlns:a16="http://schemas.microsoft.com/office/drawing/2014/main" id="{B1D1D3FB-78BB-404E-A193-F9D7DBAD52E4}"/>
                  </a:ext>
                </a:extLst>
              </p14:cNvPr>
              <p14:cNvContentPartPr/>
              <p14:nvPr/>
            </p14:nvContentPartPr>
            <p14:xfrm>
              <a:off x="4444315" y="5365597"/>
              <a:ext cx="527760" cy="376920"/>
            </p14:xfrm>
          </p:contentPart>
        </mc:Choice>
        <mc:Fallback xmlns="">
          <p:pic>
            <p:nvPicPr>
              <p:cNvPr id="73" name="Ink 72">
                <a:extLst>
                  <a:ext uri="{FF2B5EF4-FFF2-40B4-BE49-F238E27FC236}">
                    <a16:creationId xmlns:a16="http://schemas.microsoft.com/office/drawing/2014/main" id="{B1D1D3FB-78BB-404E-A193-F9D7DBAD52E4}"/>
                  </a:ext>
                </a:extLst>
              </p:cNvPr>
              <p:cNvPicPr/>
              <p:nvPr/>
            </p:nvPicPr>
            <p:blipFill>
              <a:blip r:embed="rId30"/>
              <a:stretch>
                <a:fillRect/>
              </a:stretch>
            </p:blipFill>
            <p:spPr>
              <a:xfrm>
                <a:off x="4435315" y="5356597"/>
                <a:ext cx="545400" cy="3945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75" name="Ink 74">
                <a:extLst>
                  <a:ext uri="{FF2B5EF4-FFF2-40B4-BE49-F238E27FC236}">
                    <a16:creationId xmlns:a16="http://schemas.microsoft.com/office/drawing/2014/main" id="{3913F340-908C-4A0B-86E7-5E6A16AD81CB}"/>
                  </a:ext>
                </a:extLst>
              </p14:cNvPr>
              <p14:cNvContentPartPr/>
              <p14:nvPr/>
            </p14:nvContentPartPr>
            <p14:xfrm>
              <a:off x="6282475" y="4938277"/>
              <a:ext cx="1887480" cy="287280"/>
            </p14:xfrm>
          </p:contentPart>
        </mc:Choice>
        <mc:Fallback xmlns="">
          <p:pic>
            <p:nvPicPr>
              <p:cNvPr id="75" name="Ink 74">
                <a:extLst>
                  <a:ext uri="{FF2B5EF4-FFF2-40B4-BE49-F238E27FC236}">
                    <a16:creationId xmlns:a16="http://schemas.microsoft.com/office/drawing/2014/main" id="{3913F340-908C-4A0B-86E7-5E6A16AD81CB}"/>
                  </a:ext>
                </a:extLst>
              </p:cNvPr>
              <p:cNvPicPr/>
              <p:nvPr/>
            </p:nvPicPr>
            <p:blipFill>
              <a:blip r:embed="rId32"/>
              <a:stretch>
                <a:fillRect/>
              </a:stretch>
            </p:blipFill>
            <p:spPr>
              <a:xfrm>
                <a:off x="6273835" y="4929277"/>
                <a:ext cx="1905120" cy="304920"/>
              </a:xfrm>
              <a:prstGeom prst="rect">
                <a:avLst/>
              </a:prstGeom>
            </p:spPr>
          </p:pic>
        </mc:Fallback>
      </mc:AlternateContent>
      <p:grpSp>
        <p:nvGrpSpPr>
          <p:cNvPr id="82" name="Group 81">
            <a:extLst>
              <a:ext uri="{FF2B5EF4-FFF2-40B4-BE49-F238E27FC236}">
                <a16:creationId xmlns:a16="http://schemas.microsoft.com/office/drawing/2014/main" id="{D41D372D-E285-4AF0-8CDD-1C89C788AE1A}"/>
              </a:ext>
            </a:extLst>
          </p:cNvPr>
          <p:cNvGrpSpPr/>
          <p:nvPr/>
        </p:nvGrpSpPr>
        <p:grpSpPr>
          <a:xfrm>
            <a:off x="6880435" y="5468557"/>
            <a:ext cx="1669680" cy="798480"/>
            <a:chOff x="6143017" y="5026111"/>
            <a:chExt cx="1669680" cy="798480"/>
          </a:xfrm>
        </p:grpSpPr>
        <mc:AlternateContent xmlns:mc="http://schemas.openxmlformats.org/markup-compatibility/2006" xmlns:p14="http://schemas.microsoft.com/office/powerpoint/2010/main">
          <mc:Choice Requires="p14">
            <p:contentPart p14:bwMode="auto" r:id="rId33">
              <p14:nvContentPartPr>
                <p14:cNvPr id="76" name="Ink 75">
                  <a:extLst>
                    <a:ext uri="{FF2B5EF4-FFF2-40B4-BE49-F238E27FC236}">
                      <a16:creationId xmlns:a16="http://schemas.microsoft.com/office/drawing/2014/main" id="{91B76ED8-E90C-4E29-9E0A-9C129D1603AA}"/>
                    </a:ext>
                  </a:extLst>
                </p14:cNvPr>
                <p14:cNvContentPartPr/>
                <p14:nvPr/>
              </p14:nvContentPartPr>
              <p14:xfrm>
                <a:off x="6143017" y="5037271"/>
                <a:ext cx="132480" cy="287280"/>
              </p14:xfrm>
            </p:contentPart>
          </mc:Choice>
          <mc:Fallback xmlns="">
            <p:pic>
              <p:nvPicPr>
                <p:cNvPr id="76" name="Ink 75">
                  <a:extLst>
                    <a:ext uri="{FF2B5EF4-FFF2-40B4-BE49-F238E27FC236}">
                      <a16:creationId xmlns:a16="http://schemas.microsoft.com/office/drawing/2014/main" id="{91B76ED8-E90C-4E29-9E0A-9C129D1603AA}"/>
                    </a:ext>
                  </a:extLst>
                </p:cNvPr>
                <p:cNvPicPr/>
                <p:nvPr/>
              </p:nvPicPr>
              <p:blipFill>
                <a:blip r:embed="rId34"/>
                <a:stretch>
                  <a:fillRect/>
                </a:stretch>
              </p:blipFill>
              <p:spPr>
                <a:xfrm>
                  <a:off x="6134377" y="5028271"/>
                  <a:ext cx="15012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77" name="Ink 76">
                  <a:extLst>
                    <a:ext uri="{FF2B5EF4-FFF2-40B4-BE49-F238E27FC236}">
                      <a16:creationId xmlns:a16="http://schemas.microsoft.com/office/drawing/2014/main" id="{175E5D99-B8B4-4033-8576-502E65B41AD5}"/>
                    </a:ext>
                  </a:extLst>
                </p14:cNvPr>
                <p14:cNvContentPartPr/>
                <p14:nvPr/>
              </p14:nvContentPartPr>
              <p14:xfrm>
                <a:off x="6348217" y="5205391"/>
                <a:ext cx="57240" cy="111240"/>
              </p14:xfrm>
            </p:contentPart>
          </mc:Choice>
          <mc:Fallback xmlns="">
            <p:pic>
              <p:nvPicPr>
                <p:cNvPr id="77" name="Ink 76">
                  <a:extLst>
                    <a:ext uri="{FF2B5EF4-FFF2-40B4-BE49-F238E27FC236}">
                      <a16:creationId xmlns:a16="http://schemas.microsoft.com/office/drawing/2014/main" id="{175E5D99-B8B4-4033-8576-502E65B41AD5}"/>
                    </a:ext>
                  </a:extLst>
                </p:cNvPr>
                <p:cNvPicPr/>
                <p:nvPr/>
              </p:nvPicPr>
              <p:blipFill>
                <a:blip r:embed="rId36"/>
                <a:stretch>
                  <a:fillRect/>
                </a:stretch>
              </p:blipFill>
              <p:spPr>
                <a:xfrm>
                  <a:off x="6339217" y="5196391"/>
                  <a:ext cx="7488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78" name="Ink 77">
                  <a:extLst>
                    <a:ext uri="{FF2B5EF4-FFF2-40B4-BE49-F238E27FC236}">
                      <a16:creationId xmlns:a16="http://schemas.microsoft.com/office/drawing/2014/main" id="{FF06867E-4E43-4B85-9911-CA151CA2279B}"/>
                    </a:ext>
                  </a:extLst>
                </p14:cNvPr>
                <p14:cNvContentPartPr/>
                <p14:nvPr/>
              </p14:nvContentPartPr>
              <p14:xfrm>
                <a:off x="6698857" y="5115751"/>
                <a:ext cx="147960" cy="478800"/>
              </p14:xfrm>
            </p:contentPart>
          </mc:Choice>
          <mc:Fallback xmlns="">
            <p:pic>
              <p:nvPicPr>
                <p:cNvPr id="78" name="Ink 77">
                  <a:extLst>
                    <a:ext uri="{FF2B5EF4-FFF2-40B4-BE49-F238E27FC236}">
                      <a16:creationId xmlns:a16="http://schemas.microsoft.com/office/drawing/2014/main" id="{FF06867E-4E43-4B85-9911-CA151CA2279B}"/>
                    </a:ext>
                  </a:extLst>
                </p:cNvPr>
                <p:cNvPicPr/>
                <p:nvPr/>
              </p:nvPicPr>
              <p:blipFill>
                <a:blip r:embed="rId38"/>
                <a:stretch>
                  <a:fillRect/>
                </a:stretch>
              </p:blipFill>
              <p:spPr>
                <a:xfrm>
                  <a:off x="6689857" y="5107111"/>
                  <a:ext cx="165600" cy="4964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79" name="Ink 78">
                  <a:extLst>
                    <a:ext uri="{FF2B5EF4-FFF2-40B4-BE49-F238E27FC236}">
                      <a16:creationId xmlns:a16="http://schemas.microsoft.com/office/drawing/2014/main" id="{72AEEAA1-F952-4C03-AB4D-2879F64C2784}"/>
                    </a:ext>
                  </a:extLst>
                </p14:cNvPr>
                <p14:cNvContentPartPr/>
                <p14:nvPr/>
              </p14:nvContentPartPr>
              <p14:xfrm>
                <a:off x="6880657" y="5026111"/>
                <a:ext cx="932040" cy="798480"/>
              </p14:xfrm>
            </p:contentPart>
          </mc:Choice>
          <mc:Fallback xmlns="">
            <p:pic>
              <p:nvPicPr>
                <p:cNvPr id="79" name="Ink 78">
                  <a:extLst>
                    <a:ext uri="{FF2B5EF4-FFF2-40B4-BE49-F238E27FC236}">
                      <a16:creationId xmlns:a16="http://schemas.microsoft.com/office/drawing/2014/main" id="{72AEEAA1-F952-4C03-AB4D-2879F64C2784}"/>
                    </a:ext>
                  </a:extLst>
                </p:cNvPr>
                <p:cNvPicPr/>
                <p:nvPr/>
              </p:nvPicPr>
              <p:blipFill>
                <a:blip r:embed="rId40"/>
                <a:stretch>
                  <a:fillRect/>
                </a:stretch>
              </p:blipFill>
              <p:spPr>
                <a:xfrm>
                  <a:off x="6871657" y="5017471"/>
                  <a:ext cx="949680" cy="8161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80" name="Ink 79">
                  <a:extLst>
                    <a:ext uri="{FF2B5EF4-FFF2-40B4-BE49-F238E27FC236}">
                      <a16:creationId xmlns:a16="http://schemas.microsoft.com/office/drawing/2014/main" id="{AB53FFD2-39A1-4FEA-837F-599E209B07DE}"/>
                    </a:ext>
                  </a:extLst>
                </p14:cNvPr>
                <p14:cNvContentPartPr/>
                <p14:nvPr/>
              </p14:nvContentPartPr>
              <p14:xfrm>
                <a:off x="7565017" y="5106031"/>
                <a:ext cx="121320" cy="23400"/>
              </p14:xfrm>
            </p:contentPart>
          </mc:Choice>
          <mc:Fallback xmlns="">
            <p:pic>
              <p:nvPicPr>
                <p:cNvPr id="80" name="Ink 79">
                  <a:extLst>
                    <a:ext uri="{FF2B5EF4-FFF2-40B4-BE49-F238E27FC236}">
                      <a16:creationId xmlns:a16="http://schemas.microsoft.com/office/drawing/2014/main" id="{AB53FFD2-39A1-4FEA-837F-599E209B07DE}"/>
                    </a:ext>
                  </a:extLst>
                </p:cNvPr>
                <p:cNvPicPr/>
                <p:nvPr/>
              </p:nvPicPr>
              <p:blipFill>
                <a:blip r:embed="rId42"/>
                <a:stretch>
                  <a:fillRect/>
                </a:stretch>
              </p:blipFill>
              <p:spPr>
                <a:xfrm>
                  <a:off x="7556377" y="5097031"/>
                  <a:ext cx="138960" cy="41040"/>
                </a:xfrm>
                <a:prstGeom prst="rect">
                  <a:avLst/>
                </a:prstGeom>
              </p:spPr>
            </p:pic>
          </mc:Fallback>
        </mc:AlternateContent>
      </p:grpSp>
      <p:grpSp>
        <p:nvGrpSpPr>
          <p:cNvPr id="93" name="Group 92">
            <a:extLst>
              <a:ext uri="{FF2B5EF4-FFF2-40B4-BE49-F238E27FC236}">
                <a16:creationId xmlns:a16="http://schemas.microsoft.com/office/drawing/2014/main" id="{A6AE6F69-13F2-4A69-83BF-76522F784E03}"/>
              </a:ext>
            </a:extLst>
          </p:cNvPr>
          <p:cNvGrpSpPr/>
          <p:nvPr/>
        </p:nvGrpSpPr>
        <p:grpSpPr>
          <a:xfrm>
            <a:off x="4393555" y="3764317"/>
            <a:ext cx="6763320" cy="1419840"/>
            <a:chOff x="3656137" y="3321871"/>
            <a:chExt cx="6763320" cy="1419840"/>
          </a:xfrm>
        </p:grpSpPr>
        <mc:AlternateContent xmlns:mc="http://schemas.openxmlformats.org/markup-compatibility/2006" xmlns:p14="http://schemas.microsoft.com/office/powerpoint/2010/main">
          <mc:Choice Requires="p14">
            <p:contentPart p14:bwMode="auto" r:id="rId43">
              <p14:nvContentPartPr>
                <p14:cNvPr id="40" name="Ink 39">
                  <a:extLst>
                    <a:ext uri="{FF2B5EF4-FFF2-40B4-BE49-F238E27FC236}">
                      <a16:creationId xmlns:a16="http://schemas.microsoft.com/office/drawing/2014/main" id="{392E0537-DFD0-486F-A87A-8FA0A0C94A06}"/>
                    </a:ext>
                  </a:extLst>
                </p14:cNvPr>
                <p14:cNvContentPartPr/>
                <p14:nvPr/>
              </p14:nvContentPartPr>
              <p14:xfrm>
                <a:off x="3656137" y="3971311"/>
                <a:ext cx="112680" cy="410760"/>
              </p14:xfrm>
            </p:contentPart>
          </mc:Choice>
          <mc:Fallback xmlns="">
            <p:pic>
              <p:nvPicPr>
                <p:cNvPr id="40" name="Ink 39">
                  <a:extLst>
                    <a:ext uri="{FF2B5EF4-FFF2-40B4-BE49-F238E27FC236}">
                      <a16:creationId xmlns:a16="http://schemas.microsoft.com/office/drawing/2014/main" id="{392E0537-DFD0-486F-A87A-8FA0A0C94A06}"/>
                    </a:ext>
                  </a:extLst>
                </p:cNvPr>
                <p:cNvPicPr/>
                <p:nvPr/>
              </p:nvPicPr>
              <p:blipFill>
                <a:blip r:embed="rId44"/>
                <a:stretch>
                  <a:fillRect/>
                </a:stretch>
              </p:blipFill>
              <p:spPr>
                <a:xfrm>
                  <a:off x="3647497" y="3962671"/>
                  <a:ext cx="130320" cy="4284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41" name="Ink 40">
                  <a:extLst>
                    <a:ext uri="{FF2B5EF4-FFF2-40B4-BE49-F238E27FC236}">
                      <a16:creationId xmlns:a16="http://schemas.microsoft.com/office/drawing/2014/main" id="{078C8D79-C9E1-4123-956B-79654DEB43BA}"/>
                    </a:ext>
                  </a:extLst>
                </p14:cNvPr>
                <p14:cNvContentPartPr/>
                <p14:nvPr/>
              </p14:nvContentPartPr>
              <p14:xfrm>
                <a:off x="3808417" y="4129711"/>
                <a:ext cx="183240" cy="592920"/>
              </p14:xfrm>
            </p:contentPart>
          </mc:Choice>
          <mc:Fallback xmlns="">
            <p:pic>
              <p:nvPicPr>
                <p:cNvPr id="41" name="Ink 40">
                  <a:extLst>
                    <a:ext uri="{FF2B5EF4-FFF2-40B4-BE49-F238E27FC236}">
                      <a16:creationId xmlns:a16="http://schemas.microsoft.com/office/drawing/2014/main" id="{078C8D79-C9E1-4123-956B-79654DEB43BA}"/>
                    </a:ext>
                  </a:extLst>
                </p:cNvPr>
                <p:cNvPicPr/>
                <p:nvPr/>
              </p:nvPicPr>
              <p:blipFill>
                <a:blip r:embed="rId46"/>
                <a:stretch>
                  <a:fillRect/>
                </a:stretch>
              </p:blipFill>
              <p:spPr>
                <a:xfrm>
                  <a:off x="3799417" y="4121071"/>
                  <a:ext cx="200880" cy="6105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42" name="Ink 41">
                  <a:extLst>
                    <a:ext uri="{FF2B5EF4-FFF2-40B4-BE49-F238E27FC236}">
                      <a16:creationId xmlns:a16="http://schemas.microsoft.com/office/drawing/2014/main" id="{45C7DC4D-FE58-4F2B-8EC8-6D40677482F1}"/>
                    </a:ext>
                  </a:extLst>
                </p14:cNvPr>
                <p14:cNvContentPartPr/>
                <p14:nvPr/>
              </p14:nvContentPartPr>
              <p14:xfrm>
                <a:off x="4064017" y="4207831"/>
                <a:ext cx="150480" cy="26280"/>
              </p14:xfrm>
            </p:contentPart>
          </mc:Choice>
          <mc:Fallback xmlns="">
            <p:pic>
              <p:nvPicPr>
                <p:cNvPr id="42" name="Ink 41">
                  <a:extLst>
                    <a:ext uri="{FF2B5EF4-FFF2-40B4-BE49-F238E27FC236}">
                      <a16:creationId xmlns:a16="http://schemas.microsoft.com/office/drawing/2014/main" id="{45C7DC4D-FE58-4F2B-8EC8-6D40677482F1}"/>
                    </a:ext>
                  </a:extLst>
                </p:cNvPr>
                <p:cNvPicPr/>
                <p:nvPr/>
              </p:nvPicPr>
              <p:blipFill>
                <a:blip r:embed="rId48"/>
                <a:stretch>
                  <a:fillRect/>
                </a:stretch>
              </p:blipFill>
              <p:spPr>
                <a:xfrm>
                  <a:off x="4055377" y="4199191"/>
                  <a:ext cx="16812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44" name="Ink 43">
                  <a:extLst>
                    <a:ext uri="{FF2B5EF4-FFF2-40B4-BE49-F238E27FC236}">
                      <a16:creationId xmlns:a16="http://schemas.microsoft.com/office/drawing/2014/main" id="{1C9A9C3B-1441-48F6-9838-5F9C05C13FB8}"/>
                    </a:ext>
                  </a:extLst>
                </p14:cNvPr>
                <p14:cNvContentPartPr/>
                <p14:nvPr/>
              </p14:nvContentPartPr>
              <p14:xfrm>
                <a:off x="4271017" y="4130791"/>
                <a:ext cx="178560" cy="610920"/>
              </p14:xfrm>
            </p:contentPart>
          </mc:Choice>
          <mc:Fallback xmlns="">
            <p:pic>
              <p:nvPicPr>
                <p:cNvPr id="44" name="Ink 43">
                  <a:extLst>
                    <a:ext uri="{FF2B5EF4-FFF2-40B4-BE49-F238E27FC236}">
                      <a16:creationId xmlns:a16="http://schemas.microsoft.com/office/drawing/2014/main" id="{1C9A9C3B-1441-48F6-9838-5F9C05C13FB8}"/>
                    </a:ext>
                  </a:extLst>
                </p:cNvPr>
                <p:cNvPicPr/>
                <p:nvPr/>
              </p:nvPicPr>
              <p:blipFill>
                <a:blip r:embed="rId50"/>
                <a:stretch>
                  <a:fillRect/>
                </a:stretch>
              </p:blipFill>
              <p:spPr>
                <a:xfrm>
                  <a:off x="4262377" y="4121791"/>
                  <a:ext cx="196200" cy="6285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45" name="Ink 44">
                  <a:extLst>
                    <a:ext uri="{FF2B5EF4-FFF2-40B4-BE49-F238E27FC236}">
                      <a16:creationId xmlns:a16="http://schemas.microsoft.com/office/drawing/2014/main" id="{8CB60A9E-A54C-4226-9C0B-EE973580CA59}"/>
                    </a:ext>
                  </a:extLst>
                </p14:cNvPr>
                <p14:cNvContentPartPr/>
                <p14:nvPr/>
              </p14:nvContentPartPr>
              <p14:xfrm>
                <a:off x="4271377" y="3978151"/>
                <a:ext cx="118440" cy="87480"/>
              </p14:xfrm>
            </p:contentPart>
          </mc:Choice>
          <mc:Fallback xmlns="">
            <p:pic>
              <p:nvPicPr>
                <p:cNvPr id="45" name="Ink 44">
                  <a:extLst>
                    <a:ext uri="{FF2B5EF4-FFF2-40B4-BE49-F238E27FC236}">
                      <a16:creationId xmlns:a16="http://schemas.microsoft.com/office/drawing/2014/main" id="{8CB60A9E-A54C-4226-9C0B-EE973580CA59}"/>
                    </a:ext>
                  </a:extLst>
                </p:cNvPr>
                <p:cNvPicPr/>
                <p:nvPr/>
              </p:nvPicPr>
              <p:blipFill>
                <a:blip r:embed="rId52"/>
                <a:stretch>
                  <a:fillRect/>
                </a:stretch>
              </p:blipFill>
              <p:spPr>
                <a:xfrm>
                  <a:off x="4262737" y="3969151"/>
                  <a:ext cx="13608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46" name="Ink 45">
                  <a:extLst>
                    <a:ext uri="{FF2B5EF4-FFF2-40B4-BE49-F238E27FC236}">
                      <a16:creationId xmlns:a16="http://schemas.microsoft.com/office/drawing/2014/main" id="{AD39DC56-512E-4597-91FD-26875647BDC8}"/>
                    </a:ext>
                  </a:extLst>
                </p14:cNvPr>
                <p14:cNvContentPartPr/>
                <p14:nvPr/>
              </p14:nvContentPartPr>
              <p14:xfrm>
                <a:off x="4531297" y="3925591"/>
                <a:ext cx="96480" cy="445680"/>
              </p14:xfrm>
            </p:contentPart>
          </mc:Choice>
          <mc:Fallback xmlns="">
            <p:pic>
              <p:nvPicPr>
                <p:cNvPr id="46" name="Ink 45">
                  <a:extLst>
                    <a:ext uri="{FF2B5EF4-FFF2-40B4-BE49-F238E27FC236}">
                      <a16:creationId xmlns:a16="http://schemas.microsoft.com/office/drawing/2014/main" id="{AD39DC56-512E-4597-91FD-26875647BDC8}"/>
                    </a:ext>
                  </a:extLst>
                </p:cNvPr>
                <p:cNvPicPr/>
                <p:nvPr/>
              </p:nvPicPr>
              <p:blipFill>
                <a:blip r:embed="rId54"/>
                <a:stretch>
                  <a:fillRect/>
                </a:stretch>
              </p:blipFill>
              <p:spPr>
                <a:xfrm>
                  <a:off x="4522657" y="3916951"/>
                  <a:ext cx="114120" cy="4633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47" name="Ink 46">
                  <a:extLst>
                    <a:ext uri="{FF2B5EF4-FFF2-40B4-BE49-F238E27FC236}">
                      <a16:creationId xmlns:a16="http://schemas.microsoft.com/office/drawing/2014/main" id="{28DCBBAA-2930-40AA-B065-1D0683573567}"/>
                    </a:ext>
                  </a:extLst>
                </p14:cNvPr>
                <p14:cNvContentPartPr/>
                <p14:nvPr/>
              </p14:nvContentPartPr>
              <p14:xfrm>
                <a:off x="4707697" y="3908311"/>
                <a:ext cx="129240" cy="176400"/>
              </p14:xfrm>
            </p:contentPart>
          </mc:Choice>
          <mc:Fallback xmlns="">
            <p:pic>
              <p:nvPicPr>
                <p:cNvPr id="47" name="Ink 46">
                  <a:extLst>
                    <a:ext uri="{FF2B5EF4-FFF2-40B4-BE49-F238E27FC236}">
                      <a16:creationId xmlns:a16="http://schemas.microsoft.com/office/drawing/2014/main" id="{28DCBBAA-2930-40AA-B065-1D0683573567}"/>
                    </a:ext>
                  </a:extLst>
                </p:cNvPr>
                <p:cNvPicPr/>
                <p:nvPr/>
              </p:nvPicPr>
              <p:blipFill>
                <a:blip r:embed="rId56"/>
                <a:stretch>
                  <a:fillRect/>
                </a:stretch>
              </p:blipFill>
              <p:spPr>
                <a:xfrm>
                  <a:off x="4698697" y="3899671"/>
                  <a:ext cx="14688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9" name="Ink 48">
                  <a:extLst>
                    <a:ext uri="{FF2B5EF4-FFF2-40B4-BE49-F238E27FC236}">
                      <a16:creationId xmlns:a16="http://schemas.microsoft.com/office/drawing/2014/main" id="{927D4B11-3D5E-40E1-8891-E5843C89BF01}"/>
                    </a:ext>
                  </a:extLst>
                </p14:cNvPr>
                <p14:cNvContentPartPr/>
                <p14:nvPr/>
              </p14:nvContentPartPr>
              <p14:xfrm>
                <a:off x="5034577" y="4186951"/>
                <a:ext cx="224280" cy="32040"/>
              </p14:xfrm>
            </p:contentPart>
          </mc:Choice>
          <mc:Fallback xmlns="">
            <p:pic>
              <p:nvPicPr>
                <p:cNvPr id="49" name="Ink 48">
                  <a:extLst>
                    <a:ext uri="{FF2B5EF4-FFF2-40B4-BE49-F238E27FC236}">
                      <a16:creationId xmlns:a16="http://schemas.microsoft.com/office/drawing/2014/main" id="{927D4B11-3D5E-40E1-8891-E5843C89BF01}"/>
                    </a:ext>
                  </a:extLst>
                </p:cNvPr>
                <p:cNvPicPr/>
                <p:nvPr/>
              </p:nvPicPr>
              <p:blipFill>
                <a:blip r:embed="rId58"/>
                <a:stretch>
                  <a:fillRect/>
                </a:stretch>
              </p:blipFill>
              <p:spPr>
                <a:xfrm>
                  <a:off x="5025937" y="4177951"/>
                  <a:ext cx="24192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0" name="Ink 49">
                  <a:extLst>
                    <a:ext uri="{FF2B5EF4-FFF2-40B4-BE49-F238E27FC236}">
                      <a16:creationId xmlns:a16="http://schemas.microsoft.com/office/drawing/2014/main" id="{6237BE77-392E-402C-87FC-CCD4EF0E8DDF}"/>
                    </a:ext>
                  </a:extLst>
                </p14:cNvPr>
                <p14:cNvContentPartPr/>
                <p14:nvPr/>
              </p14:nvContentPartPr>
              <p14:xfrm>
                <a:off x="5138257" y="4155631"/>
                <a:ext cx="12600" cy="155160"/>
              </p14:xfrm>
            </p:contentPart>
          </mc:Choice>
          <mc:Fallback xmlns="">
            <p:pic>
              <p:nvPicPr>
                <p:cNvPr id="50" name="Ink 49">
                  <a:extLst>
                    <a:ext uri="{FF2B5EF4-FFF2-40B4-BE49-F238E27FC236}">
                      <a16:creationId xmlns:a16="http://schemas.microsoft.com/office/drawing/2014/main" id="{6237BE77-392E-402C-87FC-CCD4EF0E8DDF}"/>
                    </a:ext>
                  </a:extLst>
                </p:cNvPr>
                <p:cNvPicPr/>
                <p:nvPr/>
              </p:nvPicPr>
              <p:blipFill>
                <a:blip r:embed="rId60"/>
                <a:stretch>
                  <a:fillRect/>
                </a:stretch>
              </p:blipFill>
              <p:spPr>
                <a:xfrm>
                  <a:off x="5129617" y="4146631"/>
                  <a:ext cx="3024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52" name="Ink 51">
                  <a:extLst>
                    <a:ext uri="{FF2B5EF4-FFF2-40B4-BE49-F238E27FC236}">
                      <a16:creationId xmlns:a16="http://schemas.microsoft.com/office/drawing/2014/main" id="{F9A677DF-23A9-44A2-9A19-F67DFE25340A}"/>
                    </a:ext>
                  </a:extLst>
                </p14:cNvPr>
                <p14:cNvContentPartPr/>
                <p14:nvPr/>
              </p14:nvContentPartPr>
              <p14:xfrm>
                <a:off x="5108377" y="4124671"/>
                <a:ext cx="24840" cy="115560"/>
              </p14:xfrm>
            </p:contentPart>
          </mc:Choice>
          <mc:Fallback xmlns="">
            <p:pic>
              <p:nvPicPr>
                <p:cNvPr id="52" name="Ink 51">
                  <a:extLst>
                    <a:ext uri="{FF2B5EF4-FFF2-40B4-BE49-F238E27FC236}">
                      <a16:creationId xmlns:a16="http://schemas.microsoft.com/office/drawing/2014/main" id="{F9A677DF-23A9-44A2-9A19-F67DFE25340A}"/>
                    </a:ext>
                  </a:extLst>
                </p:cNvPr>
                <p:cNvPicPr/>
                <p:nvPr/>
              </p:nvPicPr>
              <p:blipFill>
                <a:blip r:embed="rId62"/>
                <a:stretch>
                  <a:fillRect/>
                </a:stretch>
              </p:blipFill>
              <p:spPr>
                <a:xfrm>
                  <a:off x="5099377" y="4115671"/>
                  <a:ext cx="4248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54" name="Ink 53">
                  <a:extLst>
                    <a:ext uri="{FF2B5EF4-FFF2-40B4-BE49-F238E27FC236}">
                      <a16:creationId xmlns:a16="http://schemas.microsoft.com/office/drawing/2014/main" id="{E110BA66-F576-4B29-AE76-4F519201272E}"/>
                    </a:ext>
                  </a:extLst>
                </p14:cNvPr>
                <p14:cNvContentPartPr/>
                <p14:nvPr/>
              </p14:nvContentPartPr>
              <p14:xfrm>
                <a:off x="5524897" y="3955831"/>
                <a:ext cx="199800" cy="372240"/>
              </p14:xfrm>
            </p:contentPart>
          </mc:Choice>
          <mc:Fallback xmlns="">
            <p:pic>
              <p:nvPicPr>
                <p:cNvPr id="54" name="Ink 53">
                  <a:extLst>
                    <a:ext uri="{FF2B5EF4-FFF2-40B4-BE49-F238E27FC236}">
                      <a16:creationId xmlns:a16="http://schemas.microsoft.com/office/drawing/2014/main" id="{E110BA66-F576-4B29-AE76-4F519201272E}"/>
                    </a:ext>
                  </a:extLst>
                </p:cNvPr>
                <p:cNvPicPr/>
                <p:nvPr/>
              </p:nvPicPr>
              <p:blipFill>
                <a:blip r:embed="rId64"/>
                <a:stretch>
                  <a:fillRect/>
                </a:stretch>
              </p:blipFill>
              <p:spPr>
                <a:xfrm>
                  <a:off x="5515897" y="3947191"/>
                  <a:ext cx="217440" cy="38988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55" name="Ink 54">
                  <a:extLst>
                    <a:ext uri="{FF2B5EF4-FFF2-40B4-BE49-F238E27FC236}">
                      <a16:creationId xmlns:a16="http://schemas.microsoft.com/office/drawing/2014/main" id="{E6E992A5-4541-47F1-97BA-2BF2B0C20BFC}"/>
                    </a:ext>
                  </a:extLst>
                </p14:cNvPr>
                <p14:cNvContentPartPr/>
                <p14:nvPr/>
              </p14:nvContentPartPr>
              <p14:xfrm>
                <a:off x="6009817" y="3883471"/>
                <a:ext cx="378720" cy="383400"/>
              </p14:xfrm>
            </p:contentPart>
          </mc:Choice>
          <mc:Fallback xmlns="">
            <p:pic>
              <p:nvPicPr>
                <p:cNvPr id="55" name="Ink 54">
                  <a:extLst>
                    <a:ext uri="{FF2B5EF4-FFF2-40B4-BE49-F238E27FC236}">
                      <a16:creationId xmlns:a16="http://schemas.microsoft.com/office/drawing/2014/main" id="{E6E992A5-4541-47F1-97BA-2BF2B0C20BFC}"/>
                    </a:ext>
                  </a:extLst>
                </p:cNvPr>
                <p:cNvPicPr/>
                <p:nvPr/>
              </p:nvPicPr>
              <p:blipFill>
                <a:blip r:embed="rId66"/>
                <a:stretch>
                  <a:fillRect/>
                </a:stretch>
              </p:blipFill>
              <p:spPr>
                <a:xfrm>
                  <a:off x="6001177" y="3874471"/>
                  <a:ext cx="396360" cy="40104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56" name="Ink 55">
                  <a:extLst>
                    <a:ext uri="{FF2B5EF4-FFF2-40B4-BE49-F238E27FC236}">
                      <a16:creationId xmlns:a16="http://schemas.microsoft.com/office/drawing/2014/main" id="{CAB09379-0CAA-4EC6-9B6D-C5E56F2B908F}"/>
                    </a:ext>
                  </a:extLst>
                </p14:cNvPr>
                <p14:cNvContentPartPr/>
                <p14:nvPr/>
              </p14:nvContentPartPr>
              <p14:xfrm>
                <a:off x="6233737" y="4402951"/>
                <a:ext cx="14760" cy="122760"/>
              </p14:xfrm>
            </p:contentPart>
          </mc:Choice>
          <mc:Fallback xmlns="">
            <p:pic>
              <p:nvPicPr>
                <p:cNvPr id="56" name="Ink 55">
                  <a:extLst>
                    <a:ext uri="{FF2B5EF4-FFF2-40B4-BE49-F238E27FC236}">
                      <a16:creationId xmlns:a16="http://schemas.microsoft.com/office/drawing/2014/main" id="{CAB09379-0CAA-4EC6-9B6D-C5E56F2B908F}"/>
                    </a:ext>
                  </a:extLst>
                </p:cNvPr>
                <p:cNvPicPr/>
                <p:nvPr/>
              </p:nvPicPr>
              <p:blipFill>
                <a:blip r:embed="rId68"/>
                <a:stretch>
                  <a:fillRect/>
                </a:stretch>
              </p:blipFill>
              <p:spPr>
                <a:xfrm>
                  <a:off x="6225097" y="4394311"/>
                  <a:ext cx="3240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57" name="Ink 56">
                  <a:extLst>
                    <a:ext uri="{FF2B5EF4-FFF2-40B4-BE49-F238E27FC236}">
                      <a16:creationId xmlns:a16="http://schemas.microsoft.com/office/drawing/2014/main" id="{4A4CEFFE-449D-4357-97BB-6AA2339DF709}"/>
                    </a:ext>
                  </a:extLst>
                </p14:cNvPr>
                <p14:cNvContentPartPr/>
                <p14:nvPr/>
              </p14:nvContentPartPr>
              <p14:xfrm>
                <a:off x="6201697" y="4325191"/>
                <a:ext cx="3960" cy="7920"/>
              </p14:xfrm>
            </p:contentPart>
          </mc:Choice>
          <mc:Fallback xmlns="">
            <p:pic>
              <p:nvPicPr>
                <p:cNvPr id="57" name="Ink 56">
                  <a:extLst>
                    <a:ext uri="{FF2B5EF4-FFF2-40B4-BE49-F238E27FC236}">
                      <a16:creationId xmlns:a16="http://schemas.microsoft.com/office/drawing/2014/main" id="{4A4CEFFE-449D-4357-97BB-6AA2339DF709}"/>
                    </a:ext>
                  </a:extLst>
                </p:cNvPr>
                <p:cNvPicPr/>
                <p:nvPr/>
              </p:nvPicPr>
              <p:blipFill>
                <a:blip r:embed="rId70"/>
                <a:stretch>
                  <a:fillRect/>
                </a:stretch>
              </p:blipFill>
              <p:spPr>
                <a:xfrm>
                  <a:off x="6192697" y="4316551"/>
                  <a:ext cx="2160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59" name="Ink 58">
                  <a:extLst>
                    <a:ext uri="{FF2B5EF4-FFF2-40B4-BE49-F238E27FC236}">
                      <a16:creationId xmlns:a16="http://schemas.microsoft.com/office/drawing/2014/main" id="{01725A29-1226-4CCF-9E1C-97EF3B408888}"/>
                    </a:ext>
                  </a:extLst>
                </p14:cNvPr>
                <p14:cNvContentPartPr/>
                <p14:nvPr/>
              </p14:nvContentPartPr>
              <p14:xfrm>
                <a:off x="6505537" y="3867991"/>
                <a:ext cx="68760" cy="394560"/>
              </p14:xfrm>
            </p:contentPart>
          </mc:Choice>
          <mc:Fallback xmlns="">
            <p:pic>
              <p:nvPicPr>
                <p:cNvPr id="59" name="Ink 58">
                  <a:extLst>
                    <a:ext uri="{FF2B5EF4-FFF2-40B4-BE49-F238E27FC236}">
                      <a16:creationId xmlns:a16="http://schemas.microsoft.com/office/drawing/2014/main" id="{01725A29-1226-4CCF-9E1C-97EF3B408888}"/>
                    </a:ext>
                  </a:extLst>
                </p:cNvPr>
                <p:cNvPicPr/>
                <p:nvPr/>
              </p:nvPicPr>
              <p:blipFill>
                <a:blip r:embed="rId72"/>
                <a:stretch>
                  <a:fillRect/>
                </a:stretch>
              </p:blipFill>
              <p:spPr>
                <a:xfrm>
                  <a:off x="6496537" y="3858991"/>
                  <a:ext cx="86400" cy="4122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60" name="Ink 59">
                  <a:extLst>
                    <a:ext uri="{FF2B5EF4-FFF2-40B4-BE49-F238E27FC236}">
                      <a16:creationId xmlns:a16="http://schemas.microsoft.com/office/drawing/2014/main" id="{3314519E-F656-47B9-8450-AE90012DF8EB}"/>
                    </a:ext>
                  </a:extLst>
                </p14:cNvPr>
                <p14:cNvContentPartPr/>
                <p14:nvPr/>
              </p14:nvContentPartPr>
              <p14:xfrm>
                <a:off x="6658177" y="3951151"/>
                <a:ext cx="237240" cy="230400"/>
              </p14:xfrm>
            </p:contentPart>
          </mc:Choice>
          <mc:Fallback xmlns="">
            <p:pic>
              <p:nvPicPr>
                <p:cNvPr id="60" name="Ink 59">
                  <a:extLst>
                    <a:ext uri="{FF2B5EF4-FFF2-40B4-BE49-F238E27FC236}">
                      <a16:creationId xmlns:a16="http://schemas.microsoft.com/office/drawing/2014/main" id="{3314519E-F656-47B9-8450-AE90012DF8EB}"/>
                    </a:ext>
                  </a:extLst>
                </p:cNvPr>
                <p:cNvPicPr/>
                <p:nvPr/>
              </p:nvPicPr>
              <p:blipFill>
                <a:blip r:embed="rId74"/>
                <a:stretch>
                  <a:fillRect/>
                </a:stretch>
              </p:blipFill>
              <p:spPr>
                <a:xfrm>
                  <a:off x="6649177" y="3942151"/>
                  <a:ext cx="25488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61" name="Ink 60">
                  <a:extLst>
                    <a:ext uri="{FF2B5EF4-FFF2-40B4-BE49-F238E27FC236}">
                      <a16:creationId xmlns:a16="http://schemas.microsoft.com/office/drawing/2014/main" id="{9B57E074-86D2-4634-905F-A9A984949CDB}"/>
                    </a:ext>
                  </a:extLst>
                </p14:cNvPr>
                <p14:cNvContentPartPr/>
                <p14:nvPr/>
              </p14:nvContentPartPr>
              <p14:xfrm>
                <a:off x="7023937" y="4142311"/>
                <a:ext cx="11880" cy="107640"/>
              </p14:xfrm>
            </p:contentPart>
          </mc:Choice>
          <mc:Fallback xmlns="">
            <p:pic>
              <p:nvPicPr>
                <p:cNvPr id="61" name="Ink 60">
                  <a:extLst>
                    <a:ext uri="{FF2B5EF4-FFF2-40B4-BE49-F238E27FC236}">
                      <a16:creationId xmlns:a16="http://schemas.microsoft.com/office/drawing/2014/main" id="{9B57E074-86D2-4634-905F-A9A984949CDB}"/>
                    </a:ext>
                  </a:extLst>
                </p:cNvPr>
                <p:cNvPicPr/>
                <p:nvPr/>
              </p:nvPicPr>
              <p:blipFill>
                <a:blip r:embed="rId76"/>
                <a:stretch>
                  <a:fillRect/>
                </a:stretch>
              </p:blipFill>
              <p:spPr>
                <a:xfrm>
                  <a:off x="7014937" y="4133671"/>
                  <a:ext cx="2952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62" name="Ink 61">
                  <a:extLst>
                    <a:ext uri="{FF2B5EF4-FFF2-40B4-BE49-F238E27FC236}">
                      <a16:creationId xmlns:a16="http://schemas.microsoft.com/office/drawing/2014/main" id="{61AB938E-70E9-420F-83E0-43D14CD8ADBE}"/>
                    </a:ext>
                  </a:extLst>
                </p14:cNvPr>
                <p14:cNvContentPartPr/>
                <p14:nvPr/>
              </p14:nvContentPartPr>
              <p14:xfrm>
                <a:off x="6974977" y="3971311"/>
                <a:ext cx="30960" cy="43200"/>
              </p14:xfrm>
            </p:contentPart>
          </mc:Choice>
          <mc:Fallback xmlns="">
            <p:pic>
              <p:nvPicPr>
                <p:cNvPr id="62" name="Ink 61">
                  <a:extLst>
                    <a:ext uri="{FF2B5EF4-FFF2-40B4-BE49-F238E27FC236}">
                      <a16:creationId xmlns:a16="http://schemas.microsoft.com/office/drawing/2014/main" id="{61AB938E-70E9-420F-83E0-43D14CD8ADBE}"/>
                    </a:ext>
                  </a:extLst>
                </p:cNvPr>
                <p:cNvPicPr/>
                <p:nvPr/>
              </p:nvPicPr>
              <p:blipFill>
                <a:blip r:embed="rId78"/>
                <a:stretch>
                  <a:fillRect/>
                </a:stretch>
              </p:blipFill>
              <p:spPr>
                <a:xfrm>
                  <a:off x="6965977" y="3962311"/>
                  <a:ext cx="4860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63" name="Ink 62">
                  <a:extLst>
                    <a:ext uri="{FF2B5EF4-FFF2-40B4-BE49-F238E27FC236}">
                      <a16:creationId xmlns:a16="http://schemas.microsoft.com/office/drawing/2014/main" id="{AF0D1A91-FAC1-4C24-A494-C7791E71B744}"/>
                    </a:ext>
                  </a:extLst>
                </p14:cNvPr>
                <p14:cNvContentPartPr/>
                <p14:nvPr/>
              </p14:nvContentPartPr>
              <p14:xfrm>
                <a:off x="7208617" y="3857551"/>
                <a:ext cx="54000" cy="485640"/>
              </p14:xfrm>
            </p:contentPart>
          </mc:Choice>
          <mc:Fallback xmlns="">
            <p:pic>
              <p:nvPicPr>
                <p:cNvPr id="63" name="Ink 62">
                  <a:extLst>
                    <a:ext uri="{FF2B5EF4-FFF2-40B4-BE49-F238E27FC236}">
                      <a16:creationId xmlns:a16="http://schemas.microsoft.com/office/drawing/2014/main" id="{AF0D1A91-FAC1-4C24-A494-C7791E71B744}"/>
                    </a:ext>
                  </a:extLst>
                </p:cNvPr>
                <p:cNvPicPr/>
                <p:nvPr/>
              </p:nvPicPr>
              <p:blipFill>
                <a:blip r:embed="rId80"/>
                <a:stretch>
                  <a:fillRect/>
                </a:stretch>
              </p:blipFill>
              <p:spPr>
                <a:xfrm>
                  <a:off x="7199617" y="3848551"/>
                  <a:ext cx="71640" cy="5032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83" name="Ink 82">
                  <a:extLst>
                    <a:ext uri="{FF2B5EF4-FFF2-40B4-BE49-F238E27FC236}">
                      <a16:creationId xmlns:a16="http://schemas.microsoft.com/office/drawing/2014/main" id="{EA289B55-E498-44E0-BBC6-F361EDB4F411}"/>
                    </a:ext>
                  </a:extLst>
                </p14:cNvPr>
                <p14:cNvContentPartPr/>
                <p14:nvPr/>
              </p14:nvContentPartPr>
              <p14:xfrm>
                <a:off x="5671777" y="3502231"/>
                <a:ext cx="709560" cy="381240"/>
              </p14:xfrm>
            </p:contentPart>
          </mc:Choice>
          <mc:Fallback xmlns="">
            <p:pic>
              <p:nvPicPr>
                <p:cNvPr id="83" name="Ink 82">
                  <a:extLst>
                    <a:ext uri="{FF2B5EF4-FFF2-40B4-BE49-F238E27FC236}">
                      <a16:creationId xmlns:a16="http://schemas.microsoft.com/office/drawing/2014/main" id="{EA289B55-E498-44E0-BBC6-F361EDB4F411}"/>
                    </a:ext>
                  </a:extLst>
                </p:cNvPr>
                <p:cNvPicPr/>
                <p:nvPr/>
              </p:nvPicPr>
              <p:blipFill>
                <a:blip r:embed="rId82"/>
                <a:stretch>
                  <a:fillRect/>
                </a:stretch>
              </p:blipFill>
              <p:spPr>
                <a:xfrm>
                  <a:off x="5663137" y="3493591"/>
                  <a:ext cx="727200" cy="3988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84" name="Ink 83">
                  <a:extLst>
                    <a:ext uri="{FF2B5EF4-FFF2-40B4-BE49-F238E27FC236}">
                      <a16:creationId xmlns:a16="http://schemas.microsoft.com/office/drawing/2014/main" id="{548EA6BD-BD0D-4F4F-9EFE-08317FD128FF}"/>
                    </a:ext>
                  </a:extLst>
                </p14:cNvPr>
                <p14:cNvContentPartPr/>
                <p14:nvPr/>
              </p14:nvContentPartPr>
              <p14:xfrm>
                <a:off x="6521377" y="3403231"/>
                <a:ext cx="1188000" cy="400320"/>
              </p14:xfrm>
            </p:contentPart>
          </mc:Choice>
          <mc:Fallback xmlns="">
            <p:pic>
              <p:nvPicPr>
                <p:cNvPr id="84" name="Ink 83">
                  <a:extLst>
                    <a:ext uri="{FF2B5EF4-FFF2-40B4-BE49-F238E27FC236}">
                      <a16:creationId xmlns:a16="http://schemas.microsoft.com/office/drawing/2014/main" id="{548EA6BD-BD0D-4F4F-9EFE-08317FD128FF}"/>
                    </a:ext>
                  </a:extLst>
                </p:cNvPr>
                <p:cNvPicPr/>
                <p:nvPr/>
              </p:nvPicPr>
              <p:blipFill>
                <a:blip r:embed="rId84"/>
                <a:stretch>
                  <a:fillRect/>
                </a:stretch>
              </p:blipFill>
              <p:spPr>
                <a:xfrm>
                  <a:off x="6512377" y="3394231"/>
                  <a:ext cx="1205640" cy="41796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85" name="Ink 84">
                  <a:extLst>
                    <a:ext uri="{FF2B5EF4-FFF2-40B4-BE49-F238E27FC236}">
                      <a16:creationId xmlns:a16="http://schemas.microsoft.com/office/drawing/2014/main" id="{4FEF3BEF-170B-47CF-882C-1941A7B15C52}"/>
                    </a:ext>
                  </a:extLst>
                </p14:cNvPr>
                <p14:cNvContentPartPr/>
                <p14:nvPr/>
              </p14:nvContentPartPr>
              <p14:xfrm>
                <a:off x="7651057" y="3384151"/>
                <a:ext cx="21960" cy="18000"/>
              </p14:xfrm>
            </p:contentPart>
          </mc:Choice>
          <mc:Fallback xmlns="">
            <p:pic>
              <p:nvPicPr>
                <p:cNvPr id="85" name="Ink 84">
                  <a:extLst>
                    <a:ext uri="{FF2B5EF4-FFF2-40B4-BE49-F238E27FC236}">
                      <a16:creationId xmlns:a16="http://schemas.microsoft.com/office/drawing/2014/main" id="{4FEF3BEF-170B-47CF-882C-1941A7B15C52}"/>
                    </a:ext>
                  </a:extLst>
                </p:cNvPr>
                <p:cNvPicPr/>
                <p:nvPr/>
              </p:nvPicPr>
              <p:blipFill>
                <a:blip r:embed="rId86"/>
                <a:stretch>
                  <a:fillRect/>
                </a:stretch>
              </p:blipFill>
              <p:spPr>
                <a:xfrm>
                  <a:off x="7642057" y="3375151"/>
                  <a:ext cx="3960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86" name="Ink 85">
                  <a:extLst>
                    <a:ext uri="{FF2B5EF4-FFF2-40B4-BE49-F238E27FC236}">
                      <a16:creationId xmlns:a16="http://schemas.microsoft.com/office/drawing/2014/main" id="{67156C44-9671-4BB2-98DA-C666291A9854}"/>
                    </a:ext>
                  </a:extLst>
                </p14:cNvPr>
                <p14:cNvContentPartPr/>
                <p14:nvPr/>
              </p14:nvContentPartPr>
              <p14:xfrm>
                <a:off x="7743217" y="3383071"/>
                <a:ext cx="823680" cy="406800"/>
              </p14:xfrm>
            </p:contentPart>
          </mc:Choice>
          <mc:Fallback xmlns="">
            <p:pic>
              <p:nvPicPr>
                <p:cNvPr id="86" name="Ink 85">
                  <a:extLst>
                    <a:ext uri="{FF2B5EF4-FFF2-40B4-BE49-F238E27FC236}">
                      <a16:creationId xmlns:a16="http://schemas.microsoft.com/office/drawing/2014/main" id="{67156C44-9671-4BB2-98DA-C666291A9854}"/>
                    </a:ext>
                  </a:extLst>
                </p:cNvPr>
                <p:cNvPicPr/>
                <p:nvPr/>
              </p:nvPicPr>
              <p:blipFill>
                <a:blip r:embed="rId88"/>
                <a:stretch>
                  <a:fillRect/>
                </a:stretch>
              </p:blipFill>
              <p:spPr>
                <a:xfrm>
                  <a:off x="7734577" y="3374431"/>
                  <a:ext cx="841320" cy="42444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87" name="Ink 86">
                  <a:extLst>
                    <a:ext uri="{FF2B5EF4-FFF2-40B4-BE49-F238E27FC236}">
                      <a16:creationId xmlns:a16="http://schemas.microsoft.com/office/drawing/2014/main" id="{9CEC02A1-4DCC-4D7C-881D-162DB8927F19}"/>
                    </a:ext>
                  </a:extLst>
                </p14:cNvPr>
                <p14:cNvContentPartPr/>
                <p14:nvPr/>
              </p14:nvContentPartPr>
              <p14:xfrm>
                <a:off x="8304817" y="3321871"/>
                <a:ext cx="14400" cy="38880"/>
              </p14:xfrm>
            </p:contentPart>
          </mc:Choice>
          <mc:Fallback xmlns="">
            <p:pic>
              <p:nvPicPr>
                <p:cNvPr id="87" name="Ink 86">
                  <a:extLst>
                    <a:ext uri="{FF2B5EF4-FFF2-40B4-BE49-F238E27FC236}">
                      <a16:creationId xmlns:a16="http://schemas.microsoft.com/office/drawing/2014/main" id="{9CEC02A1-4DCC-4D7C-881D-162DB8927F19}"/>
                    </a:ext>
                  </a:extLst>
                </p:cNvPr>
                <p:cNvPicPr/>
                <p:nvPr/>
              </p:nvPicPr>
              <p:blipFill>
                <a:blip r:embed="rId90"/>
                <a:stretch>
                  <a:fillRect/>
                </a:stretch>
              </p:blipFill>
              <p:spPr>
                <a:xfrm>
                  <a:off x="8295817" y="3313231"/>
                  <a:ext cx="3204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88" name="Ink 87">
                  <a:extLst>
                    <a:ext uri="{FF2B5EF4-FFF2-40B4-BE49-F238E27FC236}">
                      <a16:creationId xmlns:a16="http://schemas.microsoft.com/office/drawing/2014/main" id="{1BA710C0-F48A-4D94-A2F0-8A0378C74BF0}"/>
                    </a:ext>
                  </a:extLst>
                </p14:cNvPr>
                <p14:cNvContentPartPr/>
                <p14:nvPr/>
              </p14:nvContentPartPr>
              <p14:xfrm>
                <a:off x="8050297" y="3456151"/>
                <a:ext cx="227880" cy="28800"/>
              </p14:xfrm>
            </p:contentPart>
          </mc:Choice>
          <mc:Fallback xmlns="">
            <p:pic>
              <p:nvPicPr>
                <p:cNvPr id="88" name="Ink 87">
                  <a:extLst>
                    <a:ext uri="{FF2B5EF4-FFF2-40B4-BE49-F238E27FC236}">
                      <a16:creationId xmlns:a16="http://schemas.microsoft.com/office/drawing/2014/main" id="{1BA710C0-F48A-4D94-A2F0-8A0378C74BF0}"/>
                    </a:ext>
                  </a:extLst>
                </p:cNvPr>
                <p:cNvPicPr/>
                <p:nvPr/>
              </p:nvPicPr>
              <p:blipFill>
                <a:blip r:embed="rId92"/>
                <a:stretch>
                  <a:fillRect/>
                </a:stretch>
              </p:blipFill>
              <p:spPr>
                <a:xfrm>
                  <a:off x="8041297" y="3447511"/>
                  <a:ext cx="24552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90" name="Ink 89">
                  <a:extLst>
                    <a:ext uri="{FF2B5EF4-FFF2-40B4-BE49-F238E27FC236}">
                      <a16:creationId xmlns:a16="http://schemas.microsoft.com/office/drawing/2014/main" id="{5BCEB39B-E03D-48E6-9364-2DF4C42481FA}"/>
                    </a:ext>
                  </a:extLst>
                </p14:cNvPr>
                <p14:cNvContentPartPr/>
                <p14:nvPr/>
              </p14:nvContentPartPr>
              <p14:xfrm>
                <a:off x="8941657" y="3402871"/>
                <a:ext cx="106560" cy="426960"/>
              </p14:xfrm>
            </p:contentPart>
          </mc:Choice>
          <mc:Fallback xmlns="">
            <p:pic>
              <p:nvPicPr>
                <p:cNvPr id="90" name="Ink 89">
                  <a:extLst>
                    <a:ext uri="{FF2B5EF4-FFF2-40B4-BE49-F238E27FC236}">
                      <a16:creationId xmlns:a16="http://schemas.microsoft.com/office/drawing/2014/main" id="{5BCEB39B-E03D-48E6-9364-2DF4C42481FA}"/>
                    </a:ext>
                  </a:extLst>
                </p:cNvPr>
                <p:cNvPicPr/>
                <p:nvPr/>
              </p:nvPicPr>
              <p:blipFill>
                <a:blip r:embed="rId94"/>
                <a:stretch>
                  <a:fillRect/>
                </a:stretch>
              </p:blipFill>
              <p:spPr>
                <a:xfrm>
                  <a:off x="8933017" y="3393871"/>
                  <a:ext cx="124200" cy="4446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91" name="Ink 90">
                  <a:extLst>
                    <a:ext uri="{FF2B5EF4-FFF2-40B4-BE49-F238E27FC236}">
                      <a16:creationId xmlns:a16="http://schemas.microsoft.com/office/drawing/2014/main" id="{6089D678-AED8-47D4-B07A-B519D3084BAD}"/>
                    </a:ext>
                  </a:extLst>
                </p14:cNvPr>
                <p14:cNvContentPartPr/>
                <p14:nvPr/>
              </p14:nvContentPartPr>
              <p14:xfrm>
                <a:off x="9118057" y="3336271"/>
                <a:ext cx="1301400" cy="273240"/>
              </p14:xfrm>
            </p:contentPart>
          </mc:Choice>
          <mc:Fallback xmlns="">
            <p:pic>
              <p:nvPicPr>
                <p:cNvPr id="91" name="Ink 90">
                  <a:extLst>
                    <a:ext uri="{FF2B5EF4-FFF2-40B4-BE49-F238E27FC236}">
                      <a16:creationId xmlns:a16="http://schemas.microsoft.com/office/drawing/2014/main" id="{6089D678-AED8-47D4-B07A-B519D3084BAD}"/>
                    </a:ext>
                  </a:extLst>
                </p:cNvPr>
                <p:cNvPicPr/>
                <p:nvPr/>
              </p:nvPicPr>
              <p:blipFill>
                <a:blip r:embed="rId96"/>
                <a:stretch>
                  <a:fillRect/>
                </a:stretch>
              </p:blipFill>
              <p:spPr>
                <a:xfrm>
                  <a:off x="9109417" y="3327271"/>
                  <a:ext cx="131904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92" name="Ink 91">
                  <a:extLst>
                    <a:ext uri="{FF2B5EF4-FFF2-40B4-BE49-F238E27FC236}">
                      <a16:creationId xmlns:a16="http://schemas.microsoft.com/office/drawing/2014/main" id="{A28EBF44-CD99-4FCD-A9C9-27E320AA845A}"/>
                    </a:ext>
                  </a:extLst>
                </p14:cNvPr>
                <p14:cNvContentPartPr/>
                <p14:nvPr/>
              </p14:nvContentPartPr>
              <p14:xfrm>
                <a:off x="9941737" y="3372991"/>
                <a:ext cx="225720" cy="9720"/>
              </p14:xfrm>
            </p:contentPart>
          </mc:Choice>
          <mc:Fallback xmlns="">
            <p:pic>
              <p:nvPicPr>
                <p:cNvPr id="92" name="Ink 91">
                  <a:extLst>
                    <a:ext uri="{FF2B5EF4-FFF2-40B4-BE49-F238E27FC236}">
                      <a16:creationId xmlns:a16="http://schemas.microsoft.com/office/drawing/2014/main" id="{A28EBF44-CD99-4FCD-A9C9-27E320AA845A}"/>
                    </a:ext>
                  </a:extLst>
                </p:cNvPr>
                <p:cNvPicPr/>
                <p:nvPr/>
              </p:nvPicPr>
              <p:blipFill>
                <a:blip r:embed="rId98"/>
                <a:stretch>
                  <a:fillRect/>
                </a:stretch>
              </p:blipFill>
              <p:spPr>
                <a:xfrm>
                  <a:off x="9932737" y="3364351"/>
                  <a:ext cx="243360" cy="27360"/>
                </a:xfrm>
                <a:prstGeom prst="rect">
                  <a:avLst/>
                </a:prstGeom>
              </p:spPr>
            </p:pic>
          </mc:Fallback>
        </mc:AlternateContent>
      </p:grpSp>
      <p:grpSp>
        <p:nvGrpSpPr>
          <p:cNvPr id="28" name="Group 27">
            <a:extLst>
              <a:ext uri="{FF2B5EF4-FFF2-40B4-BE49-F238E27FC236}">
                <a16:creationId xmlns:a16="http://schemas.microsoft.com/office/drawing/2014/main" id="{678461F2-1A7C-43AC-9581-B9AD0A52D4E1}"/>
              </a:ext>
            </a:extLst>
          </p:cNvPr>
          <p:cNvGrpSpPr/>
          <p:nvPr/>
        </p:nvGrpSpPr>
        <p:grpSpPr>
          <a:xfrm>
            <a:off x="6054111" y="533843"/>
            <a:ext cx="787680" cy="244080"/>
            <a:chOff x="6054111" y="533843"/>
            <a:chExt cx="787680" cy="244080"/>
          </a:xfrm>
        </p:grpSpPr>
        <mc:AlternateContent xmlns:mc="http://schemas.openxmlformats.org/markup-compatibility/2006" xmlns:p14="http://schemas.microsoft.com/office/powerpoint/2010/main">
          <mc:Choice Requires="p14">
            <p:contentPart p14:bwMode="auto" r:id="rId99">
              <p14:nvContentPartPr>
                <p14:cNvPr id="7" name="Ink 6">
                  <a:extLst>
                    <a:ext uri="{FF2B5EF4-FFF2-40B4-BE49-F238E27FC236}">
                      <a16:creationId xmlns:a16="http://schemas.microsoft.com/office/drawing/2014/main" id="{7126EAAF-48EA-442B-9038-81C93332DB7B}"/>
                    </a:ext>
                  </a:extLst>
                </p14:cNvPr>
                <p14:cNvContentPartPr/>
                <p14:nvPr/>
              </p14:nvContentPartPr>
              <p14:xfrm>
                <a:off x="6054111" y="533843"/>
                <a:ext cx="150480" cy="219600"/>
              </p14:xfrm>
            </p:contentPart>
          </mc:Choice>
          <mc:Fallback xmlns="">
            <p:pic>
              <p:nvPicPr>
                <p:cNvPr id="7" name="Ink 6">
                  <a:extLst>
                    <a:ext uri="{FF2B5EF4-FFF2-40B4-BE49-F238E27FC236}">
                      <a16:creationId xmlns:a16="http://schemas.microsoft.com/office/drawing/2014/main" id="{7126EAAF-48EA-442B-9038-81C93332DB7B}"/>
                    </a:ext>
                  </a:extLst>
                </p:cNvPr>
                <p:cNvPicPr/>
                <p:nvPr/>
              </p:nvPicPr>
              <p:blipFill>
                <a:blip r:embed="rId106"/>
                <a:stretch>
                  <a:fillRect/>
                </a:stretch>
              </p:blipFill>
              <p:spPr>
                <a:xfrm>
                  <a:off x="6045471" y="525203"/>
                  <a:ext cx="16812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8" name="Ink 7">
                  <a:extLst>
                    <a:ext uri="{FF2B5EF4-FFF2-40B4-BE49-F238E27FC236}">
                      <a16:creationId xmlns:a16="http://schemas.microsoft.com/office/drawing/2014/main" id="{8DB46408-E511-4038-99A6-1EE38BF57784}"/>
                    </a:ext>
                  </a:extLst>
                </p14:cNvPr>
                <p14:cNvContentPartPr/>
                <p14:nvPr/>
              </p14:nvContentPartPr>
              <p14:xfrm>
                <a:off x="6269391" y="564443"/>
                <a:ext cx="118080" cy="191160"/>
              </p14:xfrm>
            </p:contentPart>
          </mc:Choice>
          <mc:Fallback xmlns="">
            <p:pic>
              <p:nvPicPr>
                <p:cNvPr id="8" name="Ink 7">
                  <a:extLst>
                    <a:ext uri="{FF2B5EF4-FFF2-40B4-BE49-F238E27FC236}">
                      <a16:creationId xmlns:a16="http://schemas.microsoft.com/office/drawing/2014/main" id="{8DB46408-E511-4038-99A6-1EE38BF57784}"/>
                    </a:ext>
                  </a:extLst>
                </p:cNvPr>
                <p:cNvPicPr/>
                <p:nvPr/>
              </p:nvPicPr>
              <p:blipFill>
                <a:blip r:embed="rId108"/>
                <a:stretch>
                  <a:fillRect/>
                </a:stretch>
              </p:blipFill>
              <p:spPr>
                <a:xfrm>
                  <a:off x="6260391" y="555803"/>
                  <a:ext cx="13572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10" name="Ink 9">
                  <a:extLst>
                    <a:ext uri="{FF2B5EF4-FFF2-40B4-BE49-F238E27FC236}">
                      <a16:creationId xmlns:a16="http://schemas.microsoft.com/office/drawing/2014/main" id="{0C940DCB-2EF3-4B57-883D-174160259130}"/>
                    </a:ext>
                  </a:extLst>
                </p14:cNvPr>
                <p14:cNvContentPartPr/>
                <p14:nvPr/>
              </p14:nvContentPartPr>
              <p14:xfrm>
                <a:off x="6404391" y="611243"/>
                <a:ext cx="145440" cy="166680"/>
              </p14:xfrm>
            </p:contentPart>
          </mc:Choice>
          <mc:Fallback xmlns="">
            <p:pic>
              <p:nvPicPr>
                <p:cNvPr id="10" name="Ink 9">
                  <a:extLst>
                    <a:ext uri="{FF2B5EF4-FFF2-40B4-BE49-F238E27FC236}">
                      <a16:creationId xmlns:a16="http://schemas.microsoft.com/office/drawing/2014/main" id="{0C940DCB-2EF3-4B57-883D-174160259130}"/>
                    </a:ext>
                  </a:extLst>
                </p:cNvPr>
                <p:cNvPicPr/>
                <p:nvPr/>
              </p:nvPicPr>
              <p:blipFill>
                <a:blip r:embed="rId110"/>
                <a:stretch>
                  <a:fillRect/>
                </a:stretch>
              </p:blipFill>
              <p:spPr>
                <a:xfrm>
                  <a:off x="6395751" y="602243"/>
                  <a:ext cx="16308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1" name="Ink 10">
                  <a:extLst>
                    <a:ext uri="{FF2B5EF4-FFF2-40B4-BE49-F238E27FC236}">
                      <a16:creationId xmlns:a16="http://schemas.microsoft.com/office/drawing/2014/main" id="{5A136B8C-DFE3-49AB-B55E-3F89CE4C533A}"/>
                    </a:ext>
                  </a:extLst>
                </p14:cNvPr>
                <p14:cNvContentPartPr/>
                <p14:nvPr/>
              </p14:nvContentPartPr>
              <p14:xfrm>
                <a:off x="6458391" y="545723"/>
                <a:ext cx="113760" cy="99720"/>
              </p14:xfrm>
            </p:contentPart>
          </mc:Choice>
          <mc:Fallback xmlns="">
            <p:pic>
              <p:nvPicPr>
                <p:cNvPr id="11" name="Ink 10">
                  <a:extLst>
                    <a:ext uri="{FF2B5EF4-FFF2-40B4-BE49-F238E27FC236}">
                      <a16:creationId xmlns:a16="http://schemas.microsoft.com/office/drawing/2014/main" id="{5A136B8C-DFE3-49AB-B55E-3F89CE4C533A}"/>
                    </a:ext>
                  </a:extLst>
                </p:cNvPr>
                <p:cNvPicPr/>
                <p:nvPr/>
              </p:nvPicPr>
              <p:blipFill>
                <a:blip r:embed="rId112"/>
                <a:stretch>
                  <a:fillRect/>
                </a:stretch>
              </p:blipFill>
              <p:spPr>
                <a:xfrm>
                  <a:off x="6449391" y="537083"/>
                  <a:ext cx="13140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2" name="Ink 11">
                  <a:extLst>
                    <a:ext uri="{FF2B5EF4-FFF2-40B4-BE49-F238E27FC236}">
                      <a16:creationId xmlns:a16="http://schemas.microsoft.com/office/drawing/2014/main" id="{E31BA9EF-F30C-4CD5-8A1E-7B8B61E62B2F}"/>
                    </a:ext>
                  </a:extLst>
                </p14:cNvPr>
                <p14:cNvContentPartPr/>
                <p14:nvPr/>
              </p14:nvContentPartPr>
              <p14:xfrm>
                <a:off x="6761511" y="679283"/>
                <a:ext cx="80280" cy="91080"/>
              </p14:xfrm>
            </p:contentPart>
          </mc:Choice>
          <mc:Fallback xmlns="">
            <p:pic>
              <p:nvPicPr>
                <p:cNvPr id="12" name="Ink 11">
                  <a:extLst>
                    <a:ext uri="{FF2B5EF4-FFF2-40B4-BE49-F238E27FC236}">
                      <a16:creationId xmlns:a16="http://schemas.microsoft.com/office/drawing/2014/main" id="{E31BA9EF-F30C-4CD5-8A1E-7B8B61E62B2F}"/>
                    </a:ext>
                  </a:extLst>
                </p:cNvPr>
                <p:cNvPicPr/>
                <p:nvPr/>
              </p:nvPicPr>
              <p:blipFill>
                <a:blip r:embed="rId114"/>
                <a:stretch>
                  <a:fillRect/>
                </a:stretch>
              </p:blipFill>
              <p:spPr>
                <a:xfrm>
                  <a:off x="6752511" y="670283"/>
                  <a:ext cx="97920" cy="108720"/>
                </a:xfrm>
                <a:prstGeom prst="rect">
                  <a:avLst/>
                </a:prstGeom>
              </p:spPr>
            </p:pic>
          </mc:Fallback>
        </mc:AlternateContent>
      </p:grpSp>
      <p:grpSp>
        <p:nvGrpSpPr>
          <p:cNvPr id="27" name="Group 26">
            <a:extLst>
              <a:ext uri="{FF2B5EF4-FFF2-40B4-BE49-F238E27FC236}">
                <a16:creationId xmlns:a16="http://schemas.microsoft.com/office/drawing/2014/main" id="{5F1C3FFD-7B9E-4CA6-A5A8-A6B34A017A50}"/>
              </a:ext>
            </a:extLst>
          </p:cNvPr>
          <p:cNvGrpSpPr/>
          <p:nvPr/>
        </p:nvGrpSpPr>
        <p:grpSpPr>
          <a:xfrm>
            <a:off x="7066791" y="536723"/>
            <a:ext cx="1733400" cy="609480"/>
            <a:chOff x="7066791" y="536723"/>
            <a:chExt cx="1733400" cy="609480"/>
          </a:xfrm>
        </p:grpSpPr>
        <mc:AlternateContent xmlns:mc="http://schemas.openxmlformats.org/markup-compatibility/2006" xmlns:p14="http://schemas.microsoft.com/office/powerpoint/2010/main">
          <mc:Choice Requires="p14">
            <p:contentPart p14:bwMode="auto" r:id="rId115">
              <p14:nvContentPartPr>
                <p14:cNvPr id="13" name="Ink 12">
                  <a:extLst>
                    <a:ext uri="{FF2B5EF4-FFF2-40B4-BE49-F238E27FC236}">
                      <a16:creationId xmlns:a16="http://schemas.microsoft.com/office/drawing/2014/main" id="{21BF8354-8A30-4F34-BBF1-4178EE598EBF}"/>
                    </a:ext>
                  </a:extLst>
                </p14:cNvPr>
                <p14:cNvContentPartPr/>
                <p14:nvPr/>
              </p14:nvContentPartPr>
              <p14:xfrm>
                <a:off x="7199631" y="608723"/>
                <a:ext cx="40320" cy="213120"/>
              </p14:xfrm>
            </p:contentPart>
          </mc:Choice>
          <mc:Fallback xmlns="">
            <p:pic>
              <p:nvPicPr>
                <p:cNvPr id="13" name="Ink 12">
                  <a:extLst>
                    <a:ext uri="{FF2B5EF4-FFF2-40B4-BE49-F238E27FC236}">
                      <a16:creationId xmlns:a16="http://schemas.microsoft.com/office/drawing/2014/main" id="{21BF8354-8A30-4F34-BBF1-4178EE598EBF}"/>
                    </a:ext>
                  </a:extLst>
                </p:cNvPr>
                <p:cNvPicPr/>
                <p:nvPr/>
              </p:nvPicPr>
              <p:blipFill>
                <a:blip r:embed="rId116"/>
                <a:stretch>
                  <a:fillRect/>
                </a:stretch>
              </p:blipFill>
              <p:spPr>
                <a:xfrm>
                  <a:off x="7190991" y="599723"/>
                  <a:ext cx="5796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4" name="Ink 13">
                  <a:extLst>
                    <a:ext uri="{FF2B5EF4-FFF2-40B4-BE49-F238E27FC236}">
                      <a16:creationId xmlns:a16="http://schemas.microsoft.com/office/drawing/2014/main" id="{D02E7613-9590-4851-867C-92C4778C7F2B}"/>
                    </a:ext>
                  </a:extLst>
                </p14:cNvPr>
                <p14:cNvContentPartPr/>
                <p14:nvPr/>
              </p14:nvContentPartPr>
              <p14:xfrm>
                <a:off x="7066791" y="840563"/>
                <a:ext cx="415080" cy="47160"/>
              </p14:xfrm>
            </p:contentPart>
          </mc:Choice>
          <mc:Fallback xmlns="">
            <p:pic>
              <p:nvPicPr>
                <p:cNvPr id="14" name="Ink 13">
                  <a:extLst>
                    <a:ext uri="{FF2B5EF4-FFF2-40B4-BE49-F238E27FC236}">
                      <a16:creationId xmlns:a16="http://schemas.microsoft.com/office/drawing/2014/main" id="{D02E7613-9590-4851-867C-92C4778C7F2B}"/>
                    </a:ext>
                  </a:extLst>
                </p:cNvPr>
                <p:cNvPicPr/>
                <p:nvPr/>
              </p:nvPicPr>
              <p:blipFill>
                <a:blip r:embed="rId118"/>
                <a:stretch>
                  <a:fillRect/>
                </a:stretch>
              </p:blipFill>
              <p:spPr>
                <a:xfrm>
                  <a:off x="7058151" y="831923"/>
                  <a:ext cx="43272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6" name="Ink 15">
                  <a:extLst>
                    <a:ext uri="{FF2B5EF4-FFF2-40B4-BE49-F238E27FC236}">
                      <a16:creationId xmlns:a16="http://schemas.microsoft.com/office/drawing/2014/main" id="{86DFA9AF-CFB9-4124-81D2-C0645485BB38}"/>
                    </a:ext>
                  </a:extLst>
                </p14:cNvPr>
                <p14:cNvContentPartPr/>
                <p14:nvPr/>
              </p14:nvContentPartPr>
              <p14:xfrm>
                <a:off x="7160391" y="1027403"/>
                <a:ext cx="271080" cy="99720"/>
              </p14:xfrm>
            </p:contentPart>
          </mc:Choice>
          <mc:Fallback xmlns="">
            <p:pic>
              <p:nvPicPr>
                <p:cNvPr id="16" name="Ink 15">
                  <a:extLst>
                    <a:ext uri="{FF2B5EF4-FFF2-40B4-BE49-F238E27FC236}">
                      <a16:creationId xmlns:a16="http://schemas.microsoft.com/office/drawing/2014/main" id="{86DFA9AF-CFB9-4124-81D2-C0645485BB38}"/>
                    </a:ext>
                  </a:extLst>
                </p:cNvPr>
                <p:cNvPicPr/>
                <p:nvPr/>
              </p:nvPicPr>
              <p:blipFill>
                <a:blip r:embed="rId120"/>
                <a:stretch>
                  <a:fillRect/>
                </a:stretch>
              </p:blipFill>
              <p:spPr>
                <a:xfrm>
                  <a:off x="7151391" y="1018763"/>
                  <a:ext cx="28872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8" name="Ink 17">
                  <a:extLst>
                    <a:ext uri="{FF2B5EF4-FFF2-40B4-BE49-F238E27FC236}">
                      <a16:creationId xmlns:a16="http://schemas.microsoft.com/office/drawing/2014/main" id="{FE884BFF-605F-46F8-ADC1-12C95DE22244}"/>
                    </a:ext>
                  </a:extLst>
                </p14:cNvPr>
                <p14:cNvContentPartPr/>
                <p14:nvPr/>
              </p14:nvContentPartPr>
              <p14:xfrm>
                <a:off x="7626591" y="536723"/>
                <a:ext cx="105840" cy="375480"/>
              </p14:xfrm>
            </p:contentPart>
          </mc:Choice>
          <mc:Fallback xmlns="">
            <p:pic>
              <p:nvPicPr>
                <p:cNvPr id="18" name="Ink 17">
                  <a:extLst>
                    <a:ext uri="{FF2B5EF4-FFF2-40B4-BE49-F238E27FC236}">
                      <a16:creationId xmlns:a16="http://schemas.microsoft.com/office/drawing/2014/main" id="{FE884BFF-605F-46F8-ADC1-12C95DE22244}"/>
                    </a:ext>
                  </a:extLst>
                </p:cNvPr>
                <p:cNvPicPr/>
                <p:nvPr/>
              </p:nvPicPr>
              <p:blipFill>
                <a:blip r:embed="rId122"/>
                <a:stretch>
                  <a:fillRect/>
                </a:stretch>
              </p:blipFill>
              <p:spPr>
                <a:xfrm>
                  <a:off x="7617951" y="527723"/>
                  <a:ext cx="123480" cy="39312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20" name="Ink 19">
                  <a:extLst>
                    <a:ext uri="{FF2B5EF4-FFF2-40B4-BE49-F238E27FC236}">
                      <a16:creationId xmlns:a16="http://schemas.microsoft.com/office/drawing/2014/main" id="{F130CFD6-2A0D-41FD-8664-92F121C77382}"/>
                    </a:ext>
                  </a:extLst>
                </p14:cNvPr>
                <p14:cNvContentPartPr/>
                <p14:nvPr/>
              </p14:nvContentPartPr>
              <p14:xfrm>
                <a:off x="7832871" y="733283"/>
                <a:ext cx="151200" cy="412920"/>
              </p14:xfrm>
            </p:contentPart>
          </mc:Choice>
          <mc:Fallback xmlns="">
            <p:pic>
              <p:nvPicPr>
                <p:cNvPr id="20" name="Ink 19">
                  <a:extLst>
                    <a:ext uri="{FF2B5EF4-FFF2-40B4-BE49-F238E27FC236}">
                      <a16:creationId xmlns:a16="http://schemas.microsoft.com/office/drawing/2014/main" id="{F130CFD6-2A0D-41FD-8664-92F121C77382}"/>
                    </a:ext>
                  </a:extLst>
                </p:cNvPr>
                <p:cNvPicPr/>
                <p:nvPr/>
              </p:nvPicPr>
              <p:blipFill>
                <a:blip r:embed="rId124"/>
                <a:stretch>
                  <a:fillRect/>
                </a:stretch>
              </p:blipFill>
              <p:spPr>
                <a:xfrm>
                  <a:off x="7824231" y="724283"/>
                  <a:ext cx="168840" cy="43056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22" name="Ink 21">
                  <a:extLst>
                    <a:ext uri="{FF2B5EF4-FFF2-40B4-BE49-F238E27FC236}">
                      <a16:creationId xmlns:a16="http://schemas.microsoft.com/office/drawing/2014/main" id="{FF1CD71A-A627-41D7-99CE-C7E313547385}"/>
                    </a:ext>
                  </a:extLst>
                </p14:cNvPr>
                <p14:cNvContentPartPr/>
                <p14:nvPr/>
              </p14:nvContentPartPr>
              <p14:xfrm>
                <a:off x="8073711" y="813923"/>
                <a:ext cx="116640" cy="17280"/>
              </p14:xfrm>
            </p:contentPart>
          </mc:Choice>
          <mc:Fallback xmlns="">
            <p:pic>
              <p:nvPicPr>
                <p:cNvPr id="22" name="Ink 21">
                  <a:extLst>
                    <a:ext uri="{FF2B5EF4-FFF2-40B4-BE49-F238E27FC236}">
                      <a16:creationId xmlns:a16="http://schemas.microsoft.com/office/drawing/2014/main" id="{FF1CD71A-A627-41D7-99CE-C7E313547385}"/>
                    </a:ext>
                  </a:extLst>
                </p:cNvPr>
                <p:cNvPicPr/>
                <p:nvPr/>
              </p:nvPicPr>
              <p:blipFill>
                <a:blip r:embed="rId126"/>
                <a:stretch>
                  <a:fillRect/>
                </a:stretch>
              </p:blipFill>
              <p:spPr>
                <a:xfrm>
                  <a:off x="8064711" y="805283"/>
                  <a:ext cx="13428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23" name="Ink 22">
                  <a:extLst>
                    <a:ext uri="{FF2B5EF4-FFF2-40B4-BE49-F238E27FC236}">
                      <a16:creationId xmlns:a16="http://schemas.microsoft.com/office/drawing/2014/main" id="{A5086A41-F107-45B5-8273-552D868D4374}"/>
                    </a:ext>
                  </a:extLst>
                </p14:cNvPr>
                <p14:cNvContentPartPr/>
                <p14:nvPr/>
              </p14:nvContentPartPr>
              <p14:xfrm>
                <a:off x="8269911" y="759203"/>
                <a:ext cx="154440" cy="319680"/>
              </p14:xfrm>
            </p:contentPart>
          </mc:Choice>
          <mc:Fallback xmlns="">
            <p:pic>
              <p:nvPicPr>
                <p:cNvPr id="23" name="Ink 22">
                  <a:extLst>
                    <a:ext uri="{FF2B5EF4-FFF2-40B4-BE49-F238E27FC236}">
                      <a16:creationId xmlns:a16="http://schemas.microsoft.com/office/drawing/2014/main" id="{A5086A41-F107-45B5-8273-552D868D4374}"/>
                    </a:ext>
                  </a:extLst>
                </p:cNvPr>
                <p:cNvPicPr/>
                <p:nvPr/>
              </p:nvPicPr>
              <p:blipFill>
                <a:blip r:embed="rId128"/>
                <a:stretch>
                  <a:fillRect/>
                </a:stretch>
              </p:blipFill>
              <p:spPr>
                <a:xfrm>
                  <a:off x="8260911" y="750563"/>
                  <a:ext cx="172080" cy="33732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24" name="Ink 23">
                  <a:extLst>
                    <a:ext uri="{FF2B5EF4-FFF2-40B4-BE49-F238E27FC236}">
                      <a16:creationId xmlns:a16="http://schemas.microsoft.com/office/drawing/2014/main" id="{45B0A5F3-0482-4FDB-A6F2-317035259E85}"/>
                    </a:ext>
                  </a:extLst>
                </p14:cNvPr>
                <p14:cNvContentPartPr/>
                <p14:nvPr/>
              </p14:nvContentPartPr>
              <p14:xfrm>
                <a:off x="8344431" y="619883"/>
                <a:ext cx="105480" cy="83160"/>
              </p14:xfrm>
            </p:contentPart>
          </mc:Choice>
          <mc:Fallback xmlns="">
            <p:pic>
              <p:nvPicPr>
                <p:cNvPr id="24" name="Ink 23">
                  <a:extLst>
                    <a:ext uri="{FF2B5EF4-FFF2-40B4-BE49-F238E27FC236}">
                      <a16:creationId xmlns:a16="http://schemas.microsoft.com/office/drawing/2014/main" id="{45B0A5F3-0482-4FDB-A6F2-317035259E85}"/>
                    </a:ext>
                  </a:extLst>
                </p:cNvPr>
                <p:cNvPicPr/>
                <p:nvPr/>
              </p:nvPicPr>
              <p:blipFill>
                <a:blip r:embed="rId130"/>
                <a:stretch>
                  <a:fillRect/>
                </a:stretch>
              </p:blipFill>
              <p:spPr>
                <a:xfrm>
                  <a:off x="8335431" y="611243"/>
                  <a:ext cx="12312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25" name="Ink 24">
                  <a:extLst>
                    <a:ext uri="{FF2B5EF4-FFF2-40B4-BE49-F238E27FC236}">
                      <a16:creationId xmlns:a16="http://schemas.microsoft.com/office/drawing/2014/main" id="{F6D0D4BA-89C8-493B-A2DB-900377C735BD}"/>
                    </a:ext>
                  </a:extLst>
                </p14:cNvPr>
                <p14:cNvContentPartPr/>
                <p14:nvPr/>
              </p14:nvContentPartPr>
              <p14:xfrm>
                <a:off x="8481591" y="583163"/>
                <a:ext cx="60840" cy="318240"/>
              </p14:xfrm>
            </p:contentPart>
          </mc:Choice>
          <mc:Fallback xmlns="">
            <p:pic>
              <p:nvPicPr>
                <p:cNvPr id="25" name="Ink 24">
                  <a:extLst>
                    <a:ext uri="{FF2B5EF4-FFF2-40B4-BE49-F238E27FC236}">
                      <a16:creationId xmlns:a16="http://schemas.microsoft.com/office/drawing/2014/main" id="{F6D0D4BA-89C8-493B-A2DB-900377C735BD}"/>
                    </a:ext>
                  </a:extLst>
                </p:cNvPr>
                <p:cNvPicPr/>
                <p:nvPr/>
              </p:nvPicPr>
              <p:blipFill>
                <a:blip r:embed="rId132"/>
                <a:stretch>
                  <a:fillRect/>
                </a:stretch>
              </p:blipFill>
              <p:spPr>
                <a:xfrm>
                  <a:off x="8472591" y="574523"/>
                  <a:ext cx="78480" cy="33588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26" name="Ink 25">
                  <a:extLst>
                    <a:ext uri="{FF2B5EF4-FFF2-40B4-BE49-F238E27FC236}">
                      <a16:creationId xmlns:a16="http://schemas.microsoft.com/office/drawing/2014/main" id="{7F1413B4-4A1E-4151-8E87-2C6707B4A5E6}"/>
                    </a:ext>
                  </a:extLst>
                </p14:cNvPr>
                <p14:cNvContentPartPr/>
                <p14:nvPr/>
              </p14:nvContentPartPr>
              <p14:xfrm>
                <a:off x="8626311" y="578843"/>
                <a:ext cx="173880" cy="131760"/>
              </p14:xfrm>
            </p:contentPart>
          </mc:Choice>
          <mc:Fallback xmlns="">
            <p:pic>
              <p:nvPicPr>
                <p:cNvPr id="26" name="Ink 25">
                  <a:extLst>
                    <a:ext uri="{FF2B5EF4-FFF2-40B4-BE49-F238E27FC236}">
                      <a16:creationId xmlns:a16="http://schemas.microsoft.com/office/drawing/2014/main" id="{7F1413B4-4A1E-4151-8E87-2C6707B4A5E6}"/>
                    </a:ext>
                  </a:extLst>
                </p:cNvPr>
                <p:cNvPicPr/>
                <p:nvPr/>
              </p:nvPicPr>
              <p:blipFill>
                <a:blip r:embed="rId134"/>
                <a:stretch>
                  <a:fillRect/>
                </a:stretch>
              </p:blipFill>
              <p:spPr>
                <a:xfrm>
                  <a:off x="8617671" y="570203"/>
                  <a:ext cx="191520" cy="149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5">
            <p14:nvContentPartPr>
              <p14:cNvPr id="29" name="Ink 28">
                <a:extLst>
                  <a:ext uri="{FF2B5EF4-FFF2-40B4-BE49-F238E27FC236}">
                    <a16:creationId xmlns:a16="http://schemas.microsoft.com/office/drawing/2014/main" id="{47E71029-C158-4491-B35A-926CF29B12A5}"/>
                  </a:ext>
                </a:extLst>
              </p14:cNvPr>
              <p14:cNvContentPartPr/>
              <p14:nvPr/>
            </p14:nvContentPartPr>
            <p14:xfrm>
              <a:off x="6748911" y="4200083"/>
              <a:ext cx="87840" cy="83880"/>
            </p14:xfrm>
          </p:contentPart>
        </mc:Choice>
        <mc:Fallback xmlns="">
          <p:pic>
            <p:nvPicPr>
              <p:cNvPr id="29" name="Ink 28">
                <a:extLst>
                  <a:ext uri="{FF2B5EF4-FFF2-40B4-BE49-F238E27FC236}">
                    <a16:creationId xmlns:a16="http://schemas.microsoft.com/office/drawing/2014/main" id="{47E71029-C158-4491-B35A-926CF29B12A5}"/>
                  </a:ext>
                </a:extLst>
              </p:cNvPr>
              <p:cNvPicPr/>
              <p:nvPr/>
            </p:nvPicPr>
            <p:blipFill>
              <a:blip r:embed="rId136"/>
              <a:stretch>
                <a:fillRect/>
              </a:stretch>
            </p:blipFill>
            <p:spPr>
              <a:xfrm>
                <a:off x="6739911" y="4191083"/>
                <a:ext cx="10548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30" name="Ink 29">
                <a:extLst>
                  <a:ext uri="{FF2B5EF4-FFF2-40B4-BE49-F238E27FC236}">
                    <a16:creationId xmlns:a16="http://schemas.microsoft.com/office/drawing/2014/main" id="{4099CF2F-3956-4AFE-9D4F-BCE045DDE978}"/>
                  </a:ext>
                </a:extLst>
              </p14:cNvPr>
              <p14:cNvContentPartPr/>
              <p14:nvPr/>
            </p14:nvContentPartPr>
            <p14:xfrm>
              <a:off x="8482311" y="1544363"/>
              <a:ext cx="151920" cy="288360"/>
            </p14:xfrm>
          </p:contentPart>
        </mc:Choice>
        <mc:Fallback xmlns="">
          <p:pic>
            <p:nvPicPr>
              <p:cNvPr id="30" name="Ink 29">
                <a:extLst>
                  <a:ext uri="{FF2B5EF4-FFF2-40B4-BE49-F238E27FC236}">
                    <a16:creationId xmlns:a16="http://schemas.microsoft.com/office/drawing/2014/main" id="{4099CF2F-3956-4AFE-9D4F-BCE045DDE978}"/>
                  </a:ext>
                </a:extLst>
              </p:cNvPr>
              <p:cNvPicPr/>
              <p:nvPr/>
            </p:nvPicPr>
            <p:blipFill>
              <a:blip r:embed="rId138"/>
              <a:stretch>
                <a:fillRect/>
              </a:stretch>
            </p:blipFill>
            <p:spPr>
              <a:xfrm>
                <a:off x="8473311" y="1535723"/>
                <a:ext cx="169560" cy="306000"/>
              </a:xfrm>
              <a:prstGeom prst="rect">
                <a:avLst/>
              </a:prstGeom>
            </p:spPr>
          </p:pic>
        </mc:Fallback>
      </mc:AlternateContent>
      <p:grpSp>
        <p:nvGrpSpPr>
          <p:cNvPr id="48" name="Group 47">
            <a:extLst>
              <a:ext uri="{FF2B5EF4-FFF2-40B4-BE49-F238E27FC236}">
                <a16:creationId xmlns:a16="http://schemas.microsoft.com/office/drawing/2014/main" id="{533036AC-2FCE-4A68-95C6-911CCCC00C96}"/>
              </a:ext>
            </a:extLst>
          </p:cNvPr>
          <p:cNvGrpSpPr/>
          <p:nvPr/>
        </p:nvGrpSpPr>
        <p:grpSpPr>
          <a:xfrm>
            <a:off x="8982351" y="1555163"/>
            <a:ext cx="248400" cy="485280"/>
            <a:chOff x="8982351" y="1555163"/>
            <a:chExt cx="248400" cy="485280"/>
          </a:xfrm>
        </p:grpSpPr>
        <mc:AlternateContent xmlns:mc="http://schemas.openxmlformats.org/markup-compatibility/2006" xmlns:p14="http://schemas.microsoft.com/office/powerpoint/2010/main">
          <mc:Choice Requires="p14">
            <p:contentPart p14:bwMode="auto" r:id="rId139">
              <p14:nvContentPartPr>
                <p14:cNvPr id="31" name="Ink 30">
                  <a:extLst>
                    <a:ext uri="{FF2B5EF4-FFF2-40B4-BE49-F238E27FC236}">
                      <a16:creationId xmlns:a16="http://schemas.microsoft.com/office/drawing/2014/main" id="{CB07E535-58FB-4CCC-A240-51BC7BA7DE26}"/>
                    </a:ext>
                  </a:extLst>
                </p14:cNvPr>
                <p14:cNvContentPartPr/>
                <p14:nvPr/>
              </p14:nvContentPartPr>
              <p14:xfrm>
                <a:off x="8982351" y="1555163"/>
                <a:ext cx="178560" cy="250920"/>
              </p14:xfrm>
            </p:contentPart>
          </mc:Choice>
          <mc:Fallback xmlns="">
            <p:pic>
              <p:nvPicPr>
                <p:cNvPr id="31" name="Ink 30">
                  <a:extLst>
                    <a:ext uri="{FF2B5EF4-FFF2-40B4-BE49-F238E27FC236}">
                      <a16:creationId xmlns:a16="http://schemas.microsoft.com/office/drawing/2014/main" id="{CB07E535-58FB-4CCC-A240-51BC7BA7DE26}"/>
                    </a:ext>
                  </a:extLst>
                </p:cNvPr>
                <p:cNvPicPr/>
                <p:nvPr/>
              </p:nvPicPr>
              <p:blipFill>
                <a:blip r:embed="rId140"/>
                <a:stretch>
                  <a:fillRect/>
                </a:stretch>
              </p:blipFill>
              <p:spPr>
                <a:xfrm>
                  <a:off x="8973711" y="1546163"/>
                  <a:ext cx="19620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36" name="Ink 35">
                  <a:extLst>
                    <a:ext uri="{FF2B5EF4-FFF2-40B4-BE49-F238E27FC236}">
                      <a16:creationId xmlns:a16="http://schemas.microsoft.com/office/drawing/2014/main" id="{7090DA4C-CE0E-43D2-87DA-6550338ABFF6}"/>
                    </a:ext>
                  </a:extLst>
                </p14:cNvPr>
                <p14:cNvContentPartPr/>
                <p14:nvPr/>
              </p14:nvContentPartPr>
              <p14:xfrm>
                <a:off x="9012951" y="1962323"/>
                <a:ext cx="10080" cy="73080"/>
              </p14:xfrm>
            </p:contentPart>
          </mc:Choice>
          <mc:Fallback xmlns="">
            <p:pic>
              <p:nvPicPr>
                <p:cNvPr id="36" name="Ink 35">
                  <a:extLst>
                    <a:ext uri="{FF2B5EF4-FFF2-40B4-BE49-F238E27FC236}">
                      <a16:creationId xmlns:a16="http://schemas.microsoft.com/office/drawing/2014/main" id="{7090DA4C-CE0E-43D2-87DA-6550338ABFF6}"/>
                    </a:ext>
                  </a:extLst>
                </p:cNvPr>
                <p:cNvPicPr/>
                <p:nvPr/>
              </p:nvPicPr>
              <p:blipFill>
                <a:blip r:embed="rId142"/>
                <a:stretch>
                  <a:fillRect/>
                </a:stretch>
              </p:blipFill>
              <p:spPr>
                <a:xfrm>
                  <a:off x="9004311" y="1953323"/>
                  <a:ext cx="2772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39" name="Ink 38">
                  <a:extLst>
                    <a:ext uri="{FF2B5EF4-FFF2-40B4-BE49-F238E27FC236}">
                      <a16:creationId xmlns:a16="http://schemas.microsoft.com/office/drawing/2014/main" id="{C29B0FE7-E9C1-48C4-B7C4-7E3889EDFD7F}"/>
                    </a:ext>
                  </a:extLst>
                </p14:cNvPr>
                <p14:cNvContentPartPr/>
                <p14:nvPr/>
              </p14:nvContentPartPr>
              <p14:xfrm>
                <a:off x="8989911" y="1845683"/>
                <a:ext cx="23400" cy="7560"/>
              </p14:xfrm>
            </p:contentPart>
          </mc:Choice>
          <mc:Fallback xmlns="">
            <p:pic>
              <p:nvPicPr>
                <p:cNvPr id="39" name="Ink 38">
                  <a:extLst>
                    <a:ext uri="{FF2B5EF4-FFF2-40B4-BE49-F238E27FC236}">
                      <a16:creationId xmlns:a16="http://schemas.microsoft.com/office/drawing/2014/main" id="{C29B0FE7-E9C1-48C4-B7C4-7E3889EDFD7F}"/>
                    </a:ext>
                  </a:extLst>
                </p:cNvPr>
                <p:cNvPicPr/>
                <p:nvPr/>
              </p:nvPicPr>
              <p:blipFill>
                <a:blip r:embed="rId144"/>
                <a:stretch>
                  <a:fillRect/>
                </a:stretch>
              </p:blipFill>
              <p:spPr>
                <a:xfrm>
                  <a:off x="8981271" y="1836683"/>
                  <a:ext cx="4104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43" name="Ink 42">
                  <a:extLst>
                    <a:ext uri="{FF2B5EF4-FFF2-40B4-BE49-F238E27FC236}">
                      <a16:creationId xmlns:a16="http://schemas.microsoft.com/office/drawing/2014/main" id="{31EF73DA-7705-418B-8E75-E5927CC4AC99}"/>
                    </a:ext>
                  </a:extLst>
                </p14:cNvPr>
                <p14:cNvContentPartPr/>
                <p14:nvPr/>
              </p14:nvContentPartPr>
              <p14:xfrm>
                <a:off x="9107271" y="1932803"/>
                <a:ext cx="123480" cy="107640"/>
              </p14:xfrm>
            </p:contentPart>
          </mc:Choice>
          <mc:Fallback xmlns="">
            <p:pic>
              <p:nvPicPr>
                <p:cNvPr id="43" name="Ink 42">
                  <a:extLst>
                    <a:ext uri="{FF2B5EF4-FFF2-40B4-BE49-F238E27FC236}">
                      <a16:creationId xmlns:a16="http://schemas.microsoft.com/office/drawing/2014/main" id="{31EF73DA-7705-418B-8E75-E5927CC4AC99}"/>
                    </a:ext>
                  </a:extLst>
                </p:cNvPr>
                <p:cNvPicPr/>
                <p:nvPr/>
              </p:nvPicPr>
              <p:blipFill>
                <a:blip r:embed="rId146"/>
                <a:stretch>
                  <a:fillRect/>
                </a:stretch>
              </p:blipFill>
              <p:spPr>
                <a:xfrm>
                  <a:off x="9098271" y="1924163"/>
                  <a:ext cx="141120" cy="125280"/>
                </a:xfrm>
                <a:prstGeom prst="rect">
                  <a:avLst/>
                </a:prstGeom>
              </p:spPr>
            </p:pic>
          </mc:Fallback>
        </mc:AlternateContent>
      </p:grpSp>
      <p:grpSp>
        <p:nvGrpSpPr>
          <p:cNvPr id="58" name="Group 57">
            <a:extLst>
              <a:ext uri="{FF2B5EF4-FFF2-40B4-BE49-F238E27FC236}">
                <a16:creationId xmlns:a16="http://schemas.microsoft.com/office/drawing/2014/main" id="{876ABD5C-40F8-4B83-9121-8611A0229EAD}"/>
              </a:ext>
            </a:extLst>
          </p:cNvPr>
          <p:cNvGrpSpPr/>
          <p:nvPr/>
        </p:nvGrpSpPr>
        <p:grpSpPr>
          <a:xfrm>
            <a:off x="9000351" y="1289483"/>
            <a:ext cx="136080" cy="141480"/>
            <a:chOff x="9000351" y="1289483"/>
            <a:chExt cx="136080" cy="141480"/>
          </a:xfrm>
        </p:grpSpPr>
        <mc:AlternateContent xmlns:mc="http://schemas.openxmlformats.org/markup-compatibility/2006" xmlns:p14="http://schemas.microsoft.com/office/powerpoint/2010/main">
          <mc:Choice Requires="p14">
            <p:contentPart p14:bwMode="auto" r:id="rId147">
              <p14:nvContentPartPr>
                <p14:cNvPr id="51" name="Ink 50">
                  <a:extLst>
                    <a:ext uri="{FF2B5EF4-FFF2-40B4-BE49-F238E27FC236}">
                      <a16:creationId xmlns:a16="http://schemas.microsoft.com/office/drawing/2014/main" id="{6F14DF63-0D5D-4C2F-853B-5D55634D3D78}"/>
                    </a:ext>
                  </a:extLst>
                </p14:cNvPr>
                <p14:cNvContentPartPr/>
                <p14:nvPr/>
              </p14:nvContentPartPr>
              <p14:xfrm>
                <a:off x="9000351" y="1331963"/>
                <a:ext cx="77760" cy="99000"/>
              </p14:xfrm>
            </p:contentPart>
          </mc:Choice>
          <mc:Fallback xmlns="">
            <p:pic>
              <p:nvPicPr>
                <p:cNvPr id="51" name="Ink 50">
                  <a:extLst>
                    <a:ext uri="{FF2B5EF4-FFF2-40B4-BE49-F238E27FC236}">
                      <a16:creationId xmlns:a16="http://schemas.microsoft.com/office/drawing/2014/main" id="{6F14DF63-0D5D-4C2F-853B-5D55634D3D78}"/>
                    </a:ext>
                  </a:extLst>
                </p:cNvPr>
                <p:cNvPicPr/>
                <p:nvPr/>
              </p:nvPicPr>
              <p:blipFill>
                <a:blip r:embed="rId148"/>
                <a:stretch>
                  <a:fillRect/>
                </a:stretch>
              </p:blipFill>
              <p:spPr>
                <a:xfrm>
                  <a:off x="8991711" y="1323323"/>
                  <a:ext cx="9540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53" name="Ink 52">
                  <a:extLst>
                    <a:ext uri="{FF2B5EF4-FFF2-40B4-BE49-F238E27FC236}">
                      <a16:creationId xmlns:a16="http://schemas.microsoft.com/office/drawing/2014/main" id="{94D9DDDB-AF97-4AF8-9010-0B37356EB663}"/>
                    </a:ext>
                  </a:extLst>
                </p14:cNvPr>
                <p14:cNvContentPartPr/>
                <p14:nvPr/>
              </p14:nvContentPartPr>
              <p14:xfrm>
                <a:off x="9036711" y="1289483"/>
                <a:ext cx="99720" cy="29160"/>
              </p14:xfrm>
            </p:contentPart>
          </mc:Choice>
          <mc:Fallback xmlns="">
            <p:pic>
              <p:nvPicPr>
                <p:cNvPr id="53" name="Ink 52">
                  <a:extLst>
                    <a:ext uri="{FF2B5EF4-FFF2-40B4-BE49-F238E27FC236}">
                      <a16:creationId xmlns:a16="http://schemas.microsoft.com/office/drawing/2014/main" id="{94D9DDDB-AF97-4AF8-9010-0B37356EB663}"/>
                    </a:ext>
                  </a:extLst>
                </p:cNvPr>
                <p:cNvPicPr/>
                <p:nvPr/>
              </p:nvPicPr>
              <p:blipFill>
                <a:blip r:embed="rId150"/>
                <a:stretch>
                  <a:fillRect/>
                </a:stretch>
              </p:blipFill>
              <p:spPr>
                <a:xfrm>
                  <a:off x="9027711" y="1280483"/>
                  <a:ext cx="117360" cy="46800"/>
                </a:xfrm>
                <a:prstGeom prst="rect">
                  <a:avLst/>
                </a:prstGeom>
              </p:spPr>
            </p:pic>
          </mc:Fallback>
        </mc:AlternateContent>
      </p:grpSp>
      <p:grpSp>
        <p:nvGrpSpPr>
          <p:cNvPr id="101" name="Group 100">
            <a:extLst>
              <a:ext uri="{FF2B5EF4-FFF2-40B4-BE49-F238E27FC236}">
                <a16:creationId xmlns:a16="http://schemas.microsoft.com/office/drawing/2014/main" id="{6CB7E9DD-09E2-458C-A5BF-DF5AD0690DC0}"/>
              </a:ext>
            </a:extLst>
          </p:cNvPr>
          <p:cNvGrpSpPr/>
          <p:nvPr/>
        </p:nvGrpSpPr>
        <p:grpSpPr>
          <a:xfrm>
            <a:off x="9416151" y="1396043"/>
            <a:ext cx="486720" cy="432360"/>
            <a:chOff x="9416151" y="1396043"/>
            <a:chExt cx="486720" cy="432360"/>
          </a:xfrm>
        </p:grpSpPr>
        <mc:AlternateContent xmlns:mc="http://schemas.openxmlformats.org/markup-compatibility/2006" xmlns:p14="http://schemas.microsoft.com/office/powerpoint/2010/main">
          <mc:Choice Requires="p14">
            <p:contentPart p14:bwMode="auto" r:id="rId151">
              <p14:nvContentPartPr>
                <p14:cNvPr id="64" name="Ink 63">
                  <a:extLst>
                    <a:ext uri="{FF2B5EF4-FFF2-40B4-BE49-F238E27FC236}">
                      <a16:creationId xmlns:a16="http://schemas.microsoft.com/office/drawing/2014/main" id="{00A35509-5110-4E44-A45C-4A3AB39EACDD}"/>
                    </a:ext>
                  </a:extLst>
                </p14:cNvPr>
                <p14:cNvContentPartPr/>
                <p14:nvPr/>
              </p14:nvContentPartPr>
              <p14:xfrm>
                <a:off x="9416151" y="1488203"/>
                <a:ext cx="20520" cy="313920"/>
              </p14:xfrm>
            </p:contentPart>
          </mc:Choice>
          <mc:Fallback xmlns="">
            <p:pic>
              <p:nvPicPr>
                <p:cNvPr id="64" name="Ink 63">
                  <a:extLst>
                    <a:ext uri="{FF2B5EF4-FFF2-40B4-BE49-F238E27FC236}">
                      <a16:creationId xmlns:a16="http://schemas.microsoft.com/office/drawing/2014/main" id="{00A35509-5110-4E44-A45C-4A3AB39EACDD}"/>
                    </a:ext>
                  </a:extLst>
                </p:cNvPr>
                <p:cNvPicPr/>
                <p:nvPr/>
              </p:nvPicPr>
              <p:blipFill>
                <a:blip r:embed="rId152"/>
                <a:stretch>
                  <a:fillRect/>
                </a:stretch>
              </p:blipFill>
              <p:spPr>
                <a:xfrm>
                  <a:off x="9407511" y="1479203"/>
                  <a:ext cx="38160" cy="33156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74" name="Ink 73">
                  <a:extLst>
                    <a:ext uri="{FF2B5EF4-FFF2-40B4-BE49-F238E27FC236}">
                      <a16:creationId xmlns:a16="http://schemas.microsoft.com/office/drawing/2014/main" id="{E17300A3-92B8-4FA7-AC22-04D4C1C4BEC7}"/>
                    </a:ext>
                  </a:extLst>
                </p14:cNvPr>
                <p14:cNvContentPartPr/>
                <p14:nvPr/>
              </p14:nvContentPartPr>
              <p14:xfrm>
                <a:off x="9540711" y="1396043"/>
                <a:ext cx="12960" cy="15840"/>
              </p14:xfrm>
            </p:contentPart>
          </mc:Choice>
          <mc:Fallback xmlns="">
            <p:pic>
              <p:nvPicPr>
                <p:cNvPr id="74" name="Ink 73">
                  <a:extLst>
                    <a:ext uri="{FF2B5EF4-FFF2-40B4-BE49-F238E27FC236}">
                      <a16:creationId xmlns:a16="http://schemas.microsoft.com/office/drawing/2014/main" id="{E17300A3-92B8-4FA7-AC22-04D4C1C4BEC7}"/>
                    </a:ext>
                  </a:extLst>
                </p:cNvPr>
                <p:cNvPicPr/>
                <p:nvPr/>
              </p:nvPicPr>
              <p:blipFill>
                <a:blip r:embed="rId154"/>
                <a:stretch>
                  <a:fillRect/>
                </a:stretch>
              </p:blipFill>
              <p:spPr>
                <a:xfrm>
                  <a:off x="9532071" y="1387043"/>
                  <a:ext cx="3060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81" name="Ink 80">
                  <a:extLst>
                    <a:ext uri="{FF2B5EF4-FFF2-40B4-BE49-F238E27FC236}">
                      <a16:creationId xmlns:a16="http://schemas.microsoft.com/office/drawing/2014/main" id="{FBB22972-F202-4C59-9902-3B58AC791AEE}"/>
                    </a:ext>
                  </a:extLst>
                </p14:cNvPr>
                <p14:cNvContentPartPr/>
                <p14:nvPr/>
              </p14:nvContentPartPr>
              <p14:xfrm>
                <a:off x="9538551" y="1612763"/>
                <a:ext cx="155520" cy="121320"/>
              </p14:xfrm>
            </p:contentPart>
          </mc:Choice>
          <mc:Fallback xmlns="">
            <p:pic>
              <p:nvPicPr>
                <p:cNvPr id="81" name="Ink 80">
                  <a:extLst>
                    <a:ext uri="{FF2B5EF4-FFF2-40B4-BE49-F238E27FC236}">
                      <a16:creationId xmlns:a16="http://schemas.microsoft.com/office/drawing/2014/main" id="{FBB22972-F202-4C59-9902-3B58AC791AEE}"/>
                    </a:ext>
                  </a:extLst>
                </p:cNvPr>
                <p:cNvPicPr/>
                <p:nvPr/>
              </p:nvPicPr>
              <p:blipFill>
                <a:blip r:embed="rId156"/>
                <a:stretch>
                  <a:fillRect/>
                </a:stretch>
              </p:blipFill>
              <p:spPr>
                <a:xfrm>
                  <a:off x="9529911" y="1603763"/>
                  <a:ext cx="17316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89" name="Ink 88">
                  <a:extLst>
                    <a:ext uri="{FF2B5EF4-FFF2-40B4-BE49-F238E27FC236}">
                      <a16:creationId xmlns:a16="http://schemas.microsoft.com/office/drawing/2014/main" id="{E4059FD4-6590-47D2-BFA5-8DC3EAEAB4C6}"/>
                    </a:ext>
                  </a:extLst>
                </p14:cNvPr>
                <p14:cNvContentPartPr/>
                <p14:nvPr/>
              </p14:nvContentPartPr>
              <p14:xfrm>
                <a:off x="9766071" y="1659563"/>
                <a:ext cx="14400" cy="103680"/>
              </p14:xfrm>
            </p:contentPart>
          </mc:Choice>
          <mc:Fallback xmlns="">
            <p:pic>
              <p:nvPicPr>
                <p:cNvPr id="89" name="Ink 88">
                  <a:extLst>
                    <a:ext uri="{FF2B5EF4-FFF2-40B4-BE49-F238E27FC236}">
                      <a16:creationId xmlns:a16="http://schemas.microsoft.com/office/drawing/2014/main" id="{E4059FD4-6590-47D2-BFA5-8DC3EAEAB4C6}"/>
                    </a:ext>
                  </a:extLst>
                </p:cNvPr>
                <p:cNvPicPr/>
                <p:nvPr/>
              </p:nvPicPr>
              <p:blipFill>
                <a:blip r:embed="rId158"/>
                <a:stretch>
                  <a:fillRect/>
                </a:stretch>
              </p:blipFill>
              <p:spPr>
                <a:xfrm>
                  <a:off x="9757431" y="1650563"/>
                  <a:ext cx="3204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95" name="Ink 94">
                  <a:extLst>
                    <a:ext uri="{FF2B5EF4-FFF2-40B4-BE49-F238E27FC236}">
                      <a16:creationId xmlns:a16="http://schemas.microsoft.com/office/drawing/2014/main" id="{1574433A-B372-4154-AB92-903A06B6F95B}"/>
                    </a:ext>
                  </a:extLst>
                </p14:cNvPr>
                <p14:cNvContentPartPr/>
                <p14:nvPr/>
              </p14:nvContentPartPr>
              <p14:xfrm>
                <a:off x="9754191" y="1528883"/>
                <a:ext cx="360" cy="16200"/>
              </p14:xfrm>
            </p:contentPart>
          </mc:Choice>
          <mc:Fallback xmlns="">
            <p:pic>
              <p:nvPicPr>
                <p:cNvPr id="95" name="Ink 94">
                  <a:extLst>
                    <a:ext uri="{FF2B5EF4-FFF2-40B4-BE49-F238E27FC236}">
                      <a16:creationId xmlns:a16="http://schemas.microsoft.com/office/drawing/2014/main" id="{1574433A-B372-4154-AB92-903A06B6F95B}"/>
                    </a:ext>
                  </a:extLst>
                </p:cNvPr>
                <p:cNvPicPr/>
                <p:nvPr/>
              </p:nvPicPr>
              <p:blipFill>
                <a:blip r:embed="rId160"/>
                <a:stretch>
                  <a:fillRect/>
                </a:stretch>
              </p:blipFill>
              <p:spPr>
                <a:xfrm>
                  <a:off x="9745551" y="1519883"/>
                  <a:ext cx="1800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96" name="Ink 95">
                  <a:extLst>
                    <a:ext uri="{FF2B5EF4-FFF2-40B4-BE49-F238E27FC236}">
                      <a16:creationId xmlns:a16="http://schemas.microsoft.com/office/drawing/2014/main" id="{7FE3F35B-B0D3-4051-B6DB-2C44642028E5}"/>
                    </a:ext>
                  </a:extLst>
                </p14:cNvPr>
                <p14:cNvContentPartPr/>
                <p14:nvPr/>
              </p14:nvContentPartPr>
              <p14:xfrm>
                <a:off x="9882711" y="1498643"/>
                <a:ext cx="20160" cy="329760"/>
              </p14:xfrm>
            </p:contentPart>
          </mc:Choice>
          <mc:Fallback xmlns="">
            <p:pic>
              <p:nvPicPr>
                <p:cNvPr id="96" name="Ink 95">
                  <a:extLst>
                    <a:ext uri="{FF2B5EF4-FFF2-40B4-BE49-F238E27FC236}">
                      <a16:creationId xmlns:a16="http://schemas.microsoft.com/office/drawing/2014/main" id="{7FE3F35B-B0D3-4051-B6DB-2C44642028E5}"/>
                    </a:ext>
                  </a:extLst>
                </p:cNvPr>
                <p:cNvPicPr/>
                <p:nvPr/>
              </p:nvPicPr>
              <p:blipFill>
                <a:blip r:embed="rId162"/>
                <a:stretch>
                  <a:fillRect/>
                </a:stretch>
              </p:blipFill>
              <p:spPr>
                <a:xfrm>
                  <a:off x="9874071" y="1489643"/>
                  <a:ext cx="37800" cy="347400"/>
                </a:xfrm>
                <a:prstGeom prst="rect">
                  <a:avLst/>
                </a:prstGeom>
              </p:spPr>
            </p:pic>
          </mc:Fallback>
        </mc:AlternateContent>
      </p:grpSp>
      <p:grpSp>
        <p:nvGrpSpPr>
          <p:cNvPr id="100" name="Group 99">
            <a:extLst>
              <a:ext uri="{FF2B5EF4-FFF2-40B4-BE49-F238E27FC236}">
                <a16:creationId xmlns:a16="http://schemas.microsoft.com/office/drawing/2014/main" id="{891FF2C7-2C6E-46F5-8727-1D31FD9C14DB}"/>
              </a:ext>
            </a:extLst>
          </p:cNvPr>
          <p:cNvGrpSpPr/>
          <p:nvPr/>
        </p:nvGrpSpPr>
        <p:grpSpPr>
          <a:xfrm>
            <a:off x="8364951" y="2257163"/>
            <a:ext cx="177480" cy="191880"/>
            <a:chOff x="8364951" y="2257163"/>
            <a:chExt cx="177480" cy="191880"/>
          </a:xfrm>
        </p:grpSpPr>
        <mc:AlternateContent xmlns:mc="http://schemas.openxmlformats.org/markup-compatibility/2006" xmlns:p14="http://schemas.microsoft.com/office/powerpoint/2010/main">
          <mc:Choice Requires="p14">
            <p:contentPart p14:bwMode="auto" r:id="rId163">
              <p14:nvContentPartPr>
                <p14:cNvPr id="97" name="Ink 96">
                  <a:extLst>
                    <a:ext uri="{FF2B5EF4-FFF2-40B4-BE49-F238E27FC236}">
                      <a16:creationId xmlns:a16="http://schemas.microsoft.com/office/drawing/2014/main" id="{B91EED05-039E-4517-85B0-4FAF4BD7BBBF}"/>
                    </a:ext>
                  </a:extLst>
                </p14:cNvPr>
                <p14:cNvContentPartPr/>
                <p14:nvPr/>
              </p14:nvContentPartPr>
              <p14:xfrm>
                <a:off x="8364951" y="2331683"/>
                <a:ext cx="88560" cy="70920"/>
              </p14:xfrm>
            </p:contentPart>
          </mc:Choice>
          <mc:Fallback xmlns="">
            <p:pic>
              <p:nvPicPr>
                <p:cNvPr id="97" name="Ink 96">
                  <a:extLst>
                    <a:ext uri="{FF2B5EF4-FFF2-40B4-BE49-F238E27FC236}">
                      <a16:creationId xmlns:a16="http://schemas.microsoft.com/office/drawing/2014/main" id="{B91EED05-039E-4517-85B0-4FAF4BD7BBBF}"/>
                    </a:ext>
                  </a:extLst>
                </p:cNvPr>
                <p:cNvPicPr/>
                <p:nvPr/>
              </p:nvPicPr>
              <p:blipFill>
                <a:blip r:embed="rId164"/>
                <a:stretch>
                  <a:fillRect/>
                </a:stretch>
              </p:blipFill>
              <p:spPr>
                <a:xfrm>
                  <a:off x="8356311" y="2322683"/>
                  <a:ext cx="10620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98" name="Ink 97">
                  <a:extLst>
                    <a:ext uri="{FF2B5EF4-FFF2-40B4-BE49-F238E27FC236}">
                      <a16:creationId xmlns:a16="http://schemas.microsoft.com/office/drawing/2014/main" id="{A343F1E9-F4C4-42D6-8DFF-777AE24A8343}"/>
                    </a:ext>
                  </a:extLst>
                </p14:cNvPr>
                <p14:cNvContentPartPr/>
                <p14:nvPr/>
              </p14:nvContentPartPr>
              <p14:xfrm>
                <a:off x="8453151" y="2257163"/>
                <a:ext cx="89280" cy="191880"/>
              </p14:xfrm>
            </p:contentPart>
          </mc:Choice>
          <mc:Fallback xmlns="">
            <p:pic>
              <p:nvPicPr>
                <p:cNvPr id="98" name="Ink 97">
                  <a:extLst>
                    <a:ext uri="{FF2B5EF4-FFF2-40B4-BE49-F238E27FC236}">
                      <a16:creationId xmlns:a16="http://schemas.microsoft.com/office/drawing/2014/main" id="{A343F1E9-F4C4-42D6-8DFF-777AE24A8343}"/>
                    </a:ext>
                  </a:extLst>
                </p:cNvPr>
                <p:cNvPicPr/>
                <p:nvPr/>
              </p:nvPicPr>
              <p:blipFill>
                <a:blip r:embed="rId166"/>
                <a:stretch>
                  <a:fillRect/>
                </a:stretch>
              </p:blipFill>
              <p:spPr>
                <a:xfrm>
                  <a:off x="8444511" y="2248163"/>
                  <a:ext cx="106920" cy="209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7">
            <p14:nvContentPartPr>
              <p14:cNvPr id="99" name="Ink 98">
                <a:extLst>
                  <a:ext uri="{FF2B5EF4-FFF2-40B4-BE49-F238E27FC236}">
                    <a16:creationId xmlns:a16="http://schemas.microsoft.com/office/drawing/2014/main" id="{82A5CE1F-85A2-456D-9B1A-6251C5271BA1}"/>
                  </a:ext>
                </a:extLst>
              </p14:cNvPr>
              <p14:cNvContentPartPr/>
              <p14:nvPr/>
            </p14:nvContentPartPr>
            <p14:xfrm>
              <a:off x="8835831" y="2217203"/>
              <a:ext cx="154440" cy="190080"/>
            </p14:xfrm>
          </p:contentPart>
        </mc:Choice>
        <mc:Fallback xmlns="">
          <p:pic>
            <p:nvPicPr>
              <p:cNvPr id="99" name="Ink 98">
                <a:extLst>
                  <a:ext uri="{FF2B5EF4-FFF2-40B4-BE49-F238E27FC236}">
                    <a16:creationId xmlns:a16="http://schemas.microsoft.com/office/drawing/2014/main" id="{82A5CE1F-85A2-456D-9B1A-6251C5271BA1}"/>
                  </a:ext>
                </a:extLst>
              </p:cNvPr>
              <p:cNvPicPr/>
              <p:nvPr/>
            </p:nvPicPr>
            <p:blipFill>
              <a:blip r:embed="rId168"/>
              <a:stretch>
                <a:fillRect/>
              </a:stretch>
            </p:blipFill>
            <p:spPr>
              <a:xfrm>
                <a:off x="8826831" y="2208203"/>
                <a:ext cx="172080" cy="207720"/>
              </a:xfrm>
              <a:prstGeom prst="rect">
                <a:avLst/>
              </a:prstGeom>
            </p:spPr>
          </p:pic>
        </mc:Fallback>
      </mc:AlternateContent>
      <p:grpSp>
        <p:nvGrpSpPr>
          <p:cNvPr id="128" name="Group 127">
            <a:extLst>
              <a:ext uri="{FF2B5EF4-FFF2-40B4-BE49-F238E27FC236}">
                <a16:creationId xmlns:a16="http://schemas.microsoft.com/office/drawing/2014/main" id="{F2BB5F76-816A-43F4-8ACD-AF47D20B51A6}"/>
              </a:ext>
            </a:extLst>
          </p:cNvPr>
          <p:cNvGrpSpPr/>
          <p:nvPr/>
        </p:nvGrpSpPr>
        <p:grpSpPr>
          <a:xfrm>
            <a:off x="9172431" y="2174723"/>
            <a:ext cx="503280" cy="361800"/>
            <a:chOff x="9172431" y="2174723"/>
            <a:chExt cx="503280" cy="361800"/>
          </a:xfrm>
        </p:grpSpPr>
        <mc:AlternateContent xmlns:mc="http://schemas.openxmlformats.org/markup-compatibility/2006" xmlns:p14="http://schemas.microsoft.com/office/powerpoint/2010/main">
          <mc:Choice Requires="p14">
            <p:contentPart p14:bwMode="auto" r:id="rId169">
              <p14:nvContentPartPr>
                <p14:cNvPr id="102" name="Ink 101">
                  <a:extLst>
                    <a:ext uri="{FF2B5EF4-FFF2-40B4-BE49-F238E27FC236}">
                      <a16:creationId xmlns:a16="http://schemas.microsoft.com/office/drawing/2014/main" id="{795B0FE1-1CB2-4DFE-9B59-F70E62F0C2E6}"/>
                    </a:ext>
                  </a:extLst>
                </p14:cNvPr>
                <p14:cNvContentPartPr/>
                <p14:nvPr/>
              </p14:nvContentPartPr>
              <p14:xfrm>
                <a:off x="9172431" y="2174723"/>
                <a:ext cx="146520" cy="361800"/>
              </p14:xfrm>
            </p:contentPart>
          </mc:Choice>
          <mc:Fallback xmlns="">
            <p:pic>
              <p:nvPicPr>
                <p:cNvPr id="102" name="Ink 101">
                  <a:extLst>
                    <a:ext uri="{FF2B5EF4-FFF2-40B4-BE49-F238E27FC236}">
                      <a16:creationId xmlns:a16="http://schemas.microsoft.com/office/drawing/2014/main" id="{795B0FE1-1CB2-4DFE-9B59-F70E62F0C2E6}"/>
                    </a:ext>
                  </a:extLst>
                </p:cNvPr>
                <p:cNvPicPr/>
                <p:nvPr/>
              </p:nvPicPr>
              <p:blipFill>
                <a:blip r:embed="rId170"/>
                <a:stretch>
                  <a:fillRect/>
                </a:stretch>
              </p:blipFill>
              <p:spPr>
                <a:xfrm>
                  <a:off x="9163431" y="2165723"/>
                  <a:ext cx="164160" cy="37944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03" name="Ink 102">
                  <a:extLst>
                    <a:ext uri="{FF2B5EF4-FFF2-40B4-BE49-F238E27FC236}">
                      <a16:creationId xmlns:a16="http://schemas.microsoft.com/office/drawing/2014/main" id="{DA525A89-0178-4044-AFBF-679B60E03FC6}"/>
                    </a:ext>
                  </a:extLst>
                </p14:cNvPr>
                <p14:cNvContentPartPr/>
                <p14:nvPr/>
              </p14:nvContentPartPr>
              <p14:xfrm>
                <a:off x="9356031" y="2330243"/>
                <a:ext cx="165240" cy="100800"/>
              </p14:xfrm>
            </p:contentPart>
          </mc:Choice>
          <mc:Fallback xmlns="">
            <p:pic>
              <p:nvPicPr>
                <p:cNvPr id="103" name="Ink 102">
                  <a:extLst>
                    <a:ext uri="{FF2B5EF4-FFF2-40B4-BE49-F238E27FC236}">
                      <a16:creationId xmlns:a16="http://schemas.microsoft.com/office/drawing/2014/main" id="{DA525A89-0178-4044-AFBF-679B60E03FC6}"/>
                    </a:ext>
                  </a:extLst>
                </p:cNvPr>
                <p:cNvPicPr/>
                <p:nvPr/>
              </p:nvPicPr>
              <p:blipFill>
                <a:blip r:embed="rId172"/>
                <a:stretch>
                  <a:fillRect/>
                </a:stretch>
              </p:blipFill>
              <p:spPr>
                <a:xfrm>
                  <a:off x="9347391" y="2321603"/>
                  <a:ext cx="18288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04" name="Ink 103">
                  <a:extLst>
                    <a:ext uri="{FF2B5EF4-FFF2-40B4-BE49-F238E27FC236}">
                      <a16:creationId xmlns:a16="http://schemas.microsoft.com/office/drawing/2014/main" id="{A2C10BA4-D756-4A52-876E-B28CCD0FC081}"/>
                    </a:ext>
                  </a:extLst>
                </p14:cNvPr>
                <p14:cNvContentPartPr/>
                <p14:nvPr/>
              </p14:nvContentPartPr>
              <p14:xfrm>
                <a:off x="9578511" y="2376323"/>
                <a:ext cx="24840" cy="107640"/>
              </p14:xfrm>
            </p:contentPart>
          </mc:Choice>
          <mc:Fallback xmlns="">
            <p:pic>
              <p:nvPicPr>
                <p:cNvPr id="104" name="Ink 103">
                  <a:extLst>
                    <a:ext uri="{FF2B5EF4-FFF2-40B4-BE49-F238E27FC236}">
                      <a16:creationId xmlns:a16="http://schemas.microsoft.com/office/drawing/2014/main" id="{A2C10BA4-D756-4A52-876E-B28CCD0FC081}"/>
                    </a:ext>
                  </a:extLst>
                </p:cNvPr>
                <p:cNvPicPr/>
                <p:nvPr/>
              </p:nvPicPr>
              <p:blipFill>
                <a:blip r:embed="rId174"/>
                <a:stretch>
                  <a:fillRect/>
                </a:stretch>
              </p:blipFill>
              <p:spPr>
                <a:xfrm>
                  <a:off x="9569871" y="2367683"/>
                  <a:ext cx="4248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05" name="Ink 104">
                  <a:extLst>
                    <a:ext uri="{FF2B5EF4-FFF2-40B4-BE49-F238E27FC236}">
                      <a16:creationId xmlns:a16="http://schemas.microsoft.com/office/drawing/2014/main" id="{2091CCAE-50E8-4BDC-A48E-93CE3FE49021}"/>
                    </a:ext>
                  </a:extLst>
                </p14:cNvPr>
                <p14:cNvContentPartPr/>
                <p14:nvPr/>
              </p14:nvContentPartPr>
              <p14:xfrm>
                <a:off x="9648351" y="2269763"/>
                <a:ext cx="27360" cy="248040"/>
              </p14:xfrm>
            </p:contentPart>
          </mc:Choice>
          <mc:Fallback xmlns="">
            <p:pic>
              <p:nvPicPr>
                <p:cNvPr id="105" name="Ink 104">
                  <a:extLst>
                    <a:ext uri="{FF2B5EF4-FFF2-40B4-BE49-F238E27FC236}">
                      <a16:creationId xmlns:a16="http://schemas.microsoft.com/office/drawing/2014/main" id="{2091CCAE-50E8-4BDC-A48E-93CE3FE49021}"/>
                    </a:ext>
                  </a:extLst>
                </p:cNvPr>
                <p:cNvPicPr/>
                <p:nvPr/>
              </p:nvPicPr>
              <p:blipFill>
                <a:blip r:embed="rId176"/>
                <a:stretch>
                  <a:fillRect/>
                </a:stretch>
              </p:blipFill>
              <p:spPr>
                <a:xfrm>
                  <a:off x="9639351" y="2261123"/>
                  <a:ext cx="4500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06" name="Ink 105">
                  <a:extLst>
                    <a:ext uri="{FF2B5EF4-FFF2-40B4-BE49-F238E27FC236}">
                      <a16:creationId xmlns:a16="http://schemas.microsoft.com/office/drawing/2014/main" id="{7EA50903-E601-430B-A0F1-648620EB535B}"/>
                    </a:ext>
                  </a:extLst>
                </p14:cNvPr>
                <p14:cNvContentPartPr/>
                <p14:nvPr/>
              </p14:nvContentPartPr>
              <p14:xfrm>
                <a:off x="9291591" y="2225843"/>
                <a:ext cx="31320" cy="232200"/>
              </p14:xfrm>
            </p:contentPart>
          </mc:Choice>
          <mc:Fallback xmlns="">
            <p:pic>
              <p:nvPicPr>
                <p:cNvPr id="106" name="Ink 105">
                  <a:extLst>
                    <a:ext uri="{FF2B5EF4-FFF2-40B4-BE49-F238E27FC236}">
                      <a16:creationId xmlns:a16="http://schemas.microsoft.com/office/drawing/2014/main" id="{7EA50903-E601-430B-A0F1-648620EB535B}"/>
                    </a:ext>
                  </a:extLst>
                </p:cNvPr>
                <p:cNvPicPr/>
                <p:nvPr/>
              </p:nvPicPr>
              <p:blipFill>
                <a:blip r:embed="rId178"/>
                <a:stretch>
                  <a:fillRect/>
                </a:stretch>
              </p:blipFill>
              <p:spPr>
                <a:xfrm>
                  <a:off x="9282951" y="2217203"/>
                  <a:ext cx="48960" cy="249840"/>
                </a:xfrm>
                <a:prstGeom prst="rect">
                  <a:avLst/>
                </a:prstGeom>
              </p:spPr>
            </p:pic>
          </mc:Fallback>
        </mc:AlternateContent>
      </p:grpSp>
      <p:grpSp>
        <p:nvGrpSpPr>
          <p:cNvPr id="127" name="Group 126">
            <a:extLst>
              <a:ext uri="{FF2B5EF4-FFF2-40B4-BE49-F238E27FC236}">
                <a16:creationId xmlns:a16="http://schemas.microsoft.com/office/drawing/2014/main" id="{BB5E43BA-D26C-4CB7-A378-E40A245A39E9}"/>
              </a:ext>
            </a:extLst>
          </p:cNvPr>
          <p:cNvGrpSpPr/>
          <p:nvPr/>
        </p:nvGrpSpPr>
        <p:grpSpPr>
          <a:xfrm>
            <a:off x="9834471" y="2297483"/>
            <a:ext cx="741240" cy="273600"/>
            <a:chOff x="9834471" y="2297483"/>
            <a:chExt cx="741240" cy="273600"/>
          </a:xfrm>
        </p:grpSpPr>
        <mc:AlternateContent xmlns:mc="http://schemas.openxmlformats.org/markup-compatibility/2006" xmlns:p14="http://schemas.microsoft.com/office/powerpoint/2010/main">
          <mc:Choice Requires="p14">
            <p:contentPart p14:bwMode="auto" r:id="rId179">
              <p14:nvContentPartPr>
                <p14:cNvPr id="107" name="Ink 106">
                  <a:extLst>
                    <a:ext uri="{FF2B5EF4-FFF2-40B4-BE49-F238E27FC236}">
                      <a16:creationId xmlns:a16="http://schemas.microsoft.com/office/drawing/2014/main" id="{DC619896-900B-4E0E-9086-455FFD4FFAEF}"/>
                    </a:ext>
                  </a:extLst>
                </p14:cNvPr>
                <p14:cNvContentPartPr/>
                <p14:nvPr/>
              </p14:nvContentPartPr>
              <p14:xfrm>
                <a:off x="9834471" y="2399003"/>
                <a:ext cx="122040" cy="9000"/>
              </p14:xfrm>
            </p:contentPart>
          </mc:Choice>
          <mc:Fallback xmlns="">
            <p:pic>
              <p:nvPicPr>
                <p:cNvPr id="107" name="Ink 106">
                  <a:extLst>
                    <a:ext uri="{FF2B5EF4-FFF2-40B4-BE49-F238E27FC236}">
                      <a16:creationId xmlns:a16="http://schemas.microsoft.com/office/drawing/2014/main" id="{DC619896-900B-4E0E-9086-455FFD4FFAEF}"/>
                    </a:ext>
                  </a:extLst>
                </p:cNvPr>
                <p:cNvPicPr/>
                <p:nvPr/>
              </p:nvPicPr>
              <p:blipFill>
                <a:blip r:embed="rId180"/>
                <a:stretch>
                  <a:fillRect/>
                </a:stretch>
              </p:blipFill>
              <p:spPr>
                <a:xfrm>
                  <a:off x="9825471" y="2390363"/>
                  <a:ext cx="13968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08" name="Ink 107">
                  <a:extLst>
                    <a:ext uri="{FF2B5EF4-FFF2-40B4-BE49-F238E27FC236}">
                      <a16:creationId xmlns:a16="http://schemas.microsoft.com/office/drawing/2014/main" id="{B22B0AF4-677A-49CA-A283-BA47A33E4703}"/>
                    </a:ext>
                  </a:extLst>
                </p14:cNvPr>
                <p14:cNvContentPartPr/>
                <p14:nvPr/>
              </p14:nvContentPartPr>
              <p14:xfrm>
                <a:off x="9877311" y="2340323"/>
                <a:ext cx="13680" cy="182520"/>
              </p14:xfrm>
            </p:contentPart>
          </mc:Choice>
          <mc:Fallback xmlns="">
            <p:pic>
              <p:nvPicPr>
                <p:cNvPr id="108" name="Ink 107">
                  <a:extLst>
                    <a:ext uri="{FF2B5EF4-FFF2-40B4-BE49-F238E27FC236}">
                      <a16:creationId xmlns:a16="http://schemas.microsoft.com/office/drawing/2014/main" id="{B22B0AF4-677A-49CA-A283-BA47A33E4703}"/>
                    </a:ext>
                  </a:extLst>
                </p:cNvPr>
                <p:cNvPicPr/>
                <p:nvPr/>
              </p:nvPicPr>
              <p:blipFill>
                <a:blip r:embed="rId182"/>
                <a:stretch>
                  <a:fillRect/>
                </a:stretch>
              </p:blipFill>
              <p:spPr>
                <a:xfrm>
                  <a:off x="9868671" y="2331683"/>
                  <a:ext cx="3132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09" name="Ink 108">
                  <a:extLst>
                    <a:ext uri="{FF2B5EF4-FFF2-40B4-BE49-F238E27FC236}">
                      <a16:creationId xmlns:a16="http://schemas.microsoft.com/office/drawing/2014/main" id="{971F420F-F483-4EFF-9D2D-C4134B6C0331}"/>
                    </a:ext>
                  </a:extLst>
                </p14:cNvPr>
                <p14:cNvContentPartPr/>
                <p14:nvPr/>
              </p14:nvContentPartPr>
              <p14:xfrm>
                <a:off x="10064151" y="2297483"/>
                <a:ext cx="15120" cy="212760"/>
              </p14:xfrm>
            </p:contentPart>
          </mc:Choice>
          <mc:Fallback xmlns="">
            <p:pic>
              <p:nvPicPr>
                <p:cNvPr id="109" name="Ink 108">
                  <a:extLst>
                    <a:ext uri="{FF2B5EF4-FFF2-40B4-BE49-F238E27FC236}">
                      <a16:creationId xmlns:a16="http://schemas.microsoft.com/office/drawing/2014/main" id="{971F420F-F483-4EFF-9D2D-C4134B6C0331}"/>
                    </a:ext>
                  </a:extLst>
                </p:cNvPr>
                <p:cNvPicPr/>
                <p:nvPr/>
              </p:nvPicPr>
              <p:blipFill>
                <a:blip r:embed="rId184"/>
                <a:stretch>
                  <a:fillRect/>
                </a:stretch>
              </p:blipFill>
              <p:spPr>
                <a:xfrm>
                  <a:off x="10055511" y="2288483"/>
                  <a:ext cx="3276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10" name="Ink 109">
                  <a:extLst>
                    <a:ext uri="{FF2B5EF4-FFF2-40B4-BE49-F238E27FC236}">
                      <a16:creationId xmlns:a16="http://schemas.microsoft.com/office/drawing/2014/main" id="{F9160D90-C154-4855-86B3-994FA50BE663}"/>
                    </a:ext>
                  </a:extLst>
                </p14:cNvPr>
                <p14:cNvContentPartPr/>
                <p14:nvPr/>
              </p14:nvContentPartPr>
              <p14:xfrm>
                <a:off x="10168911" y="2375603"/>
                <a:ext cx="178920" cy="135720"/>
              </p14:xfrm>
            </p:contentPart>
          </mc:Choice>
          <mc:Fallback xmlns="">
            <p:pic>
              <p:nvPicPr>
                <p:cNvPr id="110" name="Ink 109">
                  <a:extLst>
                    <a:ext uri="{FF2B5EF4-FFF2-40B4-BE49-F238E27FC236}">
                      <a16:creationId xmlns:a16="http://schemas.microsoft.com/office/drawing/2014/main" id="{F9160D90-C154-4855-86B3-994FA50BE663}"/>
                    </a:ext>
                  </a:extLst>
                </p:cNvPr>
                <p:cNvPicPr/>
                <p:nvPr/>
              </p:nvPicPr>
              <p:blipFill>
                <a:blip r:embed="rId186"/>
                <a:stretch>
                  <a:fillRect/>
                </a:stretch>
              </p:blipFill>
              <p:spPr>
                <a:xfrm>
                  <a:off x="10160271" y="2366963"/>
                  <a:ext cx="19656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11" name="Ink 110">
                  <a:extLst>
                    <a:ext uri="{FF2B5EF4-FFF2-40B4-BE49-F238E27FC236}">
                      <a16:creationId xmlns:a16="http://schemas.microsoft.com/office/drawing/2014/main" id="{C1EE551F-87DF-44AE-A9D0-9B4CA7D1E049}"/>
                    </a:ext>
                  </a:extLst>
                </p14:cNvPr>
                <p14:cNvContentPartPr/>
                <p14:nvPr/>
              </p14:nvContentPartPr>
              <p14:xfrm>
                <a:off x="10415871" y="2474603"/>
                <a:ext cx="124560" cy="93600"/>
              </p14:xfrm>
            </p:contentPart>
          </mc:Choice>
          <mc:Fallback xmlns="">
            <p:pic>
              <p:nvPicPr>
                <p:cNvPr id="111" name="Ink 110">
                  <a:extLst>
                    <a:ext uri="{FF2B5EF4-FFF2-40B4-BE49-F238E27FC236}">
                      <a16:creationId xmlns:a16="http://schemas.microsoft.com/office/drawing/2014/main" id="{C1EE551F-87DF-44AE-A9D0-9B4CA7D1E049}"/>
                    </a:ext>
                  </a:extLst>
                </p:cNvPr>
                <p:cNvPicPr/>
                <p:nvPr/>
              </p:nvPicPr>
              <p:blipFill>
                <a:blip r:embed="rId188"/>
                <a:stretch>
                  <a:fillRect/>
                </a:stretch>
              </p:blipFill>
              <p:spPr>
                <a:xfrm>
                  <a:off x="10406871" y="2465603"/>
                  <a:ext cx="14220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12" name="Ink 111">
                  <a:extLst>
                    <a:ext uri="{FF2B5EF4-FFF2-40B4-BE49-F238E27FC236}">
                      <a16:creationId xmlns:a16="http://schemas.microsoft.com/office/drawing/2014/main" id="{47D360FF-5C8C-4548-9CB6-98F1293F1880}"/>
                    </a:ext>
                  </a:extLst>
                </p14:cNvPr>
                <p14:cNvContentPartPr/>
                <p14:nvPr/>
              </p14:nvContentPartPr>
              <p14:xfrm>
                <a:off x="10556271" y="2375243"/>
                <a:ext cx="19440" cy="195840"/>
              </p14:xfrm>
            </p:contentPart>
          </mc:Choice>
          <mc:Fallback xmlns="">
            <p:pic>
              <p:nvPicPr>
                <p:cNvPr id="112" name="Ink 111">
                  <a:extLst>
                    <a:ext uri="{FF2B5EF4-FFF2-40B4-BE49-F238E27FC236}">
                      <a16:creationId xmlns:a16="http://schemas.microsoft.com/office/drawing/2014/main" id="{47D360FF-5C8C-4548-9CB6-98F1293F1880}"/>
                    </a:ext>
                  </a:extLst>
                </p:cNvPr>
                <p:cNvPicPr/>
                <p:nvPr/>
              </p:nvPicPr>
              <p:blipFill>
                <a:blip r:embed="rId190"/>
                <a:stretch>
                  <a:fillRect/>
                </a:stretch>
              </p:blipFill>
              <p:spPr>
                <a:xfrm>
                  <a:off x="10547631" y="2366243"/>
                  <a:ext cx="37080" cy="213480"/>
                </a:xfrm>
                <a:prstGeom prst="rect">
                  <a:avLst/>
                </a:prstGeom>
              </p:spPr>
            </p:pic>
          </mc:Fallback>
        </mc:AlternateContent>
      </p:grpSp>
      <p:grpSp>
        <p:nvGrpSpPr>
          <p:cNvPr id="130" name="Group 129">
            <a:extLst>
              <a:ext uri="{FF2B5EF4-FFF2-40B4-BE49-F238E27FC236}">
                <a16:creationId xmlns:a16="http://schemas.microsoft.com/office/drawing/2014/main" id="{70FE22B3-DA03-47E9-8F4F-FA7E1357DBF8}"/>
              </a:ext>
            </a:extLst>
          </p:cNvPr>
          <p:cNvGrpSpPr/>
          <p:nvPr/>
        </p:nvGrpSpPr>
        <p:grpSpPr>
          <a:xfrm>
            <a:off x="10738791" y="2302163"/>
            <a:ext cx="1392120" cy="896040"/>
            <a:chOff x="10738791" y="2302163"/>
            <a:chExt cx="1392120" cy="896040"/>
          </a:xfrm>
        </p:grpSpPr>
        <mc:AlternateContent xmlns:mc="http://schemas.openxmlformats.org/markup-compatibility/2006" xmlns:p14="http://schemas.microsoft.com/office/powerpoint/2010/main">
          <mc:Choice Requires="p14">
            <p:contentPart p14:bwMode="auto" r:id="rId191">
              <p14:nvContentPartPr>
                <p14:cNvPr id="113" name="Ink 112">
                  <a:extLst>
                    <a:ext uri="{FF2B5EF4-FFF2-40B4-BE49-F238E27FC236}">
                      <a16:creationId xmlns:a16="http://schemas.microsoft.com/office/drawing/2014/main" id="{D7B744DE-32F4-4796-AA00-D558DFEB830B}"/>
                    </a:ext>
                  </a:extLst>
                </p14:cNvPr>
                <p14:cNvContentPartPr/>
                <p14:nvPr/>
              </p14:nvContentPartPr>
              <p14:xfrm>
                <a:off x="10738791" y="2437163"/>
                <a:ext cx="138240" cy="153000"/>
              </p14:xfrm>
            </p:contentPart>
          </mc:Choice>
          <mc:Fallback xmlns="">
            <p:pic>
              <p:nvPicPr>
                <p:cNvPr id="113" name="Ink 112">
                  <a:extLst>
                    <a:ext uri="{FF2B5EF4-FFF2-40B4-BE49-F238E27FC236}">
                      <a16:creationId xmlns:a16="http://schemas.microsoft.com/office/drawing/2014/main" id="{D7B744DE-32F4-4796-AA00-D558DFEB830B}"/>
                    </a:ext>
                  </a:extLst>
                </p:cNvPr>
                <p:cNvPicPr/>
                <p:nvPr/>
              </p:nvPicPr>
              <p:blipFill>
                <a:blip r:embed="rId192"/>
                <a:stretch>
                  <a:fillRect/>
                </a:stretch>
              </p:blipFill>
              <p:spPr>
                <a:xfrm>
                  <a:off x="10730151" y="2428163"/>
                  <a:ext cx="15588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14" name="Ink 113">
                  <a:extLst>
                    <a:ext uri="{FF2B5EF4-FFF2-40B4-BE49-F238E27FC236}">
                      <a16:creationId xmlns:a16="http://schemas.microsoft.com/office/drawing/2014/main" id="{67BB79FB-2143-4749-9543-C105D9D14199}"/>
                    </a:ext>
                  </a:extLst>
                </p14:cNvPr>
                <p14:cNvContentPartPr/>
                <p14:nvPr/>
              </p14:nvContentPartPr>
              <p14:xfrm>
                <a:off x="10973871" y="2368403"/>
                <a:ext cx="214560" cy="165240"/>
              </p14:xfrm>
            </p:contentPart>
          </mc:Choice>
          <mc:Fallback xmlns="">
            <p:pic>
              <p:nvPicPr>
                <p:cNvPr id="114" name="Ink 113">
                  <a:extLst>
                    <a:ext uri="{FF2B5EF4-FFF2-40B4-BE49-F238E27FC236}">
                      <a16:creationId xmlns:a16="http://schemas.microsoft.com/office/drawing/2014/main" id="{67BB79FB-2143-4749-9543-C105D9D14199}"/>
                    </a:ext>
                  </a:extLst>
                </p:cNvPr>
                <p:cNvPicPr/>
                <p:nvPr/>
              </p:nvPicPr>
              <p:blipFill>
                <a:blip r:embed="rId194"/>
                <a:stretch>
                  <a:fillRect/>
                </a:stretch>
              </p:blipFill>
              <p:spPr>
                <a:xfrm>
                  <a:off x="10964871" y="2359763"/>
                  <a:ext cx="23220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15" name="Ink 114">
                  <a:extLst>
                    <a:ext uri="{FF2B5EF4-FFF2-40B4-BE49-F238E27FC236}">
                      <a16:creationId xmlns:a16="http://schemas.microsoft.com/office/drawing/2014/main" id="{4EDC3F45-FB2C-44D6-A945-CD2C4EAB3A9C}"/>
                    </a:ext>
                  </a:extLst>
                </p14:cNvPr>
                <p14:cNvContentPartPr/>
                <p14:nvPr/>
              </p14:nvContentPartPr>
              <p14:xfrm>
                <a:off x="11273391" y="2390003"/>
                <a:ext cx="30960" cy="217080"/>
              </p14:xfrm>
            </p:contentPart>
          </mc:Choice>
          <mc:Fallback xmlns="">
            <p:pic>
              <p:nvPicPr>
                <p:cNvPr id="115" name="Ink 114">
                  <a:extLst>
                    <a:ext uri="{FF2B5EF4-FFF2-40B4-BE49-F238E27FC236}">
                      <a16:creationId xmlns:a16="http://schemas.microsoft.com/office/drawing/2014/main" id="{4EDC3F45-FB2C-44D6-A945-CD2C4EAB3A9C}"/>
                    </a:ext>
                  </a:extLst>
                </p:cNvPr>
                <p:cNvPicPr/>
                <p:nvPr/>
              </p:nvPicPr>
              <p:blipFill>
                <a:blip r:embed="rId196"/>
                <a:stretch>
                  <a:fillRect/>
                </a:stretch>
              </p:blipFill>
              <p:spPr>
                <a:xfrm>
                  <a:off x="11264391" y="2381003"/>
                  <a:ext cx="4860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16" name="Ink 115">
                  <a:extLst>
                    <a:ext uri="{FF2B5EF4-FFF2-40B4-BE49-F238E27FC236}">
                      <a16:creationId xmlns:a16="http://schemas.microsoft.com/office/drawing/2014/main" id="{D712FEE5-CB24-4187-9EBB-2A9A78AD4885}"/>
                    </a:ext>
                  </a:extLst>
                </p14:cNvPr>
                <p14:cNvContentPartPr/>
                <p14:nvPr/>
              </p14:nvContentPartPr>
              <p14:xfrm>
                <a:off x="10922031" y="2302163"/>
                <a:ext cx="48240" cy="236160"/>
              </p14:xfrm>
            </p:contentPart>
          </mc:Choice>
          <mc:Fallback xmlns="">
            <p:pic>
              <p:nvPicPr>
                <p:cNvPr id="116" name="Ink 115">
                  <a:extLst>
                    <a:ext uri="{FF2B5EF4-FFF2-40B4-BE49-F238E27FC236}">
                      <a16:creationId xmlns:a16="http://schemas.microsoft.com/office/drawing/2014/main" id="{D712FEE5-CB24-4187-9EBB-2A9A78AD4885}"/>
                    </a:ext>
                  </a:extLst>
                </p:cNvPr>
                <p:cNvPicPr/>
                <p:nvPr/>
              </p:nvPicPr>
              <p:blipFill>
                <a:blip r:embed="rId198"/>
                <a:stretch>
                  <a:fillRect/>
                </a:stretch>
              </p:blipFill>
              <p:spPr>
                <a:xfrm>
                  <a:off x="10913391" y="2293163"/>
                  <a:ext cx="6588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17" name="Ink 116">
                  <a:extLst>
                    <a:ext uri="{FF2B5EF4-FFF2-40B4-BE49-F238E27FC236}">
                      <a16:creationId xmlns:a16="http://schemas.microsoft.com/office/drawing/2014/main" id="{ACC85B9F-8F37-46DA-BB41-EDEB45858C6E}"/>
                    </a:ext>
                  </a:extLst>
                </p14:cNvPr>
                <p14:cNvContentPartPr/>
                <p14:nvPr/>
              </p14:nvContentPartPr>
              <p14:xfrm>
                <a:off x="11393271" y="2499083"/>
                <a:ext cx="80280" cy="8280"/>
              </p14:xfrm>
            </p:contentPart>
          </mc:Choice>
          <mc:Fallback xmlns="">
            <p:pic>
              <p:nvPicPr>
                <p:cNvPr id="117" name="Ink 116">
                  <a:extLst>
                    <a:ext uri="{FF2B5EF4-FFF2-40B4-BE49-F238E27FC236}">
                      <a16:creationId xmlns:a16="http://schemas.microsoft.com/office/drawing/2014/main" id="{ACC85B9F-8F37-46DA-BB41-EDEB45858C6E}"/>
                    </a:ext>
                  </a:extLst>
                </p:cNvPr>
                <p:cNvPicPr/>
                <p:nvPr/>
              </p:nvPicPr>
              <p:blipFill>
                <a:blip r:embed="rId200"/>
                <a:stretch>
                  <a:fillRect/>
                </a:stretch>
              </p:blipFill>
              <p:spPr>
                <a:xfrm>
                  <a:off x="11384631" y="2490443"/>
                  <a:ext cx="9792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18" name="Ink 117">
                  <a:extLst>
                    <a:ext uri="{FF2B5EF4-FFF2-40B4-BE49-F238E27FC236}">
                      <a16:creationId xmlns:a16="http://schemas.microsoft.com/office/drawing/2014/main" id="{AD79B989-5BBF-4406-A32C-126FF032A811}"/>
                    </a:ext>
                  </a:extLst>
                </p14:cNvPr>
                <p14:cNvContentPartPr/>
                <p14:nvPr/>
              </p14:nvContentPartPr>
              <p14:xfrm>
                <a:off x="11444391" y="2455883"/>
                <a:ext cx="7920" cy="5760"/>
              </p14:xfrm>
            </p:contentPart>
          </mc:Choice>
          <mc:Fallback xmlns="">
            <p:pic>
              <p:nvPicPr>
                <p:cNvPr id="118" name="Ink 117">
                  <a:extLst>
                    <a:ext uri="{FF2B5EF4-FFF2-40B4-BE49-F238E27FC236}">
                      <a16:creationId xmlns:a16="http://schemas.microsoft.com/office/drawing/2014/main" id="{AD79B989-5BBF-4406-A32C-126FF032A811}"/>
                    </a:ext>
                  </a:extLst>
                </p:cNvPr>
                <p:cNvPicPr/>
                <p:nvPr/>
              </p:nvPicPr>
              <p:blipFill>
                <a:blip r:embed="rId202"/>
                <a:stretch>
                  <a:fillRect/>
                </a:stretch>
              </p:blipFill>
              <p:spPr>
                <a:xfrm>
                  <a:off x="11435751" y="2446883"/>
                  <a:ext cx="2556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19" name="Ink 118">
                  <a:extLst>
                    <a:ext uri="{FF2B5EF4-FFF2-40B4-BE49-F238E27FC236}">
                      <a16:creationId xmlns:a16="http://schemas.microsoft.com/office/drawing/2014/main" id="{C27055A5-143C-463D-85C1-FDBB1B14689B}"/>
                    </a:ext>
                  </a:extLst>
                </p14:cNvPr>
                <p14:cNvContentPartPr/>
                <p14:nvPr/>
              </p14:nvContentPartPr>
              <p14:xfrm>
                <a:off x="11409111" y="2447603"/>
                <a:ext cx="264960" cy="124920"/>
              </p14:xfrm>
            </p:contentPart>
          </mc:Choice>
          <mc:Fallback xmlns="">
            <p:pic>
              <p:nvPicPr>
                <p:cNvPr id="119" name="Ink 118">
                  <a:extLst>
                    <a:ext uri="{FF2B5EF4-FFF2-40B4-BE49-F238E27FC236}">
                      <a16:creationId xmlns:a16="http://schemas.microsoft.com/office/drawing/2014/main" id="{C27055A5-143C-463D-85C1-FDBB1B14689B}"/>
                    </a:ext>
                  </a:extLst>
                </p:cNvPr>
                <p:cNvPicPr/>
                <p:nvPr/>
              </p:nvPicPr>
              <p:blipFill>
                <a:blip r:embed="rId204"/>
                <a:stretch>
                  <a:fillRect/>
                </a:stretch>
              </p:blipFill>
              <p:spPr>
                <a:xfrm>
                  <a:off x="11400111" y="2438963"/>
                  <a:ext cx="28260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20" name="Ink 119">
                  <a:extLst>
                    <a:ext uri="{FF2B5EF4-FFF2-40B4-BE49-F238E27FC236}">
                      <a16:creationId xmlns:a16="http://schemas.microsoft.com/office/drawing/2014/main" id="{4D05FC1D-9E1E-45D2-89C9-8DCE1BCA1489}"/>
                    </a:ext>
                  </a:extLst>
                </p14:cNvPr>
                <p14:cNvContentPartPr/>
                <p14:nvPr/>
              </p14:nvContentPartPr>
              <p14:xfrm>
                <a:off x="11749311" y="2585843"/>
                <a:ext cx="22680" cy="5760"/>
              </p14:xfrm>
            </p:contentPart>
          </mc:Choice>
          <mc:Fallback xmlns="">
            <p:pic>
              <p:nvPicPr>
                <p:cNvPr id="120" name="Ink 119">
                  <a:extLst>
                    <a:ext uri="{FF2B5EF4-FFF2-40B4-BE49-F238E27FC236}">
                      <a16:creationId xmlns:a16="http://schemas.microsoft.com/office/drawing/2014/main" id="{4D05FC1D-9E1E-45D2-89C9-8DCE1BCA1489}"/>
                    </a:ext>
                  </a:extLst>
                </p:cNvPr>
                <p:cNvPicPr/>
                <p:nvPr/>
              </p:nvPicPr>
              <p:blipFill>
                <a:blip r:embed="rId206"/>
                <a:stretch>
                  <a:fillRect/>
                </a:stretch>
              </p:blipFill>
              <p:spPr>
                <a:xfrm>
                  <a:off x="11740311" y="2576843"/>
                  <a:ext cx="4032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21" name="Ink 120">
                  <a:extLst>
                    <a:ext uri="{FF2B5EF4-FFF2-40B4-BE49-F238E27FC236}">
                      <a16:creationId xmlns:a16="http://schemas.microsoft.com/office/drawing/2014/main" id="{C13B2864-2AB8-4715-B159-FCD5E032E16B}"/>
                    </a:ext>
                  </a:extLst>
                </p14:cNvPr>
                <p14:cNvContentPartPr/>
                <p14:nvPr/>
              </p14:nvContentPartPr>
              <p14:xfrm>
                <a:off x="11503071" y="2738483"/>
                <a:ext cx="37440" cy="201240"/>
              </p14:xfrm>
            </p:contentPart>
          </mc:Choice>
          <mc:Fallback xmlns="">
            <p:pic>
              <p:nvPicPr>
                <p:cNvPr id="121" name="Ink 120">
                  <a:extLst>
                    <a:ext uri="{FF2B5EF4-FFF2-40B4-BE49-F238E27FC236}">
                      <a16:creationId xmlns:a16="http://schemas.microsoft.com/office/drawing/2014/main" id="{C13B2864-2AB8-4715-B159-FCD5E032E16B}"/>
                    </a:ext>
                  </a:extLst>
                </p:cNvPr>
                <p:cNvPicPr/>
                <p:nvPr/>
              </p:nvPicPr>
              <p:blipFill>
                <a:blip r:embed="rId208"/>
                <a:stretch>
                  <a:fillRect/>
                </a:stretch>
              </p:blipFill>
              <p:spPr>
                <a:xfrm>
                  <a:off x="11494431" y="2729843"/>
                  <a:ext cx="5508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22" name="Ink 121">
                  <a:extLst>
                    <a:ext uri="{FF2B5EF4-FFF2-40B4-BE49-F238E27FC236}">
                      <a16:creationId xmlns:a16="http://schemas.microsoft.com/office/drawing/2014/main" id="{9953EC0F-62DC-4579-8C89-D9D6BE7F7B63}"/>
                    </a:ext>
                  </a:extLst>
                </p14:cNvPr>
                <p14:cNvContentPartPr/>
                <p14:nvPr/>
              </p14:nvContentPartPr>
              <p14:xfrm>
                <a:off x="11608551" y="2832443"/>
                <a:ext cx="152640" cy="85320"/>
              </p14:xfrm>
            </p:contentPart>
          </mc:Choice>
          <mc:Fallback xmlns="">
            <p:pic>
              <p:nvPicPr>
                <p:cNvPr id="122" name="Ink 121">
                  <a:extLst>
                    <a:ext uri="{FF2B5EF4-FFF2-40B4-BE49-F238E27FC236}">
                      <a16:creationId xmlns:a16="http://schemas.microsoft.com/office/drawing/2014/main" id="{9953EC0F-62DC-4579-8C89-D9D6BE7F7B63}"/>
                    </a:ext>
                  </a:extLst>
                </p:cNvPr>
                <p:cNvPicPr/>
                <p:nvPr/>
              </p:nvPicPr>
              <p:blipFill>
                <a:blip r:embed="rId210"/>
                <a:stretch>
                  <a:fillRect/>
                </a:stretch>
              </p:blipFill>
              <p:spPr>
                <a:xfrm>
                  <a:off x="11599551" y="2823803"/>
                  <a:ext cx="17028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23" name="Ink 122">
                  <a:extLst>
                    <a:ext uri="{FF2B5EF4-FFF2-40B4-BE49-F238E27FC236}">
                      <a16:creationId xmlns:a16="http://schemas.microsoft.com/office/drawing/2014/main" id="{C4FBBB4E-00C6-43B4-81AF-F99C92D85C54}"/>
                    </a:ext>
                  </a:extLst>
                </p14:cNvPr>
                <p14:cNvContentPartPr/>
                <p14:nvPr/>
              </p14:nvContentPartPr>
              <p14:xfrm>
                <a:off x="11814831" y="2923883"/>
                <a:ext cx="108000" cy="77760"/>
              </p14:xfrm>
            </p:contentPart>
          </mc:Choice>
          <mc:Fallback xmlns="">
            <p:pic>
              <p:nvPicPr>
                <p:cNvPr id="123" name="Ink 122">
                  <a:extLst>
                    <a:ext uri="{FF2B5EF4-FFF2-40B4-BE49-F238E27FC236}">
                      <a16:creationId xmlns:a16="http://schemas.microsoft.com/office/drawing/2014/main" id="{C4FBBB4E-00C6-43B4-81AF-F99C92D85C54}"/>
                    </a:ext>
                  </a:extLst>
                </p:cNvPr>
                <p:cNvPicPr/>
                <p:nvPr/>
              </p:nvPicPr>
              <p:blipFill>
                <a:blip r:embed="rId212"/>
                <a:stretch>
                  <a:fillRect/>
                </a:stretch>
              </p:blipFill>
              <p:spPr>
                <a:xfrm>
                  <a:off x="11806191" y="2915243"/>
                  <a:ext cx="12564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24" name="Ink 123">
                  <a:extLst>
                    <a:ext uri="{FF2B5EF4-FFF2-40B4-BE49-F238E27FC236}">
                      <a16:creationId xmlns:a16="http://schemas.microsoft.com/office/drawing/2014/main" id="{F5DA8476-33A7-4DA5-96E3-CD82C1505B65}"/>
                    </a:ext>
                  </a:extLst>
                </p14:cNvPr>
                <p14:cNvContentPartPr/>
                <p14:nvPr/>
              </p14:nvContentPartPr>
              <p14:xfrm>
                <a:off x="11992311" y="2750363"/>
                <a:ext cx="12960" cy="284400"/>
              </p14:xfrm>
            </p:contentPart>
          </mc:Choice>
          <mc:Fallback xmlns="">
            <p:pic>
              <p:nvPicPr>
                <p:cNvPr id="124" name="Ink 123">
                  <a:extLst>
                    <a:ext uri="{FF2B5EF4-FFF2-40B4-BE49-F238E27FC236}">
                      <a16:creationId xmlns:a16="http://schemas.microsoft.com/office/drawing/2014/main" id="{F5DA8476-33A7-4DA5-96E3-CD82C1505B65}"/>
                    </a:ext>
                  </a:extLst>
                </p:cNvPr>
                <p:cNvPicPr/>
                <p:nvPr/>
              </p:nvPicPr>
              <p:blipFill>
                <a:blip r:embed="rId214"/>
                <a:stretch>
                  <a:fillRect/>
                </a:stretch>
              </p:blipFill>
              <p:spPr>
                <a:xfrm>
                  <a:off x="11983671" y="2741723"/>
                  <a:ext cx="3060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29" name="Ink 128">
                  <a:extLst>
                    <a:ext uri="{FF2B5EF4-FFF2-40B4-BE49-F238E27FC236}">
                      <a16:creationId xmlns:a16="http://schemas.microsoft.com/office/drawing/2014/main" id="{A490AA54-224A-4D05-A506-A7F4DA82522A}"/>
                    </a:ext>
                  </a:extLst>
                </p14:cNvPr>
                <p14:cNvContentPartPr/>
                <p14:nvPr/>
              </p14:nvContentPartPr>
              <p14:xfrm>
                <a:off x="11905551" y="2662163"/>
                <a:ext cx="225360" cy="536040"/>
              </p14:xfrm>
            </p:contentPart>
          </mc:Choice>
          <mc:Fallback xmlns="">
            <p:pic>
              <p:nvPicPr>
                <p:cNvPr id="129" name="Ink 128">
                  <a:extLst>
                    <a:ext uri="{FF2B5EF4-FFF2-40B4-BE49-F238E27FC236}">
                      <a16:creationId xmlns:a16="http://schemas.microsoft.com/office/drawing/2014/main" id="{A490AA54-224A-4D05-A506-A7F4DA82522A}"/>
                    </a:ext>
                  </a:extLst>
                </p:cNvPr>
                <p:cNvPicPr/>
                <p:nvPr/>
              </p:nvPicPr>
              <p:blipFill>
                <a:blip r:embed="rId216"/>
                <a:stretch>
                  <a:fillRect/>
                </a:stretch>
              </p:blipFill>
              <p:spPr>
                <a:xfrm>
                  <a:off x="11896911" y="2653523"/>
                  <a:ext cx="243000" cy="553680"/>
                </a:xfrm>
                <a:prstGeom prst="rect">
                  <a:avLst/>
                </a:prstGeom>
              </p:spPr>
            </p:pic>
          </mc:Fallback>
        </mc:AlternateContent>
      </p:grpSp>
      <p:grpSp>
        <p:nvGrpSpPr>
          <p:cNvPr id="143" name="Group 142">
            <a:extLst>
              <a:ext uri="{FF2B5EF4-FFF2-40B4-BE49-F238E27FC236}">
                <a16:creationId xmlns:a16="http://schemas.microsoft.com/office/drawing/2014/main" id="{537E728E-5102-40A3-BF4B-C0AC21257FB6}"/>
              </a:ext>
            </a:extLst>
          </p:cNvPr>
          <p:cNvGrpSpPr/>
          <p:nvPr/>
        </p:nvGrpSpPr>
        <p:grpSpPr>
          <a:xfrm>
            <a:off x="4134231" y="6053003"/>
            <a:ext cx="1444320" cy="924480"/>
            <a:chOff x="4134231" y="6053003"/>
            <a:chExt cx="1444320" cy="924480"/>
          </a:xfrm>
        </p:grpSpPr>
        <mc:AlternateContent xmlns:mc="http://schemas.openxmlformats.org/markup-compatibility/2006" xmlns:p14="http://schemas.microsoft.com/office/powerpoint/2010/main">
          <mc:Choice Requires="p14">
            <p:contentPart p14:bwMode="auto" r:id="rId217">
              <p14:nvContentPartPr>
                <p14:cNvPr id="131" name="Ink 130">
                  <a:extLst>
                    <a:ext uri="{FF2B5EF4-FFF2-40B4-BE49-F238E27FC236}">
                      <a16:creationId xmlns:a16="http://schemas.microsoft.com/office/drawing/2014/main" id="{AD158F61-CA5B-4755-9B85-B7D05090171C}"/>
                    </a:ext>
                  </a:extLst>
                </p14:cNvPr>
                <p14:cNvContentPartPr/>
                <p14:nvPr/>
              </p14:nvContentPartPr>
              <p14:xfrm>
                <a:off x="4687911" y="6053003"/>
                <a:ext cx="10800" cy="297360"/>
              </p14:xfrm>
            </p:contentPart>
          </mc:Choice>
          <mc:Fallback xmlns="">
            <p:pic>
              <p:nvPicPr>
                <p:cNvPr id="131" name="Ink 130">
                  <a:extLst>
                    <a:ext uri="{FF2B5EF4-FFF2-40B4-BE49-F238E27FC236}">
                      <a16:creationId xmlns:a16="http://schemas.microsoft.com/office/drawing/2014/main" id="{AD158F61-CA5B-4755-9B85-B7D05090171C}"/>
                    </a:ext>
                  </a:extLst>
                </p:cNvPr>
                <p:cNvPicPr/>
                <p:nvPr/>
              </p:nvPicPr>
              <p:blipFill>
                <a:blip r:embed="rId218"/>
                <a:stretch>
                  <a:fillRect/>
                </a:stretch>
              </p:blipFill>
              <p:spPr>
                <a:xfrm>
                  <a:off x="4679271" y="6044003"/>
                  <a:ext cx="2844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32" name="Ink 131">
                  <a:extLst>
                    <a:ext uri="{FF2B5EF4-FFF2-40B4-BE49-F238E27FC236}">
                      <a16:creationId xmlns:a16="http://schemas.microsoft.com/office/drawing/2014/main" id="{6035A1CF-323B-4B87-85A4-92675864A08F}"/>
                    </a:ext>
                  </a:extLst>
                </p14:cNvPr>
                <p14:cNvContentPartPr/>
                <p14:nvPr/>
              </p14:nvContentPartPr>
              <p14:xfrm>
                <a:off x="4739751" y="6110963"/>
                <a:ext cx="15840" cy="279000"/>
              </p14:xfrm>
            </p:contentPart>
          </mc:Choice>
          <mc:Fallback xmlns="">
            <p:pic>
              <p:nvPicPr>
                <p:cNvPr id="132" name="Ink 131">
                  <a:extLst>
                    <a:ext uri="{FF2B5EF4-FFF2-40B4-BE49-F238E27FC236}">
                      <a16:creationId xmlns:a16="http://schemas.microsoft.com/office/drawing/2014/main" id="{6035A1CF-323B-4B87-85A4-92675864A08F}"/>
                    </a:ext>
                  </a:extLst>
                </p:cNvPr>
                <p:cNvPicPr/>
                <p:nvPr/>
              </p:nvPicPr>
              <p:blipFill>
                <a:blip r:embed="rId220"/>
                <a:stretch>
                  <a:fillRect/>
                </a:stretch>
              </p:blipFill>
              <p:spPr>
                <a:xfrm>
                  <a:off x="4731111" y="6101963"/>
                  <a:ext cx="3348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33" name="Ink 132">
                  <a:extLst>
                    <a:ext uri="{FF2B5EF4-FFF2-40B4-BE49-F238E27FC236}">
                      <a16:creationId xmlns:a16="http://schemas.microsoft.com/office/drawing/2014/main" id="{AFB17A4A-6AAB-4BB7-93E8-CAF6D589030D}"/>
                    </a:ext>
                  </a:extLst>
                </p14:cNvPr>
                <p14:cNvContentPartPr/>
                <p14:nvPr/>
              </p14:nvContentPartPr>
              <p14:xfrm>
                <a:off x="4632471" y="6301763"/>
                <a:ext cx="190800" cy="93240"/>
              </p14:xfrm>
            </p:contentPart>
          </mc:Choice>
          <mc:Fallback xmlns="">
            <p:pic>
              <p:nvPicPr>
                <p:cNvPr id="133" name="Ink 132">
                  <a:extLst>
                    <a:ext uri="{FF2B5EF4-FFF2-40B4-BE49-F238E27FC236}">
                      <a16:creationId xmlns:a16="http://schemas.microsoft.com/office/drawing/2014/main" id="{AFB17A4A-6AAB-4BB7-93E8-CAF6D589030D}"/>
                    </a:ext>
                  </a:extLst>
                </p:cNvPr>
                <p:cNvPicPr/>
                <p:nvPr/>
              </p:nvPicPr>
              <p:blipFill>
                <a:blip r:embed="rId222"/>
                <a:stretch>
                  <a:fillRect/>
                </a:stretch>
              </p:blipFill>
              <p:spPr>
                <a:xfrm>
                  <a:off x="4623471" y="6293123"/>
                  <a:ext cx="20844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34" name="Ink 133">
                  <a:extLst>
                    <a:ext uri="{FF2B5EF4-FFF2-40B4-BE49-F238E27FC236}">
                      <a16:creationId xmlns:a16="http://schemas.microsoft.com/office/drawing/2014/main" id="{EDEFFBEA-289F-4567-875F-F2904790199A}"/>
                    </a:ext>
                  </a:extLst>
                </p14:cNvPr>
                <p14:cNvContentPartPr/>
                <p14:nvPr/>
              </p14:nvContentPartPr>
              <p14:xfrm>
                <a:off x="4177791" y="6423083"/>
                <a:ext cx="104040" cy="400320"/>
              </p14:xfrm>
            </p:contentPart>
          </mc:Choice>
          <mc:Fallback xmlns="">
            <p:pic>
              <p:nvPicPr>
                <p:cNvPr id="134" name="Ink 133">
                  <a:extLst>
                    <a:ext uri="{FF2B5EF4-FFF2-40B4-BE49-F238E27FC236}">
                      <a16:creationId xmlns:a16="http://schemas.microsoft.com/office/drawing/2014/main" id="{EDEFFBEA-289F-4567-875F-F2904790199A}"/>
                    </a:ext>
                  </a:extLst>
                </p:cNvPr>
                <p:cNvPicPr/>
                <p:nvPr/>
              </p:nvPicPr>
              <p:blipFill>
                <a:blip r:embed="rId224"/>
                <a:stretch>
                  <a:fillRect/>
                </a:stretch>
              </p:blipFill>
              <p:spPr>
                <a:xfrm>
                  <a:off x="4169151" y="6414083"/>
                  <a:ext cx="121680" cy="41796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35" name="Ink 134">
                  <a:extLst>
                    <a:ext uri="{FF2B5EF4-FFF2-40B4-BE49-F238E27FC236}">
                      <a16:creationId xmlns:a16="http://schemas.microsoft.com/office/drawing/2014/main" id="{C0F155A5-8515-4276-8E6D-D5584AF0F12C}"/>
                    </a:ext>
                  </a:extLst>
                </p14:cNvPr>
                <p14:cNvContentPartPr/>
                <p14:nvPr/>
              </p14:nvContentPartPr>
              <p14:xfrm>
                <a:off x="4134231" y="6639803"/>
                <a:ext cx="344520" cy="72000"/>
              </p14:xfrm>
            </p:contentPart>
          </mc:Choice>
          <mc:Fallback xmlns="">
            <p:pic>
              <p:nvPicPr>
                <p:cNvPr id="135" name="Ink 134">
                  <a:extLst>
                    <a:ext uri="{FF2B5EF4-FFF2-40B4-BE49-F238E27FC236}">
                      <a16:creationId xmlns:a16="http://schemas.microsoft.com/office/drawing/2014/main" id="{C0F155A5-8515-4276-8E6D-D5584AF0F12C}"/>
                    </a:ext>
                  </a:extLst>
                </p:cNvPr>
                <p:cNvPicPr/>
                <p:nvPr/>
              </p:nvPicPr>
              <p:blipFill>
                <a:blip r:embed="rId226"/>
                <a:stretch>
                  <a:fillRect/>
                </a:stretch>
              </p:blipFill>
              <p:spPr>
                <a:xfrm>
                  <a:off x="4125231" y="6631163"/>
                  <a:ext cx="36216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36" name="Ink 135">
                  <a:extLst>
                    <a:ext uri="{FF2B5EF4-FFF2-40B4-BE49-F238E27FC236}">
                      <a16:creationId xmlns:a16="http://schemas.microsoft.com/office/drawing/2014/main" id="{5C4D27FB-FE87-42AF-AC37-2C218EFC6EFC}"/>
                    </a:ext>
                  </a:extLst>
                </p14:cNvPr>
                <p14:cNvContentPartPr/>
                <p14:nvPr/>
              </p14:nvContentPartPr>
              <p14:xfrm>
                <a:off x="4516551" y="6667163"/>
                <a:ext cx="82080" cy="52920"/>
              </p14:xfrm>
            </p:contentPart>
          </mc:Choice>
          <mc:Fallback xmlns="">
            <p:pic>
              <p:nvPicPr>
                <p:cNvPr id="136" name="Ink 135">
                  <a:extLst>
                    <a:ext uri="{FF2B5EF4-FFF2-40B4-BE49-F238E27FC236}">
                      <a16:creationId xmlns:a16="http://schemas.microsoft.com/office/drawing/2014/main" id="{5C4D27FB-FE87-42AF-AC37-2C218EFC6EFC}"/>
                    </a:ext>
                  </a:extLst>
                </p:cNvPr>
                <p:cNvPicPr/>
                <p:nvPr/>
              </p:nvPicPr>
              <p:blipFill>
                <a:blip r:embed="rId228"/>
                <a:stretch>
                  <a:fillRect/>
                </a:stretch>
              </p:blipFill>
              <p:spPr>
                <a:xfrm>
                  <a:off x="4507911" y="6658163"/>
                  <a:ext cx="9972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37" name="Ink 136">
                  <a:extLst>
                    <a:ext uri="{FF2B5EF4-FFF2-40B4-BE49-F238E27FC236}">
                      <a16:creationId xmlns:a16="http://schemas.microsoft.com/office/drawing/2014/main" id="{30D1F032-8E67-4821-AFF0-0FFE09548CD2}"/>
                    </a:ext>
                  </a:extLst>
                </p14:cNvPr>
                <p14:cNvContentPartPr/>
                <p14:nvPr/>
              </p14:nvContentPartPr>
              <p14:xfrm>
                <a:off x="4631751" y="6612443"/>
                <a:ext cx="102600" cy="118440"/>
              </p14:xfrm>
            </p:contentPart>
          </mc:Choice>
          <mc:Fallback xmlns="">
            <p:pic>
              <p:nvPicPr>
                <p:cNvPr id="137" name="Ink 136">
                  <a:extLst>
                    <a:ext uri="{FF2B5EF4-FFF2-40B4-BE49-F238E27FC236}">
                      <a16:creationId xmlns:a16="http://schemas.microsoft.com/office/drawing/2014/main" id="{30D1F032-8E67-4821-AFF0-0FFE09548CD2}"/>
                    </a:ext>
                  </a:extLst>
                </p:cNvPr>
                <p:cNvPicPr/>
                <p:nvPr/>
              </p:nvPicPr>
              <p:blipFill>
                <a:blip r:embed="rId230"/>
                <a:stretch>
                  <a:fillRect/>
                </a:stretch>
              </p:blipFill>
              <p:spPr>
                <a:xfrm>
                  <a:off x="4622751" y="6603443"/>
                  <a:ext cx="12024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38" name="Ink 137">
                  <a:extLst>
                    <a:ext uri="{FF2B5EF4-FFF2-40B4-BE49-F238E27FC236}">
                      <a16:creationId xmlns:a16="http://schemas.microsoft.com/office/drawing/2014/main" id="{172FA56A-67CF-49D7-9862-2130ADC43785}"/>
                    </a:ext>
                  </a:extLst>
                </p14:cNvPr>
                <p14:cNvContentPartPr/>
                <p14:nvPr/>
              </p14:nvContentPartPr>
              <p14:xfrm>
                <a:off x="4847031" y="6514523"/>
                <a:ext cx="163080" cy="462960"/>
              </p14:xfrm>
            </p:contentPart>
          </mc:Choice>
          <mc:Fallback xmlns="">
            <p:pic>
              <p:nvPicPr>
                <p:cNvPr id="138" name="Ink 137">
                  <a:extLst>
                    <a:ext uri="{FF2B5EF4-FFF2-40B4-BE49-F238E27FC236}">
                      <a16:creationId xmlns:a16="http://schemas.microsoft.com/office/drawing/2014/main" id="{172FA56A-67CF-49D7-9862-2130ADC43785}"/>
                    </a:ext>
                  </a:extLst>
                </p:cNvPr>
                <p:cNvPicPr/>
                <p:nvPr/>
              </p:nvPicPr>
              <p:blipFill>
                <a:blip r:embed="rId232"/>
                <a:stretch>
                  <a:fillRect/>
                </a:stretch>
              </p:blipFill>
              <p:spPr>
                <a:xfrm>
                  <a:off x="4838391" y="6505883"/>
                  <a:ext cx="180720" cy="48060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39" name="Ink 138">
                  <a:extLst>
                    <a:ext uri="{FF2B5EF4-FFF2-40B4-BE49-F238E27FC236}">
                      <a16:creationId xmlns:a16="http://schemas.microsoft.com/office/drawing/2014/main" id="{108BC563-1839-42DF-8466-247181449C64}"/>
                    </a:ext>
                  </a:extLst>
                </p14:cNvPr>
                <p14:cNvContentPartPr/>
                <p14:nvPr/>
              </p14:nvContentPartPr>
              <p14:xfrm>
                <a:off x="4962951" y="6747803"/>
                <a:ext cx="153000" cy="42480"/>
              </p14:xfrm>
            </p:contentPart>
          </mc:Choice>
          <mc:Fallback xmlns="">
            <p:pic>
              <p:nvPicPr>
                <p:cNvPr id="139" name="Ink 138">
                  <a:extLst>
                    <a:ext uri="{FF2B5EF4-FFF2-40B4-BE49-F238E27FC236}">
                      <a16:creationId xmlns:a16="http://schemas.microsoft.com/office/drawing/2014/main" id="{108BC563-1839-42DF-8466-247181449C64}"/>
                    </a:ext>
                  </a:extLst>
                </p:cNvPr>
                <p:cNvPicPr/>
                <p:nvPr/>
              </p:nvPicPr>
              <p:blipFill>
                <a:blip r:embed="rId234"/>
                <a:stretch>
                  <a:fillRect/>
                </a:stretch>
              </p:blipFill>
              <p:spPr>
                <a:xfrm>
                  <a:off x="4954311" y="6738803"/>
                  <a:ext cx="17064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40" name="Ink 139">
                  <a:extLst>
                    <a:ext uri="{FF2B5EF4-FFF2-40B4-BE49-F238E27FC236}">
                      <a16:creationId xmlns:a16="http://schemas.microsoft.com/office/drawing/2014/main" id="{3E983427-F081-41A2-B09F-4B678578FD27}"/>
                    </a:ext>
                  </a:extLst>
                </p14:cNvPr>
                <p14:cNvContentPartPr/>
                <p14:nvPr/>
              </p14:nvContentPartPr>
              <p14:xfrm>
                <a:off x="5214951" y="6663563"/>
                <a:ext cx="105840" cy="70920"/>
              </p14:xfrm>
            </p:contentPart>
          </mc:Choice>
          <mc:Fallback xmlns="">
            <p:pic>
              <p:nvPicPr>
                <p:cNvPr id="140" name="Ink 139">
                  <a:extLst>
                    <a:ext uri="{FF2B5EF4-FFF2-40B4-BE49-F238E27FC236}">
                      <a16:creationId xmlns:a16="http://schemas.microsoft.com/office/drawing/2014/main" id="{3E983427-F081-41A2-B09F-4B678578FD27}"/>
                    </a:ext>
                  </a:extLst>
                </p:cNvPr>
                <p:cNvPicPr/>
                <p:nvPr/>
              </p:nvPicPr>
              <p:blipFill>
                <a:blip r:embed="rId236"/>
                <a:stretch>
                  <a:fillRect/>
                </a:stretch>
              </p:blipFill>
              <p:spPr>
                <a:xfrm>
                  <a:off x="5206311" y="6654563"/>
                  <a:ext cx="12348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41" name="Ink 140">
                  <a:extLst>
                    <a:ext uri="{FF2B5EF4-FFF2-40B4-BE49-F238E27FC236}">
                      <a16:creationId xmlns:a16="http://schemas.microsoft.com/office/drawing/2014/main" id="{3AACB51C-DC49-45F2-BA93-D4F8AC87FEF2}"/>
                    </a:ext>
                  </a:extLst>
                </p14:cNvPr>
                <p14:cNvContentPartPr/>
                <p14:nvPr/>
              </p14:nvContentPartPr>
              <p14:xfrm>
                <a:off x="5353911" y="6616763"/>
                <a:ext cx="75600" cy="137880"/>
              </p14:xfrm>
            </p:contentPart>
          </mc:Choice>
          <mc:Fallback xmlns="">
            <p:pic>
              <p:nvPicPr>
                <p:cNvPr id="141" name="Ink 140">
                  <a:extLst>
                    <a:ext uri="{FF2B5EF4-FFF2-40B4-BE49-F238E27FC236}">
                      <a16:creationId xmlns:a16="http://schemas.microsoft.com/office/drawing/2014/main" id="{3AACB51C-DC49-45F2-BA93-D4F8AC87FEF2}"/>
                    </a:ext>
                  </a:extLst>
                </p:cNvPr>
                <p:cNvPicPr/>
                <p:nvPr/>
              </p:nvPicPr>
              <p:blipFill>
                <a:blip r:embed="rId238"/>
                <a:stretch>
                  <a:fillRect/>
                </a:stretch>
              </p:blipFill>
              <p:spPr>
                <a:xfrm>
                  <a:off x="5345271" y="6608123"/>
                  <a:ext cx="9324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42" name="Ink 141">
                  <a:extLst>
                    <a:ext uri="{FF2B5EF4-FFF2-40B4-BE49-F238E27FC236}">
                      <a16:creationId xmlns:a16="http://schemas.microsoft.com/office/drawing/2014/main" id="{B9442520-9E7E-49B4-B8E3-338CF4C48597}"/>
                    </a:ext>
                  </a:extLst>
                </p14:cNvPr>
                <p14:cNvContentPartPr/>
                <p14:nvPr/>
              </p14:nvContentPartPr>
              <p14:xfrm>
                <a:off x="5289831" y="6656363"/>
                <a:ext cx="288720" cy="56520"/>
              </p14:xfrm>
            </p:contentPart>
          </mc:Choice>
          <mc:Fallback xmlns="">
            <p:pic>
              <p:nvPicPr>
                <p:cNvPr id="142" name="Ink 141">
                  <a:extLst>
                    <a:ext uri="{FF2B5EF4-FFF2-40B4-BE49-F238E27FC236}">
                      <a16:creationId xmlns:a16="http://schemas.microsoft.com/office/drawing/2014/main" id="{B9442520-9E7E-49B4-B8E3-338CF4C48597}"/>
                    </a:ext>
                  </a:extLst>
                </p:cNvPr>
                <p:cNvPicPr/>
                <p:nvPr/>
              </p:nvPicPr>
              <p:blipFill>
                <a:blip r:embed="rId240"/>
                <a:stretch>
                  <a:fillRect/>
                </a:stretch>
              </p:blipFill>
              <p:spPr>
                <a:xfrm>
                  <a:off x="5281191" y="6647363"/>
                  <a:ext cx="306360" cy="74160"/>
                </a:xfrm>
                <a:prstGeom prst="rect">
                  <a:avLst/>
                </a:prstGeom>
              </p:spPr>
            </p:pic>
          </mc:Fallback>
        </mc:AlternateContent>
      </p:grpSp>
      <p:grpSp>
        <p:nvGrpSpPr>
          <p:cNvPr id="153" name="Group 152">
            <a:extLst>
              <a:ext uri="{FF2B5EF4-FFF2-40B4-BE49-F238E27FC236}">
                <a16:creationId xmlns:a16="http://schemas.microsoft.com/office/drawing/2014/main" id="{D88BAD6C-57B0-4034-91B7-C5BBF65201D4}"/>
              </a:ext>
            </a:extLst>
          </p:cNvPr>
          <p:cNvGrpSpPr/>
          <p:nvPr/>
        </p:nvGrpSpPr>
        <p:grpSpPr>
          <a:xfrm>
            <a:off x="7040871" y="6129683"/>
            <a:ext cx="1454400" cy="840240"/>
            <a:chOff x="7040871" y="6129683"/>
            <a:chExt cx="1454400" cy="840240"/>
          </a:xfrm>
        </p:grpSpPr>
        <mc:AlternateContent xmlns:mc="http://schemas.openxmlformats.org/markup-compatibility/2006" xmlns:p14="http://schemas.microsoft.com/office/powerpoint/2010/main">
          <mc:Choice Requires="p14">
            <p:contentPart p14:bwMode="auto" r:id="rId241">
              <p14:nvContentPartPr>
                <p14:cNvPr id="144" name="Ink 143">
                  <a:extLst>
                    <a:ext uri="{FF2B5EF4-FFF2-40B4-BE49-F238E27FC236}">
                      <a16:creationId xmlns:a16="http://schemas.microsoft.com/office/drawing/2014/main" id="{6779A217-AD93-4199-8BD9-0ED83C55B164}"/>
                    </a:ext>
                  </a:extLst>
                </p14:cNvPr>
                <p14:cNvContentPartPr/>
                <p14:nvPr/>
              </p14:nvContentPartPr>
              <p14:xfrm>
                <a:off x="7159671" y="6129683"/>
                <a:ext cx="132480" cy="305280"/>
              </p14:xfrm>
            </p:contentPart>
          </mc:Choice>
          <mc:Fallback xmlns="">
            <p:pic>
              <p:nvPicPr>
                <p:cNvPr id="144" name="Ink 143">
                  <a:extLst>
                    <a:ext uri="{FF2B5EF4-FFF2-40B4-BE49-F238E27FC236}">
                      <a16:creationId xmlns:a16="http://schemas.microsoft.com/office/drawing/2014/main" id="{6779A217-AD93-4199-8BD9-0ED83C55B164}"/>
                    </a:ext>
                  </a:extLst>
                </p:cNvPr>
                <p:cNvPicPr/>
                <p:nvPr/>
              </p:nvPicPr>
              <p:blipFill>
                <a:blip r:embed="rId242"/>
                <a:stretch>
                  <a:fillRect/>
                </a:stretch>
              </p:blipFill>
              <p:spPr>
                <a:xfrm>
                  <a:off x="7150671" y="6120683"/>
                  <a:ext cx="150120" cy="32292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45" name="Ink 144">
                  <a:extLst>
                    <a:ext uri="{FF2B5EF4-FFF2-40B4-BE49-F238E27FC236}">
                      <a16:creationId xmlns:a16="http://schemas.microsoft.com/office/drawing/2014/main" id="{6EB9082D-59D5-4EC2-8E94-8538F88BD662}"/>
                    </a:ext>
                  </a:extLst>
                </p14:cNvPr>
                <p14:cNvContentPartPr/>
                <p14:nvPr/>
              </p14:nvContentPartPr>
              <p14:xfrm>
                <a:off x="7058151" y="6516323"/>
                <a:ext cx="106200" cy="408960"/>
              </p14:xfrm>
            </p:contentPart>
          </mc:Choice>
          <mc:Fallback xmlns="">
            <p:pic>
              <p:nvPicPr>
                <p:cNvPr id="145" name="Ink 144">
                  <a:extLst>
                    <a:ext uri="{FF2B5EF4-FFF2-40B4-BE49-F238E27FC236}">
                      <a16:creationId xmlns:a16="http://schemas.microsoft.com/office/drawing/2014/main" id="{6EB9082D-59D5-4EC2-8E94-8538F88BD662}"/>
                    </a:ext>
                  </a:extLst>
                </p:cNvPr>
                <p:cNvPicPr/>
                <p:nvPr/>
              </p:nvPicPr>
              <p:blipFill>
                <a:blip r:embed="rId244"/>
                <a:stretch>
                  <a:fillRect/>
                </a:stretch>
              </p:blipFill>
              <p:spPr>
                <a:xfrm>
                  <a:off x="7049151" y="6507323"/>
                  <a:ext cx="123840" cy="42660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46" name="Ink 145">
                  <a:extLst>
                    <a:ext uri="{FF2B5EF4-FFF2-40B4-BE49-F238E27FC236}">
                      <a16:creationId xmlns:a16="http://schemas.microsoft.com/office/drawing/2014/main" id="{CA462C11-FE2F-4038-902B-0F52B99872CA}"/>
                    </a:ext>
                  </a:extLst>
                </p14:cNvPr>
                <p14:cNvContentPartPr/>
                <p14:nvPr/>
              </p14:nvContentPartPr>
              <p14:xfrm>
                <a:off x="7040871" y="6712523"/>
                <a:ext cx="466560" cy="68400"/>
              </p14:xfrm>
            </p:contentPart>
          </mc:Choice>
          <mc:Fallback xmlns="">
            <p:pic>
              <p:nvPicPr>
                <p:cNvPr id="146" name="Ink 145">
                  <a:extLst>
                    <a:ext uri="{FF2B5EF4-FFF2-40B4-BE49-F238E27FC236}">
                      <a16:creationId xmlns:a16="http://schemas.microsoft.com/office/drawing/2014/main" id="{CA462C11-FE2F-4038-902B-0F52B99872CA}"/>
                    </a:ext>
                  </a:extLst>
                </p:cNvPr>
                <p:cNvPicPr/>
                <p:nvPr/>
              </p:nvPicPr>
              <p:blipFill>
                <a:blip r:embed="rId246"/>
                <a:stretch>
                  <a:fillRect/>
                </a:stretch>
              </p:blipFill>
              <p:spPr>
                <a:xfrm>
                  <a:off x="7032231" y="6703523"/>
                  <a:ext cx="48420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47" name="Ink 146">
                  <a:extLst>
                    <a:ext uri="{FF2B5EF4-FFF2-40B4-BE49-F238E27FC236}">
                      <a16:creationId xmlns:a16="http://schemas.microsoft.com/office/drawing/2014/main" id="{5B761B31-1F8F-40C2-AE1D-AE4F8BBF4B5E}"/>
                    </a:ext>
                  </a:extLst>
                </p14:cNvPr>
                <p14:cNvContentPartPr/>
                <p14:nvPr/>
              </p14:nvContentPartPr>
              <p14:xfrm>
                <a:off x="7541271" y="6675803"/>
                <a:ext cx="69480" cy="34200"/>
              </p14:xfrm>
            </p:contentPart>
          </mc:Choice>
          <mc:Fallback xmlns="">
            <p:pic>
              <p:nvPicPr>
                <p:cNvPr id="147" name="Ink 146">
                  <a:extLst>
                    <a:ext uri="{FF2B5EF4-FFF2-40B4-BE49-F238E27FC236}">
                      <a16:creationId xmlns:a16="http://schemas.microsoft.com/office/drawing/2014/main" id="{5B761B31-1F8F-40C2-AE1D-AE4F8BBF4B5E}"/>
                    </a:ext>
                  </a:extLst>
                </p:cNvPr>
                <p:cNvPicPr/>
                <p:nvPr/>
              </p:nvPicPr>
              <p:blipFill>
                <a:blip r:embed="rId248"/>
                <a:stretch>
                  <a:fillRect/>
                </a:stretch>
              </p:blipFill>
              <p:spPr>
                <a:xfrm>
                  <a:off x="7532631" y="6666803"/>
                  <a:ext cx="8712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48" name="Ink 147">
                  <a:extLst>
                    <a:ext uri="{FF2B5EF4-FFF2-40B4-BE49-F238E27FC236}">
                      <a16:creationId xmlns:a16="http://schemas.microsoft.com/office/drawing/2014/main" id="{11027458-3415-4788-BA38-3139ED0DEDC2}"/>
                    </a:ext>
                  </a:extLst>
                </p14:cNvPr>
                <p14:cNvContentPartPr/>
                <p14:nvPr/>
              </p14:nvContentPartPr>
              <p14:xfrm>
                <a:off x="7648911" y="6768323"/>
                <a:ext cx="16560" cy="6480"/>
              </p14:xfrm>
            </p:contentPart>
          </mc:Choice>
          <mc:Fallback xmlns="">
            <p:pic>
              <p:nvPicPr>
                <p:cNvPr id="148" name="Ink 147">
                  <a:extLst>
                    <a:ext uri="{FF2B5EF4-FFF2-40B4-BE49-F238E27FC236}">
                      <a16:creationId xmlns:a16="http://schemas.microsoft.com/office/drawing/2014/main" id="{11027458-3415-4788-BA38-3139ED0DEDC2}"/>
                    </a:ext>
                  </a:extLst>
                </p:cNvPr>
                <p:cNvPicPr/>
                <p:nvPr/>
              </p:nvPicPr>
              <p:blipFill>
                <a:blip r:embed="rId250"/>
                <a:stretch>
                  <a:fillRect/>
                </a:stretch>
              </p:blipFill>
              <p:spPr>
                <a:xfrm>
                  <a:off x="7639911" y="6759683"/>
                  <a:ext cx="3420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49" name="Ink 148">
                  <a:extLst>
                    <a:ext uri="{FF2B5EF4-FFF2-40B4-BE49-F238E27FC236}">
                      <a16:creationId xmlns:a16="http://schemas.microsoft.com/office/drawing/2014/main" id="{6F5B0727-2605-43D2-AF31-DC003C5C0ACE}"/>
                    </a:ext>
                  </a:extLst>
                </p14:cNvPr>
                <p14:cNvContentPartPr/>
                <p14:nvPr/>
              </p14:nvContentPartPr>
              <p14:xfrm>
                <a:off x="7808391" y="6587243"/>
                <a:ext cx="230760" cy="382680"/>
              </p14:xfrm>
            </p:contentPart>
          </mc:Choice>
          <mc:Fallback xmlns="">
            <p:pic>
              <p:nvPicPr>
                <p:cNvPr id="149" name="Ink 148">
                  <a:extLst>
                    <a:ext uri="{FF2B5EF4-FFF2-40B4-BE49-F238E27FC236}">
                      <a16:creationId xmlns:a16="http://schemas.microsoft.com/office/drawing/2014/main" id="{6F5B0727-2605-43D2-AF31-DC003C5C0ACE}"/>
                    </a:ext>
                  </a:extLst>
                </p:cNvPr>
                <p:cNvPicPr/>
                <p:nvPr/>
              </p:nvPicPr>
              <p:blipFill>
                <a:blip r:embed="rId252"/>
                <a:stretch>
                  <a:fillRect/>
                </a:stretch>
              </p:blipFill>
              <p:spPr>
                <a:xfrm>
                  <a:off x="7799391" y="6578243"/>
                  <a:ext cx="248400" cy="40032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50" name="Ink 149">
                  <a:extLst>
                    <a:ext uri="{FF2B5EF4-FFF2-40B4-BE49-F238E27FC236}">
                      <a16:creationId xmlns:a16="http://schemas.microsoft.com/office/drawing/2014/main" id="{7D7F50E5-5196-4EDD-A0BB-938C25140B23}"/>
                    </a:ext>
                  </a:extLst>
                </p14:cNvPr>
                <p14:cNvContentPartPr/>
                <p14:nvPr/>
              </p14:nvContentPartPr>
              <p14:xfrm>
                <a:off x="8111871" y="6677603"/>
                <a:ext cx="109440" cy="91800"/>
              </p14:xfrm>
            </p:contentPart>
          </mc:Choice>
          <mc:Fallback xmlns="">
            <p:pic>
              <p:nvPicPr>
                <p:cNvPr id="150" name="Ink 149">
                  <a:extLst>
                    <a:ext uri="{FF2B5EF4-FFF2-40B4-BE49-F238E27FC236}">
                      <a16:creationId xmlns:a16="http://schemas.microsoft.com/office/drawing/2014/main" id="{7D7F50E5-5196-4EDD-A0BB-938C25140B23}"/>
                    </a:ext>
                  </a:extLst>
                </p:cNvPr>
                <p:cNvPicPr/>
                <p:nvPr/>
              </p:nvPicPr>
              <p:blipFill>
                <a:blip r:embed="rId254"/>
                <a:stretch>
                  <a:fillRect/>
                </a:stretch>
              </p:blipFill>
              <p:spPr>
                <a:xfrm>
                  <a:off x="8103231" y="6668963"/>
                  <a:ext cx="12708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51" name="Ink 150">
                  <a:extLst>
                    <a:ext uri="{FF2B5EF4-FFF2-40B4-BE49-F238E27FC236}">
                      <a16:creationId xmlns:a16="http://schemas.microsoft.com/office/drawing/2014/main" id="{CD089716-A535-49D3-A2A9-D26B052408A7}"/>
                    </a:ext>
                  </a:extLst>
                </p14:cNvPr>
                <p14:cNvContentPartPr/>
                <p14:nvPr/>
              </p14:nvContentPartPr>
              <p14:xfrm>
                <a:off x="8238231" y="6648443"/>
                <a:ext cx="79560" cy="136080"/>
              </p14:xfrm>
            </p:contentPart>
          </mc:Choice>
          <mc:Fallback xmlns="">
            <p:pic>
              <p:nvPicPr>
                <p:cNvPr id="151" name="Ink 150">
                  <a:extLst>
                    <a:ext uri="{FF2B5EF4-FFF2-40B4-BE49-F238E27FC236}">
                      <a16:creationId xmlns:a16="http://schemas.microsoft.com/office/drawing/2014/main" id="{CD089716-A535-49D3-A2A9-D26B052408A7}"/>
                    </a:ext>
                  </a:extLst>
                </p:cNvPr>
                <p:cNvPicPr/>
                <p:nvPr/>
              </p:nvPicPr>
              <p:blipFill>
                <a:blip r:embed="rId256"/>
                <a:stretch>
                  <a:fillRect/>
                </a:stretch>
              </p:blipFill>
              <p:spPr>
                <a:xfrm>
                  <a:off x="8229591" y="6639443"/>
                  <a:ext cx="9720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52" name="Ink 151">
                  <a:extLst>
                    <a:ext uri="{FF2B5EF4-FFF2-40B4-BE49-F238E27FC236}">
                      <a16:creationId xmlns:a16="http://schemas.microsoft.com/office/drawing/2014/main" id="{15178A5E-D3D6-4E34-93BF-255C4892D67C}"/>
                    </a:ext>
                  </a:extLst>
                </p14:cNvPr>
                <p14:cNvContentPartPr/>
                <p14:nvPr/>
              </p14:nvContentPartPr>
              <p14:xfrm>
                <a:off x="8194671" y="6668963"/>
                <a:ext cx="300600" cy="116280"/>
              </p14:xfrm>
            </p:contentPart>
          </mc:Choice>
          <mc:Fallback xmlns="">
            <p:pic>
              <p:nvPicPr>
                <p:cNvPr id="152" name="Ink 151">
                  <a:extLst>
                    <a:ext uri="{FF2B5EF4-FFF2-40B4-BE49-F238E27FC236}">
                      <a16:creationId xmlns:a16="http://schemas.microsoft.com/office/drawing/2014/main" id="{15178A5E-D3D6-4E34-93BF-255C4892D67C}"/>
                    </a:ext>
                  </a:extLst>
                </p:cNvPr>
                <p:cNvPicPr/>
                <p:nvPr/>
              </p:nvPicPr>
              <p:blipFill>
                <a:blip r:embed="rId258"/>
                <a:stretch>
                  <a:fillRect/>
                </a:stretch>
              </p:blipFill>
              <p:spPr>
                <a:xfrm>
                  <a:off x="8185671" y="6660323"/>
                  <a:ext cx="318240" cy="133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9">
            <p14:nvContentPartPr>
              <p14:cNvPr id="226" name="Ink 225">
                <a:extLst>
                  <a:ext uri="{FF2B5EF4-FFF2-40B4-BE49-F238E27FC236}">
                    <a16:creationId xmlns:a16="http://schemas.microsoft.com/office/drawing/2014/main" id="{BE4E7705-DD34-4E0F-A284-9C48C2CAE28A}"/>
                  </a:ext>
                </a:extLst>
              </p14:cNvPr>
              <p14:cNvContentPartPr/>
              <p14:nvPr/>
            </p14:nvContentPartPr>
            <p14:xfrm>
              <a:off x="7288911" y="2077975"/>
              <a:ext cx="133920" cy="297360"/>
            </p14:xfrm>
          </p:contentPart>
        </mc:Choice>
        <mc:Fallback xmlns="">
          <p:pic>
            <p:nvPicPr>
              <p:cNvPr id="226" name="Ink 225">
                <a:extLst>
                  <a:ext uri="{FF2B5EF4-FFF2-40B4-BE49-F238E27FC236}">
                    <a16:creationId xmlns:a16="http://schemas.microsoft.com/office/drawing/2014/main" id="{BE4E7705-DD34-4E0F-A284-9C48C2CAE28A}"/>
                  </a:ext>
                </a:extLst>
              </p:cNvPr>
              <p:cNvPicPr/>
              <p:nvPr/>
            </p:nvPicPr>
            <p:blipFill>
              <a:blip r:embed="rId372"/>
              <a:stretch>
                <a:fillRect/>
              </a:stretch>
            </p:blipFill>
            <p:spPr>
              <a:xfrm>
                <a:off x="7280271" y="2069335"/>
                <a:ext cx="151560" cy="315000"/>
              </a:xfrm>
              <a:prstGeom prst="rect">
                <a:avLst/>
              </a:prstGeom>
            </p:spPr>
          </p:pic>
        </mc:Fallback>
      </mc:AlternateContent>
      <p:grpSp>
        <p:nvGrpSpPr>
          <p:cNvPr id="231" name="Group 230">
            <a:extLst>
              <a:ext uri="{FF2B5EF4-FFF2-40B4-BE49-F238E27FC236}">
                <a16:creationId xmlns:a16="http://schemas.microsoft.com/office/drawing/2014/main" id="{672065CD-1B3C-4563-ADBC-CEAF175C0B01}"/>
              </a:ext>
            </a:extLst>
          </p:cNvPr>
          <p:cNvGrpSpPr/>
          <p:nvPr/>
        </p:nvGrpSpPr>
        <p:grpSpPr>
          <a:xfrm>
            <a:off x="7192071" y="2501695"/>
            <a:ext cx="457920" cy="297000"/>
            <a:chOff x="7192071" y="2501695"/>
            <a:chExt cx="457920" cy="297000"/>
          </a:xfrm>
        </p:grpSpPr>
        <mc:AlternateContent xmlns:mc="http://schemas.openxmlformats.org/markup-compatibility/2006" xmlns:p14="http://schemas.microsoft.com/office/powerpoint/2010/main">
          <mc:Choice Requires="p14">
            <p:contentPart p14:bwMode="auto" r:id="rId373">
              <p14:nvContentPartPr>
                <p14:cNvPr id="227" name="Ink 226">
                  <a:extLst>
                    <a:ext uri="{FF2B5EF4-FFF2-40B4-BE49-F238E27FC236}">
                      <a16:creationId xmlns:a16="http://schemas.microsoft.com/office/drawing/2014/main" id="{B9ECDA81-2079-4780-906F-89DDE56E41F3}"/>
                    </a:ext>
                  </a:extLst>
                </p14:cNvPr>
                <p14:cNvContentPartPr/>
                <p14:nvPr/>
              </p14:nvContentPartPr>
              <p14:xfrm>
                <a:off x="7192071" y="2516095"/>
                <a:ext cx="402120" cy="24480"/>
              </p14:xfrm>
            </p:contentPart>
          </mc:Choice>
          <mc:Fallback xmlns="">
            <p:pic>
              <p:nvPicPr>
                <p:cNvPr id="227" name="Ink 226">
                  <a:extLst>
                    <a:ext uri="{FF2B5EF4-FFF2-40B4-BE49-F238E27FC236}">
                      <a16:creationId xmlns:a16="http://schemas.microsoft.com/office/drawing/2014/main" id="{B9ECDA81-2079-4780-906F-89DDE56E41F3}"/>
                    </a:ext>
                  </a:extLst>
                </p:cNvPr>
                <p:cNvPicPr/>
                <p:nvPr/>
              </p:nvPicPr>
              <p:blipFill>
                <a:blip r:embed="rId374"/>
                <a:stretch>
                  <a:fillRect/>
                </a:stretch>
              </p:blipFill>
              <p:spPr>
                <a:xfrm>
                  <a:off x="7183431" y="2507095"/>
                  <a:ext cx="41976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228" name="Ink 227">
                  <a:extLst>
                    <a:ext uri="{FF2B5EF4-FFF2-40B4-BE49-F238E27FC236}">
                      <a16:creationId xmlns:a16="http://schemas.microsoft.com/office/drawing/2014/main" id="{EAEE40D9-32C2-4C52-B947-A5BB33DEEBE2}"/>
                    </a:ext>
                  </a:extLst>
                </p14:cNvPr>
                <p14:cNvContentPartPr/>
                <p14:nvPr/>
              </p14:nvContentPartPr>
              <p14:xfrm>
                <a:off x="7194951" y="2501695"/>
                <a:ext cx="137880" cy="249480"/>
              </p14:xfrm>
            </p:contentPart>
          </mc:Choice>
          <mc:Fallback xmlns="">
            <p:pic>
              <p:nvPicPr>
                <p:cNvPr id="228" name="Ink 227">
                  <a:extLst>
                    <a:ext uri="{FF2B5EF4-FFF2-40B4-BE49-F238E27FC236}">
                      <a16:creationId xmlns:a16="http://schemas.microsoft.com/office/drawing/2014/main" id="{EAEE40D9-32C2-4C52-B947-A5BB33DEEBE2}"/>
                    </a:ext>
                  </a:extLst>
                </p:cNvPr>
                <p:cNvPicPr/>
                <p:nvPr/>
              </p:nvPicPr>
              <p:blipFill>
                <a:blip r:embed="rId376"/>
                <a:stretch>
                  <a:fillRect/>
                </a:stretch>
              </p:blipFill>
              <p:spPr>
                <a:xfrm>
                  <a:off x="7186311" y="2493055"/>
                  <a:ext cx="15552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229" name="Ink 228">
                  <a:extLst>
                    <a:ext uri="{FF2B5EF4-FFF2-40B4-BE49-F238E27FC236}">
                      <a16:creationId xmlns:a16="http://schemas.microsoft.com/office/drawing/2014/main" id="{8AC8050D-9018-4A09-AF09-B53688482EA0}"/>
                    </a:ext>
                  </a:extLst>
                </p14:cNvPr>
                <p14:cNvContentPartPr/>
                <p14:nvPr/>
              </p14:nvContentPartPr>
              <p14:xfrm>
                <a:off x="7405551" y="2648215"/>
                <a:ext cx="138600" cy="92880"/>
              </p14:xfrm>
            </p:contentPart>
          </mc:Choice>
          <mc:Fallback xmlns="">
            <p:pic>
              <p:nvPicPr>
                <p:cNvPr id="229" name="Ink 228">
                  <a:extLst>
                    <a:ext uri="{FF2B5EF4-FFF2-40B4-BE49-F238E27FC236}">
                      <a16:creationId xmlns:a16="http://schemas.microsoft.com/office/drawing/2014/main" id="{8AC8050D-9018-4A09-AF09-B53688482EA0}"/>
                    </a:ext>
                  </a:extLst>
                </p:cNvPr>
                <p:cNvPicPr/>
                <p:nvPr/>
              </p:nvPicPr>
              <p:blipFill>
                <a:blip r:embed="rId378"/>
                <a:stretch>
                  <a:fillRect/>
                </a:stretch>
              </p:blipFill>
              <p:spPr>
                <a:xfrm>
                  <a:off x="7396551" y="2639215"/>
                  <a:ext cx="15624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230" name="Ink 229">
                  <a:extLst>
                    <a:ext uri="{FF2B5EF4-FFF2-40B4-BE49-F238E27FC236}">
                      <a16:creationId xmlns:a16="http://schemas.microsoft.com/office/drawing/2014/main" id="{E48DEF6A-80EC-40E7-9F85-BCC7EBD700EF}"/>
                    </a:ext>
                  </a:extLst>
                </p14:cNvPr>
                <p14:cNvContentPartPr/>
                <p14:nvPr/>
              </p14:nvContentPartPr>
              <p14:xfrm>
                <a:off x="7620831" y="2706895"/>
                <a:ext cx="29160" cy="91800"/>
              </p14:xfrm>
            </p:contentPart>
          </mc:Choice>
          <mc:Fallback xmlns="">
            <p:pic>
              <p:nvPicPr>
                <p:cNvPr id="230" name="Ink 229">
                  <a:extLst>
                    <a:ext uri="{FF2B5EF4-FFF2-40B4-BE49-F238E27FC236}">
                      <a16:creationId xmlns:a16="http://schemas.microsoft.com/office/drawing/2014/main" id="{E48DEF6A-80EC-40E7-9F85-BCC7EBD700EF}"/>
                    </a:ext>
                  </a:extLst>
                </p:cNvPr>
                <p:cNvPicPr/>
                <p:nvPr/>
              </p:nvPicPr>
              <p:blipFill>
                <a:blip r:embed="rId380"/>
                <a:stretch>
                  <a:fillRect/>
                </a:stretch>
              </p:blipFill>
              <p:spPr>
                <a:xfrm>
                  <a:off x="7611831" y="2697895"/>
                  <a:ext cx="46800" cy="109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81">
            <p14:nvContentPartPr>
              <p14:cNvPr id="232" name="Ink 231">
                <a:extLst>
                  <a:ext uri="{FF2B5EF4-FFF2-40B4-BE49-F238E27FC236}">
                    <a16:creationId xmlns:a16="http://schemas.microsoft.com/office/drawing/2014/main" id="{E8DE2E2D-BB65-4BDA-B53E-4FE761082992}"/>
                  </a:ext>
                </a:extLst>
              </p14:cNvPr>
              <p14:cNvContentPartPr/>
              <p14:nvPr/>
            </p14:nvContentPartPr>
            <p14:xfrm>
              <a:off x="8876511" y="2521855"/>
              <a:ext cx="62640" cy="360"/>
            </p14:xfrm>
          </p:contentPart>
        </mc:Choice>
        <mc:Fallback xmlns="">
          <p:pic>
            <p:nvPicPr>
              <p:cNvPr id="232" name="Ink 231">
                <a:extLst>
                  <a:ext uri="{FF2B5EF4-FFF2-40B4-BE49-F238E27FC236}">
                    <a16:creationId xmlns:a16="http://schemas.microsoft.com/office/drawing/2014/main" id="{E8DE2E2D-BB65-4BDA-B53E-4FE761082992}"/>
                  </a:ext>
                </a:extLst>
              </p:cNvPr>
              <p:cNvPicPr/>
              <p:nvPr/>
            </p:nvPicPr>
            <p:blipFill>
              <a:blip r:embed="rId382"/>
              <a:stretch>
                <a:fillRect/>
              </a:stretch>
            </p:blipFill>
            <p:spPr>
              <a:xfrm>
                <a:off x="8867871" y="2513215"/>
                <a:ext cx="80280" cy="18000"/>
              </a:xfrm>
              <a:prstGeom prst="rect">
                <a:avLst/>
              </a:prstGeom>
            </p:spPr>
          </p:pic>
        </mc:Fallback>
      </mc:AlternateContent>
    </p:spTree>
    <p:extLst>
      <p:ext uri="{BB962C8B-B14F-4D97-AF65-F5344CB8AC3E}">
        <p14:creationId xmlns:p14="http://schemas.microsoft.com/office/powerpoint/2010/main" val="989767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L2 Regularization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990600" y="2199244"/>
            <a:ext cx="10515600" cy="46319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mj-lt"/>
              </a:rPr>
              <a:t>Add a penalty to the loss function</a:t>
            </a:r>
          </a:p>
          <a:p>
            <a:r>
              <a:rPr lang="en-US" sz="2400" b="1" dirty="0">
                <a:latin typeface="+mj-lt"/>
              </a:rPr>
              <a:t>L2 regularization (Ridge Regularization): </a:t>
            </a:r>
            <a:r>
              <a:rPr lang="en-US" sz="2400" dirty="0">
                <a:latin typeface="+mj-lt"/>
              </a:rPr>
              <a:t>Penalizes squared weights. Make weights small.</a:t>
            </a:r>
          </a:p>
          <a:p>
            <a:endParaRPr lang="en-US" sz="2400" dirty="0">
              <a:latin typeface="+mj-lt"/>
            </a:endParaRPr>
          </a:p>
          <a:p>
            <a:endParaRPr lang="en-US" sz="2400" dirty="0">
              <a:latin typeface="+mj-lt"/>
            </a:endParaRPr>
          </a:p>
          <a:p>
            <a:endParaRPr lang="en-US" sz="2400" dirty="0">
              <a:latin typeface="+mj-lt"/>
            </a:endParaRPr>
          </a:p>
          <a:p>
            <a:endParaRPr lang="en-US" sz="2400" dirty="0">
              <a:latin typeface="+mj-lt"/>
            </a:endParaRPr>
          </a:p>
          <a:p>
            <a:endParaRPr lang="en-US" sz="2400" dirty="0">
              <a:latin typeface="+mj-lt"/>
            </a:endParaRPr>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0FAF5AA0-C389-4EAD-8B16-72A2BAF4AC54}"/>
                  </a:ext>
                </a:extLst>
              </p14:cNvPr>
              <p14:cNvContentPartPr/>
              <p14:nvPr/>
            </p14:nvContentPartPr>
            <p14:xfrm>
              <a:off x="2524435" y="4415341"/>
              <a:ext cx="329040" cy="337320"/>
            </p14:xfrm>
          </p:contentPart>
        </mc:Choice>
        <mc:Fallback xmlns="">
          <p:pic>
            <p:nvPicPr>
              <p:cNvPr id="10" name="Ink 9">
                <a:extLst>
                  <a:ext uri="{FF2B5EF4-FFF2-40B4-BE49-F238E27FC236}">
                    <a16:creationId xmlns:a16="http://schemas.microsoft.com/office/drawing/2014/main" id="{0FAF5AA0-C389-4EAD-8B16-72A2BAF4AC54}"/>
                  </a:ext>
                </a:extLst>
              </p:cNvPr>
              <p:cNvPicPr/>
              <p:nvPr/>
            </p:nvPicPr>
            <p:blipFill>
              <a:blip r:embed="rId4"/>
              <a:stretch>
                <a:fillRect/>
              </a:stretch>
            </p:blipFill>
            <p:spPr>
              <a:xfrm>
                <a:off x="2515795" y="4406341"/>
                <a:ext cx="346680" cy="354960"/>
              </a:xfrm>
              <a:prstGeom prst="rect">
                <a:avLst/>
              </a:prstGeom>
            </p:spPr>
          </p:pic>
        </mc:Fallback>
      </mc:AlternateContent>
      <p:grpSp>
        <p:nvGrpSpPr>
          <p:cNvPr id="11" name="Group 10">
            <a:extLst>
              <a:ext uri="{FF2B5EF4-FFF2-40B4-BE49-F238E27FC236}">
                <a16:creationId xmlns:a16="http://schemas.microsoft.com/office/drawing/2014/main" id="{5DF77B19-4A2D-4FCF-9DD5-D296D44120CA}"/>
              </a:ext>
            </a:extLst>
          </p:cNvPr>
          <p:cNvGrpSpPr/>
          <p:nvPr/>
        </p:nvGrpSpPr>
        <p:grpSpPr>
          <a:xfrm>
            <a:off x="1608955" y="4952101"/>
            <a:ext cx="1553400" cy="882000"/>
            <a:chOff x="871537" y="4686631"/>
            <a:chExt cx="1553400" cy="882000"/>
          </a:xfrm>
        </p:grpSpPr>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C0883D44-DF62-40E8-A203-690CA3B5218D}"/>
                    </a:ext>
                  </a:extLst>
                </p14:cNvPr>
                <p14:cNvContentPartPr/>
                <p14:nvPr/>
              </p14:nvContentPartPr>
              <p14:xfrm>
                <a:off x="871537" y="4686631"/>
                <a:ext cx="1032480" cy="774360"/>
              </p14:xfrm>
            </p:contentPart>
          </mc:Choice>
          <mc:Fallback xmlns="">
            <p:pic>
              <p:nvPicPr>
                <p:cNvPr id="12" name="Ink 11">
                  <a:extLst>
                    <a:ext uri="{FF2B5EF4-FFF2-40B4-BE49-F238E27FC236}">
                      <a16:creationId xmlns:a16="http://schemas.microsoft.com/office/drawing/2014/main" id="{C0883D44-DF62-40E8-A203-690CA3B5218D}"/>
                    </a:ext>
                  </a:extLst>
                </p:cNvPr>
                <p:cNvPicPr/>
                <p:nvPr/>
              </p:nvPicPr>
              <p:blipFill>
                <a:blip r:embed="rId6"/>
                <a:stretch>
                  <a:fillRect/>
                </a:stretch>
              </p:blipFill>
              <p:spPr>
                <a:xfrm>
                  <a:off x="862897" y="4677991"/>
                  <a:ext cx="1050120" cy="792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E10426D5-A006-4D21-B806-837D0449D16A}"/>
                    </a:ext>
                  </a:extLst>
                </p14:cNvPr>
                <p14:cNvContentPartPr/>
                <p14:nvPr/>
              </p14:nvContentPartPr>
              <p14:xfrm>
                <a:off x="1826617" y="4817671"/>
                <a:ext cx="44280" cy="12960"/>
              </p14:xfrm>
            </p:contentPart>
          </mc:Choice>
          <mc:Fallback xmlns="">
            <p:pic>
              <p:nvPicPr>
                <p:cNvPr id="13" name="Ink 12">
                  <a:extLst>
                    <a:ext uri="{FF2B5EF4-FFF2-40B4-BE49-F238E27FC236}">
                      <a16:creationId xmlns:a16="http://schemas.microsoft.com/office/drawing/2014/main" id="{E10426D5-A006-4D21-B806-837D0449D16A}"/>
                    </a:ext>
                  </a:extLst>
                </p:cNvPr>
                <p:cNvPicPr/>
                <p:nvPr/>
              </p:nvPicPr>
              <p:blipFill>
                <a:blip r:embed="rId8"/>
                <a:stretch>
                  <a:fillRect/>
                </a:stretch>
              </p:blipFill>
              <p:spPr>
                <a:xfrm>
                  <a:off x="1817617" y="4809031"/>
                  <a:ext cx="6192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4" name="Ink 13">
                  <a:extLst>
                    <a:ext uri="{FF2B5EF4-FFF2-40B4-BE49-F238E27FC236}">
                      <a16:creationId xmlns:a16="http://schemas.microsoft.com/office/drawing/2014/main" id="{55BA9EC2-9B17-46B5-982A-8EA2379BBFF7}"/>
                    </a:ext>
                  </a:extLst>
                </p14:cNvPr>
                <p14:cNvContentPartPr/>
                <p14:nvPr/>
              </p14:nvContentPartPr>
              <p14:xfrm>
                <a:off x="1919497" y="4852951"/>
                <a:ext cx="505440" cy="507240"/>
              </p14:xfrm>
            </p:contentPart>
          </mc:Choice>
          <mc:Fallback xmlns="">
            <p:pic>
              <p:nvPicPr>
                <p:cNvPr id="14" name="Ink 13">
                  <a:extLst>
                    <a:ext uri="{FF2B5EF4-FFF2-40B4-BE49-F238E27FC236}">
                      <a16:creationId xmlns:a16="http://schemas.microsoft.com/office/drawing/2014/main" id="{55BA9EC2-9B17-46B5-982A-8EA2379BBFF7}"/>
                    </a:ext>
                  </a:extLst>
                </p:cNvPr>
                <p:cNvPicPr/>
                <p:nvPr/>
              </p:nvPicPr>
              <p:blipFill>
                <a:blip r:embed="rId10"/>
                <a:stretch>
                  <a:fillRect/>
                </a:stretch>
              </p:blipFill>
              <p:spPr>
                <a:xfrm>
                  <a:off x="1910497" y="4843951"/>
                  <a:ext cx="523080" cy="5248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2B366834-83AB-4F18-9D18-D4B25B56A514}"/>
                    </a:ext>
                  </a:extLst>
                </p14:cNvPr>
                <p14:cNvContentPartPr/>
                <p14:nvPr/>
              </p14:nvContentPartPr>
              <p14:xfrm>
                <a:off x="1388857" y="5290351"/>
                <a:ext cx="584640" cy="278280"/>
              </p14:xfrm>
            </p:contentPart>
          </mc:Choice>
          <mc:Fallback xmlns="">
            <p:pic>
              <p:nvPicPr>
                <p:cNvPr id="16" name="Ink 15">
                  <a:extLst>
                    <a:ext uri="{FF2B5EF4-FFF2-40B4-BE49-F238E27FC236}">
                      <a16:creationId xmlns:a16="http://schemas.microsoft.com/office/drawing/2014/main" id="{2B366834-83AB-4F18-9D18-D4B25B56A514}"/>
                    </a:ext>
                  </a:extLst>
                </p:cNvPr>
                <p:cNvPicPr/>
                <p:nvPr/>
              </p:nvPicPr>
              <p:blipFill>
                <a:blip r:embed="rId12"/>
                <a:stretch>
                  <a:fillRect/>
                </a:stretch>
              </p:blipFill>
              <p:spPr>
                <a:xfrm>
                  <a:off x="1379857" y="5281711"/>
                  <a:ext cx="60228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171F5AA4-3C7C-45DC-BB2D-28A7B4967A0E}"/>
                    </a:ext>
                  </a:extLst>
                </p14:cNvPr>
                <p14:cNvContentPartPr/>
                <p14:nvPr/>
              </p14:nvContentPartPr>
              <p14:xfrm>
                <a:off x="2156737" y="5522551"/>
                <a:ext cx="14400" cy="11160"/>
              </p14:xfrm>
            </p:contentPart>
          </mc:Choice>
          <mc:Fallback xmlns="">
            <p:pic>
              <p:nvPicPr>
                <p:cNvPr id="18" name="Ink 17">
                  <a:extLst>
                    <a:ext uri="{FF2B5EF4-FFF2-40B4-BE49-F238E27FC236}">
                      <a16:creationId xmlns:a16="http://schemas.microsoft.com/office/drawing/2014/main" id="{171F5AA4-3C7C-45DC-BB2D-28A7B4967A0E}"/>
                    </a:ext>
                  </a:extLst>
                </p:cNvPr>
                <p:cNvPicPr/>
                <p:nvPr/>
              </p:nvPicPr>
              <p:blipFill>
                <a:blip r:embed="rId14"/>
                <a:stretch>
                  <a:fillRect/>
                </a:stretch>
              </p:blipFill>
              <p:spPr>
                <a:xfrm>
                  <a:off x="2148097" y="5513551"/>
                  <a:ext cx="32040" cy="28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
            <p14:nvContentPartPr>
              <p14:cNvPr id="20" name="Ink 19">
                <a:extLst>
                  <a:ext uri="{FF2B5EF4-FFF2-40B4-BE49-F238E27FC236}">
                    <a16:creationId xmlns:a16="http://schemas.microsoft.com/office/drawing/2014/main" id="{8A4F915C-86E1-488E-8B54-913B2BEA261A}"/>
                  </a:ext>
                </a:extLst>
              </p14:cNvPr>
              <p14:cNvContentPartPr/>
              <p14:nvPr/>
            </p14:nvContentPartPr>
            <p14:xfrm>
              <a:off x="3010795" y="4233901"/>
              <a:ext cx="229680" cy="376920"/>
            </p14:xfrm>
          </p:contentPart>
        </mc:Choice>
        <mc:Fallback xmlns="">
          <p:pic>
            <p:nvPicPr>
              <p:cNvPr id="20" name="Ink 19">
                <a:extLst>
                  <a:ext uri="{FF2B5EF4-FFF2-40B4-BE49-F238E27FC236}">
                    <a16:creationId xmlns:a16="http://schemas.microsoft.com/office/drawing/2014/main" id="{8A4F915C-86E1-488E-8B54-913B2BEA261A}"/>
                  </a:ext>
                </a:extLst>
              </p:cNvPr>
              <p:cNvPicPr/>
              <p:nvPr/>
            </p:nvPicPr>
            <p:blipFill>
              <a:blip r:embed="rId16"/>
              <a:stretch>
                <a:fillRect/>
              </a:stretch>
            </p:blipFill>
            <p:spPr>
              <a:xfrm>
                <a:off x="3001795" y="4224901"/>
                <a:ext cx="247320" cy="3945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2" name="Ink 21">
                <a:extLst>
                  <a:ext uri="{FF2B5EF4-FFF2-40B4-BE49-F238E27FC236}">
                    <a16:creationId xmlns:a16="http://schemas.microsoft.com/office/drawing/2014/main" id="{DE6620DA-D536-4366-ACD7-1226C0FFA48F}"/>
                  </a:ext>
                </a:extLst>
              </p14:cNvPr>
              <p14:cNvContentPartPr/>
              <p14:nvPr/>
            </p14:nvContentPartPr>
            <p14:xfrm>
              <a:off x="3264595" y="4416421"/>
              <a:ext cx="107640" cy="8640"/>
            </p14:xfrm>
          </p:contentPart>
        </mc:Choice>
        <mc:Fallback xmlns="">
          <p:pic>
            <p:nvPicPr>
              <p:cNvPr id="22" name="Ink 21">
                <a:extLst>
                  <a:ext uri="{FF2B5EF4-FFF2-40B4-BE49-F238E27FC236}">
                    <a16:creationId xmlns:a16="http://schemas.microsoft.com/office/drawing/2014/main" id="{DE6620DA-D536-4366-ACD7-1226C0FFA48F}"/>
                  </a:ext>
                </a:extLst>
              </p:cNvPr>
              <p:cNvPicPr/>
              <p:nvPr/>
            </p:nvPicPr>
            <p:blipFill>
              <a:blip r:embed="rId18"/>
              <a:stretch>
                <a:fillRect/>
              </a:stretch>
            </p:blipFill>
            <p:spPr>
              <a:xfrm>
                <a:off x="3255595" y="4407421"/>
                <a:ext cx="12528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3" name="Ink 22">
                <a:extLst>
                  <a:ext uri="{FF2B5EF4-FFF2-40B4-BE49-F238E27FC236}">
                    <a16:creationId xmlns:a16="http://schemas.microsoft.com/office/drawing/2014/main" id="{C35E46F3-7AA5-4634-B474-80340ED20F20}"/>
                  </a:ext>
                </a:extLst>
              </p14:cNvPr>
              <p14:cNvContentPartPr/>
              <p14:nvPr/>
            </p14:nvContentPartPr>
            <p14:xfrm>
              <a:off x="3285115" y="4490221"/>
              <a:ext cx="121680" cy="16200"/>
            </p14:xfrm>
          </p:contentPart>
        </mc:Choice>
        <mc:Fallback xmlns="">
          <p:pic>
            <p:nvPicPr>
              <p:cNvPr id="23" name="Ink 22">
                <a:extLst>
                  <a:ext uri="{FF2B5EF4-FFF2-40B4-BE49-F238E27FC236}">
                    <a16:creationId xmlns:a16="http://schemas.microsoft.com/office/drawing/2014/main" id="{C35E46F3-7AA5-4634-B474-80340ED20F20}"/>
                  </a:ext>
                </a:extLst>
              </p:cNvPr>
              <p:cNvPicPr/>
              <p:nvPr/>
            </p:nvPicPr>
            <p:blipFill>
              <a:blip r:embed="rId20"/>
              <a:stretch>
                <a:fillRect/>
              </a:stretch>
            </p:blipFill>
            <p:spPr>
              <a:xfrm>
                <a:off x="3276115" y="4481221"/>
                <a:ext cx="13932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4" name="Ink 23">
                <a:extLst>
                  <a:ext uri="{FF2B5EF4-FFF2-40B4-BE49-F238E27FC236}">
                    <a16:creationId xmlns:a16="http://schemas.microsoft.com/office/drawing/2014/main" id="{7679B4EC-A1DE-490F-9807-DD2533BFEB5C}"/>
                  </a:ext>
                </a:extLst>
              </p14:cNvPr>
              <p14:cNvContentPartPr/>
              <p14:nvPr/>
            </p14:nvContentPartPr>
            <p14:xfrm>
              <a:off x="3489955" y="4288621"/>
              <a:ext cx="307080" cy="324360"/>
            </p14:xfrm>
          </p:contentPart>
        </mc:Choice>
        <mc:Fallback xmlns="">
          <p:pic>
            <p:nvPicPr>
              <p:cNvPr id="24" name="Ink 23">
                <a:extLst>
                  <a:ext uri="{FF2B5EF4-FFF2-40B4-BE49-F238E27FC236}">
                    <a16:creationId xmlns:a16="http://schemas.microsoft.com/office/drawing/2014/main" id="{7679B4EC-A1DE-490F-9807-DD2533BFEB5C}"/>
                  </a:ext>
                </a:extLst>
              </p:cNvPr>
              <p:cNvPicPr/>
              <p:nvPr/>
            </p:nvPicPr>
            <p:blipFill>
              <a:blip r:embed="rId22"/>
              <a:stretch>
                <a:fillRect/>
              </a:stretch>
            </p:blipFill>
            <p:spPr>
              <a:xfrm>
                <a:off x="3481315" y="4279981"/>
                <a:ext cx="324720" cy="342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5" name="Ink 24">
                <a:extLst>
                  <a:ext uri="{FF2B5EF4-FFF2-40B4-BE49-F238E27FC236}">
                    <a16:creationId xmlns:a16="http://schemas.microsoft.com/office/drawing/2014/main" id="{B192EB5E-3796-47B2-A905-4CFFF7B7D7AA}"/>
                  </a:ext>
                </a:extLst>
              </p14:cNvPr>
              <p14:cNvContentPartPr/>
              <p14:nvPr/>
            </p14:nvContentPartPr>
            <p14:xfrm>
              <a:off x="3574555" y="4746541"/>
              <a:ext cx="213480" cy="165240"/>
            </p14:xfrm>
          </p:contentPart>
        </mc:Choice>
        <mc:Fallback xmlns="">
          <p:pic>
            <p:nvPicPr>
              <p:cNvPr id="25" name="Ink 24">
                <a:extLst>
                  <a:ext uri="{FF2B5EF4-FFF2-40B4-BE49-F238E27FC236}">
                    <a16:creationId xmlns:a16="http://schemas.microsoft.com/office/drawing/2014/main" id="{B192EB5E-3796-47B2-A905-4CFFF7B7D7AA}"/>
                  </a:ext>
                </a:extLst>
              </p:cNvPr>
              <p:cNvPicPr/>
              <p:nvPr/>
            </p:nvPicPr>
            <p:blipFill>
              <a:blip r:embed="rId24"/>
              <a:stretch>
                <a:fillRect/>
              </a:stretch>
            </p:blipFill>
            <p:spPr>
              <a:xfrm>
                <a:off x="3565555" y="4737901"/>
                <a:ext cx="23112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6" name="Ink 25">
                <a:extLst>
                  <a:ext uri="{FF2B5EF4-FFF2-40B4-BE49-F238E27FC236}">
                    <a16:creationId xmlns:a16="http://schemas.microsoft.com/office/drawing/2014/main" id="{6667FEB3-A438-4D71-8CD7-30225B37FFDF}"/>
                  </a:ext>
                </a:extLst>
              </p14:cNvPr>
              <p14:cNvContentPartPr/>
              <p14:nvPr/>
            </p14:nvContentPartPr>
            <p14:xfrm>
              <a:off x="3902515" y="4303741"/>
              <a:ext cx="291960" cy="380880"/>
            </p14:xfrm>
          </p:contentPart>
        </mc:Choice>
        <mc:Fallback xmlns="">
          <p:pic>
            <p:nvPicPr>
              <p:cNvPr id="26" name="Ink 25">
                <a:extLst>
                  <a:ext uri="{FF2B5EF4-FFF2-40B4-BE49-F238E27FC236}">
                    <a16:creationId xmlns:a16="http://schemas.microsoft.com/office/drawing/2014/main" id="{6667FEB3-A438-4D71-8CD7-30225B37FFDF}"/>
                  </a:ext>
                </a:extLst>
              </p:cNvPr>
              <p:cNvPicPr/>
              <p:nvPr/>
            </p:nvPicPr>
            <p:blipFill>
              <a:blip r:embed="rId26"/>
              <a:stretch>
                <a:fillRect/>
              </a:stretch>
            </p:blipFill>
            <p:spPr>
              <a:xfrm>
                <a:off x="3893875" y="4295101"/>
                <a:ext cx="309600" cy="3985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7" name="Ink 26">
                <a:extLst>
                  <a:ext uri="{FF2B5EF4-FFF2-40B4-BE49-F238E27FC236}">
                    <a16:creationId xmlns:a16="http://schemas.microsoft.com/office/drawing/2014/main" id="{73988484-511B-473E-A2BF-76A3223AA16E}"/>
                  </a:ext>
                </a:extLst>
              </p14:cNvPr>
              <p14:cNvContentPartPr/>
              <p14:nvPr/>
            </p14:nvContentPartPr>
            <p14:xfrm>
              <a:off x="3601915" y="5129041"/>
              <a:ext cx="1746000" cy="284040"/>
            </p14:xfrm>
          </p:contentPart>
        </mc:Choice>
        <mc:Fallback xmlns="">
          <p:pic>
            <p:nvPicPr>
              <p:cNvPr id="27" name="Ink 26">
                <a:extLst>
                  <a:ext uri="{FF2B5EF4-FFF2-40B4-BE49-F238E27FC236}">
                    <a16:creationId xmlns:a16="http://schemas.microsoft.com/office/drawing/2014/main" id="{73988484-511B-473E-A2BF-76A3223AA16E}"/>
                  </a:ext>
                </a:extLst>
              </p:cNvPr>
              <p:cNvPicPr/>
              <p:nvPr/>
            </p:nvPicPr>
            <p:blipFill>
              <a:blip r:embed="rId28"/>
              <a:stretch>
                <a:fillRect/>
              </a:stretch>
            </p:blipFill>
            <p:spPr>
              <a:xfrm>
                <a:off x="3593275" y="5120401"/>
                <a:ext cx="176364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8" name="Ink 27">
                <a:extLst>
                  <a:ext uri="{FF2B5EF4-FFF2-40B4-BE49-F238E27FC236}">
                    <a16:creationId xmlns:a16="http://schemas.microsoft.com/office/drawing/2014/main" id="{36F42329-A3AD-447E-87DF-10BF16FDB73B}"/>
                  </a:ext>
                </a:extLst>
              </p14:cNvPr>
              <p14:cNvContentPartPr/>
              <p14:nvPr/>
            </p14:nvContentPartPr>
            <p14:xfrm>
              <a:off x="4444315" y="5409841"/>
              <a:ext cx="527760" cy="376920"/>
            </p14:xfrm>
          </p:contentPart>
        </mc:Choice>
        <mc:Fallback xmlns="">
          <p:pic>
            <p:nvPicPr>
              <p:cNvPr id="28" name="Ink 27">
                <a:extLst>
                  <a:ext uri="{FF2B5EF4-FFF2-40B4-BE49-F238E27FC236}">
                    <a16:creationId xmlns:a16="http://schemas.microsoft.com/office/drawing/2014/main" id="{36F42329-A3AD-447E-87DF-10BF16FDB73B}"/>
                  </a:ext>
                </a:extLst>
              </p:cNvPr>
              <p:cNvPicPr/>
              <p:nvPr/>
            </p:nvPicPr>
            <p:blipFill>
              <a:blip r:embed="rId30"/>
              <a:stretch>
                <a:fillRect/>
              </a:stretch>
            </p:blipFill>
            <p:spPr>
              <a:xfrm>
                <a:off x="4435315" y="5400841"/>
                <a:ext cx="545400" cy="3945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9" name="Ink 28">
                <a:extLst>
                  <a:ext uri="{FF2B5EF4-FFF2-40B4-BE49-F238E27FC236}">
                    <a16:creationId xmlns:a16="http://schemas.microsoft.com/office/drawing/2014/main" id="{C6CA5041-FF17-4897-BBE1-90B9D5E91986}"/>
                  </a:ext>
                </a:extLst>
              </p14:cNvPr>
              <p14:cNvContentPartPr/>
              <p14:nvPr/>
            </p14:nvContentPartPr>
            <p14:xfrm>
              <a:off x="6282475" y="4982521"/>
              <a:ext cx="1887480" cy="287280"/>
            </p14:xfrm>
          </p:contentPart>
        </mc:Choice>
        <mc:Fallback xmlns="">
          <p:pic>
            <p:nvPicPr>
              <p:cNvPr id="29" name="Ink 28">
                <a:extLst>
                  <a:ext uri="{FF2B5EF4-FFF2-40B4-BE49-F238E27FC236}">
                    <a16:creationId xmlns:a16="http://schemas.microsoft.com/office/drawing/2014/main" id="{C6CA5041-FF17-4897-BBE1-90B9D5E91986}"/>
                  </a:ext>
                </a:extLst>
              </p:cNvPr>
              <p:cNvPicPr/>
              <p:nvPr/>
            </p:nvPicPr>
            <p:blipFill>
              <a:blip r:embed="rId32"/>
              <a:stretch>
                <a:fillRect/>
              </a:stretch>
            </p:blipFill>
            <p:spPr>
              <a:xfrm>
                <a:off x="6273835" y="4973521"/>
                <a:ext cx="1905120" cy="304920"/>
              </a:xfrm>
              <a:prstGeom prst="rect">
                <a:avLst/>
              </a:prstGeom>
            </p:spPr>
          </p:pic>
        </mc:Fallback>
      </mc:AlternateContent>
      <p:grpSp>
        <p:nvGrpSpPr>
          <p:cNvPr id="30" name="Group 29">
            <a:extLst>
              <a:ext uri="{FF2B5EF4-FFF2-40B4-BE49-F238E27FC236}">
                <a16:creationId xmlns:a16="http://schemas.microsoft.com/office/drawing/2014/main" id="{4022B360-6B9B-441D-A01C-062311B42232}"/>
              </a:ext>
            </a:extLst>
          </p:cNvPr>
          <p:cNvGrpSpPr/>
          <p:nvPr/>
        </p:nvGrpSpPr>
        <p:grpSpPr>
          <a:xfrm>
            <a:off x="6880435" y="5512801"/>
            <a:ext cx="1669680" cy="798480"/>
            <a:chOff x="6143017" y="5026111"/>
            <a:chExt cx="1669680" cy="798480"/>
          </a:xfrm>
        </p:grpSpPr>
        <mc:AlternateContent xmlns:mc="http://schemas.openxmlformats.org/markup-compatibility/2006" xmlns:p14="http://schemas.microsoft.com/office/powerpoint/2010/main">
          <mc:Choice Requires="p14">
            <p:contentPart p14:bwMode="auto" r:id="rId33">
              <p14:nvContentPartPr>
                <p14:cNvPr id="31" name="Ink 30">
                  <a:extLst>
                    <a:ext uri="{FF2B5EF4-FFF2-40B4-BE49-F238E27FC236}">
                      <a16:creationId xmlns:a16="http://schemas.microsoft.com/office/drawing/2014/main" id="{541A4359-6606-43BC-97F1-746AC2156E54}"/>
                    </a:ext>
                  </a:extLst>
                </p14:cNvPr>
                <p14:cNvContentPartPr/>
                <p14:nvPr/>
              </p14:nvContentPartPr>
              <p14:xfrm>
                <a:off x="6143017" y="5037271"/>
                <a:ext cx="132480" cy="287280"/>
              </p14:xfrm>
            </p:contentPart>
          </mc:Choice>
          <mc:Fallback xmlns="">
            <p:pic>
              <p:nvPicPr>
                <p:cNvPr id="31" name="Ink 30">
                  <a:extLst>
                    <a:ext uri="{FF2B5EF4-FFF2-40B4-BE49-F238E27FC236}">
                      <a16:creationId xmlns:a16="http://schemas.microsoft.com/office/drawing/2014/main" id="{541A4359-6606-43BC-97F1-746AC2156E54}"/>
                    </a:ext>
                  </a:extLst>
                </p:cNvPr>
                <p:cNvPicPr/>
                <p:nvPr/>
              </p:nvPicPr>
              <p:blipFill>
                <a:blip r:embed="rId34"/>
                <a:stretch>
                  <a:fillRect/>
                </a:stretch>
              </p:blipFill>
              <p:spPr>
                <a:xfrm>
                  <a:off x="6134377" y="5028271"/>
                  <a:ext cx="15012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3" name="Ink 32">
                  <a:extLst>
                    <a:ext uri="{FF2B5EF4-FFF2-40B4-BE49-F238E27FC236}">
                      <a16:creationId xmlns:a16="http://schemas.microsoft.com/office/drawing/2014/main" id="{3CD8978F-D40C-45C6-902E-74D7AB00EE09}"/>
                    </a:ext>
                  </a:extLst>
                </p14:cNvPr>
                <p14:cNvContentPartPr/>
                <p14:nvPr/>
              </p14:nvContentPartPr>
              <p14:xfrm>
                <a:off x="6698857" y="5115751"/>
                <a:ext cx="147960" cy="478800"/>
              </p14:xfrm>
            </p:contentPart>
          </mc:Choice>
          <mc:Fallback xmlns="">
            <p:pic>
              <p:nvPicPr>
                <p:cNvPr id="33" name="Ink 32">
                  <a:extLst>
                    <a:ext uri="{FF2B5EF4-FFF2-40B4-BE49-F238E27FC236}">
                      <a16:creationId xmlns:a16="http://schemas.microsoft.com/office/drawing/2014/main" id="{3CD8978F-D40C-45C6-902E-74D7AB00EE09}"/>
                    </a:ext>
                  </a:extLst>
                </p:cNvPr>
                <p:cNvPicPr/>
                <p:nvPr/>
              </p:nvPicPr>
              <p:blipFill>
                <a:blip r:embed="rId36"/>
                <a:stretch>
                  <a:fillRect/>
                </a:stretch>
              </p:blipFill>
              <p:spPr>
                <a:xfrm>
                  <a:off x="6689857" y="5107111"/>
                  <a:ext cx="165600" cy="4964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4" name="Ink 33">
                  <a:extLst>
                    <a:ext uri="{FF2B5EF4-FFF2-40B4-BE49-F238E27FC236}">
                      <a16:creationId xmlns:a16="http://schemas.microsoft.com/office/drawing/2014/main" id="{613B6F62-92B0-4533-B63E-321EE8495347}"/>
                    </a:ext>
                  </a:extLst>
                </p14:cNvPr>
                <p14:cNvContentPartPr/>
                <p14:nvPr/>
              </p14:nvContentPartPr>
              <p14:xfrm>
                <a:off x="6880657" y="5026111"/>
                <a:ext cx="932040" cy="798480"/>
              </p14:xfrm>
            </p:contentPart>
          </mc:Choice>
          <mc:Fallback xmlns="">
            <p:pic>
              <p:nvPicPr>
                <p:cNvPr id="34" name="Ink 33">
                  <a:extLst>
                    <a:ext uri="{FF2B5EF4-FFF2-40B4-BE49-F238E27FC236}">
                      <a16:creationId xmlns:a16="http://schemas.microsoft.com/office/drawing/2014/main" id="{613B6F62-92B0-4533-B63E-321EE8495347}"/>
                    </a:ext>
                  </a:extLst>
                </p:cNvPr>
                <p:cNvPicPr/>
                <p:nvPr/>
              </p:nvPicPr>
              <p:blipFill>
                <a:blip r:embed="rId38"/>
                <a:stretch>
                  <a:fillRect/>
                </a:stretch>
              </p:blipFill>
              <p:spPr>
                <a:xfrm>
                  <a:off x="6871657" y="5017471"/>
                  <a:ext cx="949680" cy="8161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5" name="Ink 34">
                  <a:extLst>
                    <a:ext uri="{FF2B5EF4-FFF2-40B4-BE49-F238E27FC236}">
                      <a16:creationId xmlns:a16="http://schemas.microsoft.com/office/drawing/2014/main" id="{032F3B6A-1F52-4263-82AF-CCE16292F246}"/>
                    </a:ext>
                  </a:extLst>
                </p14:cNvPr>
                <p14:cNvContentPartPr/>
                <p14:nvPr/>
              </p14:nvContentPartPr>
              <p14:xfrm>
                <a:off x="7565017" y="5106031"/>
                <a:ext cx="121320" cy="23400"/>
              </p14:xfrm>
            </p:contentPart>
          </mc:Choice>
          <mc:Fallback xmlns="">
            <p:pic>
              <p:nvPicPr>
                <p:cNvPr id="35" name="Ink 34">
                  <a:extLst>
                    <a:ext uri="{FF2B5EF4-FFF2-40B4-BE49-F238E27FC236}">
                      <a16:creationId xmlns:a16="http://schemas.microsoft.com/office/drawing/2014/main" id="{032F3B6A-1F52-4263-82AF-CCE16292F246}"/>
                    </a:ext>
                  </a:extLst>
                </p:cNvPr>
                <p:cNvPicPr/>
                <p:nvPr/>
              </p:nvPicPr>
              <p:blipFill>
                <a:blip r:embed="rId40"/>
                <a:stretch>
                  <a:fillRect/>
                </a:stretch>
              </p:blipFill>
              <p:spPr>
                <a:xfrm>
                  <a:off x="7556377" y="5097031"/>
                  <a:ext cx="138960" cy="41040"/>
                </a:xfrm>
                <a:prstGeom prst="rect">
                  <a:avLst/>
                </a:prstGeom>
              </p:spPr>
            </p:pic>
          </mc:Fallback>
        </mc:AlternateContent>
      </p:grpSp>
      <p:grpSp>
        <p:nvGrpSpPr>
          <p:cNvPr id="36" name="Group 35">
            <a:extLst>
              <a:ext uri="{FF2B5EF4-FFF2-40B4-BE49-F238E27FC236}">
                <a16:creationId xmlns:a16="http://schemas.microsoft.com/office/drawing/2014/main" id="{5E3AF900-B5D8-41B6-A3B9-9913BDC5C40A}"/>
              </a:ext>
            </a:extLst>
          </p:cNvPr>
          <p:cNvGrpSpPr/>
          <p:nvPr/>
        </p:nvGrpSpPr>
        <p:grpSpPr>
          <a:xfrm>
            <a:off x="4393555" y="3587341"/>
            <a:ext cx="6763320" cy="1419840"/>
            <a:chOff x="3656137" y="3321871"/>
            <a:chExt cx="6763320" cy="1419840"/>
          </a:xfrm>
        </p:grpSpPr>
        <mc:AlternateContent xmlns:mc="http://schemas.openxmlformats.org/markup-compatibility/2006" xmlns:p14="http://schemas.microsoft.com/office/powerpoint/2010/main">
          <mc:Choice Requires="p14">
            <p:contentPart p14:bwMode="auto" r:id="rId41">
              <p14:nvContentPartPr>
                <p14:cNvPr id="37" name="Ink 36">
                  <a:extLst>
                    <a:ext uri="{FF2B5EF4-FFF2-40B4-BE49-F238E27FC236}">
                      <a16:creationId xmlns:a16="http://schemas.microsoft.com/office/drawing/2014/main" id="{A2FA703C-5694-4AA8-B97B-1CDC023A9A2B}"/>
                    </a:ext>
                  </a:extLst>
                </p14:cNvPr>
                <p14:cNvContentPartPr/>
                <p14:nvPr/>
              </p14:nvContentPartPr>
              <p14:xfrm>
                <a:off x="3656137" y="3971311"/>
                <a:ext cx="112680" cy="410760"/>
              </p14:xfrm>
            </p:contentPart>
          </mc:Choice>
          <mc:Fallback xmlns="">
            <p:pic>
              <p:nvPicPr>
                <p:cNvPr id="37" name="Ink 36">
                  <a:extLst>
                    <a:ext uri="{FF2B5EF4-FFF2-40B4-BE49-F238E27FC236}">
                      <a16:creationId xmlns:a16="http://schemas.microsoft.com/office/drawing/2014/main" id="{A2FA703C-5694-4AA8-B97B-1CDC023A9A2B}"/>
                    </a:ext>
                  </a:extLst>
                </p:cNvPr>
                <p:cNvPicPr/>
                <p:nvPr/>
              </p:nvPicPr>
              <p:blipFill>
                <a:blip r:embed="rId42"/>
                <a:stretch>
                  <a:fillRect/>
                </a:stretch>
              </p:blipFill>
              <p:spPr>
                <a:xfrm>
                  <a:off x="3647497" y="3962671"/>
                  <a:ext cx="130320" cy="4284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8" name="Ink 37">
                  <a:extLst>
                    <a:ext uri="{FF2B5EF4-FFF2-40B4-BE49-F238E27FC236}">
                      <a16:creationId xmlns:a16="http://schemas.microsoft.com/office/drawing/2014/main" id="{28F8D8F3-8A9D-4E4D-90A3-497D6AEED2F1}"/>
                    </a:ext>
                  </a:extLst>
                </p14:cNvPr>
                <p14:cNvContentPartPr/>
                <p14:nvPr/>
              </p14:nvContentPartPr>
              <p14:xfrm>
                <a:off x="3808417" y="4129711"/>
                <a:ext cx="183240" cy="592920"/>
              </p14:xfrm>
            </p:contentPart>
          </mc:Choice>
          <mc:Fallback xmlns="">
            <p:pic>
              <p:nvPicPr>
                <p:cNvPr id="38" name="Ink 37">
                  <a:extLst>
                    <a:ext uri="{FF2B5EF4-FFF2-40B4-BE49-F238E27FC236}">
                      <a16:creationId xmlns:a16="http://schemas.microsoft.com/office/drawing/2014/main" id="{28F8D8F3-8A9D-4E4D-90A3-497D6AEED2F1}"/>
                    </a:ext>
                  </a:extLst>
                </p:cNvPr>
                <p:cNvPicPr/>
                <p:nvPr/>
              </p:nvPicPr>
              <p:blipFill>
                <a:blip r:embed="rId44"/>
                <a:stretch>
                  <a:fillRect/>
                </a:stretch>
              </p:blipFill>
              <p:spPr>
                <a:xfrm>
                  <a:off x="3799417" y="4121071"/>
                  <a:ext cx="200880" cy="6105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9" name="Ink 38">
                  <a:extLst>
                    <a:ext uri="{FF2B5EF4-FFF2-40B4-BE49-F238E27FC236}">
                      <a16:creationId xmlns:a16="http://schemas.microsoft.com/office/drawing/2014/main" id="{DDBC52D1-3BB5-498D-888B-EFB9CE47CDB9}"/>
                    </a:ext>
                  </a:extLst>
                </p14:cNvPr>
                <p14:cNvContentPartPr/>
                <p14:nvPr/>
              </p14:nvContentPartPr>
              <p14:xfrm>
                <a:off x="4064017" y="4207831"/>
                <a:ext cx="150480" cy="26280"/>
              </p14:xfrm>
            </p:contentPart>
          </mc:Choice>
          <mc:Fallback xmlns="">
            <p:pic>
              <p:nvPicPr>
                <p:cNvPr id="39" name="Ink 38">
                  <a:extLst>
                    <a:ext uri="{FF2B5EF4-FFF2-40B4-BE49-F238E27FC236}">
                      <a16:creationId xmlns:a16="http://schemas.microsoft.com/office/drawing/2014/main" id="{DDBC52D1-3BB5-498D-888B-EFB9CE47CDB9}"/>
                    </a:ext>
                  </a:extLst>
                </p:cNvPr>
                <p:cNvPicPr/>
                <p:nvPr/>
              </p:nvPicPr>
              <p:blipFill>
                <a:blip r:embed="rId46"/>
                <a:stretch>
                  <a:fillRect/>
                </a:stretch>
              </p:blipFill>
              <p:spPr>
                <a:xfrm>
                  <a:off x="4055377" y="4199191"/>
                  <a:ext cx="16812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40" name="Ink 39">
                  <a:extLst>
                    <a:ext uri="{FF2B5EF4-FFF2-40B4-BE49-F238E27FC236}">
                      <a16:creationId xmlns:a16="http://schemas.microsoft.com/office/drawing/2014/main" id="{082B15A7-78F9-4708-9A08-B1CC0361D12B}"/>
                    </a:ext>
                  </a:extLst>
                </p14:cNvPr>
                <p14:cNvContentPartPr/>
                <p14:nvPr/>
              </p14:nvContentPartPr>
              <p14:xfrm>
                <a:off x="4271017" y="4130791"/>
                <a:ext cx="178560" cy="610920"/>
              </p14:xfrm>
            </p:contentPart>
          </mc:Choice>
          <mc:Fallback xmlns="">
            <p:pic>
              <p:nvPicPr>
                <p:cNvPr id="40" name="Ink 39">
                  <a:extLst>
                    <a:ext uri="{FF2B5EF4-FFF2-40B4-BE49-F238E27FC236}">
                      <a16:creationId xmlns:a16="http://schemas.microsoft.com/office/drawing/2014/main" id="{082B15A7-78F9-4708-9A08-B1CC0361D12B}"/>
                    </a:ext>
                  </a:extLst>
                </p:cNvPr>
                <p:cNvPicPr/>
                <p:nvPr/>
              </p:nvPicPr>
              <p:blipFill>
                <a:blip r:embed="rId48"/>
                <a:stretch>
                  <a:fillRect/>
                </a:stretch>
              </p:blipFill>
              <p:spPr>
                <a:xfrm>
                  <a:off x="4262377" y="4121791"/>
                  <a:ext cx="196200" cy="6285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41" name="Ink 40">
                  <a:extLst>
                    <a:ext uri="{FF2B5EF4-FFF2-40B4-BE49-F238E27FC236}">
                      <a16:creationId xmlns:a16="http://schemas.microsoft.com/office/drawing/2014/main" id="{98CE2FD3-390B-499D-B4FF-3E633BA53394}"/>
                    </a:ext>
                  </a:extLst>
                </p14:cNvPr>
                <p14:cNvContentPartPr/>
                <p14:nvPr/>
              </p14:nvContentPartPr>
              <p14:xfrm>
                <a:off x="4271377" y="3978151"/>
                <a:ext cx="118440" cy="87480"/>
              </p14:xfrm>
            </p:contentPart>
          </mc:Choice>
          <mc:Fallback xmlns="">
            <p:pic>
              <p:nvPicPr>
                <p:cNvPr id="41" name="Ink 40">
                  <a:extLst>
                    <a:ext uri="{FF2B5EF4-FFF2-40B4-BE49-F238E27FC236}">
                      <a16:creationId xmlns:a16="http://schemas.microsoft.com/office/drawing/2014/main" id="{98CE2FD3-390B-499D-B4FF-3E633BA53394}"/>
                    </a:ext>
                  </a:extLst>
                </p:cNvPr>
                <p:cNvPicPr/>
                <p:nvPr/>
              </p:nvPicPr>
              <p:blipFill>
                <a:blip r:embed="rId50"/>
                <a:stretch>
                  <a:fillRect/>
                </a:stretch>
              </p:blipFill>
              <p:spPr>
                <a:xfrm>
                  <a:off x="4262737" y="3969151"/>
                  <a:ext cx="13608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42" name="Ink 41">
                  <a:extLst>
                    <a:ext uri="{FF2B5EF4-FFF2-40B4-BE49-F238E27FC236}">
                      <a16:creationId xmlns:a16="http://schemas.microsoft.com/office/drawing/2014/main" id="{AAD3B6E6-C426-4213-B6A6-947FB883C3CF}"/>
                    </a:ext>
                  </a:extLst>
                </p14:cNvPr>
                <p14:cNvContentPartPr/>
                <p14:nvPr/>
              </p14:nvContentPartPr>
              <p14:xfrm>
                <a:off x="4531297" y="3925591"/>
                <a:ext cx="96480" cy="445680"/>
              </p14:xfrm>
            </p:contentPart>
          </mc:Choice>
          <mc:Fallback xmlns="">
            <p:pic>
              <p:nvPicPr>
                <p:cNvPr id="42" name="Ink 41">
                  <a:extLst>
                    <a:ext uri="{FF2B5EF4-FFF2-40B4-BE49-F238E27FC236}">
                      <a16:creationId xmlns:a16="http://schemas.microsoft.com/office/drawing/2014/main" id="{AAD3B6E6-C426-4213-B6A6-947FB883C3CF}"/>
                    </a:ext>
                  </a:extLst>
                </p:cNvPr>
                <p:cNvPicPr/>
                <p:nvPr/>
              </p:nvPicPr>
              <p:blipFill>
                <a:blip r:embed="rId52"/>
                <a:stretch>
                  <a:fillRect/>
                </a:stretch>
              </p:blipFill>
              <p:spPr>
                <a:xfrm>
                  <a:off x="4522657" y="3916951"/>
                  <a:ext cx="114120" cy="4633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43" name="Ink 42">
                  <a:extLst>
                    <a:ext uri="{FF2B5EF4-FFF2-40B4-BE49-F238E27FC236}">
                      <a16:creationId xmlns:a16="http://schemas.microsoft.com/office/drawing/2014/main" id="{8310F350-A6C0-4DE2-B579-C2A686E51084}"/>
                    </a:ext>
                  </a:extLst>
                </p14:cNvPr>
                <p14:cNvContentPartPr/>
                <p14:nvPr/>
              </p14:nvContentPartPr>
              <p14:xfrm>
                <a:off x="4707697" y="3908311"/>
                <a:ext cx="129240" cy="176400"/>
              </p14:xfrm>
            </p:contentPart>
          </mc:Choice>
          <mc:Fallback xmlns="">
            <p:pic>
              <p:nvPicPr>
                <p:cNvPr id="43" name="Ink 42">
                  <a:extLst>
                    <a:ext uri="{FF2B5EF4-FFF2-40B4-BE49-F238E27FC236}">
                      <a16:creationId xmlns:a16="http://schemas.microsoft.com/office/drawing/2014/main" id="{8310F350-A6C0-4DE2-B579-C2A686E51084}"/>
                    </a:ext>
                  </a:extLst>
                </p:cNvPr>
                <p:cNvPicPr/>
                <p:nvPr/>
              </p:nvPicPr>
              <p:blipFill>
                <a:blip r:embed="rId54"/>
                <a:stretch>
                  <a:fillRect/>
                </a:stretch>
              </p:blipFill>
              <p:spPr>
                <a:xfrm>
                  <a:off x="4698697" y="3899671"/>
                  <a:ext cx="14688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44" name="Ink 43">
                  <a:extLst>
                    <a:ext uri="{FF2B5EF4-FFF2-40B4-BE49-F238E27FC236}">
                      <a16:creationId xmlns:a16="http://schemas.microsoft.com/office/drawing/2014/main" id="{CEB43337-7F6B-4F85-9675-A629D9B0D596}"/>
                    </a:ext>
                  </a:extLst>
                </p14:cNvPr>
                <p14:cNvContentPartPr/>
                <p14:nvPr/>
              </p14:nvContentPartPr>
              <p14:xfrm>
                <a:off x="5034577" y="4186951"/>
                <a:ext cx="224280" cy="32040"/>
              </p14:xfrm>
            </p:contentPart>
          </mc:Choice>
          <mc:Fallback xmlns="">
            <p:pic>
              <p:nvPicPr>
                <p:cNvPr id="44" name="Ink 43">
                  <a:extLst>
                    <a:ext uri="{FF2B5EF4-FFF2-40B4-BE49-F238E27FC236}">
                      <a16:creationId xmlns:a16="http://schemas.microsoft.com/office/drawing/2014/main" id="{CEB43337-7F6B-4F85-9675-A629D9B0D596}"/>
                    </a:ext>
                  </a:extLst>
                </p:cNvPr>
                <p:cNvPicPr/>
                <p:nvPr/>
              </p:nvPicPr>
              <p:blipFill>
                <a:blip r:embed="rId56"/>
                <a:stretch>
                  <a:fillRect/>
                </a:stretch>
              </p:blipFill>
              <p:spPr>
                <a:xfrm>
                  <a:off x="5025937" y="4177951"/>
                  <a:ext cx="24192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5" name="Ink 44">
                  <a:extLst>
                    <a:ext uri="{FF2B5EF4-FFF2-40B4-BE49-F238E27FC236}">
                      <a16:creationId xmlns:a16="http://schemas.microsoft.com/office/drawing/2014/main" id="{311738D8-A6C8-4728-908F-D51150A8763E}"/>
                    </a:ext>
                  </a:extLst>
                </p14:cNvPr>
                <p14:cNvContentPartPr/>
                <p14:nvPr/>
              </p14:nvContentPartPr>
              <p14:xfrm>
                <a:off x="5138257" y="4155631"/>
                <a:ext cx="12600" cy="155160"/>
              </p14:xfrm>
            </p:contentPart>
          </mc:Choice>
          <mc:Fallback xmlns="">
            <p:pic>
              <p:nvPicPr>
                <p:cNvPr id="45" name="Ink 44">
                  <a:extLst>
                    <a:ext uri="{FF2B5EF4-FFF2-40B4-BE49-F238E27FC236}">
                      <a16:creationId xmlns:a16="http://schemas.microsoft.com/office/drawing/2014/main" id="{311738D8-A6C8-4728-908F-D51150A8763E}"/>
                    </a:ext>
                  </a:extLst>
                </p:cNvPr>
                <p:cNvPicPr/>
                <p:nvPr/>
              </p:nvPicPr>
              <p:blipFill>
                <a:blip r:embed="rId58"/>
                <a:stretch>
                  <a:fillRect/>
                </a:stretch>
              </p:blipFill>
              <p:spPr>
                <a:xfrm>
                  <a:off x="5129617" y="4146631"/>
                  <a:ext cx="3024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6" name="Ink 45">
                  <a:extLst>
                    <a:ext uri="{FF2B5EF4-FFF2-40B4-BE49-F238E27FC236}">
                      <a16:creationId xmlns:a16="http://schemas.microsoft.com/office/drawing/2014/main" id="{E9E0A257-78E1-4299-BD88-7940F5C6FABF}"/>
                    </a:ext>
                  </a:extLst>
                </p14:cNvPr>
                <p14:cNvContentPartPr/>
                <p14:nvPr/>
              </p14:nvContentPartPr>
              <p14:xfrm>
                <a:off x="5108377" y="4124671"/>
                <a:ext cx="24840" cy="115560"/>
              </p14:xfrm>
            </p:contentPart>
          </mc:Choice>
          <mc:Fallback xmlns="">
            <p:pic>
              <p:nvPicPr>
                <p:cNvPr id="46" name="Ink 45">
                  <a:extLst>
                    <a:ext uri="{FF2B5EF4-FFF2-40B4-BE49-F238E27FC236}">
                      <a16:creationId xmlns:a16="http://schemas.microsoft.com/office/drawing/2014/main" id="{E9E0A257-78E1-4299-BD88-7940F5C6FABF}"/>
                    </a:ext>
                  </a:extLst>
                </p:cNvPr>
                <p:cNvPicPr/>
                <p:nvPr/>
              </p:nvPicPr>
              <p:blipFill>
                <a:blip r:embed="rId60"/>
                <a:stretch>
                  <a:fillRect/>
                </a:stretch>
              </p:blipFill>
              <p:spPr>
                <a:xfrm>
                  <a:off x="5099377" y="4115671"/>
                  <a:ext cx="4248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7" name="Ink 46">
                  <a:extLst>
                    <a:ext uri="{FF2B5EF4-FFF2-40B4-BE49-F238E27FC236}">
                      <a16:creationId xmlns:a16="http://schemas.microsoft.com/office/drawing/2014/main" id="{6D5579AF-B05A-4BC5-8933-BCC0E67AAF72}"/>
                    </a:ext>
                  </a:extLst>
                </p14:cNvPr>
                <p14:cNvContentPartPr/>
                <p14:nvPr/>
              </p14:nvContentPartPr>
              <p14:xfrm>
                <a:off x="5524897" y="3955831"/>
                <a:ext cx="199800" cy="372240"/>
              </p14:xfrm>
            </p:contentPart>
          </mc:Choice>
          <mc:Fallback xmlns="">
            <p:pic>
              <p:nvPicPr>
                <p:cNvPr id="47" name="Ink 46">
                  <a:extLst>
                    <a:ext uri="{FF2B5EF4-FFF2-40B4-BE49-F238E27FC236}">
                      <a16:creationId xmlns:a16="http://schemas.microsoft.com/office/drawing/2014/main" id="{6D5579AF-B05A-4BC5-8933-BCC0E67AAF72}"/>
                    </a:ext>
                  </a:extLst>
                </p:cNvPr>
                <p:cNvPicPr/>
                <p:nvPr/>
              </p:nvPicPr>
              <p:blipFill>
                <a:blip r:embed="rId62"/>
                <a:stretch>
                  <a:fillRect/>
                </a:stretch>
              </p:blipFill>
              <p:spPr>
                <a:xfrm>
                  <a:off x="5515897" y="3947191"/>
                  <a:ext cx="217440" cy="3898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8" name="Ink 47">
                  <a:extLst>
                    <a:ext uri="{FF2B5EF4-FFF2-40B4-BE49-F238E27FC236}">
                      <a16:creationId xmlns:a16="http://schemas.microsoft.com/office/drawing/2014/main" id="{333EF66B-65C1-48C6-8A0E-FDEF0BF4B0F0}"/>
                    </a:ext>
                  </a:extLst>
                </p14:cNvPr>
                <p14:cNvContentPartPr/>
                <p14:nvPr/>
              </p14:nvContentPartPr>
              <p14:xfrm>
                <a:off x="6009817" y="3883471"/>
                <a:ext cx="378720" cy="383400"/>
              </p14:xfrm>
            </p:contentPart>
          </mc:Choice>
          <mc:Fallback xmlns="">
            <p:pic>
              <p:nvPicPr>
                <p:cNvPr id="48" name="Ink 47">
                  <a:extLst>
                    <a:ext uri="{FF2B5EF4-FFF2-40B4-BE49-F238E27FC236}">
                      <a16:creationId xmlns:a16="http://schemas.microsoft.com/office/drawing/2014/main" id="{333EF66B-65C1-48C6-8A0E-FDEF0BF4B0F0}"/>
                    </a:ext>
                  </a:extLst>
                </p:cNvPr>
                <p:cNvPicPr/>
                <p:nvPr/>
              </p:nvPicPr>
              <p:blipFill>
                <a:blip r:embed="rId64"/>
                <a:stretch>
                  <a:fillRect/>
                </a:stretch>
              </p:blipFill>
              <p:spPr>
                <a:xfrm>
                  <a:off x="6001177" y="3874471"/>
                  <a:ext cx="396360" cy="4010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9" name="Ink 48">
                  <a:extLst>
                    <a:ext uri="{FF2B5EF4-FFF2-40B4-BE49-F238E27FC236}">
                      <a16:creationId xmlns:a16="http://schemas.microsoft.com/office/drawing/2014/main" id="{32F2C771-1DB1-4F42-BA53-20CB6C86E88B}"/>
                    </a:ext>
                  </a:extLst>
                </p14:cNvPr>
                <p14:cNvContentPartPr/>
                <p14:nvPr/>
              </p14:nvContentPartPr>
              <p14:xfrm>
                <a:off x="6233737" y="4402951"/>
                <a:ext cx="14760" cy="122760"/>
              </p14:xfrm>
            </p:contentPart>
          </mc:Choice>
          <mc:Fallback xmlns="">
            <p:pic>
              <p:nvPicPr>
                <p:cNvPr id="49" name="Ink 48">
                  <a:extLst>
                    <a:ext uri="{FF2B5EF4-FFF2-40B4-BE49-F238E27FC236}">
                      <a16:creationId xmlns:a16="http://schemas.microsoft.com/office/drawing/2014/main" id="{32F2C771-1DB1-4F42-BA53-20CB6C86E88B}"/>
                    </a:ext>
                  </a:extLst>
                </p:cNvPr>
                <p:cNvPicPr/>
                <p:nvPr/>
              </p:nvPicPr>
              <p:blipFill>
                <a:blip r:embed="rId66"/>
                <a:stretch>
                  <a:fillRect/>
                </a:stretch>
              </p:blipFill>
              <p:spPr>
                <a:xfrm>
                  <a:off x="6225097" y="4394311"/>
                  <a:ext cx="3240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50" name="Ink 49">
                  <a:extLst>
                    <a:ext uri="{FF2B5EF4-FFF2-40B4-BE49-F238E27FC236}">
                      <a16:creationId xmlns:a16="http://schemas.microsoft.com/office/drawing/2014/main" id="{E6202A82-EAB4-4E07-B07B-66612A5ACEFB}"/>
                    </a:ext>
                  </a:extLst>
                </p14:cNvPr>
                <p14:cNvContentPartPr/>
                <p14:nvPr/>
              </p14:nvContentPartPr>
              <p14:xfrm>
                <a:off x="6201697" y="4325191"/>
                <a:ext cx="3960" cy="7920"/>
              </p14:xfrm>
            </p:contentPart>
          </mc:Choice>
          <mc:Fallback xmlns="">
            <p:pic>
              <p:nvPicPr>
                <p:cNvPr id="50" name="Ink 49">
                  <a:extLst>
                    <a:ext uri="{FF2B5EF4-FFF2-40B4-BE49-F238E27FC236}">
                      <a16:creationId xmlns:a16="http://schemas.microsoft.com/office/drawing/2014/main" id="{E6202A82-EAB4-4E07-B07B-66612A5ACEFB}"/>
                    </a:ext>
                  </a:extLst>
                </p:cNvPr>
                <p:cNvPicPr/>
                <p:nvPr/>
              </p:nvPicPr>
              <p:blipFill>
                <a:blip r:embed="rId68"/>
                <a:stretch>
                  <a:fillRect/>
                </a:stretch>
              </p:blipFill>
              <p:spPr>
                <a:xfrm>
                  <a:off x="6192697" y="4316551"/>
                  <a:ext cx="2160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51" name="Ink 50">
                  <a:extLst>
                    <a:ext uri="{FF2B5EF4-FFF2-40B4-BE49-F238E27FC236}">
                      <a16:creationId xmlns:a16="http://schemas.microsoft.com/office/drawing/2014/main" id="{27BE3843-9EA7-4983-8ABD-DECA6EE7CAF5}"/>
                    </a:ext>
                  </a:extLst>
                </p14:cNvPr>
                <p14:cNvContentPartPr/>
                <p14:nvPr/>
              </p14:nvContentPartPr>
              <p14:xfrm>
                <a:off x="6505537" y="3867991"/>
                <a:ext cx="68760" cy="394560"/>
              </p14:xfrm>
            </p:contentPart>
          </mc:Choice>
          <mc:Fallback xmlns="">
            <p:pic>
              <p:nvPicPr>
                <p:cNvPr id="51" name="Ink 50">
                  <a:extLst>
                    <a:ext uri="{FF2B5EF4-FFF2-40B4-BE49-F238E27FC236}">
                      <a16:creationId xmlns:a16="http://schemas.microsoft.com/office/drawing/2014/main" id="{27BE3843-9EA7-4983-8ABD-DECA6EE7CAF5}"/>
                    </a:ext>
                  </a:extLst>
                </p:cNvPr>
                <p:cNvPicPr/>
                <p:nvPr/>
              </p:nvPicPr>
              <p:blipFill>
                <a:blip r:embed="rId70"/>
                <a:stretch>
                  <a:fillRect/>
                </a:stretch>
              </p:blipFill>
              <p:spPr>
                <a:xfrm>
                  <a:off x="6496537" y="3858991"/>
                  <a:ext cx="86400" cy="4122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52" name="Ink 51">
                  <a:extLst>
                    <a:ext uri="{FF2B5EF4-FFF2-40B4-BE49-F238E27FC236}">
                      <a16:creationId xmlns:a16="http://schemas.microsoft.com/office/drawing/2014/main" id="{B2D44089-CE9E-425A-8043-10116C3C212A}"/>
                    </a:ext>
                  </a:extLst>
                </p14:cNvPr>
                <p14:cNvContentPartPr/>
                <p14:nvPr/>
              </p14:nvContentPartPr>
              <p14:xfrm>
                <a:off x="6658177" y="3951151"/>
                <a:ext cx="237240" cy="230400"/>
              </p14:xfrm>
            </p:contentPart>
          </mc:Choice>
          <mc:Fallback xmlns="">
            <p:pic>
              <p:nvPicPr>
                <p:cNvPr id="52" name="Ink 51">
                  <a:extLst>
                    <a:ext uri="{FF2B5EF4-FFF2-40B4-BE49-F238E27FC236}">
                      <a16:creationId xmlns:a16="http://schemas.microsoft.com/office/drawing/2014/main" id="{B2D44089-CE9E-425A-8043-10116C3C212A}"/>
                    </a:ext>
                  </a:extLst>
                </p:cNvPr>
                <p:cNvPicPr/>
                <p:nvPr/>
              </p:nvPicPr>
              <p:blipFill>
                <a:blip r:embed="rId72"/>
                <a:stretch>
                  <a:fillRect/>
                </a:stretch>
              </p:blipFill>
              <p:spPr>
                <a:xfrm>
                  <a:off x="6649177" y="3942151"/>
                  <a:ext cx="25488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53" name="Ink 52">
                  <a:extLst>
                    <a:ext uri="{FF2B5EF4-FFF2-40B4-BE49-F238E27FC236}">
                      <a16:creationId xmlns:a16="http://schemas.microsoft.com/office/drawing/2014/main" id="{03E07B93-933F-414D-9330-D5C7E05B839F}"/>
                    </a:ext>
                  </a:extLst>
                </p14:cNvPr>
                <p14:cNvContentPartPr/>
                <p14:nvPr/>
              </p14:nvContentPartPr>
              <p14:xfrm>
                <a:off x="7023937" y="4142311"/>
                <a:ext cx="11880" cy="107640"/>
              </p14:xfrm>
            </p:contentPart>
          </mc:Choice>
          <mc:Fallback xmlns="">
            <p:pic>
              <p:nvPicPr>
                <p:cNvPr id="53" name="Ink 52">
                  <a:extLst>
                    <a:ext uri="{FF2B5EF4-FFF2-40B4-BE49-F238E27FC236}">
                      <a16:creationId xmlns:a16="http://schemas.microsoft.com/office/drawing/2014/main" id="{03E07B93-933F-414D-9330-D5C7E05B839F}"/>
                    </a:ext>
                  </a:extLst>
                </p:cNvPr>
                <p:cNvPicPr/>
                <p:nvPr/>
              </p:nvPicPr>
              <p:blipFill>
                <a:blip r:embed="rId74"/>
                <a:stretch>
                  <a:fillRect/>
                </a:stretch>
              </p:blipFill>
              <p:spPr>
                <a:xfrm>
                  <a:off x="7014937" y="4133671"/>
                  <a:ext cx="2952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54" name="Ink 53">
                  <a:extLst>
                    <a:ext uri="{FF2B5EF4-FFF2-40B4-BE49-F238E27FC236}">
                      <a16:creationId xmlns:a16="http://schemas.microsoft.com/office/drawing/2014/main" id="{7273867D-632D-46BE-9FB1-3A60C3CC82EF}"/>
                    </a:ext>
                  </a:extLst>
                </p14:cNvPr>
                <p14:cNvContentPartPr/>
                <p14:nvPr/>
              </p14:nvContentPartPr>
              <p14:xfrm>
                <a:off x="6974977" y="3971311"/>
                <a:ext cx="30960" cy="43200"/>
              </p14:xfrm>
            </p:contentPart>
          </mc:Choice>
          <mc:Fallback xmlns="">
            <p:pic>
              <p:nvPicPr>
                <p:cNvPr id="54" name="Ink 53">
                  <a:extLst>
                    <a:ext uri="{FF2B5EF4-FFF2-40B4-BE49-F238E27FC236}">
                      <a16:creationId xmlns:a16="http://schemas.microsoft.com/office/drawing/2014/main" id="{7273867D-632D-46BE-9FB1-3A60C3CC82EF}"/>
                    </a:ext>
                  </a:extLst>
                </p:cNvPr>
                <p:cNvPicPr/>
                <p:nvPr/>
              </p:nvPicPr>
              <p:blipFill>
                <a:blip r:embed="rId76"/>
                <a:stretch>
                  <a:fillRect/>
                </a:stretch>
              </p:blipFill>
              <p:spPr>
                <a:xfrm>
                  <a:off x="6965977" y="3962311"/>
                  <a:ext cx="4860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5" name="Ink 54">
                  <a:extLst>
                    <a:ext uri="{FF2B5EF4-FFF2-40B4-BE49-F238E27FC236}">
                      <a16:creationId xmlns:a16="http://schemas.microsoft.com/office/drawing/2014/main" id="{67B3C350-980B-4AE3-8062-EF1CC12F8991}"/>
                    </a:ext>
                  </a:extLst>
                </p14:cNvPr>
                <p14:cNvContentPartPr/>
                <p14:nvPr/>
              </p14:nvContentPartPr>
              <p14:xfrm>
                <a:off x="7208617" y="3857551"/>
                <a:ext cx="54000" cy="485640"/>
              </p14:xfrm>
            </p:contentPart>
          </mc:Choice>
          <mc:Fallback xmlns="">
            <p:pic>
              <p:nvPicPr>
                <p:cNvPr id="55" name="Ink 54">
                  <a:extLst>
                    <a:ext uri="{FF2B5EF4-FFF2-40B4-BE49-F238E27FC236}">
                      <a16:creationId xmlns:a16="http://schemas.microsoft.com/office/drawing/2014/main" id="{67B3C350-980B-4AE3-8062-EF1CC12F8991}"/>
                    </a:ext>
                  </a:extLst>
                </p:cNvPr>
                <p:cNvPicPr/>
                <p:nvPr/>
              </p:nvPicPr>
              <p:blipFill>
                <a:blip r:embed="rId78"/>
                <a:stretch>
                  <a:fillRect/>
                </a:stretch>
              </p:blipFill>
              <p:spPr>
                <a:xfrm>
                  <a:off x="7199617" y="3848551"/>
                  <a:ext cx="71640" cy="5032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6" name="Ink 55">
                  <a:extLst>
                    <a:ext uri="{FF2B5EF4-FFF2-40B4-BE49-F238E27FC236}">
                      <a16:creationId xmlns:a16="http://schemas.microsoft.com/office/drawing/2014/main" id="{85704CFD-04EF-4832-BC2C-B808E4D879FE}"/>
                    </a:ext>
                  </a:extLst>
                </p14:cNvPr>
                <p14:cNvContentPartPr/>
                <p14:nvPr/>
              </p14:nvContentPartPr>
              <p14:xfrm>
                <a:off x="5671777" y="3502231"/>
                <a:ext cx="709560" cy="381240"/>
              </p14:xfrm>
            </p:contentPart>
          </mc:Choice>
          <mc:Fallback xmlns="">
            <p:pic>
              <p:nvPicPr>
                <p:cNvPr id="56" name="Ink 55">
                  <a:extLst>
                    <a:ext uri="{FF2B5EF4-FFF2-40B4-BE49-F238E27FC236}">
                      <a16:creationId xmlns:a16="http://schemas.microsoft.com/office/drawing/2014/main" id="{85704CFD-04EF-4832-BC2C-B808E4D879FE}"/>
                    </a:ext>
                  </a:extLst>
                </p:cNvPr>
                <p:cNvPicPr/>
                <p:nvPr/>
              </p:nvPicPr>
              <p:blipFill>
                <a:blip r:embed="rId80"/>
                <a:stretch>
                  <a:fillRect/>
                </a:stretch>
              </p:blipFill>
              <p:spPr>
                <a:xfrm>
                  <a:off x="5663137" y="3493591"/>
                  <a:ext cx="727200" cy="3988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7" name="Ink 56">
                  <a:extLst>
                    <a:ext uri="{FF2B5EF4-FFF2-40B4-BE49-F238E27FC236}">
                      <a16:creationId xmlns:a16="http://schemas.microsoft.com/office/drawing/2014/main" id="{2DF503C6-9A6B-4C6D-842A-0D8FE6A8E6CF}"/>
                    </a:ext>
                  </a:extLst>
                </p14:cNvPr>
                <p14:cNvContentPartPr/>
                <p14:nvPr/>
              </p14:nvContentPartPr>
              <p14:xfrm>
                <a:off x="6521377" y="3403231"/>
                <a:ext cx="1188000" cy="400320"/>
              </p14:xfrm>
            </p:contentPart>
          </mc:Choice>
          <mc:Fallback xmlns="">
            <p:pic>
              <p:nvPicPr>
                <p:cNvPr id="57" name="Ink 56">
                  <a:extLst>
                    <a:ext uri="{FF2B5EF4-FFF2-40B4-BE49-F238E27FC236}">
                      <a16:creationId xmlns:a16="http://schemas.microsoft.com/office/drawing/2014/main" id="{2DF503C6-9A6B-4C6D-842A-0D8FE6A8E6CF}"/>
                    </a:ext>
                  </a:extLst>
                </p:cNvPr>
                <p:cNvPicPr/>
                <p:nvPr/>
              </p:nvPicPr>
              <p:blipFill>
                <a:blip r:embed="rId82"/>
                <a:stretch>
                  <a:fillRect/>
                </a:stretch>
              </p:blipFill>
              <p:spPr>
                <a:xfrm>
                  <a:off x="6512377" y="3394231"/>
                  <a:ext cx="1205640" cy="4179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8" name="Ink 57">
                  <a:extLst>
                    <a:ext uri="{FF2B5EF4-FFF2-40B4-BE49-F238E27FC236}">
                      <a16:creationId xmlns:a16="http://schemas.microsoft.com/office/drawing/2014/main" id="{4F179313-63A8-44ED-AB17-6A2339A93D74}"/>
                    </a:ext>
                  </a:extLst>
                </p14:cNvPr>
                <p14:cNvContentPartPr/>
                <p14:nvPr/>
              </p14:nvContentPartPr>
              <p14:xfrm>
                <a:off x="7651057" y="3384151"/>
                <a:ext cx="21960" cy="18000"/>
              </p14:xfrm>
            </p:contentPart>
          </mc:Choice>
          <mc:Fallback xmlns="">
            <p:pic>
              <p:nvPicPr>
                <p:cNvPr id="58" name="Ink 57">
                  <a:extLst>
                    <a:ext uri="{FF2B5EF4-FFF2-40B4-BE49-F238E27FC236}">
                      <a16:creationId xmlns:a16="http://schemas.microsoft.com/office/drawing/2014/main" id="{4F179313-63A8-44ED-AB17-6A2339A93D74}"/>
                    </a:ext>
                  </a:extLst>
                </p:cNvPr>
                <p:cNvPicPr/>
                <p:nvPr/>
              </p:nvPicPr>
              <p:blipFill>
                <a:blip r:embed="rId84"/>
                <a:stretch>
                  <a:fillRect/>
                </a:stretch>
              </p:blipFill>
              <p:spPr>
                <a:xfrm>
                  <a:off x="7642057" y="3375151"/>
                  <a:ext cx="3960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9" name="Ink 58">
                  <a:extLst>
                    <a:ext uri="{FF2B5EF4-FFF2-40B4-BE49-F238E27FC236}">
                      <a16:creationId xmlns:a16="http://schemas.microsoft.com/office/drawing/2014/main" id="{28B7CDF7-3BE9-4E60-A862-CA910EC0F9EE}"/>
                    </a:ext>
                  </a:extLst>
                </p14:cNvPr>
                <p14:cNvContentPartPr/>
                <p14:nvPr/>
              </p14:nvContentPartPr>
              <p14:xfrm>
                <a:off x="7743217" y="3383071"/>
                <a:ext cx="823680" cy="406800"/>
              </p14:xfrm>
            </p:contentPart>
          </mc:Choice>
          <mc:Fallback xmlns="">
            <p:pic>
              <p:nvPicPr>
                <p:cNvPr id="59" name="Ink 58">
                  <a:extLst>
                    <a:ext uri="{FF2B5EF4-FFF2-40B4-BE49-F238E27FC236}">
                      <a16:creationId xmlns:a16="http://schemas.microsoft.com/office/drawing/2014/main" id="{28B7CDF7-3BE9-4E60-A862-CA910EC0F9EE}"/>
                    </a:ext>
                  </a:extLst>
                </p:cNvPr>
                <p:cNvPicPr/>
                <p:nvPr/>
              </p:nvPicPr>
              <p:blipFill>
                <a:blip r:embed="rId86"/>
                <a:stretch>
                  <a:fillRect/>
                </a:stretch>
              </p:blipFill>
              <p:spPr>
                <a:xfrm>
                  <a:off x="7734577" y="3374431"/>
                  <a:ext cx="841320" cy="4244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60" name="Ink 59">
                  <a:extLst>
                    <a:ext uri="{FF2B5EF4-FFF2-40B4-BE49-F238E27FC236}">
                      <a16:creationId xmlns:a16="http://schemas.microsoft.com/office/drawing/2014/main" id="{05846CFC-1CC4-4E0B-8E6B-BF92C75F7F3A}"/>
                    </a:ext>
                  </a:extLst>
                </p14:cNvPr>
                <p14:cNvContentPartPr/>
                <p14:nvPr/>
              </p14:nvContentPartPr>
              <p14:xfrm>
                <a:off x="8304817" y="3321871"/>
                <a:ext cx="14400" cy="38880"/>
              </p14:xfrm>
            </p:contentPart>
          </mc:Choice>
          <mc:Fallback xmlns="">
            <p:pic>
              <p:nvPicPr>
                <p:cNvPr id="60" name="Ink 59">
                  <a:extLst>
                    <a:ext uri="{FF2B5EF4-FFF2-40B4-BE49-F238E27FC236}">
                      <a16:creationId xmlns:a16="http://schemas.microsoft.com/office/drawing/2014/main" id="{05846CFC-1CC4-4E0B-8E6B-BF92C75F7F3A}"/>
                    </a:ext>
                  </a:extLst>
                </p:cNvPr>
                <p:cNvPicPr/>
                <p:nvPr/>
              </p:nvPicPr>
              <p:blipFill>
                <a:blip r:embed="rId88"/>
                <a:stretch>
                  <a:fillRect/>
                </a:stretch>
              </p:blipFill>
              <p:spPr>
                <a:xfrm>
                  <a:off x="8295817" y="3313231"/>
                  <a:ext cx="3204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61" name="Ink 60">
                  <a:extLst>
                    <a:ext uri="{FF2B5EF4-FFF2-40B4-BE49-F238E27FC236}">
                      <a16:creationId xmlns:a16="http://schemas.microsoft.com/office/drawing/2014/main" id="{6D35D397-F1AD-41B3-A3C7-B0152EFF0FD4}"/>
                    </a:ext>
                  </a:extLst>
                </p14:cNvPr>
                <p14:cNvContentPartPr/>
                <p14:nvPr/>
              </p14:nvContentPartPr>
              <p14:xfrm>
                <a:off x="8050297" y="3456151"/>
                <a:ext cx="227880" cy="28800"/>
              </p14:xfrm>
            </p:contentPart>
          </mc:Choice>
          <mc:Fallback xmlns="">
            <p:pic>
              <p:nvPicPr>
                <p:cNvPr id="61" name="Ink 60">
                  <a:extLst>
                    <a:ext uri="{FF2B5EF4-FFF2-40B4-BE49-F238E27FC236}">
                      <a16:creationId xmlns:a16="http://schemas.microsoft.com/office/drawing/2014/main" id="{6D35D397-F1AD-41B3-A3C7-B0152EFF0FD4}"/>
                    </a:ext>
                  </a:extLst>
                </p:cNvPr>
                <p:cNvPicPr/>
                <p:nvPr/>
              </p:nvPicPr>
              <p:blipFill>
                <a:blip r:embed="rId90"/>
                <a:stretch>
                  <a:fillRect/>
                </a:stretch>
              </p:blipFill>
              <p:spPr>
                <a:xfrm>
                  <a:off x="8041297" y="3447511"/>
                  <a:ext cx="24552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62" name="Ink 61">
                  <a:extLst>
                    <a:ext uri="{FF2B5EF4-FFF2-40B4-BE49-F238E27FC236}">
                      <a16:creationId xmlns:a16="http://schemas.microsoft.com/office/drawing/2014/main" id="{D5BCAA00-4AC6-4D4A-B49A-89F2B6C64A05}"/>
                    </a:ext>
                  </a:extLst>
                </p14:cNvPr>
                <p14:cNvContentPartPr/>
                <p14:nvPr/>
              </p14:nvContentPartPr>
              <p14:xfrm>
                <a:off x="8941657" y="3402871"/>
                <a:ext cx="106560" cy="426960"/>
              </p14:xfrm>
            </p:contentPart>
          </mc:Choice>
          <mc:Fallback xmlns="">
            <p:pic>
              <p:nvPicPr>
                <p:cNvPr id="62" name="Ink 61">
                  <a:extLst>
                    <a:ext uri="{FF2B5EF4-FFF2-40B4-BE49-F238E27FC236}">
                      <a16:creationId xmlns:a16="http://schemas.microsoft.com/office/drawing/2014/main" id="{D5BCAA00-4AC6-4D4A-B49A-89F2B6C64A05}"/>
                    </a:ext>
                  </a:extLst>
                </p:cNvPr>
                <p:cNvPicPr/>
                <p:nvPr/>
              </p:nvPicPr>
              <p:blipFill>
                <a:blip r:embed="rId92"/>
                <a:stretch>
                  <a:fillRect/>
                </a:stretch>
              </p:blipFill>
              <p:spPr>
                <a:xfrm>
                  <a:off x="8933017" y="3393871"/>
                  <a:ext cx="124200" cy="4446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63" name="Ink 62">
                  <a:extLst>
                    <a:ext uri="{FF2B5EF4-FFF2-40B4-BE49-F238E27FC236}">
                      <a16:creationId xmlns:a16="http://schemas.microsoft.com/office/drawing/2014/main" id="{AFB8559C-66B5-4024-8981-E2B51C2B23FB}"/>
                    </a:ext>
                  </a:extLst>
                </p14:cNvPr>
                <p14:cNvContentPartPr/>
                <p14:nvPr/>
              </p14:nvContentPartPr>
              <p14:xfrm>
                <a:off x="9118057" y="3336271"/>
                <a:ext cx="1301400" cy="273240"/>
              </p14:xfrm>
            </p:contentPart>
          </mc:Choice>
          <mc:Fallback xmlns="">
            <p:pic>
              <p:nvPicPr>
                <p:cNvPr id="63" name="Ink 62">
                  <a:extLst>
                    <a:ext uri="{FF2B5EF4-FFF2-40B4-BE49-F238E27FC236}">
                      <a16:creationId xmlns:a16="http://schemas.microsoft.com/office/drawing/2014/main" id="{AFB8559C-66B5-4024-8981-E2B51C2B23FB}"/>
                    </a:ext>
                  </a:extLst>
                </p:cNvPr>
                <p:cNvPicPr/>
                <p:nvPr/>
              </p:nvPicPr>
              <p:blipFill>
                <a:blip r:embed="rId94"/>
                <a:stretch>
                  <a:fillRect/>
                </a:stretch>
              </p:blipFill>
              <p:spPr>
                <a:xfrm>
                  <a:off x="9109417" y="3327271"/>
                  <a:ext cx="131904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64" name="Ink 63">
                  <a:extLst>
                    <a:ext uri="{FF2B5EF4-FFF2-40B4-BE49-F238E27FC236}">
                      <a16:creationId xmlns:a16="http://schemas.microsoft.com/office/drawing/2014/main" id="{B9EF46E0-1C50-4E5B-8C98-88AB5DA4ABA3}"/>
                    </a:ext>
                  </a:extLst>
                </p14:cNvPr>
                <p14:cNvContentPartPr/>
                <p14:nvPr/>
              </p14:nvContentPartPr>
              <p14:xfrm>
                <a:off x="9941737" y="3372991"/>
                <a:ext cx="225720" cy="9720"/>
              </p14:xfrm>
            </p:contentPart>
          </mc:Choice>
          <mc:Fallback xmlns="">
            <p:pic>
              <p:nvPicPr>
                <p:cNvPr id="64" name="Ink 63">
                  <a:extLst>
                    <a:ext uri="{FF2B5EF4-FFF2-40B4-BE49-F238E27FC236}">
                      <a16:creationId xmlns:a16="http://schemas.microsoft.com/office/drawing/2014/main" id="{B9EF46E0-1C50-4E5B-8C98-88AB5DA4ABA3}"/>
                    </a:ext>
                  </a:extLst>
                </p:cNvPr>
                <p:cNvPicPr/>
                <p:nvPr/>
              </p:nvPicPr>
              <p:blipFill>
                <a:blip r:embed="rId96"/>
                <a:stretch>
                  <a:fillRect/>
                </a:stretch>
              </p:blipFill>
              <p:spPr>
                <a:xfrm>
                  <a:off x="9932737" y="3364351"/>
                  <a:ext cx="243360" cy="27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7">
            <p14:nvContentPartPr>
              <p14:cNvPr id="3" name="Ink 2">
                <a:extLst>
                  <a:ext uri="{FF2B5EF4-FFF2-40B4-BE49-F238E27FC236}">
                    <a16:creationId xmlns:a16="http://schemas.microsoft.com/office/drawing/2014/main" id="{B595A79F-F76F-4835-B8B2-186020726418}"/>
                  </a:ext>
                </a:extLst>
              </p14:cNvPr>
              <p14:cNvContentPartPr/>
              <p14:nvPr/>
            </p14:nvContentPartPr>
            <p14:xfrm>
              <a:off x="7265137" y="4089031"/>
              <a:ext cx="109440" cy="462960"/>
            </p14:xfrm>
          </p:contentPart>
        </mc:Choice>
        <mc:Fallback xmlns="">
          <p:pic>
            <p:nvPicPr>
              <p:cNvPr id="3" name="Ink 2">
                <a:extLst>
                  <a:ext uri="{FF2B5EF4-FFF2-40B4-BE49-F238E27FC236}">
                    <a16:creationId xmlns:a16="http://schemas.microsoft.com/office/drawing/2014/main" id="{B595A79F-F76F-4835-B8B2-186020726418}"/>
                  </a:ext>
                </a:extLst>
              </p:cNvPr>
              <p:cNvPicPr/>
              <p:nvPr/>
            </p:nvPicPr>
            <p:blipFill>
              <a:blip r:embed="rId98"/>
              <a:stretch>
                <a:fillRect/>
              </a:stretch>
            </p:blipFill>
            <p:spPr>
              <a:xfrm>
                <a:off x="7256137" y="4080391"/>
                <a:ext cx="127080" cy="480600"/>
              </a:xfrm>
              <a:prstGeom prst="rect">
                <a:avLst/>
              </a:prstGeom>
            </p:spPr>
          </p:pic>
        </mc:Fallback>
      </mc:AlternateContent>
      <p:grpSp>
        <p:nvGrpSpPr>
          <p:cNvPr id="65" name="Group 64">
            <a:extLst>
              <a:ext uri="{FF2B5EF4-FFF2-40B4-BE49-F238E27FC236}">
                <a16:creationId xmlns:a16="http://schemas.microsoft.com/office/drawing/2014/main" id="{1931492C-5E37-4358-BB05-B3F488A78104}"/>
              </a:ext>
            </a:extLst>
          </p:cNvPr>
          <p:cNvGrpSpPr/>
          <p:nvPr/>
        </p:nvGrpSpPr>
        <p:grpSpPr>
          <a:xfrm>
            <a:off x="7823857" y="4068511"/>
            <a:ext cx="406080" cy="554040"/>
            <a:chOff x="7823857" y="4068511"/>
            <a:chExt cx="406080" cy="554040"/>
          </a:xfrm>
        </p:grpSpPr>
        <mc:AlternateContent xmlns:mc="http://schemas.openxmlformats.org/markup-compatibility/2006" xmlns:p14="http://schemas.microsoft.com/office/powerpoint/2010/main">
          <mc:Choice Requires="p14">
            <p:contentPart p14:bwMode="auto" r:id="rId99">
              <p14:nvContentPartPr>
                <p14:cNvPr id="5" name="Ink 4">
                  <a:extLst>
                    <a:ext uri="{FF2B5EF4-FFF2-40B4-BE49-F238E27FC236}">
                      <a16:creationId xmlns:a16="http://schemas.microsoft.com/office/drawing/2014/main" id="{6883C108-2D65-49D6-B428-BEADDCD7A487}"/>
                    </a:ext>
                  </a:extLst>
                </p14:cNvPr>
                <p14:cNvContentPartPr/>
                <p14:nvPr/>
              </p14:nvContentPartPr>
              <p14:xfrm>
                <a:off x="7823857" y="4068511"/>
                <a:ext cx="121320" cy="554040"/>
              </p14:xfrm>
            </p:contentPart>
          </mc:Choice>
          <mc:Fallback xmlns="">
            <p:pic>
              <p:nvPicPr>
                <p:cNvPr id="5" name="Ink 4">
                  <a:extLst>
                    <a:ext uri="{FF2B5EF4-FFF2-40B4-BE49-F238E27FC236}">
                      <a16:creationId xmlns:a16="http://schemas.microsoft.com/office/drawing/2014/main" id="{6883C108-2D65-49D6-B428-BEADDCD7A487}"/>
                    </a:ext>
                  </a:extLst>
                </p:cNvPr>
                <p:cNvPicPr/>
                <p:nvPr/>
              </p:nvPicPr>
              <p:blipFill>
                <a:blip r:embed="rId100"/>
                <a:stretch>
                  <a:fillRect/>
                </a:stretch>
              </p:blipFill>
              <p:spPr>
                <a:xfrm>
                  <a:off x="7814857" y="4059871"/>
                  <a:ext cx="138960" cy="5716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7" name="Ink 6">
                  <a:extLst>
                    <a:ext uri="{FF2B5EF4-FFF2-40B4-BE49-F238E27FC236}">
                      <a16:creationId xmlns:a16="http://schemas.microsoft.com/office/drawing/2014/main" id="{D24305F1-F8E8-488C-B2DC-8E4BD96351C9}"/>
                    </a:ext>
                  </a:extLst>
                </p14:cNvPr>
                <p14:cNvContentPartPr/>
                <p14:nvPr/>
              </p14:nvContentPartPr>
              <p14:xfrm>
                <a:off x="8052097" y="4096951"/>
                <a:ext cx="177840" cy="149760"/>
              </p14:xfrm>
            </p:contentPart>
          </mc:Choice>
          <mc:Fallback xmlns="">
            <p:pic>
              <p:nvPicPr>
                <p:cNvPr id="7" name="Ink 6">
                  <a:extLst>
                    <a:ext uri="{FF2B5EF4-FFF2-40B4-BE49-F238E27FC236}">
                      <a16:creationId xmlns:a16="http://schemas.microsoft.com/office/drawing/2014/main" id="{D24305F1-F8E8-488C-B2DC-8E4BD96351C9}"/>
                    </a:ext>
                  </a:extLst>
                </p:cNvPr>
                <p:cNvPicPr/>
                <p:nvPr/>
              </p:nvPicPr>
              <p:blipFill>
                <a:blip r:embed="rId102"/>
                <a:stretch>
                  <a:fillRect/>
                </a:stretch>
              </p:blipFill>
              <p:spPr>
                <a:xfrm>
                  <a:off x="8043097" y="4088311"/>
                  <a:ext cx="19548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8" name="Ink 7">
                  <a:extLst>
                    <a:ext uri="{FF2B5EF4-FFF2-40B4-BE49-F238E27FC236}">
                      <a16:creationId xmlns:a16="http://schemas.microsoft.com/office/drawing/2014/main" id="{0B054D40-0E25-43EC-9FE0-F2F2CE9A610D}"/>
                    </a:ext>
                  </a:extLst>
                </p14:cNvPr>
                <p14:cNvContentPartPr/>
                <p14:nvPr/>
              </p14:nvContentPartPr>
              <p14:xfrm>
                <a:off x="8033377" y="4082911"/>
                <a:ext cx="94680" cy="47880"/>
              </p14:xfrm>
            </p:contentPart>
          </mc:Choice>
          <mc:Fallback xmlns="">
            <p:pic>
              <p:nvPicPr>
                <p:cNvPr id="8" name="Ink 7">
                  <a:extLst>
                    <a:ext uri="{FF2B5EF4-FFF2-40B4-BE49-F238E27FC236}">
                      <a16:creationId xmlns:a16="http://schemas.microsoft.com/office/drawing/2014/main" id="{0B054D40-0E25-43EC-9FE0-F2F2CE9A610D}"/>
                    </a:ext>
                  </a:extLst>
                </p:cNvPr>
                <p:cNvPicPr/>
                <p:nvPr/>
              </p:nvPicPr>
              <p:blipFill>
                <a:blip r:embed="rId104"/>
                <a:stretch>
                  <a:fillRect/>
                </a:stretch>
              </p:blipFill>
              <p:spPr>
                <a:xfrm>
                  <a:off x="8024737" y="4073911"/>
                  <a:ext cx="112320" cy="65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5">
            <p14:nvContentPartPr>
              <p14:cNvPr id="69" name="Ink 68">
                <a:extLst>
                  <a:ext uri="{FF2B5EF4-FFF2-40B4-BE49-F238E27FC236}">
                    <a16:creationId xmlns:a16="http://schemas.microsoft.com/office/drawing/2014/main" id="{EA3A34DB-8758-4540-B821-7293D7031AF5}"/>
                  </a:ext>
                </a:extLst>
              </p14:cNvPr>
              <p14:cNvContentPartPr/>
              <p14:nvPr/>
            </p14:nvContentPartPr>
            <p14:xfrm>
              <a:off x="6990817" y="5645311"/>
              <a:ext cx="157680" cy="220680"/>
            </p14:xfrm>
          </p:contentPart>
        </mc:Choice>
        <mc:Fallback xmlns="">
          <p:pic>
            <p:nvPicPr>
              <p:cNvPr id="69" name="Ink 68">
                <a:extLst>
                  <a:ext uri="{FF2B5EF4-FFF2-40B4-BE49-F238E27FC236}">
                    <a16:creationId xmlns:a16="http://schemas.microsoft.com/office/drawing/2014/main" id="{EA3A34DB-8758-4540-B821-7293D7031AF5}"/>
                  </a:ext>
                </a:extLst>
              </p:cNvPr>
              <p:cNvPicPr/>
              <p:nvPr/>
            </p:nvPicPr>
            <p:blipFill>
              <a:blip r:embed="rId106"/>
              <a:stretch>
                <a:fillRect/>
              </a:stretch>
            </p:blipFill>
            <p:spPr>
              <a:xfrm>
                <a:off x="6981817" y="5636311"/>
                <a:ext cx="17532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32" name="Ink 31">
                <a:extLst>
                  <a:ext uri="{FF2B5EF4-FFF2-40B4-BE49-F238E27FC236}">
                    <a16:creationId xmlns:a16="http://schemas.microsoft.com/office/drawing/2014/main" id="{D951FDC7-BEEE-48AF-8795-84297BC41131}"/>
                  </a:ext>
                </a:extLst>
              </p14:cNvPr>
              <p14:cNvContentPartPr/>
              <p14:nvPr/>
            </p14:nvContentPartPr>
            <p14:xfrm>
              <a:off x="7245711" y="4095323"/>
              <a:ext cx="122760" cy="434880"/>
            </p14:xfrm>
          </p:contentPart>
        </mc:Choice>
        <mc:Fallback xmlns="">
          <p:pic>
            <p:nvPicPr>
              <p:cNvPr id="32" name="Ink 31">
                <a:extLst>
                  <a:ext uri="{FF2B5EF4-FFF2-40B4-BE49-F238E27FC236}">
                    <a16:creationId xmlns:a16="http://schemas.microsoft.com/office/drawing/2014/main" id="{D951FDC7-BEEE-48AF-8795-84297BC41131}"/>
                  </a:ext>
                </a:extLst>
              </p:cNvPr>
              <p:cNvPicPr/>
              <p:nvPr/>
            </p:nvPicPr>
            <p:blipFill>
              <a:blip r:embed="rId110"/>
              <a:stretch>
                <a:fillRect/>
              </a:stretch>
            </p:blipFill>
            <p:spPr>
              <a:xfrm>
                <a:off x="7236711" y="4086323"/>
                <a:ext cx="140400" cy="4525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66" name="Ink 65">
                <a:extLst>
                  <a:ext uri="{FF2B5EF4-FFF2-40B4-BE49-F238E27FC236}">
                    <a16:creationId xmlns:a16="http://schemas.microsoft.com/office/drawing/2014/main" id="{32CF1264-709C-42D5-9A06-0428D8E0C4FD}"/>
                  </a:ext>
                </a:extLst>
              </p14:cNvPr>
              <p14:cNvContentPartPr/>
              <p14:nvPr/>
            </p14:nvContentPartPr>
            <p14:xfrm>
              <a:off x="7818831" y="4052123"/>
              <a:ext cx="96120" cy="511920"/>
            </p14:xfrm>
          </p:contentPart>
        </mc:Choice>
        <mc:Fallback xmlns="">
          <p:pic>
            <p:nvPicPr>
              <p:cNvPr id="66" name="Ink 65">
                <a:extLst>
                  <a:ext uri="{FF2B5EF4-FFF2-40B4-BE49-F238E27FC236}">
                    <a16:creationId xmlns:a16="http://schemas.microsoft.com/office/drawing/2014/main" id="{32CF1264-709C-42D5-9A06-0428D8E0C4FD}"/>
                  </a:ext>
                </a:extLst>
              </p:cNvPr>
              <p:cNvPicPr/>
              <p:nvPr/>
            </p:nvPicPr>
            <p:blipFill>
              <a:blip r:embed="rId112"/>
              <a:stretch>
                <a:fillRect/>
              </a:stretch>
            </p:blipFill>
            <p:spPr>
              <a:xfrm>
                <a:off x="7809831" y="4043483"/>
                <a:ext cx="113760" cy="529560"/>
              </a:xfrm>
              <a:prstGeom prst="rect">
                <a:avLst/>
              </a:prstGeom>
            </p:spPr>
          </p:pic>
        </mc:Fallback>
      </mc:AlternateContent>
      <p:grpSp>
        <p:nvGrpSpPr>
          <p:cNvPr id="133" name="Group 132">
            <a:extLst>
              <a:ext uri="{FF2B5EF4-FFF2-40B4-BE49-F238E27FC236}">
                <a16:creationId xmlns:a16="http://schemas.microsoft.com/office/drawing/2014/main" id="{171AB13C-76C3-4589-9118-7D54E41462F1}"/>
              </a:ext>
            </a:extLst>
          </p:cNvPr>
          <p:cNvGrpSpPr/>
          <p:nvPr/>
        </p:nvGrpSpPr>
        <p:grpSpPr>
          <a:xfrm>
            <a:off x="10116711" y="303803"/>
            <a:ext cx="1240200" cy="607680"/>
            <a:chOff x="10116711" y="303803"/>
            <a:chExt cx="1240200" cy="607680"/>
          </a:xfrm>
        </p:grpSpPr>
        <mc:AlternateContent xmlns:mc="http://schemas.openxmlformats.org/markup-compatibility/2006" xmlns:p14="http://schemas.microsoft.com/office/powerpoint/2010/main">
          <mc:Choice Requires="p14">
            <p:contentPart p14:bwMode="auto" r:id="rId113">
              <p14:nvContentPartPr>
                <p14:cNvPr id="113" name="Ink 112">
                  <a:extLst>
                    <a:ext uri="{FF2B5EF4-FFF2-40B4-BE49-F238E27FC236}">
                      <a16:creationId xmlns:a16="http://schemas.microsoft.com/office/drawing/2014/main" id="{DC0C74B7-B9A1-4BB7-AACE-F23CC1758F3E}"/>
                    </a:ext>
                  </a:extLst>
                </p14:cNvPr>
                <p14:cNvContentPartPr/>
                <p14:nvPr/>
              </p14:nvContentPartPr>
              <p14:xfrm>
                <a:off x="10116711" y="303803"/>
                <a:ext cx="792000" cy="533880"/>
              </p14:xfrm>
            </p:contentPart>
          </mc:Choice>
          <mc:Fallback xmlns="">
            <p:pic>
              <p:nvPicPr>
                <p:cNvPr id="113" name="Ink 112">
                  <a:extLst>
                    <a:ext uri="{FF2B5EF4-FFF2-40B4-BE49-F238E27FC236}">
                      <a16:creationId xmlns:a16="http://schemas.microsoft.com/office/drawing/2014/main" id="{DC0C74B7-B9A1-4BB7-AACE-F23CC1758F3E}"/>
                    </a:ext>
                  </a:extLst>
                </p:cNvPr>
                <p:cNvPicPr/>
                <p:nvPr/>
              </p:nvPicPr>
              <p:blipFill>
                <a:blip r:embed="rId134"/>
                <a:stretch>
                  <a:fillRect/>
                </a:stretch>
              </p:blipFill>
              <p:spPr>
                <a:xfrm>
                  <a:off x="10108071" y="295163"/>
                  <a:ext cx="809640" cy="55152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14" name="Ink 113">
                  <a:extLst>
                    <a:ext uri="{FF2B5EF4-FFF2-40B4-BE49-F238E27FC236}">
                      <a16:creationId xmlns:a16="http://schemas.microsoft.com/office/drawing/2014/main" id="{BE9502F7-4E9A-4F2B-BC43-FF286F37570B}"/>
                    </a:ext>
                  </a:extLst>
                </p14:cNvPr>
                <p14:cNvContentPartPr/>
                <p14:nvPr/>
              </p14:nvContentPartPr>
              <p14:xfrm>
                <a:off x="10307511" y="482003"/>
                <a:ext cx="14040" cy="46440"/>
              </p14:xfrm>
            </p:contentPart>
          </mc:Choice>
          <mc:Fallback xmlns="">
            <p:pic>
              <p:nvPicPr>
                <p:cNvPr id="114" name="Ink 113">
                  <a:extLst>
                    <a:ext uri="{FF2B5EF4-FFF2-40B4-BE49-F238E27FC236}">
                      <a16:creationId xmlns:a16="http://schemas.microsoft.com/office/drawing/2014/main" id="{BE9502F7-4E9A-4F2B-BC43-FF286F37570B}"/>
                    </a:ext>
                  </a:extLst>
                </p:cNvPr>
                <p:cNvPicPr/>
                <p:nvPr/>
              </p:nvPicPr>
              <p:blipFill>
                <a:blip r:embed="rId136"/>
                <a:stretch>
                  <a:fillRect/>
                </a:stretch>
              </p:blipFill>
              <p:spPr>
                <a:xfrm>
                  <a:off x="10298511" y="473003"/>
                  <a:ext cx="3168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15" name="Ink 114">
                  <a:extLst>
                    <a:ext uri="{FF2B5EF4-FFF2-40B4-BE49-F238E27FC236}">
                      <a16:creationId xmlns:a16="http://schemas.microsoft.com/office/drawing/2014/main" id="{B4952361-968E-44FC-B112-B7AFDD597824}"/>
                    </a:ext>
                  </a:extLst>
                </p14:cNvPr>
                <p14:cNvContentPartPr/>
                <p14:nvPr/>
              </p14:nvContentPartPr>
              <p14:xfrm>
                <a:off x="10544751" y="575243"/>
                <a:ext cx="30600" cy="23040"/>
              </p14:xfrm>
            </p:contentPart>
          </mc:Choice>
          <mc:Fallback xmlns="">
            <p:pic>
              <p:nvPicPr>
                <p:cNvPr id="115" name="Ink 114">
                  <a:extLst>
                    <a:ext uri="{FF2B5EF4-FFF2-40B4-BE49-F238E27FC236}">
                      <a16:creationId xmlns:a16="http://schemas.microsoft.com/office/drawing/2014/main" id="{B4952361-968E-44FC-B112-B7AFDD597824}"/>
                    </a:ext>
                  </a:extLst>
                </p:cNvPr>
                <p:cNvPicPr/>
                <p:nvPr/>
              </p:nvPicPr>
              <p:blipFill>
                <a:blip r:embed="rId138"/>
                <a:stretch>
                  <a:fillRect/>
                </a:stretch>
              </p:blipFill>
              <p:spPr>
                <a:xfrm>
                  <a:off x="10535751" y="566243"/>
                  <a:ext cx="4824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16" name="Ink 115">
                  <a:extLst>
                    <a:ext uri="{FF2B5EF4-FFF2-40B4-BE49-F238E27FC236}">
                      <a16:creationId xmlns:a16="http://schemas.microsoft.com/office/drawing/2014/main" id="{FABCC82A-CFF4-4D15-8D11-D61DD227A26A}"/>
                    </a:ext>
                  </a:extLst>
                </p14:cNvPr>
                <p14:cNvContentPartPr/>
                <p14:nvPr/>
              </p14:nvContentPartPr>
              <p14:xfrm>
                <a:off x="10684071" y="433043"/>
                <a:ext cx="1080" cy="22320"/>
              </p14:xfrm>
            </p:contentPart>
          </mc:Choice>
          <mc:Fallback xmlns="">
            <p:pic>
              <p:nvPicPr>
                <p:cNvPr id="116" name="Ink 115">
                  <a:extLst>
                    <a:ext uri="{FF2B5EF4-FFF2-40B4-BE49-F238E27FC236}">
                      <a16:creationId xmlns:a16="http://schemas.microsoft.com/office/drawing/2014/main" id="{FABCC82A-CFF4-4D15-8D11-D61DD227A26A}"/>
                    </a:ext>
                  </a:extLst>
                </p:cNvPr>
                <p:cNvPicPr/>
                <p:nvPr/>
              </p:nvPicPr>
              <p:blipFill>
                <a:blip r:embed="rId140"/>
                <a:stretch>
                  <a:fillRect/>
                </a:stretch>
              </p:blipFill>
              <p:spPr>
                <a:xfrm>
                  <a:off x="10675071" y="424403"/>
                  <a:ext cx="1872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17" name="Ink 116">
                  <a:extLst>
                    <a:ext uri="{FF2B5EF4-FFF2-40B4-BE49-F238E27FC236}">
                      <a16:creationId xmlns:a16="http://schemas.microsoft.com/office/drawing/2014/main" id="{21BE1646-D448-4F1C-959A-D7538EC21EEC}"/>
                    </a:ext>
                  </a:extLst>
                </p14:cNvPr>
                <p14:cNvContentPartPr/>
                <p14:nvPr/>
              </p14:nvContentPartPr>
              <p14:xfrm>
                <a:off x="10453311" y="421163"/>
                <a:ext cx="411840" cy="120240"/>
              </p14:xfrm>
            </p:contentPart>
          </mc:Choice>
          <mc:Fallback xmlns="">
            <p:pic>
              <p:nvPicPr>
                <p:cNvPr id="117" name="Ink 116">
                  <a:extLst>
                    <a:ext uri="{FF2B5EF4-FFF2-40B4-BE49-F238E27FC236}">
                      <a16:creationId xmlns:a16="http://schemas.microsoft.com/office/drawing/2014/main" id="{21BE1646-D448-4F1C-959A-D7538EC21EEC}"/>
                    </a:ext>
                  </a:extLst>
                </p:cNvPr>
                <p:cNvPicPr/>
                <p:nvPr/>
              </p:nvPicPr>
              <p:blipFill>
                <a:blip r:embed="rId142"/>
                <a:stretch>
                  <a:fillRect/>
                </a:stretch>
              </p:blipFill>
              <p:spPr>
                <a:xfrm>
                  <a:off x="10444671" y="412523"/>
                  <a:ext cx="42948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18" name="Ink 117">
                  <a:extLst>
                    <a:ext uri="{FF2B5EF4-FFF2-40B4-BE49-F238E27FC236}">
                      <a16:creationId xmlns:a16="http://schemas.microsoft.com/office/drawing/2014/main" id="{9E554AF7-EB53-422E-A472-6F3A6B8DEEBC}"/>
                    </a:ext>
                  </a:extLst>
                </p14:cNvPr>
                <p14:cNvContentPartPr/>
                <p14:nvPr/>
              </p14:nvContentPartPr>
              <p14:xfrm>
                <a:off x="10952991" y="595763"/>
                <a:ext cx="60480" cy="36360"/>
              </p14:xfrm>
            </p:contentPart>
          </mc:Choice>
          <mc:Fallback xmlns="">
            <p:pic>
              <p:nvPicPr>
                <p:cNvPr id="118" name="Ink 117">
                  <a:extLst>
                    <a:ext uri="{FF2B5EF4-FFF2-40B4-BE49-F238E27FC236}">
                      <a16:creationId xmlns:a16="http://schemas.microsoft.com/office/drawing/2014/main" id="{9E554AF7-EB53-422E-A472-6F3A6B8DEEBC}"/>
                    </a:ext>
                  </a:extLst>
                </p:cNvPr>
                <p:cNvPicPr/>
                <p:nvPr/>
              </p:nvPicPr>
              <p:blipFill>
                <a:blip r:embed="rId144"/>
                <a:stretch>
                  <a:fillRect/>
                </a:stretch>
              </p:blipFill>
              <p:spPr>
                <a:xfrm>
                  <a:off x="10944351" y="587123"/>
                  <a:ext cx="7812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19" name="Ink 118">
                  <a:extLst>
                    <a:ext uri="{FF2B5EF4-FFF2-40B4-BE49-F238E27FC236}">
                      <a16:creationId xmlns:a16="http://schemas.microsoft.com/office/drawing/2014/main" id="{A538D7EF-3646-4C75-B5EE-7E10C16532FC}"/>
                    </a:ext>
                  </a:extLst>
                </p14:cNvPr>
                <p14:cNvContentPartPr/>
                <p14:nvPr/>
              </p14:nvContentPartPr>
              <p14:xfrm>
                <a:off x="10812231" y="642563"/>
                <a:ext cx="235440" cy="29880"/>
              </p14:xfrm>
            </p:contentPart>
          </mc:Choice>
          <mc:Fallback xmlns="">
            <p:pic>
              <p:nvPicPr>
                <p:cNvPr id="119" name="Ink 118">
                  <a:extLst>
                    <a:ext uri="{FF2B5EF4-FFF2-40B4-BE49-F238E27FC236}">
                      <a16:creationId xmlns:a16="http://schemas.microsoft.com/office/drawing/2014/main" id="{A538D7EF-3646-4C75-B5EE-7E10C16532FC}"/>
                    </a:ext>
                  </a:extLst>
                </p:cNvPr>
                <p:cNvPicPr/>
                <p:nvPr/>
              </p:nvPicPr>
              <p:blipFill>
                <a:blip r:embed="rId146"/>
                <a:stretch>
                  <a:fillRect/>
                </a:stretch>
              </p:blipFill>
              <p:spPr>
                <a:xfrm>
                  <a:off x="10803231" y="633923"/>
                  <a:ext cx="25308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20" name="Ink 119">
                  <a:extLst>
                    <a:ext uri="{FF2B5EF4-FFF2-40B4-BE49-F238E27FC236}">
                      <a16:creationId xmlns:a16="http://schemas.microsoft.com/office/drawing/2014/main" id="{CBC682E0-955D-423E-8FE8-70FEB0953F18}"/>
                    </a:ext>
                  </a:extLst>
                </p14:cNvPr>
                <p14:cNvContentPartPr/>
                <p14:nvPr/>
              </p14:nvContentPartPr>
              <p14:xfrm>
                <a:off x="11093031" y="555803"/>
                <a:ext cx="171000" cy="73800"/>
              </p14:xfrm>
            </p:contentPart>
          </mc:Choice>
          <mc:Fallback xmlns="">
            <p:pic>
              <p:nvPicPr>
                <p:cNvPr id="120" name="Ink 119">
                  <a:extLst>
                    <a:ext uri="{FF2B5EF4-FFF2-40B4-BE49-F238E27FC236}">
                      <a16:creationId xmlns:a16="http://schemas.microsoft.com/office/drawing/2014/main" id="{CBC682E0-955D-423E-8FE8-70FEB0953F18}"/>
                    </a:ext>
                  </a:extLst>
                </p:cNvPr>
                <p:cNvPicPr/>
                <p:nvPr/>
              </p:nvPicPr>
              <p:blipFill>
                <a:blip r:embed="rId148"/>
                <a:stretch>
                  <a:fillRect/>
                </a:stretch>
              </p:blipFill>
              <p:spPr>
                <a:xfrm>
                  <a:off x="11084391" y="547163"/>
                  <a:ext cx="18864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22" name="Ink 121">
                  <a:extLst>
                    <a:ext uri="{FF2B5EF4-FFF2-40B4-BE49-F238E27FC236}">
                      <a16:creationId xmlns:a16="http://schemas.microsoft.com/office/drawing/2014/main" id="{CBECECD5-D3C8-40C7-BAEE-59C73E0231D2}"/>
                    </a:ext>
                  </a:extLst>
                </p14:cNvPr>
                <p14:cNvContentPartPr/>
                <p14:nvPr/>
              </p14:nvContentPartPr>
              <p14:xfrm>
                <a:off x="10309671" y="355283"/>
                <a:ext cx="1047240" cy="350280"/>
              </p14:xfrm>
            </p:contentPart>
          </mc:Choice>
          <mc:Fallback xmlns="">
            <p:pic>
              <p:nvPicPr>
                <p:cNvPr id="122" name="Ink 121">
                  <a:extLst>
                    <a:ext uri="{FF2B5EF4-FFF2-40B4-BE49-F238E27FC236}">
                      <a16:creationId xmlns:a16="http://schemas.microsoft.com/office/drawing/2014/main" id="{CBECECD5-D3C8-40C7-BAEE-59C73E0231D2}"/>
                    </a:ext>
                  </a:extLst>
                </p:cNvPr>
                <p:cNvPicPr/>
                <p:nvPr/>
              </p:nvPicPr>
              <p:blipFill>
                <a:blip r:embed="rId150"/>
                <a:stretch>
                  <a:fillRect/>
                </a:stretch>
              </p:blipFill>
              <p:spPr>
                <a:xfrm>
                  <a:off x="10300671" y="346283"/>
                  <a:ext cx="1064880" cy="36792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24" name="Ink 123">
                  <a:extLst>
                    <a:ext uri="{FF2B5EF4-FFF2-40B4-BE49-F238E27FC236}">
                      <a16:creationId xmlns:a16="http://schemas.microsoft.com/office/drawing/2014/main" id="{02D9EAF1-4309-4CC1-8666-33973FE049BA}"/>
                    </a:ext>
                  </a:extLst>
                </p14:cNvPr>
                <p14:cNvContentPartPr/>
                <p14:nvPr/>
              </p14:nvContentPartPr>
              <p14:xfrm>
                <a:off x="10505151" y="356003"/>
                <a:ext cx="360" cy="360"/>
              </p14:xfrm>
            </p:contentPart>
          </mc:Choice>
          <mc:Fallback xmlns="">
            <p:pic>
              <p:nvPicPr>
                <p:cNvPr id="124" name="Ink 123">
                  <a:extLst>
                    <a:ext uri="{FF2B5EF4-FFF2-40B4-BE49-F238E27FC236}">
                      <a16:creationId xmlns:a16="http://schemas.microsoft.com/office/drawing/2014/main" id="{02D9EAF1-4309-4CC1-8666-33973FE049BA}"/>
                    </a:ext>
                  </a:extLst>
                </p:cNvPr>
                <p:cNvPicPr/>
                <p:nvPr/>
              </p:nvPicPr>
              <p:blipFill>
                <a:blip r:embed="rId152"/>
                <a:stretch>
                  <a:fillRect/>
                </a:stretch>
              </p:blipFill>
              <p:spPr>
                <a:xfrm>
                  <a:off x="10496511" y="34700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25" name="Ink 124">
                  <a:extLst>
                    <a:ext uri="{FF2B5EF4-FFF2-40B4-BE49-F238E27FC236}">
                      <a16:creationId xmlns:a16="http://schemas.microsoft.com/office/drawing/2014/main" id="{687146E9-7D62-40A0-BF4B-3F279DC7482B}"/>
                    </a:ext>
                  </a:extLst>
                </p14:cNvPr>
                <p14:cNvContentPartPr/>
                <p14:nvPr/>
              </p14:nvContentPartPr>
              <p14:xfrm>
                <a:off x="10482831" y="356003"/>
                <a:ext cx="22680" cy="26640"/>
              </p14:xfrm>
            </p:contentPart>
          </mc:Choice>
          <mc:Fallback xmlns="">
            <p:pic>
              <p:nvPicPr>
                <p:cNvPr id="125" name="Ink 124">
                  <a:extLst>
                    <a:ext uri="{FF2B5EF4-FFF2-40B4-BE49-F238E27FC236}">
                      <a16:creationId xmlns:a16="http://schemas.microsoft.com/office/drawing/2014/main" id="{687146E9-7D62-40A0-BF4B-3F279DC7482B}"/>
                    </a:ext>
                  </a:extLst>
                </p:cNvPr>
                <p:cNvPicPr/>
                <p:nvPr/>
              </p:nvPicPr>
              <p:blipFill>
                <a:blip r:embed="rId154"/>
                <a:stretch>
                  <a:fillRect/>
                </a:stretch>
              </p:blipFill>
              <p:spPr>
                <a:xfrm>
                  <a:off x="10474191" y="347003"/>
                  <a:ext cx="4032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26" name="Ink 125">
                  <a:extLst>
                    <a:ext uri="{FF2B5EF4-FFF2-40B4-BE49-F238E27FC236}">
                      <a16:creationId xmlns:a16="http://schemas.microsoft.com/office/drawing/2014/main" id="{5B8AF8C9-E31D-4399-A354-0D5F7D97702F}"/>
                    </a:ext>
                  </a:extLst>
                </p14:cNvPr>
                <p14:cNvContentPartPr/>
                <p14:nvPr/>
              </p14:nvContentPartPr>
              <p14:xfrm>
                <a:off x="10448991" y="431963"/>
                <a:ext cx="33840" cy="235080"/>
              </p14:xfrm>
            </p:contentPart>
          </mc:Choice>
          <mc:Fallback xmlns="">
            <p:pic>
              <p:nvPicPr>
                <p:cNvPr id="126" name="Ink 125">
                  <a:extLst>
                    <a:ext uri="{FF2B5EF4-FFF2-40B4-BE49-F238E27FC236}">
                      <a16:creationId xmlns:a16="http://schemas.microsoft.com/office/drawing/2014/main" id="{5B8AF8C9-E31D-4399-A354-0D5F7D97702F}"/>
                    </a:ext>
                  </a:extLst>
                </p:cNvPr>
                <p:cNvPicPr/>
                <p:nvPr/>
              </p:nvPicPr>
              <p:blipFill>
                <a:blip r:embed="rId156"/>
                <a:stretch>
                  <a:fillRect/>
                </a:stretch>
              </p:blipFill>
              <p:spPr>
                <a:xfrm>
                  <a:off x="10439991" y="422963"/>
                  <a:ext cx="5148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27" name="Ink 126">
                  <a:extLst>
                    <a:ext uri="{FF2B5EF4-FFF2-40B4-BE49-F238E27FC236}">
                      <a16:creationId xmlns:a16="http://schemas.microsoft.com/office/drawing/2014/main" id="{50772B2C-25BA-4AEC-9832-E2ABA1329B9D}"/>
                    </a:ext>
                  </a:extLst>
                </p14:cNvPr>
                <p14:cNvContentPartPr/>
                <p14:nvPr/>
              </p14:nvContentPartPr>
              <p14:xfrm>
                <a:off x="10451151" y="720683"/>
                <a:ext cx="7200" cy="50400"/>
              </p14:xfrm>
            </p:contentPart>
          </mc:Choice>
          <mc:Fallback xmlns="">
            <p:pic>
              <p:nvPicPr>
                <p:cNvPr id="127" name="Ink 126">
                  <a:extLst>
                    <a:ext uri="{FF2B5EF4-FFF2-40B4-BE49-F238E27FC236}">
                      <a16:creationId xmlns:a16="http://schemas.microsoft.com/office/drawing/2014/main" id="{50772B2C-25BA-4AEC-9832-E2ABA1329B9D}"/>
                    </a:ext>
                  </a:extLst>
                </p:cNvPr>
                <p:cNvPicPr/>
                <p:nvPr/>
              </p:nvPicPr>
              <p:blipFill>
                <a:blip r:embed="rId158"/>
                <a:stretch>
                  <a:fillRect/>
                </a:stretch>
              </p:blipFill>
              <p:spPr>
                <a:xfrm>
                  <a:off x="10442511" y="711683"/>
                  <a:ext cx="2484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28" name="Ink 127">
                  <a:extLst>
                    <a:ext uri="{FF2B5EF4-FFF2-40B4-BE49-F238E27FC236}">
                      <a16:creationId xmlns:a16="http://schemas.microsoft.com/office/drawing/2014/main" id="{BAD861C1-9D38-4BCE-98DB-F93491EE5A0A}"/>
                    </a:ext>
                  </a:extLst>
                </p14:cNvPr>
                <p14:cNvContentPartPr/>
                <p14:nvPr/>
              </p14:nvContentPartPr>
              <p14:xfrm>
                <a:off x="10434951" y="869003"/>
                <a:ext cx="148680" cy="42480"/>
              </p14:xfrm>
            </p:contentPart>
          </mc:Choice>
          <mc:Fallback xmlns="">
            <p:pic>
              <p:nvPicPr>
                <p:cNvPr id="128" name="Ink 127">
                  <a:extLst>
                    <a:ext uri="{FF2B5EF4-FFF2-40B4-BE49-F238E27FC236}">
                      <a16:creationId xmlns:a16="http://schemas.microsoft.com/office/drawing/2014/main" id="{BAD861C1-9D38-4BCE-98DB-F93491EE5A0A}"/>
                    </a:ext>
                  </a:extLst>
                </p:cNvPr>
                <p:cNvPicPr/>
                <p:nvPr/>
              </p:nvPicPr>
              <p:blipFill>
                <a:blip r:embed="rId160"/>
                <a:stretch>
                  <a:fillRect/>
                </a:stretch>
              </p:blipFill>
              <p:spPr>
                <a:xfrm>
                  <a:off x="10425951" y="860363"/>
                  <a:ext cx="16632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29" name="Ink 128">
                  <a:extLst>
                    <a:ext uri="{FF2B5EF4-FFF2-40B4-BE49-F238E27FC236}">
                      <a16:creationId xmlns:a16="http://schemas.microsoft.com/office/drawing/2014/main" id="{B79484B1-01F6-47DD-9469-3A44E5C247EF}"/>
                    </a:ext>
                  </a:extLst>
                </p14:cNvPr>
                <p14:cNvContentPartPr/>
                <p14:nvPr/>
              </p14:nvContentPartPr>
              <p14:xfrm>
                <a:off x="10401471" y="312443"/>
                <a:ext cx="225000" cy="315360"/>
              </p14:xfrm>
            </p:contentPart>
          </mc:Choice>
          <mc:Fallback xmlns="">
            <p:pic>
              <p:nvPicPr>
                <p:cNvPr id="129" name="Ink 128">
                  <a:extLst>
                    <a:ext uri="{FF2B5EF4-FFF2-40B4-BE49-F238E27FC236}">
                      <a16:creationId xmlns:a16="http://schemas.microsoft.com/office/drawing/2014/main" id="{B79484B1-01F6-47DD-9469-3A44E5C247EF}"/>
                    </a:ext>
                  </a:extLst>
                </p:cNvPr>
                <p:cNvPicPr/>
                <p:nvPr/>
              </p:nvPicPr>
              <p:blipFill>
                <a:blip r:embed="rId162"/>
                <a:stretch>
                  <a:fillRect/>
                </a:stretch>
              </p:blipFill>
              <p:spPr>
                <a:xfrm>
                  <a:off x="10392831" y="303803"/>
                  <a:ext cx="242640" cy="3330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31" name="Ink 130">
                  <a:extLst>
                    <a:ext uri="{FF2B5EF4-FFF2-40B4-BE49-F238E27FC236}">
                      <a16:creationId xmlns:a16="http://schemas.microsoft.com/office/drawing/2014/main" id="{8A84C3B7-CA47-424C-9867-70D91214E442}"/>
                    </a:ext>
                  </a:extLst>
                </p14:cNvPr>
                <p14:cNvContentPartPr/>
                <p14:nvPr/>
              </p14:nvContentPartPr>
              <p14:xfrm>
                <a:off x="10466631" y="385883"/>
                <a:ext cx="11520" cy="2880"/>
              </p14:xfrm>
            </p:contentPart>
          </mc:Choice>
          <mc:Fallback xmlns="">
            <p:pic>
              <p:nvPicPr>
                <p:cNvPr id="131" name="Ink 130">
                  <a:extLst>
                    <a:ext uri="{FF2B5EF4-FFF2-40B4-BE49-F238E27FC236}">
                      <a16:creationId xmlns:a16="http://schemas.microsoft.com/office/drawing/2014/main" id="{8A84C3B7-CA47-424C-9867-70D91214E442}"/>
                    </a:ext>
                  </a:extLst>
                </p:cNvPr>
                <p:cNvPicPr/>
                <p:nvPr/>
              </p:nvPicPr>
              <p:blipFill>
                <a:blip r:embed="rId164"/>
                <a:stretch>
                  <a:fillRect/>
                </a:stretch>
              </p:blipFill>
              <p:spPr>
                <a:xfrm>
                  <a:off x="10457991" y="376883"/>
                  <a:ext cx="2916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32" name="Ink 131">
                  <a:extLst>
                    <a:ext uri="{FF2B5EF4-FFF2-40B4-BE49-F238E27FC236}">
                      <a16:creationId xmlns:a16="http://schemas.microsoft.com/office/drawing/2014/main" id="{26A32345-9B05-4C22-BF63-31ADBE223251}"/>
                    </a:ext>
                  </a:extLst>
                </p14:cNvPr>
                <p14:cNvContentPartPr/>
                <p14:nvPr/>
              </p14:nvContentPartPr>
              <p14:xfrm>
                <a:off x="10565991" y="573803"/>
                <a:ext cx="360" cy="360"/>
              </p14:xfrm>
            </p:contentPart>
          </mc:Choice>
          <mc:Fallback xmlns="">
            <p:pic>
              <p:nvPicPr>
                <p:cNvPr id="132" name="Ink 131">
                  <a:extLst>
                    <a:ext uri="{FF2B5EF4-FFF2-40B4-BE49-F238E27FC236}">
                      <a16:creationId xmlns:a16="http://schemas.microsoft.com/office/drawing/2014/main" id="{26A32345-9B05-4C22-BF63-31ADBE223251}"/>
                    </a:ext>
                  </a:extLst>
                </p:cNvPr>
                <p:cNvPicPr/>
                <p:nvPr/>
              </p:nvPicPr>
              <p:blipFill>
                <a:blip r:embed="rId152"/>
                <a:stretch>
                  <a:fillRect/>
                </a:stretch>
              </p:blipFill>
              <p:spPr>
                <a:xfrm>
                  <a:off x="10557351" y="565163"/>
                  <a:ext cx="18000" cy="18000"/>
                </a:xfrm>
                <a:prstGeom prst="rect">
                  <a:avLst/>
                </a:prstGeom>
              </p:spPr>
            </p:pic>
          </mc:Fallback>
        </mc:AlternateContent>
      </p:grpSp>
      <p:grpSp>
        <p:nvGrpSpPr>
          <p:cNvPr id="141" name="Group 140">
            <a:extLst>
              <a:ext uri="{FF2B5EF4-FFF2-40B4-BE49-F238E27FC236}">
                <a16:creationId xmlns:a16="http://schemas.microsoft.com/office/drawing/2014/main" id="{768F549F-E8BD-46BA-9A23-DA9C08424A18}"/>
              </a:ext>
            </a:extLst>
          </p:cNvPr>
          <p:cNvGrpSpPr/>
          <p:nvPr/>
        </p:nvGrpSpPr>
        <p:grpSpPr>
          <a:xfrm>
            <a:off x="10236951" y="999323"/>
            <a:ext cx="1220040" cy="684360"/>
            <a:chOff x="10236951" y="999323"/>
            <a:chExt cx="1220040" cy="684360"/>
          </a:xfrm>
        </p:grpSpPr>
        <mc:AlternateContent xmlns:mc="http://schemas.openxmlformats.org/markup-compatibility/2006" xmlns:p14="http://schemas.microsoft.com/office/powerpoint/2010/main">
          <mc:Choice Requires="p14">
            <p:contentPart p14:bwMode="auto" r:id="rId166">
              <p14:nvContentPartPr>
                <p14:cNvPr id="134" name="Ink 133">
                  <a:extLst>
                    <a:ext uri="{FF2B5EF4-FFF2-40B4-BE49-F238E27FC236}">
                      <a16:creationId xmlns:a16="http://schemas.microsoft.com/office/drawing/2014/main" id="{65F721B5-CAE2-44B4-9153-652BBAE0869E}"/>
                    </a:ext>
                  </a:extLst>
                </p14:cNvPr>
                <p14:cNvContentPartPr/>
                <p14:nvPr/>
              </p14:nvContentPartPr>
              <p14:xfrm>
                <a:off x="10236951" y="999323"/>
                <a:ext cx="1220040" cy="684360"/>
              </p14:xfrm>
            </p:contentPart>
          </mc:Choice>
          <mc:Fallback xmlns="">
            <p:pic>
              <p:nvPicPr>
                <p:cNvPr id="134" name="Ink 133">
                  <a:extLst>
                    <a:ext uri="{FF2B5EF4-FFF2-40B4-BE49-F238E27FC236}">
                      <a16:creationId xmlns:a16="http://schemas.microsoft.com/office/drawing/2014/main" id="{65F721B5-CAE2-44B4-9153-652BBAE0869E}"/>
                    </a:ext>
                  </a:extLst>
                </p:cNvPr>
                <p:cNvPicPr/>
                <p:nvPr/>
              </p:nvPicPr>
              <p:blipFill>
                <a:blip r:embed="rId167"/>
                <a:stretch>
                  <a:fillRect/>
                </a:stretch>
              </p:blipFill>
              <p:spPr>
                <a:xfrm>
                  <a:off x="10227951" y="990683"/>
                  <a:ext cx="1237680" cy="7020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35" name="Ink 134">
                  <a:extLst>
                    <a:ext uri="{FF2B5EF4-FFF2-40B4-BE49-F238E27FC236}">
                      <a16:creationId xmlns:a16="http://schemas.microsoft.com/office/drawing/2014/main" id="{8CCF6141-A71F-438D-949C-6D4F4E8D1F0B}"/>
                    </a:ext>
                  </a:extLst>
                </p14:cNvPr>
                <p14:cNvContentPartPr/>
                <p14:nvPr/>
              </p14:nvContentPartPr>
              <p14:xfrm>
                <a:off x="10473471" y="1132883"/>
                <a:ext cx="830520" cy="438120"/>
              </p14:xfrm>
            </p:contentPart>
          </mc:Choice>
          <mc:Fallback xmlns="">
            <p:pic>
              <p:nvPicPr>
                <p:cNvPr id="135" name="Ink 134">
                  <a:extLst>
                    <a:ext uri="{FF2B5EF4-FFF2-40B4-BE49-F238E27FC236}">
                      <a16:creationId xmlns:a16="http://schemas.microsoft.com/office/drawing/2014/main" id="{8CCF6141-A71F-438D-949C-6D4F4E8D1F0B}"/>
                    </a:ext>
                  </a:extLst>
                </p:cNvPr>
                <p:cNvPicPr/>
                <p:nvPr/>
              </p:nvPicPr>
              <p:blipFill>
                <a:blip r:embed="rId169"/>
                <a:stretch>
                  <a:fillRect/>
                </a:stretch>
              </p:blipFill>
              <p:spPr>
                <a:xfrm>
                  <a:off x="10464471" y="1123883"/>
                  <a:ext cx="848160" cy="45576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37" name="Ink 136">
                  <a:extLst>
                    <a:ext uri="{FF2B5EF4-FFF2-40B4-BE49-F238E27FC236}">
                      <a16:creationId xmlns:a16="http://schemas.microsoft.com/office/drawing/2014/main" id="{E695DCCE-FA00-4652-87DF-67ECE724774D}"/>
                    </a:ext>
                  </a:extLst>
                </p14:cNvPr>
                <p14:cNvContentPartPr/>
                <p14:nvPr/>
              </p14:nvContentPartPr>
              <p14:xfrm>
                <a:off x="10618551" y="1372643"/>
                <a:ext cx="23400" cy="21600"/>
              </p14:xfrm>
            </p:contentPart>
          </mc:Choice>
          <mc:Fallback xmlns="">
            <p:pic>
              <p:nvPicPr>
                <p:cNvPr id="137" name="Ink 136">
                  <a:extLst>
                    <a:ext uri="{FF2B5EF4-FFF2-40B4-BE49-F238E27FC236}">
                      <a16:creationId xmlns:a16="http://schemas.microsoft.com/office/drawing/2014/main" id="{E695DCCE-FA00-4652-87DF-67ECE724774D}"/>
                    </a:ext>
                  </a:extLst>
                </p:cNvPr>
                <p:cNvPicPr/>
                <p:nvPr/>
              </p:nvPicPr>
              <p:blipFill>
                <a:blip r:embed="rId171"/>
                <a:stretch>
                  <a:fillRect/>
                </a:stretch>
              </p:blipFill>
              <p:spPr>
                <a:xfrm>
                  <a:off x="10609911" y="1364003"/>
                  <a:ext cx="4104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38" name="Ink 137">
                  <a:extLst>
                    <a:ext uri="{FF2B5EF4-FFF2-40B4-BE49-F238E27FC236}">
                      <a16:creationId xmlns:a16="http://schemas.microsoft.com/office/drawing/2014/main" id="{FD294D2E-59F0-43E2-A8C7-CFE0A0086051}"/>
                    </a:ext>
                  </a:extLst>
                </p14:cNvPr>
                <p14:cNvContentPartPr/>
                <p14:nvPr/>
              </p14:nvContentPartPr>
              <p14:xfrm>
                <a:off x="10675791" y="1159523"/>
                <a:ext cx="8640" cy="25560"/>
              </p14:xfrm>
            </p:contentPart>
          </mc:Choice>
          <mc:Fallback xmlns="">
            <p:pic>
              <p:nvPicPr>
                <p:cNvPr id="138" name="Ink 137">
                  <a:extLst>
                    <a:ext uri="{FF2B5EF4-FFF2-40B4-BE49-F238E27FC236}">
                      <a16:creationId xmlns:a16="http://schemas.microsoft.com/office/drawing/2014/main" id="{FD294D2E-59F0-43E2-A8C7-CFE0A0086051}"/>
                    </a:ext>
                  </a:extLst>
                </p:cNvPr>
                <p:cNvPicPr/>
                <p:nvPr/>
              </p:nvPicPr>
              <p:blipFill>
                <a:blip r:embed="rId173"/>
                <a:stretch>
                  <a:fillRect/>
                </a:stretch>
              </p:blipFill>
              <p:spPr>
                <a:xfrm>
                  <a:off x="10667151" y="1150523"/>
                  <a:ext cx="2628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40" name="Ink 139">
                  <a:extLst>
                    <a:ext uri="{FF2B5EF4-FFF2-40B4-BE49-F238E27FC236}">
                      <a16:creationId xmlns:a16="http://schemas.microsoft.com/office/drawing/2014/main" id="{69EFCBFC-679E-40C8-B0B0-116EE1F70127}"/>
                    </a:ext>
                  </a:extLst>
                </p14:cNvPr>
                <p14:cNvContentPartPr/>
                <p14:nvPr/>
              </p14:nvContentPartPr>
              <p14:xfrm>
                <a:off x="10581471" y="1558043"/>
                <a:ext cx="25560" cy="93240"/>
              </p14:xfrm>
            </p:contentPart>
          </mc:Choice>
          <mc:Fallback xmlns="">
            <p:pic>
              <p:nvPicPr>
                <p:cNvPr id="140" name="Ink 139">
                  <a:extLst>
                    <a:ext uri="{FF2B5EF4-FFF2-40B4-BE49-F238E27FC236}">
                      <a16:creationId xmlns:a16="http://schemas.microsoft.com/office/drawing/2014/main" id="{69EFCBFC-679E-40C8-B0B0-116EE1F70127}"/>
                    </a:ext>
                  </a:extLst>
                </p:cNvPr>
                <p:cNvPicPr/>
                <p:nvPr/>
              </p:nvPicPr>
              <p:blipFill>
                <a:blip r:embed="rId175"/>
                <a:stretch>
                  <a:fillRect/>
                </a:stretch>
              </p:blipFill>
              <p:spPr>
                <a:xfrm>
                  <a:off x="10572831" y="1549403"/>
                  <a:ext cx="43200" cy="110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6">
            <p14:nvContentPartPr>
              <p14:cNvPr id="153" name="Ink 152">
                <a:extLst>
                  <a:ext uri="{FF2B5EF4-FFF2-40B4-BE49-F238E27FC236}">
                    <a16:creationId xmlns:a16="http://schemas.microsoft.com/office/drawing/2014/main" id="{8A04AD56-D75F-498D-995B-11E0AD7596E8}"/>
                  </a:ext>
                </a:extLst>
              </p14:cNvPr>
              <p14:cNvContentPartPr/>
              <p14:nvPr/>
            </p14:nvContentPartPr>
            <p14:xfrm>
              <a:off x="6293511" y="4687837"/>
              <a:ext cx="257040" cy="24480"/>
            </p14:xfrm>
          </p:contentPart>
        </mc:Choice>
        <mc:Fallback xmlns="">
          <p:pic>
            <p:nvPicPr>
              <p:cNvPr id="153" name="Ink 152">
                <a:extLst>
                  <a:ext uri="{FF2B5EF4-FFF2-40B4-BE49-F238E27FC236}">
                    <a16:creationId xmlns:a16="http://schemas.microsoft.com/office/drawing/2014/main" id="{8A04AD56-D75F-498D-995B-11E0AD7596E8}"/>
                  </a:ext>
                </a:extLst>
              </p:cNvPr>
              <p:cNvPicPr/>
              <p:nvPr/>
            </p:nvPicPr>
            <p:blipFill>
              <a:blip r:embed="rId247"/>
              <a:stretch>
                <a:fillRect/>
              </a:stretch>
            </p:blipFill>
            <p:spPr>
              <a:xfrm>
                <a:off x="6284871" y="4678837"/>
                <a:ext cx="27468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54" name="Ink 153">
                <a:extLst>
                  <a:ext uri="{FF2B5EF4-FFF2-40B4-BE49-F238E27FC236}">
                    <a16:creationId xmlns:a16="http://schemas.microsoft.com/office/drawing/2014/main" id="{98CD1316-8E61-4D28-A9E5-FDAAB20152FE}"/>
                  </a:ext>
                </a:extLst>
              </p14:cNvPr>
              <p14:cNvContentPartPr/>
              <p14:nvPr/>
            </p14:nvContentPartPr>
            <p14:xfrm>
              <a:off x="3477231" y="4021477"/>
              <a:ext cx="277560" cy="1145520"/>
            </p14:xfrm>
          </p:contentPart>
        </mc:Choice>
        <mc:Fallback xmlns="">
          <p:pic>
            <p:nvPicPr>
              <p:cNvPr id="154" name="Ink 153">
                <a:extLst>
                  <a:ext uri="{FF2B5EF4-FFF2-40B4-BE49-F238E27FC236}">
                    <a16:creationId xmlns:a16="http://schemas.microsoft.com/office/drawing/2014/main" id="{98CD1316-8E61-4D28-A9E5-FDAAB20152FE}"/>
                  </a:ext>
                </a:extLst>
              </p:cNvPr>
              <p:cNvPicPr/>
              <p:nvPr/>
            </p:nvPicPr>
            <p:blipFill>
              <a:blip r:embed="rId249"/>
              <a:stretch>
                <a:fillRect/>
              </a:stretch>
            </p:blipFill>
            <p:spPr>
              <a:xfrm>
                <a:off x="3468591" y="4012477"/>
                <a:ext cx="295200" cy="116316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55" name="Ink 154">
                <a:extLst>
                  <a:ext uri="{FF2B5EF4-FFF2-40B4-BE49-F238E27FC236}">
                    <a16:creationId xmlns:a16="http://schemas.microsoft.com/office/drawing/2014/main" id="{08041ADB-F304-4FC1-B826-DCCE8CD36609}"/>
                  </a:ext>
                </a:extLst>
              </p14:cNvPr>
              <p14:cNvContentPartPr/>
              <p14:nvPr/>
            </p14:nvContentPartPr>
            <p14:xfrm>
              <a:off x="8303031" y="3967117"/>
              <a:ext cx="147240" cy="933120"/>
            </p14:xfrm>
          </p:contentPart>
        </mc:Choice>
        <mc:Fallback xmlns="">
          <p:pic>
            <p:nvPicPr>
              <p:cNvPr id="155" name="Ink 154">
                <a:extLst>
                  <a:ext uri="{FF2B5EF4-FFF2-40B4-BE49-F238E27FC236}">
                    <a16:creationId xmlns:a16="http://schemas.microsoft.com/office/drawing/2014/main" id="{08041ADB-F304-4FC1-B826-DCCE8CD36609}"/>
                  </a:ext>
                </a:extLst>
              </p:cNvPr>
              <p:cNvPicPr/>
              <p:nvPr/>
            </p:nvPicPr>
            <p:blipFill>
              <a:blip r:embed="rId251"/>
              <a:stretch>
                <a:fillRect/>
              </a:stretch>
            </p:blipFill>
            <p:spPr>
              <a:xfrm>
                <a:off x="8294031" y="3958117"/>
                <a:ext cx="164880" cy="95076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56" name="Ink 155">
                <a:extLst>
                  <a:ext uri="{FF2B5EF4-FFF2-40B4-BE49-F238E27FC236}">
                    <a16:creationId xmlns:a16="http://schemas.microsoft.com/office/drawing/2014/main" id="{667109C3-8CF2-4432-8AC3-C43902BD5E31}"/>
                  </a:ext>
                </a:extLst>
              </p14:cNvPr>
              <p14:cNvContentPartPr/>
              <p14:nvPr/>
            </p14:nvContentPartPr>
            <p14:xfrm>
              <a:off x="3309111" y="4845877"/>
              <a:ext cx="141840" cy="308520"/>
            </p14:xfrm>
          </p:contentPart>
        </mc:Choice>
        <mc:Fallback xmlns="">
          <p:pic>
            <p:nvPicPr>
              <p:cNvPr id="156" name="Ink 155">
                <a:extLst>
                  <a:ext uri="{FF2B5EF4-FFF2-40B4-BE49-F238E27FC236}">
                    <a16:creationId xmlns:a16="http://schemas.microsoft.com/office/drawing/2014/main" id="{667109C3-8CF2-4432-8AC3-C43902BD5E31}"/>
                  </a:ext>
                </a:extLst>
              </p:cNvPr>
              <p:cNvPicPr/>
              <p:nvPr/>
            </p:nvPicPr>
            <p:blipFill>
              <a:blip r:embed="rId253"/>
              <a:stretch>
                <a:fillRect/>
              </a:stretch>
            </p:blipFill>
            <p:spPr>
              <a:xfrm>
                <a:off x="3300111" y="4836877"/>
                <a:ext cx="159480" cy="326160"/>
              </a:xfrm>
              <a:prstGeom prst="rect">
                <a:avLst/>
              </a:prstGeom>
            </p:spPr>
          </p:pic>
        </mc:Fallback>
      </mc:AlternateContent>
    </p:spTree>
    <p:extLst>
      <p:ext uri="{BB962C8B-B14F-4D97-AF65-F5344CB8AC3E}">
        <p14:creationId xmlns:p14="http://schemas.microsoft.com/office/powerpoint/2010/main" val="3530607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Regularization parameter </a:t>
            </a:r>
            <a:r>
              <a:rPr lang="el-GR" sz="4000" kern="1200" dirty="0">
                <a:solidFill>
                  <a:srgbClr val="FFFFFF"/>
                </a:solidFill>
                <a:latin typeface="+mj-lt"/>
                <a:ea typeface="+mj-ea"/>
                <a:cs typeface="+mj-cs"/>
              </a:rPr>
              <a:t>λ</a:t>
            </a:r>
            <a:endParaRPr lang="en-US" sz="4000" kern="1200" dirty="0">
              <a:solidFill>
                <a:srgbClr val="FFFFFF"/>
              </a:solidFill>
              <a:latin typeface="+mj-lt"/>
              <a:ea typeface="+mj-ea"/>
              <a:cs typeface="+mj-cs"/>
            </a:endParaRP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990600" y="1978024"/>
            <a:ext cx="10515600" cy="46319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sz="2400" dirty="0">
              <a:latin typeface="+mj-lt"/>
            </a:endParaRPr>
          </a:p>
        </p:txBody>
      </p:sp>
      <p:sp>
        <p:nvSpPr>
          <p:cNvPr id="10" name="TextBox 9">
            <a:extLst>
              <a:ext uri="{FF2B5EF4-FFF2-40B4-BE49-F238E27FC236}">
                <a16:creationId xmlns:a16="http://schemas.microsoft.com/office/drawing/2014/main" id="{4F2ED7C6-5391-4400-A901-97E30C84194B}"/>
              </a:ext>
            </a:extLst>
          </p:cNvPr>
          <p:cNvSpPr txBox="1"/>
          <p:nvPr/>
        </p:nvSpPr>
        <p:spPr>
          <a:xfrm>
            <a:off x="480712" y="2179081"/>
            <a:ext cx="10515600" cy="3785652"/>
          </a:xfrm>
          <a:prstGeom prst="rect">
            <a:avLst/>
          </a:prstGeom>
          <a:noFill/>
        </p:spPr>
        <p:txBody>
          <a:bodyPr wrap="square">
            <a:spAutoFit/>
          </a:bodyPr>
          <a:lstStyle/>
          <a:p>
            <a:r>
              <a:rPr lang="en-US" sz="2400" dirty="0">
                <a:solidFill>
                  <a:srgbClr val="292929"/>
                </a:solidFill>
                <a:latin typeface="+mj-lt"/>
              </a:rPr>
              <a:t>If </a:t>
            </a:r>
            <a:r>
              <a:rPr lang="el-GR" sz="2400" b="0" i="0" dirty="0">
                <a:solidFill>
                  <a:srgbClr val="202124"/>
                </a:solidFill>
                <a:effectLst/>
                <a:latin typeface="arial" panose="020B0604020202020204" pitchFamily="34" charset="0"/>
              </a:rPr>
              <a:t>λ</a:t>
            </a:r>
            <a:r>
              <a:rPr lang="en-US" sz="2400" i="1" dirty="0">
                <a:solidFill>
                  <a:srgbClr val="292929"/>
                </a:solidFill>
                <a:latin typeface="+mj-lt"/>
              </a:rPr>
              <a:t> </a:t>
            </a:r>
            <a:r>
              <a:rPr lang="en-US" sz="2400" dirty="0">
                <a:solidFill>
                  <a:srgbClr val="292929"/>
                </a:solidFill>
                <a:latin typeface="+mj-lt"/>
              </a:rPr>
              <a:t>= 0 , regularized loss will become original loss</a:t>
            </a:r>
          </a:p>
          <a:p>
            <a:endParaRPr lang="en-US" sz="2400" b="0" i="0" dirty="0">
              <a:solidFill>
                <a:srgbClr val="292929"/>
              </a:solidFill>
              <a:effectLst/>
              <a:latin typeface="+mj-lt"/>
            </a:endParaRPr>
          </a:p>
          <a:p>
            <a:endParaRPr lang="en-US" sz="2400" dirty="0">
              <a:solidFill>
                <a:srgbClr val="292929"/>
              </a:solidFill>
              <a:latin typeface="+mj-lt"/>
            </a:endParaRPr>
          </a:p>
          <a:p>
            <a:r>
              <a:rPr lang="en-US" sz="2400" dirty="0">
                <a:solidFill>
                  <a:srgbClr val="292929"/>
                </a:solidFill>
                <a:latin typeface="+mj-lt"/>
              </a:rPr>
              <a:t>If </a:t>
            </a:r>
            <a:r>
              <a:rPr lang="el-GR" sz="2400" b="0" i="0" dirty="0">
                <a:solidFill>
                  <a:srgbClr val="202124"/>
                </a:solidFill>
                <a:effectLst/>
                <a:latin typeface="arial" panose="020B0604020202020204" pitchFamily="34" charset="0"/>
              </a:rPr>
              <a:t>λ</a:t>
            </a:r>
            <a:r>
              <a:rPr lang="en-US" sz="2400" i="1" dirty="0">
                <a:solidFill>
                  <a:srgbClr val="292929"/>
                </a:solidFill>
                <a:latin typeface="+mj-lt"/>
              </a:rPr>
              <a:t> </a:t>
            </a:r>
            <a:r>
              <a:rPr lang="en-US" sz="2400" dirty="0">
                <a:solidFill>
                  <a:srgbClr val="292929"/>
                </a:solidFill>
                <a:latin typeface="+mj-lt"/>
              </a:rPr>
              <a:t>= ∞ , weights will become zero. Because only at zero weights, the loss will be minimum, else it will be infinity.</a:t>
            </a:r>
          </a:p>
          <a:p>
            <a:endParaRPr lang="en-US" sz="2400" dirty="0">
              <a:solidFill>
                <a:srgbClr val="292929"/>
              </a:solidFill>
              <a:latin typeface="+mj-lt"/>
            </a:endParaRPr>
          </a:p>
          <a:p>
            <a:endParaRPr lang="en-US" sz="2400" dirty="0">
              <a:solidFill>
                <a:srgbClr val="292929"/>
              </a:solidFill>
              <a:latin typeface="+mj-lt"/>
            </a:endParaRPr>
          </a:p>
          <a:p>
            <a:r>
              <a:rPr lang="en-US" sz="2400" dirty="0">
                <a:solidFill>
                  <a:srgbClr val="292929"/>
                </a:solidFill>
                <a:latin typeface="+mj-lt"/>
              </a:rPr>
              <a:t>If 0 &lt; </a:t>
            </a:r>
            <a:r>
              <a:rPr lang="el-GR" sz="2400" b="0" i="0" dirty="0">
                <a:solidFill>
                  <a:srgbClr val="202124"/>
                </a:solidFill>
                <a:effectLst/>
                <a:latin typeface="arial" panose="020B0604020202020204" pitchFamily="34" charset="0"/>
              </a:rPr>
              <a:t>λ</a:t>
            </a:r>
            <a:r>
              <a:rPr lang="en-US" sz="2400" i="1" dirty="0">
                <a:solidFill>
                  <a:srgbClr val="292929"/>
                </a:solidFill>
                <a:latin typeface="+mj-lt"/>
              </a:rPr>
              <a:t> &lt;</a:t>
            </a:r>
            <a:r>
              <a:rPr lang="en-US" sz="2400" dirty="0">
                <a:solidFill>
                  <a:srgbClr val="292929"/>
                </a:solidFill>
                <a:latin typeface="+mj-lt"/>
              </a:rPr>
              <a:t> ∞ : Positive λ will cause the magnitude of the weights to be smaller than in the usual linear solution. </a:t>
            </a:r>
            <a:r>
              <a:rPr lang="en-US" sz="2400" dirty="0">
                <a:solidFill>
                  <a:srgbClr val="292929"/>
                </a:solidFill>
                <a:highlight>
                  <a:srgbClr val="00FFFF"/>
                </a:highlight>
                <a:latin typeface="+mj-lt"/>
              </a:rPr>
              <a:t>As we increase the </a:t>
            </a:r>
            <a:r>
              <a:rPr lang="el-GR" sz="2400" b="0" i="0" dirty="0">
                <a:solidFill>
                  <a:srgbClr val="202124"/>
                </a:solidFill>
                <a:effectLst/>
                <a:highlight>
                  <a:srgbClr val="00FFFF"/>
                </a:highlight>
                <a:latin typeface="arial" panose="020B0604020202020204" pitchFamily="34" charset="0"/>
              </a:rPr>
              <a:t>λ</a:t>
            </a:r>
            <a:r>
              <a:rPr lang="en-US" sz="2400" dirty="0">
                <a:solidFill>
                  <a:srgbClr val="292929"/>
                </a:solidFill>
                <a:highlight>
                  <a:srgbClr val="00FFFF"/>
                </a:highlight>
                <a:latin typeface="+mj-lt"/>
              </a:rPr>
              <a:t>, weights will shrink more</a:t>
            </a:r>
          </a:p>
          <a:p>
            <a:endParaRPr lang="en-US" sz="2400" b="0" i="0" dirty="0">
              <a:solidFill>
                <a:srgbClr val="292929"/>
              </a:solidFill>
              <a:effectLst/>
              <a:latin typeface="+mj-lt"/>
            </a:endParaRPr>
          </a:p>
        </p:txBody>
      </p:sp>
    </p:spTree>
    <p:extLst>
      <p:ext uri="{BB962C8B-B14F-4D97-AF65-F5344CB8AC3E}">
        <p14:creationId xmlns:p14="http://schemas.microsoft.com/office/powerpoint/2010/main" val="41324478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320565" y="353310"/>
            <a:ext cx="3753345" cy="932688"/>
          </a:xfrm>
        </p:spPr>
        <p:txBody>
          <a:bodyPr vert="horz" lIns="91440" tIns="45720" rIns="91440" bIns="45720" rtlCol="0" anchor="b">
            <a:normAutofit fontScale="90000"/>
          </a:bodyPr>
          <a:lstStyle/>
          <a:p>
            <a:r>
              <a:rPr lang="en-US" sz="5400" kern="1200" dirty="0">
                <a:solidFill>
                  <a:schemeClr val="tx1"/>
                </a:solidFill>
                <a:latin typeface="+mj-lt"/>
                <a:ea typeface="+mj-ea"/>
                <a:cs typeface="+mj-cs"/>
              </a:rPr>
              <a:t>Regularization</a:t>
            </a:r>
          </a:p>
        </p:txBody>
      </p:sp>
      <p:pic>
        <p:nvPicPr>
          <p:cNvPr id="5" name="Picture 4">
            <a:extLst>
              <a:ext uri="{FF2B5EF4-FFF2-40B4-BE49-F238E27FC236}">
                <a16:creationId xmlns:a16="http://schemas.microsoft.com/office/drawing/2014/main" id="{D94C8376-7DF5-4BB2-AC19-701E6DD9B2EA}"/>
              </a:ext>
            </a:extLst>
          </p:cNvPr>
          <p:cNvPicPr>
            <a:picLocks noChangeAspect="1"/>
          </p:cNvPicPr>
          <p:nvPr/>
        </p:nvPicPr>
        <p:blipFill rotWithShape="1">
          <a:blip r:embed="rId3"/>
          <a:srcRect l="12294" t="11565" r="36324" b="12550"/>
          <a:stretch/>
        </p:blipFill>
        <p:spPr>
          <a:xfrm>
            <a:off x="4127293" y="141409"/>
            <a:ext cx="7914805" cy="6575181"/>
          </a:xfrm>
          <a:prstGeom prst="rect">
            <a:avLst/>
          </a:prstGeom>
        </p:spPr>
      </p:pic>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sp>
        <p:nvSpPr>
          <p:cNvPr id="16" name="TextBox 15">
            <a:extLst>
              <a:ext uri="{FF2B5EF4-FFF2-40B4-BE49-F238E27FC236}">
                <a16:creationId xmlns:a16="http://schemas.microsoft.com/office/drawing/2014/main" id="{056DD194-5DA5-425D-83F2-042DE1DB844D}"/>
              </a:ext>
            </a:extLst>
          </p:cNvPr>
          <p:cNvSpPr txBox="1"/>
          <p:nvPr/>
        </p:nvSpPr>
        <p:spPr>
          <a:xfrm>
            <a:off x="534094" y="1980375"/>
            <a:ext cx="3539816" cy="4524315"/>
          </a:xfrm>
          <a:prstGeom prst="rect">
            <a:avLst/>
          </a:prstGeom>
          <a:noFill/>
        </p:spPr>
        <p:txBody>
          <a:bodyPr wrap="square">
            <a:spAutoFit/>
          </a:bodyPr>
          <a:lstStyle/>
          <a:p>
            <a:r>
              <a:rPr lang="en-US" sz="2400" b="1" dirty="0">
                <a:solidFill>
                  <a:srgbClr val="292929"/>
                </a:solidFill>
                <a:latin typeface="+mj-lt"/>
              </a:rPr>
              <a:t>As</a:t>
            </a:r>
            <a:r>
              <a:rPr lang="en-US" sz="2400" b="1" i="0" dirty="0">
                <a:solidFill>
                  <a:srgbClr val="292929"/>
                </a:solidFill>
                <a:effectLst/>
                <a:latin typeface="+mj-lt"/>
              </a:rPr>
              <a:t> the value </a:t>
            </a:r>
            <a:r>
              <a:rPr lang="en-US" sz="2400" b="1" dirty="0">
                <a:solidFill>
                  <a:srgbClr val="292929"/>
                </a:solidFill>
                <a:latin typeface="+mj-lt"/>
              </a:rPr>
              <a:t>o</a:t>
            </a:r>
            <a:r>
              <a:rPr lang="en-US" sz="2400" b="1" i="0" dirty="0">
                <a:solidFill>
                  <a:srgbClr val="292929"/>
                </a:solidFill>
                <a:effectLst/>
                <a:latin typeface="+mj-lt"/>
              </a:rPr>
              <a:t>f </a:t>
            </a:r>
            <a:r>
              <a:rPr lang="el-GR" sz="2400" b="0" i="0" dirty="0">
                <a:solidFill>
                  <a:srgbClr val="202124"/>
                </a:solidFill>
                <a:effectLst/>
                <a:latin typeface="arial" panose="020B0604020202020204" pitchFamily="34" charset="0"/>
              </a:rPr>
              <a:t>λ</a:t>
            </a:r>
            <a:r>
              <a:rPr lang="en-US" sz="2400" b="0" i="1" dirty="0">
                <a:solidFill>
                  <a:srgbClr val="292929"/>
                </a:solidFill>
                <a:effectLst/>
                <a:latin typeface="+mj-lt"/>
              </a:rPr>
              <a:t> </a:t>
            </a:r>
            <a:r>
              <a:rPr lang="en-US" sz="2400" b="1" i="0" dirty="0">
                <a:solidFill>
                  <a:srgbClr val="292929"/>
                </a:solidFill>
                <a:effectLst/>
                <a:latin typeface="+mj-lt"/>
              </a:rPr>
              <a:t>increases, the model complexity reduces</a:t>
            </a:r>
            <a:r>
              <a:rPr lang="en-US" sz="2400" b="0" i="0" dirty="0">
                <a:solidFill>
                  <a:srgbClr val="292929"/>
                </a:solidFill>
                <a:effectLst/>
                <a:latin typeface="+mj-lt"/>
              </a:rPr>
              <a:t>. </a:t>
            </a:r>
          </a:p>
          <a:p>
            <a:endParaRPr lang="en-US" sz="2400" b="0" i="0" dirty="0">
              <a:solidFill>
                <a:srgbClr val="292929"/>
              </a:solidFill>
              <a:effectLst/>
              <a:latin typeface="+mj-lt"/>
            </a:endParaRPr>
          </a:p>
          <a:p>
            <a:r>
              <a:rPr lang="en-US" sz="2400" b="0" i="0" dirty="0">
                <a:solidFill>
                  <a:srgbClr val="292929"/>
                </a:solidFill>
                <a:effectLst/>
                <a:latin typeface="+mj-lt"/>
              </a:rPr>
              <a:t>Higher the </a:t>
            </a:r>
            <a:r>
              <a:rPr lang="el-GR" sz="2400" b="0" i="0" dirty="0">
                <a:solidFill>
                  <a:srgbClr val="202124"/>
                </a:solidFill>
                <a:effectLst/>
                <a:latin typeface="arial" panose="020B0604020202020204" pitchFamily="34" charset="0"/>
              </a:rPr>
              <a:t>λ</a:t>
            </a:r>
            <a:r>
              <a:rPr lang="en-US" sz="2400" b="0" i="0" dirty="0">
                <a:solidFill>
                  <a:srgbClr val="292929"/>
                </a:solidFill>
                <a:effectLst/>
                <a:latin typeface="+mj-lt"/>
              </a:rPr>
              <a:t>, bigger the penalty. </a:t>
            </a:r>
          </a:p>
          <a:p>
            <a:endParaRPr lang="en-US" sz="2400" b="0" i="0" dirty="0">
              <a:solidFill>
                <a:srgbClr val="292929"/>
              </a:solidFill>
              <a:effectLst/>
              <a:latin typeface="+mj-lt"/>
            </a:endParaRPr>
          </a:p>
          <a:p>
            <a:r>
              <a:rPr lang="en-US" sz="2400" b="0" i="0" dirty="0">
                <a:solidFill>
                  <a:srgbClr val="292929"/>
                </a:solidFill>
                <a:effectLst/>
                <a:latin typeface="+mj-lt"/>
              </a:rPr>
              <a:t>Though higher values of </a:t>
            </a:r>
            <a:r>
              <a:rPr lang="el-GR" sz="2400" b="0" i="0" dirty="0">
                <a:solidFill>
                  <a:srgbClr val="202124"/>
                </a:solidFill>
                <a:effectLst/>
                <a:latin typeface="arial" panose="020B0604020202020204" pitchFamily="34" charset="0"/>
              </a:rPr>
              <a:t>λ</a:t>
            </a:r>
            <a:r>
              <a:rPr lang="en-US" sz="2400" b="0" i="1" dirty="0">
                <a:solidFill>
                  <a:srgbClr val="292929"/>
                </a:solidFill>
                <a:effectLst/>
                <a:latin typeface="+mj-lt"/>
              </a:rPr>
              <a:t> </a:t>
            </a:r>
            <a:r>
              <a:rPr lang="en-US" sz="2400" b="0" i="0" dirty="0">
                <a:solidFill>
                  <a:srgbClr val="292929"/>
                </a:solidFill>
                <a:effectLst/>
                <a:latin typeface="+mj-lt"/>
              </a:rPr>
              <a:t>reduce overfitting, significantly high values can cause underfitting as well (</a:t>
            </a:r>
            <a:r>
              <a:rPr lang="en-US" sz="2400" b="0" i="0" dirty="0" err="1">
                <a:solidFill>
                  <a:srgbClr val="292929"/>
                </a:solidFill>
                <a:effectLst/>
                <a:latin typeface="+mj-lt"/>
              </a:rPr>
              <a:t>eg.</a:t>
            </a:r>
            <a:r>
              <a:rPr lang="en-US" sz="2400" b="0" i="0" dirty="0">
                <a:solidFill>
                  <a:srgbClr val="292929"/>
                </a:solidFill>
                <a:effectLst/>
                <a:latin typeface="+mj-lt"/>
              </a:rPr>
              <a:t> </a:t>
            </a:r>
            <a:r>
              <a:rPr lang="el-GR" sz="2400" b="0" i="0" dirty="0">
                <a:solidFill>
                  <a:srgbClr val="202124"/>
                </a:solidFill>
                <a:effectLst/>
                <a:latin typeface="arial" panose="020B0604020202020204" pitchFamily="34" charset="0"/>
              </a:rPr>
              <a:t>λ</a:t>
            </a:r>
            <a:r>
              <a:rPr lang="en-US" sz="2400" b="0" i="0" dirty="0">
                <a:solidFill>
                  <a:srgbClr val="292929"/>
                </a:solidFill>
                <a:effectLst/>
                <a:latin typeface="+mj-lt"/>
              </a:rPr>
              <a:t>= 5)</a:t>
            </a:r>
            <a:endParaRPr lang="en-IN" sz="2400" dirty="0">
              <a:latin typeface="+mj-lt"/>
            </a:endParaRPr>
          </a:p>
        </p:txBody>
      </p:sp>
      <p:grpSp>
        <p:nvGrpSpPr>
          <p:cNvPr id="7" name="Group 6">
            <a:extLst>
              <a:ext uri="{FF2B5EF4-FFF2-40B4-BE49-F238E27FC236}">
                <a16:creationId xmlns:a16="http://schemas.microsoft.com/office/drawing/2014/main" id="{D519C344-2DDB-453C-AEB3-5FF9086BF8EC}"/>
              </a:ext>
            </a:extLst>
          </p:cNvPr>
          <p:cNvGrpSpPr/>
          <p:nvPr/>
        </p:nvGrpSpPr>
        <p:grpSpPr>
          <a:xfrm>
            <a:off x="5605911" y="-35677"/>
            <a:ext cx="496080" cy="186480"/>
            <a:chOff x="5605911" y="-35677"/>
            <a:chExt cx="496080" cy="186480"/>
          </a:xfrm>
        </p:grpSpPr>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42E98D69-CC1D-44D8-A3CA-31649ED9830B}"/>
                    </a:ext>
                  </a:extLst>
                </p14:cNvPr>
                <p14:cNvContentPartPr/>
                <p14:nvPr/>
              </p14:nvContentPartPr>
              <p14:xfrm>
                <a:off x="5605911" y="31643"/>
                <a:ext cx="262080" cy="119160"/>
              </p14:xfrm>
            </p:contentPart>
          </mc:Choice>
          <mc:Fallback xmlns="">
            <p:pic>
              <p:nvPicPr>
                <p:cNvPr id="3" name="Ink 2">
                  <a:extLst>
                    <a:ext uri="{FF2B5EF4-FFF2-40B4-BE49-F238E27FC236}">
                      <a16:creationId xmlns:a16="http://schemas.microsoft.com/office/drawing/2014/main" id="{42E98D69-CC1D-44D8-A3CA-31649ED9830B}"/>
                    </a:ext>
                  </a:extLst>
                </p:cNvPr>
                <p:cNvPicPr/>
                <p:nvPr/>
              </p:nvPicPr>
              <p:blipFill>
                <a:blip r:embed="rId5"/>
                <a:stretch>
                  <a:fillRect/>
                </a:stretch>
              </p:blipFill>
              <p:spPr>
                <a:xfrm>
                  <a:off x="5596911" y="22643"/>
                  <a:ext cx="27972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5F58C0F3-F8B8-4748-B2FB-5CAD5F660F63}"/>
                    </a:ext>
                  </a:extLst>
                </p14:cNvPr>
                <p14:cNvContentPartPr/>
                <p14:nvPr/>
              </p14:nvContentPartPr>
              <p14:xfrm>
                <a:off x="5981031" y="-35677"/>
                <a:ext cx="120960" cy="174240"/>
              </p14:xfrm>
            </p:contentPart>
          </mc:Choice>
          <mc:Fallback xmlns="">
            <p:pic>
              <p:nvPicPr>
                <p:cNvPr id="4" name="Ink 3">
                  <a:extLst>
                    <a:ext uri="{FF2B5EF4-FFF2-40B4-BE49-F238E27FC236}">
                      <a16:creationId xmlns:a16="http://schemas.microsoft.com/office/drawing/2014/main" id="{5F58C0F3-F8B8-4748-B2FB-5CAD5F660F63}"/>
                    </a:ext>
                  </a:extLst>
                </p:cNvPr>
                <p:cNvPicPr/>
                <p:nvPr/>
              </p:nvPicPr>
              <p:blipFill>
                <a:blip r:embed="rId7"/>
                <a:stretch>
                  <a:fillRect/>
                </a:stretch>
              </p:blipFill>
              <p:spPr>
                <a:xfrm>
                  <a:off x="5972031" y="-44317"/>
                  <a:ext cx="138600" cy="191880"/>
                </a:xfrm>
                <a:prstGeom prst="rect">
                  <a:avLst/>
                </a:prstGeom>
              </p:spPr>
            </p:pic>
          </mc:Fallback>
        </mc:AlternateContent>
      </p:grpSp>
    </p:spTree>
    <p:extLst>
      <p:ext uri="{BB962C8B-B14F-4D97-AF65-F5344CB8AC3E}">
        <p14:creationId xmlns:p14="http://schemas.microsoft.com/office/powerpoint/2010/main" val="2821349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L1 and L2 Regularization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990600" y="1978024"/>
            <a:ext cx="10515600" cy="463193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mj-lt"/>
              </a:rPr>
              <a:t>The L1 penalty enforces feature selection</a:t>
            </a:r>
          </a:p>
          <a:p>
            <a:pPr lvl="1"/>
            <a:r>
              <a:rPr lang="en-US" sz="2000" dirty="0">
                <a:latin typeface="+mj-lt"/>
              </a:rPr>
              <a:t>Has a tendency to set to 0 the less useful parameters. </a:t>
            </a:r>
          </a:p>
          <a:p>
            <a:pPr lvl="1"/>
            <a:r>
              <a:rPr lang="en-US" sz="2000" dirty="0">
                <a:latin typeface="+mj-lt"/>
              </a:rPr>
              <a:t>This helps identify the most relevant features in a dataset. </a:t>
            </a:r>
          </a:p>
          <a:p>
            <a:pPr lvl="1"/>
            <a:r>
              <a:rPr lang="en-US" sz="2000" dirty="0">
                <a:latin typeface="+mj-lt"/>
              </a:rPr>
              <a:t>Often not as computationally efficient as the L2 penalty.</a:t>
            </a:r>
          </a:p>
          <a:p>
            <a:pPr marL="0" indent="0">
              <a:buNone/>
            </a:pPr>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pPr marL="0" indent="0">
              <a:buNone/>
            </a:pPr>
            <a:r>
              <a:rPr lang="en-US" sz="2400" dirty="0">
                <a:latin typeface="+mj-lt"/>
              </a:rPr>
              <a:t>L1 matrix is sparse with many zeros, and the L2 matrix has slightly smaller weights.</a:t>
            </a:r>
          </a:p>
          <a:p>
            <a:pPr marL="0" indent="0">
              <a:buNone/>
            </a:pPr>
            <a:r>
              <a:rPr lang="en-US" sz="2400" b="1" dirty="0">
                <a:latin typeface="+mj-lt"/>
              </a:rPr>
              <a:t>L2 penalty enforces weights shrinkage.</a:t>
            </a:r>
            <a:endParaRPr lang="en-IN" sz="2400" b="1" dirty="0">
              <a:latin typeface="+mj-lt"/>
            </a:endParaRPr>
          </a:p>
        </p:txBody>
      </p:sp>
      <p:pic>
        <p:nvPicPr>
          <p:cNvPr id="5" name="Picture 4">
            <a:extLst>
              <a:ext uri="{FF2B5EF4-FFF2-40B4-BE49-F238E27FC236}">
                <a16:creationId xmlns:a16="http://schemas.microsoft.com/office/drawing/2014/main" id="{EA9D5853-3535-4F78-99B7-3831A2C9175E}"/>
              </a:ext>
            </a:extLst>
          </p:cNvPr>
          <p:cNvPicPr>
            <a:picLocks noChangeAspect="1"/>
          </p:cNvPicPr>
          <p:nvPr/>
        </p:nvPicPr>
        <p:blipFill rotWithShape="1">
          <a:blip r:embed="rId3"/>
          <a:srcRect l="12910" t="22221" r="37295" b="46009"/>
          <a:stretch/>
        </p:blipFill>
        <p:spPr>
          <a:xfrm>
            <a:off x="2818775" y="3429000"/>
            <a:ext cx="6071017" cy="2177709"/>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EA0DF0FB-98A6-440B-9F00-94668C050FEE}"/>
                  </a:ext>
                </a:extLst>
              </p14:cNvPr>
              <p14:cNvContentPartPr/>
              <p14:nvPr/>
            </p14:nvContentPartPr>
            <p14:xfrm>
              <a:off x="2486511" y="4381523"/>
              <a:ext cx="273600" cy="196560"/>
            </p14:xfrm>
          </p:contentPart>
        </mc:Choice>
        <mc:Fallback xmlns="">
          <p:pic>
            <p:nvPicPr>
              <p:cNvPr id="3" name="Ink 2">
                <a:extLst>
                  <a:ext uri="{FF2B5EF4-FFF2-40B4-BE49-F238E27FC236}">
                    <a16:creationId xmlns:a16="http://schemas.microsoft.com/office/drawing/2014/main" id="{EA0DF0FB-98A6-440B-9F00-94668C050FEE}"/>
                  </a:ext>
                </a:extLst>
              </p:cNvPr>
              <p:cNvPicPr/>
              <p:nvPr/>
            </p:nvPicPr>
            <p:blipFill>
              <a:blip r:embed="rId5"/>
              <a:stretch>
                <a:fillRect/>
              </a:stretch>
            </p:blipFill>
            <p:spPr>
              <a:xfrm>
                <a:off x="2477511" y="4372883"/>
                <a:ext cx="29124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03FEEDEF-3E38-4C6E-8592-2CF65EFC1BB2}"/>
                  </a:ext>
                </a:extLst>
              </p14:cNvPr>
              <p14:cNvContentPartPr/>
              <p14:nvPr/>
            </p14:nvContentPartPr>
            <p14:xfrm>
              <a:off x="1996911" y="4644323"/>
              <a:ext cx="151920" cy="126720"/>
            </p14:xfrm>
          </p:contentPart>
        </mc:Choice>
        <mc:Fallback xmlns="">
          <p:pic>
            <p:nvPicPr>
              <p:cNvPr id="4" name="Ink 3">
                <a:extLst>
                  <a:ext uri="{FF2B5EF4-FFF2-40B4-BE49-F238E27FC236}">
                    <a16:creationId xmlns:a16="http://schemas.microsoft.com/office/drawing/2014/main" id="{03FEEDEF-3E38-4C6E-8592-2CF65EFC1BB2}"/>
                  </a:ext>
                </a:extLst>
              </p:cNvPr>
              <p:cNvPicPr/>
              <p:nvPr/>
            </p:nvPicPr>
            <p:blipFill>
              <a:blip r:embed="rId7"/>
              <a:stretch>
                <a:fillRect/>
              </a:stretch>
            </p:blipFill>
            <p:spPr>
              <a:xfrm>
                <a:off x="1987911" y="4635683"/>
                <a:ext cx="16956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E9023350-BD02-4DF4-AE51-13E52D25B181}"/>
                  </a:ext>
                </a:extLst>
              </p14:cNvPr>
              <p14:cNvContentPartPr/>
              <p14:nvPr/>
            </p14:nvContentPartPr>
            <p14:xfrm>
              <a:off x="5496831" y="5596883"/>
              <a:ext cx="421560" cy="69480"/>
            </p14:xfrm>
          </p:contentPart>
        </mc:Choice>
        <mc:Fallback xmlns="">
          <p:pic>
            <p:nvPicPr>
              <p:cNvPr id="7" name="Ink 6">
                <a:extLst>
                  <a:ext uri="{FF2B5EF4-FFF2-40B4-BE49-F238E27FC236}">
                    <a16:creationId xmlns:a16="http://schemas.microsoft.com/office/drawing/2014/main" id="{E9023350-BD02-4DF4-AE51-13E52D25B181}"/>
                  </a:ext>
                </a:extLst>
              </p:cNvPr>
              <p:cNvPicPr/>
              <p:nvPr/>
            </p:nvPicPr>
            <p:blipFill>
              <a:blip r:embed="rId9"/>
              <a:stretch>
                <a:fillRect/>
              </a:stretch>
            </p:blipFill>
            <p:spPr>
              <a:xfrm>
                <a:off x="5487831" y="5587883"/>
                <a:ext cx="43920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A9574308-CB45-4C90-B112-997FC9F77502}"/>
                  </a:ext>
                </a:extLst>
              </p14:cNvPr>
              <p14:cNvContentPartPr/>
              <p14:nvPr/>
            </p14:nvContentPartPr>
            <p14:xfrm>
              <a:off x="7500951" y="5638643"/>
              <a:ext cx="502200" cy="21960"/>
            </p14:xfrm>
          </p:contentPart>
        </mc:Choice>
        <mc:Fallback xmlns="">
          <p:pic>
            <p:nvPicPr>
              <p:cNvPr id="8" name="Ink 7">
                <a:extLst>
                  <a:ext uri="{FF2B5EF4-FFF2-40B4-BE49-F238E27FC236}">
                    <a16:creationId xmlns:a16="http://schemas.microsoft.com/office/drawing/2014/main" id="{A9574308-CB45-4C90-B112-997FC9F77502}"/>
                  </a:ext>
                </a:extLst>
              </p:cNvPr>
              <p:cNvPicPr/>
              <p:nvPr/>
            </p:nvPicPr>
            <p:blipFill>
              <a:blip r:embed="rId11"/>
              <a:stretch>
                <a:fillRect/>
              </a:stretch>
            </p:blipFill>
            <p:spPr>
              <a:xfrm>
                <a:off x="7491951" y="5630003"/>
                <a:ext cx="51984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005ADDB6-A7F0-4C68-8332-60060CE64D77}"/>
                  </a:ext>
                </a:extLst>
              </p14:cNvPr>
              <p14:cNvContentPartPr/>
              <p14:nvPr/>
            </p14:nvContentPartPr>
            <p14:xfrm>
              <a:off x="4190751" y="5944283"/>
              <a:ext cx="464760" cy="24120"/>
            </p14:xfrm>
          </p:contentPart>
        </mc:Choice>
        <mc:Fallback xmlns="">
          <p:pic>
            <p:nvPicPr>
              <p:cNvPr id="10" name="Ink 9">
                <a:extLst>
                  <a:ext uri="{FF2B5EF4-FFF2-40B4-BE49-F238E27FC236}">
                    <a16:creationId xmlns:a16="http://schemas.microsoft.com/office/drawing/2014/main" id="{005ADDB6-A7F0-4C68-8332-60060CE64D77}"/>
                  </a:ext>
                </a:extLst>
              </p:cNvPr>
              <p:cNvPicPr/>
              <p:nvPr/>
            </p:nvPicPr>
            <p:blipFill>
              <a:blip r:embed="rId13"/>
              <a:stretch>
                <a:fillRect/>
              </a:stretch>
            </p:blipFill>
            <p:spPr>
              <a:xfrm>
                <a:off x="4182111" y="5935283"/>
                <a:ext cx="48240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9A114739-F55B-413A-8CCE-7B55CBB786D7}"/>
                  </a:ext>
                </a:extLst>
              </p14:cNvPr>
              <p14:cNvContentPartPr/>
              <p14:nvPr/>
            </p14:nvContentPartPr>
            <p14:xfrm>
              <a:off x="7869231" y="5985683"/>
              <a:ext cx="596880" cy="24840"/>
            </p14:xfrm>
          </p:contentPart>
        </mc:Choice>
        <mc:Fallback xmlns="">
          <p:pic>
            <p:nvPicPr>
              <p:cNvPr id="11" name="Ink 10">
                <a:extLst>
                  <a:ext uri="{FF2B5EF4-FFF2-40B4-BE49-F238E27FC236}">
                    <a16:creationId xmlns:a16="http://schemas.microsoft.com/office/drawing/2014/main" id="{9A114739-F55B-413A-8CCE-7B55CBB786D7}"/>
                  </a:ext>
                </a:extLst>
              </p:cNvPr>
              <p:cNvPicPr/>
              <p:nvPr/>
            </p:nvPicPr>
            <p:blipFill>
              <a:blip r:embed="rId15"/>
              <a:stretch>
                <a:fillRect/>
              </a:stretch>
            </p:blipFill>
            <p:spPr>
              <a:xfrm>
                <a:off x="7860231" y="5977043"/>
                <a:ext cx="614520" cy="42480"/>
              </a:xfrm>
              <a:prstGeom prst="rect">
                <a:avLst/>
              </a:prstGeom>
            </p:spPr>
          </p:pic>
        </mc:Fallback>
      </mc:AlternateContent>
    </p:spTree>
    <p:extLst>
      <p:ext uri="{BB962C8B-B14F-4D97-AF65-F5344CB8AC3E}">
        <p14:creationId xmlns:p14="http://schemas.microsoft.com/office/powerpoint/2010/main" val="2664121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L1 and L2 Regularization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990600" y="1978024"/>
            <a:ext cx="10515600" cy="46319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p:txBody>
      </p:sp>
      <p:sp>
        <p:nvSpPr>
          <p:cNvPr id="3" name="Rectangle: Rounded Corners 2">
            <a:extLst>
              <a:ext uri="{FF2B5EF4-FFF2-40B4-BE49-F238E27FC236}">
                <a16:creationId xmlns:a16="http://schemas.microsoft.com/office/drawing/2014/main" id="{90EA0928-6BB8-45D1-A702-640B2549A205}"/>
              </a:ext>
            </a:extLst>
          </p:cNvPr>
          <p:cNvSpPr/>
          <p:nvPr/>
        </p:nvSpPr>
        <p:spPr>
          <a:xfrm>
            <a:off x="1317845" y="2835204"/>
            <a:ext cx="9227252" cy="197277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3200" b="1" dirty="0">
                <a:latin typeface="+mj-lt"/>
              </a:rPr>
              <a:t>L1 penalty enforces feature selection</a:t>
            </a:r>
          </a:p>
          <a:p>
            <a:pPr marL="0" indent="0" algn="ctr">
              <a:buNone/>
            </a:pPr>
            <a:r>
              <a:rPr lang="en-US" sz="3200" b="1" dirty="0">
                <a:latin typeface="+mj-lt"/>
              </a:rPr>
              <a:t>L2 penalty enforces weight shrinkage</a:t>
            </a:r>
            <a:endParaRPr lang="en-US" sz="3200" dirty="0">
              <a:latin typeface="+mj-lt"/>
            </a:endParaRPr>
          </a:p>
        </p:txBody>
      </p:sp>
      <p:sp>
        <p:nvSpPr>
          <p:cNvPr id="11" name="TextBox 10">
            <a:extLst>
              <a:ext uri="{FF2B5EF4-FFF2-40B4-BE49-F238E27FC236}">
                <a16:creationId xmlns:a16="http://schemas.microsoft.com/office/drawing/2014/main" id="{27C71FFE-2923-4601-ADFD-12D864F7B7F4}"/>
              </a:ext>
            </a:extLst>
          </p:cNvPr>
          <p:cNvSpPr txBox="1"/>
          <p:nvPr/>
        </p:nvSpPr>
        <p:spPr>
          <a:xfrm>
            <a:off x="1555687" y="6211916"/>
            <a:ext cx="9080621" cy="646331"/>
          </a:xfrm>
          <a:prstGeom prst="rect">
            <a:avLst/>
          </a:prstGeom>
          <a:noFill/>
        </p:spPr>
        <p:txBody>
          <a:bodyPr wrap="square">
            <a:spAutoFit/>
          </a:bodyPr>
          <a:lstStyle/>
          <a:p>
            <a:r>
              <a:rPr lang="en-IN" dirty="0"/>
              <a:t>Weight constraints in </a:t>
            </a:r>
            <a:r>
              <a:rPr lang="en-IN" dirty="0" err="1"/>
              <a:t>Keras</a:t>
            </a:r>
            <a:r>
              <a:rPr lang="en-IN" dirty="0"/>
              <a:t> : </a:t>
            </a:r>
            <a:r>
              <a:rPr lang="en-IN" dirty="0">
                <a:hlinkClick r:id="rId3"/>
              </a:rPr>
              <a:t>https://keras.io/api/layers/constraints/#layer-weight-constraints</a:t>
            </a:r>
            <a:endParaRPr lang="en-IN" dirty="0"/>
          </a:p>
          <a:p>
            <a:endParaRPr lang="en-IN" dirty="0"/>
          </a:p>
        </p:txBody>
      </p:sp>
    </p:spTree>
    <p:extLst>
      <p:ext uri="{BB962C8B-B14F-4D97-AF65-F5344CB8AC3E}">
        <p14:creationId xmlns:p14="http://schemas.microsoft.com/office/powerpoint/2010/main" val="3670945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Visualizing L2 Regularization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pic>
        <p:nvPicPr>
          <p:cNvPr id="1026" name="Picture 2" descr="Regularization | Regularization Techniques in Machine Learning">
            <a:extLst>
              <a:ext uri="{FF2B5EF4-FFF2-40B4-BE49-F238E27FC236}">
                <a16:creationId xmlns:a16="http://schemas.microsoft.com/office/drawing/2014/main" id="{CB4655F8-6F20-4898-B1EB-FBDCD61A1D6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7846"/>
          <a:stretch/>
        </p:blipFill>
        <p:spPr bwMode="auto">
          <a:xfrm>
            <a:off x="445797" y="1574310"/>
            <a:ext cx="3618631" cy="5204758"/>
          </a:xfrm>
          <a:prstGeom prst="rect">
            <a:avLst/>
          </a:prstGeom>
          <a:noFill/>
          <a:extLst>
            <a:ext uri="{909E8E84-426E-40DD-AFC4-6F175D3DCCD1}">
              <a14:hiddenFill xmlns:a14="http://schemas.microsoft.com/office/drawing/2010/main">
                <a:solidFill>
                  <a:srgbClr val="FFFFFF"/>
                </a:solidFill>
              </a14:hiddenFill>
            </a:ext>
          </a:extLst>
        </p:spPr>
      </p:pic>
      <p:grpSp>
        <p:nvGrpSpPr>
          <p:cNvPr id="48" name="Group 47">
            <a:extLst>
              <a:ext uri="{FF2B5EF4-FFF2-40B4-BE49-F238E27FC236}">
                <a16:creationId xmlns:a16="http://schemas.microsoft.com/office/drawing/2014/main" id="{5E5EACAA-8180-48DF-A9F3-EBE082092C48}"/>
              </a:ext>
            </a:extLst>
          </p:cNvPr>
          <p:cNvGrpSpPr/>
          <p:nvPr/>
        </p:nvGrpSpPr>
        <p:grpSpPr>
          <a:xfrm>
            <a:off x="6009817" y="1743991"/>
            <a:ext cx="3395160" cy="681480"/>
            <a:chOff x="6009817" y="1743991"/>
            <a:chExt cx="3395160" cy="681480"/>
          </a:xfrm>
        </p:grpSpPr>
        <mc:AlternateContent xmlns:mc="http://schemas.openxmlformats.org/markup-compatibility/2006" xmlns:p14="http://schemas.microsoft.com/office/powerpoint/2010/main">
          <mc:Choice Requires="p14">
            <p:contentPart p14:bwMode="auto" r:id="rId4">
              <p14:nvContentPartPr>
                <p14:cNvPr id="40" name="Ink 39">
                  <a:extLst>
                    <a:ext uri="{FF2B5EF4-FFF2-40B4-BE49-F238E27FC236}">
                      <a16:creationId xmlns:a16="http://schemas.microsoft.com/office/drawing/2014/main" id="{2BA94EB9-7A53-4354-94EC-490C949EB64C}"/>
                    </a:ext>
                  </a:extLst>
                </p14:cNvPr>
                <p14:cNvContentPartPr/>
                <p14:nvPr/>
              </p14:nvContentPartPr>
              <p14:xfrm>
                <a:off x="6009817" y="1743991"/>
                <a:ext cx="1106280" cy="681480"/>
              </p14:xfrm>
            </p:contentPart>
          </mc:Choice>
          <mc:Fallback xmlns="">
            <p:pic>
              <p:nvPicPr>
                <p:cNvPr id="40" name="Ink 39">
                  <a:extLst>
                    <a:ext uri="{FF2B5EF4-FFF2-40B4-BE49-F238E27FC236}">
                      <a16:creationId xmlns:a16="http://schemas.microsoft.com/office/drawing/2014/main" id="{2BA94EB9-7A53-4354-94EC-490C949EB64C}"/>
                    </a:ext>
                  </a:extLst>
                </p:cNvPr>
                <p:cNvPicPr/>
                <p:nvPr/>
              </p:nvPicPr>
              <p:blipFill>
                <a:blip r:embed="rId5"/>
                <a:stretch>
                  <a:fillRect/>
                </a:stretch>
              </p:blipFill>
              <p:spPr>
                <a:xfrm>
                  <a:off x="6000817" y="1734991"/>
                  <a:ext cx="1123920" cy="699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1" name="Ink 40">
                  <a:extLst>
                    <a:ext uri="{FF2B5EF4-FFF2-40B4-BE49-F238E27FC236}">
                      <a16:creationId xmlns:a16="http://schemas.microsoft.com/office/drawing/2014/main" id="{432091B2-3F6B-455F-9A83-0C778F43D90A}"/>
                    </a:ext>
                  </a:extLst>
                </p14:cNvPr>
                <p14:cNvContentPartPr/>
                <p14:nvPr/>
              </p14:nvContentPartPr>
              <p14:xfrm>
                <a:off x="7095937" y="1867111"/>
                <a:ext cx="360" cy="360"/>
              </p14:xfrm>
            </p:contentPart>
          </mc:Choice>
          <mc:Fallback xmlns="">
            <p:pic>
              <p:nvPicPr>
                <p:cNvPr id="41" name="Ink 40">
                  <a:extLst>
                    <a:ext uri="{FF2B5EF4-FFF2-40B4-BE49-F238E27FC236}">
                      <a16:creationId xmlns:a16="http://schemas.microsoft.com/office/drawing/2014/main" id="{432091B2-3F6B-455F-9A83-0C778F43D90A}"/>
                    </a:ext>
                  </a:extLst>
                </p:cNvPr>
                <p:cNvPicPr/>
                <p:nvPr/>
              </p:nvPicPr>
              <p:blipFill>
                <a:blip r:embed="rId7"/>
                <a:stretch>
                  <a:fillRect/>
                </a:stretch>
              </p:blipFill>
              <p:spPr>
                <a:xfrm>
                  <a:off x="7087297" y="185847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2" name="Ink 41">
                  <a:extLst>
                    <a:ext uri="{FF2B5EF4-FFF2-40B4-BE49-F238E27FC236}">
                      <a16:creationId xmlns:a16="http://schemas.microsoft.com/office/drawing/2014/main" id="{E7529A7C-7B17-4740-81DD-4DEB7466E57E}"/>
                    </a:ext>
                  </a:extLst>
                </p14:cNvPr>
                <p14:cNvContentPartPr/>
                <p14:nvPr/>
              </p14:nvContentPartPr>
              <p14:xfrm>
                <a:off x="7175857" y="1822111"/>
                <a:ext cx="918720" cy="482040"/>
              </p14:xfrm>
            </p:contentPart>
          </mc:Choice>
          <mc:Fallback xmlns="">
            <p:pic>
              <p:nvPicPr>
                <p:cNvPr id="42" name="Ink 41">
                  <a:extLst>
                    <a:ext uri="{FF2B5EF4-FFF2-40B4-BE49-F238E27FC236}">
                      <a16:creationId xmlns:a16="http://schemas.microsoft.com/office/drawing/2014/main" id="{E7529A7C-7B17-4740-81DD-4DEB7466E57E}"/>
                    </a:ext>
                  </a:extLst>
                </p:cNvPr>
                <p:cNvPicPr/>
                <p:nvPr/>
              </p:nvPicPr>
              <p:blipFill>
                <a:blip r:embed="rId9"/>
                <a:stretch>
                  <a:fillRect/>
                </a:stretch>
              </p:blipFill>
              <p:spPr>
                <a:xfrm>
                  <a:off x="7166857" y="1813471"/>
                  <a:ext cx="936360" cy="499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3" name="Ink 42">
                  <a:extLst>
                    <a:ext uri="{FF2B5EF4-FFF2-40B4-BE49-F238E27FC236}">
                      <a16:creationId xmlns:a16="http://schemas.microsoft.com/office/drawing/2014/main" id="{F68617EB-C3F8-4AAD-849F-A0983D33519D}"/>
                    </a:ext>
                  </a:extLst>
                </p14:cNvPr>
                <p14:cNvContentPartPr/>
                <p14:nvPr/>
              </p14:nvContentPartPr>
              <p14:xfrm>
                <a:off x="7597057" y="1791511"/>
                <a:ext cx="210240" cy="101880"/>
              </p14:xfrm>
            </p:contentPart>
          </mc:Choice>
          <mc:Fallback xmlns="">
            <p:pic>
              <p:nvPicPr>
                <p:cNvPr id="43" name="Ink 42">
                  <a:extLst>
                    <a:ext uri="{FF2B5EF4-FFF2-40B4-BE49-F238E27FC236}">
                      <a16:creationId xmlns:a16="http://schemas.microsoft.com/office/drawing/2014/main" id="{F68617EB-C3F8-4AAD-849F-A0983D33519D}"/>
                    </a:ext>
                  </a:extLst>
                </p:cNvPr>
                <p:cNvPicPr/>
                <p:nvPr/>
              </p:nvPicPr>
              <p:blipFill>
                <a:blip r:embed="rId11"/>
                <a:stretch>
                  <a:fillRect/>
                </a:stretch>
              </p:blipFill>
              <p:spPr>
                <a:xfrm>
                  <a:off x="7588057" y="1782871"/>
                  <a:ext cx="22788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4" name="Ink 43">
                  <a:extLst>
                    <a:ext uri="{FF2B5EF4-FFF2-40B4-BE49-F238E27FC236}">
                      <a16:creationId xmlns:a16="http://schemas.microsoft.com/office/drawing/2014/main" id="{F3CEB01B-D882-4E66-AB7C-D28126185021}"/>
                    </a:ext>
                  </a:extLst>
                </p14:cNvPr>
                <p14:cNvContentPartPr/>
                <p14:nvPr/>
              </p14:nvContentPartPr>
              <p14:xfrm>
                <a:off x="8378617" y="1795831"/>
                <a:ext cx="229680" cy="238680"/>
              </p14:xfrm>
            </p:contentPart>
          </mc:Choice>
          <mc:Fallback xmlns="">
            <p:pic>
              <p:nvPicPr>
                <p:cNvPr id="44" name="Ink 43">
                  <a:extLst>
                    <a:ext uri="{FF2B5EF4-FFF2-40B4-BE49-F238E27FC236}">
                      <a16:creationId xmlns:a16="http://schemas.microsoft.com/office/drawing/2014/main" id="{F3CEB01B-D882-4E66-AB7C-D28126185021}"/>
                    </a:ext>
                  </a:extLst>
                </p:cNvPr>
                <p:cNvPicPr/>
                <p:nvPr/>
              </p:nvPicPr>
              <p:blipFill>
                <a:blip r:embed="rId13"/>
                <a:stretch>
                  <a:fillRect/>
                </a:stretch>
              </p:blipFill>
              <p:spPr>
                <a:xfrm>
                  <a:off x="8369617" y="1787191"/>
                  <a:ext cx="24732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5" name="Ink 44">
                  <a:extLst>
                    <a:ext uri="{FF2B5EF4-FFF2-40B4-BE49-F238E27FC236}">
                      <a16:creationId xmlns:a16="http://schemas.microsoft.com/office/drawing/2014/main" id="{A6A28C45-45E8-46CE-8141-0ED8DB9A4649}"/>
                    </a:ext>
                  </a:extLst>
                </p14:cNvPr>
                <p14:cNvContentPartPr/>
                <p14:nvPr/>
              </p14:nvContentPartPr>
              <p14:xfrm>
                <a:off x="8589217" y="1950271"/>
                <a:ext cx="515160" cy="118800"/>
              </p14:xfrm>
            </p:contentPart>
          </mc:Choice>
          <mc:Fallback xmlns="">
            <p:pic>
              <p:nvPicPr>
                <p:cNvPr id="45" name="Ink 44">
                  <a:extLst>
                    <a:ext uri="{FF2B5EF4-FFF2-40B4-BE49-F238E27FC236}">
                      <a16:creationId xmlns:a16="http://schemas.microsoft.com/office/drawing/2014/main" id="{A6A28C45-45E8-46CE-8141-0ED8DB9A4649}"/>
                    </a:ext>
                  </a:extLst>
                </p:cNvPr>
                <p:cNvPicPr/>
                <p:nvPr/>
              </p:nvPicPr>
              <p:blipFill>
                <a:blip r:embed="rId15"/>
                <a:stretch>
                  <a:fillRect/>
                </a:stretch>
              </p:blipFill>
              <p:spPr>
                <a:xfrm>
                  <a:off x="8580577" y="1941271"/>
                  <a:ext cx="53280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6" name="Ink 45">
                  <a:extLst>
                    <a:ext uri="{FF2B5EF4-FFF2-40B4-BE49-F238E27FC236}">
                      <a16:creationId xmlns:a16="http://schemas.microsoft.com/office/drawing/2014/main" id="{6ED6F095-E099-4E95-9111-548DC5A0DA0E}"/>
                    </a:ext>
                  </a:extLst>
                </p14:cNvPr>
                <p14:cNvContentPartPr/>
                <p14:nvPr/>
              </p14:nvContentPartPr>
              <p14:xfrm>
                <a:off x="9192577" y="1906711"/>
                <a:ext cx="22680" cy="171360"/>
              </p14:xfrm>
            </p:contentPart>
          </mc:Choice>
          <mc:Fallback xmlns="">
            <p:pic>
              <p:nvPicPr>
                <p:cNvPr id="46" name="Ink 45">
                  <a:extLst>
                    <a:ext uri="{FF2B5EF4-FFF2-40B4-BE49-F238E27FC236}">
                      <a16:creationId xmlns:a16="http://schemas.microsoft.com/office/drawing/2014/main" id="{6ED6F095-E099-4E95-9111-548DC5A0DA0E}"/>
                    </a:ext>
                  </a:extLst>
                </p:cNvPr>
                <p:cNvPicPr/>
                <p:nvPr/>
              </p:nvPicPr>
              <p:blipFill>
                <a:blip r:embed="rId17"/>
                <a:stretch>
                  <a:fillRect/>
                </a:stretch>
              </p:blipFill>
              <p:spPr>
                <a:xfrm>
                  <a:off x="9183937" y="1897711"/>
                  <a:ext cx="4032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7" name="Ink 46">
                  <a:extLst>
                    <a:ext uri="{FF2B5EF4-FFF2-40B4-BE49-F238E27FC236}">
                      <a16:creationId xmlns:a16="http://schemas.microsoft.com/office/drawing/2014/main" id="{C940A36C-3893-4D4E-9D36-5F205FAFADD8}"/>
                    </a:ext>
                  </a:extLst>
                </p14:cNvPr>
                <p14:cNvContentPartPr/>
                <p14:nvPr/>
              </p14:nvContentPartPr>
              <p14:xfrm>
                <a:off x="9194737" y="1988071"/>
                <a:ext cx="210240" cy="76680"/>
              </p14:xfrm>
            </p:contentPart>
          </mc:Choice>
          <mc:Fallback xmlns="">
            <p:pic>
              <p:nvPicPr>
                <p:cNvPr id="47" name="Ink 46">
                  <a:extLst>
                    <a:ext uri="{FF2B5EF4-FFF2-40B4-BE49-F238E27FC236}">
                      <a16:creationId xmlns:a16="http://schemas.microsoft.com/office/drawing/2014/main" id="{C940A36C-3893-4D4E-9D36-5F205FAFADD8}"/>
                    </a:ext>
                  </a:extLst>
                </p:cNvPr>
                <p:cNvPicPr/>
                <p:nvPr/>
              </p:nvPicPr>
              <p:blipFill>
                <a:blip r:embed="rId19"/>
                <a:stretch>
                  <a:fillRect/>
                </a:stretch>
              </p:blipFill>
              <p:spPr>
                <a:xfrm>
                  <a:off x="9185737" y="1979071"/>
                  <a:ext cx="227880" cy="94320"/>
                </a:xfrm>
                <a:prstGeom prst="rect">
                  <a:avLst/>
                </a:prstGeom>
              </p:spPr>
            </p:pic>
          </mc:Fallback>
        </mc:AlternateContent>
      </p:grpSp>
      <p:grpSp>
        <p:nvGrpSpPr>
          <p:cNvPr id="58" name="Group 57">
            <a:extLst>
              <a:ext uri="{FF2B5EF4-FFF2-40B4-BE49-F238E27FC236}">
                <a16:creationId xmlns:a16="http://schemas.microsoft.com/office/drawing/2014/main" id="{9AE9C932-FBA5-4BF1-BB23-2CCC9AC2C82C}"/>
              </a:ext>
            </a:extLst>
          </p:cNvPr>
          <p:cNvGrpSpPr/>
          <p:nvPr/>
        </p:nvGrpSpPr>
        <p:grpSpPr>
          <a:xfrm>
            <a:off x="9763897" y="1770271"/>
            <a:ext cx="1394280" cy="380160"/>
            <a:chOff x="9763897" y="1770271"/>
            <a:chExt cx="1394280" cy="380160"/>
          </a:xfrm>
        </p:grpSpPr>
        <mc:AlternateContent xmlns:mc="http://schemas.openxmlformats.org/markup-compatibility/2006" xmlns:p14="http://schemas.microsoft.com/office/powerpoint/2010/main">
          <mc:Choice Requires="p14">
            <p:contentPart p14:bwMode="auto" r:id="rId20">
              <p14:nvContentPartPr>
                <p14:cNvPr id="49" name="Ink 48">
                  <a:extLst>
                    <a:ext uri="{FF2B5EF4-FFF2-40B4-BE49-F238E27FC236}">
                      <a16:creationId xmlns:a16="http://schemas.microsoft.com/office/drawing/2014/main" id="{51C09795-3529-4F3C-BF0A-21D3D7B12688}"/>
                    </a:ext>
                  </a:extLst>
                </p14:cNvPr>
                <p14:cNvContentPartPr/>
                <p14:nvPr/>
              </p14:nvContentPartPr>
              <p14:xfrm>
                <a:off x="9763897" y="1922551"/>
                <a:ext cx="210960" cy="172440"/>
              </p14:xfrm>
            </p:contentPart>
          </mc:Choice>
          <mc:Fallback xmlns="">
            <p:pic>
              <p:nvPicPr>
                <p:cNvPr id="49" name="Ink 48">
                  <a:extLst>
                    <a:ext uri="{FF2B5EF4-FFF2-40B4-BE49-F238E27FC236}">
                      <a16:creationId xmlns:a16="http://schemas.microsoft.com/office/drawing/2014/main" id="{51C09795-3529-4F3C-BF0A-21D3D7B12688}"/>
                    </a:ext>
                  </a:extLst>
                </p:cNvPr>
                <p:cNvPicPr/>
                <p:nvPr/>
              </p:nvPicPr>
              <p:blipFill>
                <a:blip r:embed="rId21"/>
                <a:stretch>
                  <a:fillRect/>
                </a:stretch>
              </p:blipFill>
              <p:spPr>
                <a:xfrm>
                  <a:off x="9754897" y="1913551"/>
                  <a:ext cx="22860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0" name="Ink 49">
                  <a:extLst>
                    <a:ext uri="{FF2B5EF4-FFF2-40B4-BE49-F238E27FC236}">
                      <a16:creationId xmlns:a16="http://schemas.microsoft.com/office/drawing/2014/main" id="{BAAFC3DF-2708-46FC-98D9-20D2D4516A97}"/>
                    </a:ext>
                  </a:extLst>
                </p14:cNvPr>
                <p14:cNvContentPartPr/>
                <p14:nvPr/>
              </p14:nvContentPartPr>
              <p14:xfrm>
                <a:off x="10102657" y="2066911"/>
                <a:ext cx="8280" cy="82800"/>
              </p14:xfrm>
            </p:contentPart>
          </mc:Choice>
          <mc:Fallback xmlns="">
            <p:pic>
              <p:nvPicPr>
                <p:cNvPr id="50" name="Ink 49">
                  <a:extLst>
                    <a:ext uri="{FF2B5EF4-FFF2-40B4-BE49-F238E27FC236}">
                      <a16:creationId xmlns:a16="http://schemas.microsoft.com/office/drawing/2014/main" id="{BAAFC3DF-2708-46FC-98D9-20D2D4516A97}"/>
                    </a:ext>
                  </a:extLst>
                </p:cNvPr>
                <p:cNvPicPr/>
                <p:nvPr/>
              </p:nvPicPr>
              <p:blipFill>
                <a:blip r:embed="rId23"/>
                <a:stretch>
                  <a:fillRect/>
                </a:stretch>
              </p:blipFill>
              <p:spPr>
                <a:xfrm>
                  <a:off x="10093657" y="2057911"/>
                  <a:ext cx="2592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52" name="Ink 51">
                  <a:extLst>
                    <a:ext uri="{FF2B5EF4-FFF2-40B4-BE49-F238E27FC236}">
                      <a16:creationId xmlns:a16="http://schemas.microsoft.com/office/drawing/2014/main" id="{CAA3941F-FC4E-413A-90EE-409728AFD9E7}"/>
                    </a:ext>
                  </a:extLst>
                </p14:cNvPr>
                <p14:cNvContentPartPr/>
                <p14:nvPr/>
              </p14:nvContentPartPr>
              <p14:xfrm>
                <a:off x="10150177" y="1786471"/>
                <a:ext cx="158400" cy="134280"/>
              </p14:xfrm>
            </p:contentPart>
          </mc:Choice>
          <mc:Fallback xmlns="">
            <p:pic>
              <p:nvPicPr>
                <p:cNvPr id="52" name="Ink 51">
                  <a:extLst>
                    <a:ext uri="{FF2B5EF4-FFF2-40B4-BE49-F238E27FC236}">
                      <a16:creationId xmlns:a16="http://schemas.microsoft.com/office/drawing/2014/main" id="{CAA3941F-FC4E-413A-90EE-409728AFD9E7}"/>
                    </a:ext>
                  </a:extLst>
                </p:cNvPr>
                <p:cNvPicPr/>
                <p:nvPr/>
              </p:nvPicPr>
              <p:blipFill>
                <a:blip r:embed="rId25"/>
                <a:stretch>
                  <a:fillRect/>
                </a:stretch>
              </p:blipFill>
              <p:spPr>
                <a:xfrm>
                  <a:off x="10141177" y="1777831"/>
                  <a:ext cx="17604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53" name="Ink 52">
                  <a:extLst>
                    <a:ext uri="{FF2B5EF4-FFF2-40B4-BE49-F238E27FC236}">
                      <a16:creationId xmlns:a16="http://schemas.microsoft.com/office/drawing/2014/main" id="{2594058D-F72D-4C77-82BE-2F7BB3453513}"/>
                    </a:ext>
                  </a:extLst>
                </p14:cNvPr>
                <p14:cNvContentPartPr/>
                <p14:nvPr/>
              </p14:nvContentPartPr>
              <p14:xfrm>
                <a:off x="10334857" y="2005711"/>
                <a:ext cx="152280" cy="32760"/>
              </p14:xfrm>
            </p:contentPart>
          </mc:Choice>
          <mc:Fallback xmlns="">
            <p:pic>
              <p:nvPicPr>
                <p:cNvPr id="53" name="Ink 52">
                  <a:extLst>
                    <a:ext uri="{FF2B5EF4-FFF2-40B4-BE49-F238E27FC236}">
                      <a16:creationId xmlns:a16="http://schemas.microsoft.com/office/drawing/2014/main" id="{2594058D-F72D-4C77-82BE-2F7BB3453513}"/>
                    </a:ext>
                  </a:extLst>
                </p:cNvPr>
                <p:cNvPicPr/>
                <p:nvPr/>
              </p:nvPicPr>
              <p:blipFill>
                <a:blip r:embed="rId27"/>
                <a:stretch>
                  <a:fillRect/>
                </a:stretch>
              </p:blipFill>
              <p:spPr>
                <a:xfrm>
                  <a:off x="10326217" y="1997071"/>
                  <a:ext cx="16992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4" name="Ink 53">
                  <a:extLst>
                    <a:ext uri="{FF2B5EF4-FFF2-40B4-BE49-F238E27FC236}">
                      <a16:creationId xmlns:a16="http://schemas.microsoft.com/office/drawing/2014/main" id="{9FE7AEBA-55B4-4328-9BBA-386384959940}"/>
                    </a:ext>
                  </a:extLst>
                </p14:cNvPr>
                <p14:cNvContentPartPr/>
                <p14:nvPr/>
              </p14:nvContentPartPr>
              <p14:xfrm>
                <a:off x="10399657" y="1949551"/>
                <a:ext cx="39600" cy="148680"/>
              </p14:xfrm>
            </p:contentPart>
          </mc:Choice>
          <mc:Fallback xmlns="">
            <p:pic>
              <p:nvPicPr>
                <p:cNvPr id="54" name="Ink 53">
                  <a:extLst>
                    <a:ext uri="{FF2B5EF4-FFF2-40B4-BE49-F238E27FC236}">
                      <a16:creationId xmlns:a16="http://schemas.microsoft.com/office/drawing/2014/main" id="{9FE7AEBA-55B4-4328-9BBA-386384959940}"/>
                    </a:ext>
                  </a:extLst>
                </p:cNvPr>
                <p:cNvPicPr/>
                <p:nvPr/>
              </p:nvPicPr>
              <p:blipFill>
                <a:blip r:embed="rId29"/>
                <a:stretch>
                  <a:fillRect/>
                </a:stretch>
              </p:blipFill>
              <p:spPr>
                <a:xfrm>
                  <a:off x="10390657" y="1940551"/>
                  <a:ext cx="5724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5" name="Ink 54">
                  <a:extLst>
                    <a:ext uri="{FF2B5EF4-FFF2-40B4-BE49-F238E27FC236}">
                      <a16:creationId xmlns:a16="http://schemas.microsoft.com/office/drawing/2014/main" id="{57085F9C-6BD9-4BD9-BC75-A82976478D2C}"/>
                    </a:ext>
                  </a:extLst>
                </p14:cNvPr>
                <p14:cNvContentPartPr/>
                <p14:nvPr/>
              </p14:nvContentPartPr>
              <p14:xfrm>
                <a:off x="10642657" y="1950271"/>
                <a:ext cx="163440" cy="124560"/>
              </p14:xfrm>
            </p:contentPart>
          </mc:Choice>
          <mc:Fallback xmlns="">
            <p:pic>
              <p:nvPicPr>
                <p:cNvPr id="55" name="Ink 54">
                  <a:extLst>
                    <a:ext uri="{FF2B5EF4-FFF2-40B4-BE49-F238E27FC236}">
                      <a16:creationId xmlns:a16="http://schemas.microsoft.com/office/drawing/2014/main" id="{57085F9C-6BD9-4BD9-BC75-A82976478D2C}"/>
                    </a:ext>
                  </a:extLst>
                </p:cNvPr>
                <p:cNvPicPr/>
                <p:nvPr/>
              </p:nvPicPr>
              <p:blipFill>
                <a:blip r:embed="rId31"/>
                <a:stretch>
                  <a:fillRect/>
                </a:stretch>
              </p:blipFill>
              <p:spPr>
                <a:xfrm>
                  <a:off x="10633657" y="1941271"/>
                  <a:ext cx="18108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6" name="Ink 55">
                  <a:extLst>
                    <a:ext uri="{FF2B5EF4-FFF2-40B4-BE49-F238E27FC236}">
                      <a16:creationId xmlns:a16="http://schemas.microsoft.com/office/drawing/2014/main" id="{A7618211-91F6-4378-88C4-3FCC922BE1D0}"/>
                    </a:ext>
                  </a:extLst>
                </p14:cNvPr>
                <p14:cNvContentPartPr/>
                <p14:nvPr/>
              </p14:nvContentPartPr>
              <p14:xfrm>
                <a:off x="10855057" y="2043511"/>
                <a:ext cx="152280" cy="106920"/>
              </p14:xfrm>
            </p:contentPart>
          </mc:Choice>
          <mc:Fallback xmlns="">
            <p:pic>
              <p:nvPicPr>
                <p:cNvPr id="56" name="Ink 55">
                  <a:extLst>
                    <a:ext uri="{FF2B5EF4-FFF2-40B4-BE49-F238E27FC236}">
                      <a16:creationId xmlns:a16="http://schemas.microsoft.com/office/drawing/2014/main" id="{A7618211-91F6-4378-88C4-3FCC922BE1D0}"/>
                    </a:ext>
                  </a:extLst>
                </p:cNvPr>
                <p:cNvPicPr/>
                <p:nvPr/>
              </p:nvPicPr>
              <p:blipFill>
                <a:blip r:embed="rId33"/>
                <a:stretch>
                  <a:fillRect/>
                </a:stretch>
              </p:blipFill>
              <p:spPr>
                <a:xfrm>
                  <a:off x="10846057" y="2034511"/>
                  <a:ext cx="16992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57" name="Ink 56">
                  <a:extLst>
                    <a:ext uri="{FF2B5EF4-FFF2-40B4-BE49-F238E27FC236}">
                      <a16:creationId xmlns:a16="http://schemas.microsoft.com/office/drawing/2014/main" id="{282E0117-EA6C-42D0-B29E-75BF87CD4382}"/>
                    </a:ext>
                  </a:extLst>
                </p14:cNvPr>
                <p14:cNvContentPartPr/>
                <p14:nvPr/>
              </p14:nvContentPartPr>
              <p14:xfrm>
                <a:off x="11023537" y="1770271"/>
                <a:ext cx="134640" cy="107640"/>
              </p14:xfrm>
            </p:contentPart>
          </mc:Choice>
          <mc:Fallback xmlns="">
            <p:pic>
              <p:nvPicPr>
                <p:cNvPr id="57" name="Ink 56">
                  <a:extLst>
                    <a:ext uri="{FF2B5EF4-FFF2-40B4-BE49-F238E27FC236}">
                      <a16:creationId xmlns:a16="http://schemas.microsoft.com/office/drawing/2014/main" id="{282E0117-EA6C-42D0-B29E-75BF87CD4382}"/>
                    </a:ext>
                  </a:extLst>
                </p:cNvPr>
                <p:cNvPicPr/>
                <p:nvPr/>
              </p:nvPicPr>
              <p:blipFill>
                <a:blip r:embed="rId35"/>
                <a:stretch>
                  <a:fillRect/>
                </a:stretch>
              </p:blipFill>
              <p:spPr>
                <a:xfrm>
                  <a:off x="11014537" y="1761631"/>
                  <a:ext cx="152280" cy="125280"/>
                </a:xfrm>
                <a:prstGeom prst="rect">
                  <a:avLst/>
                </a:prstGeom>
              </p:spPr>
            </p:pic>
          </mc:Fallback>
        </mc:AlternateContent>
      </p:grpSp>
      <p:grpSp>
        <p:nvGrpSpPr>
          <p:cNvPr id="62" name="Group 61">
            <a:extLst>
              <a:ext uri="{FF2B5EF4-FFF2-40B4-BE49-F238E27FC236}">
                <a16:creationId xmlns:a16="http://schemas.microsoft.com/office/drawing/2014/main" id="{E68907E5-EB51-4CEE-890B-CAC15F806E0B}"/>
              </a:ext>
            </a:extLst>
          </p:cNvPr>
          <p:cNvGrpSpPr/>
          <p:nvPr/>
        </p:nvGrpSpPr>
        <p:grpSpPr>
          <a:xfrm>
            <a:off x="11341417" y="1915711"/>
            <a:ext cx="573120" cy="335880"/>
            <a:chOff x="11341417" y="1915711"/>
            <a:chExt cx="573120" cy="335880"/>
          </a:xfrm>
        </p:grpSpPr>
        <mc:AlternateContent xmlns:mc="http://schemas.openxmlformats.org/markup-compatibility/2006" xmlns:p14="http://schemas.microsoft.com/office/powerpoint/2010/main">
          <mc:Choice Requires="p14">
            <p:contentPart p14:bwMode="auto" r:id="rId36">
              <p14:nvContentPartPr>
                <p14:cNvPr id="59" name="Ink 58">
                  <a:extLst>
                    <a:ext uri="{FF2B5EF4-FFF2-40B4-BE49-F238E27FC236}">
                      <a16:creationId xmlns:a16="http://schemas.microsoft.com/office/drawing/2014/main" id="{56FDEE8D-8BD1-4A78-9041-C782749E0B81}"/>
                    </a:ext>
                  </a:extLst>
                </p14:cNvPr>
                <p14:cNvContentPartPr/>
                <p14:nvPr/>
              </p14:nvContentPartPr>
              <p14:xfrm>
                <a:off x="11348977" y="1915711"/>
                <a:ext cx="178560" cy="257040"/>
              </p14:xfrm>
            </p:contentPart>
          </mc:Choice>
          <mc:Fallback xmlns="">
            <p:pic>
              <p:nvPicPr>
                <p:cNvPr id="59" name="Ink 58">
                  <a:extLst>
                    <a:ext uri="{FF2B5EF4-FFF2-40B4-BE49-F238E27FC236}">
                      <a16:creationId xmlns:a16="http://schemas.microsoft.com/office/drawing/2014/main" id="{56FDEE8D-8BD1-4A78-9041-C782749E0B81}"/>
                    </a:ext>
                  </a:extLst>
                </p:cNvPr>
                <p:cNvPicPr/>
                <p:nvPr/>
              </p:nvPicPr>
              <p:blipFill>
                <a:blip r:embed="rId37"/>
                <a:stretch>
                  <a:fillRect/>
                </a:stretch>
              </p:blipFill>
              <p:spPr>
                <a:xfrm>
                  <a:off x="11339977" y="1907071"/>
                  <a:ext cx="196200"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60" name="Ink 59">
                  <a:extLst>
                    <a:ext uri="{FF2B5EF4-FFF2-40B4-BE49-F238E27FC236}">
                      <a16:creationId xmlns:a16="http://schemas.microsoft.com/office/drawing/2014/main" id="{94AF48E9-6888-44CA-A6E2-1589121C71C6}"/>
                    </a:ext>
                  </a:extLst>
                </p14:cNvPr>
                <p14:cNvContentPartPr/>
                <p14:nvPr/>
              </p14:nvContentPartPr>
              <p14:xfrm>
                <a:off x="11341417" y="2172391"/>
                <a:ext cx="166320" cy="79200"/>
              </p14:xfrm>
            </p:contentPart>
          </mc:Choice>
          <mc:Fallback xmlns="">
            <p:pic>
              <p:nvPicPr>
                <p:cNvPr id="60" name="Ink 59">
                  <a:extLst>
                    <a:ext uri="{FF2B5EF4-FFF2-40B4-BE49-F238E27FC236}">
                      <a16:creationId xmlns:a16="http://schemas.microsoft.com/office/drawing/2014/main" id="{94AF48E9-6888-44CA-A6E2-1589121C71C6}"/>
                    </a:ext>
                  </a:extLst>
                </p:cNvPr>
                <p:cNvPicPr/>
                <p:nvPr/>
              </p:nvPicPr>
              <p:blipFill>
                <a:blip r:embed="rId39"/>
                <a:stretch>
                  <a:fillRect/>
                </a:stretch>
              </p:blipFill>
              <p:spPr>
                <a:xfrm>
                  <a:off x="11332777" y="2163391"/>
                  <a:ext cx="18396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61" name="Ink 60">
                  <a:extLst>
                    <a:ext uri="{FF2B5EF4-FFF2-40B4-BE49-F238E27FC236}">
                      <a16:creationId xmlns:a16="http://schemas.microsoft.com/office/drawing/2014/main" id="{BA3DFF7A-EFB5-4EBA-A2C6-E23B8C63B6B1}"/>
                    </a:ext>
                  </a:extLst>
                </p14:cNvPr>
                <p14:cNvContentPartPr/>
                <p14:nvPr/>
              </p14:nvContentPartPr>
              <p14:xfrm>
                <a:off x="11688817" y="2025151"/>
                <a:ext cx="225720" cy="146880"/>
              </p14:xfrm>
            </p:contentPart>
          </mc:Choice>
          <mc:Fallback xmlns="">
            <p:pic>
              <p:nvPicPr>
                <p:cNvPr id="61" name="Ink 60">
                  <a:extLst>
                    <a:ext uri="{FF2B5EF4-FFF2-40B4-BE49-F238E27FC236}">
                      <a16:creationId xmlns:a16="http://schemas.microsoft.com/office/drawing/2014/main" id="{BA3DFF7A-EFB5-4EBA-A2C6-E23B8C63B6B1}"/>
                    </a:ext>
                  </a:extLst>
                </p:cNvPr>
                <p:cNvPicPr/>
                <p:nvPr/>
              </p:nvPicPr>
              <p:blipFill>
                <a:blip r:embed="rId41"/>
                <a:stretch>
                  <a:fillRect/>
                </a:stretch>
              </p:blipFill>
              <p:spPr>
                <a:xfrm>
                  <a:off x="11680177" y="2016511"/>
                  <a:ext cx="243360" cy="164520"/>
                </a:xfrm>
                <a:prstGeom prst="rect">
                  <a:avLst/>
                </a:prstGeom>
              </p:spPr>
            </p:pic>
          </mc:Fallback>
        </mc:AlternateContent>
      </p:grpSp>
      <p:grpSp>
        <p:nvGrpSpPr>
          <p:cNvPr id="1028" name="Group 1027">
            <a:extLst>
              <a:ext uri="{FF2B5EF4-FFF2-40B4-BE49-F238E27FC236}">
                <a16:creationId xmlns:a16="http://schemas.microsoft.com/office/drawing/2014/main" id="{050087A8-BDAB-4B21-8E2F-140DD2EDB2BF}"/>
              </a:ext>
            </a:extLst>
          </p:cNvPr>
          <p:cNvGrpSpPr/>
          <p:nvPr/>
        </p:nvGrpSpPr>
        <p:grpSpPr>
          <a:xfrm>
            <a:off x="9737617" y="1166191"/>
            <a:ext cx="1714320" cy="347040"/>
            <a:chOff x="9737617" y="1166191"/>
            <a:chExt cx="1714320" cy="347040"/>
          </a:xfrm>
        </p:grpSpPr>
        <mc:AlternateContent xmlns:mc="http://schemas.openxmlformats.org/markup-compatibility/2006" xmlns:p14="http://schemas.microsoft.com/office/powerpoint/2010/main">
          <mc:Choice Requires="p14">
            <p:contentPart p14:bwMode="auto" r:id="rId42">
              <p14:nvContentPartPr>
                <p14:cNvPr id="63" name="Ink 62">
                  <a:extLst>
                    <a:ext uri="{FF2B5EF4-FFF2-40B4-BE49-F238E27FC236}">
                      <a16:creationId xmlns:a16="http://schemas.microsoft.com/office/drawing/2014/main" id="{2B4AE355-B27C-4613-946A-9D32EE77BB06}"/>
                    </a:ext>
                  </a:extLst>
                </p14:cNvPr>
                <p14:cNvContentPartPr/>
                <p14:nvPr/>
              </p14:nvContentPartPr>
              <p14:xfrm>
                <a:off x="9737617" y="1178431"/>
                <a:ext cx="166320" cy="327240"/>
              </p14:xfrm>
            </p:contentPart>
          </mc:Choice>
          <mc:Fallback xmlns="">
            <p:pic>
              <p:nvPicPr>
                <p:cNvPr id="63" name="Ink 62">
                  <a:extLst>
                    <a:ext uri="{FF2B5EF4-FFF2-40B4-BE49-F238E27FC236}">
                      <a16:creationId xmlns:a16="http://schemas.microsoft.com/office/drawing/2014/main" id="{2B4AE355-B27C-4613-946A-9D32EE77BB06}"/>
                    </a:ext>
                  </a:extLst>
                </p:cNvPr>
                <p:cNvPicPr/>
                <p:nvPr/>
              </p:nvPicPr>
              <p:blipFill>
                <a:blip r:embed="rId43"/>
                <a:stretch>
                  <a:fillRect/>
                </a:stretch>
              </p:blipFill>
              <p:spPr>
                <a:xfrm>
                  <a:off x="9728617" y="1169431"/>
                  <a:ext cx="183960" cy="3448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024" name="Ink 1023">
                  <a:extLst>
                    <a:ext uri="{FF2B5EF4-FFF2-40B4-BE49-F238E27FC236}">
                      <a16:creationId xmlns:a16="http://schemas.microsoft.com/office/drawing/2014/main" id="{81771B0B-2651-470D-8DA2-1C7E90550850}"/>
                    </a:ext>
                  </a:extLst>
                </p14:cNvPr>
                <p14:cNvContentPartPr/>
                <p14:nvPr/>
              </p14:nvContentPartPr>
              <p14:xfrm>
                <a:off x="9955417" y="1211551"/>
                <a:ext cx="156240" cy="253440"/>
              </p14:xfrm>
            </p:contentPart>
          </mc:Choice>
          <mc:Fallback xmlns="">
            <p:pic>
              <p:nvPicPr>
                <p:cNvPr id="1024" name="Ink 1023">
                  <a:extLst>
                    <a:ext uri="{FF2B5EF4-FFF2-40B4-BE49-F238E27FC236}">
                      <a16:creationId xmlns:a16="http://schemas.microsoft.com/office/drawing/2014/main" id="{81771B0B-2651-470D-8DA2-1C7E90550850}"/>
                    </a:ext>
                  </a:extLst>
                </p:cNvPr>
                <p:cNvPicPr/>
                <p:nvPr/>
              </p:nvPicPr>
              <p:blipFill>
                <a:blip r:embed="rId45"/>
                <a:stretch>
                  <a:fillRect/>
                </a:stretch>
              </p:blipFill>
              <p:spPr>
                <a:xfrm>
                  <a:off x="9946777" y="1202551"/>
                  <a:ext cx="17388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025" name="Ink 1024">
                  <a:extLst>
                    <a:ext uri="{FF2B5EF4-FFF2-40B4-BE49-F238E27FC236}">
                      <a16:creationId xmlns:a16="http://schemas.microsoft.com/office/drawing/2014/main" id="{D4276839-7BA4-48FC-97F3-99797314A4DA}"/>
                    </a:ext>
                  </a:extLst>
                </p14:cNvPr>
                <p14:cNvContentPartPr/>
                <p14:nvPr/>
              </p14:nvContentPartPr>
              <p14:xfrm>
                <a:off x="10202377" y="1205791"/>
                <a:ext cx="1126440" cy="258480"/>
              </p14:xfrm>
            </p:contentPart>
          </mc:Choice>
          <mc:Fallback xmlns="">
            <p:pic>
              <p:nvPicPr>
                <p:cNvPr id="1025" name="Ink 1024">
                  <a:extLst>
                    <a:ext uri="{FF2B5EF4-FFF2-40B4-BE49-F238E27FC236}">
                      <a16:creationId xmlns:a16="http://schemas.microsoft.com/office/drawing/2014/main" id="{D4276839-7BA4-48FC-97F3-99797314A4DA}"/>
                    </a:ext>
                  </a:extLst>
                </p:cNvPr>
                <p:cNvPicPr/>
                <p:nvPr/>
              </p:nvPicPr>
              <p:blipFill>
                <a:blip r:embed="rId47"/>
                <a:stretch>
                  <a:fillRect/>
                </a:stretch>
              </p:blipFill>
              <p:spPr>
                <a:xfrm>
                  <a:off x="10193737" y="1197151"/>
                  <a:ext cx="1144080" cy="2761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027" name="Ink 1026">
                  <a:extLst>
                    <a:ext uri="{FF2B5EF4-FFF2-40B4-BE49-F238E27FC236}">
                      <a16:creationId xmlns:a16="http://schemas.microsoft.com/office/drawing/2014/main" id="{B95C8C79-AF12-42E1-AC78-8C7711A1314B}"/>
                    </a:ext>
                  </a:extLst>
                </p14:cNvPr>
                <p14:cNvContentPartPr/>
                <p14:nvPr/>
              </p14:nvContentPartPr>
              <p14:xfrm>
                <a:off x="11333137" y="1166191"/>
                <a:ext cx="118800" cy="347040"/>
              </p14:xfrm>
            </p:contentPart>
          </mc:Choice>
          <mc:Fallback xmlns="">
            <p:pic>
              <p:nvPicPr>
                <p:cNvPr id="1027" name="Ink 1026">
                  <a:extLst>
                    <a:ext uri="{FF2B5EF4-FFF2-40B4-BE49-F238E27FC236}">
                      <a16:creationId xmlns:a16="http://schemas.microsoft.com/office/drawing/2014/main" id="{B95C8C79-AF12-42E1-AC78-8C7711A1314B}"/>
                    </a:ext>
                  </a:extLst>
                </p:cNvPr>
                <p:cNvPicPr/>
                <p:nvPr/>
              </p:nvPicPr>
              <p:blipFill>
                <a:blip r:embed="rId49"/>
                <a:stretch>
                  <a:fillRect/>
                </a:stretch>
              </p:blipFill>
              <p:spPr>
                <a:xfrm>
                  <a:off x="11324497" y="1157551"/>
                  <a:ext cx="136440" cy="364680"/>
                </a:xfrm>
                <a:prstGeom prst="rect">
                  <a:avLst/>
                </a:prstGeom>
              </p:spPr>
            </p:pic>
          </mc:Fallback>
        </mc:AlternateContent>
      </p:grpSp>
      <p:grpSp>
        <p:nvGrpSpPr>
          <p:cNvPr id="1040" name="Group 1039">
            <a:extLst>
              <a:ext uri="{FF2B5EF4-FFF2-40B4-BE49-F238E27FC236}">
                <a16:creationId xmlns:a16="http://schemas.microsoft.com/office/drawing/2014/main" id="{047FE6A4-69F7-4644-81E4-F3D1791AB895}"/>
              </a:ext>
            </a:extLst>
          </p:cNvPr>
          <p:cNvGrpSpPr/>
          <p:nvPr/>
        </p:nvGrpSpPr>
        <p:grpSpPr>
          <a:xfrm>
            <a:off x="9761377" y="2413951"/>
            <a:ext cx="1871640" cy="338040"/>
            <a:chOff x="9761377" y="2413951"/>
            <a:chExt cx="1871640" cy="338040"/>
          </a:xfrm>
        </p:grpSpPr>
        <mc:AlternateContent xmlns:mc="http://schemas.openxmlformats.org/markup-compatibility/2006" xmlns:p14="http://schemas.microsoft.com/office/powerpoint/2010/main">
          <mc:Choice Requires="p14">
            <p:contentPart p14:bwMode="auto" r:id="rId50">
              <p14:nvContentPartPr>
                <p14:cNvPr id="1029" name="Ink 1028">
                  <a:extLst>
                    <a:ext uri="{FF2B5EF4-FFF2-40B4-BE49-F238E27FC236}">
                      <a16:creationId xmlns:a16="http://schemas.microsoft.com/office/drawing/2014/main" id="{4530FB0F-02EB-4E7F-9333-5BABFB3D7DCD}"/>
                    </a:ext>
                  </a:extLst>
                </p14:cNvPr>
                <p14:cNvContentPartPr/>
                <p14:nvPr/>
              </p14:nvContentPartPr>
              <p14:xfrm>
                <a:off x="9761377" y="2414311"/>
                <a:ext cx="154440" cy="176400"/>
              </p14:xfrm>
            </p:contentPart>
          </mc:Choice>
          <mc:Fallback xmlns="">
            <p:pic>
              <p:nvPicPr>
                <p:cNvPr id="1029" name="Ink 1028">
                  <a:extLst>
                    <a:ext uri="{FF2B5EF4-FFF2-40B4-BE49-F238E27FC236}">
                      <a16:creationId xmlns:a16="http://schemas.microsoft.com/office/drawing/2014/main" id="{4530FB0F-02EB-4E7F-9333-5BABFB3D7DCD}"/>
                    </a:ext>
                  </a:extLst>
                </p:cNvPr>
                <p:cNvPicPr/>
                <p:nvPr/>
              </p:nvPicPr>
              <p:blipFill>
                <a:blip r:embed="rId51"/>
                <a:stretch>
                  <a:fillRect/>
                </a:stretch>
              </p:blipFill>
              <p:spPr>
                <a:xfrm>
                  <a:off x="9752737" y="2405311"/>
                  <a:ext cx="17208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030" name="Ink 1029">
                  <a:extLst>
                    <a:ext uri="{FF2B5EF4-FFF2-40B4-BE49-F238E27FC236}">
                      <a16:creationId xmlns:a16="http://schemas.microsoft.com/office/drawing/2014/main" id="{30869B48-07BF-471F-9F5B-7BC9B9774905}"/>
                    </a:ext>
                  </a:extLst>
                </p14:cNvPr>
                <p14:cNvContentPartPr/>
                <p14:nvPr/>
              </p14:nvContentPartPr>
              <p14:xfrm>
                <a:off x="10002217" y="2568391"/>
                <a:ext cx="3960" cy="125280"/>
              </p14:xfrm>
            </p:contentPart>
          </mc:Choice>
          <mc:Fallback xmlns="">
            <p:pic>
              <p:nvPicPr>
                <p:cNvPr id="1030" name="Ink 1029">
                  <a:extLst>
                    <a:ext uri="{FF2B5EF4-FFF2-40B4-BE49-F238E27FC236}">
                      <a16:creationId xmlns:a16="http://schemas.microsoft.com/office/drawing/2014/main" id="{30869B48-07BF-471F-9F5B-7BC9B9774905}"/>
                    </a:ext>
                  </a:extLst>
                </p:cNvPr>
                <p:cNvPicPr/>
                <p:nvPr/>
              </p:nvPicPr>
              <p:blipFill>
                <a:blip r:embed="rId53"/>
                <a:stretch>
                  <a:fillRect/>
                </a:stretch>
              </p:blipFill>
              <p:spPr>
                <a:xfrm>
                  <a:off x="9993577" y="2559751"/>
                  <a:ext cx="2160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031" name="Ink 1030">
                  <a:extLst>
                    <a:ext uri="{FF2B5EF4-FFF2-40B4-BE49-F238E27FC236}">
                      <a16:creationId xmlns:a16="http://schemas.microsoft.com/office/drawing/2014/main" id="{1AC67E21-6013-46A1-BDF9-00F6C255AE60}"/>
                    </a:ext>
                  </a:extLst>
                </p14:cNvPr>
                <p14:cNvContentPartPr/>
                <p14:nvPr/>
              </p14:nvContentPartPr>
              <p14:xfrm>
                <a:off x="10063777" y="2463631"/>
                <a:ext cx="197280" cy="112320"/>
              </p14:xfrm>
            </p:contentPart>
          </mc:Choice>
          <mc:Fallback xmlns="">
            <p:pic>
              <p:nvPicPr>
                <p:cNvPr id="1031" name="Ink 1030">
                  <a:extLst>
                    <a:ext uri="{FF2B5EF4-FFF2-40B4-BE49-F238E27FC236}">
                      <a16:creationId xmlns:a16="http://schemas.microsoft.com/office/drawing/2014/main" id="{1AC67E21-6013-46A1-BDF9-00F6C255AE60}"/>
                    </a:ext>
                  </a:extLst>
                </p:cNvPr>
                <p:cNvPicPr/>
                <p:nvPr/>
              </p:nvPicPr>
              <p:blipFill>
                <a:blip r:embed="rId55"/>
                <a:stretch>
                  <a:fillRect/>
                </a:stretch>
              </p:blipFill>
              <p:spPr>
                <a:xfrm>
                  <a:off x="10055137" y="2454631"/>
                  <a:ext cx="21492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032" name="Ink 1031">
                  <a:extLst>
                    <a:ext uri="{FF2B5EF4-FFF2-40B4-BE49-F238E27FC236}">
                      <a16:creationId xmlns:a16="http://schemas.microsoft.com/office/drawing/2014/main" id="{210BD642-A076-423F-A491-3A419606F58C}"/>
                    </a:ext>
                  </a:extLst>
                </p14:cNvPr>
                <p14:cNvContentPartPr/>
                <p14:nvPr/>
              </p14:nvContentPartPr>
              <p14:xfrm>
                <a:off x="10298857" y="2624911"/>
                <a:ext cx="183240" cy="20520"/>
              </p14:xfrm>
            </p:contentPart>
          </mc:Choice>
          <mc:Fallback xmlns="">
            <p:pic>
              <p:nvPicPr>
                <p:cNvPr id="1032" name="Ink 1031">
                  <a:extLst>
                    <a:ext uri="{FF2B5EF4-FFF2-40B4-BE49-F238E27FC236}">
                      <a16:creationId xmlns:a16="http://schemas.microsoft.com/office/drawing/2014/main" id="{210BD642-A076-423F-A491-3A419606F58C}"/>
                    </a:ext>
                  </a:extLst>
                </p:cNvPr>
                <p:cNvPicPr/>
                <p:nvPr/>
              </p:nvPicPr>
              <p:blipFill>
                <a:blip r:embed="rId57"/>
                <a:stretch>
                  <a:fillRect/>
                </a:stretch>
              </p:blipFill>
              <p:spPr>
                <a:xfrm>
                  <a:off x="10289857" y="2615911"/>
                  <a:ext cx="20088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033" name="Ink 1032">
                  <a:extLst>
                    <a:ext uri="{FF2B5EF4-FFF2-40B4-BE49-F238E27FC236}">
                      <a16:creationId xmlns:a16="http://schemas.microsoft.com/office/drawing/2014/main" id="{D1CF473E-B83F-424E-8B98-FD6F7997B5CE}"/>
                    </a:ext>
                  </a:extLst>
                </p14:cNvPr>
                <p14:cNvContentPartPr/>
                <p14:nvPr/>
              </p14:nvContentPartPr>
              <p14:xfrm>
                <a:off x="10407937" y="2551471"/>
                <a:ext cx="13320" cy="169560"/>
              </p14:xfrm>
            </p:contentPart>
          </mc:Choice>
          <mc:Fallback xmlns="">
            <p:pic>
              <p:nvPicPr>
                <p:cNvPr id="1033" name="Ink 1032">
                  <a:extLst>
                    <a:ext uri="{FF2B5EF4-FFF2-40B4-BE49-F238E27FC236}">
                      <a16:creationId xmlns:a16="http://schemas.microsoft.com/office/drawing/2014/main" id="{D1CF473E-B83F-424E-8B98-FD6F7997B5CE}"/>
                    </a:ext>
                  </a:extLst>
                </p:cNvPr>
                <p:cNvPicPr/>
                <p:nvPr/>
              </p:nvPicPr>
              <p:blipFill>
                <a:blip r:embed="rId59"/>
                <a:stretch>
                  <a:fillRect/>
                </a:stretch>
              </p:blipFill>
              <p:spPr>
                <a:xfrm>
                  <a:off x="10399297" y="2542471"/>
                  <a:ext cx="3096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034" name="Ink 1033">
                  <a:extLst>
                    <a:ext uri="{FF2B5EF4-FFF2-40B4-BE49-F238E27FC236}">
                      <a16:creationId xmlns:a16="http://schemas.microsoft.com/office/drawing/2014/main" id="{F7B11BBA-C7C2-45F7-89BB-906C8A057C31}"/>
                    </a:ext>
                  </a:extLst>
                </p14:cNvPr>
                <p14:cNvContentPartPr/>
                <p14:nvPr/>
              </p14:nvContentPartPr>
              <p14:xfrm>
                <a:off x="10602697" y="2584591"/>
                <a:ext cx="168840" cy="103680"/>
              </p14:xfrm>
            </p:contentPart>
          </mc:Choice>
          <mc:Fallback xmlns="">
            <p:pic>
              <p:nvPicPr>
                <p:cNvPr id="1034" name="Ink 1033">
                  <a:extLst>
                    <a:ext uri="{FF2B5EF4-FFF2-40B4-BE49-F238E27FC236}">
                      <a16:creationId xmlns:a16="http://schemas.microsoft.com/office/drawing/2014/main" id="{F7B11BBA-C7C2-45F7-89BB-906C8A057C31}"/>
                    </a:ext>
                  </a:extLst>
                </p:cNvPr>
                <p:cNvPicPr/>
                <p:nvPr/>
              </p:nvPicPr>
              <p:blipFill>
                <a:blip r:embed="rId61"/>
                <a:stretch>
                  <a:fillRect/>
                </a:stretch>
              </p:blipFill>
              <p:spPr>
                <a:xfrm>
                  <a:off x="10594057" y="2575591"/>
                  <a:ext cx="18648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035" name="Ink 1034">
                  <a:extLst>
                    <a:ext uri="{FF2B5EF4-FFF2-40B4-BE49-F238E27FC236}">
                      <a16:creationId xmlns:a16="http://schemas.microsoft.com/office/drawing/2014/main" id="{0C81A2F6-80C4-4BAA-992E-85A12932E2EA}"/>
                    </a:ext>
                  </a:extLst>
                </p14:cNvPr>
                <p14:cNvContentPartPr/>
                <p14:nvPr/>
              </p14:nvContentPartPr>
              <p14:xfrm>
                <a:off x="10826257" y="2668471"/>
                <a:ext cx="131400" cy="83520"/>
              </p14:xfrm>
            </p:contentPart>
          </mc:Choice>
          <mc:Fallback xmlns="">
            <p:pic>
              <p:nvPicPr>
                <p:cNvPr id="1035" name="Ink 1034">
                  <a:extLst>
                    <a:ext uri="{FF2B5EF4-FFF2-40B4-BE49-F238E27FC236}">
                      <a16:creationId xmlns:a16="http://schemas.microsoft.com/office/drawing/2014/main" id="{0C81A2F6-80C4-4BAA-992E-85A12932E2EA}"/>
                    </a:ext>
                  </a:extLst>
                </p:cNvPr>
                <p:cNvPicPr/>
                <p:nvPr/>
              </p:nvPicPr>
              <p:blipFill>
                <a:blip r:embed="rId63"/>
                <a:stretch>
                  <a:fillRect/>
                </a:stretch>
              </p:blipFill>
              <p:spPr>
                <a:xfrm>
                  <a:off x="10817257" y="2659471"/>
                  <a:ext cx="14904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036" name="Ink 1035">
                  <a:extLst>
                    <a:ext uri="{FF2B5EF4-FFF2-40B4-BE49-F238E27FC236}">
                      <a16:creationId xmlns:a16="http://schemas.microsoft.com/office/drawing/2014/main" id="{B34105AB-8029-48CC-A91F-F053419BFE1A}"/>
                    </a:ext>
                  </a:extLst>
                </p14:cNvPr>
                <p14:cNvContentPartPr/>
                <p14:nvPr/>
              </p14:nvContentPartPr>
              <p14:xfrm>
                <a:off x="10974217" y="2413951"/>
                <a:ext cx="153360" cy="92520"/>
              </p14:xfrm>
            </p:contentPart>
          </mc:Choice>
          <mc:Fallback xmlns="">
            <p:pic>
              <p:nvPicPr>
                <p:cNvPr id="1036" name="Ink 1035">
                  <a:extLst>
                    <a:ext uri="{FF2B5EF4-FFF2-40B4-BE49-F238E27FC236}">
                      <a16:creationId xmlns:a16="http://schemas.microsoft.com/office/drawing/2014/main" id="{B34105AB-8029-48CC-A91F-F053419BFE1A}"/>
                    </a:ext>
                  </a:extLst>
                </p:cNvPr>
                <p:cNvPicPr/>
                <p:nvPr/>
              </p:nvPicPr>
              <p:blipFill>
                <a:blip r:embed="rId65"/>
                <a:stretch>
                  <a:fillRect/>
                </a:stretch>
              </p:blipFill>
              <p:spPr>
                <a:xfrm>
                  <a:off x="10965217" y="2404951"/>
                  <a:ext cx="17100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037" name="Ink 1036">
                  <a:extLst>
                    <a:ext uri="{FF2B5EF4-FFF2-40B4-BE49-F238E27FC236}">
                      <a16:creationId xmlns:a16="http://schemas.microsoft.com/office/drawing/2014/main" id="{F97D3D63-524D-4B8A-8203-04DE30CB10B7}"/>
                    </a:ext>
                  </a:extLst>
                </p14:cNvPr>
                <p14:cNvContentPartPr/>
                <p14:nvPr/>
              </p14:nvContentPartPr>
              <p14:xfrm>
                <a:off x="11120377" y="2632471"/>
                <a:ext cx="149760" cy="2880"/>
              </p14:xfrm>
            </p:contentPart>
          </mc:Choice>
          <mc:Fallback xmlns="">
            <p:pic>
              <p:nvPicPr>
                <p:cNvPr id="1037" name="Ink 1036">
                  <a:extLst>
                    <a:ext uri="{FF2B5EF4-FFF2-40B4-BE49-F238E27FC236}">
                      <a16:creationId xmlns:a16="http://schemas.microsoft.com/office/drawing/2014/main" id="{F97D3D63-524D-4B8A-8203-04DE30CB10B7}"/>
                    </a:ext>
                  </a:extLst>
                </p:cNvPr>
                <p:cNvPicPr/>
                <p:nvPr/>
              </p:nvPicPr>
              <p:blipFill>
                <a:blip r:embed="rId67"/>
                <a:stretch>
                  <a:fillRect/>
                </a:stretch>
              </p:blipFill>
              <p:spPr>
                <a:xfrm>
                  <a:off x="11111737" y="2623471"/>
                  <a:ext cx="16740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038" name="Ink 1037">
                  <a:extLst>
                    <a:ext uri="{FF2B5EF4-FFF2-40B4-BE49-F238E27FC236}">
                      <a16:creationId xmlns:a16="http://schemas.microsoft.com/office/drawing/2014/main" id="{1BFFDBC8-F0F0-4006-8640-57EA29E3EFD9}"/>
                    </a:ext>
                  </a:extLst>
                </p14:cNvPr>
                <p14:cNvContentPartPr/>
                <p14:nvPr/>
              </p14:nvContentPartPr>
              <p14:xfrm>
                <a:off x="11126857" y="2681791"/>
                <a:ext cx="180360" cy="24840"/>
              </p14:xfrm>
            </p:contentPart>
          </mc:Choice>
          <mc:Fallback xmlns="">
            <p:pic>
              <p:nvPicPr>
                <p:cNvPr id="1038" name="Ink 1037">
                  <a:extLst>
                    <a:ext uri="{FF2B5EF4-FFF2-40B4-BE49-F238E27FC236}">
                      <a16:creationId xmlns:a16="http://schemas.microsoft.com/office/drawing/2014/main" id="{1BFFDBC8-F0F0-4006-8640-57EA29E3EFD9}"/>
                    </a:ext>
                  </a:extLst>
                </p:cNvPr>
                <p:cNvPicPr/>
                <p:nvPr/>
              </p:nvPicPr>
              <p:blipFill>
                <a:blip r:embed="rId69"/>
                <a:stretch>
                  <a:fillRect/>
                </a:stretch>
              </p:blipFill>
              <p:spPr>
                <a:xfrm>
                  <a:off x="11118217" y="2673151"/>
                  <a:ext cx="19800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039" name="Ink 1038">
                  <a:extLst>
                    <a:ext uri="{FF2B5EF4-FFF2-40B4-BE49-F238E27FC236}">
                      <a16:creationId xmlns:a16="http://schemas.microsoft.com/office/drawing/2014/main" id="{227517F4-339A-4EA1-B02B-D3EC48CEA5B7}"/>
                    </a:ext>
                  </a:extLst>
                </p14:cNvPr>
                <p14:cNvContentPartPr/>
                <p14:nvPr/>
              </p14:nvContentPartPr>
              <p14:xfrm>
                <a:off x="11398297" y="2585671"/>
                <a:ext cx="234720" cy="136080"/>
              </p14:xfrm>
            </p:contentPart>
          </mc:Choice>
          <mc:Fallback xmlns="">
            <p:pic>
              <p:nvPicPr>
                <p:cNvPr id="1039" name="Ink 1038">
                  <a:extLst>
                    <a:ext uri="{FF2B5EF4-FFF2-40B4-BE49-F238E27FC236}">
                      <a16:creationId xmlns:a16="http://schemas.microsoft.com/office/drawing/2014/main" id="{227517F4-339A-4EA1-B02B-D3EC48CEA5B7}"/>
                    </a:ext>
                  </a:extLst>
                </p:cNvPr>
                <p:cNvPicPr/>
                <p:nvPr/>
              </p:nvPicPr>
              <p:blipFill>
                <a:blip r:embed="rId71"/>
                <a:stretch>
                  <a:fillRect/>
                </a:stretch>
              </p:blipFill>
              <p:spPr>
                <a:xfrm>
                  <a:off x="11389657" y="2577031"/>
                  <a:ext cx="252360" cy="153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2">
            <p14:nvContentPartPr>
              <p14:cNvPr id="1041" name="Ink 1040">
                <a:extLst>
                  <a:ext uri="{FF2B5EF4-FFF2-40B4-BE49-F238E27FC236}">
                    <a16:creationId xmlns:a16="http://schemas.microsoft.com/office/drawing/2014/main" id="{39311B7D-07FE-46C5-96BA-C3DE5B4A2FCF}"/>
                  </a:ext>
                </a:extLst>
              </p14:cNvPr>
              <p14:cNvContentPartPr/>
              <p14:nvPr/>
            </p14:nvContentPartPr>
            <p14:xfrm>
              <a:off x="9439177" y="2662351"/>
              <a:ext cx="275400" cy="212400"/>
            </p14:xfrm>
          </p:contentPart>
        </mc:Choice>
        <mc:Fallback xmlns="">
          <p:pic>
            <p:nvPicPr>
              <p:cNvPr id="1041" name="Ink 1040">
                <a:extLst>
                  <a:ext uri="{FF2B5EF4-FFF2-40B4-BE49-F238E27FC236}">
                    <a16:creationId xmlns:a16="http://schemas.microsoft.com/office/drawing/2014/main" id="{39311B7D-07FE-46C5-96BA-C3DE5B4A2FCF}"/>
                  </a:ext>
                </a:extLst>
              </p:cNvPr>
              <p:cNvPicPr/>
              <p:nvPr/>
            </p:nvPicPr>
            <p:blipFill>
              <a:blip r:embed="rId73"/>
              <a:stretch>
                <a:fillRect/>
              </a:stretch>
            </p:blipFill>
            <p:spPr>
              <a:xfrm>
                <a:off x="9430177" y="2653711"/>
                <a:ext cx="293040" cy="230040"/>
              </a:xfrm>
              <a:prstGeom prst="rect">
                <a:avLst/>
              </a:prstGeom>
            </p:spPr>
          </p:pic>
        </mc:Fallback>
      </mc:AlternateContent>
      <p:grpSp>
        <p:nvGrpSpPr>
          <p:cNvPr id="1049" name="Group 1048">
            <a:extLst>
              <a:ext uri="{FF2B5EF4-FFF2-40B4-BE49-F238E27FC236}">
                <a16:creationId xmlns:a16="http://schemas.microsoft.com/office/drawing/2014/main" id="{0D3A88FA-FA4F-43FD-B8F4-06330881C802}"/>
              </a:ext>
            </a:extLst>
          </p:cNvPr>
          <p:cNvGrpSpPr/>
          <p:nvPr/>
        </p:nvGrpSpPr>
        <p:grpSpPr>
          <a:xfrm>
            <a:off x="8790457" y="2975911"/>
            <a:ext cx="1859040" cy="638640"/>
            <a:chOff x="8790457" y="2975911"/>
            <a:chExt cx="1859040" cy="638640"/>
          </a:xfrm>
        </p:grpSpPr>
        <mc:AlternateContent xmlns:mc="http://schemas.openxmlformats.org/markup-compatibility/2006" xmlns:p14="http://schemas.microsoft.com/office/powerpoint/2010/main">
          <mc:Choice Requires="p14">
            <p:contentPart p14:bwMode="auto" r:id="rId74">
              <p14:nvContentPartPr>
                <p14:cNvPr id="1042" name="Ink 1041">
                  <a:extLst>
                    <a:ext uri="{FF2B5EF4-FFF2-40B4-BE49-F238E27FC236}">
                      <a16:creationId xmlns:a16="http://schemas.microsoft.com/office/drawing/2014/main" id="{31C71D08-3C31-41ED-AED6-B49CA69C7336}"/>
                    </a:ext>
                  </a:extLst>
                </p14:cNvPr>
                <p14:cNvContentPartPr/>
                <p14:nvPr/>
              </p14:nvContentPartPr>
              <p14:xfrm>
                <a:off x="8790457" y="2975911"/>
                <a:ext cx="303840" cy="424800"/>
              </p14:xfrm>
            </p:contentPart>
          </mc:Choice>
          <mc:Fallback xmlns="">
            <p:pic>
              <p:nvPicPr>
                <p:cNvPr id="1042" name="Ink 1041">
                  <a:extLst>
                    <a:ext uri="{FF2B5EF4-FFF2-40B4-BE49-F238E27FC236}">
                      <a16:creationId xmlns:a16="http://schemas.microsoft.com/office/drawing/2014/main" id="{31C71D08-3C31-41ED-AED6-B49CA69C7336}"/>
                    </a:ext>
                  </a:extLst>
                </p:cNvPr>
                <p:cNvPicPr/>
                <p:nvPr/>
              </p:nvPicPr>
              <p:blipFill>
                <a:blip r:embed="rId75"/>
                <a:stretch>
                  <a:fillRect/>
                </a:stretch>
              </p:blipFill>
              <p:spPr>
                <a:xfrm>
                  <a:off x="8781457" y="2966911"/>
                  <a:ext cx="321480" cy="4424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043" name="Ink 1042">
                  <a:extLst>
                    <a:ext uri="{FF2B5EF4-FFF2-40B4-BE49-F238E27FC236}">
                      <a16:creationId xmlns:a16="http://schemas.microsoft.com/office/drawing/2014/main" id="{9A90F290-516B-4000-8F44-2D8C1269CF0F}"/>
                    </a:ext>
                  </a:extLst>
                </p14:cNvPr>
                <p14:cNvContentPartPr/>
                <p14:nvPr/>
              </p14:nvContentPartPr>
              <p14:xfrm>
                <a:off x="9143257" y="3057631"/>
                <a:ext cx="97560" cy="113760"/>
              </p14:xfrm>
            </p:contentPart>
          </mc:Choice>
          <mc:Fallback xmlns="">
            <p:pic>
              <p:nvPicPr>
                <p:cNvPr id="1043" name="Ink 1042">
                  <a:extLst>
                    <a:ext uri="{FF2B5EF4-FFF2-40B4-BE49-F238E27FC236}">
                      <a16:creationId xmlns:a16="http://schemas.microsoft.com/office/drawing/2014/main" id="{9A90F290-516B-4000-8F44-2D8C1269CF0F}"/>
                    </a:ext>
                  </a:extLst>
                </p:cNvPr>
                <p:cNvPicPr/>
                <p:nvPr/>
              </p:nvPicPr>
              <p:blipFill>
                <a:blip r:embed="rId77"/>
                <a:stretch>
                  <a:fillRect/>
                </a:stretch>
              </p:blipFill>
              <p:spPr>
                <a:xfrm>
                  <a:off x="9134617" y="3048991"/>
                  <a:ext cx="11520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044" name="Ink 1043">
                  <a:extLst>
                    <a:ext uri="{FF2B5EF4-FFF2-40B4-BE49-F238E27FC236}">
                      <a16:creationId xmlns:a16="http://schemas.microsoft.com/office/drawing/2014/main" id="{A84917D6-0F30-410E-B966-35E1DACE274A}"/>
                    </a:ext>
                  </a:extLst>
                </p14:cNvPr>
                <p14:cNvContentPartPr/>
                <p14:nvPr/>
              </p14:nvContentPartPr>
              <p14:xfrm>
                <a:off x="9267457" y="3227911"/>
                <a:ext cx="18000" cy="5400"/>
              </p14:xfrm>
            </p:contentPart>
          </mc:Choice>
          <mc:Fallback xmlns="">
            <p:pic>
              <p:nvPicPr>
                <p:cNvPr id="1044" name="Ink 1043">
                  <a:extLst>
                    <a:ext uri="{FF2B5EF4-FFF2-40B4-BE49-F238E27FC236}">
                      <a16:creationId xmlns:a16="http://schemas.microsoft.com/office/drawing/2014/main" id="{A84917D6-0F30-410E-B966-35E1DACE274A}"/>
                    </a:ext>
                  </a:extLst>
                </p:cNvPr>
                <p:cNvPicPr/>
                <p:nvPr/>
              </p:nvPicPr>
              <p:blipFill>
                <a:blip r:embed="rId79"/>
                <a:stretch>
                  <a:fillRect/>
                </a:stretch>
              </p:blipFill>
              <p:spPr>
                <a:xfrm>
                  <a:off x="9258457" y="3219271"/>
                  <a:ext cx="3564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045" name="Ink 1044">
                  <a:extLst>
                    <a:ext uri="{FF2B5EF4-FFF2-40B4-BE49-F238E27FC236}">
                      <a16:creationId xmlns:a16="http://schemas.microsoft.com/office/drawing/2014/main" id="{5FBF81E5-968A-4D1F-8F1A-C19D39B0C19F}"/>
                    </a:ext>
                  </a:extLst>
                </p14:cNvPr>
                <p14:cNvContentPartPr/>
                <p14:nvPr/>
              </p14:nvContentPartPr>
              <p14:xfrm>
                <a:off x="9467617" y="3029191"/>
                <a:ext cx="258840" cy="585360"/>
              </p14:xfrm>
            </p:contentPart>
          </mc:Choice>
          <mc:Fallback xmlns="">
            <p:pic>
              <p:nvPicPr>
                <p:cNvPr id="1045" name="Ink 1044">
                  <a:extLst>
                    <a:ext uri="{FF2B5EF4-FFF2-40B4-BE49-F238E27FC236}">
                      <a16:creationId xmlns:a16="http://schemas.microsoft.com/office/drawing/2014/main" id="{5FBF81E5-968A-4D1F-8F1A-C19D39B0C19F}"/>
                    </a:ext>
                  </a:extLst>
                </p:cNvPr>
                <p:cNvPicPr/>
                <p:nvPr/>
              </p:nvPicPr>
              <p:blipFill>
                <a:blip r:embed="rId81"/>
                <a:stretch>
                  <a:fillRect/>
                </a:stretch>
              </p:blipFill>
              <p:spPr>
                <a:xfrm>
                  <a:off x="9458977" y="3020191"/>
                  <a:ext cx="276480" cy="6030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046" name="Ink 1045">
                  <a:extLst>
                    <a:ext uri="{FF2B5EF4-FFF2-40B4-BE49-F238E27FC236}">
                      <a16:creationId xmlns:a16="http://schemas.microsoft.com/office/drawing/2014/main" id="{A308AA8E-9696-4BBF-839A-5773F026B276}"/>
                    </a:ext>
                  </a:extLst>
                </p14:cNvPr>
                <p14:cNvContentPartPr/>
                <p14:nvPr/>
              </p14:nvContentPartPr>
              <p14:xfrm>
                <a:off x="9839137" y="3172471"/>
                <a:ext cx="177480" cy="166680"/>
              </p14:xfrm>
            </p:contentPart>
          </mc:Choice>
          <mc:Fallback xmlns="">
            <p:pic>
              <p:nvPicPr>
                <p:cNvPr id="1046" name="Ink 1045">
                  <a:extLst>
                    <a:ext uri="{FF2B5EF4-FFF2-40B4-BE49-F238E27FC236}">
                      <a16:creationId xmlns:a16="http://schemas.microsoft.com/office/drawing/2014/main" id="{A308AA8E-9696-4BBF-839A-5773F026B276}"/>
                    </a:ext>
                  </a:extLst>
                </p:cNvPr>
                <p:cNvPicPr/>
                <p:nvPr/>
              </p:nvPicPr>
              <p:blipFill>
                <a:blip r:embed="rId83"/>
                <a:stretch>
                  <a:fillRect/>
                </a:stretch>
              </p:blipFill>
              <p:spPr>
                <a:xfrm>
                  <a:off x="9830137" y="3163831"/>
                  <a:ext cx="19512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047" name="Ink 1046">
                  <a:extLst>
                    <a:ext uri="{FF2B5EF4-FFF2-40B4-BE49-F238E27FC236}">
                      <a16:creationId xmlns:a16="http://schemas.microsoft.com/office/drawing/2014/main" id="{0A01CB91-05BB-4A79-A86A-CD6AF2534996}"/>
                    </a:ext>
                  </a:extLst>
                </p14:cNvPr>
                <p14:cNvContentPartPr/>
                <p14:nvPr/>
              </p14:nvContentPartPr>
              <p14:xfrm>
                <a:off x="10024537" y="3113791"/>
                <a:ext cx="16200" cy="38880"/>
              </p14:xfrm>
            </p:contentPart>
          </mc:Choice>
          <mc:Fallback xmlns="">
            <p:pic>
              <p:nvPicPr>
                <p:cNvPr id="1047" name="Ink 1046">
                  <a:extLst>
                    <a:ext uri="{FF2B5EF4-FFF2-40B4-BE49-F238E27FC236}">
                      <a16:creationId xmlns:a16="http://schemas.microsoft.com/office/drawing/2014/main" id="{0A01CB91-05BB-4A79-A86A-CD6AF2534996}"/>
                    </a:ext>
                  </a:extLst>
                </p:cNvPr>
                <p:cNvPicPr/>
                <p:nvPr/>
              </p:nvPicPr>
              <p:blipFill>
                <a:blip r:embed="rId85"/>
                <a:stretch>
                  <a:fillRect/>
                </a:stretch>
              </p:blipFill>
              <p:spPr>
                <a:xfrm>
                  <a:off x="10015897" y="3105151"/>
                  <a:ext cx="3384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048" name="Ink 1047">
                  <a:extLst>
                    <a:ext uri="{FF2B5EF4-FFF2-40B4-BE49-F238E27FC236}">
                      <a16:creationId xmlns:a16="http://schemas.microsoft.com/office/drawing/2014/main" id="{65A85A3C-B0E1-4BB7-B9F1-65E4FB2043A9}"/>
                    </a:ext>
                  </a:extLst>
                </p14:cNvPr>
                <p14:cNvContentPartPr/>
                <p14:nvPr/>
              </p14:nvContentPartPr>
              <p14:xfrm>
                <a:off x="10124257" y="3179311"/>
                <a:ext cx="525240" cy="201600"/>
              </p14:xfrm>
            </p:contentPart>
          </mc:Choice>
          <mc:Fallback xmlns="">
            <p:pic>
              <p:nvPicPr>
                <p:cNvPr id="1048" name="Ink 1047">
                  <a:extLst>
                    <a:ext uri="{FF2B5EF4-FFF2-40B4-BE49-F238E27FC236}">
                      <a16:creationId xmlns:a16="http://schemas.microsoft.com/office/drawing/2014/main" id="{65A85A3C-B0E1-4BB7-B9F1-65E4FB2043A9}"/>
                    </a:ext>
                  </a:extLst>
                </p:cNvPr>
                <p:cNvPicPr/>
                <p:nvPr/>
              </p:nvPicPr>
              <p:blipFill>
                <a:blip r:embed="rId87"/>
                <a:stretch>
                  <a:fillRect/>
                </a:stretch>
              </p:blipFill>
              <p:spPr>
                <a:xfrm>
                  <a:off x="10115617" y="3170311"/>
                  <a:ext cx="542880" cy="219240"/>
                </a:xfrm>
                <a:prstGeom prst="rect">
                  <a:avLst/>
                </a:prstGeom>
              </p:spPr>
            </p:pic>
          </mc:Fallback>
        </mc:AlternateContent>
      </p:grpSp>
      <p:grpSp>
        <p:nvGrpSpPr>
          <p:cNvPr id="1062" name="Group 1061">
            <a:extLst>
              <a:ext uri="{FF2B5EF4-FFF2-40B4-BE49-F238E27FC236}">
                <a16:creationId xmlns:a16="http://schemas.microsoft.com/office/drawing/2014/main" id="{F02BE756-3488-42C8-9D49-995D0598BFF3}"/>
              </a:ext>
            </a:extLst>
          </p:cNvPr>
          <p:cNvGrpSpPr/>
          <p:nvPr/>
        </p:nvGrpSpPr>
        <p:grpSpPr>
          <a:xfrm>
            <a:off x="2206057" y="2084551"/>
            <a:ext cx="2490480" cy="1064160"/>
            <a:chOff x="2206057" y="2084551"/>
            <a:chExt cx="2490480" cy="1064160"/>
          </a:xfrm>
        </p:grpSpPr>
        <mc:AlternateContent xmlns:mc="http://schemas.openxmlformats.org/markup-compatibility/2006" xmlns:p14="http://schemas.microsoft.com/office/powerpoint/2010/main">
          <mc:Choice Requires="p14">
            <p:contentPart p14:bwMode="auto" r:id="rId88">
              <p14:nvContentPartPr>
                <p14:cNvPr id="5" name="Ink 4">
                  <a:extLst>
                    <a:ext uri="{FF2B5EF4-FFF2-40B4-BE49-F238E27FC236}">
                      <a16:creationId xmlns:a16="http://schemas.microsoft.com/office/drawing/2014/main" id="{AF835A50-55D0-406B-AF73-ED1D431A2561}"/>
                    </a:ext>
                  </a:extLst>
                </p14:cNvPr>
                <p14:cNvContentPartPr/>
                <p14:nvPr/>
              </p14:nvContentPartPr>
              <p14:xfrm>
                <a:off x="2206057" y="2366431"/>
                <a:ext cx="369360" cy="282240"/>
              </p14:xfrm>
            </p:contentPart>
          </mc:Choice>
          <mc:Fallback xmlns="">
            <p:pic>
              <p:nvPicPr>
                <p:cNvPr id="5" name="Ink 4">
                  <a:extLst>
                    <a:ext uri="{FF2B5EF4-FFF2-40B4-BE49-F238E27FC236}">
                      <a16:creationId xmlns:a16="http://schemas.microsoft.com/office/drawing/2014/main" id="{AF835A50-55D0-406B-AF73-ED1D431A2561}"/>
                    </a:ext>
                  </a:extLst>
                </p:cNvPr>
                <p:cNvPicPr/>
                <p:nvPr/>
              </p:nvPicPr>
              <p:blipFill>
                <a:blip r:embed="rId89"/>
                <a:stretch>
                  <a:fillRect/>
                </a:stretch>
              </p:blipFill>
              <p:spPr>
                <a:xfrm>
                  <a:off x="2197417" y="2357431"/>
                  <a:ext cx="387000" cy="2998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9" name="Ink 8">
                  <a:extLst>
                    <a:ext uri="{FF2B5EF4-FFF2-40B4-BE49-F238E27FC236}">
                      <a16:creationId xmlns:a16="http://schemas.microsoft.com/office/drawing/2014/main" id="{61311007-2C09-4BF6-9E63-928FCE67FE19}"/>
                    </a:ext>
                  </a:extLst>
                </p14:cNvPr>
                <p14:cNvContentPartPr/>
                <p14:nvPr/>
              </p14:nvContentPartPr>
              <p14:xfrm>
                <a:off x="2654257" y="2162671"/>
                <a:ext cx="597960" cy="217080"/>
              </p14:xfrm>
            </p:contentPart>
          </mc:Choice>
          <mc:Fallback xmlns="">
            <p:pic>
              <p:nvPicPr>
                <p:cNvPr id="9" name="Ink 8">
                  <a:extLst>
                    <a:ext uri="{FF2B5EF4-FFF2-40B4-BE49-F238E27FC236}">
                      <a16:creationId xmlns:a16="http://schemas.microsoft.com/office/drawing/2014/main" id="{61311007-2C09-4BF6-9E63-928FCE67FE19}"/>
                    </a:ext>
                  </a:extLst>
                </p:cNvPr>
                <p:cNvPicPr/>
                <p:nvPr/>
              </p:nvPicPr>
              <p:blipFill>
                <a:blip r:embed="rId91"/>
                <a:stretch>
                  <a:fillRect/>
                </a:stretch>
              </p:blipFill>
              <p:spPr>
                <a:xfrm>
                  <a:off x="2645617" y="2154031"/>
                  <a:ext cx="61560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23" name="Ink 22">
                  <a:extLst>
                    <a:ext uri="{FF2B5EF4-FFF2-40B4-BE49-F238E27FC236}">
                      <a16:creationId xmlns:a16="http://schemas.microsoft.com/office/drawing/2014/main" id="{835730B3-86DE-4D44-BA96-3FAC70250049}"/>
                    </a:ext>
                  </a:extLst>
                </p14:cNvPr>
                <p14:cNvContentPartPr/>
                <p14:nvPr/>
              </p14:nvContentPartPr>
              <p14:xfrm>
                <a:off x="3419977" y="2084551"/>
                <a:ext cx="226800" cy="239400"/>
              </p14:xfrm>
            </p:contentPart>
          </mc:Choice>
          <mc:Fallback xmlns="">
            <p:pic>
              <p:nvPicPr>
                <p:cNvPr id="23" name="Ink 22">
                  <a:extLst>
                    <a:ext uri="{FF2B5EF4-FFF2-40B4-BE49-F238E27FC236}">
                      <a16:creationId xmlns:a16="http://schemas.microsoft.com/office/drawing/2014/main" id="{835730B3-86DE-4D44-BA96-3FAC70250049}"/>
                    </a:ext>
                  </a:extLst>
                </p:cNvPr>
                <p:cNvPicPr/>
                <p:nvPr/>
              </p:nvPicPr>
              <p:blipFill>
                <a:blip r:embed="rId93"/>
                <a:stretch>
                  <a:fillRect/>
                </a:stretch>
              </p:blipFill>
              <p:spPr>
                <a:xfrm>
                  <a:off x="3411337" y="2075911"/>
                  <a:ext cx="24444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27" name="Ink 26">
                  <a:extLst>
                    <a:ext uri="{FF2B5EF4-FFF2-40B4-BE49-F238E27FC236}">
                      <a16:creationId xmlns:a16="http://schemas.microsoft.com/office/drawing/2014/main" id="{59E06AA4-B71C-4A12-BBA2-2145D27C64D3}"/>
                    </a:ext>
                  </a:extLst>
                </p14:cNvPr>
                <p14:cNvContentPartPr/>
                <p14:nvPr/>
              </p14:nvContentPartPr>
              <p14:xfrm>
                <a:off x="3609697" y="2235391"/>
                <a:ext cx="420120" cy="132840"/>
              </p14:xfrm>
            </p:contentPart>
          </mc:Choice>
          <mc:Fallback xmlns="">
            <p:pic>
              <p:nvPicPr>
                <p:cNvPr id="27" name="Ink 26">
                  <a:extLst>
                    <a:ext uri="{FF2B5EF4-FFF2-40B4-BE49-F238E27FC236}">
                      <a16:creationId xmlns:a16="http://schemas.microsoft.com/office/drawing/2014/main" id="{59E06AA4-B71C-4A12-BBA2-2145D27C64D3}"/>
                    </a:ext>
                  </a:extLst>
                </p:cNvPr>
                <p:cNvPicPr/>
                <p:nvPr/>
              </p:nvPicPr>
              <p:blipFill>
                <a:blip r:embed="rId95"/>
                <a:stretch>
                  <a:fillRect/>
                </a:stretch>
              </p:blipFill>
              <p:spPr>
                <a:xfrm>
                  <a:off x="3600697" y="2226751"/>
                  <a:ext cx="43776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050" name="Ink 1049">
                  <a:extLst>
                    <a:ext uri="{FF2B5EF4-FFF2-40B4-BE49-F238E27FC236}">
                      <a16:creationId xmlns:a16="http://schemas.microsoft.com/office/drawing/2014/main" id="{A82FDE26-A1A2-4414-B3E8-65562A2BBB6D}"/>
                    </a:ext>
                  </a:extLst>
                </p14:cNvPr>
                <p14:cNvContentPartPr/>
                <p14:nvPr/>
              </p14:nvContentPartPr>
              <p14:xfrm>
                <a:off x="3643897" y="2575951"/>
                <a:ext cx="214200" cy="552960"/>
              </p14:xfrm>
            </p:contentPart>
          </mc:Choice>
          <mc:Fallback xmlns="">
            <p:pic>
              <p:nvPicPr>
                <p:cNvPr id="1050" name="Ink 1049">
                  <a:extLst>
                    <a:ext uri="{FF2B5EF4-FFF2-40B4-BE49-F238E27FC236}">
                      <a16:creationId xmlns:a16="http://schemas.microsoft.com/office/drawing/2014/main" id="{A82FDE26-A1A2-4414-B3E8-65562A2BBB6D}"/>
                    </a:ext>
                  </a:extLst>
                </p:cNvPr>
                <p:cNvPicPr/>
                <p:nvPr/>
              </p:nvPicPr>
              <p:blipFill>
                <a:blip r:embed="rId97"/>
                <a:stretch>
                  <a:fillRect/>
                </a:stretch>
              </p:blipFill>
              <p:spPr>
                <a:xfrm>
                  <a:off x="3635257" y="2567311"/>
                  <a:ext cx="231840" cy="5706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051" name="Ink 1050">
                  <a:extLst>
                    <a:ext uri="{FF2B5EF4-FFF2-40B4-BE49-F238E27FC236}">
                      <a16:creationId xmlns:a16="http://schemas.microsoft.com/office/drawing/2014/main" id="{FA8D5068-B6D7-4A63-B01A-CE82C635054E}"/>
                    </a:ext>
                  </a:extLst>
                </p14:cNvPr>
                <p14:cNvContentPartPr/>
                <p14:nvPr/>
              </p14:nvContentPartPr>
              <p14:xfrm>
                <a:off x="3899137" y="2749831"/>
                <a:ext cx="110880" cy="360"/>
              </p14:xfrm>
            </p:contentPart>
          </mc:Choice>
          <mc:Fallback xmlns="">
            <p:pic>
              <p:nvPicPr>
                <p:cNvPr id="1051" name="Ink 1050">
                  <a:extLst>
                    <a:ext uri="{FF2B5EF4-FFF2-40B4-BE49-F238E27FC236}">
                      <a16:creationId xmlns:a16="http://schemas.microsoft.com/office/drawing/2014/main" id="{FA8D5068-B6D7-4A63-B01A-CE82C635054E}"/>
                    </a:ext>
                  </a:extLst>
                </p:cNvPr>
                <p:cNvPicPr/>
                <p:nvPr/>
              </p:nvPicPr>
              <p:blipFill>
                <a:blip r:embed="rId99"/>
                <a:stretch>
                  <a:fillRect/>
                </a:stretch>
              </p:blipFill>
              <p:spPr>
                <a:xfrm>
                  <a:off x="3890137" y="2740831"/>
                  <a:ext cx="1285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052" name="Ink 1051">
                  <a:extLst>
                    <a:ext uri="{FF2B5EF4-FFF2-40B4-BE49-F238E27FC236}">
                      <a16:creationId xmlns:a16="http://schemas.microsoft.com/office/drawing/2014/main" id="{4B9EB55B-8CA7-41FE-A326-08E84223C086}"/>
                    </a:ext>
                  </a:extLst>
                </p14:cNvPr>
                <p14:cNvContentPartPr/>
                <p14:nvPr/>
              </p14:nvContentPartPr>
              <p14:xfrm>
                <a:off x="4080577" y="2654431"/>
                <a:ext cx="241200" cy="453240"/>
              </p14:xfrm>
            </p:contentPart>
          </mc:Choice>
          <mc:Fallback xmlns="">
            <p:pic>
              <p:nvPicPr>
                <p:cNvPr id="1052" name="Ink 1051">
                  <a:extLst>
                    <a:ext uri="{FF2B5EF4-FFF2-40B4-BE49-F238E27FC236}">
                      <a16:creationId xmlns:a16="http://schemas.microsoft.com/office/drawing/2014/main" id="{4B9EB55B-8CA7-41FE-A326-08E84223C086}"/>
                    </a:ext>
                  </a:extLst>
                </p:cNvPr>
                <p:cNvPicPr/>
                <p:nvPr/>
              </p:nvPicPr>
              <p:blipFill>
                <a:blip r:embed="rId101"/>
                <a:stretch>
                  <a:fillRect/>
                </a:stretch>
              </p:blipFill>
              <p:spPr>
                <a:xfrm>
                  <a:off x="4071577" y="2645431"/>
                  <a:ext cx="258840" cy="4708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054" name="Ink 1053">
                  <a:extLst>
                    <a:ext uri="{FF2B5EF4-FFF2-40B4-BE49-F238E27FC236}">
                      <a16:creationId xmlns:a16="http://schemas.microsoft.com/office/drawing/2014/main" id="{BB6EF6C5-138C-4E7E-B6E2-DC76B6D6F367}"/>
                    </a:ext>
                  </a:extLst>
                </p14:cNvPr>
                <p14:cNvContentPartPr/>
                <p14:nvPr/>
              </p14:nvContentPartPr>
              <p14:xfrm>
                <a:off x="4102537" y="2505031"/>
                <a:ext cx="155160" cy="121680"/>
              </p14:xfrm>
            </p:contentPart>
          </mc:Choice>
          <mc:Fallback xmlns="">
            <p:pic>
              <p:nvPicPr>
                <p:cNvPr id="1054" name="Ink 1053">
                  <a:extLst>
                    <a:ext uri="{FF2B5EF4-FFF2-40B4-BE49-F238E27FC236}">
                      <a16:creationId xmlns:a16="http://schemas.microsoft.com/office/drawing/2014/main" id="{BB6EF6C5-138C-4E7E-B6E2-DC76B6D6F367}"/>
                    </a:ext>
                  </a:extLst>
                </p:cNvPr>
                <p:cNvPicPr/>
                <p:nvPr/>
              </p:nvPicPr>
              <p:blipFill>
                <a:blip r:embed="rId103"/>
                <a:stretch>
                  <a:fillRect/>
                </a:stretch>
              </p:blipFill>
              <p:spPr>
                <a:xfrm>
                  <a:off x="4093537" y="2496031"/>
                  <a:ext cx="17280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055" name="Ink 1054">
                  <a:extLst>
                    <a:ext uri="{FF2B5EF4-FFF2-40B4-BE49-F238E27FC236}">
                      <a16:creationId xmlns:a16="http://schemas.microsoft.com/office/drawing/2014/main" id="{C618D32E-AE88-4831-9386-D9CC94BE7557}"/>
                    </a:ext>
                  </a:extLst>
                </p14:cNvPr>
                <p14:cNvContentPartPr/>
                <p14:nvPr/>
              </p14:nvContentPartPr>
              <p14:xfrm>
                <a:off x="4321417" y="2498191"/>
                <a:ext cx="136080" cy="455040"/>
              </p14:xfrm>
            </p:contentPart>
          </mc:Choice>
          <mc:Fallback xmlns="">
            <p:pic>
              <p:nvPicPr>
                <p:cNvPr id="1055" name="Ink 1054">
                  <a:extLst>
                    <a:ext uri="{FF2B5EF4-FFF2-40B4-BE49-F238E27FC236}">
                      <a16:creationId xmlns:a16="http://schemas.microsoft.com/office/drawing/2014/main" id="{C618D32E-AE88-4831-9386-D9CC94BE7557}"/>
                    </a:ext>
                  </a:extLst>
                </p:cNvPr>
                <p:cNvPicPr/>
                <p:nvPr/>
              </p:nvPicPr>
              <p:blipFill>
                <a:blip r:embed="rId105"/>
                <a:stretch>
                  <a:fillRect/>
                </a:stretch>
              </p:blipFill>
              <p:spPr>
                <a:xfrm>
                  <a:off x="4312777" y="2489191"/>
                  <a:ext cx="153720" cy="4726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056" name="Ink 1055">
                  <a:extLst>
                    <a:ext uri="{FF2B5EF4-FFF2-40B4-BE49-F238E27FC236}">
                      <a16:creationId xmlns:a16="http://schemas.microsoft.com/office/drawing/2014/main" id="{33AD0382-7B26-4B71-8EB5-248DE55C0845}"/>
                    </a:ext>
                  </a:extLst>
                </p14:cNvPr>
                <p14:cNvContentPartPr/>
                <p14:nvPr/>
              </p14:nvContentPartPr>
              <p14:xfrm>
                <a:off x="3576937" y="2558671"/>
                <a:ext cx="185400" cy="413640"/>
              </p14:xfrm>
            </p:contentPart>
          </mc:Choice>
          <mc:Fallback xmlns="">
            <p:pic>
              <p:nvPicPr>
                <p:cNvPr id="1056" name="Ink 1055">
                  <a:extLst>
                    <a:ext uri="{FF2B5EF4-FFF2-40B4-BE49-F238E27FC236}">
                      <a16:creationId xmlns:a16="http://schemas.microsoft.com/office/drawing/2014/main" id="{33AD0382-7B26-4B71-8EB5-248DE55C0845}"/>
                    </a:ext>
                  </a:extLst>
                </p:cNvPr>
                <p:cNvPicPr/>
                <p:nvPr/>
              </p:nvPicPr>
              <p:blipFill>
                <a:blip r:embed="rId107"/>
                <a:stretch>
                  <a:fillRect/>
                </a:stretch>
              </p:blipFill>
              <p:spPr>
                <a:xfrm>
                  <a:off x="3567937" y="2550031"/>
                  <a:ext cx="203040" cy="4312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057" name="Ink 1056">
                  <a:extLst>
                    <a:ext uri="{FF2B5EF4-FFF2-40B4-BE49-F238E27FC236}">
                      <a16:creationId xmlns:a16="http://schemas.microsoft.com/office/drawing/2014/main" id="{3083DCBA-C6E4-4C28-B3AD-91037925AB76}"/>
                    </a:ext>
                  </a:extLst>
                </p14:cNvPr>
                <p14:cNvContentPartPr/>
                <p14:nvPr/>
              </p14:nvContentPartPr>
              <p14:xfrm>
                <a:off x="4544977" y="2473351"/>
                <a:ext cx="151560" cy="167760"/>
              </p14:xfrm>
            </p:contentPart>
          </mc:Choice>
          <mc:Fallback xmlns="">
            <p:pic>
              <p:nvPicPr>
                <p:cNvPr id="1057" name="Ink 1056">
                  <a:extLst>
                    <a:ext uri="{FF2B5EF4-FFF2-40B4-BE49-F238E27FC236}">
                      <a16:creationId xmlns:a16="http://schemas.microsoft.com/office/drawing/2014/main" id="{3083DCBA-C6E4-4C28-B3AD-91037925AB76}"/>
                    </a:ext>
                  </a:extLst>
                </p:cNvPr>
                <p:cNvPicPr/>
                <p:nvPr/>
              </p:nvPicPr>
              <p:blipFill>
                <a:blip r:embed="rId109"/>
                <a:stretch>
                  <a:fillRect/>
                </a:stretch>
              </p:blipFill>
              <p:spPr>
                <a:xfrm>
                  <a:off x="4535977" y="2464711"/>
                  <a:ext cx="16920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059" name="Ink 1058">
                  <a:extLst>
                    <a:ext uri="{FF2B5EF4-FFF2-40B4-BE49-F238E27FC236}">
                      <a16:creationId xmlns:a16="http://schemas.microsoft.com/office/drawing/2014/main" id="{1EF15E35-90D0-4245-8856-A40AFC167B6D}"/>
                    </a:ext>
                  </a:extLst>
                </p14:cNvPr>
                <p14:cNvContentPartPr/>
                <p14:nvPr/>
              </p14:nvContentPartPr>
              <p14:xfrm>
                <a:off x="3386137" y="2634631"/>
                <a:ext cx="19800" cy="242280"/>
              </p14:xfrm>
            </p:contentPart>
          </mc:Choice>
          <mc:Fallback xmlns="">
            <p:pic>
              <p:nvPicPr>
                <p:cNvPr id="1059" name="Ink 1058">
                  <a:extLst>
                    <a:ext uri="{FF2B5EF4-FFF2-40B4-BE49-F238E27FC236}">
                      <a16:creationId xmlns:a16="http://schemas.microsoft.com/office/drawing/2014/main" id="{1EF15E35-90D0-4245-8856-A40AFC167B6D}"/>
                    </a:ext>
                  </a:extLst>
                </p:cNvPr>
                <p:cNvPicPr/>
                <p:nvPr/>
              </p:nvPicPr>
              <p:blipFill>
                <a:blip r:embed="rId111"/>
                <a:stretch>
                  <a:fillRect/>
                </a:stretch>
              </p:blipFill>
              <p:spPr>
                <a:xfrm>
                  <a:off x="3377497" y="2625631"/>
                  <a:ext cx="3744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060" name="Ink 1059">
                  <a:extLst>
                    <a:ext uri="{FF2B5EF4-FFF2-40B4-BE49-F238E27FC236}">
                      <a16:creationId xmlns:a16="http://schemas.microsoft.com/office/drawing/2014/main" id="{6326809D-DC4A-4925-A240-25D5464B1B37}"/>
                    </a:ext>
                  </a:extLst>
                </p14:cNvPr>
                <p14:cNvContentPartPr/>
                <p14:nvPr/>
              </p14:nvContentPartPr>
              <p14:xfrm>
                <a:off x="3265897" y="2924431"/>
                <a:ext cx="323640" cy="20520"/>
              </p14:xfrm>
            </p:contentPart>
          </mc:Choice>
          <mc:Fallback xmlns="">
            <p:pic>
              <p:nvPicPr>
                <p:cNvPr id="1060" name="Ink 1059">
                  <a:extLst>
                    <a:ext uri="{FF2B5EF4-FFF2-40B4-BE49-F238E27FC236}">
                      <a16:creationId xmlns:a16="http://schemas.microsoft.com/office/drawing/2014/main" id="{6326809D-DC4A-4925-A240-25D5464B1B37}"/>
                    </a:ext>
                  </a:extLst>
                </p:cNvPr>
                <p:cNvPicPr/>
                <p:nvPr/>
              </p:nvPicPr>
              <p:blipFill>
                <a:blip r:embed="rId113"/>
                <a:stretch>
                  <a:fillRect/>
                </a:stretch>
              </p:blipFill>
              <p:spPr>
                <a:xfrm>
                  <a:off x="3256897" y="2915431"/>
                  <a:ext cx="34128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061" name="Ink 1060">
                  <a:extLst>
                    <a:ext uri="{FF2B5EF4-FFF2-40B4-BE49-F238E27FC236}">
                      <a16:creationId xmlns:a16="http://schemas.microsoft.com/office/drawing/2014/main" id="{CA9F1371-FE70-4DA4-A22C-940EEE189246}"/>
                    </a:ext>
                  </a:extLst>
                </p14:cNvPr>
                <p14:cNvContentPartPr/>
                <p14:nvPr/>
              </p14:nvContentPartPr>
              <p14:xfrm>
                <a:off x="3337537" y="2995351"/>
                <a:ext cx="182160" cy="153360"/>
              </p14:xfrm>
            </p:contentPart>
          </mc:Choice>
          <mc:Fallback xmlns="">
            <p:pic>
              <p:nvPicPr>
                <p:cNvPr id="1061" name="Ink 1060">
                  <a:extLst>
                    <a:ext uri="{FF2B5EF4-FFF2-40B4-BE49-F238E27FC236}">
                      <a16:creationId xmlns:a16="http://schemas.microsoft.com/office/drawing/2014/main" id="{CA9F1371-FE70-4DA4-A22C-940EEE189246}"/>
                    </a:ext>
                  </a:extLst>
                </p:cNvPr>
                <p:cNvPicPr/>
                <p:nvPr/>
              </p:nvPicPr>
              <p:blipFill>
                <a:blip r:embed="rId115"/>
                <a:stretch>
                  <a:fillRect/>
                </a:stretch>
              </p:blipFill>
              <p:spPr>
                <a:xfrm>
                  <a:off x="3328897" y="2986711"/>
                  <a:ext cx="199800" cy="171000"/>
                </a:xfrm>
                <a:prstGeom prst="rect">
                  <a:avLst/>
                </a:prstGeom>
              </p:spPr>
            </p:pic>
          </mc:Fallback>
        </mc:AlternateContent>
      </p:grpSp>
      <p:grpSp>
        <p:nvGrpSpPr>
          <p:cNvPr id="1077" name="Group 1076">
            <a:extLst>
              <a:ext uri="{FF2B5EF4-FFF2-40B4-BE49-F238E27FC236}">
                <a16:creationId xmlns:a16="http://schemas.microsoft.com/office/drawing/2014/main" id="{C3BA3553-49C6-4D3D-8676-844872074E2D}"/>
              </a:ext>
            </a:extLst>
          </p:cNvPr>
          <p:cNvGrpSpPr/>
          <p:nvPr/>
        </p:nvGrpSpPr>
        <p:grpSpPr>
          <a:xfrm>
            <a:off x="2262217" y="3502231"/>
            <a:ext cx="2584080" cy="780840"/>
            <a:chOff x="2262217" y="3502231"/>
            <a:chExt cx="2584080" cy="780840"/>
          </a:xfrm>
        </p:grpSpPr>
        <mc:AlternateContent xmlns:mc="http://schemas.openxmlformats.org/markup-compatibility/2006" xmlns:p14="http://schemas.microsoft.com/office/powerpoint/2010/main">
          <mc:Choice Requires="p14">
            <p:contentPart p14:bwMode="auto" r:id="rId116">
              <p14:nvContentPartPr>
                <p14:cNvPr id="1069" name="Ink 1068">
                  <a:extLst>
                    <a:ext uri="{FF2B5EF4-FFF2-40B4-BE49-F238E27FC236}">
                      <a16:creationId xmlns:a16="http://schemas.microsoft.com/office/drawing/2014/main" id="{FF565BC1-2304-4DAC-9C00-8DD79C563FEA}"/>
                    </a:ext>
                  </a:extLst>
                </p14:cNvPr>
                <p14:cNvContentPartPr/>
                <p14:nvPr/>
              </p14:nvContentPartPr>
              <p14:xfrm>
                <a:off x="2262217" y="3529231"/>
                <a:ext cx="1550880" cy="253800"/>
              </p14:xfrm>
            </p:contentPart>
          </mc:Choice>
          <mc:Fallback xmlns="">
            <p:pic>
              <p:nvPicPr>
                <p:cNvPr id="1069" name="Ink 1068">
                  <a:extLst>
                    <a:ext uri="{FF2B5EF4-FFF2-40B4-BE49-F238E27FC236}">
                      <a16:creationId xmlns:a16="http://schemas.microsoft.com/office/drawing/2014/main" id="{FF565BC1-2304-4DAC-9C00-8DD79C563FEA}"/>
                    </a:ext>
                  </a:extLst>
                </p:cNvPr>
                <p:cNvPicPr/>
                <p:nvPr/>
              </p:nvPicPr>
              <p:blipFill>
                <a:blip r:embed="rId117"/>
                <a:stretch>
                  <a:fillRect/>
                </a:stretch>
              </p:blipFill>
              <p:spPr>
                <a:xfrm>
                  <a:off x="2253217" y="3520231"/>
                  <a:ext cx="156852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070" name="Ink 1069">
                  <a:extLst>
                    <a:ext uri="{FF2B5EF4-FFF2-40B4-BE49-F238E27FC236}">
                      <a16:creationId xmlns:a16="http://schemas.microsoft.com/office/drawing/2014/main" id="{1A04902F-2BBE-4544-A187-CB1991B1D151}"/>
                    </a:ext>
                  </a:extLst>
                </p14:cNvPr>
                <p14:cNvContentPartPr/>
                <p14:nvPr/>
              </p14:nvContentPartPr>
              <p14:xfrm>
                <a:off x="3966457" y="3502231"/>
                <a:ext cx="129600" cy="298440"/>
              </p14:xfrm>
            </p:contentPart>
          </mc:Choice>
          <mc:Fallback xmlns="">
            <p:pic>
              <p:nvPicPr>
                <p:cNvPr id="1070" name="Ink 1069">
                  <a:extLst>
                    <a:ext uri="{FF2B5EF4-FFF2-40B4-BE49-F238E27FC236}">
                      <a16:creationId xmlns:a16="http://schemas.microsoft.com/office/drawing/2014/main" id="{1A04902F-2BBE-4544-A187-CB1991B1D151}"/>
                    </a:ext>
                  </a:extLst>
                </p:cNvPr>
                <p:cNvPicPr/>
                <p:nvPr/>
              </p:nvPicPr>
              <p:blipFill>
                <a:blip r:embed="rId119"/>
                <a:stretch>
                  <a:fillRect/>
                </a:stretch>
              </p:blipFill>
              <p:spPr>
                <a:xfrm>
                  <a:off x="3957817" y="3493591"/>
                  <a:ext cx="14724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071" name="Ink 1070">
                  <a:extLst>
                    <a:ext uri="{FF2B5EF4-FFF2-40B4-BE49-F238E27FC236}">
                      <a16:creationId xmlns:a16="http://schemas.microsoft.com/office/drawing/2014/main" id="{67FD5225-E6B3-4B0B-8416-391C190A0FB3}"/>
                    </a:ext>
                  </a:extLst>
                </p14:cNvPr>
                <p14:cNvContentPartPr/>
                <p14:nvPr/>
              </p14:nvContentPartPr>
              <p14:xfrm>
                <a:off x="4088137" y="3646231"/>
                <a:ext cx="375840" cy="143280"/>
              </p14:xfrm>
            </p:contentPart>
          </mc:Choice>
          <mc:Fallback xmlns="">
            <p:pic>
              <p:nvPicPr>
                <p:cNvPr id="1071" name="Ink 1070">
                  <a:extLst>
                    <a:ext uri="{FF2B5EF4-FFF2-40B4-BE49-F238E27FC236}">
                      <a16:creationId xmlns:a16="http://schemas.microsoft.com/office/drawing/2014/main" id="{67FD5225-E6B3-4B0B-8416-391C190A0FB3}"/>
                    </a:ext>
                  </a:extLst>
                </p:cNvPr>
                <p:cNvPicPr/>
                <p:nvPr/>
              </p:nvPicPr>
              <p:blipFill>
                <a:blip r:embed="rId121"/>
                <a:stretch>
                  <a:fillRect/>
                </a:stretch>
              </p:blipFill>
              <p:spPr>
                <a:xfrm>
                  <a:off x="4079497" y="3637591"/>
                  <a:ext cx="39348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072" name="Ink 1071">
                  <a:extLst>
                    <a:ext uri="{FF2B5EF4-FFF2-40B4-BE49-F238E27FC236}">
                      <a16:creationId xmlns:a16="http://schemas.microsoft.com/office/drawing/2014/main" id="{19CFC30B-F162-4F02-B472-BC60A5F02AF6}"/>
                    </a:ext>
                  </a:extLst>
                </p14:cNvPr>
                <p14:cNvContentPartPr/>
                <p14:nvPr/>
              </p14:nvContentPartPr>
              <p14:xfrm>
                <a:off x="4555417" y="3692671"/>
                <a:ext cx="72000" cy="6120"/>
              </p14:xfrm>
            </p:contentPart>
          </mc:Choice>
          <mc:Fallback xmlns="">
            <p:pic>
              <p:nvPicPr>
                <p:cNvPr id="1072" name="Ink 1071">
                  <a:extLst>
                    <a:ext uri="{FF2B5EF4-FFF2-40B4-BE49-F238E27FC236}">
                      <a16:creationId xmlns:a16="http://schemas.microsoft.com/office/drawing/2014/main" id="{19CFC30B-F162-4F02-B472-BC60A5F02AF6}"/>
                    </a:ext>
                  </a:extLst>
                </p:cNvPr>
                <p:cNvPicPr/>
                <p:nvPr/>
              </p:nvPicPr>
              <p:blipFill>
                <a:blip r:embed="rId123"/>
                <a:stretch>
                  <a:fillRect/>
                </a:stretch>
              </p:blipFill>
              <p:spPr>
                <a:xfrm>
                  <a:off x="4546777" y="3684031"/>
                  <a:ext cx="8964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073" name="Ink 1072">
                  <a:extLst>
                    <a:ext uri="{FF2B5EF4-FFF2-40B4-BE49-F238E27FC236}">
                      <a16:creationId xmlns:a16="http://schemas.microsoft.com/office/drawing/2014/main" id="{6AED410F-EE27-42D0-8054-44B18CC1B801}"/>
                    </a:ext>
                  </a:extLst>
                </p14:cNvPr>
                <p14:cNvContentPartPr/>
                <p14:nvPr/>
              </p14:nvContentPartPr>
              <p14:xfrm>
                <a:off x="4550017" y="3737311"/>
                <a:ext cx="97200" cy="22320"/>
              </p14:xfrm>
            </p:contentPart>
          </mc:Choice>
          <mc:Fallback xmlns="">
            <p:pic>
              <p:nvPicPr>
                <p:cNvPr id="1073" name="Ink 1072">
                  <a:extLst>
                    <a:ext uri="{FF2B5EF4-FFF2-40B4-BE49-F238E27FC236}">
                      <a16:creationId xmlns:a16="http://schemas.microsoft.com/office/drawing/2014/main" id="{6AED410F-EE27-42D0-8054-44B18CC1B801}"/>
                    </a:ext>
                  </a:extLst>
                </p:cNvPr>
                <p:cNvPicPr/>
                <p:nvPr/>
              </p:nvPicPr>
              <p:blipFill>
                <a:blip r:embed="rId125"/>
                <a:stretch>
                  <a:fillRect/>
                </a:stretch>
              </p:blipFill>
              <p:spPr>
                <a:xfrm>
                  <a:off x="4541017" y="3728311"/>
                  <a:ext cx="11484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074" name="Ink 1073">
                  <a:extLst>
                    <a:ext uri="{FF2B5EF4-FFF2-40B4-BE49-F238E27FC236}">
                      <a16:creationId xmlns:a16="http://schemas.microsoft.com/office/drawing/2014/main" id="{62267FB5-1473-4F92-A197-A044DCBB865C}"/>
                    </a:ext>
                  </a:extLst>
                </p14:cNvPr>
                <p14:cNvContentPartPr/>
                <p14:nvPr/>
              </p14:nvContentPartPr>
              <p14:xfrm>
                <a:off x="4749097" y="3652351"/>
                <a:ext cx="97200" cy="138240"/>
              </p14:xfrm>
            </p:contentPart>
          </mc:Choice>
          <mc:Fallback xmlns="">
            <p:pic>
              <p:nvPicPr>
                <p:cNvPr id="1074" name="Ink 1073">
                  <a:extLst>
                    <a:ext uri="{FF2B5EF4-FFF2-40B4-BE49-F238E27FC236}">
                      <a16:creationId xmlns:a16="http://schemas.microsoft.com/office/drawing/2014/main" id="{62267FB5-1473-4F92-A197-A044DCBB865C}"/>
                    </a:ext>
                  </a:extLst>
                </p:cNvPr>
                <p:cNvPicPr/>
                <p:nvPr/>
              </p:nvPicPr>
              <p:blipFill>
                <a:blip r:embed="rId127"/>
                <a:stretch>
                  <a:fillRect/>
                </a:stretch>
              </p:blipFill>
              <p:spPr>
                <a:xfrm>
                  <a:off x="4740457" y="3643711"/>
                  <a:ext cx="11484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076" name="Ink 1075">
                  <a:extLst>
                    <a:ext uri="{FF2B5EF4-FFF2-40B4-BE49-F238E27FC236}">
                      <a16:creationId xmlns:a16="http://schemas.microsoft.com/office/drawing/2014/main" id="{851CC307-6A5D-48EE-AEA1-D05EC8AD2D3B}"/>
                    </a:ext>
                  </a:extLst>
                </p14:cNvPr>
                <p14:cNvContentPartPr/>
                <p14:nvPr/>
              </p14:nvContentPartPr>
              <p14:xfrm>
                <a:off x="2592337" y="3821191"/>
                <a:ext cx="1347840" cy="461880"/>
              </p14:xfrm>
            </p:contentPart>
          </mc:Choice>
          <mc:Fallback xmlns="">
            <p:pic>
              <p:nvPicPr>
                <p:cNvPr id="1076" name="Ink 1075">
                  <a:extLst>
                    <a:ext uri="{FF2B5EF4-FFF2-40B4-BE49-F238E27FC236}">
                      <a16:creationId xmlns:a16="http://schemas.microsoft.com/office/drawing/2014/main" id="{851CC307-6A5D-48EE-AEA1-D05EC8AD2D3B}"/>
                    </a:ext>
                  </a:extLst>
                </p:cNvPr>
                <p:cNvPicPr/>
                <p:nvPr/>
              </p:nvPicPr>
              <p:blipFill>
                <a:blip r:embed="rId129"/>
                <a:stretch>
                  <a:fillRect/>
                </a:stretch>
              </p:blipFill>
              <p:spPr>
                <a:xfrm>
                  <a:off x="2583337" y="3812191"/>
                  <a:ext cx="1365480" cy="479520"/>
                </a:xfrm>
                <a:prstGeom prst="rect">
                  <a:avLst/>
                </a:prstGeom>
              </p:spPr>
            </p:pic>
          </mc:Fallback>
        </mc:AlternateContent>
      </p:grpSp>
      <p:grpSp>
        <p:nvGrpSpPr>
          <p:cNvPr id="1088" name="Group 1087">
            <a:extLst>
              <a:ext uri="{FF2B5EF4-FFF2-40B4-BE49-F238E27FC236}">
                <a16:creationId xmlns:a16="http://schemas.microsoft.com/office/drawing/2014/main" id="{549897EE-1EDF-45F0-B1F4-44909CA3C3AD}"/>
              </a:ext>
            </a:extLst>
          </p:cNvPr>
          <p:cNvGrpSpPr/>
          <p:nvPr/>
        </p:nvGrpSpPr>
        <p:grpSpPr>
          <a:xfrm>
            <a:off x="1878457" y="4052311"/>
            <a:ext cx="3772440" cy="2640600"/>
            <a:chOff x="1878457" y="4052311"/>
            <a:chExt cx="3772440" cy="2640600"/>
          </a:xfrm>
        </p:grpSpPr>
        <mc:AlternateContent xmlns:mc="http://schemas.openxmlformats.org/markup-compatibility/2006" xmlns:p14="http://schemas.microsoft.com/office/powerpoint/2010/main">
          <mc:Choice Requires="p14">
            <p:contentPart p14:bwMode="auto" r:id="rId130">
              <p14:nvContentPartPr>
                <p14:cNvPr id="29" name="Ink 28">
                  <a:extLst>
                    <a:ext uri="{FF2B5EF4-FFF2-40B4-BE49-F238E27FC236}">
                      <a16:creationId xmlns:a16="http://schemas.microsoft.com/office/drawing/2014/main" id="{AA8413E8-FE13-41D6-8BD8-4A87A1C06BEF}"/>
                    </a:ext>
                  </a:extLst>
                </p14:cNvPr>
                <p14:cNvContentPartPr/>
                <p14:nvPr/>
              </p14:nvContentPartPr>
              <p14:xfrm>
                <a:off x="2166817" y="5542351"/>
                <a:ext cx="375840" cy="389880"/>
              </p14:xfrm>
            </p:contentPart>
          </mc:Choice>
          <mc:Fallback xmlns="">
            <p:pic>
              <p:nvPicPr>
                <p:cNvPr id="29" name="Ink 28">
                  <a:extLst>
                    <a:ext uri="{FF2B5EF4-FFF2-40B4-BE49-F238E27FC236}">
                      <a16:creationId xmlns:a16="http://schemas.microsoft.com/office/drawing/2014/main" id="{AA8413E8-FE13-41D6-8BD8-4A87A1C06BEF}"/>
                    </a:ext>
                  </a:extLst>
                </p:cNvPr>
                <p:cNvPicPr/>
                <p:nvPr/>
              </p:nvPicPr>
              <p:blipFill>
                <a:blip r:embed="rId131"/>
                <a:stretch>
                  <a:fillRect/>
                </a:stretch>
              </p:blipFill>
              <p:spPr>
                <a:xfrm>
                  <a:off x="2158177" y="5533351"/>
                  <a:ext cx="393480" cy="4075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30" name="Ink 29">
                  <a:extLst>
                    <a:ext uri="{FF2B5EF4-FFF2-40B4-BE49-F238E27FC236}">
                      <a16:creationId xmlns:a16="http://schemas.microsoft.com/office/drawing/2014/main" id="{CD35C8FC-4D2D-4203-8081-F41B06E3BE9E}"/>
                    </a:ext>
                  </a:extLst>
                </p14:cNvPr>
                <p14:cNvContentPartPr/>
                <p14:nvPr/>
              </p14:nvContentPartPr>
              <p14:xfrm>
                <a:off x="2789977" y="5630911"/>
                <a:ext cx="1056240" cy="726120"/>
              </p14:xfrm>
            </p:contentPart>
          </mc:Choice>
          <mc:Fallback xmlns="">
            <p:pic>
              <p:nvPicPr>
                <p:cNvPr id="30" name="Ink 29">
                  <a:extLst>
                    <a:ext uri="{FF2B5EF4-FFF2-40B4-BE49-F238E27FC236}">
                      <a16:creationId xmlns:a16="http://schemas.microsoft.com/office/drawing/2014/main" id="{CD35C8FC-4D2D-4203-8081-F41B06E3BE9E}"/>
                    </a:ext>
                  </a:extLst>
                </p:cNvPr>
                <p:cNvPicPr/>
                <p:nvPr/>
              </p:nvPicPr>
              <p:blipFill>
                <a:blip r:embed="rId133"/>
                <a:stretch>
                  <a:fillRect/>
                </a:stretch>
              </p:blipFill>
              <p:spPr>
                <a:xfrm>
                  <a:off x="2780977" y="5621911"/>
                  <a:ext cx="1073880" cy="7437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31" name="Ink 30">
                  <a:extLst>
                    <a:ext uri="{FF2B5EF4-FFF2-40B4-BE49-F238E27FC236}">
                      <a16:creationId xmlns:a16="http://schemas.microsoft.com/office/drawing/2014/main" id="{78A28262-26C0-43D1-8C1A-0582F1EA0E79}"/>
                    </a:ext>
                  </a:extLst>
                </p14:cNvPr>
                <p14:cNvContentPartPr/>
                <p14:nvPr/>
              </p14:nvContentPartPr>
              <p14:xfrm>
                <a:off x="3772057" y="5834671"/>
                <a:ext cx="360" cy="360"/>
              </p14:xfrm>
            </p:contentPart>
          </mc:Choice>
          <mc:Fallback xmlns="">
            <p:pic>
              <p:nvPicPr>
                <p:cNvPr id="31" name="Ink 30">
                  <a:extLst>
                    <a:ext uri="{FF2B5EF4-FFF2-40B4-BE49-F238E27FC236}">
                      <a16:creationId xmlns:a16="http://schemas.microsoft.com/office/drawing/2014/main" id="{78A28262-26C0-43D1-8C1A-0582F1EA0E79}"/>
                    </a:ext>
                  </a:extLst>
                </p:cNvPr>
                <p:cNvPicPr/>
                <p:nvPr/>
              </p:nvPicPr>
              <p:blipFill>
                <a:blip r:embed="rId7"/>
                <a:stretch>
                  <a:fillRect/>
                </a:stretch>
              </p:blipFill>
              <p:spPr>
                <a:xfrm>
                  <a:off x="3763417" y="582567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32" name="Ink 31">
                  <a:extLst>
                    <a:ext uri="{FF2B5EF4-FFF2-40B4-BE49-F238E27FC236}">
                      <a16:creationId xmlns:a16="http://schemas.microsoft.com/office/drawing/2014/main" id="{23DFB704-0048-4F67-8F3F-6BE2D492D079}"/>
                    </a:ext>
                  </a:extLst>
                </p14:cNvPr>
                <p14:cNvContentPartPr/>
                <p14:nvPr/>
              </p14:nvContentPartPr>
              <p14:xfrm>
                <a:off x="3887977" y="5855911"/>
                <a:ext cx="810360" cy="452520"/>
              </p14:xfrm>
            </p:contentPart>
          </mc:Choice>
          <mc:Fallback xmlns="">
            <p:pic>
              <p:nvPicPr>
                <p:cNvPr id="32" name="Ink 31">
                  <a:extLst>
                    <a:ext uri="{FF2B5EF4-FFF2-40B4-BE49-F238E27FC236}">
                      <a16:creationId xmlns:a16="http://schemas.microsoft.com/office/drawing/2014/main" id="{23DFB704-0048-4F67-8F3F-6BE2D492D079}"/>
                    </a:ext>
                  </a:extLst>
                </p:cNvPr>
                <p:cNvPicPr/>
                <p:nvPr/>
              </p:nvPicPr>
              <p:blipFill>
                <a:blip r:embed="rId136"/>
                <a:stretch>
                  <a:fillRect/>
                </a:stretch>
              </p:blipFill>
              <p:spPr>
                <a:xfrm>
                  <a:off x="3879337" y="5847271"/>
                  <a:ext cx="828000" cy="47016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33" name="Ink 32">
                  <a:extLst>
                    <a:ext uri="{FF2B5EF4-FFF2-40B4-BE49-F238E27FC236}">
                      <a16:creationId xmlns:a16="http://schemas.microsoft.com/office/drawing/2014/main" id="{2C5086C1-58F8-4838-8E1D-37FD2A1CFAD4}"/>
                    </a:ext>
                  </a:extLst>
                </p14:cNvPr>
                <p14:cNvContentPartPr/>
                <p14:nvPr/>
              </p14:nvContentPartPr>
              <p14:xfrm>
                <a:off x="4400617" y="5742151"/>
                <a:ext cx="68400" cy="42480"/>
              </p14:xfrm>
            </p:contentPart>
          </mc:Choice>
          <mc:Fallback xmlns="">
            <p:pic>
              <p:nvPicPr>
                <p:cNvPr id="33" name="Ink 32">
                  <a:extLst>
                    <a:ext uri="{FF2B5EF4-FFF2-40B4-BE49-F238E27FC236}">
                      <a16:creationId xmlns:a16="http://schemas.microsoft.com/office/drawing/2014/main" id="{2C5086C1-58F8-4838-8E1D-37FD2A1CFAD4}"/>
                    </a:ext>
                  </a:extLst>
                </p:cNvPr>
                <p:cNvPicPr/>
                <p:nvPr/>
              </p:nvPicPr>
              <p:blipFill>
                <a:blip r:embed="rId138"/>
                <a:stretch>
                  <a:fillRect/>
                </a:stretch>
              </p:blipFill>
              <p:spPr>
                <a:xfrm>
                  <a:off x="4391977" y="5733511"/>
                  <a:ext cx="8604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34" name="Ink 33">
                  <a:extLst>
                    <a:ext uri="{FF2B5EF4-FFF2-40B4-BE49-F238E27FC236}">
                      <a16:creationId xmlns:a16="http://schemas.microsoft.com/office/drawing/2014/main" id="{F828867B-1C96-4A56-9B1E-81E05851E344}"/>
                    </a:ext>
                  </a:extLst>
                </p14:cNvPr>
                <p14:cNvContentPartPr/>
                <p14:nvPr/>
              </p14:nvContentPartPr>
              <p14:xfrm>
                <a:off x="4119817" y="5925391"/>
                <a:ext cx="232560" cy="23040"/>
              </p14:xfrm>
            </p:contentPart>
          </mc:Choice>
          <mc:Fallback xmlns="">
            <p:pic>
              <p:nvPicPr>
                <p:cNvPr id="34" name="Ink 33">
                  <a:extLst>
                    <a:ext uri="{FF2B5EF4-FFF2-40B4-BE49-F238E27FC236}">
                      <a16:creationId xmlns:a16="http://schemas.microsoft.com/office/drawing/2014/main" id="{F828867B-1C96-4A56-9B1E-81E05851E344}"/>
                    </a:ext>
                  </a:extLst>
                </p:cNvPr>
                <p:cNvPicPr/>
                <p:nvPr/>
              </p:nvPicPr>
              <p:blipFill>
                <a:blip r:embed="rId140"/>
                <a:stretch>
                  <a:fillRect/>
                </a:stretch>
              </p:blipFill>
              <p:spPr>
                <a:xfrm>
                  <a:off x="4111177" y="5916391"/>
                  <a:ext cx="25020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35" name="Ink 34">
                  <a:extLst>
                    <a:ext uri="{FF2B5EF4-FFF2-40B4-BE49-F238E27FC236}">
                      <a16:creationId xmlns:a16="http://schemas.microsoft.com/office/drawing/2014/main" id="{78CB209D-8EF7-4F06-A581-6362E215CFD4}"/>
                    </a:ext>
                  </a:extLst>
                </p14:cNvPr>
                <p14:cNvContentPartPr/>
                <p14:nvPr/>
              </p14:nvContentPartPr>
              <p14:xfrm>
                <a:off x="3746857" y="5778511"/>
                <a:ext cx="37800" cy="78840"/>
              </p14:xfrm>
            </p:contentPart>
          </mc:Choice>
          <mc:Fallback xmlns="">
            <p:pic>
              <p:nvPicPr>
                <p:cNvPr id="35" name="Ink 34">
                  <a:extLst>
                    <a:ext uri="{FF2B5EF4-FFF2-40B4-BE49-F238E27FC236}">
                      <a16:creationId xmlns:a16="http://schemas.microsoft.com/office/drawing/2014/main" id="{78CB209D-8EF7-4F06-A581-6362E215CFD4}"/>
                    </a:ext>
                  </a:extLst>
                </p:cNvPr>
                <p:cNvPicPr/>
                <p:nvPr/>
              </p:nvPicPr>
              <p:blipFill>
                <a:blip r:embed="rId142"/>
                <a:stretch>
                  <a:fillRect/>
                </a:stretch>
              </p:blipFill>
              <p:spPr>
                <a:xfrm>
                  <a:off x="3737857" y="5769871"/>
                  <a:ext cx="5544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36" name="Ink 35">
                  <a:extLst>
                    <a:ext uri="{FF2B5EF4-FFF2-40B4-BE49-F238E27FC236}">
                      <a16:creationId xmlns:a16="http://schemas.microsoft.com/office/drawing/2014/main" id="{DE258CDB-9D26-4D9E-BE9C-46B60376EE6C}"/>
                    </a:ext>
                  </a:extLst>
                </p14:cNvPr>
                <p14:cNvContentPartPr/>
                <p14:nvPr/>
              </p14:nvContentPartPr>
              <p14:xfrm>
                <a:off x="3588457" y="6339751"/>
                <a:ext cx="280080" cy="316440"/>
              </p14:xfrm>
            </p:contentPart>
          </mc:Choice>
          <mc:Fallback xmlns="">
            <p:pic>
              <p:nvPicPr>
                <p:cNvPr id="36" name="Ink 35">
                  <a:extLst>
                    <a:ext uri="{FF2B5EF4-FFF2-40B4-BE49-F238E27FC236}">
                      <a16:creationId xmlns:a16="http://schemas.microsoft.com/office/drawing/2014/main" id="{DE258CDB-9D26-4D9E-BE9C-46B60376EE6C}"/>
                    </a:ext>
                  </a:extLst>
                </p:cNvPr>
                <p:cNvPicPr/>
                <p:nvPr/>
              </p:nvPicPr>
              <p:blipFill>
                <a:blip r:embed="rId144"/>
                <a:stretch>
                  <a:fillRect/>
                </a:stretch>
              </p:blipFill>
              <p:spPr>
                <a:xfrm>
                  <a:off x="3579457" y="6330751"/>
                  <a:ext cx="29772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38" name="Ink 37">
                  <a:extLst>
                    <a:ext uri="{FF2B5EF4-FFF2-40B4-BE49-F238E27FC236}">
                      <a16:creationId xmlns:a16="http://schemas.microsoft.com/office/drawing/2014/main" id="{F31594C5-B84B-462E-987C-E7538BCCD01B}"/>
                    </a:ext>
                  </a:extLst>
                </p14:cNvPr>
                <p14:cNvContentPartPr/>
                <p14:nvPr/>
              </p14:nvContentPartPr>
              <p14:xfrm>
                <a:off x="3857377" y="6522271"/>
                <a:ext cx="495360" cy="170640"/>
              </p14:xfrm>
            </p:contentPart>
          </mc:Choice>
          <mc:Fallback xmlns="">
            <p:pic>
              <p:nvPicPr>
                <p:cNvPr id="38" name="Ink 37">
                  <a:extLst>
                    <a:ext uri="{FF2B5EF4-FFF2-40B4-BE49-F238E27FC236}">
                      <a16:creationId xmlns:a16="http://schemas.microsoft.com/office/drawing/2014/main" id="{F31594C5-B84B-462E-987C-E7538BCCD01B}"/>
                    </a:ext>
                  </a:extLst>
                </p:cNvPr>
                <p:cNvPicPr/>
                <p:nvPr/>
              </p:nvPicPr>
              <p:blipFill>
                <a:blip r:embed="rId146"/>
                <a:stretch>
                  <a:fillRect/>
                </a:stretch>
              </p:blipFill>
              <p:spPr>
                <a:xfrm>
                  <a:off x="3848377" y="6513631"/>
                  <a:ext cx="51300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078" name="Ink 1077">
                  <a:extLst>
                    <a:ext uri="{FF2B5EF4-FFF2-40B4-BE49-F238E27FC236}">
                      <a16:creationId xmlns:a16="http://schemas.microsoft.com/office/drawing/2014/main" id="{91B10466-F039-4160-ACF9-E53071CB236E}"/>
                    </a:ext>
                  </a:extLst>
                </p14:cNvPr>
                <p14:cNvContentPartPr/>
                <p14:nvPr/>
              </p14:nvContentPartPr>
              <p14:xfrm>
                <a:off x="4084897" y="4052311"/>
                <a:ext cx="681840" cy="249840"/>
              </p14:xfrm>
            </p:contentPart>
          </mc:Choice>
          <mc:Fallback xmlns="">
            <p:pic>
              <p:nvPicPr>
                <p:cNvPr id="1078" name="Ink 1077">
                  <a:extLst>
                    <a:ext uri="{FF2B5EF4-FFF2-40B4-BE49-F238E27FC236}">
                      <a16:creationId xmlns:a16="http://schemas.microsoft.com/office/drawing/2014/main" id="{91B10466-F039-4160-ACF9-E53071CB236E}"/>
                    </a:ext>
                  </a:extLst>
                </p:cNvPr>
                <p:cNvPicPr/>
                <p:nvPr/>
              </p:nvPicPr>
              <p:blipFill>
                <a:blip r:embed="rId148"/>
                <a:stretch>
                  <a:fillRect/>
                </a:stretch>
              </p:blipFill>
              <p:spPr>
                <a:xfrm>
                  <a:off x="4076257" y="4043671"/>
                  <a:ext cx="69948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079" name="Ink 1078">
                  <a:extLst>
                    <a:ext uri="{FF2B5EF4-FFF2-40B4-BE49-F238E27FC236}">
                      <a16:creationId xmlns:a16="http://schemas.microsoft.com/office/drawing/2014/main" id="{2C61E36C-7E85-46D0-AA6B-87D6D2D0AF38}"/>
                    </a:ext>
                  </a:extLst>
                </p14:cNvPr>
                <p14:cNvContentPartPr/>
                <p14:nvPr/>
              </p14:nvContentPartPr>
              <p14:xfrm>
                <a:off x="4960417" y="4139431"/>
                <a:ext cx="161640" cy="174600"/>
              </p14:xfrm>
            </p:contentPart>
          </mc:Choice>
          <mc:Fallback xmlns="">
            <p:pic>
              <p:nvPicPr>
                <p:cNvPr id="1079" name="Ink 1078">
                  <a:extLst>
                    <a:ext uri="{FF2B5EF4-FFF2-40B4-BE49-F238E27FC236}">
                      <a16:creationId xmlns:a16="http://schemas.microsoft.com/office/drawing/2014/main" id="{2C61E36C-7E85-46D0-AA6B-87D6D2D0AF38}"/>
                    </a:ext>
                  </a:extLst>
                </p:cNvPr>
                <p:cNvPicPr/>
                <p:nvPr/>
              </p:nvPicPr>
              <p:blipFill>
                <a:blip r:embed="rId150"/>
                <a:stretch>
                  <a:fillRect/>
                </a:stretch>
              </p:blipFill>
              <p:spPr>
                <a:xfrm>
                  <a:off x="4951777" y="4130431"/>
                  <a:ext cx="17928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080" name="Ink 1079">
                  <a:extLst>
                    <a:ext uri="{FF2B5EF4-FFF2-40B4-BE49-F238E27FC236}">
                      <a16:creationId xmlns:a16="http://schemas.microsoft.com/office/drawing/2014/main" id="{3560F522-4F52-4607-92CF-70FDBA61F573}"/>
                    </a:ext>
                  </a:extLst>
                </p14:cNvPr>
                <p14:cNvContentPartPr/>
                <p14:nvPr/>
              </p14:nvContentPartPr>
              <p14:xfrm>
                <a:off x="5281177" y="4175431"/>
                <a:ext cx="103320" cy="105120"/>
              </p14:xfrm>
            </p:contentPart>
          </mc:Choice>
          <mc:Fallback xmlns="">
            <p:pic>
              <p:nvPicPr>
                <p:cNvPr id="1080" name="Ink 1079">
                  <a:extLst>
                    <a:ext uri="{FF2B5EF4-FFF2-40B4-BE49-F238E27FC236}">
                      <a16:creationId xmlns:a16="http://schemas.microsoft.com/office/drawing/2014/main" id="{3560F522-4F52-4607-92CF-70FDBA61F573}"/>
                    </a:ext>
                  </a:extLst>
                </p:cNvPr>
                <p:cNvPicPr/>
                <p:nvPr/>
              </p:nvPicPr>
              <p:blipFill>
                <a:blip r:embed="rId152"/>
                <a:stretch>
                  <a:fillRect/>
                </a:stretch>
              </p:blipFill>
              <p:spPr>
                <a:xfrm>
                  <a:off x="5272177" y="4166791"/>
                  <a:ext cx="12096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082" name="Ink 1081">
                  <a:extLst>
                    <a:ext uri="{FF2B5EF4-FFF2-40B4-BE49-F238E27FC236}">
                      <a16:creationId xmlns:a16="http://schemas.microsoft.com/office/drawing/2014/main" id="{34DF0DE2-4A6B-46CF-A678-707A573A3F7C}"/>
                    </a:ext>
                  </a:extLst>
                </p14:cNvPr>
                <p14:cNvContentPartPr/>
                <p14:nvPr/>
              </p14:nvContentPartPr>
              <p14:xfrm>
                <a:off x="3421417" y="4409071"/>
                <a:ext cx="606600" cy="341280"/>
              </p14:xfrm>
            </p:contentPart>
          </mc:Choice>
          <mc:Fallback xmlns="">
            <p:pic>
              <p:nvPicPr>
                <p:cNvPr id="1082" name="Ink 1081">
                  <a:extLst>
                    <a:ext uri="{FF2B5EF4-FFF2-40B4-BE49-F238E27FC236}">
                      <a16:creationId xmlns:a16="http://schemas.microsoft.com/office/drawing/2014/main" id="{34DF0DE2-4A6B-46CF-A678-707A573A3F7C}"/>
                    </a:ext>
                  </a:extLst>
                </p:cNvPr>
                <p:cNvPicPr/>
                <p:nvPr/>
              </p:nvPicPr>
              <p:blipFill>
                <a:blip r:embed="rId154"/>
                <a:stretch>
                  <a:fillRect/>
                </a:stretch>
              </p:blipFill>
              <p:spPr>
                <a:xfrm>
                  <a:off x="3412777" y="4400071"/>
                  <a:ext cx="624240" cy="35892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083" name="Ink 1082">
                  <a:extLst>
                    <a:ext uri="{FF2B5EF4-FFF2-40B4-BE49-F238E27FC236}">
                      <a16:creationId xmlns:a16="http://schemas.microsoft.com/office/drawing/2014/main" id="{2F72DF47-169D-42EB-BD14-E07D6C35DB32}"/>
                    </a:ext>
                  </a:extLst>
                </p14:cNvPr>
                <p14:cNvContentPartPr/>
                <p14:nvPr/>
              </p14:nvContentPartPr>
              <p14:xfrm>
                <a:off x="4185697" y="4612831"/>
                <a:ext cx="608040" cy="194760"/>
              </p14:xfrm>
            </p:contentPart>
          </mc:Choice>
          <mc:Fallback xmlns="">
            <p:pic>
              <p:nvPicPr>
                <p:cNvPr id="1083" name="Ink 1082">
                  <a:extLst>
                    <a:ext uri="{FF2B5EF4-FFF2-40B4-BE49-F238E27FC236}">
                      <a16:creationId xmlns:a16="http://schemas.microsoft.com/office/drawing/2014/main" id="{2F72DF47-169D-42EB-BD14-E07D6C35DB32}"/>
                    </a:ext>
                  </a:extLst>
                </p:cNvPr>
                <p:cNvPicPr/>
                <p:nvPr/>
              </p:nvPicPr>
              <p:blipFill>
                <a:blip r:embed="rId156"/>
                <a:stretch>
                  <a:fillRect/>
                </a:stretch>
              </p:blipFill>
              <p:spPr>
                <a:xfrm>
                  <a:off x="4177057" y="4604191"/>
                  <a:ext cx="62568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084" name="Ink 1083">
                  <a:extLst>
                    <a:ext uri="{FF2B5EF4-FFF2-40B4-BE49-F238E27FC236}">
                      <a16:creationId xmlns:a16="http://schemas.microsoft.com/office/drawing/2014/main" id="{CB7A8768-FBEE-4DB4-9C9F-ECC2355901A8}"/>
                    </a:ext>
                  </a:extLst>
                </p14:cNvPr>
                <p14:cNvContentPartPr/>
                <p14:nvPr/>
              </p14:nvContentPartPr>
              <p14:xfrm>
                <a:off x="4613017" y="4702111"/>
                <a:ext cx="201960" cy="134640"/>
              </p14:xfrm>
            </p:contentPart>
          </mc:Choice>
          <mc:Fallback xmlns="">
            <p:pic>
              <p:nvPicPr>
                <p:cNvPr id="1084" name="Ink 1083">
                  <a:extLst>
                    <a:ext uri="{FF2B5EF4-FFF2-40B4-BE49-F238E27FC236}">
                      <a16:creationId xmlns:a16="http://schemas.microsoft.com/office/drawing/2014/main" id="{CB7A8768-FBEE-4DB4-9C9F-ECC2355901A8}"/>
                    </a:ext>
                  </a:extLst>
                </p:cNvPr>
                <p:cNvPicPr/>
                <p:nvPr/>
              </p:nvPicPr>
              <p:blipFill>
                <a:blip r:embed="rId158"/>
                <a:stretch>
                  <a:fillRect/>
                </a:stretch>
              </p:blipFill>
              <p:spPr>
                <a:xfrm>
                  <a:off x="4604377" y="4693111"/>
                  <a:ext cx="21960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085" name="Ink 1084">
                  <a:extLst>
                    <a:ext uri="{FF2B5EF4-FFF2-40B4-BE49-F238E27FC236}">
                      <a16:creationId xmlns:a16="http://schemas.microsoft.com/office/drawing/2014/main" id="{4F68EE93-82B0-436F-BA92-03859BC8524C}"/>
                    </a:ext>
                  </a:extLst>
                </p14:cNvPr>
                <p14:cNvContentPartPr/>
                <p14:nvPr/>
              </p14:nvContentPartPr>
              <p14:xfrm>
                <a:off x="5030977" y="4690951"/>
                <a:ext cx="619920" cy="158400"/>
              </p14:xfrm>
            </p:contentPart>
          </mc:Choice>
          <mc:Fallback xmlns="">
            <p:pic>
              <p:nvPicPr>
                <p:cNvPr id="1085" name="Ink 1084">
                  <a:extLst>
                    <a:ext uri="{FF2B5EF4-FFF2-40B4-BE49-F238E27FC236}">
                      <a16:creationId xmlns:a16="http://schemas.microsoft.com/office/drawing/2014/main" id="{4F68EE93-82B0-436F-BA92-03859BC8524C}"/>
                    </a:ext>
                  </a:extLst>
                </p:cNvPr>
                <p:cNvPicPr/>
                <p:nvPr/>
              </p:nvPicPr>
              <p:blipFill>
                <a:blip r:embed="rId160"/>
                <a:stretch>
                  <a:fillRect/>
                </a:stretch>
              </p:blipFill>
              <p:spPr>
                <a:xfrm>
                  <a:off x="5022337" y="4682311"/>
                  <a:ext cx="63756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087" name="Ink 1086">
                  <a:extLst>
                    <a:ext uri="{FF2B5EF4-FFF2-40B4-BE49-F238E27FC236}">
                      <a16:creationId xmlns:a16="http://schemas.microsoft.com/office/drawing/2014/main" id="{387FEC4E-74AE-4A61-B252-C8B1B132C7F3}"/>
                    </a:ext>
                  </a:extLst>
                </p14:cNvPr>
                <p14:cNvContentPartPr/>
                <p14:nvPr/>
              </p14:nvContentPartPr>
              <p14:xfrm>
                <a:off x="1878457" y="4313671"/>
                <a:ext cx="2975040" cy="1190160"/>
              </p14:xfrm>
            </p:contentPart>
          </mc:Choice>
          <mc:Fallback xmlns="">
            <p:pic>
              <p:nvPicPr>
                <p:cNvPr id="1087" name="Ink 1086">
                  <a:extLst>
                    <a:ext uri="{FF2B5EF4-FFF2-40B4-BE49-F238E27FC236}">
                      <a16:creationId xmlns:a16="http://schemas.microsoft.com/office/drawing/2014/main" id="{387FEC4E-74AE-4A61-B252-C8B1B132C7F3}"/>
                    </a:ext>
                  </a:extLst>
                </p:cNvPr>
                <p:cNvPicPr/>
                <p:nvPr/>
              </p:nvPicPr>
              <p:blipFill>
                <a:blip r:embed="rId162"/>
                <a:stretch>
                  <a:fillRect/>
                </a:stretch>
              </p:blipFill>
              <p:spPr>
                <a:xfrm>
                  <a:off x="1869457" y="4304671"/>
                  <a:ext cx="2992680" cy="1207800"/>
                </a:xfrm>
                <a:prstGeom prst="rect">
                  <a:avLst/>
                </a:prstGeom>
              </p:spPr>
            </p:pic>
          </mc:Fallback>
        </mc:AlternateContent>
      </p:grpSp>
      <p:grpSp>
        <p:nvGrpSpPr>
          <p:cNvPr id="1104" name="Group 1103">
            <a:extLst>
              <a:ext uri="{FF2B5EF4-FFF2-40B4-BE49-F238E27FC236}">
                <a16:creationId xmlns:a16="http://schemas.microsoft.com/office/drawing/2014/main" id="{EF265CC4-F8B0-4AD7-AB49-7271F19A587D}"/>
              </a:ext>
            </a:extLst>
          </p:cNvPr>
          <p:cNvGrpSpPr/>
          <p:nvPr/>
        </p:nvGrpSpPr>
        <p:grpSpPr>
          <a:xfrm>
            <a:off x="5295937" y="5304031"/>
            <a:ext cx="630360" cy="328680"/>
            <a:chOff x="5295937" y="5304031"/>
            <a:chExt cx="630360" cy="328680"/>
          </a:xfrm>
        </p:grpSpPr>
        <mc:AlternateContent xmlns:mc="http://schemas.openxmlformats.org/markup-compatibility/2006" xmlns:p14="http://schemas.microsoft.com/office/powerpoint/2010/main">
          <mc:Choice Requires="p14">
            <p:contentPart p14:bwMode="auto" r:id="rId163">
              <p14:nvContentPartPr>
                <p14:cNvPr id="1089" name="Ink 1088">
                  <a:extLst>
                    <a:ext uri="{FF2B5EF4-FFF2-40B4-BE49-F238E27FC236}">
                      <a16:creationId xmlns:a16="http://schemas.microsoft.com/office/drawing/2014/main" id="{E3738560-08F5-4C17-B650-5DE1BBCFC9F2}"/>
                    </a:ext>
                  </a:extLst>
                </p14:cNvPr>
                <p14:cNvContentPartPr/>
                <p14:nvPr/>
              </p14:nvContentPartPr>
              <p14:xfrm>
                <a:off x="5295937" y="5304031"/>
                <a:ext cx="279000" cy="262440"/>
              </p14:xfrm>
            </p:contentPart>
          </mc:Choice>
          <mc:Fallback xmlns="">
            <p:pic>
              <p:nvPicPr>
                <p:cNvPr id="1089" name="Ink 1088">
                  <a:extLst>
                    <a:ext uri="{FF2B5EF4-FFF2-40B4-BE49-F238E27FC236}">
                      <a16:creationId xmlns:a16="http://schemas.microsoft.com/office/drawing/2014/main" id="{E3738560-08F5-4C17-B650-5DE1BBCFC9F2}"/>
                    </a:ext>
                  </a:extLst>
                </p:cNvPr>
                <p:cNvPicPr/>
                <p:nvPr/>
              </p:nvPicPr>
              <p:blipFill>
                <a:blip r:embed="rId164"/>
                <a:stretch>
                  <a:fillRect/>
                </a:stretch>
              </p:blipFill>
              <p:spPr>
                <a:xfrm>
                  <a:off x="5287297" y="5295031"/>
                  <a:ext cx="29664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090" name="Ink 1089">
                  <a:extLst>
                    <a:ext uri="{FF2B5EF4-FFF2-40B4-BE49-F238E27FC236}">
                      <a16:creationId xmlns:a16="http://schemas.microsoft.com/office/drawing/2014/main" id="{98D24C96-494E-4A4F-BF60-64E55721E1C0}"/>
                    </a:ext>
                  </a:extLst>
                </p14:cNvPr>
                <p14:cNvContentPartPr/>
                <p14:nvPr/>
              </p14:nvContentPartPr>
              <p14:xfrm>
                <a:off x="5535697" y="5455231"/>
                <a:ext cx="390600" cy="177480"/>
              </p14:xfrm>
            </p:contentPart>
          </mc:Choice>
          <mc:Fallback xmlns="">
            <p:pic>
              <p:nvPicPr>
                <p:cNvPr id="1090" name="Ink 1089">
                  <a:extLst>
                    <a:ext uri="{FF2B5EF4-FFF2-40B4-BE49-F238E27FC236}">
                      <a16:creationId xmlns:a16="http://schemas.microsoft.com/office/drawing/2014/main" id="{98D24C96-494E-4A4F-BF60-64E55721E1C0}"/>
                    </a:ext>
                  </a:extLst>
                </p:cNvPr>
                <p:cNvPicPr/>
                <p:nvPr/>
              </p:nvPicPr>
              <p:blipFill>
                <a:blip r:embed="rId166"/>
                <a:stretch>
                  <a:fillRect/>
                </a:stretch>
              </p:blipFill>
              <p:spPr>
                <a:xfrm>
                  <a:off x="5527057" y="5446591"/>
                  <a:ext cx="40824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091" name="Ink 1090">
                  <a:extLst>
                    <a:ext uri="{FF2B5EF4-FFF2-40B4-BE49-F238E27FC236}">
                      <a16:creationId xmlns:a16="http://schemas.microsoft.com/office/drawing/2014/main" id="{77336230-D6E5-4441-97B3-A8C8A979CAA5}"/>
                    </a:ext>
                  </a:extLst>
                </p14:cNvPr>
                <p14:cNvContentPartPr/>
                <p14:nvPr/>
              </p14:nvContentPartPr>
              <p14:xfrm>
                <a:off x="5756017" y="5404111"/>
                <a:ext cx="3960" cy="9720"/>
              </p14:xfrm>
            </p:contentPart>
          </mc:Choice>
          <mc:Fallback xmlns="">
            <p:pic>
              <p:nvPicPr>
                <p:cNvPr id="1091" name="Ink 1090">
                  <a:extLst>
                    <a:ext uri="{FF2B5EF4-FFF2-40B4-BE49-F238E27FC236}">
                      <a16:creationId xmlns:a16="http://schemas.microsoft.com/office/drawing/2014/main" id="{77336230-D6E5-4441-97B3-A8C8A979CAA5}"/>
                    </a:ext>
                  </a:extLst>
                </p:cNvPr>
                <p:cNvPicPr/>
                <p:nvPr/>
              </p:nvPicPr>
              <p:blipFill>
                <a:blip r:embed="rId168"/>
                <a:stretch>
                  <a:fillRect/>
                </a:stretch>
              </p:blipFill>
              <p:spPr>
                <a:xfrm>
                  <a:off x="5747017" y="5395471"/>
                  <a:ext cx="21600" cy="27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9">
            <p14:nvContentPartPr>
              <p14:cNvPr id="1092" name="Ink 1091">
                <a:extLst>
                  <a:ext uri="{FF2B5EF4-FFF2-40B4-BE49-F238E27FC236}">
                    <a16:creationId xmlns:a16="http://schemas.microsoft.com/office/drawing/2014/main" id="{8400042D-ABB0-4EBC-89E0-18C6CD52BE4C}"/>
                  </a:ext>
                </a:extLst>
              </p14:cNvPr>
              <p14:cNvContentPartPr/>
              <p14:nvPr/>
            </p14:nvContentPartPr>
            <p14:xfrm>
              <a:off x="6279097" y="5536951"/>
              <a:ext cx="373320" cy="107280"/>
            </p14:xfrm>
          </p:contentPart>
        </mc:Choice>
        <mc:Fallback xmlns="">
          <p:pic>
            <p:nvPicPr>
              <p:cNvPr id="1092" name="Ink 1091">
                <a:extLst>
                  <a:ext uri="{FF2B5EF4-FFF2-40B4-BE49-F238E27FC236}">
                    <a16:creationId xmlns:a16="http://schemas.microsoft.com/office/drawing/2014/main" id="{8400042D-ABB0-4EBC-89E0-18C6CD52BE4C}"/>
                  </a:ext>
                </a:extLst>
              </p:cNvPr>
              <p:cNvPicPr/>
              <p:nvPr/>
            </p:nvPicPr>
            <p:blipFill>
              <a:blip r:embed="rId170"/>
              <a:stretch>
                <a:fillRect/>
              </a:stretch>
            </p:blipFill>
            <p:spPr>
              <a:xfrm>
                <a:off x="6270097" y="5527951"/>
                <a:ext cx="39096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093" name="Ink 1092">
                <a:extLst>
                  <a:ext uri="{FF2B5EF4-FFF2-40B4-BE49-F238E27FC236}">
                    <a16:creationId xmlns:a16="http://schemas.microsoft.com/office/drawing/2014/main" id="{A9B5F7E8-F097-43A6-8290-0472441FB449}"/>
                  </a:ext>
                </a:extLst>
              </p14:cNvPr>
              <p14:cNvContentPartPr/>
              <p14:nvPr/>
            </p14:nvContentPartPr>
            <p14:xfrm>
              <a:off x="6404017" y="5307631"/>
              <a:ext cx="75960" cy="68400"/>
            </p14:xfrm>
          </p:contentPart>
        </mc:Choice>
        <mc:Fallback xmlns="">
          <p:pic>
            <p:nvPicPr>
              <p:cNvPr id="1093" name="Ink 1092">
                <a:extLst>
                  <a:ext uri="{FF2B5EF4-FFF2-40B4-BE49-F238E27FC236}">
                    <a16:creationId xmlns:a16="http://schemas.microsoft.com/office/drawing/2014/main" id="{A9B5F7E8-F097-43A6-8290-0472441FB449}"/>
                  </a:ext>
                </a:extLst>
              </p:cNvPr>
              <p:cNvPicPr/>
              <p:nvPr/>
            </p:nvPicPr>
            <p:blipFill>
              <a:blip r:embed="rId172"/>
              <a:stretch>
                <a:fillRect/>
              </a:stretch>
            </p:blipFill>
            <p:spPr>
              <a:xfrm>
                <a:off x="6395377" y="5298991"/>
                <a:ext cx="93600" cy="86040"/>
              </a:xfrm>
              <a:prstGeom prst="rect">
                <a:avLst/>
              </a:prstGeom>
            </p:spPr>
          </p:pic>
        </mc:Fallback>
      </mc:AlternateContent>
      <p:grpSp>
        <p:nvGrpSpPr>
          <p:cNvPr id="1103" name="Group 1102">
            <a:extLst>
              <a:ext uri="{FF2B5EF4-FFF2-40B4-BE49-F238E27FC236}">
                <a16:creationId xmlns:a16="http://schemas.microsoft.com/office/drawing/2014/main" id="{21E27D60-C8EB-41A7-B695-D0505EFCE350}"/>
              </a:ext>
            </a:extLst>
          </p:cNvPr>
          <p:cNvGrpSpPr/>
          <p:nvPr/>
        </p:nvGrpSpPr>
        <p:grpSpPr>
          <a:xfrm>
            <a:off x="6802177" y="5325271"/>
            <a:ext cx="1320120" cy="453240"/>
            <a:chOff x="6802177" y="5325271"/>
            <a:chExt cx="1320120" cy="453240"/>
          </a:xfrm>
        </p:grpSpPr>
        <mc:AlternateContent xmlns:mc="http://schemas.openxmlformats.org/markup-compatibility/2006" xmlns:p14="http://schemas.microsoft.com/office/powerpoint/2010/main">
          <mc:Choice Requires="p14">
            <p:contentPart p14:bwMode="auto" r:id="rId173">
              <p14:nvContentPartPr>
                <p14:cNvPr id="1094" name="Ink 1093">
                  <a:extLst>
                    <a:ext uri="{FF2B5EF4-FFF2-40B4-BE49-F238E27FC236}">
                      <a16:creationId xmlns:a16="http://schemas.microsoft.com/office/drawing/2014/main" id="{1B0DED3A-2293-4725-A2C1-25E6BF9B426A}"/>
                    </a:ext>
                  </a:extLst>
                </p14:cNvPr>
                <p14:cNvContentPartPr/>
                <p14:nvPr/>
              </p14:nvContentPartPr>
              <p14:xfrm>
                <a:off x="6837457" y="5325271"/>
                <a:ext cx="1284840" cy="453240"/>
              </p14:xfrm>
            </p:contentPart>
          </mc:Choice>
          <mc:Fallback xmlns="">
            <p:pic>
              <p:nvPicPr>
                <p:cNvPr id="1094" name="Ink 1093">
                  <a:extLst>
                    <a:ext uri="{FF2B5EF4-FFF2-40B4-BE49-F238E27FC236}">
                      <a16:creationId xmlns:a16="http://schemas.microsoft.com/office/drawing/2014/main" id="{1B0DED3A-2293-4725-A2C1-25E6BF9B426A}"/>
                    </a:ext>
                  </a:extLst>
                </p:cNvPr>
                <p:cNvPicPr/>
                <p:nvPr/>
              </p:nvPicPr>
              <p:blipFill>
                <a:blip r:embed="rId174"/>
                <a:stretch>
                  <a:fillRect/>
                </a:stretch>
              </p:blipFill>
              <p:spPr>
                <a:xfrm>
                  <a:off x="6828817" y="5316631"/>
                  <a:ext cx="1302480" cy="47088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095" name="Ink 1094">
                  <a:extLst>
                    <a:ext uri="{FF2B5EF4-FFF2-40B4-BE49-F238E27FC236}">
                      <a16:creationId xmlns:a16="http://schemas.microsoft.com/office/drawing/2014/main" id="{6856FA49-63C7-43E6-A547-A3670CBEB0DE}"/>
                    </a:ext>
                  </a:extLst>
                </p14:cNvPr>
                <p14:cNvContentPartPr/>
                <p14:nvPr/>
              </p14:nvContentPartPr>
              <p14:xfrm>
                <a:off x="7794697" y="5381431"/>
                <a:ext cx="50760" cy="32400"/>
              </p14:xfrm>
            </p:contentPart>
          </mc:Choice>
          <mc:Fallback xmlns="">
            <p:pic>
              <p:nvPicPr>
                <p:cNvPr id="1095" name="Ink 1094">
                  <a:extLst>
                    <a:ext uri="{FF2B5EF4-FFF2-40B4-BE49-F238E27FC236}">
                      <a16:creationId xmlns:a16="http://schemas.microsoft.com/office/drawing/2014/main" id="{6856FA49-63C7-43E6-A547-A3670CBEB0DE}"/>
                    </a:ext>
                  </a:extLst>
                </p:cNvPr>
                <p:cNvPicPr/>
                <p:nvPr/>
              </p:nvPicPr>
              <p:blipFill>
                <a:blip r:embed="rId176"/>
                <a:stretch>
                  <a:fillRect/>
                </a:stretch>
              </p:blipFill>
              <p:spPr>
                <a:xfrm>
                  <a:off x="7785697" y="5372791"/>
                  <a:ext cx="6840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096" name="Ink 1095">
                  <a:extLst>
                    <a:ext uri="{FF2B5EF4-FFF2-40B4-BE49-F238E27FC236}">
                      <a16:creationId xmlns:a16="http://schemas.microsoft.com/office/drawing/2014/main" id="{AB2F832F-89BB-47DB-BBBC-86C115AE28F4}"/>
                    </a:ext>
                  </a:extLst>
                </p14:cNvPr>
                <p14:cNvContentPartPr/>
                <p14:nvPr/>
              </p14:nvContentPartPr>
              <p14:xfrm>
                <a:off x="7570777" y="5517511"/>
                <a:ext cx="192600" cy="14760"/>
              </p14:xfrm>
            </p:contentPart>
          </mc:Choice>
          <mc:Fallback xmlns="">
            <p:pic>
              <p:nvPicPr>
                <p:cNvPr id="1096" name="Ink 1095">
                  <a:extLst>
                    <a:ext uri="{FF2B5EF4-FFF2-40B4-BE49-F238E27FC236}">
                      <a16:creationId xmlns:a16="http://schemas.microsoft.com/office/drawing/2014/main" id="{AB2F832F-89BB-47DB-BBBC-86C115AE28F4}"/>
                    </a:ext>
                  </a:extLst>
                </p:cNvPr>
                <p:cNvPicPr/>
                <p:nvPr/>
              </p:nvPicPr>
              <p:blipFill>
                <a:blip r:embed="rId178"/>
                <a:stretch>
                  <a:fillRect/>
                </a:stretch>
              </p:blipFill>
              <p:spPr>
                <a:xfrm>
                  <a:off x="7562137" y="5508511"/>
                  <a:ext cx="21024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097" name="Ink 1096">
                  <a:extLst>
                    <a:ext uri="{FF2B5EF4-FFF2-40B4-BE49-F238E27FC236}">
                      <a16:creationId xmlns:a16="http://schemas.microsoft.com/office/drawing/2014/main" id="{501589CF-CDE3-4980-B53C-6DC7B5B67243}"/>
                    </a:ext>
                  </a:extLst>
                </p14:cNvPr>
                <p14:cNvContentPartPr/>
                <p14:nvPr/>
              </p14:nvContentPartPr>
              <p14:xfrm>
                <a:off x="6802177" y="5408431"/>
                <a:ext cx="208440" cy="8640"/>
              </p14:xfrm>
            </p:contentPart>
          </mc:Choice>
          <mc:Fallback xmlns="">
            <p:pic>
              <p:nvPicPr>
                <p:cNvPr id="1097" name="Ink 1096">
                  <a:extLst>
                    <a:ext uri="{FF2B5EF4-FFF2-40B4-BE49-F238E27FC236}">
                      <a16:creationId xmlns:a16="http://schemas.microsoft.com/office/drawing/2014/main" id="{501589CF-CDE3-4980-B53C-6DC7B5B67243}"/>
                    </a:ext>
                  </a:extLst>
                </p:cNvPr>
                <p:cNvPicPr/>
                <p:nvPr/>
              </p:nvPicPr>
              <p:blipFill>
                <a:blip r:embed="rId180"/>
                <a:stretch>
                  <a:fillRect/>
                </a:stretch>
              </p:blipFill>
              <p:spPr>
                <a:xfrm>
                  <a:off x="6793537" y="5399431"/>
                  <a:ext cx="226080" cy="26280"/>
                </a:xfrm>
                <a:prstGeom prst="rect">
                  <a:avLst/>
                </a:prstGeom>
              </p:spPr>
            </p:pic>
          </mc:Fallback>
        </mc:AlternateContent>
      </p:grpSp>
      <p:grpSp>
        <p:nvGrpSpPr>
          <p:cNvPr id="1102" name="Group 1101">
            <a:extLst>
              <a:ext uri="{FF2B5EF4-FFF2-40B4-BE49-F238E27FC236}">
                <a16:creationId xmlns:a16="http://schemas.microsoft.com/office/drawing/2014/main" id="{445E6CD1-B2A8-4929-9DC1-B0AB6A66231D}"/>
              </a:ext>
            </a:extLst>
          </p:cNvPr>
          <p:cNvGrpSpPr/>
          <p:nvPr/>
        </p:nvGrpSpPr>
        <p:grpSpPr>
          <a:xfrm>
            <a:off x="8402737" y="5410231"/>
            <a:ext cx="932040" cy="653040"/>
            <a:chOff x="8402737" y="5410231"/>
            <a:chExt cx="932040" cy="653040"/>
          </a:xfrm>
        </p:grpSpPr>
        <mc:AlternateContent xmlns:mc="http://schemas.openxmlformats.org/markup-compatibility/2006" xmlns:p14="http://schemas.microsoft.com/office/powerpoint/2010/main">
          <mc:Choice Requires="p14">
            <p:contentPart p14:bwMode="auto" r:id="rId181">
              <p14:nvContentPartPr>
                <p14:cNvPr id="1098" name="Ink 1097">
                  <a:extLst>
                    <a:ext uri="{FF2B5EF4-FFF2-40B4-BE49-F238E27FC236}">
                      <a16:creationId xmlns:a16="http://schemas.microsoft.com/office/drawing/2014/main" id="{70EC6BCD-407A-46DC-87C7-69754EAB05FC}"/>
                    </a:ext>
                  </a:extLst>
                </p14:cNvPr>
                <p14:cNvContentPartPr/>
                <p14:nvPr/>
              </p14:nvContentPartPr>
              <p14:xfrm>
                <a:off x="8402737" y="5410231"/>
                <a:ext cx="212760" cy="653040"/>
              </p14:xfrm>
            </p:contentPart>
          </mc:Choice>
          <mc:Fallback xmlns="">
            <p:pic>
              <p:nvPicPr>
                <p:cNvPr id="1098" name="Ink 1097">
                  <a:extLst>
                    <a:ext uri="{FF2B5EF4-FFF2-40B4-BE49-F238E27FC236}">
                      <a16:creationId xmlns:a16="http://schemas.microsoft.com/office/drawing/2014/main" id="{70EC6BCD-407A-46DC-87C7-69754EAB05FC}"/>
                    </a:ext>
                  </a:extLst>
                </p:cNvPr>
                <p:cNvPicPr/>
                <p:nvPr/>
              </p:nvPicPr>
              <p:blipFill>
                <a:blip r:embed="rId182"/>
                <a:stretch>
                  <a:fillRect/>
                </a:stretch>
              </p:blipFill>
              <p:spPr>
                <a:xfrm>
                  <a:off x="8394097" y="5401231"/>
                  <a:ext cx="230400" cy="67068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099" name="Ink 1098">
                  <a:extLst>
                    <a:ext uri="{FF2B5EF4-FFF2-40B4-BE49-F238E27FC236}">
                      <a16:creationId xmlns:a16="http://schemas.microsoft.com/office/drawing/2014/main" id="{2BC8B7C2-8EDE-49C9-B78D-EB1F521161DF}"/>
                    </a:ext>
                  </a:extLst>
                </p14:cNvPr>
                <p14:cNvContentPartPr/>
                <p14:nvPr/>
              </p14:nvContentPartPr>
              <p14:xfrm>
                <a:off x="8690737" y="5600311"/>
                <a:ext cx="545040" cy="211680"/>
              </p14:xfrm>
            </p:contentPart>
          </mc:Choice>
          <mc:Fallback xmlns="">
            <p:pic>
              <p:nvPicPr>
                <p:cNvPr id="1099" name="Ink 1098">
                  <a:extLst>
                    <a:ext uri="{FF2B5EF4-FFF2-40B4-BE49-F238E27FC236}">
                      <a16:creationId xmlns:a16="http://schemas.microsoft.com/office/drawing/2014/main" id="{2BC8B7C2-8EDE-49C9-B78D-EB1F521161DF}"/>
                    </a:ext>
                  </a:extLst>
                </p:cNvPr>
                <p:cNvPicPr/>
                <p:nvPr/>
              </p:nvPicPr>
              <p:blipFill>
                <a:blip r:embed="rId184"/>
                <a:stretch>
                  <a:fillRect/>
                </a:stretch>
              </p:blipFill>
              <p:spPr>
                <a:xfrm>
                  <a:off x="8682097" y="5591671"/>
                  <a:ext cx="56268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100" name="Ink 1099">
                  <a:extLst>
                    <a:ext uri="{FF2B5EF4-FFF2-40B4-BE49-F238E27FC236}">
                      <a16:creationId xmlns:a16="http://schemas.microsoft.com/office/drawing/2014/main" id="{F198F9C8-596A-48C6-9596-ABD33C8EEED5}"/>
                    </a:ext>
                  </a:extLst>
                </p14:cNvPr>
                <p14:cNvContentPartPr/>
                <p14:nvPr/>
              </p14:nvContentPartPr>
              <p14:xfrm>
                <a:off x="9201217" y="5682031"/>
                <a:ext cx="133560" cy="29880"/>
              </p14:xfrm>
            </p:contentPart>
          </mc:Choice>
          <mc:Fallback xmlns="">
            <p:pic>
              <p:nvPicPr>
                <p:cNvPr id="1100" name="Ink 1099">
                  <a:extLst>
                    <a:ext uri="{FF2B5EF4-FFF2-40B4-BE49-F238E27FC236}">
                      <a16:creationId xmlns:a16="http://schemas.microsoft.com/office/drawing/2014/main" id="{F198F9C8-596A-48C6-9596-ABD33C8EEED5}"/>
                    </a:ext>
                  </a:extLst>
                </p:cNvPr>
                <p:cNvPicPr/>
                <p:nvPr/>
              </p:nvPicPr>
              <p:blipFill>
                <a:blip r:embed="rId186"/>
                <a:stretch>
                  <a:fillRect/>
                </a:stretch>
              </p:blipFill>
              <p:spPr>
                <a:xfrm>
                  <a:off x="9192217" y="5673031"/>
                  <a:ext cx="15120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101" name="Ink 1100">
                  <a:extLst>
                    <a:ext uri="{FF2B5EF4-FFF2-40B4-BE49-F238E27FC236}">
                      <a16:creationId xmlns:a16="http://schemas.microsoft.com/office/drawing/2014/main" id="{C64FB7FC-4144-4351-9732-62D5A1ED0C61}"/>
                    </a:ext>
                  </a:extLst>
                </p14:cNvPr>
                <p14:cNvContentPartPr/>
                <p14:nvPr/>
              </p14:nvContentPartPr>
              <p14:xfrm>
                <a:off x="8890537" y="5518231"/>
                <a:ext cx="11520" cy="12240"/>
              </p14:xfrm>
            </p:contentPart>
          </mc:Choice>
          <mc:Fallback xmlns="">
            <p:pic>
              <p:nvPicPr>
                <p:cNvPr id="1101" name="Ink 1100">
                  <a:extLst>
                    <a:ext uri="{FF2B5EF4-FFF2-40B4-BE49-F238E27FC236}">
                      <a16:creationId xmlns:a16="http://schemas.microsoft.com/office/drawing/2014/main" id="{C64FB7FC-4144-4351-9732-62D5A1ED0C61}"/>
                    </a:ext>
                  </a:extLst>
                </p:cNvPr>
                <p:cNvPicPr/>
                <p:nvPr/>
              </p:nvPicPr>
              <p:blipFill>
                <a:blip r:embed="rId188"/>
                <a:stretch>
                  <a:fillRect/>
                </a:stretch>
              </p:blipFill>
              <p:spPr>
                <a:xfrm>
                  <a:off x="8881537" y="5509591"/>
                  <a:ext cx="29160" cy="29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9">
            <p14:nvContentPartPr>
              <p14:cNvPr id="1105" name="Ink 1104">
                <a:extLst>
                  <a:ext uri="{FF2B5EF4-FFF2-40B4-BE49-F238E27FC236}">
                    <a16:creationId xmlns:a16="http://schemas.microsoft.com/office/drawing/2014/main" id="{085ADDFD-55FA-481A-A7C0-A2719E745A5E}"/>
                  </a:ext>
                </a:extLst>
              </p14:cNvPr>
              <p14:cNvContentPartPr/>
              <p14:nvPr/>
            </p14:nvContentPartPr>
            <p14:xfrm>
              <a:off x="9765697" y="5676631"/>
              <a:ext cx="227520" cy="169920"/>
            </p14:xfrm>
          </p:contentPart>
        </mc:Choice>
        <mc:Fallback xmlns="">
          <p:pic>
            <p:nvPicPr>
              <p:cNvPr id="1105" name="Ink 1104">
                <a:extLst>
                  <a:ext uri="{FF2B5EF4-FFF2-40B4-BE49-F238E27FC236}">
                    <a16:creationId xmlns:a16="http://schemas.microsoft.com/office/drawing/2014/main" id="{085ADDFD-55FA-481A-A7C0-A2719E745A5E}"/>
                  </a:ext>
                </a:extLst>
              </p:cNvPr>
              <p:cNvPicPr/>
              <p:nvPr/>
            </p:nvPicPr>
            <p:blipFill>
              <a:blip r:embed="rId190"/>
              <a:stretch>
                <a:fillRect/>
              </a:stretch>
            </p:blipFill>
            <p:spPr>
              <a:xfrm>
                <a:off x="9757057" y="5667631"/>
                <a:ext cx="24516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106" name="Ink 1105">
                <a:extLst>
                  <a:ext uri="{FF2B5EF4-FFF2-40B4-BE49-F238E27FC236}">
                    <a16:creationId xmlns:a16="http://schemas.microsoft.com/office/drawing/2014/main" id="{EC428D27-191A-40BB-85E1-28D8AAA620F0}"/>
                  </a:ext>
                </a:extLst>
              </p14:cNvPr>
              <p14:cNvContentPartPr/>
              <p14:nvPr/>
            </p14:nvContentPartPr>
            <p14:xfrm>
              <a:off x="9788737" y="5510671"/>
              <a:ext cx="47160" cy="51840"/>
            </p14:xfrm>
          </p:contentPart>
        </mc:Choice>
        <mc:Fallback xmlns="">
          <p:pic>
            <p:nvPicPr>
              <p:cNvPr id="1106" name="Ink 1105">
                <a:extLst>
                  <a:ext uri="{FF2B5EF4-FFF2-40B4-BE49-F238E27FC236}">
                    <a16:creationId xmlns:a16="http://schemas.microsoft.com/office/drawing/2014/main" id="{EC428D27-191A-40BB-85E1-28D8AAA620F0}"/>
                  </a:ext>
                </a:extLst>
              </p:cNvPr>
              <p:cNvPicPr/>
              <p:nvPr/>
            </p:nvPicPr>
            <p:blipFill>
              <a:blip r:embed="rId192"/>
              <a:stretch>
                <a:fillRect/>
              </a:stretch>
            </p:blipFill>
            <p:spPr>
              <a:xfrm>
                <a:off x="9779737" y="5501671"/>
                <a:ext cx="64800" cy="69480"/>
              </a:xfrm>
              <a:prstGeom prst="rect">
                <a:avLst/>
              </a:prstGeom>
            </p:spPr>
          </p:pic>
        </mc:Fallback>
      </mc:AlternateContent>
      <p:grpSp>
        <p:nvGrpSpPr>
          <p:cNvPr id="1112" name="Group 1111">
            <a:extLst>
              <a:ext uri="{FF2B5EF4-FFF2-40B4-BE49-F238E27FC236}">
                <a16:creationId xmlns:a16="http://schemas.microsoft.com/office/drawing/2014/main" id="{596D50BF-8405-49CB-A9C3-286E1ACFE1A6}"/>
              </a:ext>
            </a:extLst>
          </p:cNvPr>
          <p:cNvGrpSpPr/>
          <p:nvPr/>
        </p:nvGrpSpPr>
        <p:grpSpPr>
          <a:xfrm>
            <a:off x="10332337" y="5531911"/>
            <a:ext cx="1612080" cy="422640"/>
            <a:chOff x="10332337" y="5531911"/>
            <a:chExt cx="1612080" cy="422640"/>
          </a:xfrm>
        </p:grpSpPr>
        <mc:AlternateContent xmlns:mc="http://schemas.openxmlformats.org/markup-compatibility/2006" xmlns:p14="http://schemas.microsoft.com/office/powerpoint/2010/main">
          <mc:Choice Requires="p14">
            <p:contentPart p14:bwMode="auto" r:id="rId193">
              <p14:nvContentPartPr>
                <p14:cNvPr id="1107" name="Ink 1106">
                  <a:extLst>
                    <a:ext uri="{FF2B5EF4-FFF2-40B4-BE49-F238E27FC236}">
                      <a16:creationId xmlns:a16="http://schemas.microsoft.com/office/drawing/2014/main" id="{28D3EE58-49F3-447D-96C1-6AC33A9E9B2C}"/>
                    </a:ext>
                  </a:extLst>
                </p14:cNvPr>
                <p14:cNvContentPartPr/>
                <p14:nvPr/>
              </p14:nvContentPartPr>
              <p14:xfrm>
                <a:off x="10332337" y="5679871"/>
                <a:ext cx="288720" cy="169200"/>
              </p14:xfrm>
            </p:contentPart>
          </mc:Choice>
          <mc:Fallback xmlns="">
            <p:pic>
              <p:nvPicPr>
                <p:cNvPr id="1107" name="Ink 1106">
                  <a:extLst>
                    <a:ext uri="{FF2B5EF4-FFF2-40B4-BE49-F238E27FC236}">
                      <a16:creationId xmlns:a16="http://schemas.microsoft.com/office/drawing/2014/main" id="{28D3EE58-49F3-447D-96C1-6AC33A9E9B2C}"/>
                    </a:ext>
                  </a:extLst>
                </p:cNvPr>
                <p:cNvPicPr/>
                <p:nvPr/>
              </p:nvPicPr>
              <p:blipFill>
                <a:blip r:embed="rId194"/>
                <a:stretch>
                  <a:fillRect/>
                </a:stretch>
              </p:blipFill>
              <p:spPr>
                <a:xfrm>
                  <a:off x="10323697" y="5670871"/>
                  <a:ext cx="30636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108" name="Ink 1107">
                  <a:extLst>
                    <a:ext uri="{FF2B5EF4-FFF2-40B4-BE49-F238E27FC236}">
                      <a16:creationId xmlns:a16="http://schemas.microsoft.com/office/drawing/2014/main" id="{0A1A4E1A-11B5-40E1-B05F-4F0B24C7FE18}"/>
                    </a:ext>
                  </a:extLst>
                </p14:cNvPr>
                <p14:cNvContentPartPr/>
                <p14:nvPr/>
              </p14:nvContentPartPr>
              <p14:xfrm>
                <a:off x="10748497" y="5565751"/>
                <a:ext cx="182520" cy="274320"/>
              </p14:xfrm>
            </p:contentPart>
          </mc:Choice>
          <mc:Fallback xmlns="">
            <p:pic>
              <p:nvPicPr>
                <p:cNvPr id="1108" name="Ink 1107">
                  <a:extLst>
                    <a:ext uri="{FF2B5EF4-FFF2-40B4-BE49-F238E27FC236}">
                      <a16:creationId xmlns:a16="http://schemas.microsoft.com/office/drawing/2014/main" id="{0A1A4E1A-11B5-40E1-B05F-4F0B24C7FE18}"/>
                    </a:ext>
                  </a:extLst>
                </p:cNvPr>
                <p:cNvPicPr/>
                <p:nvPr/>
              </p:nvPicPr>
              <p:blipFill>
                <a:blip r:embed="rId196"/>
                <a:stretch>
                  <a:fillRect/>
                </a:stretch>
              </p:blipFill>
              <p:spPr>
                <a:xfrm>
                  <a:off x="10739497" y="5556751"/>
                  <a:ext cx="200160" cy="29196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109" name="Ink 1108">
                  <a:extLst>
                    <a:ext uri="{FF2B5EF4-FFF2-40B4-BE49-F238E27FC236}">
                      <a16:creationId xmlns:a16="http://schemas.microsoft.com/office/drawing/2014/main" id="{CB4CF95A-899C-46CE-8E28-8DD67C12B609}"/>
                    </a:ext>
                  </a:extLst>
                </p14:cNvPr>
                <p14:cNvContentPartPr/>
                <p14:nvPr/>
              </p14:nvContentPartPr>
              <p14:xfrm>
                <a:off x="10982857" y="5612191"/>
                <a:ext cx="961560" cy="342360"/>
              </p14:xfrm>
            </p:contentPart>
          </mc:Choice>
          <mc:Fallback xmlns="">
            <p:pic>
              <p:nvPicPr>
                <p:cNvPr id="1109" name="Ink 1108">
                  <a:extLst>
                    <a:ext uri="{FF2B5EF4-FFF2-40B4-BE49-F238E27FC236}">
                      <a16:creationId xmlns:a16="http://schemas.microsoft.com/office/drawing/2014/main" id="{CB4CF95A-899C-46CE-8E28-8DD67C12B609}"/>
                    </a:ext>
                  </a:extLst>
                </p:cNvPr>
                <p:cNvPicPr/>
                <p:nvPr/>
              </p:nvPicPr>
              <p:blipFill>
                <a:blip r:embed="rId198"/>
                <a:stretch>
                  <a:fillRect/>
                </a:stretch>
              </p:blipFill>
              <p:spPr>
                <a:xfrm>
                  <a:off x="10974217" y="5603551"/>
                  <a:ext cx="9792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110" name="Ink 1109">
                  <a:extLst>
                    <a:ext uri="{FF2B5EF4-FFF2-40B4-BE49-F238E27FC236}">
                      <a16:creationId xmlns:a16="http://schemas.microsoft.com/office/drawing/2014/main" id="{9CEBAA1E-AB2A-413A-AC3A-4BD35F7D6631}"/>
                    </a:ext>
                  </a:extLst>
                </p14:cNvPr>
                <p14:cNvContentPartPr/>
                <p14:nvPr/>
              </p14:nvContentPartPr>
              <p14:xfrm>
                <a:off x="11658577" y="5531911"/>
                <a:ext cx="12600" cy="34920"/>
              </p14:xfrm>
            </p:contentPart>
          </mc:Choice>
          <mc:Fallback xmlns="">
            <p:pic>
              <p:nvPicPr>
                <p:cNvPr id="1110" name="Ink 1109">
                  <a:extLst>
                    <a:ext uri="{FF2B5EF4-FFF2-40B4-BE49-F238E27FC236}">
                      <a16:creationId xmlns:a16="http://schemas.microsoft.com/office/drawing/2014/main" id="{9CEBAA1E-AB2A-413A-AC3A-4BD35F7D6631}"/>
                    </a:ext>
                  </a:extLst>
                </p:cNvPr>
                <p:cNvPicPr/>
                <p:nvPr/>
              </p:nvPicPr>
              <p:blipFill>
                <a:blip r:embed="rId200"/>
                <a:stretch>
                  <a:fillRect/>
                </a:stretch>
              </p:blipFill>
              <p:spPr>
                <a:xfrm>
                  <a:off x="11649937" y="5522911"/>
                  <a:ext cx="3024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111" name="Ink 1110">
                  <a:extLst>
                    <a:ext uri="{FF2B5EF4-FFF2-40B4-BE49-F238E27FC236}">
                      <a16:creationId xmlns:a16="http://schemas.microsoft.com/office/drawing/2014/main" id="{1F906C3E-FBD7-47D8-A059-83375D2C5823}"/>
                    </a:ext>
                  </a:extLst>
                </p14:cNvPr>
                <p14:cNvContentPartPr/>
                <p14:nvPr/>
              </p14:nvContentPartPr>
              <p14:xfrm>
                <a:off x="11366617" y="5669431"/>
                <a:ext cx="280080" cy="32400"/>
              </p14:xfrm>
            </p:contentPart>
          </mc:Choice>
          <mc:Fallback xmlns="">
            <p:pic>
              <p:nvPicPr>
                <p:cNvPr id="1111" name="Ink 1110">
                  <a:extLst>
                    <a:ext uri="{FF2B5EF4-FFF2-40B4-BE49-F238E27FC236}">
                      <a16:creationId xmlns:a16="http://schemas.microsoft.com/office/drawing/2014/main" id="{1F906C3E-FBD7-47D8-A059-83375D2C5823}"/>
                    </a:ext>
                  </a:extLst>
                </p:cNvPr>
                <p:cNvPicPr/>
                <p:nvPr/>
              </p:nvPicPr>
              <p:blipFill>
                <a:blip r:embed="rId202"/>
                <a:stretch>
                  <a:fillRect/>
                </a:stretch>
              </p:blipFill>
              <p:spPr>
                <a:xfrm>
                  <a:off x="11357977" y="5660431"/>
                  <a:ext cx="297720" cy="50040"/>
                </a:xfrm>
                <a:prstGeom prst="rect">
                  <a:avLst/>
                </a:prstGeom>
              </p:spPr>
            </p:pic>
          </mc:Fallback>
        </mc:AlternateContent>
      </p:grpSp>
      <p:grpSp>
        <p:nvGrpSpPr>
          <p:cNvPr id="1115" name="Group 1114">
            <a:extLst>
              <a:ext uri="{FF2B5EF4-FFF2-40B4-BE49-F238E27FC236}">
                <a16:creationId xmlns:a16="http://schemas.microsoft.com/office/drawing/2014/main" id="{211A1D65-A998-4710-81D9-279E5CD826F8}"/>
              </a:ext>
            </a:extLst>
          </p:cNvPr>
          <p:cNvGrpSpPr/>
          <p:nvPr/>
        </p:nvGrpSpPr>
        <p:grpSpPr>
          <a:xfrm>
            <a:off x="5502217" y="5930431"/>
            <a:ext cx="507960" cy="587520"/>
            <a:chOff x="5502217" y="5930431"/>
            <a:chExt cx="507960" cy="587520"/>
          </a:xfrm>
        </p:grpSpPr>
        <mc:AlternateContent xmlns:mc="http://schemas.openxmlformats.org/markup-compatibility/2006" xmlns:p14="http://schemas.microsoft.com/office/powerpoint/2010/main">
          <mc:Choice Requires="p14">
            <p:contentPart p14:bwMode="auto" r:id="rId203">
              <p14:nvContentPartPr>
                <p14:cNvPr id="1113" name="Ink 1112">
                  <a:extLst>
                    <a:ext uri="{FF2B5EF4-FFF2-40B4-BE49-F238E27FC236}">
                      <a16:creationId xmlns:a16="http://schemas.microsoft.com/office/drawing/2014/main" id="{59AC539B-CA48-46F5-B872-E37ED2D3E7A1}"/>
                    </a:ext>
                  </a:extLst>
                </p14:cNvPr>
                <p14:cNvContentPartPr/>
                <p14:nvPr/>
              </p14:nvContentPartPr>
              <p14:xfrm>
                <a:off x="5617777" y="5930431"/>
                <a:ext cx="106920" cy="587520"/>
              </p14:xfrm>
            </p:contentPart>
          </mc:Choice>
          <mc:Fallback xmlns="">
            <p:pic>
              <p:nvPicPr>
                <p:cNvPr id="1113" name="Ink 1112">
                  <a:extLst>
                    <a:ext uri="{FF2B5EF4-FFF2-40B4-BE49-F238E27FC236}">
                      <a16:creationId xmlns:a16="http://schemas.microsoft.com/office/drawing/2014/main" id="{59AC539B-CA48-46F5-B872-E37ED2D3E7A1}"/>
                    </a:ext>
                  </a:extLst>
                </p:cNvPr>
                <p:cNvPicPr/>
                <p:nvPr/>
              </p:nvPicPr>
              <p:blipFill>
                <a:blip r:embed="rId204"/>
                <a:stretch>
                  <a:fillRect/>
                </a:stretch>
              </p:blipFill>
              <p:spPr>
                <a:xfrm>
                  <a:off x="5609137" y="5921791"/>
                  <a:ext cx="124560" cy="60516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114" name="Ink 1113">
                  <a:extLst>
                    <a:ext uri="{FF2B5EF4-FFF2-40B4-BE49-F238E27FC236}">
                      <a16:creationId xmlns:a16="http://schemas.microsoft.com/office/drawing/2014/main" id="{1458EE08-BEB5-44C5-8854-25EA0ED869B8}"/>
                    </a:ext>
                  </a:extLst>
                </p14:cNvPr>
                <p14:cNvContentPartPr/>
                <p14:nvPr/>
              </p14:nvContentPartPr>
              <p14:xfrm>
                <a:off x="5502217" y="6181711"/>
                <a:ext cx="507960" cy="145800"/>
              </p14:xfrm>
            </p:contentPart>
          </mc:Choice>
          <mc:Fallback xmlns="">
            <p:pic>
              <p:nvPicPr>
                <p:cNvPr id="1114" name="Ink 1113">
                  <a:extLst>
                    <a:ext uri="{FF2B5EF4-FFF2-40B4-BE49-F238E27FC236}">
                      <a16:creationId xmlns:a16="http://schemas.microsoft.com/office/drawing/2014/main" id="{1458EE08-BEB5-44C5-8854-25EA0ED869B8}"/>
                    </a:ext>
                  </a:extLst>
                </p:cNvPr>
                <p:cNvPicPr/>
                <p:nvPr/>
              </p:nvPicPr>
              <p:blipFill>
                <a:blip r:embed="rId206"/>
                <a:stretch>
                  <a:fillRect/>
                </a:stretch>
              </p:blipFill>
              <p:spPr>
                <a:xfrm>
                  <a:off x="5493217" y="6173071"/>
                  <a:ext cx="525600" cy="163440"/>
                </a:xfrm>
                <a:prstGeom prst="rect">
                  <a:avLst/>
                </a:prstGeom>
              </p:spPr>
            </p:pic>
          </mc:Fallback>
        </mc:AlternateContent>
      </p:grpSp>
      <p:grpSp>
        <p:nvGrpSpPr>
          <p:cNvPr id="1125" name="Group 1124">
            <a:extLst>
              <a:ext uri="{FF2B5EF4-FFF2-40B4-BE49-F238E27FC236}">
                <a16:creationId xmlns:a16="http://schemas.microsoft.com/office/drawing/2014/main" id="{1C32D655-691A-42CA-A619-A0BAD674ECE7}"/>
              </a:ext>
            </a:extLst>
          </p:cNvPr>
          <p:cNvGrpSpPr/>
          <p:nvPr/>
        </p:nvGrpSpPr>
        <p:grpSpPr>
          <a:xfrm>
            <a:off x="6397537" y="6042751"/>
            <a:ext cx="1732680" cy="839880"/>
            <a:chOff x="6397537" y="6042751"/>
            <a:chExt cx="1732680" cy="839880"/>
          </a:xfrm>
        </p:grpSpPr>
        <mc:AlternateContent xmlns:mc="http://schemas.openxmlformats.org/markup-compatibility/2006" xmlns:p14="http://schemas.microsoft.com/office/powerpoint/2010/main">
          <mc:Choice Requires="p14">
            <p:contentPart p14:bwMode="auto" r:id="rId207">
              <p14:nvContentPartPr>
                <p14:cNvPr id="1116" name="Ink 1115">
                  <a:extLst>
                    <a:ext uri="{FF2B5EF4-FFF2-40B4-BE49-F238E27FC236}">
                      <a16:creationId xmlns:a16="http://schemas.microsoft.com/office/drawing/2014/main" id="{7D6503B5-932A-46C8-999E-67BA59D60CAC}"/>
                    </a:ext>
                  </a:extLst>
                </p14:cNvPr>
                <p14:cNvContentPartPr/>
                <p14:nvPr/>
              </p14:nvContentPartPr>
              <p14:xfrm>
                <a:off x="6397537" y="6179911"/>
                <a:ext cx="392400" cy="89280"/>
              </p14:xfrm>
            </p:contentPart>
          </mc:Choice>
          <mc:Fallback xmlns="">
            <p:pic>
              <p:nvPicPr>
                <p:cNvPr id="1116" name="Ink 1115">
                  <a:extLst>
                    <a:ext uri="{FF2B5EF4-FFF2-40B4-BE49-F238E27FC236}">
                      <a16:creationId xmlns:a16="http://schemas.microsoft.com/office/drawing/2014/main" id="{7D6503B5-932A-46C8-999E-67BA59D60CAC}"/>
                    </a:ext>
                  </a:extLst>
                </p:cNvPr>
                <p:cNvPicPr/>
                <p:nvPr/>
              </p:nvPicPr>
              <p:blipFill>
                <a:blip r:embed="rId208"/>
                <a:stretch>
                  <a:fillRect/>
                </a:stretch>
              </p:blipFill>
              <p:spPr>
                <a:xfrm>
                  <a:off x="6388537" y="6171271"/>
                  <a:ext cx="41004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117" name="Ink 1116">
                  <a:extLst>
                    <a:ext uri="{FF2B5EF4-FFF2-40B4-BE49-F238E27FC236}">
                      <a16:creationId xmlns:a16="http://schemas.microsoft.com/office/drawing/2014/main" id="{1B3D7DB7-7FBC-4681-8CAD-933E8A4B9F91}"/>
                    </a:ext>
                  </a:extLst>
                </p14:cNvPr>
                <p14:cNvContentPartPr/>
                <p14:nvPr/>
              </p14:nvContentPartPr>
              <p14:xfrm>
                <a:off x="6693097" y="6042751"/>
                <a:ext cx="11520" cy="4680"/>
              </p14:xfrm>
            </p:contentPart>
          </mc:Choice>
          <mc:Fallback xmlns="">
            <p:pic>
              <p:nvPicPr>
                <p:cNvPr id="1117" name="Ink 1116">
                  <a:extLst>
                    <a:ext uri="{FF2B5EF4-FFF2-40B4-BE49-F238E27FC236}">
                      <a16:creationId xmlns:a16="http://schemas.microsoft.com/office/drawing/2014/main" id="{1B3D7DB7-7FBC-4681-8CAD-933E8A4B9F91}"/>
                    </a:ext>
                  </a:extLst>
                </p:cNvPr>
                <p:cNvPicPr/>
                <p:nvPr/>
              </p:nvPicPr>
              <p:blipFill>
                <a:blip r:embed="rId210"/>
                <a:stretch>
                  <a:fillRect/>
                </a:stretch>
              </p:blipFill>
              <p:spPr>
                <a:xfrm>
                  <a:off x="6684457" y="6033751"/>
                  <a:ext cx="2916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118" name="Ink 1117">
                  <a:extLst>
                    <a:ext uri="{FF2B5EF4-FFF2-40B4-BE49-F238E27FC236}">
                      <a16:creationId xmlns:a16="http://schemas.microsoft.com/office/drawing/2014/main" id="{0936D92E-DD7A-4231-B935-29F4A8E6606B}"/>
                    </a:ext>
                  </a:extLst>
                </p14:cNvPr>
                <p14:cNvContentPartPr/>
                <p14:nvPr/>
              </p14:nvContentPartPr>
              <p14:xfrm>
                <a:off x="6836017" y="6181711"/>
                <a:ext cx="236160" cy="116280"/>
              </p14:xfrm>
            </p:contentPart>
          </mc:Choice>
          <mc:Fallback xmlns="">
            <p:pic>
              <p:nvPicPr>
                <p:cNvPr id="1118" name="Ink 1117">
                  <a:extLst>
                    <a:ext uri="{FF2B5EF4-FFF2-40B4-BE49-F238E27FC236}">
                      <a16:creationId xmlns:a16="http://schemas.microsoft.com/office/drawing/2014/main" id="{0936D92E-DD7A-4231-B935-29F4A8E6606B}"/>
                    </a:ext>
                  </a:extLst>
                </p:cNvPr>
                <p:cNvPicPr/>
                <p:nvPr/>
              </p:nvPicPr>
              <p:blipFill>
                <a:blip r:embed="rId212"/>
                <a:stretch>
                  <a:fillRect/>
                </a:stretch>
              </p:blipFill>
              <p:spPr>
                <a:xfrm>
                  <a:off x="6827017" y="6173071"/>
                  <a:ext cx="25380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119" name="Ink 1118">
                  <a:extLst>
                    <a:ext uri="{FF2B5EF4-FFF2-40B4-BE49-F238E27FC236}">
                      <a16:creationId xmlns:a16="http://schemas.microsoft.com/office/drawing/2014/main" id="{9ED2A939-2966-4FA9-8289-68EF7FD083CE}"/>
                    </a:ext>
                  </a:extLst>
                </p14:cNvPr>
                <p14:cNvContentPartPr/>
                <p14:nvPr/>
              </p14:nvContentPartPr>
              <p14:xfrm>
                <a:off x="7014937" y="6051751"/>
                <a:ext cx="25560" cy="20520"/>
              </p14:xfrm>
            </p:contentPart>
          </mc:Choice>
          <mc:Fallback xmlns="">
            <p:pic>
              <p:nvPicPr>
                <p:cNvPr id="1119" name="Ink 1118">
                  <a:extLst>
                    <a:ext uri="{FF2B5EF4-FFF2-40B4-BE49-F238E27FC236}">
                      <a16:creationId xmlns:a16="http://schemas.microsoft.com/office/drawing/2014/main" id="{9ED2A939-2966-4FA9-8289-68EF7FD083CE}"/>
                    </a:ext>
                  </a:extLst>
                </p:cNvPr>
                <p:cNvPicPr/>
                <p:nvPr/>
              </p:nvPicPr>
              <p:blipFill>
                <a:blip r:embed="rId214"/>
                <a:stretch>
                  <a:fillRect/>
                </a:stretch>
              </p:blipFill>
              <p:spPr>
                <a:xfrm>
                  <a:off x="7006297" y="6043111"/>
                  <a:ext cx="432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120" name="Ink 1119">
                  <a:extLst>
                    <a:ext uri="{FF2B5EF4-FFF2-40B4-BE49-F238E27FC236}">
                      <a16:creationId xmlns:a16="http://schemas.microsoft.com/office/drawing/2014/main" id="{8030D20D-50A9-48B7-BD4B-17EB4B6B0A3C}"/>
                    </a:ext>
                  </a:extLst>
                </p14:cNvPr>
                <p14:cNvContentPartPr/>
                <p14:nvPr/>
              </p14:nvContentPartPr>
              <p14:xfrm>
                <a:off x="7131577" y="6209071"/>
                <a:ext cx="316440" cy="91440"/>
              </p14:xfrm>
            </p:contentPart>
          </mc:Choice>
          <mc:Fallback xmlns="">
            <p:pic>
              <p:nvPicPr>
                <p:cNvPr id="1120" name="Ink 1119">
                  <a:extLst>
                    <a:ext uri="{FF2B5EF4-FFF2-40B4-BE49-F238E27FC236}">
                      <a16:creationId xmlns:a16="http://schemas.microsoft.com/office/drawing/2014/main" id="{8030D20D-50A9-48B7-BD4B-17EB4B6B0A3C}"/>
                    </a:ext>
                  </a:extLst>
                </p:cNvPr>
                <p:cNvPicPr/>
                <p:nvPr/>
              </p:nvPicPr>
              <p:blipFill>
                <a:blip r:embed="rId216"/>
                <a:stretch>
                  <a:fillRect/>
                </a:stretch>
              </p:blipFill>
              <p:spPr>
                <a:xfrm>
                  <a:off x="7122577" y="6200071"/>
                  <a:ext cx="33408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121" name="Ink 1120">
                  <a:extLst>
                    <a:ext uri="{FF2B5EF4-FFF2-40B4-BE49-F238E27FC236}">
                      <a16:creationId xmlns:a16="http://schemas.microsoft.com/office/drawing/2014/main" id="{A0B764CB-B266-4B05-8C65-1E2CCA575A4C}"/>
                    </a:ext>
                  </a:extLst>
                </p14:cNvPr>
                <p14:cNvContentPartPr/>
                <p14:nvPr/>
              </p14:nvContentPartPr>
              <p14:xfrm>
                <a:off x="7450537" y="6221311"/>
                <a:ext cx="14400" cy="95760"/>
              </p14:xfrm>
            </p:contentPart>
          </mc:Choice>
          <mc:Fallback xmlns="">
            <p:pic>
              <p:nvPicPr>
                <p:cNvPr id="1121" name="Ink 1120">
                  <a:extLst>
                    <a:ext uri="{FF2B5EF4-FFF2-40B4-BE49-F238E27FC236}">
                      <a16:creationId xmlns:a16="http://schemas.microsoft.com/office/drawing/2014/main" id="{A0B764CB-B266-4B05-8C65-1E2CCA575A4C}"/>
                    </a:ext>
                  </a:extLst>
                </p:cNvPr>
                <p:cNvPicPr/>
                <p:nvPr/>
              </p:nvPicPr>
              <p:blipFill>
                <a:blip r:embed="rId218"/>
                <a:stretch>
                  <a:fillRect/>
                </a:stretch>
              </p:blipFill>
              <p:spPr>
                <a:xfrm>
                  <a:off x="7441537" y="6212671"/>
                  <a:ext cx="3204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122" name="Ink 1121">
                  <a:extLst>
                    <a:ext uri="{FF2B5EF4-FFF2-40B4-BE49-F238E27FC236}">
                      <a16:creationId xmlns:a16="http://schemas.microsoft.com/office/drawing/2014/main" id="{0AF81C75-7322-4210-B166-3A89494966EB}"/>
                    </a:ext>
                  </a:extLst>
                </p14:cNvPr>
                <p14:cNvContentPartPr/>
                <p14:nvPr/>
              </p14:nvContentPartPr>
              <p14:xfrm>
                <a:off x="7438297" y="6055351"/>
                <a:ext cx="15120" cy="37440"/>
              </p14:xfrm>
            </p:contentPart>
          </mc:Choice>
          <mc:Fallback xmlns="">
            <p:pic>
              <p:nvPicPr>
                <p:cNvPr id="1122" name="Ink 1121">
                  <a:extLst>
                    <a:ext uri="{FF2B5EF4-FFF2-40B4-BE49-F238E27FC236}">
                      <a16:creationId xmlns:a16="http://schemas.microsoft.com/office/drawing/2014/main" id="{0AF81C75-7322-4210-B166-3A89494966EB}"/>
                    </a:ext>
                  </a:extLst>
                </p:cNvPr>
                <p:cNvPicPr/>
                <p:nvPr/>
              </p:nvPicPr>
              <p:blipFill>
                <a:blip r:embed="rId220"/>
                <a:stretch>
                  <a:fillRect/>
                </a:stretch>
              </p:blipFill>
              <p:spPr>
                <a:xfrm>
                  <a:off x="7429657" y="6046351"/>
                  <a:ext cx="3276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123" name="Ink 1122">
                  <a:extLst>
                    <a:ext uri="{FF2B5EF4-FFF2-40B4-BE49-F238E27FC236}">
                      <a16:creationId xmlns:a16="http://schemas.microsoft.com/office/drawing/2014/main" id="{3383BC83-E02D-4E31-9C23-0A2A08F4A7BD}"/>
                    </a:ext>
                  </a:extLst>
                </p14:cNvPr>
                <p14:cNvContentPartPr/>
                <p14:nvPr/>
              </p14:nvContentPartPr>
              <p14:xfrm>
                <a:off x="7518937" y="6215191"/>
                <a:ext cx="611280" cy="667440"/>
              </p14:xfrm>
            </p:contentPart>
          </mc:Choice>
          <mc:Fallback xmlns="">
            <p:pic>
              <p:nvPicPr>
                <p:cNvPr id="1123" name="Ink 1122">
                  <a:extLst>
                    <a:ext uri="{FF2B5EF4-FFF2-40B4-BE49-F238E27FC236}">
                      <a16:creationId xmlns:a16="http://schemas.microsoft.com/office/drawing/2014/main" id="{3383BC83-E02D-4E31-9C23-0A2A08F4A7BD}"/>
                    </a:ext>
                  </a:extLst>
                </p:cNvPr>
                <p:cNvPicPr/>
                <p:nvPr/>
              </p:nvPicPr>
              <p:blipFill>
                <a:blip r:embed="rId222"/>
                <a:stretch>
                  <a:fillRect/>
                </a:stretch>
              </p:blipFill>
              <p:spPr>
                <a:xfrm>
                  <a:off x="7509937" y="6206551"/>
                  <a:ext cx="628920" cy="68508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124" name="Ink 1123">
                  <a:extLst>
                    <a:ext uri="{FF2B5EF4-FFF2-40B4-BE49-F238E27FC236}">
                      <a16:creationId xmlns:a16="http://schemas.microsoft.com/office/drawing/2014/main" id="{86A5DC9B-3BBA-4031-BC4C-8EEB666C13DD}"/>
                    </a:ext>
                  </a:extLst>
                </p14:cNvPr>
                <p14:cNvContentPartPr/>
                <p14:nvPr/>
              </p14:nvContentPartPr>
              <p14:xfrm>
                <a:off x="7733857" y="6130591"/>
                <a:ext cx="6840" cy="20520"/>
              </p14:xfrm>
            </p:contentPart>
          </mc:Choice>
          <mc:Fallback xmlns="">
            <p:pic>
              <p:nvPicPr>
                <p:cNvPr id="1124" name="Ink 1123">
                  <a:extLst>
                    <a:ext uri="{FF2B5EF4-FFF2-40B4-BE49-F238E27FC236}">
                      <a16:creationId xmlns:a16="http://schemas.microsoft.com/office/drawing/2014/main" id="{86A5DC9B-3BBA-4031-BC4C-8EEB666C13DD}"/>
                    </a:ext>
                  </a:extLst>
                </p:cNvPr>
                <p:cNvPicPr/>
                <p:nvPr/>
              </p:nvPicPr>
              <p:blipFill>
                <a:blip r:embed="rId224"/>
                <a:stretch>
                  <a:fillRect/>
                </a:stretch>
              </p:blipFill>
              <p:spPr>
                <a:xfrm>
                  <a:off x="7725217" y="6121951"/>
                  <a:ext cx="24480" cy="38160"/>
                </a:xfrm>
                <a:prstGeom prst="rect">
                  <a:avLst/>
                </a:prstGeom>
              </p:spPr>
            </p:pic>
          </mc:Fallback>
        </mc:AlternateContent>
      </p:grpSp>
      <p:grpSp>
        <p:nvGrpSpPr>
          <p:cNvPr id="1133" name="Group 1132">
            <a:extLst>
              <a:ext uri="{FF2B5EF4-FFF2-40B4-BE49-F238E27FC236}">
                <a16:creationId xmlns:a16="http://schemas.microsoft.com/office/drawing/2014/main" id="{7381CBCF-4F5B-4C58-B825-DAF63627C758}"/>
              </a:ext>
            </a:extLst>
          </p:cNvPr>
          <p:cNvGrpSpPr/>
          <p:nvPr/>
        </p:nvGrpSpPr>
        <p:grpSpPr>
          <a:xfrm>
            <a:off x="8491297" y="6087751"/>
            <a:ext cx="3495960" cy="753840"/>
            <a:chOff x="8491297" y="6087751"/>
            <a:chExt cx="3495960" cy="753840"/>
          </a:xfrm>
        </p:grpSpPr>
        <mc:AlternateContent xmlns:mc="http://schemas.openxmlformats.org/markup-compatibility/2006" xmlns:p14="http://schemas.microsoft.com/office/powerpoint/2010/main">
          <mc:Choice Requires="p14">
            <p:contentPart p14:bwMode="auto" r:id="rId225">
              <p14:nvContentPartPr>
                <p14:cNvPr id="1126" name="Ink 1125">
                  <a:extLst>
                    <a:ext uri="{FF2B5EF4-FFF2-40B4-BE49-F238E27FC236}">
                      <a16:creationId xmlns:a16="http://schemas.microsoft.com/office/drawing/2014/main" id="{D6146583-07A7-4D35-88D4-D2A83362085A}"/>
                    </a:ext>
                  </a:extLst>
                </p14:cNvPr>
                <p14:cNvContentPartPr/>
                <p14:nvPr/>
              </p14:nvContentPartPr>
              <p14:xfrm>
                <a:off x="8491297" y="6125191"/>
                <a:ext cx="610560" cy="255960"/>
              </p14:xfrm>
            </p:contentPart>
          </mc:Choice>
          <mc:Fallback xmlns="">
            <p:pic>
              <p:nvPicPr>
                <p:cNvPr id="1126" name="Ink 1125">
                  <a:extLst>
                    <a:ext uri="{FF2B5EF4-FFF2-40B4-BE49-F238E27FC236}">
                      <a16:creationId xmlns:a16="http://schemas.microsoft.com/office/drawing/2014/main" id="{D6146583-07A7-4D35-88D4-D2A83362085A}"/>
                    </a:ext>
                  </a:extLst>
                </p:cNvPr>
                <p:cNvPicPr/>
                <p:nvPr/>
              </p:nvPicPr>
              <p:blipFill>
                <a:blip r:embed="rId226"/>
                <a:stretch>
                  <a:fillRect/>
                </a:stretch>
              </p:blipFill>
              <p:spPr>
                <a:xfrm>
                  <a:off x="8482657" y="6116191"/>
                  <a:ext cx="628200" cy="27360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127" name="Ink 1126">
                  <a:extLst>
                    <a:ext uri="{FF2B5EF4-FFF2-40B4-BE49-F238E27FC236}">
                      <a16:creationId xmlns:a16="http://schemas.microsoft.com/office/drawing/2014/main" id="{F4B831DB-A4BF-49A8-A474-4D7B98FB3AD2}"/>
                    </a:ext>
                  </a:extLst>
                </p14:cNvPr>
                <p14:cNvContentPartPr/>
                <p14:nvPr/>
              </p14:nvContentPartPr>
              <p14:xfrm>
                <a:off x="9348457" y="6087751"/>
                <a:ext cx="307440" cy="351360"/>
              </p14:xfrm>
            </p:contentPart>
          </mc:Choice>
          <mc:Fallback xmlns="">
            <p:pic>
              <p:nvPicPr>
                <p:cNvPr id="1127" name="Ink 1126">
                  <a:extLst>
                    <a:ext uri="{FF2B5EF4-FFF2-40B4-BE49-F238E27FC236}">
                      <a16:creationId xmlns:a16="http://schemas.microsoft.com/office/drawing/2014/main" id="{F4B831DB-A4BF-49A8-A474-4D7B98FB3AD2}"/>
                    </a:ext>
                  </a:extLst>
                </p:cNvPr>
                <p:cNvPicPr/>
                <p:nvPr/>
              </p:nvPicPr>
              <p:blipFill>
                <a:blip r:embed="rId228"/>
                <a:stretch>
                  <a:fillRect/>
                </a:stretch>
              </p:blipFill>
              <p:spPr>
                <a:xfrm>
                  <a:off x="9339457" y="6079111"/>
                  <a:ext cx="325080" cy="36900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128" name="Ink 1127">
                  <a:extLst>
                    <a:ext uri="{FF2B5EF4-FFF2-40B4-BE49-F238E27FC236}">
                      <a16:creationId xmlns:a16="http://schemas.microsoft.com/office/drawing/2014/main" id="{A040DAEE-619C-4F23-A9D9-86462BF57579}"/>
                    </a:ext>
                  </a:extLst>
                </p14:cNvPr>
                <p14:cNvContentPartPr/>
                <p14:nvPr/>
              </p14:nvContentPartPr>
              <p14:xfrm>
                <a:off x="9881977" y="6213031"/>
                <a:ext cx="1257480" cy="628560"/>
              </p14:xfrm>
            </p:contentPart>
          </mc:Choice>
          <mc:Fallback xmlns="">
            <p:pic>
              <p:nvPicPr>
                <p:cNvPr id="1128" name="Ink 1127">
                  <a:extLst>
                    <a:ext uri="{FF2B5EF4-FFF2-40B4-BE49-F238E27FC236}">
                      <a16:creationId xmlns:a16="http://schemas.microsoft.com/office/drawing/2014/main" id="{A040DAEE-619C-4F23-A9D9-86462BF57579}"/>
                    </a:ext>
                  </a:extLst>
                </p:cNvPr>
                <p:cNvPicPr/>
                <p:nvPr/>
              </p:nvPicPr>
              <p:blipFill>
                <a:blip r:embed="rId230"/>
                <a:stretch>
                  <a:fillRect/>
                </a:stretch>
              </p:blipFill>
              <p:spPr>
                <a:xfrm>
                  <a:off x="9872977" y="6204391"/>
                  <a:ext cx="1275120" cy="64620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129" name="Ink 1128">
                  <a:extLst>
                    <a:ext uri="{FF2B5EF4-FFF2-40B4-BE49-F238E27FC236}">
                      <a16:creationId xmlns:a16="http://schemas.microsoft.com/office/drawing/2014/main" id="{8E32B7C2-2FD9-4C3C-B308-CB880F0E75AD}"/>
                    </a:ext>
                  </a:extLst>
                </p14:cNvPr>
                <p14:cNvContentPartPr/>
                <p14:nvPr/>
              </p14:nvContentPartPr>
              <p14:xfrm>
                <a:off x="11125057" y="6165151"/>
                <a:ext cx="10800" cy="17280"/>
              </p14:xfrm>
            </p:contentPart>
          </mc:Choice>
          <mc:Fallback xmlns="">
            <p:pic>
              <p:nvPicPr>
                <p:cNvPr id="1129" name="Ink 1128">
                  <a:extLst>
                    <a:ext uri="{FF2B5EF4-FFF2-40B4-BE49-F238E27FC236}">
                      <a16:creationId xmlns:a16="http://schemas.microsoft.com/office/drawing/2014/main" id="{8E32B7C2-2FD9-4C3C-B308-CB880F0E75AD}"/>
                    </a:ext>
                  </a:extLst>
                </p:cNvPr>
                <p:cNvPicPr/>
                <p:nvPr/>
              </p:nvPicPr>
              <p:blipFill>
                <a:blip r:embed="rId232"/>
                <a:stretch>
                  <a:fillRect/>
                </a:stretch>
              </p:blipFill>
              <p:spPr>
                <a:xfrm>
                  <a:off x="11116417" y="6156511"/>
                  <a:ext cx="2844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130" name="Ink 1129">
                  <a:extLst>
                    <a:ext uri="{FF2B5EF4-FFF2-40B4-BE49-F238E27FC236}">
                      <a16:creationId xmlns:a16="http://schemas.microsoft.com/office/drawing/2014/main" id="{F77CF50C-E034-48DE-98A8-89BFC21D40DF}"/>
                    </a:ext>
                  </a:extLst>
                </p14:cNvPr>
                <p14:cNvContentPartPr/>
                <p14:nvPr/>
              </p14:nvContentPartPr>
              <p14:xfrm>
                <a:off x="11137297" y="6220591"/>
                <a:ext cx="849960" cy="438480"/>
              </p14:xfrm>
            </p:contentPart>
          </mc:Choice>
          <mc:Fallback xmlns="">
            <p:pic>
              <p:nvPicPr>
                <p:cNvPr id="1130" name="Ink 1129">
                  <a:extLst>
                    <a:ext uri="{FF2B5EF4-FFF2-40B4-BE49-F238E27FC236}">
                      <a16:creationId xmlns:a16="http://schemas.microsoft.com/office/drawing/2014/main" id="{F77CF50C-E034-48DE-98A8-89BFC21D40DF}"/>
                    </a:ext>
                  </a:extLst>
                </p:cNvPr>
                <p:cNvPicPr/>
                <p:nvPr/>
              </p:nvPicPr>
              <p:blipFill>
                <a:blip r:embed="rId234"/>
                <a:stretch>
                  <a:fillRect/>
                </a:stretch>
              </p:blipFill>
              <p:spPr>
                <a:xfrm>
                  <a:off x="11128297" y="6211951"/>
                  <a:ext cx="867600" cy="45612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131" name="Ink 1130">
                  <a:extLst>
                    <a:ext uri="{FF2B5EF4-FFF2-40B4-BE49-F238E27FC236}">
                      <a16:creationId xmlns:a16="http://schemas.microsoft.com/office/drawing/2014/main" id="{F0A4D894-BAED-4007-8A72-E798964A79E2}"/>
                    </a:ext>
                  </a:extLst>
                </p14:cNvPr>
                <p14:cNvContentPartPr/>
                <p14:nvPr/>
              </p14:nvContentPartPr>
              <p14:xfrm>
                <a:off x="11759377" y="6206191"/>
                <a:ext cx="26640" cy="28800"/>
              </p14:xfrm>
            </p:contentPart>
          </mc:Choice>
          <mc:Fallback xmlns="">
            <p:pic>
              <p:nvPicPr>
                <p:cNvPr id="1131" name="Ink 1130">
                  <a:extLst>
                    <a:ext uri="{FF2B5EF4-FFF2-40B4-BE49-F238E27FC236}">
                      <a16:creationId xmlns:a16="http://schemas.microsoft.com/office/drawing/2014/main" id="{F0A4D894-BAED-4007-8A72-E798964A79E2}"/>
                    </a:ext>
                  </a:extLst>
                </p:cNvPr>
                <p:cNvPicPr/>
                <p:nvPr/>
              </p:nvPicPr>
              <p:blipFill>
                <a:blip r:embed="rId236"/>
                <a:stretch>
                  <a:fillRect/>
                </a:stretch>
              </p:blipFill>
              <p:spPr>
                <a:xfrm>
                  <a:off x="11750377" y="6197551"/>
                  <a:ext cx="4428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132" name="Ink 1131">
                  <a:extLst>
                    <a:ext uri="{FF2B5EF4-FFF2-40B4-BE49-F238E27FC236}">
                      <a16:creationId xmlns:a16="http://schemas.microsoft.com/office/drawing/2014/main" id="{E5E7D5ED-C5C7-49B3-A28F-1BD99290C3B2}"/>
                    </a:ext>
                  </a:extLst>
                </p14:cNvPr>
                <p14:cNvContentPartPr/>
                <p14:nvPr/>
              </p14:nvContentPartPr>
              <p14:xfrm>
                <a:off x="11426377" y="6325351"/>
                <a:ext cx="557280" cy="220320"/>
              </p14:xfrm>
            </p:contentPart>
          </mc:Choice>
          <mc:Fallback xmlns="">
            <p:pic>
              <p:nvPicPr>
                <p:cNvPr id="1132" name="Ink 1131">
                  <a:extLst>
                    <a:ext uri="{FF2B5EF4-FFF2-40B4-BE49-F238E27FC236}">
                      <a16:creationId xmlns:a16="http://schemas.microsoft.com/office/drawing/2014/main" id="{E5E7D5ED-C5C7-49B3-A28F-1BD99290C3B2}"/>
                    </a:ext>
                  </a:extLst>
                </p:cNvPr>
                <p:cNvPicPr/>
                <p:nvPr/>
              </p:nvPicPr>
              <p:blipFill>
                <a:blip r:embed="rId238"/>
                <a:stretch>
                  <a:fillRect/>
                </a:stretch>
              </p:blipFill>
              <p:spPr>
                <a:xfrm>
                  <a:off x="11417737" y="6316711"/>
                  <a:ext cx="574920" cy="237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9">
            <p14:nvContentPartPr>
              <p14:cNvPr id="3" name="Ink 2">
                <a:extLst>
                  <a:ext uri="{FF2B5EF4-FFF2-40B4-BE49-F238E27FC236}">
                    <a16:creationId xmlns:a16="http://schemas.microsoft.com/office/drawing/2014/main" id="{A1FF884E-2589-4D33-8052-EEB74BA79958}"/>
                  </a:ext>
                </a:extLst>
              </p14:cNvPr>
              <p14:cNvContentPartPr/>
              <p14:nvPr/>
            </p14:nvContentPartPr>
            <p14:xfrm>
              <a:off x="3100671" y="1092563"/>
              <a:ext cx="360000" cy="34200"/>
            </p14:xfrm>
          </p:contentPart>
        </mc:Choice>
        <mc:Fallback xmlns="">
          <p:pic>
            <p:nvPicPr>
              <p:cNvPr id="3" name="Ink 2">
                <a:extLst>
                  <a:ext uri="{FF2B5EF4-FFF2-40B4-BE49-F238E27FC236}">
                    <a16:creationId xmlns:a16="http://schemas.microsoft.com/office/drawing/2014/main" id="{A1FF884E-2589-4D33-8052-EEB74BA79958}"/>
                  </a:ext>
                </a:extLst>
              </p:cNvPr>
              <p:cNvPicPr/>
              <p:nvPr/>
            </p:nvPicPr>
            <p:blipFill>
              <a:blip r:embed="rId240"/>
              <a:stretch>
                <a:fillRect/>
              </a:stretch>
            </p:blipFill>
            <p:spPr>
              <a:xfrm>
                <a:off x="3092031" y="1083923"/>
                <a:ext cx="377640" cy="51840"/>
              </a:xfrm>
              <a:prstGeom prst="rect">
                <a:avLst/>
              </a:prstGeom>
            </p:spPr>
          </p:pic>
        </mc:Fallback>
      </mc:AlternateContent>
      <p:grpSp>
        <p:nvGrpSpPr>
          <p:cNvPr id="13" name="Group 12">
            <a:extLst>
              <a:ext uri="{FF2B5EF4-FFF2-40B4-BE49-F238E27FC236}">
                <a16:creationId xmlns:a16="http://schemas.microsoft.com/office/drawing/2014/main" id="{82FB52CB-F8BF-4B11-9008-91B7B504852D}"/>
              </a:ext>
            </a:extLst>
          </p:cNvPr>
          <p:cNvGrpSpPr/>
          <p:nvPr/>
        </p:nvGrpSpPr>
        <p:grpSpPr>
          <a:xfrm>
            <a:off x="7392591" y="109043"/>
            <a:ext cx="1323360" cy="396360"/>
            <a:chOff x="7392591" y="109043"/>
            <a:chExt cx="1323360" cy="396360"/>
          </a:xfrm>
        </p:grpSpPr>
        <mc:AlternateContent xmlns:mc="http://schemas.openxmlformats.org/markup-compatibility/2006" xmlns:p14="http://schemas.microsoft.com/office/powerpoint/2010/main">
          <mc:Choice Requires="p14">
            <p:contentPart p14:bwMode="auto" r:id="rId241">
              <p14:nvContentPartPr>
                <p14:cNvPr id="4" name="Ink 3">
                  <a:extLst>
                    <a:ext uri="{FF2B5EF4-FFF2-40B4-BE49-F238E27FC236}">
                      <a16:creationId xmlns:a16="http://schemas.microsoft.com/office/drawing/2014/main" id="{E9EA8F9C-78E0-4185-827F-CEF07233B47D}"/>
                    </a:ext>
                  </a:extLst>
                </p14:cNvPr>
                <p14:cNvContentPartPr/>
                <p14:nvPr/>
              </p14:nvContentPartPr>
              <p14:xfrm>
                <a:off x="7392591" y="109043"/>
                <a:ext cx="144000" cy="274320"/>
              </p14:xfrm>
            </p:contentPart>
          </mc:Choice>
          <mc:Fallback xmlns="">
            <p:pic>
              <p:nvPicPr>
                <p:cNvPr id="4" name="Ink 3">
                  <a:extLst>
                    <a:ext uri="{FF2B5EF4-FFF2-40B4-BE49-F238E27FC236}">
                      <a16:creationId xmlns:a16="http://schemas.microsoft.com/office/drawing/2014/main" id="{E9EA8F9C-78E0-4185-827F-CEF07233B47D}"/>
                    </a:ext>
                  </a:extLst>
                </p:cNvPr>
                <p:cNvPicPr/>
                <p:nvPr/>
              </p:nvPicPr>
              <p:blipFill>
                <a:blip r:embed="rId242"/>
                <a:stretch>
                  <a:fillRect/>
                </a:stretch>
              </p:blipFill>
              <p:spPr>
                <a:xfrm>
                  <a:off x="7383951" y="100403"/>
                  <a:ext cx="161640" cy="29196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7" name="Ink 6">
                  <a:extLst>
                    <a:ext uri="{FF2B5EF4-FFF2-40B4-BE49-F238E27FC236}">
                      <a16:creationId xmlns:a16="http://schemas.microsoft.com/office/drawing/2014/main" id="{09A1ABD8-1014-416E-82E4-677C158D6848}"/>
                    </a:ext>
                  </a:extLst>
                </p14:cNvPr>
                <p14:cNvContentPartPr/>
                <p14:nvPr/>
              </p14:nvContentPartPr>
              <p14:xfrm>
                <a:off x="7534071" y="283283"/>
                <a:ext cx="115920" cy="115200"/>
              </p14:xfrm>
            </p:contentPart>
          </mc:Choice>
          <mc:Fallback xmlns="">
            <p:pic>
              <p:nvPicPr>
                <p:cNvPr id="7" name="Ink 6">
                  <a:extLst>
                    <a:ext uri="{FF2B5EF4-FFF2-40B4-BE49-F238E27FC236}">
                      <a16:creationId xmlns:a16="http://schemas.microsoft.com/office/drawing/2014/main" id="{09A1ABD8-1014-416E-82E4-677C158D6848}"/>
                    </a:ext>
                  </a:extLst>
                </p:cNvPr>
                <p:cNvPicPr/>
                <p:nvPr/>
              </p:nvPicPr>
              <p:blipFill>
                <a:blip r:embed="rId244"/>
                <a:stretch>
                  <a:fillRect/>
                </a:stretch>
              </p:blipFill>
              <p:spPr>
                <a:xfrm>
                  <a:off x="7525071" y="274643"/>
                  <a:ext cx="13356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8" name="Ink 7">
                  <a:extLst>
                    <a:ext uri="{FF2B5EF4-FFF2-40B4-BE49-F238E27FC236}">
                      <a16:creationId xmlns:a16="http://schemas.microsoft.com/office/drawing/2014/main" id="{A2A393E4-EC92-4363-933C-71FF8B4CD9AA}"/>
                    </a:ext>
                  </a:extLst>
                </p14:cNvPr>
                <p14:cNvContentPartPr/>
                <p14:nvPr/>
              </p14:nvContentPartPr>
              <p14:xfrm>
                <a:off x="7751511" y="133523"/>
                <a:ext cx="82800" cy="339480"/>
              </p14:xfrm>
            </p:contentPart>
          </mc:Choice>
          <mc:Fallback xmlns="">
            <p:pic>
              <p:nvPicPr>
                <p:cNvPr id="8" name="Ink 7">
                  <a:extLst>
                    <a:ext uri="{FF2B5EF4-FFF2-40B4-BE49-F238E27FC236}">
                      <a16:creationId xmlns:a16="http://schemas.microsoft.com/office/drawing/2014/main" id="{A2A393E4-EC92-4363-933C-71FF8B4CD9AA}"/>
                    </a:ext>
                  </a:extLst>
                </p:cNvPr>
                <p:cNvPicPr/>
                <p:nvPr/>
              </p:nvPicPr>
              <p:blipFill>
                <a:blip r:embed="rId246"/>
                <a:stretch>
                  <a:fillRect/>
                </a:stretch>
              </p:blipFill>
              <p:spPr>
                <a:xfrm>
                  <a:off x="7742871" y="124523"/>
                  <a:ext cx="100440" cy="35712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0" name="Ink 9">
                  <a:extLst>
                    <a:ext uri="{FF2B5EF4-FFF2-40B4-BE49-F238E27FC236}">
                      <a16:creationId xmlns:a16="http://schemas.microsoft.com/office/drawing/2014/main" id="{5BAE6A47-DB9E-4BF0-A085-BDF372FFEEF9}"/>
                    </a:ext>
                  </a:extLst>
                </p14:cNvPr>
                <p14:cNvContentPartPr/>
                <p14:nvPr/>
              </p14:nvContentPartPr>
              <p14:xfrm>
                <a:off x="7851231" y="111923"/>
                <a:ext cx="650880" cy="393480"/>
              </p14:xfrm>
            </p:contentPart>
          </mc:Choice>
          <mc:Fallback xmlns="">
            <p:pic>
              <p:nvPicPr>
                <p:cNvPr id="10" name="Ink 9">
                  <a:extLst>
                    <a:ext uri="{FF2B5EF4-FFF2-40B4-BE49-F238E27FC236}">
                      <a16:creationId xmlns:a16="http://schemas.microsoft.com/office/drawing/2014/main" id="{5BAE6A47-DB9E-4BF0-A085-BDF372FFEEF9}"/>
                    </a:ext>
                  </a:extLst>
                </p:cNvPr>
                <p:cNvPicPr/>
                <p:nvPr/>
              </p:nvPicPr>
              <p:blipFill>
                <a:blip r:embed="rId248"/>
                <a:stretch>
                  <a:fillRect/>
                </a:stretch>
              </p:blipFill>
              <p:spPr>
                <a:xfrm>
                  <a:off x="7842591" y="103283"/>
                  <a:ext cx="668520" cy="41112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1" name="Ink 10">
                  <a:extLst>
                    <a:ext uri="{FF2B5EF4-FFF2-40B4-BE49-F238E27FC236}">
                      <a16:creationId xmlns:a16="http://schemas.microsoft.com/office/drawing/2014/main" id="{AC6CDA98-4113-4B96-B9F9-D68AFE2F135C}"/>
                    </a:ext>
                  </a:extLst>
                </p14:cNvPr>
                <p14:cNvContentPartPr/>
                <p14:nvPr/>
              </p14:nvContentPartPr>
              <p14:xfrm>
                <a:off x="8333991" y="116963"/>
                <a:ext cx="114480" cy="14400"/>
              </p14:xfrm>
            </p:contentPart>
          </mc:Choice>
          <mc:Fallback xmlns="">
            <p:pic>
              <p:nvPicPr>
                <p:cNvPr id="11" name="Ink 10">
                  <a:extLst>
                    <a:ext uri="{FF2B5EF4-FFF2-40B4-BE49-F238E27FC236}">
                      <a16:creationId xmlns:a16="http://schemas.microsoft.com/office/drawing/2014/main" id="{AC6CDA98-4113-4B96-B9F9-D68AFE2F135C}"/>
                    </a:ext>
                  </a:extLst>
                </p:cNvPr>
                <p:cNvPicPr/>
                <p:nvPr/>
              </p:nvPicPr>
              <p:blipFill>
                <a:blip r:embed="rId250"/>
                <a:stretch>
                  <a:fillRect/>
                </a:stretch>
              </p:blipFill>
              <p:spPr>
                <a:xfrm>
                  <a:off x="8324991" y="108323"/>
                  <a:ext cx="13212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2" name="Ink 11">
                  <a:extLst>
                    <a:ext uri="{FF2B5EF4-FFF2-40B4-BE49-F238E27FC236}">
                      <a16:creationId xmlns:a16="http://schemas.microsoft.com/office/drawing/2014/main" id="{954D2044-8FF5-416A-B38A-8A0102F8BE7F}"/>
                    </a:ext>
                  </a:extLst>
                </p14:cNvPr>
                <p14:cNvContentPartPr/>
                <p14:nvPr/>
              </p14:nvContentPartPr>
              <p14:xfrm>
                <a:off x="8613351" y="157643"/>
                <a:ext cx="102600" cy="97560"/>
              </p14:xfrm>
            </p:contentPart>
          </mc:Choice>
          <mc:Fallback xmlns="">
            <p:pic>
              <p:nvPicPr>
                <p:cNvPr id="12" name="Ink 11">
                  <a:extLst>
                    <a:ext uri="{FF2B5EF4-FFF2-40B4-BE49-F238E27FC236}">
                      <a16:creationId xmlns:a16="http://schemas.microsoft.com/office/drawing/2014/main" id="{954D2044-8FF5-416A-B38A-8A0102F8BE7F}"/>
                    </a:ext>
                  </a:extLst>
                </p:cNvPr>
                <p:cNvPicPr/>
                <p:nvPr/>
              </p:nvPicPr>
              <p:blipFill>
                <a:blip r:embed="rId252"/>
                <a:stretch>
                  <a:fillRect/>
                </a:stretch>
              </p:blipFill>
              <p:spPr>
                <a:xfrm>
                  <a:off x="8604711" y="149003"/>
                  <a:ext cx="120240" cy="115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3">
            <p14:nvContentPartPr>
              <p14:cNvPr id="14" name="Ink 13">
                <a:extLst>
                  <a:ext uri="{FF2B5EF4-FFF2-40B4-BE49-F238E27FC236}">
                    <a16:creationId xmlns:a16="http://schemas.microsoft.com/office/drawing/2014/main" id="{DA9C21E8-2DB5-4FBC-B919-1FB73C8260D4}"/>
                  </a:ext>
                </a:extLst>
              </p14:cNvPr>
              <p14:cNvContentPartPr/>
              <p14:nvPr/>
            </p14:nvContentPartPr>
            <p14:xfrm>
              <a:off x="8975511" y="71603"/>
              <a:ext cx="138240" cy="234000"/>
            </p14:xfrm>
          </p:contentPart>
        </mc:Choice>
        <mc:Fallback xmlns="">
          <p:pic>
            <p:nvPicPr>
              <p:cNvPr id="14" name="Ink 13">
                <a:extLst>
                  <a:ext uri="{FF2B5EF4-FFF2-40B4-BE49-F238E27FC236}">
                    <a16:creationId xmlns:a16="http://schemas.microsoft.com/office/drawing/2014/main" id="{DA9C21E8-2DB5-4FBC-B919-1FB73C8260D4}"/>
                  </a:ext>
                </a:extLst>
              </p:cNvPr>
              <p:cNvPicPr/>
              <p:nvPr/>
            </p:nvPicPr>
            <p:blipFill>
              <a:blip r:embed="rId254"/>
              <a:stretch>
                <a:fillRect/>
              </a:stretch>
            </p:blipFill>
            <p:spPr>
              <a:xfrm>
                <a:off x="8966871" y="62603"/>
                <a:ext cx="15588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6" name="Ink 15">
                <a:extLst>
                  <a:ext uri="{FF2B5EF4-FFF2-40B4-BE49-F238E27FC236}">
                    <a16:creationId xmlns:a16="http://schemas.microsoft.com/office/drawing/2014/main" id="{EF2D4B73-8214-42C0-8078-A583AB2A4251}"/>
                  </a:ext>
                </a:extLst>
              </p14:cNvPr>
              <p14:cNvContentPartPr/>
              <p14:nvPr/>
            </p14:nvContentPartPr>
            <p14:xfrm>
              <a:off x="9253431" y="16523"/>
              <a:ext cx="80280" cy="307080"/>
            </p14:xfrm>
          </p:contentPart>
        </mc:Choice>
        <mc:Fallback xmlns="">
          <p:pic>
            <p:nvPicPr>
              <p:cNvPr id="16" name="Ink 15">
                <a:extLst>
                  <a:ext uri="{FF2B5EF4-FFF2-40B4-BE49-F238E27FC236}">
                    <a16:creationId xmlns:a16="http://schemas.microsoft.com/office/drawing/2014/main" id="{EF2D4B73-8214-42C0-8078-A583AB2A4251}"/>
                  </a:ext>
                </a:extLst>
              </p:cNvPr>
              <p:cNvPicPr/>
              <p:nvPr/>
            </p:nvPicPr>
            <p:blipFill>
              <a:blip r:embed="rId256"/>
              <a:stretch>
                <a:fillRect/>
              </a:stretch>
            </p:blipFill>
            <p:spPr>
              <a:xfrm>
                <a:off x="9244431" y="7883"/>
                <a:ext cx="9792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8" name="Ink 17">
                <a:extLst>
                  <a:ext uri="{FF2B5EF4-FFF2-40B4-BE49-F238E27FC236}">
                    <a16:creationId xmlns:a16="http://schemas.microsoft.com/office/drawing/2014/main" id="{F9B364CA-C083-4B85-A0F5-C17E3A91BEC7}"/>
                  </a:ext>
                </a:extLst>
              </p14:cNvPr>
              <p14:cNvContentPartPr/>
              <p14:nvPr/>
            </p14:nvContentPartPr>
            <p14:xfrm>
              <a:off x="9374751" y="120563"/>
              <a:ext cx="183240" cy="119520"/>
            </p14:xfrm>
          </p:contentPart>
        </mc:Choice>
        <mc:Fallback xmlns="">
          <p:pic>
            <p:nvPicPr>
              <p:cNvPr id="18" name="Ink 17">
                <a:extLst>
                  <a:ext uri="{FF2B5EF4-FFF2-40B4-BE49-F238E27FC236}">
                    <a16:creationId xmlns:a16="http://schemas.microsoft.com/office/drawing/2014/main" id="{F9B364CA-C083-4B85-A0F5-C17E3A91BEC7}"/>
                  </a:ext>
                </a:extLst>
              </p:cNvPr>
              <p:cNvPicPr/>
              <p:nvPr/>
            </p:nvPicPr>
            <p:blipFill>
              <a:blip r:embed="rId258"/>
              <a:stretch>
                <a:fillRect/>
              </a:stretch>
            </p:blipFill>
            <p:spPr>
              <a:xfrm>
                <a:off x="9365751" y="111563"/>
                <a:ext cx="20088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20" name="Ink 19">
                <a:extLst>
                  <a:ext uri="{FF2B5EF4-FFF2-40B4-BE49-F238E27FC236}">
                    <a16:creationId xmlns:a16="http://schemas.microsoft.com/office/drawing/2014/main" id="{0CEC5CB6-1B93-48A7-B36C-AB22B0B6DB8B}"/>
                  </a:ext>
                </a:extLst>
              </p14:cNvPr>
              <p14:cNvContentPartPr/>
              <p14:nvPr/>
            </p14:nvContentPartPr>
            <p14:xfrm>
              <a:off x="9617751" y="203003"/>
              <a:ext cx="1800" cy="75600"/>
            </p14:xfrm>
          </p:contentPart>
        </mc:Choice>
        <mc:Fallback xmlns="">
          <p:pic>
            <p:nvPicPr>
              <p:cNvPr id="20" name="Ink 19">
                <a:extLst>
                  <a:ext uri="{FF2B5EF4-FFF2-40B4-BE49-F238E27FC236}">
                    <a16:creationId xmlns:a16="http://schemas.microsoft.com/office/drawing/2014/main" id="{0CEC5CB6-1B93-48A7-B36C-AB22B0B6DB8B}"/>
                  </a:ext>
                </a:extLst>
              </p:cNvPr>
              <p:cNvPicPr/>
              <p:nvPr/>
            </p:nvPicPr>
            <p:blipFill>
              <a:blip r:embed="rId260"/>
              <a:stretch>
                <a:fillRect/>
              </a:stretch>
            </p:blipFill>
            <p:spPr>
              <a:xfrm>
                <a:off x="9609111" y="194363"/>
                <a:ext cx="1944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22" name="Ink 21">
                <a:extLst>
                  <a:ext uri="{FF2B5EF4-FFF2-40B4-BE49-F238E27FC236}">
                    <a16:creationId xmlns:a16="http://schemas.microsoft.com/office/drawing/2014/main" id="{3B7C16B5-0448-4302-A402-2690B1661988}"/>
                  </a:ext>
                </a:extLst>
              </p14:cNvPr>
              <p14:cNvContentPartPr/>
              <p14:nvPr/>
            </p14:nvContentPartPr>
            <p14:xfrm>
              <a:off x="9626751" y="88523"/>
              <a:ext cx="11520" cy="18360"/>
            </p14:xfrm>
          </p:contentPart>
        </mc:Choice>
        <mc:Fallback xmlns="">
          <p:pic>
            <p:nvPicPr>
              <p:cNvPr id="22" name="Ink 21">
                <a:extLst>
                  <a:ext uri="{FF2B5EF4-FFF2-40B4-BE49-F238E27FC236}">
                    <a16:creationId xmlns:a16="http://schemas.microsoft.com/office/drawing/2014/main" id="{3B7C16B5-0448-4302-A402-2690B1661988}"/>
                  </a:ext>
                </a:extLst>
              </p:cNvPr>
              <p:cNvPicPr/>
              <p:nvPr/>
            </p:nvPicPr>
            <p:blipFill>
              <a:blip r:embed="rId262"/>
              <a:stretch>
                <a:fillRect/>
              </a:stretch>
            </p:blipFill>
            <p:spPr>
              <a:xfrm>
                <a:off x="9618111" y="79523"/>
                <a:ext cx="2916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24" name="Ink 23">
                <a:extLst>
                  <a:ext uri="{FF2B5EF4-FFF2-40B4-BE49-F238E27FC236}">
                    <a16:creationId xmlns:a16="http://schemas.microsoft.com/office/drawing/2014/main" id="{8879EF39-2786-4D2B-BB13-FCB5EA8054D1}"/>
                  </a:ext>
                </a:extLst>
              </p14:cNvPr>
              <p14:cNvContentPartPr/>
              <p14:nvPr/>
            </p14:nvContentPartPr>
            <p14:xfrm>
              <a:off x="9700911" y="41723"/>
              <a:ext cx="92160" cy="314280"/>
            </p14:xfrm>
          </p:contentPart>
        </mc:Choice>
        <mc:Fallback xmlns="">
          <p:pic>
            <p:nvPicPr>
              <p:cNvPr id="24" name="Ink 23">
                <a:extLst>
                  <a:ext uri="{FF2B5EF4-FFF2-40B4-BE49-F238E27FC236}">
                    <a16:creationId xmlns:a16="http://schemas.microsoft.com/office/drawing/2014/main" id="{8879EF39-2786-4D2B-BB13-FCB5EA8054D1}"/>
                  </a:ext>
                </a:extLst>
              </p:cNvPr>
              <p:cNvPicPr/>
              <p:nvPr/>
            </p:nvPicPr>
            <p:blipFill>
              <a:blip r:embed="rId264"/>
              <a:stretch>
                <a:fillRect/>
              </a:stretch>
            </p:blipFill>
            <p:spPr>
              <a:xfrm>
                <a:off x="9692271" y="33083"/>
                <a:ext cx="109800" cy="33192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25" name="Ink 24">
                <a:extLst>
                  <a:ext uri="{FF2B5EF4-FFF2-40B4-BE49-F238E27FC236}">
                    <a16:creationId xmlns:a16="http://schemas.microsoft.com/office/drawing/2014/main" id="{5EDD857D-6318-44C5-83ED-6D214563C338}"/>
                  </a:ext>
                </a:extLst>
              </p14:cNvPr>
              <p14:cNvContentPartPr/>
              <p14:nvPr/>
            </p14:nvContentPartPr>
            <p14:xfrm>
              <a:off x="9140391" y="48203"/>
              <a:ext cx="80280" cy="264240"/>
            </p14:xfrm>
          </p:contentPart>
        </mc:Choice>
        <mc:Fallback xmlns="">
          <p:pic>
            <p:nvPicPr>
              <p:cNvPr id="25" name="Ink 24">
                <a:extLst>
                  <a:ext uri="{FF2B5EF4-FFF2-40B4-BE49-F238E27FC236}">
                    <a16:creationId xmlns:a16="http://schemas.microsoft.com/office/drawing/2014/main" id="{5EDD857D-6318-44C5-83ED-6D214563C338}"/>
                  </a:ext>
                </a:extLst>
              </p:cNvPr>
              <p:cNvPicPr/>
              <p:nvPr/>
            </p:nvPicPr>
            <p:blipFill>
              <a:blip r:embed="rId266"/>
              <a:stretch>
                <a:fillRect/>
              </a:stretch>
            </p:blipFill>
            <p:spPr>
              <a:xfrm>
                <a:off x="9131391" y="39563"/>
                <a:ext cx="9792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26" name="Ink 25">
                <a:extLst>
                  <a:ext uri="{FF2B5EF4-FFF2-40B4-BE49-F238E27FC236}">
                    <a16:creationId xmlns:a16="http://schemas.microsoft.com/office/drawing/2014/main" id="{3DF59155-0599-49D9-9A2E-3D39EEB83264}"/>
                  </a:ext>
                </a:extLst>
              </p14:cNvPr>
              <p14:cNvContentPartPr/>
              <p14:nvPr/>
            </p14:nvContentPartPr>
            <p14:xfrm>
              <a:off x="9808551" y="-56557"/>
              <a:ext cx="214560" cy="98640"/>
            </p14:xfrm>
          </p:contentPart>
        </mc:Choice>
        <mc:Fallback xmlns="">
          <p:pic>
            <p:nvPicPr>
              <p:cNvPr id="26" name="Ink 25">
                <a:extLst>
                  <a:ext uri="{FF2B5EF4-FFF2-40B4-BE49-F238E27FC236}">
                    <a16:creationId xmlns:a16="http://schemas.microsoft.com/office/drawing/2014/main" id="{3DF59155-0599-49D9-9A2E-3D39EEB83264}"/>
                  </a:ext>
                </a:extLst>
              </p:cNvPr>
              <p:cNvPicPr/>
              <p:nvPr/>
            </p:nvPicPr>
            <p:blipFill>
              <a:blip r:embed="rId268"/>
              <a:stretch>
                <a:fillRect/>
              </a:stretch>
            </p:blipFill>
            <p:spPr>
              <a:xfrm>
                <a:off x="9799551" y="-65197"/>
                <a:ext cx="232200" cy="116280"/>
              </a:xfrm>
              <a:prstGeom prst="rect">
                <a:avLst/>
              </a:prstGeom>
            </p:spPr>
          </p:pic>
        </mc:Fallback>
      </mc:AlternateContent>
      <p:grpSp>
        <p:nvGrpSpPr>
          <p:cNvPr id="1135" name="Group 1134">
            <a:extLst>
              <a:ext uri="{FF2B5EF4-FFF2-40B4-BE49-F238E27FC236}">
                <a16:creationId xmlns:a16="http://schemas.microsoft.com/office/drawing/2014/main" id="{2F47FD75-15F9-4ACD-895D-9908676FD75A}"/>
              </a:ext>
            </a:extLst>
          </p:cNvPr>
          <p:cNvGrpSpPr/>
          <p:nvPr/>
        </p:nvGrpSpPr>
        <p:grpSpPr>
          <a:xfrm>
            <a:off x="8879391" y="415763"/>
            <a:ext cx="1585800" cy="440640"/>
            <a:chOff x="8879391" y="415763"/>
            <a:chExt cx="1585800" cy="440640"/>
          </a:xfrm>
        </p:grpSpPr>
        <mc:AlternateContent xmlns:mc="http://schemas.openxmlformats.org/markup-compatibility/2006" xmlns:p14="http://schemas.microsoft.com/office/powerpoint/2010/main">
          <mc:Choice Requires="p14">
            <p:contentPart p14:bwMode="auto" r:id="rId269">
              <p14:nvContentPartPr>
                <p14:cNvPr id="37" name="Ink 36">
                  <a:extLst>
                    <a:ext uri="{FF2B5EF4-FFF2-40B4-BE49-F238E27FC236}">
                      <a16:creationId xmlns:a16="http://schemas.microsoft.com/office/drawing/2014/main" id="{C07F382F-0B75-4675-9024-DD47E07AF1A1}"/>
                    </a:ext>
                  </a:extLst>
                </p14:cNvPr>
                <p14:cNvContentPartPr/>
                <p14:nvPr/>
              </p14:nvContentPartPr>
              <p14:xfrm>
                <a:off x="8879391" y="489563"/>
                <a:ext cx="181800" cy="197280"/>
              </p14:xfrm>
            </p:contentPart>
          </mc:Choice>
          <mc:Fallback xmlns="">
            <p:pic>
              <p:nvPicPr>
                <p:cNvPr id="37" name="Ink 36">
                  <a:extLst>
                    <a:ext uri="{FF2B5EF4-FFF2-40B4-BE49-F238E27FC236}">
                      <a16:creationId xmlns:a16="http://schemas.microsoft.com/office/drawing/2014/main" id="{C07F382F-0B75-4675-9024-DD47E07AF1A1}"/>
                    </a:ext>
                  </a:extLst>
                </p:cNvPr>
                <p:cNvPicPr/>
                <p:nvPr/>
              </p:nvPicPr>
              <p:blipFill>
                <a:blip r:embed="rId270"/>
                <a:stretch>
                  <a:fillRect/>
                </a:stretch>
              </p:blipFill>
              <p:spPr>
                <a:xfrm>
                  <a:off x="8870751" y="480563"/>
                  <a:ext cx="19944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39" name="Ink 38">
                  <a:extLst>
                    <a:ext uri="{FF2B5EF4-FFF2-40B4-BE49-F238E27FC236}">
                      <a16:creationId xmlns:a16="http://schemas.microsoft.com/office/drawing/2014/main" id="{F308EEDA-91D3-4BAF-A338-F0F937DE7AA1}"/>
                    </a:ext>
                  </a:extLst>
                </p14:cNvPr>
                <p14:cNvContentPartPr/>
                <p14:nvPr/>
              </p14:nvContentPartPr>
              <p14:xfrm>
                <a:off x="9234351" y="416123"/>
                <a:ext cx="74160" cy="330840"/>
              </p14:xfrm>
            </p:contentPart>
          </mc:Choice>
          <mc:Fallback xmlns="">
            <p:pic>
              <p:nvPicPr>
                <p:cNvPr id="39" name="Ink 38">
                  <a:extLst>
                    <a:ext uri="{FF2B5EF4-FFF2-40B4-BE49-F238E27FC236}">
                      <a16:creationId xmlns:a16="http://schemas.microsoft.com/office/drawing/2014/main" id="{F308EEDA-91D3-4BAF-A338-F0F937DE7AA1}"/>
                    </a:ext>
                  </a:extLst>
                </p:cNvPr>
                <p:cNvPicPr/>
                <p:nvPr/>
              </p:nvPicPr>
              <p:blipFill>
                <a:blip r:embed="rId272"/>
                <a:stretch>
                  <a:fillRect/>
                </a:stretch>
              </p:blipFill>
              <p:spPr>
                <a:xfrm>
                  <a:off x="9225351" y="407483"/>
                  <a:ext cx="91800" cy="34848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51" name="Ink 50">
                  <a:extLst>
                    <a:ext uri="{FF2B5EF4-FFF2-40B4-BE49-F238E27FC236}">
                      <a16:creationId xmlns:a16="http://schemas.microsoft.com/office/drawing/2014/main" id="{98072601-09EF-4BB2-974E-06AAB004939B}"/>
                    </a:ext>
                  </a:extLst>
                </p14:cNvPr>
                <p14:cNvContentPartPr/>
                <p14:nvPr/>
              </p14:nvContentPartPr>
              <p14:xfrm>
                <a:off x="9392751" y="506483"/>
                <a:ext cx="163800" cy="153720"/>
              </p14:xfrm>
            </p:contentPart>
          </mc:Choice>
          <mc:Fallback xmlns="">
            <p:pic>
              <p:nvPicPr>
                <p:cNvPr id="51" name="Ink 50">
                  <a:extLst>
                    <a:ext uri="{FF2B5EF4-FFF2-40B4-BE49-F238E27FC236}">
                      <a16:creationId xmlns:a16="http://schemas.microsoft.com/office/drawing/2014/main" id="{98072601-09EF-4BB2-974E-06AAB004939B}"/>
                    </a:ext>
                  </a:extLst>
                </p:cNvPr>
                <p:cNvPicPr/>
                <p:nvPr/>
              </p:nvPicPr>
              <p:blipFill>
                <a:blip r:embed="rId274"/>
                <a:stretch>
                  <a:fillRect/>
                </a:stretch>
              </p:blipFill>
              <p:spPr>
                <a:xfrm>
                  <a:off x="9384111" y="497483"/>
                  <a:ext cx="18144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053" name="Ink 1052">
                  <a:extLst>
                    <a:ext uri="{FF2B5EF4-FFF2-40B4-BE49-F238E27FC236}">
                      <a16:creationId xmlns:a16="http://schemas.microsoft.com/office/drawing/2014/main" id="{494B7B33-8464-46C4-9FFB-0361B2A34E63}"/>
                    </a:ext>
                  </a:extLst>
                </p14:cNvPr>
                <p14:cNvContentPartPr/>
                <p14:nvPr/>
              </p14:nvContentPartPr>
              <p14:xfrm>
                <a:off x="9591831" y="567323"/>
                <a:ext cx="3240" cy="88560"/>
              </p14:xfrm>
            </p:contentPart>
          </mc:Choice>
          <mc:Fallback xmlns="">
            <p:pic>
              <p:nvPicPr>
                <p:cNvPr id="1053" name="Ink 1052">
                  <a:extLst>
                    <a:ext uri="{FF2B5EF4-FFF2-40B4-BE49-F238E27FC236}">
                      <a16:creationId xmlns:a16="http://schemas.microsoft.com/office/drawing/2014/main" id="{494B7B33-8464-46C4-9FFB-0361B2A34E63}"/>
                    </a:ext>
                  </a:extLst>
                </p:cNvPr>
                <p:cNvPicPr/>
                <p:nvPr/>
              </p:nvPicPr>
              <p:blipFill>
                <a:blip r:embed="rId276"/>
                <a:stretch>
                  <a:fillRect/>
                </a:stretch>
              </p:blipFill>
              <p:spPr>
                <a:xfrm>
                  <a:off x="9583191" y="558323"/>
                  <a:ext cx="2088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058" name="Ink 1057">
                  <a:extLst>
                    <a:ext uri="{FF2B5EF4-FFF2-40B4-BE49-F238E27FC236}">
                      <a16:creationId xmlns:a16="http://schemas.microsoft.com/office/drawing/2014/main" id="{46615908-9CFE-4DD1-9043-B6051F894BAA}"/>
                    </a:ext>
                  </a:extLst>
                </p14:cNvPr>
                <p14:cNvContentPartPr/>
                <p14:nvPr/>
              </p14:nvContentPartPr>
              <p14:xfrm>
                <a:off x="9620271" y="471563"/>
                <a:ext cx="124200" cy="57960"/>
              </p14:xfrm>
            </p:contentPart>
          </mc:Choice>
          <mc:Fallback xmlns="">
            <p:pic>
              <p:nvPicPr>
                <p:cNvPr id="1058" name="Ink 1057">
                  <a:extLst>
                    <a:ext uri="{FF2B5EF4-FFF2-40B4-BE49-F238E27FC236}">
                      <a16:creationId xmlns:a16="http://schemas.microsoft.com/office/drawing/2014/main" id="{46615908-9CFE-4DD1-9043-B6051F894BAA}"/>
                    </a:ext>
                  </a:extLst>
                </p:cNvPr>
                <p:cNvPicPr/>
                <p:nvPr/>
              </p:nvPicPr>
              <p:blipFill>
                <a:blip r:embed="rId278"/>
                <a:stretch>
                  <a:fillRect/>
                </a:stretch>
              </p:blipFill>
              <p:spPr>
                <a:xfrm>
                  <a:off x="9611271" y="462923"/>
                  <a:ext cx="14184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063" name="Ink 1062">
                  <a:extLst>
                    <a:ext uri="{FF2B5EF4-FFF2-40B4-BE49-F238E27FC236}">
                      <a16:creationId xmlns:a16="http://schemas.microsoft.com/office/drawing/2014/main" id="{4B42B768-F1F1-4D90-83B3-CE9FB28E6DE4}"/>
                    </a:ext>
                  </a:extLst>
                </p14:cNvPr>
                <p14:cNvContentPartPr/>
                <p14:nvPr/>
              </p14:nvContentPartPr>
              <p14:xfrm>
                <a:off x="9789111" y="568403"/>
                <a:ext cx="124920" cy="23760"/>
              </p14:xfrm>
            </p:contentPart>
          </mc:Choice>
          <mc:Fallback xmlns="">
            <p:pic>
              <p:nvPicPr>
                <p:cNvPr id="1063" name="Ink 1062">
                  <a:extLst>
                    <a:ext uri="{FF2B5EF4-FFF2-40B4-BE49-F238E27FC236}">
                      <a16:creationId xmlns:a16="http://schemas.microsoft.com/office/drawing/2014/main" id="{4B42B768-F1F1-4D90-83B3-CE9FB28E6DE4}"/>
                    </a:ext>
                  </a:extLst>
                </p:cNvPr>
                <p:cNvPicPr/>
                <p:nvPr/>
              </p:nvPicPr>
              <p:blipFill>
                <a:blip r:embed="rId280"/>
                <a:stretch>
                  <a:fillRect/>
                </a:stretch>
              </p:blipFill>
              <p:spPr>
                <a:xfrm>
                  <a:off x="9780471" y="559763"/>
                  <a:ext cx="14256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1064" name="Ink 1063">
                  <a:extLst>
                    <a:ext uri="{FF2B5EF4-FFF2-40B4-BE49-F238E27FC236}">
                      <a16:creationId xmlns:a16="http://schemas.microsoft.com/office/drawing/2014/main" id="{281B5F9B-C811-481D-94FB-BE7F9DF323BC}"/>
                    </a:ext>
                  </a:extLst>
                </p14:cNvPr>
                <p14:cNvContentPartPr/>
                <p14:nvPr/>
              </p14:nvContentPartPr>
              <p14:xfrm>
                <a:off x="9854991" y="529883"/>
                <a:ext cx="15120" cy="122400"/>
              </p14:xfrm>
            </p:contentPart>
          </mc:Choice>
          <mc:Fallback xmlns="">
            <p:pic>
              <p:nvPicPr>
                <p:cNvPr id="1064" name="Ink 1063">
                  <a:extLst>
                    <a:ext uri="{FF2B5EF4-FFF2-40B4-BE49-F238E27FC236}">
                      <a16:creationId xmlns:a16="http://schemas.microsoft.com/office/drawing/2014/main" id="{281B5F9B-C811-481D-94FB-BE7F9DF323BC}"/>
                    </a:ext>
                  </a:extLst>
                </p:cNvPr>
                <p:cNvPicPr/>
                <p:nvPr/>
              </p:nvPicPr>
              <p:blipFill>
                <a:blip r:embed="rId282"/>
                <a:stretch>
                  <a:fillRect/>
                </a:stretch>
              </p:blipFill>
              <p:spPr>
                <a:xfrm>
                  <a:off x="9846351" y="520883"/>
                  <a:ext cx="3276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1065" name="Ink 1064">
                  <a:extLst>
                    <a:ext uri="{FF2B5EF4-FFF2-40B4-BE49-F238E27FC236}">
                      <a16:creationId xmlns:a16="http://schemas.microsoft.com/office/drawing/2014/main" id="{7A7925DD-5C52-46A9-B2CA-5CAFE14FB753}"/>
                    </a:ext>
                  </a:extLst>
                </p14:cNvPr>
                <p14:cNvContentPartPr/>
                <p14:nvPr/>
              </p14:nvContentPartPr>
              <p14:xfrm>
                <a:off x="10002231" y="528443"/>
                <a:ext cx="114840" cy="88920"/>
              </p14:xfrm>
            </p:contentPart>
          </mc:Choice>
          <mc:Fallback xmlns="">
            <p:pic>
              <p:nvPicPr>
                <p:cNvPr id="1065" name="Ink 1064">
                  <a:extLst>
                    <a:ext uri="{FF2B5EF4-FFF2-40B4-BE49-F238E27FC236}">
                      <a16:creationId xmlns:a16="http://schemas.microsoft.com/office/drawing/2014/main" id="{7A7925DD-5C52-46A9-B2CA-5CAFE14FB753}"/>
                    </a:ext>
                  </a:extLst>
                </p:cNvPr>
                <p:cNvPicPr/>
                <p:nvPr/>
              </p:nvPicPr>
              <p:blipFill>
                <a:blip r:embed="rId284"/>
                <a:stretch>
                  <a:fillRect/>
                </a:stretch>
              </p:blipFill>
              <p:spPr>
                <a:xfrm>
                  <a:off x="9993231" y="519803"/>
                  <a:ext cx="13248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1066" name="Ink 1065">
                  <a:extLst>
                    <a:ext uri="{FF2B5EF4-FFF2-40B4-BE49-F238E27FC236}">
                      <a16:creationId xmlns:a16="http://schemas.microsoft.com/office/drawing/2014/main" id="{F675C7F4-3377-4A73-8ED6-32EC6443EDBE}"/>
                    </a:ext>
                  </a:extLst>
                </p14:cNvPr>
                <p14:cNvContentPartPr/>
                <p14:nvPr/>
              </p14:nvContentPartPr>
              <p14:xfrm>
                <a:off x="10153791" y="564443"/>
                <a:ext cx="115920" cy="78480"/>
              </p14:xfrm>
            </p:contentPart>
          </mc:Choice>
          <mc:Fallback xmlns="">
            <p:pic>
              <p:nvPicPr>
                <p:cNvPr id="1066" name="Ink 1065">
                  <a:extLst>
                    <a:ext uri="{FF2B5EF4-FFF2-40B4-BE49-F238E27FC236}">
                      <a16:creationId xmlns:a16="http://schemas.microsoft.com/office/drawing/2014/main" id="{F675C7F4-3377-4A73-8ED6-32EC6443EDBE}"/>
                    </a:ext>
                  </a:extLst>
                </p:cNvPr>
                <p:cNvPicPr/>
                <p:nvPr/>
              </p:nvPicPr>
              <p:blipFill>
                <a:blip r:embed="rId286"/>
                <a:stretch>
                  <a:fillRect/>
                </a:stretch>
              </p:blipFill>
              <p:spPr>
                <a:xfrm>
                  <a:off x="10145151" y="555803"/>
                  <a:ext cx="13356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1067" name="Ink 1066">
                  <a:extLst>
                    <a:ext uri="{FF2B5EF4-FFF2-40B4-BE49-F238E27FC236}">
                      <a16:creationId xmlns:a16="http://schemas.microsoft.com/office/drawing/2014/main" id="{5B616060-7D70-4995-B305-48C09FB8D8E0}"/>
                    </a:ext>
                  </a:extLst>
                </p14:cNvPr>
                <p14:cNvContentPartPr/>
                <p14:nvPr/>
              </p14:nvContentPartPr>
              <p14:xfrm>
                <a:off x="10271871" y="415763"/>
                <a:ext cx="193320" cy="305280"/>
              </p14:xfrm>
            </p:contentPart>
          </mc:Choice>
          <mc:Fallback xmlns="">
            <p:pic>
              <p:nvPicPr>
                <p:cNvPr id="1067" name="Ink 1066">
                  <a:extLst>
                    <a:ext uri="{FF2B5EF4-FFF2-40B4-BE49-F238E27FC236}">
                      <a16:creationId xmlns:a16="http://schemas.microsoft.com/office/drawing/2014/main" id="{5B616060-7D70-4995-B305-48C09FB8D8E0}"/>
                    </a:ext>
                  </a:extLst>
                </p:cNvPr>
                <p:cNvPicPr/>
                <p:nvPr/>
              </p:nvPicPr>
              <p:blipFill>
                <a:blip r:embed="rId288"/>
                <a:stretch>
                  <a:fillRect/>
                </a:stretch>
              </p:blipFill>
              <p:spPr>
                <a:xfrm>
                  <a:off x="10262871" y="407123"/>
                  <a:ext cx="210960" cy="32292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1075" name="Ink 1074">
                  <a:extLst>
                    <a:ext uri="{FF2B5EF4-FFF2-40B4-BE49-F238E27FC236}">
                      <a16:creationId xmlns:a16="http://schemas.microsoft.com/office/drawing/2014/main" id="{12A19B00-0BB7-4614-B535-558862A6084A}"/>
                    </a:ext>
                  </a:extLst>
                </p14:cNvPr>
                <p14:cNvContentPartPr/>
                <p14:nvPr/>
              </p14:nvContentPartPr>
              <p14:xfrm>
                <a:off x="9479151" y="703403"/>
                <a:ext cx="218520" cy="20520"/>
              </p14:xfrm>
            </p:contentPart>
          </mc:Choice>
          <mc:Fallback xmlns="">
            <p:pic>
              <p:nvPicPr>
                <p:cNvPr id="1075" name="Ink 1074">
                  <a:extLst>
                    <a:ext uri="{FF2B5EF4-FFF2-40B4-BE49-F238E27FC236}">
                      <a16:creationId xmlns:a16="http://schemas.microsoft.com/office/drawing/2014/main" id="{12A19B00-0BB7-4614-B535-558862A6084A}"/>
                    </a:ext>
                  </a:extLst>
                </p:cNvPr>
                <p:cNvPicPr/>
                <p:nvPr/>
              </p:nvPicPr>
              <p:blipFill>
                <a:blip r:embed="rId290"/>
                <a:stretch>
                  <a:fillRect/>
                </a:stretch>
              </p:blipFill>
              <p:spPr>
                <a:xfrm>
                  <a:off x="9470511" y="694403"/>
                  <a:ext cx="23616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1081" name="Ink 1080">
                  <a:extLst>
                    <a:ext uri="{FF2B5EF4-FFF2-40B4-BE49-F238E27FC236}">
                      <a16:creationId xmlns:a16="http://schemas.microsoft.com/office/drawing/2014/main" id="{D6187F48-382D-4959-8256-38CF9AEBC01D}"/>
                    </a:ext>
                  </a:extLst>
                </p14:cNvPr>
                <p14:cNvContentPartPr/>
                <p14:nvPr/>
              </p14:nvContentPartPr>
              <p14:xfrm>
                <a:off x="10179351" y="717803"/>
                <a:ext cx="154080" cy="2880"/>
              </p14:xfrm>
            </p:contentPart>
          </mc:Choice>
          <mc:Fallback xmlns="">
            <p:pic>
              <p:nvPicPr>
                <p:cNvPr id="1081" name="Ink 1080">
                  <a:extLst>
                    <a:ext uri="{FF2B5EF4-FFF2-40B4-BE49-F238E27FC236}">
                      <a16:creationId xmlns:a16="http://schemas.microsoft.com/office/drawing/2014/main" id="{D6187F48-382D-4959-8256-38CF9AEBC01D}"/>
                    </a:ext>
                  </a:extLst>
                </p:cNvPr>
                <p:cNvPicPr/>
                <p:nvPr/>
              </p:nvPicPr>
              <p:blipFill>
                <a:blip r:embed="rId292"/>
                <a:stretch>
                  <a:fillRect/>
                </a:stretch>
              </p:blipFill>
              <p:spPr>
                <a:xfrm>
                  <a:off x="10170351" y="709163"/>
                  <a:ext cx="17172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1134" name="Ink 1133">
                  <a:extLst>
                    <a:ext uri="{FF2B5EF4-FFF2-40B4-BE49-F238E27FC236}">
                      <a16:creationId xmlns:a16="http://schemas.microsoft.com/office/drawing/2014/main" id="{82A9CD68-0E79-45D7-A075-6B38874757ED}"/>
                    </a:ext>
                  </a:extLst>
                </p14:cNvPr>
                <p14:cNvContentPartPr/>
                <p14:nvPr/>
              </p14:nvContentPartPr>
              <p14:xfrm>
                <a:off x="9388791" y="732563"/>
                <a:ext cx="1010160" cy="123840"/>
              </p14:xfrm>
            </p:contentPart>
          </mc:Choice>
          <mc:Fallback xmlns="">
            <p:pic>
              <p:nvPicPr>
                <p:cNvPr id="1134" name="Ink 1133">
                  <a:extLst>
                    <a:ext uri="{FF2B5EF4-FFF2-40B4-BE49-F238E27FC236}">
                      <a16:creationId xmlns:a16="http://schemas.microsoft.com/office/drawing/2014/main" id="{82A9CD68-0E79-45D7-A075-6B38874757ED}"/>
                    </a:ext>
                  </a:extLst>
                </p:cNvPr>
                <p:cNvPicPr/>
                <p:nvPr/>
              </p:nvPicPr>
              <p:blipFill>
                <a:blip r:embed="rId294"/>
                <a:stretch>
                  <a:fillRect/>
                </a:stretch>
              </p:blipFill>
              <p:spPr>
                <a:xfrm>
                  <a:off x="9380151" y="723923"/>
                  <a:ext cx="1027800" cy="141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95">
            <p14:nvContentPartPr>
              <p14:cNvPr id="1136" name="Ink 1135">
                <a:extLst>
                  <a:ext uri="{FF2B5EF4-FFF2-40B4-BE49-F238E27FC236}">
                    <a16:creationId xmlns:a16="http://schemas.microsoft.com/office/drawing/2014/main" id="{0F6718D5-7513-4943-A795-0DEC0F617408}"/>
                  </a:ext>
                </a:extLst>
              </p14:cNvPr>
              <p14:cNvContentPartPr/>
              <p14:nvPr/>
            </p14:nvContentPartPr>
            <p14:xfrm>
              <a:off x="11751831" y="2321243"/>
              <a:ext cx="149040" cy="7200"/>
            </p14:xfrm>
          </p:contentPart>
        </mc:Choice>
        <mc:Fallback xmlns="">
          <p:pic>
            <p:nvPicPr>
              <p:cNvPr id="1136" name="Ink 1135">
                <a:extLst>
                  <a:ext uri="{FF2B5EF4-FFF2-40B4-BE49-F238E27FC236}">
                    <a16:creationId xmlns:a16="http://schemas.microsoft.com/office/drawing/2014/main" id="{0F6718D5-7513-4943-A795-0DEC0F617408}"/>
                  </a:ext>
                </a:extLst>
              </p:cNvPr>
              <p:cNvPicPr/>
              <p:nvPr/>
            </p:nvPicPr>
            <p:blipFill>
              <a:blip r:embed="rId296"/>
              <a:stretch>
                <a:fillRect/>
              </a:stretch>
            </p:blipFill>
            <p:spPr>
              <a:xfrm>
                <a:off x="11742831" y="2312243"/>
                <a:ext cx="16668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1137" name="Ink 1136">
                <a:extLst>
                  <a:ext uri="{FF2B5EF4-FFF2-40B4-BE49-F238E27FC236}">
                    <a16:creationId xmlns:a16="http://schemas.microsoft.com/office/drawing/2014/main" id="{83CCE495-4F5D-481E-9EB7-79C507AAE17E}"/>
                  </a:ext>
                </a:extLst>
              </p14:cNvPr>
              <p14:cNvContentPartPr/>
              <p14:nvPr/>
            </p14:nvContentPartPr>
            <p14:xfrm>
              <a:off x="11447991" y="2853323"/>
              <a:ext cx="161640" cy="11880"/>
            </p14:xfrm>
          </p:contentPart>
        </mc:Choice>
        <mc:Fallback xmlns="">
          <p:pic>
            <p:nvPicPr>
              <p:cNvPr id="1137" name="Ink 1136">
                <a:extLst>
                  <a:ext uri="{FF2B5EF4-FFF2-40B4-BE49-F238E27FC236}">
                    <a16:creationId xmlns:a16="http://schemas.microsoft.com/office/drawing/2014/main" id="{83CCE495-4F5D-481E-9EB7-79C507AAE17E}"/>
                  </a:ext>
                </a:extLst>
              </p:cNvPr>
              <p:cNvPicPr/>
              <p:nvPr/>
            </p:nvPicPr>
            <p:blipFill>
              <a:blip r:embed="rId298"/>
              <a:stretch>
                <a:fillRect/>
              </a:stretch>
            </p:blipFill>
            <p:spPr>
              <a:xfrm>
                <a:off x="11439351" y="2844323"/>
                <a:ext cx="17928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1138" name="Ink 1137">
                <a:extLst>
                  <a:ext uri="{FF2B5EF4-FFF2-40B4-BE49-F238E27FC236}">
                    <a16:creationId xmlns:a16="http://schemas.microsoft.com/office/drawing/2014/main" id="{51857D77-A730-449C-ADA6-051370DB4B3F}"/>
                  </a:ext>
                </a:extLst>
              </p14:cNvPr>
              <p14:cNvContentPartPr/>
              <p14:nvPr/>
            </p14:nvContentPartPr>
            <p14:xfrm>
              <a:off x="3518991" y="5356403"/>
              <a:ext cx="182880" cy="33480"/>
            </p14:xfrm>
          </p:contentPart>
        </mc:Choice>
        <mc:Fallback xmlns="">
          <p:pic>
            <p:nvPicPr>
              <p:cNvPr id="1138" name="Ink 1137">
                <a:extLst>
                  <a:ext uri="{FF2B5EF4-FFF2-40B4-BE49-F238E27FC236}">
                    <a16:creationId xmlns:a16="http://schemas.microsoft.com/office/drawing/2014/main" id="{51857D77-A730-449C-ADA6-051370DB4B3F}"/>
                  </a:ext>
                </a:extLst>
              </p:cNvPr>
              <p:cNvPicPr/>
              <p:nvPr/>
            </p:nvPicPr>
            <p:blipFill>
              <a:blip r:embed="rId300"/>
              <a:stretch>
                <a:fillRect/>
              </a:stretch>
            </p:blipFill>
            <p:spPr>
              <a:xfrm>
                <a:off x="3509991" y="5347763"/>
                <a:ext cx="20052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1139" name="Ink 1138">
                <a:extLst>
                  <a:ext uri="{FF2B5EF4-FFF2-40B4-BE49-F238E27FC236}">
                    <a16:creationId xmlns:a16="http://schemas.microsoft.com/office/drawing/2014/main" id="{1F6A0498-2817-4FBA-8126-4BC326CB6C35}"/>
                  </a:ext>
                </a:extLst>
              </p14:cNvPr>
              <p14:cNvContentPartPr/>
              <p14:nvPr/>
            </p14:nvContentPartPr>
            <p14:xfrm>
              <a:off x="1250991" y="2174363"/>
              <a:ext cx="165600" cy="3600"/>
            </p14:xfrm>
          </p:contentPart>
        </mc:Choice>
        <mc:Fallback xmlns="">
          <p:pic>
            <p:nvPicPr>
              <p:cNvPr id="1139" name="Ink 1138">
                <a:extLst>
                  <a:ext uri="{FF2B5EF4-FFF2-40B4-BE49-F238E27FC236}">
                    <a16:creationId xmlns:a16="http://schemas.microsoft.com/office/drawing/2014/main" id="{1F6A0498-2817-4FBA-8126-4BC326CB6C35}"/>
                  </a:ext>
                </a:extLst>
              </p:cNvPr>
              <p:cNvPicPr/>
              <p:nvPr/>
            </p:nvPicPr>
            <p:blipFill>
              <a:blip r:embed="rId302"/>
              <a:stretch>
                <a:fillRect/>
              </a:stretch>
            </p:blipFill>
            <p:spPr>
              <a:xfrm>
                <a:off x="1242351" y="2165363"/>
                <a:ext cx="18324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1140" name="Ink 1139">
                <a:extLst>
                  <a:ext uri="{FF2B5EF4-FFF2-40B4-BE49-F238E27FC236}">
                    <a16:creationId xmlns:a16="http://schemas.microsoft.com/office/drawing/2014/main" id="{72D225EF-547B-466C-B9BA-AEEEA9FECD5B}"/>
                  </a:ext>
                </a:extLst>
              </p14:cNvPr>
              <p14:cNvContentPartPr/>
              <p14:nvPr/>
            </p14:nvContentPartPr>
            <p14:xfrm>
              <a:off x="2171151" y="3562883"/>
              <a:ext cx="8640" cy="2520"/>
            </p14:xfrm>
          </p:contentPart>
        </mc:Choice>
        <mc:Fallback xmlns="">
          <p:pic>
            <p:nvPicPr>
              <p:cNvPr id="1140" name="Ink 1139">
                <a:extLst>
                  <a:ext uri="{FF2B5EF4-FFF2-40B4-BE49-F238E27FC236}">
                    <a16:creationId xmlns:a16="http://schemas.microsoft.com/office/drawing/2014/main" id="{72D225EF-547B-466C-B9BA-AEEEA9FECD5B}"/>
                  </a:ext>
                </a:extLst>
              </p:cNvPr>
              <p:cNvPicPr/>
              <p:nvPr/>
            </p:nvPicPr>
            <p:blipFill>
              <a:blip r:embed="rId304"/>
              <a:stretch>
                <a:fillRect/>
              </a:stretch>
            </p:blipFill>
            <p:spPr>
              <a:xfrm>
                <a:off x="2162151" y="3553883"/>
                <a:ext cx="26280" cy="20160"/>
              </a:xfrm>
              <a:prstGeom prst="rect">
                <a:avLst/>
              </a:prstGeom>
            </p:spPr>
          </p:pic>
        </mc:Fallback>
      </mc:AlternateContent>
      <p:grpSp>
        <p:nvGrpSpPr>
          <p:cNvPr id="1150" name="Group 1149">
            <a:extLst>
              <a:ext uri="{FF2B5EF4-FFF2-40B4-BE49-F238E27FC236}">
                <a16:creationId xmlns:a16="http://schemas.microsoft.com/office/drawing/2014/main" id="{B1A89698-32B0-472A-B8B7-F63DD991B7D0}"/>
              </a:ext>
            </a:extLst>
          </p:cNvPr>
          <p:cNvGrpSpPr/>
          <p:nvPr/>
        </p:nvGrpSpPr>
        <p:grpSpPr>
          <a:xfrm>
            <a:off x="5039631" y="3434363"/>
            <a:ext cx="1444320" cy="661680"/>
            <a:chOff x="5039631" y="3434363"/>
            <a:chExt cx="1444320" cy="661680"/>
          </a:xfrm>
        </p:grpSpPr>
        <mc:AlternateContent xmlns:mc="http://schemas.openxmlformats.org/markup-compatibility/2006" xmlns:p14="http://schemas.microsoft.com/office/powerpoint/2010/main">
          <mc:Choice Requires="p14">
            <p:contentPart p14:bwMode="auto" r:id="rId305">
              <p14:nvContentPartPr>
                <p14:cNvPr id="1141" name="Ink 1140">
                  <a:extLst>
                    <a:ext uri="{FF2B5EF4-FFF2-40B4-BE49-F238E27FC236}">
                      <a16:creationId xmlns:a16="http://schemas.microsoft.com/office/drawing/2014/main" id="{D30F2C5F-B928-43B7-8D3E-7DF9BD8E6546}"/>
                    </a:ext>
                  </a:extLst>
                </p14:cNvPr>
                <p14:cNvContentPartPr/>
                <p14:nvPr/>
              </p14:nvContentPartPr>
              <p14:xfrm>
                <a:off x="5039631" y="3434363"/>
                <a:ext cx="124560" cy="336960"/>
              </p14:xfrm>
            </p:contentPart>
          </mc:Choice>
          <mc:Fallback xmlns="">
            <p:pic>
              <p:nvPicPr>
                <p:cNvPr id="1141" name="Ink 1140">
                  <a:extLst>
                    <a:ext uri="{FF2B5EF4-FFF2-40B4-BE49-F238E27FC236}">
                      <a16:creationId xmlns:a16="http://schemas.microsoft.com/office/drawing/2014/main" id="{D30F2C5F-B928-43B7-8D3E-7DF9BD8E6546}"/>
                    </a:ext>
                  </a:extLst>
                </p:cNvPr>
                <p:cNvPicPr/>
                <p:nvPr/>
              </p:nvPicPr>
              <p:blipFill>
                <a:blip r:embed="rId306"/>
                <a:stretch>
                  <a:fillRect/>
                </a:stretch>
              </p:blipFill>
              <p:spPr>
                <a:xfrm>
                  <a:off x="5030991" y="3425363"/>
                  <a:ext cx="142200" cy="35460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1142" name="Ink 1141">
                  <a:extLst>
                    <a:ext uri="{FF2B5EF4-FFF2-40B4-BE49-F238E27FC236}">
                      <a16:creationId xmlns:a16="http://schemas.microsoft.com/office/drawing/2014/main" id="{86C084F3-BACC-4877-857D-C03A3DD954B7}"/>
                    </a:ext>
                  </a:extLst>
                </p14:cNvPr>
                <p14:cNvContentPartPr/>
                <p14:nvPr/>
              </p14:nvContentPartPr>
              <p14:xfrm>
                <a:off x="5172111" y="3528683"/>
                <a:ext cx="175320" cy="162360"/>
              </p14:xfrm>
            </p:contentPart>
          </mc:Choice>
          <mc:Fallback xmlns="">
            <p:pic>
              <p:nvPicPr>
                <p:cNvPr id="1142" name="Ink 1141">
                  <a:extLst>
                    <a:ext uri="{FF2B5EF4-FFF2-40B4-BE49-F238E27FC236}">
                      <a16:creationId xmlns:a16="http://schemas.microsoft.com/office/drawing/2014/main" id="{86C084F3-BACC-4877-857D-C03A3DD954B7}"/>
                    </a:ext>
                  </a:extLst>
                </p:cNvPr>
                <p:cNvPicPr/>
                <p:nvPr/>
              </p:nvPicPr>
              <p:blipFill>
                <a:blip r:embed="rId308"/>
                <a:stretch>
                  <a:fillRect/>
                </a:stretch>
              </p:blipFill>
              <p:spPr>
                <a:xfrm>
                  <a:off x="5163111" y="3520043"/>
                  <a:ext cx="19296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1143" name="Ink 1142">
                  <a:extLst>
                    <a:ext uri="{FF2B5EF4-FFF2-40B4-BE49-F238E27FC236}">
                      <a16:creationId xmlns:a16="http://schemas.microsoft.com/office/drawing/2014/main" id="{9890920D-2C9D-4771-895D-BE39B507264D}"/>
                    </a:ext>
                  </a:extLst>
                </p14:cNvPr>
                <p14:cNvContentPartPr/>
                <p14:nvPr/>
              </p14:nvContentPartPr>
              <p14:xfrm>
                <a:off x="5335911" y="3618323"/>
                <a:ext cx="191520" cy="93960"/>
              </p14:xfrm>
            </p:contentPart>
          </mc:Choice>
          <mc:Fallback xmlns="">
            <p:pic>
              <p:nvPicPr>
                <p:cNvPr id="1143" name="Ink 1142">
                  <a:extLst>
                    <a:ext uri="{FF2B5EF4-FFF2-40B4-BE49-F238E27FC236}">
                      <a16:creationId xmlns:a16="http://schemas.microsoft.com/office/drawing/2014/main" id="{9890920D-2C9D-4771-895D-BE39B507264D}"/>
                    </a:ext>
                  </a:extLst>
                </p:cNvPr>
                <p:cNvPicPr/>
                <p:nvPr/>
              </p:nvPicPr>
              <p:blipFill>
                <a:blip r:embed="rId310"/>
                <a:stretch>
                  <a:fillRect/>
                </a:stretch>
              </p:blipFill>
              <p:spPr>
                <a:xfrm>
                  <a:off x="5326911" y="3609683"/>
                  <a:ext cx="20916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1144" name="Ink 1143">
                  <a:extLst>
                    <a:ext uri="{FF2B5EF4-FFF2-40B4-BE49-F238E27FC236}">
                      <a16:creationId xmlns:a16="http://schemas.microsoft.com/office/drawing/2014/main" id="{B8907C6F-48FA-4D9E-9C0E-DCF13FD2A890}"/>
                    </a:ext>
                  </a:extLst>
                </p14:cNvPr>
                <p14:cNvContentPartPr/>
                <p14:nvPr/>
              </p14:nvContentPartPr>
              <p14:xfrm>
                <a:off x="5537511" y="3639203"/>
                <a:ext cx="372600" cy="91800"/>
              </p14:xfrm>
            </p:contentPart>
          </mc:Choice>
          <mc:Fallback xmlns="">
            <p:pic>
              <p:nvPicPr>
                <p:cNvPr id="1144" name="Ink 1143">
                  <a:extLst>
                    <a:ext uri="{FF2B5EF4-FFF2-40B4-BE49-F238E27FC236}">
                      <a16:creationId xmlns:a16="http://schemas.microsoft.com/office/drawing/2014/main" id="{B8907C6F-48FA-4D9E-9C0E-DCF13FD2A890}"/>
                    </a:ext>
                  </a:extLst>
                </p:cNvPr>
                <p:cNvPicPr/>
                <p:nvPr/>
              </p:nvPicPr>
              <p:blipFill>
                <a:blip r:embed="rId312"/>
                <a:stretch>
                  <a:fillRect/>
                </a:stretch>
              </p:blipFill>
              <p:spPr>
                <a:xfrm>
                  <a:off x="5528871" y="3630563"/>
                  <a:ext cx="39024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1145" name="Ink 1144">
                  <a:extLst>
                    <a:ext uri="{FF2B5EF4-FFF2-40B4-BE49-F238E27FC236}">
                      <a16:creationId xmlns:a16="http://schemas.microsoft.com/office/drawing/2014/main" id="{B3383996-DCDF-4D14-AC74-77C35F642228}"/>
                    </a:ext>
                  </a:extLst>
                </p14:cNvPr>
                <p14:cNvContentPartPr/>
                <p14:nvPr/>
              </p14:nvContentPartPr>
              <p14:xfrm>
                <a:off x="5716071" y="3581963"/>
                <a:ext cx="36000" cy="10440"/>
              </p14:xfrm>
            </p:contentPart>
          </mc:Choice>
          <mc:Fallback xmlns="">
            <p:pic>
              <p:nvPicPr>
                <p:cNvPr id="1145" name="Ink 1144">
                  <a:extLst>
                    <a:ext uri="{FF2B5EF4-FFF2-40B4-BE49-F238E27FC236}">
                      <a16:creationId xmlns:a16="http://schemas.microsoft.com/office/drawing/2014/main" id="{B3383996-DCDF-4D14-AC74-77C35F642228}"/>
                    </a:ext>
                  </a:extLst>
                </p:cNvPr>
                <p:cNvPicPr/>
                <p:nvPr/>
              </p:nvPicPr>
              <p:blipFill>
                <a:blip r:embed="rId314"/>
                <a:stretch>
                  <a:fillRect/>
                </a:stretch>
              </p:blipFill>
              <p:spPr>
                <a:xfrm>
                  <a:off x="5707431" y="3573323"/>
                  <a:ext cx="5364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1146" name="Ink 1145">
                  <a:extLst>
                    <a:ext uri="{FF2B5EF4-FFF2-40B4-BE49-F238E27FC236}">
                      <a16:creationId xmlns:a16="http://schemas.microsoft.com/office/drawing/2014/main" id="{672379C7-1688-404C-9443-7EB63421FA69}"/>
                    </a:ext>
                  </a:extLst>
                </p14:cNvPr>
                <p14:cNvContentPartPr/>
                <p14:nvPr/>
              </p14:nvContentPartPr>
              <p14:xfrm>
                <a:off x="5869071" y="3544163"/>
                <a:ext cx="16560" cy="34920"/>
              </p14:xfrm>
            </p:contentPart>
          </mc:Choice>
          <mc:Fallback xmlns="">
            <p:pic>
              <p:nvPicPr>
                <p:cNvPr id="1146" name="Ink 1145">
                  <a:extLst>
                    <a:ext uri="{FF2B5EF4-FFF2-40B4-BE49-F238E27FC236}">
                      <a16:creationId xmlns:a16="http://schemas.microsoft.com/office/drawing/2014/main" id="{672379C7-1688-404C-9443-7EB63421FA69}"/>
                    </a:ext>
                  </a:extLst>
                </p:cNvPr>
                <p:cNvPicPr/>
                <p:nvPr/>
              </p:nvPicPr>
              <p:blipFill>
                <a:blip r:embed="rId316"/>
                <a:stretch>
                  <a:fillRect/>
                </a:stretch>
              </p:blipFill>
              <p:spPr>
                <a:xfrm>
                  <a:off x="5860071" y="3535163"/>
                  <a:ext cx="3420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1147" name="Ink 1146">
                  <a:extLst>
                    <a:ext uri="{FF2B5EF4-FFF2-40B4-BE49-F238E27FC236}">
                      <a16:creationId xmlns:a16="http://schemas.microsoft.com/office/drawing/2014/main" id="{DB2BC1B9-B911-4369-B04A-FF7678CA744B}"/>
                    </a:ext>
                  </a:extLst>
                </p14:cNvPr>
                <p14:cNvContentPartPr/>
                <p14:nvPr/>
              </p14:nvContentPartPr>
              <p14:xfrm>
                <a:off x="6009831" y="3622283"/>
                <a:ext cx="64080" cy="61560"/>
              </p14:xfrm>
            </p:contentPart>
          </mc:Choice>
          <mc:Fallback xmlns="">
            <p:pic>
              <p:nvPicPr>
                <p:cNvPr id="1147" name="Ink 1146">
                  <a:extLst>
                    <a:ext uri="{FF2B5EF4-FFF2-40B4-BE49-F238E27FC236}">
                      <a16:creationId xmlns:a16="http://schemas.microsoft.com/office/drawing/2014/main" id="{DB2BC1B9-B911-4369-B04A-FF7678CA744B}"/>
                    </a:ext>
                  </a:extLst>
                </p:cNvPr>
                <p:cNvPicPr/>
                <p:nvPr/>
              </p:nvPicPr>
              <p:blipFill>
                <a:blip r:embed="rId318"/>
                <a:stretch>
                  <a:fillRect/>
                </a:stretch>
              </p:blipFill>
              <p:spPr>
                <a:xfrm>
                  <a:off x="6000831" y="3613283"/>
                  <a:ext cx="8172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1148" name="Ink 1147">
                  <a:extLst>
                    <a:ext uri="{FF2B5EF4-FFF2-40B4-BE49-F238E27FC236}">
                      <a16:creationId xmlns:a16="http://schemas.microsoft.com/office/drawing/2014/main" id="{BA1C18B8-730F-4AA3-B90E-AD3D587D2B7D}"/>
                    </a:ext>
                  </a:extLst>
                </p14:cNvPr>
                <p14:cNvContentPartPr/>
                <p14:nvPr/>
              </p14:nvContentPartPr>
              <p14:xfrm>
                <a:off x="5968071" y="3655763"/>
                <a:ext cx="420840" cy="440280"/>
              </p14:xfrm>
            </p:contentPart>
          </mc:Choice>
          <mc:Fallback xmlns="">
            <p:pic>
              <p:nvPicPr>
                <p:cNvPr id="1148" name="Ink 1147">
                  <a:extLst>
                    <a:ext uri="{FF2B5EF4-FFF2-40B4-BE49-F238E27FC236}">
                      <a16:creationId xmlns:a16="http://schemas.microsoft.com/office/drawing/2014/main" id="{BA1C18B8-730F-4AA3-B90E-AD3D587D2B7D}"/>
                    </a:ext>
                  </a:extLst>
                </p:cNvPr>
                <p:cNvPicPr/>
                <p:nvPr/>
              </p:nvPicPr>
              <p:blipFill>
                <a:blip r:embed="rId320"/>
                <a:stretch>
                  <a:fillRect/>
                </a:stretch>
              </p:blipFill>
              <p:spPr>
                <a:xfrm>
                  <a:off x="5959071" y="3647123"/>
                  <a:ext cx="438480" cy="45792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1149" name="Ink 1148">
                  <a:extLst>
                    <a:ext uri="{FF2B5EF4-FFF2-40B4-BE49-F238E27FC236}">
                      <a16:creationId xmlns:a16="http://schemas.microsoft.com/office/drawing/2014/main" id="{D4E9F433-F46A-4890-B138-1A29612CE5E0}"/>
                    </a:ext>
                  </a:extLst>
                </p14:cNvPr>
                <p14:cNvContentPartPr/>
                <p14:nvPr/>
              </p14:nvContentPartPr>
              <p14:xfrm>
                <a:off x="6361911" y="3512123"/>
                <a:ext cx="122040" cy="394560"/>
              </p14:xfrm>
            </p:contentPart>
          </mc:Choice>
          <mc:Fallback xmlns="">
            <p:pic>
              <p:nvPicPr>
                <p:cNvPr id="1149" name="Ink 1148">
                  <a:extLst>
                    <a:ext uri="{FF2B5EF4-FFF2-40B4-BE49-F238E27FC236}">
                      <a16:creationId xmlns:a16="http://schemas.microsoft.com/office/drawing/2014/main" id="{D4E9F433-F46A-4890-B138-1A29612CE5E0}"/>
                    </a:ext>
                  </a:extLst>
                </p:cNvPr>
                <p:cNvPicPr/>
                <p:nvPr/>
              </p:nvPicPr>
              <p:blipFill>
                <a:blip r:embed="rId322"/>
                <a:stretch>
                  <a:fillRect/>
                </a:stretch>
              </p:blipFill>
              <p:spPr>
                <a:xfrm>
                  <a:off x="6353271" y="3503123"/>
                  <a:ext cx="139680" cy="412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23">
            <p14:nvContentPartPr>
              <p14:cNvPr id="1151" name="Ink 1150">
                <a:extLst>
                  <a:ext uri="{FF2B5EF4-FFF2-40B4-BE49-F238E27FC236}">
                    <a16:creationId xmlns:a16="http://schemas.microsoft.com/office/drawing/2014/main" id="{B3021B84-1C24-4249-9F89-EF60B2D66012}"/>
                  </a:ext>
                </a:extLst>
              </p14:cNvPr>
              <p14:cNvContentPartPr/>
              <p14:nvPr/>
            </p14:nvContentPartPr>
            <p14:xfrm>
              <a:off x="2170431" y="3630203"/>
              <a:ext cx="360" cy="360"/>
            </p14:xfrm>
          </p:contentPart>
        </mc:Choice>
        <mc:Fallback xmlns="">
          <p:pic>
            <p:nvPicPr>
              <p:cNvPr id="1151" name="Ink 1150">
                <a:extLst>
                  <a:ext uri="{FF2B5EF4-FFF2-40B4-BE49-F238E27FC236}">
                    <a16:creationId xmlns:a16="http://schemas.microsoft.com/office/drawing/2014/main" id="{B3021B84-1C24-4249-9F89-EF60B2D66012}"/>
                  </a:ext>
                </a:extLst>
              </p:cNvPr>
              <p:cNvPicPr/>
              <p:nvPr/>
            </p:nvPicPr>
            <p:blipFill>
              <a:blip r:embed="rId324"/>
              <a:stretch>
                <a:fillRect/>
              </a:stretch>
            </p:blipFill>
            <p:spPr>
              <a:xfrm>
                <a:off x="2161431" y="362120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1152" name="Ink 1151">
                <a:extLst>
                  <a:ext uri="{FF2B5EF4-FFF2-40B4-BE49-F238E27FC236}">
                    <a16:creationId xmlns:a16="http://schemas.microsoft.com/office/drawing/2014/main" id="{787409CF-DB47-461D-AB90-BC1D1782E07E}"/>
                  </a:ext>
                </a:extLst>
              </p14:cNvPr>
              <p14:cNvContentPartPr/>
              <p14:nvPr/>
            </p14:nvContentPartPr>
            <p14:xfrm>
              <a:off x="2185191" y="3724163"/>
              <a:ext cx="32400" cy="168480"/>
            </p14:xfrm>
          </p:contentPart>
        </mc:Choice>
        <mc:Fallback xmlns="">
          <p:pic>
            <p:nvPicPr>
              <p:cNvPr id="1152" name="Ink 1151">
                <a:extLst>
                  <a:ext uri="{FF2B5EF4-FFF2-40B4-BE49-F238E27FC236}">
                    <a16:creationId xmlns:a16="http://schemas.microsoft.com/office/drawing/2014/main" id="{787409CF-DB47-461D-AB90-BC1D1782E07E}"/>
                  </a:ext>
                </a:extLst>
              </p:cNvPr>
              <p:cNvPicPr/>
              <p:nvPr/>
            </p:nvPicPr>
            <p:blipFill>
              <a:blip r:embed="rId326"/>
              <a:stretch>
                <a:fillRect/>
              </a:stretch>
            </p:blipFill>
            <p:spPr>
              <a:xfrm>
                <a:off x="2176551" y="3715163"/>
                <a:ext cx="5004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1153" name="Ink 1152">
                <a:extLst>
                  <a:ext uri="{FF2B5EF4-FFF2-40B4-BE49-F238E27FC236}">
                    <a16:creationId xmlns:a16="http://schemas.microsoft.com/office/drawing/2014/main" id="{9B37F747-1ACB-4CEE-85E0-CBEE9743A39F}"/>
                  </a:ext>
                </a:extLst>
              </p14:cNvPr>
              <p14:cNvContentPartPr/>
              <p14:nvPr/>
            </p14:nvContentPartPr>
            <p14:xfrm>
              <a:off x="2244591" y="4044923"/>
              <a:ext cx="15120" cy="210960"/>
            </p14:xfrm>
          </p:contentPart>
        </mc:Choice>
        <mc:Fallback xmlns="">
          <p:pic>
            <p:nvPicPr>
              <p:cNvPr id="1153" name="Ink 1152">
                <a:extLst>
                  <a:ext uri="{FF2B5EF4-FFF2-40B4-BE49-F238E27FC236}">
                    <a16:creationId xmlns:a16="http://schemas.microsoft.com/office/drawing/2014/main" id="{9B37F747-1ACB-4CEE-85E0-CBEE9743A39F}"/>
                  </a:ext>
                </a:extLst>
              </p:cNvPr>
              <p:cNvPicPr/>
              <p:nvPr/>
            </p:nvPicPr>
            <p:blipFill>
              <a:blip r:embed="rId328"/>
              <a:stretch>
                <a:fillRect/>
              </a:stretch>
            </p:blipFill>
            <p:spPr>
              <a:xfrm>
                <a:off x="2235591" y="4035923"/>
                <a:ext cx="3276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1154" name="Ink 1153">
                <a:extLst>
                  <a:ext uri="{FF2B5EF4-FFF2-40B4-BE49-F238E27FC236}">
                    <a16:creationId xmlns:a16="http://schemas.microsoft.com/office/drawing/2014/main" id="{D8815980-5A46-41C5-82FB-449824D9AC2D}"/>
                  </a:ext>
                </a:extLst>
              </p14:cNvPr>
              <p14:cNvContentPartPr/>
              <p14:nvPr/>
            </p14:nvContentPartPr>
            <p14:xfrm>
              <a:off x="2259351" y="4397003"/>
              <a:ext cx="16560" cy="352440"/>
            </p14:xfrm>
          </p:contentPart>
        </mc:Choice>
        <mc:Fallback xmlns="">
          <p:pic>
            <p:nvPicPr>
              <p:cNvPr id="1154" name="Ink 1153">
                <a:extLst>
                  <a:ext uri="{FF2B5EF4-FFF2-40B4-BE49-F238E27FC236}">
                    <a16:creationId xmlns:a16="http://schemas.microsoft.com/office/drawing/2014/main" id="{D8815980-5A46-41C5-82FB-449824D9AC2D}"/>
                  </a:ext>
                </a:extLst>
              </p:cNvPr>
              <p:cNvPicPr/>
              <p:nvPr/>
            </p:nvPicPr>
            <p:blipFill>
              <a:blip r:embed="rId330"/>
              <a:stretch>
                <a:fillRect/>
              </a:stretch>
            </p:blipFill>
            <p:spPr>
              <a:xfrm>
                <a:off x="2250351" y="4388363"/>
                <a:ext cx="34200" cy="37008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1155" name="Ink 1154">
                <a:extLst>
                  <a:ext uri="{FF2B5EF4-FFF2-40B4-BE49-F238E27FC236}">
                    <a16:creationId xmlns:a16="http://schemas.microsoft.com/office/drawing/2014/main" id="{CCFFC023-3A30-4A6C-9259-5F689970A5F6}"/>
                  </a:ext>
                </a:extLst>
              </p14:cNvPr>
              <p14:cNvContentPartPr/>
              <p14:nvPr/>
            </p14:nvContentPartPr>
            <p14:xfrm>
              <a:off x="2274111" y="4862483"/>
              <a:ext cx="27000" cy="142920"/>
            </p14:xfrm>
          </p:contentPart>
        </mc:Choice>
        <mc:Fallback xmlns="">
          <p:pic>
            <p:nvPicPr>
              <p:cNvPr id="1155" name="Ink 1154">
                <a:extLst>
                  <a:ext uri="{FF2B5EF4-FFF2-40B4-BE49-F238E27FC236}">
                    <a16:creationId xmlns:a16="http://schemas.microsoft.com/office/drawing/2014/main" id="{CCFFC023-3A30-4A6C-9259-5F689970A5F6}"/>
                  </a:ext>
                </a:extLst>
              </p:cNvPr>
              <p:cNvPicPr/>
              <p:nvPr/>
            </p:nvPicPr>
            <p:blipFill>
              <a:blip r:embed="rId332"/>
              <a:stretch>
                <a:fillRect/>
              </a:stretch>
            </p:blipFill>
            <p:spPr>
              <a:xfrm>
                <a:off x="2265471" y="4853843"/>
                <a:ext cx="4464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1158" name="Ink 1157">
                <a:extLst>
                  <a:ext uri="{FF2B5EF4-FFF2-40B4-BE49-F238E27FC236}">
                    <a16:creationId xmlns:a16="http://schemas.microsoft.com/office/drawing/2014/main" id="{2C3B607C-E0EA-4E46-B71D-64C6748F1B84}"/>
                  </a:ext>
                </a:extLst>
              </p14:cNvPr>
              <p14:cNvContentPartPr/>
              <p14:nvPr/>
            </p14:nvContentPartPr>
            <p14:xfrm>
              <a:off x="2167551" y="3494843"/>
              <a:ext cx="13680" cy="7560"/>
            </p14:xfrm>
          </p:contentPart>
        </mc:Choice>
        <mc:Fallback xmlns="">
          <p:pic>
            <p:nvPicPr>
              <p:cNvPr id="1158" name="Ink 1157">
                <a:extLst>
                  <a:ext uri="{FF2B5EF4-FFF2-40B4-BE49-F238E27FC236}">
                    <a16:creationId xmlns:a16="http://schemas.microsoft.com/office/drawing/2014/main" id="{2C3B607C-E0EA-4E46-B71D-64C6748F1B84}"/>
                  </a:ext>
                </a:extLst>
              </p:cNvPr>
              <p:cNvPicPr/>
              <p:nvPr/>
            </p:nvPicPr>
            <p:blipFill>
              <a:blip r:embed="rId334"/>
              <a:stretch>
                <a:fillRect/>
              </a:stretch>
            </p:blipFill>
            <p:spPr>
              <a:xfrm>
                <a:off x="2158551" y="3485843"/>
                <a:ext cx="3132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1160" name="Ink 1159">
                <a:extLst>
                  <a:ext uri="{FF2B5EF4-FFF2-40B4-BE49-F238E27FC236}">
                    <a16:creationId xmlns:a16="http://schemas.microsoft.com/office/drawing/2014/main" id="{8B6BF93F-5EDB-46CE-829A-08C22C5A31B9}"/>
                  </a:ext>
                </a:extLst>
              </p14:cNvPr>
              <p14:cNvContentPartPr/>
              <p14:nvPr/>
            </p14:nvContentPartPr>
            <p14:xfrm>
              <a:off x="2309751" y="5119883"/>
              <a:ext cx="129240" cy="30240"/>
            </p14:xfrm>
          </p:contentPart>
        </mc:Choice>
        <mc:Fallback xmlns="">
          <p:pic>
            <p:nvPicPr>
              <p:cNvPr id="1160" name="Ink 1159">
                <a:extLst>
                  <a:ext uri="{FF2B5EF4-FFF2-40B4-BE49-F238E27FC236}">
                    <a16:creationId xmlns:a16="http://schemas.microsoft.com/office/drawing/2014/main" id="{8B6BF93F-5EDB-46CE-829A-08C22C5A31B9}"/>
                  </a:ext>
                </a:extLst>
              </p:cNvPr>
              <p:cNvPicPr/>
              <p:nvPr/>
            </p:nvPicPr>
            <p:blipFill>
              <a:blip r:embed="rId336"/>
              <a:stretch>
                <a:fillRect/>
              </a:stretch>
            </p:blipFill>
            <p:spPr>
              <a:xfrm>
                <a:off x="2301111" y="5111243"/>
                <a:ext cx="14688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1162" name="Ink 1161">
                <a:extLst>
                  <a:ext uri="{FF2B5EF4-FFF2-40B4-BE49-F238E27FC236}">
                    <a16:creationId xmlns:a16="http://schemas.microsoft.com/office/drawing/2014/main" id="{4A4A4429-FC04-438E-ABCC-6D04AE9D0886}"/>
                  </a:ext>
                </a:extLst>
              </p14:cNvPr>
              <p14:cNvContentPartPr/>
              <p14:nvPr/>
            </p14:nvContentPartPr>
            <p14:xfrm>
              <a:off x="4293711" y="4376843"/>
              <a:ext cx="155160" cy="360"/>
            </p14:xfrm>
          </p:contentPart>
        </mc:Choice>
        <mc:Fallback xmlns="">
          <p:pic>
            <p:nvPicPr>
              <p:cNvPr id="1162" name="Ink 1161">
                <a:extLst>
                  <a:ext uri="{FF2B5EF4-FFF2-40B4-BE49-F238E27FC236}">
                    <a16:creationId xmlns:a16="http://schemas.microsoft.com/office/drawing/2014/main" id="{4A4A4429-FC04-438E-ABCC-6D04AE9D0886}"/>
                  </a:ext>
                </a:extLst>
              </p:cNvPr>
              <p:cNvPicPr/>
              <p:nvPr/>
            </p:nvPicPr>
            <p:blipFill>
              <a:blip r:embed="rId338"/>
              <a:stretch>
                <a:fillRect/>
              </a:stretch>
            </p:blipFill>
            <p:spPr>
              <a:xfrm>
                <a:off x="4284711" y="4368203"/>
                <a:ext cx="1728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1163" name="Ink 1162">
                <a:extLst>
                  <a:ext uri="{FF2B5EF4-FFF2-40B4-BE49-F238E27FC236}">
                    <a16:creationId xmlns:a16="http://schemas.microsoft.com/office/drawing/2014/main" id="{B3BCC080-0A58-48CE-8BFF-76EFD3E1C850}"/>
                  </a:ext>
                </a:extLst>
              </p14:cNvPr>
              <p14:cNvContentPartPr/>
              <p14:nvPr/>
            </p14:nvContentPartPr>
            <p14:xfrm>
              <a:off x="5197311" y="4381163"/>
              <a:ext cx="205200" cy="34200"/>
            </p14:xfrm>
          </p:contentPart>
        </mc:Choice>
        <mc:Fallback xmlns="">
          <p:pic>
            <p:nvPicPr>
              <p:cNvPr id="1163" name="Ink 1162">
                <a:extLst>
                  <a:ext uri="{FF2B5EF4-FFF2-40B4-BE49-F238E27FC236}">
                    <a16:creationId xmlns:a16="http://schemas.microsoft.com/office/drawing/2014/main" id="{B3BCC080-0A58-48CE-8BFF-76EFD3E1C850}"/>
                  </a:ext>
                </a:extLst>
              </p:cNvPr>
              <p:cNvPicPr/>
              <p:nvPr/>
            </p:nvPicPr>
            <p:blipFill>
              <a:blip r:embed="rId340"/>
              <a:stretch>
                <a:fillRect/>
              </a:stretch>
            </p:blipFill>
            <p:spPr>
              <a:xfrm>
                <a:off x="5188671" y="4372523"/>
                <a:ext cx="22284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1164" name="Ink 1163">
                <a:extLst>
                  <a:ext uri="{FF2B5EF4-FFF2-40B4-BE49-F238E27FC236}">
                    <a16:creationId xmlns:a16="http://schemas.microsoft.com/office/drawing/2014/main" id="{BB281108-2444-4322-BD90-FAA6EE0852A4}"/>
                  </a:ext>
                </a:extLst>
              </p14:cNvPr>
              <p14:cNvContentPartPr/>
              <p14:nvPr/>
            </p14:nvContentPartPr>
            <p14:xfrm>
              <a:off x="3210111" y="4549643"/>
              <a:ext cx="5760" cy="23040"/>
            </p14:xfrm>
          </p:contentPart>
        </mc:Choice>
        <mc:Fallback xmlns="">
          <p:pic>
            <p:nvPicPr>
              <p:cNvPr id="1164" name="Ink 1163">
                <a:extLst>
                  <a:ext uri="{FF2B5EF4-FFF2-40B4-BE49-F238E27FC236}">
                    <a16:creationId xmlns:a16="http://schemas.microsoft.com/office/drawing/2014/main" id="{BB281108-2444-4322-BD90-FAA6EE0852A4}"/>
                  </a:ext>
                </a:extLst>
              </p:cNvPr>
              <p:cNvPicPr/>
              <p:nvPr/>
            </p:nvPicPr>
            <p:blipFill>
              <a:blip r:embed="rId342"/>
              <a:stretch>
                <a:fillRect/>
              </a:stretch>
            </p:blipFill>
            <p:spPr>
              <a:xfrm>
                <a:off x="3201471" y="4541003"/>
                <a:ext cx="2340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1165" name="Ink 1164">
                <a:extLst>
                  <a:ext uri="{FF2B5EF4-FFF2-40B4-BE49-F238E27FC236}">
                    <a16:creationId xmlns:a16="http://schemas.microsoft.com/office/drawing/2014/main" id="{82A37BEE-CDD9-4230-A8C6-8BD75A22D114}"/>
                  </a:ext>
                </a:extLst>
              </p14:cNvPr>
              <p14:cNvContentPartPr/>
              <p14:nvPr/>
            </p14:nvContentPartPr>
            <p14:xfrm>
              <a:off x="4362471" y="4883723"/>
              <a:ext cx="1035360" cy="50400"/>
            </p14:xfrm>
          </p:contentPart>
        </mc:Choice>
        <mc:Fallback xmlns="">
          <p:pic>
            <p:nvPicPr>
              <p:cNvPr id="1165" name="Ink 1164">
                <a:extLst>
                  <a:ext uri="{FF2B5EF4-FFF2-40B4-BE49-F238E27FC236}">
                    <a16:creationId xmlns:a16="http://schemas.microsoft.com/office/drawing/2014/main" id="{82A37BEE-CDD9-4230-A8C6-8BD75A22D114}"/>
                  </a:ext>
                </a:extLst>
              </p:cNvPr>
              <p:cNvPicPr/>
              <p:nvPr/>
            </p:nvPicPr>
            <p:blipFill>
              <a:blip r:embed="rId344"/>
              <a:stretch>
                <a:fillRect/>
              </a:stretch>
            </p:blipFill>
            <p:spPr>
              <a:xfrm>
                <a:off x="4353831" y="4875083"/>
                <a:ext cx="105300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1166" name="Ink 1165">
                <a:extLst>
                  <a:ext uri="{FF2B5EF4-FFF2-40B4-BE49-F238E27FC236}">
                    <a16:creationId xmlns:a16="http://schemas.microsoft.com/office/drawing/2014/main" id="{C5931496-72C9-4DAE-BA93-FF0E23D597EE}"/>
                  </a:ext>
                </a:extLst>
              </p14:cNvPr>
              <p14:cNvContentPartPr/>
              <p14:nvPr/>
            </p14:nvContentPartPr>
            <p14:xfrm>
              <a:off x="2164311" y="3548123"/>
              <a:ext cx="14400" cy="1800"/>
            </p14:xfrm>
          </p:contentPart>
        </mc:Choice>
        <mc:Fallback xmlns="">
          <p:pic>
            <p:nvPicPr>
              <p:cNvPr id="1166" name="Ink 1165">
                <a:extLst>
                  <a:ext uri="{FF2B5EF4-FFF2-40B4-BE49-F238E27FC236}">
                    <a16:creationId xmlns:a16="http://schemas.microsoft.com/office/drawing/2014/main" id="{C5931496-72C9-4DAE-BA93-FF0E23D597EE}"/>
                  </a:ext>
                </a:extLst>
              </p:cNvPr>
              <p:cNvPicPr/>
              <p:nvPr/>
            </p:nvPicPr>
            <p:blipFill>
              <a:blip r:embed="rId346"/>
              <a:stretch>
                <a:fillRect/>
              </a:stretch>
            </p:blipFill>
            <p:spPr>
              <a:xfrm>
                <a:off x="2155671" y="3539123"/>
                <a:ext cx="3204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1167" name="Ink 1166">
                <a:extLst>
                  <a:ext uri="{FF2B5EF4-FFF2-40B4-BE49-F238E27FC236}">
                    <a16:creationId xmlns:a16="http://schemas.microsoft.com/office/drawing/2014/main" id="{ADC5A466-B4B3-4289-859A-9808CFD9E34F}"/>
                  </a:ext>
                </a:extLst>
              </p14:cNvPr>
              <p14:cNvContentPartPr/>
              <p14:nvPr/>
            </p14:nvContentPartPr>
            <p14:xfrm>
              <a:off x="5022351" y="3775643"/>
              <a:ext cx="7920" cy="13680"/>
            </p14:xfrm>
          </p:contentPart>
        </mc:Choice>
        <mc:Fallback xmlns="">
          <p:pic>
            <p:nvPicPr>
              <p:cNvPr id="1167" name="Ink 1166">
                <a:extLst>
                  <a:ext uri="{FF2B5EF4-FFF2-40B4-BE49-F238E27FC236}">
                    <a16:creationId xmlns:a16="http://schemas.microsoft.com/office/drawing/2014/main" id="{ADC5A466-B4B3-4289-859A-9808CFD9E34F}"/>
                  </a:ext>
                </a:extLst>
              </p:cNvPr>
              <p:cNvPicPr/>
              <p:nvPr/>
            </p:nvPicPr>
            <p:blipFill>
              <a:blip r:embed="rId348"/>
              <a:stretch>
                <a:fillRect/>
              </a:stretch>
            </p:blipFill>
            <p:spPr>
              <a:xfrm>
                <a:off x="5013351" y="3766643"/>
                <a:ext cx="2556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1168" name="Ink 1167">
                <a:extLst>
                  <a:ext uri="{FF2B5EF4-FFF2-40B4-BE49-F238E27FC236}">
                    <a16:creationId xmlns:a16="http://schemas.microsoft.com/office/drawing/2014/main" id="{76A2BFFB-3ADD-4BDA-ACCA-4528242A25E7}"/>
                  </a:ext>
                </a:extLst>
              </p14:cNvPr>
              <p14:cNvContentPartPr/>
              <p14:nvPr/>
            </p14:nvContentPartPr>
            <p14:xfrm>
              <a:off x="4954671" y="4368203"/>
              <a:ext cx="376200" cy="90720"/>
            </p14:xfrm>
          </p:contentPart>
        </mc:Choice>
        <mc:Fallback xmlns="">
          <p:pic>
            <p:nvPicPr>
              <p:cNvPr id="1168" name="Ink 1167">
                <a:extLst>
                  <a:ext uri="{FF2B5EF4-FFF2-40B4-BE49-F238E27FC236}">
                    <a16:creationId xmlns:a16="http://schemas.microsoft.com/office/drawing/2014/main" id="{76A2BFFB-3ADD-4BDA-ACCA-4528242A25E7}"/>
                  </a:ext>
                </a:extLst>
              </p:cNvPr>
              <p:cNvPicPr/>
              <p:nvPr/>
            </p:nvPicPr>
            <p:blipFill>
              <a:blip r:embed="rId350"/>
              <a:stretch>
                <a:fillRect/>
              </a:stretch>
            </p:blipFill>
            <p:spPr>
              <a:xfrm>
                <a:off x="4946031" y="4359203"/>
                <a:ext cx="39384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1169" name="Ink 1168">
                <a:extLst>
                  <a:ext uri="{FF2B5EF4-FFF2-40B4-BE49-F238E27FC236}">
                    <a16:creationId xmlns:a16="http://schemas.microsoft.com/office/drawing/2014/main" id="{3154FDF1-8B2E-4E2C-AADC-14CF21A7305F}"/>
                  </a:ext>
                </a:extLst>
              </p14:cNvPr>
              <p14:cNvContentPartPr/>
              <p14:nvPr/>
            </p14:nvContentPartPr>
            <p14:xfrm>
              <a:off x="1891791" y="4338323"/>
              <a:ext cx="360" cy="360"/>
            </p14:xfrm>
          </p:contentPart>
        </mc:Choice>
        <mc:Fallback xmlns="">
          <p:pic>
            <p:nvPicPr>
              <p:cNvPr id="1169" name="Ink 1168">
                <a:extLst>
                  <a:ext uri="{FF2B5EF4-FFF2-40B4-BE49-F238E27FC236}">
                    <a16:creationId xmlns:a16="http://schemas.microsoft.com/office/drawing/2014/main" id="{3154FDF1-8B2E-4E2C-AADC-14CF21A7305F}"/>
                  </a:ext>
                </a:extLst>
              </p:cNvPr>
              <p:cNvPicPr/>
              <p:nvPr/>
            </p:nvPicPr>
            <p:blipFill>
              <a:blip r:embed="rId324"/>
              <a:stretch>
                <a:fillRect/>
              </a:stretch>
            </p:blipFill>
            <p:spPr>
              <a:xfrm>
                <a:off x="1882791" y="432968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1170" name="Ink 1169">
                <a:extLst>
                  <a:ext uri="{FF2B5EF4-FFF2-40B4-BE49-F238E27FC236}">
                    <a16:creationId xmlns:a16="http://schemas.microsoft.com/office/drawing/2014/main" id="{04E0BD8A-5F8E-472A-9C42-C00D9704053E}"/>
                  </a:ext>
                </a:extLst>
              </p14:cNvPr>
              <p14:cNvContentPartPr/>
              <p14:nvPr/>
            </p14:nvContentPartPr>
            <p14:xfrm>
              <a:off x="1708911" y="4681763"/>
              <a:ext cx="272520" cy="61560"/>
            </p14:xfrm>
          </p:contentPart>
        </mc:Choice>
        <mc:Fallback xmlns="">
          <p:pic>
            <p:nvPicPr>
              <p:cNvPr id="1170" name="Ink 1169">
                <a:extLst>
                  <a:ext uri="{FF2B5EF4-FFF2-40B4-BE49-F238E27FC236}">
                    <a16:creationId xmlns:a16="http://schemas.microsoft.com/office/drawing/2014/main" id="{04E0BD8A-5F8E-472A-9C42-C00D9704053E}"/>
                  </a:ext>
                </a:extLst>
              </p:cNvPr>
              <p:cNvPicPr/>
              <p:nvPr/>
            </p:nvPicPr>
            <p:blipFill>
              <a:blip r:embed="rId353"/>
              <a:stretch>
                <a:fillRect/>
              </a:stretch>
            </p:blipFill>
            <p:spPr>
              <a:xfrm>
                <a:off x="1700271" y="4673123"/>
                <a:ext cx="29016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1171" name="Ink 1170">
                <a:extLst>
                  <a:ext uri="{FF2B5EF4-FFF2-40B4-BE49-F238E27FC236}">
                    <a16:creationId xmlns:a16="http://schemas.microsoft.com/office/drawing/2014/main" id="{923BA9C9-B0BE-406E-9DC1-CF825DDC6605}"/>
                  </a:ext>
                </a:extLst>
              </p14:cNvPr>
              <p14:cNvContentPartPr/>
              <p14:nvPr/>
            </p14:nvContentPartPr>
            <p14:xfrm>
              <a:off x="1700271" y="4732523"/>
              <a:ext cx="271800" cy="35640"/>
            </p14:xfrm>
          </p:contentPart>
        </mc:Choice>
        <mc:Fallback xmlns="">
          <p:pic>
            <p:nvPicPr>
              <p:cNvPr id="1171" name="Ink 1170">
                <a:extLst>
                  <a:ext uri="{FF2B5EF4-FFF2-40B4-BE49-F238E27FC236}">
                    <a16:creationId xmlns:a16="http://schemas.microsoft.com/office/drawing/2014/main" id="{923BA9C9-B0BE-406E-9DC1-CF825DDC6605}"/>
                  </a:ext>
                </a:extLst>
              </p:cNvPr>
              <p:cNvPicPr/>
              <p:nvPr/>
            </p:nvPicPr>
            <p:blipFill>
              <a:blip r:embed="rId355"/>
              <a:stretch>
                <a:fillRect/>
              </a:stretch>
            </p:blipFill>
            <p:spPr>
              <a:xfrm>
                <a:off x="1691631" y="4723523"/>
                <a:ext cx="289440" cy="53280"/>
              </a:xfrm>
              <a:prstGeom prst="rect">
                <a:avLst/>
              </a:prstGeom>
            </p:spPr>
          </p:pic>
        </mc:Fallback>
      </mc:AlternateContent>
      <p:grpSp>
        <p:nvGrpSpPr>
          <p:cNvPr id="1183" name="Group 1182">
            <a:extLst>
              <a:ext uri="{FF2B5EF4-FFF2-40B4-BE49-F238E27FC236}">
                <a16:creationId xmlns:a16="http://schemas.microsoft.com/office/drawing/2014/main" id="{DA23B799-C365-4BE3-B054-108C30D8600E}"/>
              </a:ext>
            </a:extLst>
          </p:cNvPr>
          <p:cNvGrpSpPr/>
          <p:nvPr/>
        </p:nvGrpSpPr>
        <p:grpSpPr>
          <a:xfrm>
            <a:off x="1279431" y="3278843"/>
            <a:ext cx="739440" cy="297720"/>
            <a:chOff x="1279431" y="3278843"/>
            <a:chExt cx="739440" cy="297720"/>
          </a:xfrm>
        </p:grpSpPr>
        <mc:AlternateContent xmlns:mc="http://schemas.openxmlformats.org/markup-compatibility/2006" xmlns:p14="http://schemas.microsoft.com/office/powerpoint/2010/main">
          <mc:Choice Requires="p14">
            <p:contentPart p14:bwMode="auto" r:id="rId356">
              <p14:nvContentPartPr>
                <p14:cNvPr id="1157" name="Ink 1156">
                  <a:extLst>
                    <a:ext uri="{FF2B5EF4-FFF2-40B4-BE49-F238E27FC236}">
                      <a16:creationId xmlns:a16="http://schemas.microsoft.com/office/drawing/2014/main" id="{2EA0EEF7-FBB7-49AA-BDF4-3921AD4E6DD1}"/>
                    </a:ext>
                  </a:extLst>
                </p14:cNvPr>
                <p14:cNvContentPartPr/>
                <p14:nvPr/>
              </p14:nvContentPartPr>
              <p14:xfrm>
                <a:off x="1741311" y="3483323"/>
                <a:ext cx="277560" cy="11520"/>
              </p14:xfrm>
            </p:contentPart>
          </mc:Choice>
          <mc:Fallback xmlns="">
            <p:pic>
              <p:nvPicPr>
                <p:cNvPr id="1157" name="Ink 1156">
                  <a:extLst>
                    <a:ext uri="{FF2B5EF4-FFF2-40B4-BE49-F238E27FC236}">
                      <a16:creationId xmlns:a16="http://schemas.microsoft.com/office/drawing/2014/main" id="{2EA0EEF7-FBB7-49AA-BDF4-3921AD4E6DD1}"/>
                    </a:ext>
                  </a:extLst>
                </p:cNvPr>
                <p:cNvPicPr/>
                <p:nvPr/>
              </p:nvPicPr>
              <p:blipFill>
                <a:blip r:embed="rId357"/>
                <a:stretch>
                  <a:fillRect/>
                </a:stretch>
              </p:blipFill>
              <p:spPr>
                <a:xfrm>
                  <a:off x="1732311" y="3474683"/>
                  <a:ext cx="29520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1156" name="Ink 1155">
                  <a:extLst>
                    <a:ext uri="{FF2B5EF4-FFF2-40B4-BE49-F238E27FC236}">
                      <a16:creationId xmlns:a16="http://schemas.microsoft.com/office/drawing/2014/main" id="{0468261A-308F-48D8-9A37-50AC3B9333A7}"/>
                    </a:ext>
                  </a:extLst>
                </p14:cNvPr>
                <p14:cNvContentPartPr/>
                <p14:nvPr/>
              </p14:nvContentPartPr>
              <p14:xfrm>
                <a:off x="1537191" y="3502763"/>
                <a:ext cx="79560" cy="1800"/>
              </p14:xfrm>
            </p:contentPart>
          </mc:Choice>
          <mc:Fallback xmlns="">
            <p:pic>
              <p:nvPicPr>
                <p:cNvPr id="1156" name="Ink 1155">
                  <a:extLst>
                    <a:ext uri="{FF2B5EF4-FFF2-40B4-BE49-F238E27FC236}">
                      <a16:creationId xmlns:a16="http://schemas.microsoft.com/office/drawing/2014/main" id="{0468261A-308F-48D8-9A37-50AC3B9333A7}"/>
                    </a:ext>
                  </a:extLst>
                </p:cNvPr>
                <p:cNvPicPr/>
                <p:nvPr/>
              </p:nvPicPr>
              <p:blipFill>
                <a:blip r:embed="rId359"/>
                <a:stretch>
                  <a:fillRect/>
                </a:stretch>
              </p:blipFill>
              <p:spPr>
                <a:xfrm>
                  <a:off x="1528551" y="3493763"/>
                  <a:ext cx="9720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1159" name="Ink 1158">
                  <a:extLst>
                    <a:ext uri="{FF2B5EF4-FFF2-40B4-BE49-F238E27FC236}">
                      <a16:creationId xmlns:a16="http://schemas.microsoft.com/office/drawing/2014/main" id="{CBA00962-2BFB-4C39-9249-9418344A17A1}"/>
                    </a:ext>
                  </a:extLst>
                </p14:cNvPr>
                <p14:cNvContentPartPr/>
                <p14:nvPr/>
              </p14:nvContentPartPr>
              <p14:xfrm>
                <a:off x="1279431" y="3533363"/>
                <a:ext cx="208080" cy="43200"/>
              </p14:xfrm>
            </p:contentPart>
          </mc:Choice>
          <mc:Fallback xmlns="">
            <p:pic>
              <p:nvPicPr>
                <p:cNvPr id="1159" name="Ink 1158">
                  <a:extLst>
                    <a:ext uri="{FF2B5EF4-FFF2-40B4-BE49-F238E27FC236}">
                      <a16:creationId xmlns:a16="http://schemas.microsoft.com/office/drawing/2014/main" id="{CBA00962-2BFB-4C39-9249-9418344A17A1}"/>
                    </a:ext>
                  </a:extLst>
                </p:cNvPr>
                <p:cNvPicPr/>
                <p:nvPr/>
              </p:nvPicPr>
              <p:blipFill>
                <a:blip r:embed="rId361"/>
                <a:stretch>
                  <a:fillRect/>
                </a:stretch>
              </p:blipFill>
              <p:spPr>
                <a:xfrm>
                  <a:off x="1270431" y="3524723"/>
                  <a:ext cx="22572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1176" name="Ink 1175">
                  <a:extLst>
                    <a:ext uri="{FF2B5EF4-FFF2-40B4-BE49-F238E27FC236}">
                      <a16:creationId xmlns:a16="http://schemas.microsoft.com/office/drawing/2014/main" id="{0BCFB45C-0CE9-4524-920C-F113FDE3B54C}"/>
                    </a:ext>
                  </a:extLst>
                </p14:cNvPr>
                <p14:cNvContentPartPr/>
                <p14:nvPr/>
              </p14:nvContentPartPr>
              <p14:xfrm>
                <a:off x="1303911" y="3393323"/>
                <a:ext cx="99000" cy="61200"/>
              </p14:xfrm>
            </p:contentPart>
          </mc:Choice>
          <mc:Fallback xmlns="">
            <p:pic>
              <p:nvPicPr>
                <p:cNvPr id="1176" name="Ink 1175">
                  <a:extLst>
                    <a:ext uri="{FF2B5EF4-FFF2-40B4-BE49-F238E27FC236}">
                      <a16:creationId xmlns:a16="http://schemas.microsoft.com/office/drawing/2014/main" id="{0BCFB45C-0CE9-4524-920C-F113FDE3B54C}"/>
                    </a:ext>
                  </a:extLst>
                </p:cNvPr>
                <p:cNvPicPr/>
                <p:nvPr/>
              </p:nvPicPr>
              <p:blipFill>
                <a:blip r:embed="rId363"/>
                <a:stretch>
                  <a:fillRect/>
                </a:stretch>
              </p:blipFill>
              <p:spPr>
                <a:xfrm>
                  <a:off x="1294911" y="3384323"/>
                  <a:ext cx="11664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1177" name="Ink 1176">
                  <a:extLst>
                    <a:ext uri="{FF2B5EF4-FFF2-40B4-BE49-F238E27FC236}">
                      <a16:creationId xmlns:a16="http://schemas.microsoft.com/office/drawing/2014/main" id="{C47B5691-F8D1-43BA-B0D9-91AC05F0D85A}"/>
                    </a:ext>
                  </a:extLst>
                </p14:cNvPr>
                <p14:cNvContentPartPr/>
                <p14:nvPr/>
              </p14:nvContentPartPr>
              <p14:xfrm>
                <a:off x="1448271" y="3444443"/>
                <a:ext cx="70200" cy="80640"/>
              </p14:xfrm>
            </p:contentPart>
          </mc:Choice>
          <mc:Fallback xmlns="">
            <p:pic>
              <p:nvPicPr>
                <p:cNvPr id="1177" name="Ink 1176">
                  <a:extLst>
                    <a:ext uri="{FF2B5EF4-FFF2-40B4-BE49-F238E27FC236}">
                      <a16:creationId xmlns:a16="http://schemas.microsoft.com/office/drawing/2014/main" id="{C47B5691-F8D1-43BA-B0D9-91AC05F0D85A}"/>
                    </a:ext>
                  </a:extLst>
                </p:cNvPr>
                <p:cNvPicPr/>
                <p:nvPr/>
              </p:nvPicPr>
              <p:blipFill>
                <a:blip r:embed="rId365"/>
                <a:stretch>
                  <a:fillRect/>
                </a:stretch>
              </p:blipFill>
              <p:spPr>
                <a:xfrm>
                  <a:off x="1439631" y="3435803"/>
                  <a:ext cx="8784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1178" name="Ink 1177">
                  <a:extLst>
                    <a:ext uri="{FF2B5EF4-FFF2-40B4-BE49-F238E27FC236}">
                      <a16:creationId xmlns:a16="http://schemas.microsoft.com/office/drawing/2014/main" id="{9073F2AC-DA85-4B2D-A282-43EFBE809FFE}"/>
                    </a:ext>
                  </a:extLst>
                </p14:cNvPr>
                <p14:cNvContentPartPr/>
                <p14:nvPr/>
              </p14:nvContentPartPr>
              <p14:xfrm>
                <a:off x="1437831" y="3278843"/>
                <a:ext cx="14400" cy="79200"/>
              </p14:xfrm>
            </p:contentPart>
          </mc:Choice>
          <mc:Fallback xmlns="">
            <p:pic>
              <p:nvPicPr>
                <p:cNvPr id="1178" name="Ink 1177">
                  <a:extLst>
                    <a:ext uri="{FF2B5EF4-FFF2-40B4-BE49-F238E27FC236}">
                      <a16:creationId xmlns:a16="http://schemas.microsoft.com/office/drawing/2014/main" id="{9073F2AC-DA85-4B2D-A282-43EFBE809FFE}"/>
                    </a:ext>
                  </a:extLst>
                </p:cNvPr>
                <p:cNvPicPr/>
                <p:nvPr/>
              </p:nvPicPr>
              <p:blipFill>
                <a:blip r:embed="rId367"/>
                <a:stretch>
                  <a:fillRect/>
                </a:stretch>
              </p:blipFill>
              <p:spPr>
                <a:xfrm>
                  <a:off x="1429191" y="3269843"/>
                  <a:ext cx="32040" cy="96840"/>
                </a:xfrm>
                <a:prstGeom prst="rect">
                  <a:avLst/>
                </a:prstGeom>
              </p:spPr>
            </p:pic>
          </mc:Fallback>
        </mc:AlternateContent>
      </p:grpSp>
      <p:grpSp>
        <p:nvGrpSpPr>
          <p:cNvPr id="1191" name="Group 1190">
            <a:extLst>
              <a:ext uri="{FF2B5EF4-FFF2-40B4-BE49-F238E27FC236}">
                <a16:creationId xmlns:a16="http://schemas.microsoft.com/office/drawing/2014/main" id="{6457BF20-3950-4DBF-9723-4BCA5E0D5EDE}"/>
              </a:ext>
            </a:extLst>
          </p:cNvPr>
          <p:cNvGrpSpPr/>
          <p:nvPr/>
        </p:nvGrpSpPr>
        <p:grpSpPr>
          <a:xfrm>
            <a:off x="1293471" y="4204403"/>
            <a:ext cx="633960" cy="232200"/>
            <a:chOff x="1293471" y="4204403"/>
            <a:chExt cx="633960" cy="232200"/>
          </a:xfrm>
        </p:grpSpPr>
        <mc:AlternateContent xmlns:mc="http://schemas.openxmlformats.org/markup-compatibility/2006" xmlns:p14="http://schemas.microsoft.com/office/powerpoint/2010/main">
          <mc:Choice Requires="p14">
            <p:contentPart p14:bwMode="auto" r:id="rId368">
              <p14:nvContentPartPr>
                <p14:cNvPr id="1172" name="Ink 1171">
                  <a:extLst>
                    <a:ext uri="{FF2B5EF4-FFF2-40B4-BE49-F238E27FC236}">
                      <a16:creationId xmlns:a16="http://schemas.microsoft.com/office/drawing/2014/main" id="{B1F19838-9741-4D97-A159-451B981898A6}"/>
                    </a:ext>
                  </a:extLst>
                </p14:cNvPr>
                <p14:cNvContentPartPr/>
                <p14:nvPr/>
              </p14:nvContentPartPr>
              <p14:xfrm>
                <a:off x="1567071" y="4339763"/>
                <a:ext cx="29880" cy="2520"/>
              </p14:xfrm>
            </p:contentPart>
          </mc:Choice>
          <mc:Fallback xmlns="">
            <p:pic>
              <p:nvPicPr>
                <p:cNvPr id="1172" name="Ink 1171">
                  <a:extLst>
                    <a:ext uri="{FF2B5EF4-FFF2-40B4-BE49-F238E27FC236}">
                      <a16:creationId xmlns:a16="http://schemas.microsoft.com/office/drawing/2014/main" id="{B1F19838-9741-4D97-A159-451B981898A6}"/>
                    </a:ext>
                  </a:extLst>
                </p:cNvPr>
                <p:cNvPicPr/>
                <p:nvPr/>
              </p:nvPicPr>
              <p:blipFill>
                <a:blip r:embed="rId369"/>
                <a:stretch>
                  <a:fillRect/>
                </a:stretch>
              </p:blipFill>
              <p:spPr>
                <a:xfrm>
                  <a:off x="1558071" y="4330763"/>
                  <a:ext cx="4752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1173" name="Ink 1172">
                  <a:extLst>
                    <a:ext uri="{FF2B5EF4-FFF2-40B4-BE49-F238E27FC236}">
                      <a16:creationId xmlns:a16="http://schemas.microsoft.com/office/drawing/2014/main" id="{C6837DC0-C445-4782-853C-0759E8FEF08B}"/>
                    </a:ext>
                  </a:extLst>
                </p14:cNvPr>
                <p14:cNvContentPartPr/>
                <p14:nvPr/>
              </p14:nvContentPartPr>
              <p14:xfrm>
                <a:off x="1567071" y="4335803"/>
                <a:ext cx="212400" cy="11160"/>
              </p14:xfrm>
            </p:contentPart>
          </mc:Choice>
          <mc:Fallback xmlns="">
            <p:pic>
              <p:nvPicPr>
                <p:cNvPr id="1173" name="Ink 1172">
                  <a:extLst>
                    <a:ext uri="{FF2B5EF4-FFF2-40B4-BE49-F238E27FC236}">
                      <a16:creationId xmlns:a16="http://schemas.microsoft.com/office/drawing/2014/main" id="{C6837DC0-C445-4782-853C-0759E8FEF08B}"/>
                    </a:ext>
                  </a:extLst>
                </p:cNvPr>
                <p:cNvPicPr/>
                <p:nvPr/>
              </p:nvPicPr>
              <p:blipFill>
                <a:blip r:embed="rId371"/>
                <a:stretch>
                  <a:fillRect/>
                </a:stretch>
              </p:blipFill>
              <p:spPr>
                <a:xfrm>
                  <a:off x="1558071" y="4326803"/>
                  <a:ext cx="23004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372">
              <p14:nvContentPartPr>
                <p14:cNvPr id="1174" name="Ink 1173">
                  <a:extLst>
                    <a:ext uri="{FF2B5EF4-FFF2-40B4-BE49-F238E27FC236}">
                      <a16:creationId xmlns:a16="http://schemas.microsoft.com/office/drawing/2014/main" id="{3F613022-9EDA-4712-A47A-C2EF9B1726D5}"/>
                    </a:ext>
                  </a:extLst>
                </p14:cNvPr>
                <p14:cNvContentPartPr/>
                <p14:nvPr/>
              </p14:nvContentPartPr>
              <p14:xfrm>
                <a:off x="1850751" y="4330043"/>
                <a:ext cx="76680" cy="5400"/>
              </p14:xfrm>
            </p:contentPart>
          </mc:Choice>
          <mc:Fallback xmlns="">
            <p:pic>
              <p:nvPicPr>
                <p:cNvPr id="1174" name="Ink 1173">
                  <a:extLst>
                    <a:ext uri="{FF2B5EF4-FFF2-40B4-BE49-F238E27FC236}">
                      <a16:creationId xmlns:a16="http://schemas.microsoft.com/office/drawing/2014/main" id="{3F613022-9EDA-4712-A47A-C2EF9B1726D5}"/>
                    </a:ext>
                  </a:extLst>
                </p:cNvPr>
                <p:cNvPicPr/>
                <p:nvPr/>
              </p:nvPicPr>
              <p:blipFill>
                <a:blip r:embed="rId373"/>
                <a:stretch>
                  <a:fillRect/>
                </a:stretch>
              </p:blipFill>
              <p:spPr>
                <a:xfrm>
                  <a:off x="1842111" y="4321043"/>
                  <a:ext cx="9432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1179" name="Ink 1178">
                  <a:extLst>
                    <a:ext uri="{FF2B5EF4-FFF2-40B4-BE49-F238E27FC236}">
                      <a16:creationId xmlns:a16="http://schemas.microsoft.com/office/drawing/2014/main" id="{BC2CEFA7-A4D6-4795-B54F-64CC4CB08821}"/>
                    </a:ext>
                  </a:extLst>
                </p14:cNvPr>
                <p14:cNvContentPartPr/>
                <p14:nvPr/>
              </p14:nvContentPartPr>
              <p14:xfrm>
                <a:off x="1293471" y="4322483"/>
                <a:ext cx="97560" cy="63720"/>
              </p14:xfrm>
            </p:contentPart>
          </mc:Choice>
          <mc:Fallback xmlns="">
            <p:pic>
              <p:nvPicPr>
                <p:cNvPr id="1179" name="Ink 1178">
                  <a:extLst>
                    <a:ext uri="{FF2B5EF4-FFF2-40B4-BE49-F238E27FC236}">
                      <a16:creationId xmlns:a16="http://schemas.microsoft.com/office/drawing/2014/main" id="{BC2CEFA7-A4D6-4795-B54F-64CC4CB08821}"/>
                    </a:ext>
                  </a:extLst>
                </p:cNvPr>
                <p:cNvPicPr/>
                <p:nvPr/>
              </p:nvPicPr>
              <p:blipFill>
                <a:blip r:embed="rId375"/>
                <a:stretch>
                  <a:fillRect/>
                </a:stretch>
              </p:blipFill>
              <p:spPr>
                <a:xfrm>
                  <a:off x="1284471" y="4313483"/>
                  <a:ext cx="11520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1180" name="Ink 1179">
                  <a:extLst>
                    <a:ext uri="{FF2B5EF4-FFF2-40B4-BE49-F238E27FC236}">
                      <a16:creationId xmlns:a16="http://schemas.microsoft.com/office/drawing/2014/main" id="{53A3A484-99EE-4462-B63A-F882BC201F57}"/>
                    </a:ext>
                  </a:extLst>
                </p14:cNvPr>
                <p14:cNvContentPartPr/>
                <p14:nvPr/>
              </p14:nvContentPartPr>
              <p14:xfrm>
                <a:off x="1436391" y="4345523"/>
                <a:ext cx="50040" cy="76320"/>
              </p14:xfrm>
            </p:contentPart>
          </mc:Choice>
          <mc:Fallback xmlns="">
            <p:pic>
              <p:nvPicPr>
                <p:cNvPr id="1180" name="Ink 1179">
                  <a:extLst>
                    <a:ext uri="{FF2B5EF4-FFF2-40B4-BE49-F238E27FC236}">
                      <a16:creationId xmlns:a16="http://schemas.microsoft.com/office/drawing/2014/main" id="{53A3A484-99EE-4462-B63A-F882BC201F57}"/>
                    </a:ext>
                  </a:extLst>
                </p:cNvPr>
                <p:cNvPicPr/>
                <p:nvPr/>
              </p:nvPicPr>
              <p:blipFill>
                <a:blip r:embed="rId377"/>
                <a:stretch>
                  <a:fillRect/>
                </a:stretch>
              </p:blipFill>
              <p:spPr>
                <a:xfrm>
                  <a:off x="1427751" y="4336883"/>
                  <a:ext cx="6768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378">
              <p14:nvContentPartPr>
                <p14:cNvPr id="1181" name="Ink 1180">
                  <a:extLst>
                    <a:ext uri="{FF2B5EF4-FFF2-40B4-BE49-F238E27FC236}">
                      <a16:creationId xmlns:a16="http://schemas.microsoft.com/office/drawing/2014/main" id="{1329306B-B556-4A2C-8C2F-837751DF9FE4}"/>
                    </a:ext>
                  </a:extLst>
                </p14:cNvPr>
                <p14:cNvContentPartPr/>
                <p14:nvPr/>
              </p14:nvContentPartPr>
              <p14:xfrm>
                <a:off x="1426671" y="4204403"/>
                <a:ext cx="38880" cy="68400"/>
              </p14:xfrm>
            </p:contentPart>
          </mc:Choice>
          <mc:Fallback xmlns="">
            <p:pic>
              <p:nvPicPr>
                <p:cNvPr id="1181" name="Ink 1180">
                  <a:extLst>
                    <a:ext uri="{FF2B5EF4-FFF2-40B4-BE49-F238E27FC236}">
                      <a16:creationId xmlns:a16="http://schemas.microsoft.com/office/drawing/2014/main" id="{1329306B-B556-4A2C-8C2F-837751DF9FE4}"/>
                    </a:ext>
                  </a:extLst>
                </p:cNvPr>
                <p:cNvPicPr/>
                <p:nvPr/>
              </p:nvPicPr>
              <p:blipFill>
                <a:blip r:embed="rId379"/>
                <a:stretch>
                  <a:fillRect/>
                </a:stretch>
              </p:blipFill>
              <p:spPr>
                <a:xfrm>
                  <a:off x="1418031" y="4195403"/>
                  <a:ext cx="5652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1184" name="Ink 1183">
                  <a:extLst>
                    <a:ext uri="{FF2B5EF4-FFF2-40B4-BE49-F238E27FC236}">
                      <a16:creationId xmlns:a16="http://schemas.microsoft.com/office/drawing/2014/main" id="{95022B98-86B6-4723-A633-9E3423CE26D6}"/>
                    </a:ext>
                  </a:extLst>
                </p14:cNvPr>
                <p14:cNvContentPartPr/>
                <p14:nvPr/>
              </p14:nvContentPartPr>
              <p14:xfrm>
                <a:off x="1852191" y="4376843"/>
                <a:ext cx="5400" cy="59760"/>
              </p14:xfrm>
            </p:contentPart>
          </mc:Choice>
          <mc:Fallback xmlns="">
            <p:pic>
              <p:nvPicPr>
                <p:cNvPr id="1184" name="Ink 1183">
                  <a:extLst>
                    <a:ext uri="{FF2B5EF4-FFF2-40B4-BE49-F238E27FC236}">
                      <a16:creationId xmlns:a16="http://schemas.microsoft.com/office/drawing/2014/main" id="{95022B98-86B6-4723-A633-9E3423CE26D6}"/>
                    </a:ext>
                  </a:extLst>
                </p:cNvPr>
                <p:cNvPicPr/>
                <p:nvPr/>
              </p:nvPicPr>
              <p:blipFill>
                <a:blip r:embed="rId381"/>
                <a:stretch>
                  <a:fillRect/>
                </a:stretch>
              </p:blipFill>
              <p:spPr>
                <a:xfrm>
                  <a:off x="1843551" y="4368203"/>
                  <a:ext cx="23040" cy="77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82">
            <p14:nvContentPartPr>
              <p14:cNvPr id="1185" name="Ink 1184">
                <a:extLst>
                  <a:ext uri="{FF2B5EF4-FFF2-40B4-BE49-F238E27FC236}">
                    <a16:creationId xmlns:a16="http://schemas.microsoft.com/office/drawing/2014/main" id="{CE58FC5E-C541-499B-9219-B0C3379AE4C7}"/>
                  </a:ext>
                </a:extLst>
              </p14:cNvPr>
              <p14:cNvContentPartPr/>
              <p14:nvPr/>
            </p14:nvContentPartPr>
            <p14:xfrm>
              <a:off x="1868031" y="4493123"/>
              <a:ext cx="10800" cy="217800"/>
            </p14:xfrm>
          </p:contentPart>
        </mc:Choice>
        <mc:Fallback xmlns="">
          <p:pic>
            <p:nvPicPr>
              <p:cNvPr id="1185" name="Ink 1184">
                <a:extLst>
                  <a:ext uri="{FF2B5EF4-FFF2-40B4-BE49-F238E27FC236}">
                    <a16:creationId xmlns:a16="http://schemas.microsoft.com/office/drawing/2014/main" id="{CE58FC5E-C541-499B-9219-B0C3379AE4C7}"/>
                  </a:ext>
                </a:extLst>
              </p:cNvPr>
              <p:cNvPicPr/>
              <p:nvPr/>
            </p:nvPicPr>
            <p:blipFill>
              <a:blip r:embed="rId383"/>
              <a:stretch>
                <a:fillRect/>
              </a:stretch>
            </p:blipFill>
            <p:spPr>
              <a:xfrm>
                <a:off x="1859031" y="4484123"/>
                <a:ext cx="2844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384">
            <p14:nvContentPartPr>
              <p14:cNvPr id="1186" name="Ink 1185">
                <a:extLst>
                  <a:ext uri="{FF2B5EF4-FFF2-40B4-BE49-F238E27FC236}">
                    <a16:creationId xmlns:a16="http://schemas.microsoft.com/office/drawing/2014/main" id="{0D48F5FD-3119-444A-A0DE-A96AA8426C1B}"/>
                  </a:ext>
                </a:extLst>
              </p14:cNvPr>
              <p14:cNvContentPartPr/>
              <p14:nvPr/>
            </p14:nvContentPartPr>
            <p14:xfrm>
              <a:off x="1878471" y="4798403"/>
              <a:ext cx="3240" cy="127080"/>
            </p14:xfrm>
          </p:contentPart>
        </mc:Choice>
        <mc:Fallback xmlns="">
          <p:pic>
            <p:nvPicPr>
              <p:cNvPr id="1186" name="Ink 1185">
                <a:extLst>
                  <a:ext uri="{FF2B5EF4-FFF2-40B4-BE49-F238E27FC236}">
                    <a16:creationId xmlns:a16="http://schemas.microsoft.com/office/drawing/2014/main" id="{0D48F5FD-3119-444A-A0DE-A96AA8426C1B}"/>
                  </a:ext>
                </a:extLst>
              </p:cNvPr>
              <p:cNvPicPr/>
              <p:nvPr/>
            </p:nvPicPr>
            <p:blipFill>
              <a:blip r:embed="rId385"/>
              <a:stretch>
                <a:fillRect/>
              </a:stretch>
            </p:blipFill>
            <p:spPr>
              <a:xfrm>
                <a:off x="1869471" y="4789763"/>
                <a:ext cx="20880" cy="144720"/>
              </a:xfrm>
              <a:prstGeom prst="rect">
                <a:avLst/>
              </a:prstGeom>
            </p:spPr>
          </p:pic>
        </mc:Fallback>
      </mc:AlternateContent>
      <p:grpSp>
        <p:nvGrpSpPr>
          <p:cNvPr id="1190" name="Group 1189">
            <a:extLst>
              <a:ext uri="{FF2B5EF4-FFF2-40B4-BE49-F238E27FC236}">
                <a16:creationId xmlns:a16="http://schemas.microsoft.com/office/drawing/2014/main" id="{806DAF8D-4456-48AC-9BDB-FBD98DB31B48}"/>
              </a:ext>
            </a:extLst>
          </p:cNvPr>
          <p:cNvGrpSpPr/>
          <p:nvPr/>
        </p:nvGrpSpPr>
        <p:grpSpPr>
          <a:xfrm>
            <a:off x="1837791" y="5037083"/>
            <a:ext cx="218160" cy="195840"/>
            <a:chOff x="1837791" y="5037083"/>
            <a:chExt cx="218160" cy="195840"/>
          </a:xfrm>
        </p:grpSpPr>
        <mc:AlternateContent xmlns:mc="http://schemas.openxmlformats.org/markup-compatibility/2006" xmlns:p14="http://schemas.microsoft.com/office/powerpoint/2010/main">
          <mc:Choice Requires="p14">
            <p:contentPart p14:bwMode="auto" r:id="rId386">
              <p14:nvContentPartPr>
                <p14:cNvPr id="1187" name="Ink 1186">
                  <a:extLst>
                    <a:ext uri="{FF2B5EF4-FFF2-40B4-BE49-F238E27FC236}">
                      <a16:creationId xmlns:a16="http://schemas.microsoft.com/office/drawing/2014/main" id="{F1AAF6CB-F480-4A6B-86C8-307E909135A1}"/>
                    </a:ext>
                  </a:extLst>
                </p14:cNvPr>
                <p14:cNvContentPartPr/>
                <p14:nvPr/>
              </p14:nvContentPartPr>
              <p14:xfrm>
                <a:off x="1837791" y="5134643"/>
                <a:ext cx="87120" cy="61560"/>
              </p14:xfrm>
            </p:contentPart>
          </mc:Choice>
          <mc:Fallback xmlns="">
            <p:pic>
              <p:nvPicPr>
                <p:cNvPr id="1187" name="Ink 1186">
                  <a:extLst>
                    <a:ext uri="{FF2B5EF4-FFF2-40B4-BE49-F238E27FC236}">
                      <a16:creationId xmlns:a16="http://schemas.microsoft.com/office/drawing/2014/main" id="{F1AAF6CB-F480-4A6B-86C8-307E909135A1}"/>
                    </a:ext>
                  </a:extLst>
                </p:cNvPr>
                <p:cNvPicPr/>
                <p:nvPr/>
              </p:nvPicPr>
              <p:blipFill>
                <a:blip r:embed="rId387"/>
                <a:stretch>
                  <a:fillRect/>
                </a:stretch>
              </p:blipFill>
              <p:spPr>
                <a:xfrm>
                  <a:off x="1828791" y="5125643"/>
                  <a:ext cx="10476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388">
              <p14:nvContentPartPr>
                <p14:cNvPr id="1188" name="Ink 1187">
                  <a:extLst>
                    <a:ext uri="{FF2B5EF4-FFF2-40B4-BE49-F238E27FC236}">
                      <a16:creationId xmlns:a16="http://schemas.microsoft.com/office/drawing/2014/main" id="{7905EAD1-8D88-4E2E-8D97-8EF6A41FBFCD}"/>
                    </a:ext>
                  </a:extLst>
                </p14:cNvPr>
                <p14:cNvContentPartPr/>
                <p14:nvPr/>
              </p14:nvContentPartPr>
              <p14:xfrm>
                <a:off x="1980711" y="5168483"/>
                <a:ext cx="360" cy="64440"/>
              </p14:xfrm>
            </p:contentPart>
          </mc:Choice>
          <mc:Fallback xmlns="">
            <p:pic>
              <p:nvPicPr>
                <p:cNvPr id="1188" name="Ink 1187">
                  <a:extLst>
                    <a:ext uri="{FF2B5EF4-FFF2-40B4-BE49-F238E27FC236}">
                      <a16:creationId xmlns:a16="http://schemas.microsoft.com/office/drawing/2014/main" id="{7905EAD1-8D88-4E2E-8D97-8EF6A41FBFCD}"/>
                    </a:ext>
                  </a:extLst>
                </p:cNvPr>
                <p:cNvPicPr/>
                <p:nvPr/>
              </p:nvPicPr>
              <p:blipFill>
                <a:blip r:embed="rId389"/>
                <a:stretch>
                  <a:fillRect/>
                </a:stretch>
              </p:blipFill>
              <p:spPr>
                <a:xfrm>
                  <a:off x="1971711" y="5159843"/>
                  <a:ext cx="1800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390">
              <p14:nvContentPartPr>
                <p14:cNvPr id="1189" name="Ink 1188">
                  <a:extLst>
                    <a:ext uri="{FF2B5EF4-FFF2-40B4-BE49-F238E27FC236}">
                      <a16:creationId xmlns:a16="http://schemas.microsoft.com/office/drawing/2014/main" id="{4B135B4F-9EE9-4A80-BFCA-BB2ED71EB4A7}"/>
                    </a:ext>
                  </a:extLst>
                </p14:cNvPr>
                <p14:cNvContentPartPr/>
                <p14:nvPr/>
              </p14:nvContentPartPr>
              <p14:xfrm>
                <a:off x="2013831" y="5037083"/>
                <a:ext cx="42120" cy="79560"/>
              </p14:xfrm>
            </p:contentPart>
          </mc:Choice>
          <mc:Fallback xmlns="">
            <p:pic>
              <p:nvPicPr>
                <p:cNvPr id="1189" name="Ink 1188">
                  <a:extLst>
                    <a:ext uri="{FF2B5EF4-FFF2-40B4-BE49-F238E27FC236}">
                      <a16:creationId xmlns:a16="http://schemas.microsoft.com/office/drawing/2014/main" id="{4B135B4F-9EE9-4A80-BFCA-BB2ED71EB4A7}"/>
                    </a:ext>
                  </a:extLst>
                </p:cNvPr>
                <p:cNvPicPr/>
                <p:nvPr/>
              </p:nvPicPr>
              <p:blipFill>
                <a:blip r:embed="rId391"/>
                <a:stretch>
                  <a:fillRect/>
                </a:stretch>
              </p:blipFill>
              <p:spPr>
                <a:xfrm>
                  <a:off x="2004831" y="5028443"/>
                  <a:ext cx="59760" cy="97200"/>
                </a:xfrm>
                <a:prstGeom prst="rect">
                  <a:avLst/>
                </a:prstGeom>
              </p:spPr>
            </p:pic>
          </mc:Fallback>
        </mc:AlternateContent>
      </p:grpSp>
      <p:grpSp>
        <p:nvGrpSpPr>
          <p:cNvPr id="1195" name="Group 1194">
            <a:extLst>
              <a:ext uri="{FF2B5EF4-FFF2-40B4-BE49-F238E27FC236}">
                <a16:creationId xmlns:a16="http://schemas.microsoft.com/office/drawing/2014/main" id="{9972CA16-033B-4368-A220-AF2E6975A04B}"/>
              </a:ext>
            </a:extLst>
          </p:cNvPr>
          <p:cNvGrpSpPr/>
          <p:nvPr/>
        </p:nvGrpSpPr>
        <p:grpSpPr>
          <a:xfrm>
            <a:off x="2277711" y="5039243"/>
            <a:ext cx="238680" cy="208080"/>
            <a:chOff x="2277711" y="5039243"/>
            <a:chExt cx="238680" cy="208080"/>
          </a:xfrm>
        </p:grpSpPr>
        <mc:AlternateContent xmlns:mc="http://schemas.openxmlformats.org/markup-compatibility/2006" xmlns:p14="http://schemas.microsoft.com/office/powerpoint/2010/main">
          <mc:Choice Requires="p14">
            <p:contentPart p14:bwMode="auto" r:id="rId392">
              <p14:nvContentPartPr>
                <p14:cNvPr id="1192" name="Ink 1191">
                  <a:extLst>
                    <a:ext uri="{FF2B5EF4-FFF2-40B4-BE49-F238E27FC236}">
                      <a16:creationId xmlns:a16="http://schemas.microsoft.com/office/drawing/2014/main" id="{E04A23AC-8555-4E68-AE58-4EC61E942D4E}"/>
                    </a:ext>
                  </a:extLst>
                </p14:cNvPr>
                <p14:cNvContentPartPr/>
                <p14:nvPr/>
              </p14:nvContentPartPr>
              <p14:xfrm>
                <a:off x="2277711" y="5105843"/>
                <a:ext cx="124200" cy="89640"/>
              </p14:xfrm>
            </p:contentPart>
          </mc:Choice>
          <mc:Fallback xmlns="">
            <p:pic>
              <p:nvPicPr>
                <p:cNvPr id="1192" name="Ink 1191">
                  <a:extLst>
                    <a:ext uri="{FF2B5EF4-FFF2-40B4-BE49-F238E27FC236}">
                      <a16:creationId xmlns:a16="http://schemas.microsoft.com/office/drawing/2014/main" id="{E04A23AC-8555-4E68-AE58-4EC61E942D4E}"/>
                    </a:ext>
                  </a:extLst>
                </p:cNvPr>
                <p:cNvPicPr/>
                <p:nvPr/>
              </p:nvPicPr>
              <p:blipFill>
                <a:blip r:embed="rId393"/>
                <a:stretch>
                  <a:fillRect/>
                </a:stretch>
              </p:blipFill>
              <p:spPr>
                <a:xfrm>
                  <a:off x="2269071" y="5097203"/>
                  <a:ext cx="14184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1193" name="Ink 1192">
                  <a:extLst>
                    <a:ext uri="{FF2B5EF4-FFF2-40B4-BE49-F238E27FC236}">
                      <a16:creationId xmlns:a16="http://schemas.microsoft.com/office/drawing/2014/main" id="{662EB38C-C4D7-4866-8DD5-3F7C7A9A9CDB}"/>
                    </a:ext>
                  </a:extLst>
                </p14:cNvPr>
                <p14:cNvContentPartPr/>
                <p14:nvPr/>
              </p14:nvContentPartPr>
              <p14:xfrm>
                <a:off x="2472111" y="5181083"/>
                <a:ext cx="6120" cy="66240"/>
              </p14:xfrm>
            </p:contentPart>
          </mc:Choice>
          <mc:Fallback xmlns="">
            <p:pic>
              <p:nvPicPr>
                <p:cNvPr id="1193" name="Ink 1192">
                  <a:extLst>
                    <a:ext uri="{FF2B5EF4-FFF2-40B4-BE49-F238E27FC236}">
                      <a16:creationId xmlns:a16="http://schemas.microsoft.com/office/drawing/2014/main" id="{662EB38C-C4D7-4866-8DD5-3F7C7A9A9CDB}"/>
                    </a:ext>
                  </a:extLst>
                </p:cNvPr>
                <p:cNvPicPr/>
                <p:nvPr/>
              </p:nvPicPr>
              <p:blipFill>
                <a:blip r:embed="rId395"/>
                <a:stretch>
                  <a:fillRect/>
                </a:stretch>
              </p:blipFill>
              <p:spPr>
                <a:xfrm>
                  <a:off x="2463111" y="5172443"/>
                  <a:ext cx="2376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396">
              <p14:nvContentPartPr>
                <p14:cNvPr id="1194" name="Ink 1193">
                  <a:extLst>
                    <a:ext uri="{FF2B5EF4-FFF2-40B4-BE49-F238E27FC236}">
                      <a16:creationId xmlns:a16="http://schemas.microsoft.com/office/drawing/2014/main" id="{7BB58C12-C430-4591-BF81-0A47CFDC9561}"/>
                    </a:ext>
                  </a:extLst>
                </p14:cNvPr>
                <p14:cNvContentPartPr/>
                <p14:nvPr/>
              </p14:nvContentPartPr>
              <p14:xfrm>
                <a:off x="2506311" y="5039243"/>
                <a:ext cx="10080" cy="73080"/>
              </p14:xfrm>
            </p:contentPart>
          </mc:Choice>
          <mc:Fallback xmlns="">
            <p:pic>
              <p:nvPicPr>
                <p:cNvPr id="1194" name="Ink 1193">
                  <a:extLst>
                    <a:ext uri="{FF2B5EF4-FFF2-40B4-BE49-F238E27FC236}">
                      <a16:creationId xmlns:a16="http://schemas.microsoft.com/office/drawing/2014/main" id="{7BB58C12-C430-4591-BF81-0A47CFDC9561}"/>
                    </a:ext>
                  </a:extLst>
                </p:cNvPr>
                <p:cNvPicPr/>
                <p:nvPr/>
              </p:nvPicPr>
              <p:blipFill>
                <a:blip r:embed="rId397"/>
                <a:stretch>
                  <a:fillRect/>
                </a:stretch>
              </p:blipFill>
              <p:spPr>
                <a:xfrm>
                  <a:off x="2497311" y="5030243"/>
                  <a:ext cx="27720" cy="90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98">
            <p14:nvContentPartPr>
              <p14:cNvPr id="1196" name="Ink 1195">
                <a:extLst>
                  <a:ext uri="{FF2B5EF4-FFF2-40B4-BE49-F238E27FC236}">
                    <a16:creationId xmlns:a16="http://schemas.microsoft.com/office/drawing/2014/main" id="{FDC12871-2505-4457-A515-850A9E3A592E}"/>
                  </a:ext>
                </a:extLst>
              </p14:cNvPr>
              <p14:cNvContentPartPr/>
              <p14:nvPr/>
            </p14:nvContentPartPr>
            <p14:xfrm>
              <a:off x="2208231" y="3577283"/>
              <a:ext cx="5400" cy="1440"/>
            </p14:xfrm>
          </p:contentPart>
        </mc:Choice>
        <mc:Fallback xmlns="">
          <p:pic>
            <p:nvPicPr>
              <p:cNvPr id="1196" name="Ink 1195">
                <a:extLst>
                  <a:ext uri="{FF2B5EF4-FFF2-40B4-BE49-F238E27FC236}">
                    <a16:creationId xmlns:a16="http://schemas.microsoft.com/office/drawing/2014/main" id="{FDC12871-2505-4457-A515-850A9E3A592E}"/>
                  </a:ext>
                </a:extLst>
              </p:cNvPr>
              <p:cNvPicPr/>
              <p:nvPr/>
            </p:nvPicPr>
            <p:blipFill>
              <a:blip r:embed="rId399"/>
              <a:stretch>
                <a:fillRect/>
              </a:stretch>
            </p:blipFill>
            <p:spPr>
              <a:xfrm>
                <a:off x="2199231" y="3568643"/>
                <a:ext cx="2304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400">
            <p14:nvContentPartPr>
              <p14:cNvPr id="1197" name="Ink 1196">
                <a:extLst>
                  <a:ext uri="{FF2B5EF4-FFF2-40B4-BE49-F238E27FC236}">
                    <a16:creationId xmlns:a16="http://schemas.microsoft.com/office/drawing/2014/main" id="{F99A2B84-B246-4EA7-9690-6CD7C4FA7D47}"/>
                  </a:ext>
                </a:extLst>
              </p14:cNvPr>
              <p14:cNvContentPartPr/>
              <p14:nvPr/>
            </p14:nvContentPartPr>
            <p14:xfrm>
              <a:off x="4051071" y="3857363"/>
              <a:ext cx="637920" cy="16920"/>
            </p14:xfrm>
          </p:contentPart>
        </mc:Choice>
        <mc:Fallback xmlns="">
          <p:pic>
            <p:nvPicPr>
              <p:cNvPr id="1197" name="Ink 1196">
                <a:extLst>
                  <a:ext uri="{FF2B5EF4-FFF2-40B4-BE49-F238E27FC236}">
                    <a16:creationId xmlns:a16="http://schemas.microsoft.com/office/drawing/2014/main" id="{F99A2B84-B246-4EA7-9690-6CD7C4FA7D47}"/>
                  </a:ext>
                </a:extLst>
              </p:cNvPr>
              <p:cNvPicPr/>
              <p:nvPr/>
            </p:nvPicPr>
            <p:blipFill>
              <a:blip r:embed="rId401"/>
              <a:stretch>
                <a:fillRect/>
              </a:stretch>
            </p:blipFill>
            <p:spPr>
              <a:xfrm>
                <a:off x="4042431" y="3848723"/>
                <a:ext cx="65556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402">
            <p14:nvContentPartPr>
              <p14:cNvPr id="1198" name="Ink 1197">
                <a:extLst>
                  <a:ext uri="{FF2B5EF4-FFF2-40B4-BE49-F238E27FC236}">
                    <a16:creationId xmlns:a16="http://schemas.microsoft.com/office/drawing/2014/main" id="{84AC2770-7E49-4EE0-89A0-FFE8744184A7}"/>
                  </a:ext>
                </a:extLst>
              </p14:cNvPr>
              <p14:cNvContentPartPr/>
              <p14:nvPr/>
            </p14:nvContentPartPr>
            <p14:xfrm>
              <a:off x="11445471" y="2836043"/>
              <a:ext cx="296640" cy="27360"/>
            </p14:xfrm>
          </p:contentPart>
        </mc:Choice>
        <mc:Fallback xmlns="">
          <p:pic>
            <p:nvPicPr>
              <p:cNvPr id="1198" name="Ink 1197">
                <a:extLst>
                  <a:ext uri="{FF2B5EF4-FFF2-40B4-BE49-F238E27FC236}">
                    <a16:creationId xmlns:a16="http://schemas.microsoft.com/office/drawing/2014/main" id="{84AC2770-7E49-4EE0-89A0-FFE8744184A7}"/>
                  </a:ext>
                </a:extLst>
              </p:cNvPr>
              <p:cNvPicPr/>
              <p:nvPr/>
            </p:nvPicPr>
            <p:blipFill>
              <a:blip r:embed="rId403"/>
              <a:stretch>
                <a:fillRect/>
              </a:stretch>
            </p:blipFill>
            <p:spPr>
              <a:xfrm>
                <a:off x="11436471" y="2827043"/>
                <a:ext cx="314280" cy="45000"/>
              </a:xfrm>
              <a:prstGeom prst="rect">
                <a:avLst/>
              </a:prstGeom>
            </p:spPr>
          </p:pic>
        </mc:Fallback>
      </mc:AlternateContent>
      <p:grpSp>
        <p:nvGrpSpPr>
          <p:cNvPr id="1201" name="Group 1200">
            <a:extLst>
              <a:ext uri="{FF2B5EF4-FFF2-40B4-BE49-F238E27FC236}">
                <a16:creationId xmlns:a16="http://schemas.microsoft.com/office/drawing/2014/main" id="{E7467587-68FB-4F3D-92F2-4C2833175B9C}"/>
              </a:ext>
            </a:extLst>
          </p:cNvPr>
          <p:cNvGrpSpPr/>
          <p:nvPr/>
        </p:nvGrpSpPr>
        <p:grpSpPr>
          <a:xfrm>
            <a:off x="4504671" y="4884443"/>
            <a:ext cx="896040" cy="52560"/>
            <a:chOff x="4504671" y="4884443"/>
            <a:chExt cx="896040" cy="52560"/>
          </a:xfrm>
        </p:grpSpPr>
        <mc:AlternateContent xmlns:mc="http://schemas.openxmlformats.org/markup-compatibility/2006" xmlns:p14="http://schemas.microsoft.com/office/powerpoint/2010/main">
          <mc:Choice Requires="p14">
            <p:contentPart p14:bwMode="auto" r:id="rId404">
              <p14:nvContentPartPr>
                <p14:cNvPr id="1199" name="Ink 1198">
                  <a:extLst>
                    <a:ext uri="{FF2B5EF4-FFF2-40B4-BE49-F238E27FC236}">
                      <a16:creationId xmlns:a16="http://schemas.microsoft.com/office/drawing/2014/main" id="{464D76E9-C053-4D0A-99C6-66832100C772}"/>
                    </a:ext>
                  </a:extLst>
                </p14:cNvPr>
                <p14:cNvContentPartPr/>
                <p14:nvPr/>
              </p14:nvContentPartPr>
              <p14:xfrm>
                <a:off x="4504671" y="4887323"/>
                <a:ext cx="896040" cy="49680"/>
              </p14:xfrm>
            </p:contentPart>
          </mc:Choice>
          <mc:Fallback xmlns="">
            <p:pic>
              <p:nvPicPr>
                <p:cNvPr id="1199" name="Ink 1198">
                  <a:extLst>
                    <a:ext uri="{FF2B5EF4-FFF2-40B4-BE49-F238E27FC236}">
                      <a16:creationId xmlns:a16="http://schemas.microsoft.com/office/drawing/2014/main" id="{464D76E9-C053-4D0A-99C6-66832100C772}"/>
                    </a:ext>
                  </a:extLst>
                </p:cNvPr>
                <p:cNvPicPr/>
                <p:nvPr/>
              </p:nvPicPr>
              <p:blipFill>
                <a:blip r:embed="rId405"/>
                <a:stretch>
                  <a:fillRect/>
                </a:stretch>
              </p:blipFill>
              <p:spPr>
                <a:xfrm>
                  <a:off x="4496031" y="4878323"/>
                  <a:ext cx="91368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406">
              <p14:nvContentPartPr>
                <p14:cNvPr id="1200" name="Ink 1199">
                  <a:extLst>
                    <a:ext uri="{FF2B5EF4-FFF2-40B4-BE49-F238E27FC236}">
                      <a16:creationId xmlns:a16="http://schemas.microsoft.com/office/drawing/2014/main" id="{80AE8F38-6D5B-42A0-96EB-7C992527307A}"/>
                    </a:ext>
                  </a:extLst>
                </p14:cNvPr>
                <p14:cNvContentPartPr/>
                <p14:nvPr/>
              </p14:nvContentPartPr>
              <p14:xfrm>
                <a:off x="4674591" y="4884443"/>
                <a:ext cx="681840" cy="38880"/>
              </p14:xfrm>
            </p:contentPart>
          </mc:Choice>
          <mc:Fallback xmlns="">
            <p:pic>
              <p:nvPicPr>
                <p:cNvPr id="1200" name="Ink 1199">
                  <a:extLst>
                    <a:ext uri="{FF2B5EF4-FFF2-40B4-BE49-F238E27FC236}">
                      <a16:creationId xmlns:a16="http://schemas.microsoft.com/office/drawing/2014/main" id="{80AE8F38-6D5B-42A0-96EB-7C992527307A}"/>
                    </a:ext>
                  </a:extLst>
                </p:cNvPr>
                <p:cNvPicPr/>
                <p:nvPr/>
              </p:nvPicPr>
              <p:blipFill>
                <a:blip r:embed="rId407"/>
                <a:stretch>
                  <a:fillRect/>
                </a:stretch>
              </p:blipFill>
              <p:spPr>
                <a:xfrm>
                  <a:off x="4665591" y="4875803"/>
                  <a:ext cx="699480" cy="56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08">
            <p14:nvContentPartPr>
              <p14:cNvPr id="1202" name="Ink 1201">
                <a:extLst>
                  <a:ext uri="{FF2B5EF4-FFF2-40B4-BE49-F238E27FC236}">
                    <a16:creationId xmlns:a16="http://schemas.microsoft.com/office/drawing/2014/main" id="{66B0612F-1594-4EBE-B6F5-17E2E65202FB}"/>
                  </a:ext>
                </a:extLst>
              </p14:cNvPr>
              <p14:cNvContentPartPr/>
              <p14:nvPr/>
            </p14:nvContentPartPr>
            <p14:xfrm>
              <a:off x="1721871" y="4691843"/>
              <a:ext cx="303480" cy="53640"/>
            </p14:xfrm>
          </p:contentPart>
        </mc:Choice>
        <mc:Fallback xmlns="">
          <p:pic>
            <p:nvPicPr>
              <p:cNvPr id="1202" name="Ink 1201">
                <a:extLst>
                  <a:ext uri="{FF2B5EF4-FFF2-40B4-BE49-F238E27FC236}">
                    <a16:creationId xmlns:a16="http://schemas.microsoft.com/office/drawing/2014/main" id="{66B0612F-1594-4EBE-B6F5-17E2E65202FB}"/>
                  </a:ext>
                </a:extLst>
              </p:cNvPr>
              <p:cNvPicPr/>
              <p:nvPr/>
            </p:nvPicPr>
            <p:blipFill>
              <a:blip r:embed="rId409"/>
              <a:stretch>
                <a:fillRect/>
              </a:stretch>
            </p:blipFill>
            <p:spPr>
              <a:xfrm>
                <a:off x="1712871" y="4683203"/>
                <a:ext cx="321120" cy="71280"/>
              </a:xfrm>
              <a:prstGeom prst="rect">
                <a:avLst/>
              </a:prstGeom>
            </p:spPr>
          </p:pic>
        </mc:Fallback>
      </mc:AlternateContent>
    </p:spTree>
    <p:extLst>
      <p:ext uri="{BB962C8B-B14F-4D97-AF65-F5344CB8AC3E}">
        <p14:creationId xmlns:p14="http://schemas.microsoft.com/office/powerpoint/2010/main" val="29120612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Visualizing L1 Regularization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pic>
        <p:nvPicPr>
          <p:cNvPr id="1026" name="Picture 2" descr="Regularization | Regularization Techniques in Machine Learning">
            <a:extLst>
              <a:ext uri="{FF2B5EF4-FFF2-40B4-BE49-F238E27FC236}">
                <a16:creationId xmlns:a16="http://schemas.microsoft.com/office/drawing/2014/main" id="{CB4655F8-6F20-4898-B1EB-FBDCD61A1D6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5555"/>
          <a:stretch/>
        </p:blipFill>
        <p:spPr bwMode="auto">
          <a:xfrm>
            <a:off x="772177" y="1613200"/>
            <a:ext cx="3815280" cy="520475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3937D611-702E-4B27-84FD-10089D3C310B}"/>
                  </a:ext>
                </a:extLst>
              </p14:cNvPr>
              <p14:cNvContentPartPr/>
              <p14:nvPr/>
            </p14:nvContentPartPr>
            <p14:xfrm>
              <a:off x="1078318" y="2964751"/>
              <a:ext cx="239040" cy="139320"/>
            </p14:xfrm>
          </p:contentPart>
        </mc:Choice>
        <mc:Fallback xmlns="">
          <p:pic>
            <p:nvPicPr>
              <p:cNvPr id="3" name="Ink 2">
                <a:extLst>
                  <a:ext uri="{FF2B5EF4-FFF2-40B4-BE49-F238E27FC236}">
                    <a16:creationId xmlns:a16="http://schemas.microsoft.com/office/drawing/2014/main" id="{3937D611-702E-4B27-84FD-10089D3C310B}"/>
                  </a:ext>
                </a:extLst>
              </p:cNvPr>
              <p:cNvPicPr/>
              <p:nvPr/>
            </p:nvPicPr>
            <p:blipFill>
              <a:blip r:embed="rId5"/>
              <a:stretch>
                <a:fillRect/>
              </a:stretch>
            </p:blipFill>
            <p:spPr>
              <a:xfrm>
                <a:off x="1069678" y="2955751"/>
                <a:ext cx="256680" cy="156960"/>
              </a:xfrm>
              <a:prstGeom prst="rect">
                <a:avLst/>
              </a:prstGeom>
            </p:spPr>
          </p:pic>
        </mc:Fallback>
      </mc:AlternateContent>
      <p:grpSp>
        <p:nvGrpSpPr>
          <p:cNvPr id="10" name="Group 9">
            <a:extLst>
              <a:ext uri="{FF2B5EF4-FFF2-40B4-BE49-F238E27FC236}">
                <a16:creationId xmlns:a16="http://schemas.microsoft.com/office/drawing/2014/main" id="{DAA5C413-5CBD-49CD-A85E-E1DADAD65677}"/>
              </a:ext>
            </a:extLst>
          </p:cNvPr>
          <p:cNvGrpSpPr/>
          <p:nvPr/>
        </p:nvGrpSpPr>
        <p:grpSpPr>
          <a:xfrm>
            <a:off x="318358" y="2940631"/>
            <a:ext cx="411480" cy="286560"/>
            <a:chOff x="1409737" y="2940631"/>
            <a:chExt cx="411480" cy="286560"/>
          </a:xfrm>
        </p:grpSpPr>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DFD53704-DC14-4086-B8AC-41493E2397B4}"/>
                    </a:ext>
                  </a:extLst>
                </p14:cNvPr>
                <p14:cNvContentPartPr/>
                <p14:nvPr/>
              </p14:nvContentPartPr>
              <p14:xfrm>
                <a:off x="1409737" y="2940631"/>
                <a:ext cx="151200" cy="283680"/>
              </p14:xfrm>
            </p:contentPart>
          </mc:Choice>
          <mc:Fallback xmlns="">
            <p:pic>
              <p:nvPicPr>
                <p:cNvPr id="4" name="Ink 3">
                  <a:extLst>
                    <a:ext uri="{FF2B5EF4-FFF2-40B4-BE49-F238E27FC236}">
                      <a16:creationId xmlns:a16="http://schemas.microsoft.com/office/drawing/2014/main" id="{DFD53704-DC14-4086-B8AC-41493E2397B4}"/>
                    </a:ext>
                  </a:extLst>
                </p:cNvPr>
                <p:cNvPicPr/>
                <p:nvPr/>
              </p:nvPicPr>
              <p:blipFill>
                <a:blip r:embed="rId7"/>
                <a:stretch>
                  <a:fillRect/>
                </a:stretch>
              </p:blipFill>
              <p:spPr>
                <a:xfrm>
                  <a:off x="1401097" y="2931991"/>
                  <a:ext cx="168840" cy="3013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A5E97A10-3801-4FFD-AC17-5CD9BD24B587}"/>
                    </a:ext>
                  </a:extLst>
                </p14:cNvPr>
                <p14:cNvContentPartPr/>
                <p14:nvPr/>
              </p14:nvContentPartPr>
              <p14:xfrm>
                <a:off x="1569937" y="3088951"/>
                <a:ext cx="162000" cy="137880"/>
              </p14:xfrm>
            </p:contentPart>
          </mc:Choice>
          <mc:Fallback xmlns="">
            <p:pic>
              <p:nvPicPr>
                <p:cNvPr id="7" name="Ink 6">
                  <a:extLst>
                    <a:ext uri="{FF2B5EF4-FFF2-40B4-BE49-F238E27FC236}">
                      <a16:creationId xmlns:a16="http://schemas.microsoft.com/office/drawing/2014/main" id="{A5E97A10-3801-4FFD-AC17-5CD9BD24B587}"/>
                    </a:ext>
                  </a:extLst>
                </p:cNvPr>
                <p:cNvPicPr/>
                <p:nvPr/>
              </p:nvPicPr>
              <p:blipFill>
                <a:blip r:embed="rId9"/>
                <a:stretch>
                  <a:fillRect/>
                </a:stretch>
              </p:blipFill>
              <p:spPr>
                <a:xfrm>
                  <a:off x="1560937" y="3079951"/>
                  <a:ext cx="17964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21EE6DAE-1085-4A47-AB3A-8D6A7FBCAD4D}"/>
                    </a:ext>
                  </a:extLst>
                </p14:cNvPr>
                <p14:cNvContentPartPr/>
                <p14:nvPr/>
              </p14:nvContentPartPr>
              <p14:xfrm>
                <a:off x="1721137" y="3101551"/>
                <a:ext cx="100080" cy="125640"/>
              </p14:xfrm>
            </p:contentPart>
          </mc:Choice>
          <mc:Fallback xmlns="">
            <p:pic>
              <p:nvPicPr>
                <p:cNvPr id="8" name="Ink 7">
                  <a:extLst>
                    <a:ext uri="{FF2B5EF4-FFF2-40B4-BE49-F238E27FC236}">
                      <a16:creationId xmlns:a16="http://schemas.microsoft.com/office/drawing/2014/main" id="{21EE6DAE-1085-4A47-AB3A-8D6A7FBCAD4D}"/>
                    </a:ext>
                  </a:extLst>
                </p:cNvPr>
                <p:cNvPicPr/>
                <p:nvPr/>
              </p:nvPicPr>
              <p:blipFill>
                <a:blip r:embed="rId11"/>
                <a:stretch>
                  <a:fillRect/>
                </a:stretch>
              </p:blipFill>
              <p:spPr>
                <a:xfrm>
                  <a:off x="1712497" y="3092911"/>
                  <a:ext cx="117720" cy="143280"/>
                </a:xfrm>
                <a:prstGeom prst="rect">
                  <a:avLst/>
                </a:prstGeom>
              </p:spPr>
            </p:pic>
          </mc:Fallback>
        </mc:AlternateContent>
      </p:grpSp>
      <p:grpSp>
        <p:nvGrpSpPr>
          <p:cNvPr id="13" name="Group 12">
            <a:extLst>
              <a:ext uri="{FF2B5EF4-FFF2-40B4-BE49-F238E27FC236}">
                <a16:creationId xmlns:a16="http://schemas.microsoft.com/office/drawing/2014/main" id="{40BD9DBF-BEE5-40D8-9666-A639660D46B5}"/>
              </a:ext>
            </a:extLst>
          </p:cNvPr>
          <p:cNvGrpSpPr/>
          <p:nvPr/>
        </p:nvGrpSpPr>
        <p:grpSpPr>
          <a:xfrm>
            <a:off x="252478" y="3353911"/>
            <a:ext cx="599760" cy="210240"/>
            <a:chOff x="1343857" y="3353911"/>
            <a:chExt cx="599760" cy="210240"/>
          </a:xfrm>
        </p:grpSpPr>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B843406E-34B1-4E96-86D9-AE95E6B1BF67}"/>
                    </a:ext>
                  </a:extLst>
                </p14:cNvPr>
                <p14:cNvContentPartPr/>
                <p14:nvPr/>
              </p14:nvContentPartPr>
              <p14:xfrm>
                <a:off x="1343857" y="3353911"/>
                <a:ext cx="186840" cy="210240"/>
              </p14:xfrm>
            </p:contentPart>
          </mc:Choice>
          <mc:Fallback xmlns="">
            <p:pic>
              <p:nvPicPr>
                <p:cNvPr id="11" name="Ink 10">
                  <a:extLst>
                    <a:ext uri="{FF2B5EF4-FFF2-40B4-BE49-F238E27FC236}">
                      <a16:creationId xmlns:a16="http://schemas.microsoft.com/office/drawing/2014/main" id="{B843406E-34B1-4E96-86D9-AE95E6B1BF67}"/>
                    </a:ext>
                  </a:extLst>
                </p:cNvPr>
                <p:cNvPicPr/>
                <p:nvPr/>
              </p:nvPicPr>
              <p:blipFill>
                <a:blip r:embed="rId13"/>
                <a:stretch>
                  <a:fillRect/>
                </a:stretch>
              </p:blipFill>
              <p:spPr>
                <a:xfrm>
                  <a:off x="1334857" y="3345271"/>
                  <a:ext cx="20448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013F2739-0A64-4D7E-B65E-24F2E13C3731}"/>
                    </a:ext>
                  </a:extLst>
                </p14:cNvPr>
                <p14:cNvContentPartPr/>
                <p14:nvPr/>
              </p14:nvContentPartPr>
              <p14:xfrm>
                <a:off x="1526377" y="3464791"/>
                <a:ext cx="417240" cy="97920"/>
              </p14:xfrm>
            </p:contentPart>
          </mc:Choice>
          <mc:Fallback xmlns="">
            <p:pic>
              <p:nvPicPr>
                <p:cNvPr id="12" name="Ink 11">
                  <a:extLst>
                    <a:ext uri="{FF2B5EF4-FFF2-40B4-BE49-F238E27FC236}">
                      <a16:creationId xmlns:a16="http://schemas.microsoft.com/office/drawing/2014/main" id="{013F2739-0A64-4D7E-B65E-24F2E13C3731}"/>
                    </a:ext>
                  </a:extLst>
                </p:cNvPr>
                <p:cNvPicPr/>
                <p:nvPr/>
              </p:nvPicPr>
              <p:blipFill>
                <a:blip r:embed="rId15"/>
                <a:stretch>
                  <a:fillRect/>
                </a:stretch>
              </p:blipFill>
              <p:spPr>
                <a:xfrm>
                  <a:off x="1517377" y="3456151"/>
                  <a:ext cx="434880" cy="115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14" name="Ink 13">
                <a:extLst>
                  <a:ext uri="{FF2B5EF4-FFF2-40B4-BE49-F238E27FC236}">
                    <a16:creationId xmlns:a16="http://schemas.microsoft.com/office/drawing/2014/main" id="{AC9BD753-8D11-4E87-9B6E-EE3B1AF3A31C}"/>
                  </a:ext>
                </a:extLst>
              </p14:cNvPr>
              <p14:cNvContentPartPr/>
              <p14:nvPr/>
            </p14:nvContentPartPr>
            <p14:xfrm>
              <a:off x="1231318" y="5289991"/>
              <a:ext cx="274680" cy="217800"/>
            </p14:xfrm>
          </p:contentPart>
        </mc:Choice>
        <mc:Fallback xmlns="">
          <p:pic>
            <p:nvPicPr>
              <p:cNvPr id="14" name="Ink 13">
                <a:extLst>
                  <a:ext uri="{FF2B5EF4-FFF2-40B4-BE49-F238E27FC236}">
                    <a16:creationId xmlns:a16="http://schemas.microsoft.com/office/drawing/2014/main" id="{AC9BD753-8D11-4E87-9B6E-EE3B1AF3A31C}"/>
                  </a:ext>
                </a:extLst>
              </p:cNvPr>
              <p:cNvPicPr/>
              <p:nvPr/>
            </p:nvPicPr>
            <p:blipFill>
              <a:blip r:embed="rId17"/>
              <a:stretch>
                <a:fillRect/>
              </a:stretch>
            </p:blipFill>
            <p:spPr>
              <a:xfrm>
                <a:off x="1222678" y="5281351"/>
                <a:ext cx="292320" cy="235440"/>
              </a:xfrm>
              <a:prstGeom prst="rect">
                <a:avLst/>
              </a:prstGeom>
            </p:spPr>
          </p:pic>
        </mc:Fallback>
      </mc:AlternateContent>
      <p:grpSp>
        <p:nvGrpSpPr>
          <p:cNvPr id="26" name="Group 25">
            <a:extLst>
              <a:ext uri="{FF2B5EF4-FFF2-40B4-BE49-F238E27FC236}">
                <a16:creationId xmlns:a16="http://schemas.microsoft.com/office/drawing/2014/main" id="{DEAEA110-2281-485B-9696-F764688132B3}"/>
              </a:ext>
            </a:extLst>
          </p:cNvPr>
          <p:cNvGrpSpPr/>
          <p:nvPr/>
        </p:nvGrpSpPr>
        <p:grpSpPr>
          <a:xfrm>
            <a:off x="213958" y="5429671"/>
            <a:ext cx="1667880" cy="947520"/>
            <a:chOff x="1305337" y="5429671"/>
            <a:chExt cx="1667880" cy="947520"/>
          </a:xfrm>
        </p:grpSpPr>
        <mc:AlternateContent xmlns:mc="http://schemas.openxmlformats.org/markup-compatibility/2006" xmlns:p14="http://schemas.microsoft.com/office/powerpoint/2010/main">
          <mc:Choice Requires="p14">
            <p:contentPart p14:bwMode="auto" r:id="rId18">
              <p14:nvContentPartPr>
                <p14:cNvPr id="16" name="Ink 15">
                  <a:extLst>
                    <a:ext uri="{FF2B5EF4-FFF2-40B4-BE49-F238E27FC236}">
                      <a16:creationId xmlns:a16="http://schemas.microsoft.com/office/drawing/2014/main" id="{7254EAC7-4E6C-4764-9755-C47258172B57}"/>
                    </a:ext>
                  </a:extLst>
                </p14:cNvPr>
                <p14:cNvContentPartPr/>
                <p14:nvPr/>
              </p14:nvContentPartPr>
              <p14:xfrm>
                <a:off x="1379857" y="5429671"/>
                <a:ext cx="906120" cy="660600"/>
              </p14:xfrm>
            </p:contentPart>
          </mc:Choice>
          <mc:Fallback xmlns="">
            <p:pic>
              <p:nvPicPr>
                <p:cNvPr id="16" name="Ink 15">
                  <a:extLst>
                    <a:ext uri="{FF2B5EF4-FFF2-40B4-BE49-F238E27FC236}">
                      <a16:creationId xmlns:a16="http://schemas.microsoft.com/office/drawing/2014/main" id="{7254EAC7-4E6C-4764-9755-C47258172B57}"/>
                    </a:ext>
                  </a:extLst>
                </p:cNvPr>
                <p:cNvPicPr/>
                <p:nvPr/>
              </p:nvPicPr>
              <p:blipFill>
                <a:blip r:embed="rId19"/>
                <a:stretch>
                  <a:fillRect/>
                </a:stretch>
              </p:blipFill>
              <p:spPr>
                <a:xfrm>
                  <a:off x="1370857" y="5420671"/>
                  <a:ext cx="923760" cy="678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8" name="Ink 17">
                  <a:extLst>
                    <a:ext uri="{FF2B5EF4-FFF2-40B4-BE49-F238E27FC236}">
                      <a16:creationId xmlns:a16="http://schemas.microsoft.com/office/drawing/2014/main" id="{A2AB9589-9FE7-4CFD-BF51-EC937B49AE3C}"/>
                    </a:ext>
                  </a:extLst>
                </p14:cNvPr>
                <p14:cNvContentPartPr/>
                <p14:nvPr/>
              </p14:nvContentPartPr>
              <p14:xfrm>
                <a:off x="2237017" y="5660071"/>
                <a:ext cx="47160" cy="20520"/>
              </p14:xfrm>
            </p:contentPart>
          </mc:Choice>
          <mc:Fallback xmlns="">
            <p:pic>
              <p:nvPicPr>
                <p:cNvPr id="18" name="Ink 17">
                  <a:extLst>
                    <a:ext uri="{FF2B5EF4-FFF2-40B4-BE49-F238E27FC236}">
                      <a16:creationId xmlns:a16="http://schemas.microsoft.com/office/drawing/2014/main" id="{A2AB9589-9FE7-4CFD-BF51-EC937B49AE3C}"/>
                    </a:ext>
                  </a:extLst>
                </p:cNvPr>
                <p:cNvPicPr/>
                <p:nvPr/>
              </p:nvPicPr>
              <p:blipFill>
                <a:blip r:embed="rId21"/>
                <a:stretch>
                  <a:fillRect/>
                </a:stretch>
              </p:blipFill>
              <p:spPr>
                <a:xfrm>
                  <a:off x="2228017" y="5651431"/>
                  <a:ext cx="648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Ink 19">
                  <a:extLst>
                    <a:ext uri="{FF2B5EF4-FFF2-40B4-BE49-F238E27FC236}">
                      <a16:creationId xmlns:a16="http://schemas.microsoft.com/office/drawing/2014/main" id="{4BF6186F-B920-4A9F-B6AF-C528169C13EF}"/>
                    </a:ext>
                  </a:extLst>
                </p14:cNvPr>
                <p14:cNvContentPartPr/>
                <p14:nvPr/>
              </p14:nvContentPartPr>
              <p14:xfrm>
                <a:off x="2337817" y="5630551"/>
                <a:ext cx="635400" cy="428400"/>
              </p14:xfrm>
            </p:contentPart>
          </mc:Choice>
          <mc:Fallback xmlns="">
            <p:pic>
              <p:nvPicPr>
                <p:cNvPr id="20" name="Ink 19">
                  <a:extLst>
                    <a:ext uri="{FF2B5EF4-FFF2-40B4-BE49-F238E27FC236}">
                      <a16:creationId xmlns:a16="http://schemas.microsoft.com/office/drawing/2014/main" id="{4BF6186F-B920-4A9F-B6AF-C528169C13EF}"/>
                    </a:ext>
                  </a:extLst>
                </p:cNvPr>
                <p:cNvPicPr/>
                <p:nvPr/>
              </p:nvPicPr>
              <p:blipFill>
                <a:blip r:embed="rId23"/>
                <a:stretch>
                  <a:fillRect/>
                </a:stretch>
              </p:blipFill>
              <p:spPr>
                <a:xfrm>
                  <a:off x="2328817" y="5621911"/>
                  <a:ext cx="653040" cy="4460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2" name="Ink 21">
                  <a:extLst>
                    <a:ext uri="{FF2B5EF4-FFF2-40B4-BE49-F238E27FC236}">
                      <a16:creationId xmlns:a16="http://schemas.microsoft.com/office/drawing/2014/main" id="{3F8D28CD-70D3-4313-AC72-E2A90D4292E2}"/>
                    </a:ext>
                  </a:extLst>
                </p14:cNvPr>
                <p14:cNvContentPartPr/>
                <p14:nvPr/>
              </p14:nvContentPartPr>
              <p14:xfrm>
                <a:off x="2679817" y="5547751"/>
                <a:ext cx="128160" cy="111240"/>
              </p14:xfrm>
            </p:contentPart>
          </mc:Choice>
          <mc:Fallback xmlns="">
            <p:pic>
              <p:nvPicPr>
                <p:cNvPr id="22" name="Ink 21">
                  <a:extLst>
                    <a:ext uri="{FF2B5EF4-FFF2-40B4-BE49-F238E27FC236}">
                      <a16:creationId xmlns:a16="http://schemas.microsoft.com/office/drawing/2014/main" id="{3F8D28CD-70D3-4313-AC72-E2A90D4292E2}"/>
                    </a:ext>
                  </a:extLst>
                </p:cNvPr>
                <p:cNvPicPr/>
                <p:nvPr/>
              </p:nvPicPr>
              <p:blipFill>
                <a:blip r:embed="rId25"/>
                <a:stretch>
                  <a:fillRect/>
                </a:stretch>
              </p:blipFill>
              <p:spPr>
                <a:xfrm>
                  <a:off x="2671177" y="5538751"/>
                  <a:ext cx="14580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4" name="Ink 23">
                  <a:extLst>
                    <a:ext uri="{FF2B5EF4-FFF2-40B4-BE49-F238E27FC236}">
                      <a16:creationId xmlns:a16="http://schemas.microsoft.com/office/drawing/2014/main" id="{C9EAE889-D2F2-4E58-9AEB-1B664D3ADF26}"/>
                    </a:ext>
                  </a:extLst>
                </p14:cNvPr>
                <p14:cNvContentPartPr/>
                <p14:nvPr/>
              </p14:nvContentPartPr>
              <p14:xfrm>
                <a:off x="1305337" y="6091351"/>
                <a:ext cx="246240" cy="266760"/>
              </p14:xfrm>
            </p:contentPart>
          </mc:Choice>
          <mc:Fallback xmlns="">
            <p:pic>
              <p:nvPicPr>
                <p:cNvPr id="24" name="Ink 23">
                  <a:extLst>
                    <a:ext uri="{FF2B5EF4-FFF2-40B4-BE49-F238E27FC236}">
                      <a16:creationId xmlns:a16="http://schemas.microsoft.com/office/drawing/2014/main" id="{C9EAE889-D2F2-4E58-9AEB-1B664D3ADF26}"/>
                    </a:ext>
                  </a:extLst>
                </p:cNvPr>
                <p:cNvPicPr/>
                <p:nvPr/>
              </p:nvPicPr>
              <p:blipFill>
                <a:blip r:embed="rId27"/>
                <a:stretch>
                  <a:fillRect/>
                </a:stretch>
              </p:blipFill>
              <p:spPr>
                <a:xfrm>
                  <a:off x="1296337" y="6082351"/>
                  <a:ext cx="263880" cy="2844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5" name="Ink 24">
                  <a:extLst>
                    <a:ext uri="{FF2B5EF4-FFF2-40B4-BE49-F238E27FC236}">
                      <a16:creationId xmlns:a16="http://schemas.microsoft.com/office/drawing/2014/main" id="{D38A8B32-382E-4399-8EE3-E712B8DB9CF4}"/>
                    </a:ext>
                  </a:extLst>
                </p14:cNvPr>
                <p14:cNvContentPartPr/>
                <p14:nvPr/>
              </p14:nvContentPartPr>
              <p14:xfrm>
                <a:off x="1541137" y="6231391"/>
                <a:ext cx="541440" cy="145800"/>
              </p14:xfrm>
            </p:contentPart>
          </mc:Choice>
          <mc:Fallback xmlns="">
            <p:pic>
              <p:nvPicPr>
                <p:cNvPr id="25" name="Ink 24">
                  <a:extLst>
                    <a:ext uri="{FF2B5EF4-FFF2-40B4-BE49-F238E27FC236}">
                      <a16:creationId xmlns:a16="http://schemas.microsoft.com/office/drawing/2014/main" id="{D38A8B32-382E-4399-8EE3-E712B8DB9CF4}"/>
                    </a:ext>
                  </a:extLst>
                </p:cNvPr>
                <p:cNvPicPr/>
                <p:nvPr/>
              </p:nvPicPr>
              <p:blipFill>
                <a:blip r:embed="rId29"/>
                <a:stretch>
                  <a:fillRect/>
                </a:stretch>
              </p:blipFill>
              <p:spPr>
                <a:xfrm>
                  <a:off x="1532497" y="6222751"/>
                  <a:ext cx="559080" cy="163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
            <p14:nvContentPartPr>
              <p14:cNvPr id="55" name="Ink 54">
                <a:extLst>
                  <a:ext uri="{FF2B5EF4-FFF2-40B4-BE49-F238E27FC236}">
                    <a16:creationId xmlns:a16="http://schemas.microsoft.com/office/drawing/2014/main" id="{4152F260-19EA-4630-83D8-0C9F5C47B26D}"/>
                  </a:ext>
                </a:extLst>
              </p14:cNvPr>
              <p14:cNvContentPartPr/>
              <p14:nvPr/>
            </p14:nvContentPartPr>
            <p14:xfrm>
              <a:off x="11559577" y="1249711"/>
              <a:ext cx="185040" cy="595800"/>
            </p14:xfrm>
          </p:contentPart>
        </mc:Choice>
        <mc:Fallback xmlns="">
          <p:pic>
            <p:nvPicPr>
              <p:cNvPr id="55" name="Ink 54">
                <a:extLst>
                  <a:ext uri="{FF2B5EF4-FFF2-40B4-BE49-F238E27FC236}">
                    <a16:creationId xmlns:a16="http://schemas.microsoft.com/office/drawing/2014/main" id="{4152F260-19EA-4630-83D8-0C9F5C47B26D}"/>
                  </a:ext>
                </a:extLst>
              </p:cNvPr>
              <p:cNvPicPr/>
              <p:nvPr/>
            </p:nvPicPr>
            <p:blipFill>
              <a:blip r:embed="rId31"/>
              <a:stretch>
                <a:fillRect/>
              </a:stretch>
            </p:blipFill>
            <p:spPr>
              <a:xfrm>
                <a:off x="11550937" y="1240711"/>
                <a:ext cx="202680" cy="613440"/>
              </a:xfrm>
              <a:prstGeom prst="rect">
                <a:avLst/>
              </a:prstGeom>
            </p:spPr>
          </p:pic>
        </mc:Fallback>
      </mc:AlternateContent>
      <p:grpSp>
        <p:nvGrpSpPr>
          <p:cNvPr id="1025" name="Group 1024">
            <a:extLst>
              <a:ext uri="{FF2B5EF4-FFF2-40B4-BE49-F238E27FC236}">
                <a16:creationId xmlns:a16="http://schemas.microsoft.com/office/drawing/2014/main" id="{AC01AD80-CFE9-46CD-A590-4CC6E47815E9}"/>
              </a:ext>
            </a:extLst>
          </p:cNvPr>
          <p:cNvGrpSpPr/>
          <p:nvPr/>
        </p:nvGrpSpPr>
        <p:grpSpPr>
          <a:xfrm>
            <a:off x="8660137" y="606751"/>
            <a:ext cx="740160" cy="158040"/>
            <a:chOff x="8660137" y="606751"/>
            <a:chExt cx="740160" cy="158040"/>
          </a:xfrm>
        </p:grpSpPr>
        <mc:AlternateContent xmlns:mc="http://schemas.openxmlformats.org/markup-compatibility/2006" xmlns:p14="http://schemas.microsoft.com/office/powerpoint/2010/main">
          <mc:Choice Requires="p14">
            <p:contentPart p14:bwMode="auto" r:id="rId32">
              <p14:nvContentPartPr>
                <p14:cNvPr id="56" name="Ink 55">
                  <a:extLst>
                    <a:ext uri="{FF2B5EF4-FFF2-40B4-BE49-F238E27FC236}">
                      <a16:creationId xmlns:a16="http://schemas.microsoft.com/office/drawing/2014/main" id="{7A6F2EB5-61B2-4593-80FB-4BDE3B003FCE}"/>
                    </a:ext>
                  </a:extLst>
                </p14:cNvPr>
                <p14:cNvContentPartPr/>
                <p14:nvPr/>
              </p14:nvContentPartPr>
              <p14:xfrm>
                <a:off x="8660137" y="606751"/>
                <a:ext cx="500400" cy="142200"/>
              </p14:xfrm>
            </p:contentPart>
          </mc:Choice>
          <mc:Fallback xmlns="">
            <p:pic>
              <p:nvPicPr>
                <p:cNvPr id="56" name="Ink 55">
                  <a:extLst>
                    <a:ext uri="{FF2B5EF4-FFF2-40B4-BE49-F238E27FC236}">
                      <a16:creationId xmlns:a16="http://schemas.microsoft.com/office/drawing/2014/main" id="{7A6F2EB5-61B2-4593-80FB-4BDE3B003FCE}"/>
                    </a:ext>
                  </a:extLst>
                </p:cNvPr>
                <p:cNvPicPr/>
                <p:nvPr/>
              </p:nvPicPr>
              <p:blipFill>
                <a:blip r:embed="rId33"/>
                <a:stretch>
                  <a:fillRect/>
                </a:stretch>
              </p:blipFill>
              <p:spPr>
                <a:xfrm>
                  <a:off x="8651497" y="598111"/>
                  <a:ext cx="51804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57" name="Ink 56">
                  <a:extLst>
                    <a:ext uri="{FF2B5EF4-FFF2-40B4-BE49-F238E27FC236}">
                      <a16:creationId xmlns:a16="http://schemas.microsoft.com/office/drawing/2014/main" id="{E7237E91-353C-456C-9782-87E716B272C5}"/>
                    </a:ext>
                  </a:extLst>
                </p14:cNvPr>
                <p14:cNvContentPartPr/>
                <p14:nvPr/>
              </p14:nvContentPartPr>
              <p14:xfrm>
                <a:off x="9184657" y="637711"/>
                <a:ext cx="75600" cy="93600"/>
              </p14:xfrm>
            </p:contentPart>
          </mc:Choice>
          <mc:Fallback xmlns="">
            <p:pic>
              <p:nvPicPr>
                <p:cNvPr id="57" name="Ink 56">
                  <a:extLst>
                    <a:ext uri="{FF2B5EF4-FFF2-40B4-BE49-F238E27FC236}">
                      <a16:creationId xmlns:a16="http://schemas.microsoft.com/office/drawing/2014/main" id="{E7237E91-353C-456C-9782-87E716B272C5}"/>
                    </a:ext>
                  </a:extLst>
                </p:cNvPr>
                <p:cNvPicPr/>
                <p:nvPr/>
              </p:nvPicPr>
              <p:blipFill>
                <a:blip r:embed="rId35"/>
                <a:stretch>
                  <a:fillRect/>
                </a:stretch>
              </p:blipFill>
              <p:spPr>
                <a:xfrm>
                  <a:off x="9175657" y="629071"/>
                  <a:ext cx="9324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58" name="Ink 57">
                  <a:extLst>
                    <a:ext uri="{FF2B5EF4-FFF2-40B4-BE49-F238E27FC236}">
                      <a16:creationId xmlns:a16="http://schemas.microsoft.com/office/drawing/2014/main" id="{C6EEBAA1-5597-4DEE-9531-1DECDDCB3BC6}"/>
                    </a:ext>
                  </a:extLst>
                </p14:cNvPr>
                <p14:cNvContentPartPr/>
                <p14:nvPr/>
              </p14:nvContentPartPr>
              <p14:xfrm>
                <a:off x="9161977" y="616111"/>
                <a:ext cx="238320" cy="148680"/>
              </p14:xfrm>
            </p:contentPart>
          </mc:Choice>
          <mc:Fallback xmlns="">
            <p:pic>
              <p:nvPicPr>
                <p:cNvPr id="58" name="Ink 57">
                  <a:extLst>
                    <a:ext uri="{FF2B5EF4-FFF2-40B4-BE49-F238E27FC236}">
                      <a16:creationId xmlns:a16="http://schemas.microsoft.com/office/drawing/2014/main" id="{C6EEBAA1-5597-4DEE-9531-1DECDDCB3BC6}"/>
                    </a:ext>
                  </a:extLst>
                </p:cNvPr>
                <p:cNvPicPr/>
                <p:nvPr/>
              </p:nvPicPr>
              <p:blipFill>
                <a:blip r:embed="rId37"/>
                <a:stretch>
                  <a:fillRect/>
                </a:stretch>
              </p:blipFill>
              <p:spPr>
                <a:xfrm>
                  <a:off x="9152977" y="607471"/>
                  <a:ext cx="255960" cy="166320"/>
                </a:xfrm>
                <a:prstGeom prst="rect">
                  <a:avLst/>
                </a:prstGeom>
              </p:spPr>
            </p:pic>
          </mc:Fallback>
        </mc:AlternateContent>
      </p:grpSp>
      <p:grpSp>
        <p:nvGrpSpPr>
          <p:cNvPr id="1024" name="Group 1023">
            <a:extLst>
              <a:ext uri="{FF2B5EF4-FFF2-40B4-BE49-F238E27FC236}">
                <a16:creationId xmlns:a16="http://schemas.microsoft.com/office/drawing/2014/main" id="{0B0F3C15-EACB-4929-AB34-7191BD4DD3BF}"/>
              </a:ext>
            </a:extLst>
          </p:cNvPr>
          <p:cNvGrpSpPr/>
          <p:nvPr/>
        </p:nvGrpSpPr>
        <p:grpSpPr>
          <a:xfrm>
            <a:off x="9748417" y="505591"/>
            <a:ext cx="1445400" cy="261720"/>
            <a:chOff x="9748417" y="505591"/>
            <a:chExt cx="1445400" cy="261720"/>
          </a:xfrm>
        </p:grpSpPr>
        <mc:AlternateContent xmlns:mc="http://schemas.openxmlformats.org/markup-compatibility/2006" xmlns:p14="http://schemas.microsoft.com/office/powerpoint/2010/main">
          <mc:Choice Requires="p14">
            <p:contentPart p14:bwMode="auto" r:id="rId38">
              <p14:nvContentPartPr>
                <p14:cNvPr id="59" name="Ink 58">
                  <a:extLst>
                    <a:ext uri="{FF2B5EF4-FFF2-40B4-BE49-F238E27FC236}">
                      <a16:creationId xmlns:a16="http://schemas.microsoft.com/office/drawing/2014/main" id="{2206DC9E-7856-4FED-BAF8-7E9403B77EB9}"/>
                    </a:ext>
                  </a:extLst>
                </p14:cNvPr>
                <p14:cNvContentPartPr/>
                <p14:nvPr/>
              </p14:nvContentPartPr>
              <p14:xfrm>
                <a:off x="9748417" y="505591"/>
                <a:ext cx="799920" cy="261720"/>
              </p14:xfrm>
            </p:contentPart>
          </mc:Choice>
          <mc:Fallback xmlns="">
            <p:pic>
              <p:nvPicPr>
                <p:cNvPr id="59" name="Ink 58">
                  <a:extLst>
                    <a:ext uri="{FF2B5EF4-FFF2-40B4-BE49-F238E27FC236}">
                      <a16:creationId xmlns:a16="http://schemas.microsoft.com/office/drawing/2014/main" id="{2206DC9E-7856-4FED-BAF8-7E9403B77EB9}"/>
                    </a:ext>
                  </a:extLst>
                </p:cNvPr>
                <p:cNvPicPr/>
                <p:nvPr/>
              </p:nvPicPr>
              <p:blipFill>
                <a:blip r:embed="rId39"/>
                <a:stretch>
                  <a:fillRect/>
                </a:stretch>
              </p:blipFill>
              <p:spPr>
                <a:xfrm>
                  <a:off x="9739777" y="496951"/>
                  <a:ext cx="81756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60" name="Ink 59">
                  <a:extLst>
                    <a:ext uri="{FF2B5EF4-FFF2-40B4-BE49-F238E27FC236}">
                      <a16:creationId xmlns:a16="http://schemas.microsoft.com/office/drawing/2014/main" id="{9E916234-130C-4ACA-B628-5E7EEDF2423B}"/>
                    </a:ext>
                  </a:extLst>
                </p14:cNvPr>
                <p14:cNvContentPartPr/>
                <p14:nvPr/>
              </p14:nvContentPartPr>
              <p14:xfrm>
                <a:off x="10576057" y="523231"/>
                <a:ext cx="617760" cy="218160"/>
              </p14:xfrm>
            </p:contentPart>
          </mc:Choice>
          <mc:Fallback xmlns="">
            <p:pic>
              <p:nvPicPr>
                <p:cNvPr id="60" name="Ink 59">
                  <a:extLst>
                    <a:ext uri="{FF2B5EF4-FFF2-40B4-BE49-F238E27FC236}">
                      <a16:creationId xmlns:a16="http://schemas.microsoft.com/office/drawing/2014/main" id="{9E916234-130C-4ACA-B628-5E7EEDF2423B}"/>
                    </a:ext>
                  </a:extLst>
                </p:cNvPr>
                <p:cNvPicPr/>
                <p:nvPr/>
              </p:nvPicPr>
              <p:blipFill>
                <a:blip r:embed="rId41"/>
                <a:stretch>
                  <a:fillRect/>
                </a:stretch>
              </p:blipFill>
              <p:spPr>
                <a:xfrm>
                  <a:off x="10567057" y="514591"/>
                  <a:ext cx="635400" cy="235800"/>
                </a:xfrm>
                <a:prstGeom prst="rect">
                  <a:avLst/>
                </a:prstGeom>
              </p:spPr>
            </p:pic>
          </mc:Fallback>
        </mc:AlternateContent>
      </p:grpSp>
      <p:grpSp>
        <p:nvGrpSpPr>
          <p:cNvPr id="1028" name="Group 1027">
            <a:extLst>
              <a:ext uri="{FF2B5EF4-FFF2-40B4-BE49-F238E27FC236}">
                <a16:creationId xmlns:a16="http://schemas.microsoft.com/office/drawing/2014/main" id="{082089DF-3EF8-42C0-BBD9-9609FA64DFD4}"/>
              </a:ext>
            </a:extLst>
          </p:cNvPr>
          <p:cNvGrpSpPr/>
          <p:nvPr/>
        </p:nvGrpSpPr>
        <p:grpSpPr>
          <a:xfrm>
            <a:off x="10207057" y="904831"/>
            <a:ext cx="1301400" cy="700560"/>
            <a:chOff x="10207057" y="904831"/>
            <a:chExt cx="1301400" cy="700560"/>
          </a:xfrm>
        </p:grpSpPr>
        <mc:AlternateContent xmlns:mc="http://schemas.openxmlformats.org/markup-compatibility/2006" xmlns:p14="http://schemas.microsoft.com/office/powerpoint/2010/main">
          <mc:Choice Requires="p14">
            <p:contentPart p14:bwMode="auto" r:id="rId42">
              <p14:nvContentPartPr>
                <p14:cNvPr id="61" name="Ink 60">
                  <a:extLst>
                    <a:ext uri="{FF2B5EF4-FFF2-40B4-BE49-F238E27FC236}">
                      <a16:creationId xmlns:a16="http://schemas.microsoft.com/office/drawing/2014/main" id="{AB4247BB-AAD0-427D-9287-318B8ACA437A}"/>
                    </a:ext>
                  </a:extLst>
                </p14:cNvPr>
                <p14:cNvContentPartPr/>
                <p14:nvPr/>
              </p14:nvContentPartPr>
              <p14:xfrm>
                <a:off x="10207057" y="923191"/>
                <a:ext cx="103320" cy="440640"/>
              </p14:xfrm>
            </p:contentPart>
          </mc:Choice>
          <mc:Fallback xmlns="">
            <p:pic>
              <p:nvPicPr>
                <p:cNvPr id="61" name="Ink 60">
                  <a:extLst>
                    <a:ext uri="{FF2B5EF4-FFF2-40B4-BE49-F238E27FC236}">
                      <a16:creationId xmlns:a16="http://schemas.microsoft.com/office/drawing/2014/main" id="{AB4247BB-AAD0-427D-9287-318B8ACA437A}"/>
                    </a:ext>
                  </a:extLst>
                </p:cNvPr>
                <p:cNvPicPr/>
                <p:nvPr/>
              </p:nvPicPr>
              <p:blipFill>
                <a:blip r:embed="rId43"/>
                <a:stretch>
                  <a:fillRect/>
                </a:stretch>
              </p:blipFill>
              <p:spPr>
                <a:xfrm>
                  <a:off x="10198057" y="914551"/>
                  <a:ext cx="120960" cy="4582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62" name="Ink 61">
                  <a:extLst>
                    <a:ext uri="{FF2B5EF4-FFF2-40B4-BE49-F238E27FC236}">
                      <a16:creationId xmlns:a16="http://schemas.microsoft.com/office/drawing/2014/main" id="{2C6D3D32-EC8A-42F8-96E7-FBCF917E6B72}"/>
                    </a:ext>
                  </a:extLst>
                </p14:cNvPr>
                <p14:cNvContentPartPr/>
                <p14:nvPr/>
              </p14:nvContentPartPr>
              <p14:xfrm>
                <a:off x="10388497" y="905191"/>
                <a:ext cx="1119960" cy="700200"/>
              </p14:xfrm>
            </p:contentPart>
          </mc:Choice>
          <mc:Fallback xmlns="">
            <p:pic>
              <p:nvPicPr>
                <p:cNvPr id="62" name="Ink 61">
                  <a:extLst>
                    <a:ext uri="{FF2B5EF4-FFF2-40B4-BE49-F238E27FC236}">
                      <a16:creationId xmlns:a16="http://schemas.microsoft.com/office/drawing/2014/main" id="{2C6D3D32-EC8A-42F8-96E7-FBCF917E6B72}"/>
                    </a:ext>
                  </a:extLst>
                </p:cNvPr>
                <p:cNvPicPr/>
                <p:nvPr/>
              </p:nvPicPr>
              <p:blipFill>
                <a:blip r:embed="rId45"/>
                <a:stretch>
                  <a:fillRect/>
                </a:stretch>
              </p:blipFill>
              <p:spPr>
                <a:xfrm>
                  <a:off x="10379497" y="896551"/>
                  <a:ext cx="1137600" cy="717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027" name="Ink 1026">
                  <a:extLst>
                    <a:ext uri="{FF2B5EF4-FFF2-40B4-BE49-F238E27FC236}">
                      <a16:creationId xmlns:a16="http://schemas.microsoft.com/office/drawing/2014/main" id="{CD250F2D-2A0D-4D42-8EE7-F3035DB746AF}"/>
                    </a:ext>
                  </a:extLst>
                </p14:cNvPr>
                <p14:cNvContentPartPr/>
                <p14:nvPr/>
              </p14:nvContentPartPr>
              <p14:xfrm>
                <a:off x="11117857" y="904831"/>
                <a:ext cx="213840" cy="50760"/>
              </p14:xfrm>
            </p:contentPart>
          </mc:Choice>
          <mc:Fallback xmlns="">
            <p:pic>
              <p:nvPicPr>
                <p:cNvPr id="1027" name="Ink 1026">
                  <a:extLst>
                    <a:ext uri="{FF2B5EF4-FFF2-40B4-BE49-F238E27FC236}">
                      <a16:creationId xmlns:a16="http://schemas.microsoft.com/office/drawing/2014/main" id="{CD250F2D-2A0D-4D42-8EE7-F3035DB746AF}"/>
                    </a:ext>
                  </a:extLst>
                </p:cNvPr>
                <p:cNvPicPr/>
                <p:nvPr/>
              </p:nvPicPr>
              <p:blipFill>
                <a:blip r:embed="rId47"/>
                <a:stretch>
                  <a:fillRect/>
                </a:stretch>
              </p:blipFill>
              <p:spPr>
                <a:xfrm>
                  <a:off x="11108857" y="896191"/>
                  <a:ext cx="231480" cy="68400"/>
                </a:xfrm>
                <a:prstGeom prst="rect">
                  <a:avLst/>
                </a:prstGeom>
              </p:spPr>
            </p:pic>
          </mc:Fallback>
        </mc:AlternateContent>
      </p:grpSp>
      <p:grpSp>
        <p:nvGrpSpPr>
          <p:cNvPr id="1038" name="Group 1037">
            <a:extLst>
              <a:ext uri="{FF2B5EF4-FFF2-40B4-BE49-F238E27FC236}">
                <a16:creationId xmlns:a16="http://schemas.microsoft.com/office/drawing/2014/main" id="{51838E93-5FFF-41DE-9231-E77900C225DD}"/>
              </a:ext>
            </a:extLst>
          </p:cNvPr>
          <p:cNvGrpSpPr/>
          <p:nvPr/>
        </p:nvGrpSpPr>
        <p:grpSpPr>
          <a:xfrm>
            <a:off x="2922097" y="4645591"/>
            <a:ext cx="3017520" cy="307800"/>
            <a:chOff x="2922097" y="4645591"/>
            <a:chExt cx="3017520" cy="307800"/>
          </a:xfrm>
        </p:grpSpPr>
        <mc:AlternateContent xmlns:mc="http://schemas.openxmlformats.org/markup-compatibility/2006" xmlns:p14="http://schemas.microsoft.com/office/powerpoint/2010/main">
          <mc:Choice Requires="p14">
            <p:contentPart p14:bwMode="auto" r:id="rId48">
              <p14:nvContentPartPr>
                <p14:cNvPr id="1029" name="Ink 1028">
                  <a:extLst>
                    <a:ext uri="{FF2B5EF4-FFF2-40B4-BE49-F238E27FC236}">
                      <a16:creationId xmlns:a16="http://schemas.microsoft.com/office/drawing/2014/main" id="{0B2F144E-55C9-47DC-943F-96C52216FCA1}"/>
                    </a:ext>
                  </a:extLst>
                </p14:cNvPr>
                <p14:cNvContentPartPr/>
                <p14:nvPr/>
              </p14:nvContentPartPr>
              <p14:xfrm>
                <a:off x="2922097" y="4672951"/>
                <a:ext cx="467280" cy="190440"/>
              </p14:xfrm>
            </p:contentPart>
          </mc:Choice>
          <mc:Fallback xmlns="">
            <p:pic>
              <p:nvPicPr>
                <p:cNvPr id="1029" name="Ink 1028">
                  <a:extLst>
                    <a:ext uri="{FF2B5EF4-FFF2-40B4-BE49-F238E27FC236}">
                      <a16:creationId xmlns:a16="http://schemas.microsoft.com/office/drawing/2014/main" id="{0B2F144E-55C9-47DC-943F-96C52216FCA1}"/>
                    </a:ext>
                  </a:extLst>
                </p:cNvPr>
                <p:cNvPicPr/>
                <p:nvPr/>
              </p:nvPicPr>
              <p:blipFill>
                <a:blip r:embed="rId49"/>
                <a:stretch>
                  <a:fillRect/>
                </a:stretch>
              </p:blipFill>
              <p:spPr>
                <a:xfrm>
                  <a:off x="2913097" y="4663951"/>
                  <a:ext cx="48492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030" name="Ink 1029">
                  <a:extLst>
                    <a:ext uri="{FF2B5EF4-FFF2-40B4-BE49-F238E27FC236}">
                      <a16:creationId xmlns:a16="http://schemas.microsoft.com/office/drawing/2014/main" id="{FB8DCC79-6EB6-4E1A-AFCD-F3D6A37C7E24}"/>
                    </a:ext>
                  </a:extLst>
                </p14:cNvPr>
                <p14:cNvContentPartPr/>
                <p14:nvPr/>
              </p14:nvContentPartPr>
              <p14:xfrm>
                <a:off x="3578017" y="4697071"/>
                <a:ext cx="702720" cy="175320"/>
              </p14:xfrm>
            </p:contentPart>
          </mc:Choice>
          <mc:Fallback xmlns="">
            <p:pic>
              <p:nvPicPr>
                <p:cNvPr id="1030" name="Ink 1029">
                  <a:extLst>
                    <a:ext uri="{FF2B5EF4-FFF2-40B4-BE49-F238E27FC236}">
                      <a16:creationId xmlns:a16="http://schemas.microsoft.com/office/drawing/2014/main" id="{FB8DCC79-6EB6-4E1A-AFCD-F3D6A37C7E24}"/>
                    </a:ext>
                  </a:extLst>
                </p:cNvPr>
                <p:cNvPicPr/>
                <p:nvPr/>
              </p:nvPicPr>
              <p:blipFill>
                <a:blip r:embed="rId51"/>
                <a:stretch>
                  <a:fillRect/>
                </a:stretch>
              </p:blipFill>
              <p:spPr>
                <a:xfrm>
                  <a:off x="3569377" y="4688071"/>
                  <a:ext cx="72036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031" name="Ink 1030">
                  <a:extLst>
                    <a:ext uri="{FF2B5EF4-FFF2-40B4-BE49-F238E27FC236}">
                      <a16:creationId xmlns:a16="http://schemas.microsoft.com/office/drawing/2014/main" id="{997B0F6E-A88F-4190-AF4D-CC386A411A9D}"/>
                    </a:ext>
                  </a:extLst>
                </p14:cNvPr>
                <p14:cNvContentPartPr/>
                <p14:nvPr/>
              </p14:nvContentPartPr>
              <p14:xfrm>
                <a:off x="4365337" y="4739191"/>
                <a:ext cx="166680" cy="133560"/>
              </p14:xfrm>
            </p:contentPart>
          </mc:Choice>
          <mc:Fallback xmlns="">
            <p:pic>
              <p:nvPicPr>
                <p:cNvPr id="1031" name="Ink 1030">
                  <a:extLst>
                    <a:ext uri="{FF2B5EF4-FFF2-40B4-BE49-F238E27FC236}">
                      <a16:creationId xmlns:a16="http://schemas.microsoft.com/office/drawing/2014/main" id="{997B0F6E-A88F-4190-AF4D-CC386A411A9D}"/>
                    </a:ext>
                  </a:extLst>
                </p:cNvPr>
                <p:cNvPicPr/>
                <p:nvPr/>
              </p:nvPicPr>
              <p:blipFill>
                <a:blip r:embed="rId53"/>
                <a:stretch>
                  <a:fillRect/>
                </a:stretch>
              </p:blipFill>
              <p:spPr>
                <a:xfrm>
                  <a:off x="4356337" y="4730191"/>
                  <a:ext cx="18432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032" name="Ink 1031">
                  <a:extLst>
                    <a:ext uri="{FF2B5EF4-FFF2-40B4-BE49-F238E27FC236}">
                      <a16:creationId xmlns:a16="http://schemas.microsoft.com/office/drawing/2014/main" id="{118F7B18-278B-4A2D-B0CB-A95935E46DBF}"/>
                    </a:ext>
                  </a:extLst>
                </p14:cNvPr>
                <p14:cNvContentPartPr/>
                <p14:nvPr/>
              </p14:nvContentPartPr>
              <p14:xfrm>
                <a:off x="4622737" y="4796791"/>
                <a:ext cx="13320" cy="112680"/>
              </p14:xfrm>
            </p:contentPart>
          </mc:Choice>
          <mc:Fallback xmlns="">
            <p:pic>
              <p:nvPicPr>
                <p:cNvPr id="1032" name="Ink 1031">
                  <a:extLst>
                    <a:ext uri="{FF2B5EF4-FFF2-40B4-BE49-F238E27FC236}">
                      <a16:creationId xmlns:a16="http://schemas.microsoft.com/office/drawing/2014/main" id="{118F7B18-278B-4A2D-B0CB-A95935E46DBF}"/>
                    </a:ext>
                  </a:extLst>
                </p:cNvPr>
                <p:cNvPicPr/>
                <p:nvPr/>
              </p:nvPicPr>
              <p:blipFill>
                <a:blip r:embed="rId55"/>
                <a:stretch>
                  <a:fillRect/>
                </a:stretch>
              </p:blipFill>
              <p:spPr>
                <a:xfrm>
                  <a:off x="4613737" y="4788151"/>
                  <a:ext cx="3096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033" name="Ink 1032">
                  <a:extLst>
                    <a:ext uri="{FF2B5EF4-FFF2-40B4-BE49-F238E27FC236}">
                      <a16:creationId xmlns:a16="http://schemas.microsoft.com/office/drawing/2014/main" id="{D5F0DC59-9696-4804-9BDA-4EC7DBC6D461}"/>
                    </a:ext>
                  </a:extLst>
                </p14:cNvPr>
                <p14:cNvContentPartPr/>
                <p14:nvPr/>
              </p14:nvContentPartPr>
              <p14:xfrm>
                <a:off x="4758097" y="4645591"/>
                <a:ext cx="187560" cy="232200"/>
              </p14:xfrm>
            </p:contentPart>
          </mc:Choice>
          <mc:Fallback xmlns="">
            <p:pic>
              <p:nvPicPr>
                <p:cNvPr id="1033" name="Ink 1032">
                  <a:extLst>
                    <a:ext uri="{FF2B5EF4-FFF2-40B4-BE49-F238E27FC236}">
                      <a16:creationId xmlns:a16="http://schemas.microsoft.com/office/drawing/2014/main" id="{D5F0DC59-9696-4804-9BDA-4EC7DBC6D461}"/>
                    </a:ext>
                  </a:extLst>
                </p:cNvPr>
                <p:cNvPicPr/>
                <p:nvPr/>
              </p:nvPicPr>
              <p:blipFill>
                <a:blip r:embed="rId57"/>
                <a:stretch>
                  <a:fillRect/>
                </a:stretch>
              </p:blipFill>
              <p:spPr>
                <a:xfrm>
                  <a:off x="4749457" y="4636591"/>
                  <a:ext cx="20520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034" name="Ink 1033">
                  <a:extLst>
                    <a:ext uri="{FF2B5EF4-FFF2-40B4-BE49-F238E27FC236}">
                      <a16:creationId xmlns:a16="http://schemas.microsoft.com/office/drawing/2014/main" id="{1AFB821D-B26D-4987-8A73-84950C11B26B}"/>
                    </a:ext>
                  </a:extLst>
                </p14:cNvPr>
                <p14:cNvContentPartPr/>
                <p14:nvPr/>
              </p14:nvContentPartPr>
              <p14:xfrm>
                <a:off x="4979137" y="4760791"/>
                <a:ext cx="202320" cy="122040"/>
              </p14:xfrm>
            </p:contentPart>
          </mc:Choice>
          <mc:Fallback xmlns="">
            <p:pic>
              <p:nvPicPr>
                <p:cNvPr id="1034" name="Ink 1033">
                  <a:extLst>
                    <a:ext uri="{FF2B5EF4-FFF2-40B4-BE49-F238E27FC236}">
                      <a16:creationId xmlns:a16="http://schemas.microsoft.com/office/drawing/2014/main" id="{1AFB821D-B26D-4987-8A73-84950C11B26B}"/>
                    </a:ext>
                  </a:extLst>
                </p:cNvPr>
                <p:cNvPicPr/>
                <p:nvPr/>
              </p:nvPicPr>
              <p:blipFill>
                <a:blip r:embed="rId59"/>
                <a:stretch>
                  <a:fillRect/>
                </a:stretch>
              </p:blipFill>
              <p:spPr>
                <a:xfrm>
                  <a:off x="4970137" y="4751791"/>
                  <a:ext cx="21996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035" name="Ink 1034">
                  <a:extLst>
                    <a:ext uri="{FF2B5EF4-FFF2-40B4-BE49-F238E27FC236}">
                      <a16:creationId xmlns:a16="http://schemas.microsoft.com/office/drawing/2014/main" id="{A1E68ACB-C21E-4E0E-B80D-B2EE65115F85}"/>
                    </a:ext>
                  </a:extLst>
                </p14:cNvPr>
                <p14:cNvContentPartPr/>
                <p14:nvPr/>
              </p14:nvContentPartPr>
              <p14:xfrm>
                <a:off x="5223217" y="4805071"/>
                <a:ext cx="158040" cy="123840"/>
              </p14:xfrm>
            </p:contentPart>
          </mc:Choice>
          <mc:Fallback xmlns="">
            <p:pic>
              <p:nvPicPr>
                <p:cNvPr id="1035" name="Ink 1034">
                  <a:extLst>
                    <a:ext uri="{FF2B5EF4-FFF2-40B4-BE49-F238E27FC236}">
                      <a16:creationId xmlns:a16="http://schemas.microsoft.com/office/drawing/2014/main" id="{A1E68ACB-C21E-4E0E-B80D-B2EE65115F85}"/>
                    </a:ext>
                  </a:extLst>
                </p:cNvPr>
                <p:cNvPicPr/>
                <p:nvPr/>
              </p:nvPicPr>
              <p:blipFill>
                <a:blip r:embed="rId61"/>
                <a:stretch>
                  <a:fillRect/>
                </a:stretch>
              </p:blipFill>
              <p:spPr>
                <a:xfrm>
                  <a:off x="5214577" y="4796431"/>
                  <a:ext cx="17568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036" name="Ink 1035">
                  <a:extLst>
                    <a:ext uri="{FF2B5EF4-FFF2-40B4-BE49-F238E27FC236}">
                      <a16:creationId xmlns:a16="http://schemas.microsoft.com/office/drawing/2014/main" id="{618CB4F2-196C-4757-BFA6-78F13E08D522}"/>
                    </a:ext>
                  </a:extLst>
                </p14:cNvPr>
                <p14:cNvContentPartPr/>
                <p14:nvPr/>
              </p14:nvContentPartPr>
              <p14:xfrm>
                <a:off x="5500057" y="4730191"/>
                <a:ext cx="223560" cy="223200"/>
              </p14:xfrm>
            </p:contentPart>
          </mc:Choice>
          <mc:Fallback xmlns="">
            <p:pic>
              <p:nvPicPr>
                <p:cNvPr id="1036" name="Ink 1035">
                  <a:extLst>
                    <a:ext uri="{FF2B5EF4-FFF2-40B4-BE49-F238E27FC236}">
                      <a16:creationId xmlns:a16="http://schemas.microsoft.com/office/drawing/2014/main" id="{618CB4F2-196C-4757-BFA6-78F13E08D522}"/>
                    </a:ext>
                  </a:extLst>
                </p:cNvPr>
                <p:cNvPicPr/>
                <p:nvPr/>
              </p:nvPicPr>
              <p:blipFill>
                <a:blip r:embed="rId63"/>
                <a:stretch>
                  <a:fillRect/>
                </a:stretch>
              </p:blipFill>
              <p:spPr>
                <a:xfrm>
                  <a:off x="5491417" y="4721191"/>
                  <a:ext cx="24120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037" name="Ink 1036">
                  <a:extLst>
                    <a:ext uri="{FF2B5EF4-FFF2-40B4-BE49-F238E27FC236}">
                      <a16:creationId xmlns:a16="http://schemas.microsoft.com/office/drawing/2014/main" id="{0C113C9A-7643-47E7-AF3C-00366F2D52B6}"/>
                    </a:ext>
                  </a:extLst>
                </p14:cNvPr>
                <p14:cNvContentPartPr/>
                <p14:nvPr/>
              </p14:nvContentPartPr>
              <p14:xfrm>
                <a:off x="5823697" y="4762951"/>
                <a:ext cx="115920" cy="128160"/>
              </p14:xfrm>
            </p:contentPart>
          </mc:Choice>
          <mc:Fallback xmlns="">
            <p:pic>
              <p:nvPicPr>
                <p:cNvPr id="1037" name="Ink 1036">
                  <a:extLst>
                    <a:ext uri="{FF2B5EF4-FFF2-40B4-BE49-F238E27FC236}">
                      <a16:creationId xmlns:a16="http://schemas.microsoft.com/office/drawing/2014/main" id="{0C113C9A-7643-47E7-AF3C-00366F2D52B6}"/>
                    </a:ext>
                  </a:extLst>
                </p:cNvPr>
                <p:cNvPicPr/>
                <p:nvPr/>
              </p:nvPicPr>
              <p:blipFill>
                <a:blip r:embed="rId65"/>
                <a:stretch>
                  <a:fillRect/>
                </a:stretch>
              </p:blipFill>
              <p:spPr>
                <a:xfrm>
                  <a:off x="5815057" y="4754311"/>
                  <a:ext cx="133560" cy="145800"/>
                </a:xfrm>
                <a:prstGeom prst="rect">
                  <a:avLst/>
                </a:prstGeom>
              </p:spPr>
            </p:pic>
          </mc:Fallback>
        </mc:AlternateContent>
      </p:grpSp>
      <p:grpSp>
        <p:nvGrpSpPr>
          <p:cNvPr id="1044" name="Group 1043">
            <a:extLst>
              <a:ext uri="{FF2B5EF4-FFF2-40B4-BE49-F238E27FC236}">
                <a16:creationId xmlns:a16="http://schemas.microsoft.com/office/drawing/2014/main" id="{6D37F5CB-1C0F-40C5-9AD0-D3BC7EBB955E}"/>
              </a:ext>
            </a:extLst>
          </p:cNvPr>
          <p:cNvGrpSpPr/>
          <p:nvPr/>
        </p:nvGrpSpPr>
        <p:grpSpPr>
          <a:xfrm>
            <a:off x="2736697" y="5526871"/>
            <a:ext cx="1307880" cy="318960"/>
            <a:chOff x="2736697" y="5526871"/>
            <a:chExt cx="1307880" cy="318960"/>
          </a:xfrm>
        </p:grpSpPr>
        <mc:AlternateContent xmlns:mc="http://schemas.openxmlformats.org/markup-compatibility/2006" xmlns:p14="http://schemas.microsoft.com/office/powerpoint/2010/main">
          <mc:Choice Requires="p14">
            <p:contentPart p14:bwMode="auto" r:id="rId66">
              <p14:nvContentPartPr>
                <p14:cNvPr id="1039" name="Ink 1038">
                  <a:extLst>
                    <a:ext uri="{FF2B5EF4-FFF2-40B4-BE49-F238E27FC236}">
                      <a16:creationId xmlns:a16="http://schemas.microsoft.com/office/drawing/2014/main" id="{DE15CEBF-0EA0-488C-AE91-665536989BDD}"/>
                    </a:ext>
                  </a:extLst>
                </p14:cNvPr>
                <p14:cNvContentPartPr/>
                <p14:nvPr/>
              </p14:nvContentPartPr>
              <p14:xfrm>
                <a:off x="2736697" y="5526871"/>
                <a:ext cx="280800" cy="271440"/>
              </p14:xfrm>
            </p:contentPart>
          </mc:Choice>
          <mc:Fallback xmlns="">
            <p:pic>
              <p:nvPicPr>
                <p:cNvPr id="1039" name="Ink 1038">
                  <a:extLst>
                    <a:ext uri="{FF2B5EF4-FFF2-40B4-BE49-F238E27FC236}">
                      <a16:creationId xmlns:a16="http://schemas.microsoft.com/office/drawing/2014/main" id="{DE15CEBF-0EA0-488C-AE91-665536989BDD}"/>
                    </a:ext>
                  </a:extLst>
                </p:cNvPr>
                <p:cNvPicPr/>
                <p:nvPr/>
              </p:nvPicPr>
              <p:blipFill>
                <a:blip r:embed="rId67"/>
                <a:stretch>
                  <a:fillRect/>
                </a:stretch>
              </p:blipFill>
              <p:spPr>
                <a:xfrm>
                  <a:off x="2728057" y="5517871"/>
                  <a:ext cx="298440" cy="2890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040" name="Ink 1039">
                  <a:extLst>
                    <a:ext uri="{FF2B5EF4-FFF2-40B4-BE49-F238E27FC236}">
                      <a16:creationId xmlns:a16="http://schemas.microsoft.com/office/drawing/2014/main" id="{5EAAA2C5-B642-4BF7-8589-4D807AFBD7E1}"/>
                    </a:ext>
                  </a:extLst>
                </p14:cNvPr>
                <p14:cNvContentPartPr/>
                <p14:nvPr/>
              </p14:nvContentPartPr>
              <p14:xfrm>
                <a:off x="3256177" y="5658271"/>
                <a:ext cx="163440" cy="138960"/>
              </p14:xfrm>
            </p:contentPart>
          </mc:Choice>
          <mc:Fallback xmlns="">
            <p:pic>
              <p:nvPicPr>
                <p:cNvPr id="1040" name="Ink 1039">
                  <a:extLst>
                    <a:ext uri="{FF2B5EF4-FFF2-40B4-BE49-F238E27FC236}">
                      <a16:creationId xmlns:a16="http://schemas.microsoft.com/office/drawing/2014/main" id="{5EAAA2C5-B642-4BF7-8589-4D807AFBD7E1}"/>
                    </a:ext>
                  </a:extLst>
                </p:cNvPr>
                <p:cNvPicPr/>
                <p:nvPr/>
              </p:nvPicPr>
              <p:blipFill>
                <a:blip r:embed="rId69"/>
                <a:stretch>
                  <a:fillRect/>
                </a:stretch>
              </p:blipFill>
              <p:spPr>
                <a:xfrm>
                  <a:off x="3247537" y="5649631"/>
                  <a:ext cx="18108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041" name="Ink 1040">
                  <a:extLst>
                    <a:ext uri="{FF2B5EF4-FFF2-40B4-BE49-F238E27FC236}">
                      <a16:creationId xmlns:a16="http://schemas.microsoft.com/office/drawing/2014/main" id="{835DF7BB-618F-4F0B-AC6F-B58B97B95DF1}"/>
                    </a:ext>
                  </a:extLst>
                </p14:cNvPr>
                <p14:cNvContentPartPr/>
                <p14:nvPr/>
              </p14:nvContentPartPr>
              <p14:xfrm>
                <a:off x="3472897" y="5716231"/>
                <a:ext cx="6120" cy="122760"/>
              </p14:xfrm>
            </p:contentPart>
          </mc:Choice>
          <mc:Fallback xmlns="">
            <p:pic>
              <p:nvPicPr>
                <p:cNvPr id="1041" name="Ink 1040">
                  <a:extLst>
                    <a:ext uri="{FF2B5EF4-FFF2-40B4-BE49-F238E27FC236}">
                      <a16:creationId xmlns:a16="http://schemas.microsoft.com/office/drawing/2014/main" id="{835DF7BB-618F-4F0B-AC6F-B58B97B95DF1}"/>
                    </a:ext>
                  </a:extLst>
                </p:cNvPr>
                <p:cNvPicPr/>
                <p:nvPr/>
              </p:nvPicPr>
              <p:blipFill>
                <a:blip r:embed="rId71"/>
                <a:stretch>
                  <a:fillRect/>
                </a:stretch>
              </p:blipFill>
              <p:spPr>
                <a:xfrm>
                  <a:off x="3463897" y="5707591"/>
                  <a:ext cx="2376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042" name="Ink 1041">
                  <a:extLst>
                    <a:ext uri="{FF2B5EF4-FFF2-40B4-BE49-F238E27FC236}">
                      <a16:creationId xmlns:a16="http://schemas.microsoft.com/office/drawing/2014/main" id="{E5401282-3AC9-423E-9807-FFB594E13FDC}"/>
                    </a:ext>
                  </a:extLst>
                </p14:cNvPr>
                <p14:cNvContentPartPr/>
                <p14:nvPr/>
              </p14:nvContentPartPr>
              <p14:xfrm>
                <a:off x="3697177" y="5685271"/>
                <a:ext cx="146160" cy="160560"/>
              </p14:xfrm>
            </p:contentPart>
          </mc:Choice>
          <mc:Fallback xmlns="">
            <p:pic>
              <p:nvPicPr>
                <p:cNvPr id="1042" name="Ink 1041">
                  <a:extLst>
                    <a:ext uri="{FF2B5EF4-FFF2-40B4-BE49-F238E27FC236}">
                      <a16:creationId xmlns:a16="http://schemas.microsoft.com/office/drawing/2014/main" id="{E5401282-3AC9-423E-9807-FFB594E13FDC}"/>
                    </a:ext>
                  </a:extLst>
                </p:cNvPr>
                <p:cNvPicPr/>
                <p:nvPr/>
              </p:nvPicPr>
              <p:blipFill>
                <a:blip r:embed="rId73"/>
                <a:stretch>
                  <a:fillRect/>
                </a:stretch>
              </p:blipFill>
              <p:spPr>
                <a:xfrm>
                  <a:off x="3688177" y="5676631"/>
                  <a:ext cx="16380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043" name="Ink 1042">
                  <a:extLst>
                    <a:ext uri="{FF2B5EF4-FFF2-40B4-BE49-F238E27FC236}">
                      <a16:creationId xmlns:a16="http://schemas.microsoft.com/office/drawing/2014/main" id="{15C3E774-CEB3-4B81-85D5-27A7293C3E54}"/>
                    </a:ext>
                  </a:extLst>
                </p14:cNvPr>
                <p14:cNvContentPartPr/>
                <p14:nvPr/>
              </p14:nvContentPartPr>
              <p14:xfrm>
                <a:off x="3952057" y="5696791"/>
                <a:ext cx="92520" cy="96480"/>
              </p14:xfrm>
            </p:contentPart>
          </mc:Choice>
          <mc:Fallback xmlns="">
            <p:pic>
              <p:nvPicPr>
                <p:cNvPr id="1043" name="Ink 1042">
                  <a:extLst>
                    <a:ext uri="{FF2B5EF4-FFF2-40B4-BE49-F238E27FC236}">
                      <a16:creationId xmlns:a16="http://schemas.microsoft.com/office/drawing/2014/main" id="{15C3E774-CEB3-4B81-85D5-27A7293C3E54}"/>
                    </a:ext>
                  </a:extLst>
                </p:cNvPr>
                <p:cNvPicPr/>
                <p:nvPr/>
              </p:nvPicPr>
              <p:blipFill>
                <a:blip r:embed="rId75"/>
                <a:stretch>
                  <a:fillRect/>
                </a:stretch>
              </p:blipFill>
              <p:spPr>
                <a:xfrm>
                  <a:off x="3943417" y="5687791"/>
                  <a:ext cx="110160" cy="114120"/>
                </a:xfrm>
                <a:prstGeom prst="rect">
                  <a:avLst/>
                </a:prstGeom>
              </p:spPr>
            </p:pic>
          </mc:Fallback>
        </mc:AlternateContent>
      </p:grpSp>
      <p:grpSp>
        <p:nvGrpSpPr>
          <p:cNvPr id="1049" name="Group 1048">
            <a:extLst>
              <a:ext uri="{FF2B5EF4-FFF2-40B4-BE49-F238E27FC236}">
                <a16:creationId xmlns:a16="http://schemas.microsoft.com/office/drawing/2014/main" id="{DF9BB435-5FD6-4528-B26A-711B19AC9FCB}"/>
              </a:ext>
            </a:extLst>
          </p:cNvPr>
          <p:cNvGrpSpPr/>
          <p:nvPr/>
        </p:nvGrpSpPr>
        <p:grpSpPr>
          <a:xfrm>
            <a:off x="3257617" y="6067951"/>
            <a:ext cx="811080" cy="169200"/>
            <a:chOff x="3257617" y="6067951"/>
            <a:chExt cx="811080" cy="169200"/>
          </a:xfrm>
        </p:grpSpPr>
        <mc:AlternateContent xmlns:mc="http://schemas.openxmlformats.org/markup-compatibility/2006" xmlns:p14="http://schemas.microsoft.com/office/powerpoint/2010/main">
          <mc:Choice Requires="p14">
            <p:contentPart p14:bwMode="auto" r:id="rId76">
              <p14:nvContentPartPr>
                <p14:cNvPr id="1045" name="Ink 1044">
                  <a:extLst>
                    <a:ext uri="{FF2B5EF4-FFF2-40B4-BE49-F238E27FC236}">
                      <a16:creationId xmlns:a16="http://schemas.microsoft.com/office/drawing/2014/main" id="{43A2718C-3D46-4ACC-A744-7FABF0A10E00}"/>
                    </a:ext>
                  </a:extLst>
                </p14:cNvPr>
                <p14:cNvContentPartPr/>
                <p14:nvPr/>
              </p14:nvContentPartPr>
              <p14:xfrm>
                <a:off x="3257617" y="6072991"/>
                <a:ext cx="125640" cy="101160"/>
              </p14:xfrm>
            </p:contentPart>
          </mc:Choice>
          <mc:Fallback xmlns="">
            <p:pic>
              <p:nvPicPr>
                <p:cNvPr id="1045" name="Ink 1044">
                  <a:extLst>
                    <a:ext uri="{FF2B5EF4-FFF2-40B4-BE49-F238E27FC236}">
                      <a16:creationId xmlns:a16="http://schemas.microsoft.com/office/drawing/2014/main" id="{43A2718C-3D46-4ACC-A744-7FABF0A10E00}"/>
                    </a:ext>
                  </a:extLst>
                </p:cNvPr>
                <p:cNvPicPr/>
                <p:nvPr/>
              </p:nvPicPr>
              <p:blipFill>
                <a:blip r:embed="rId77"/>
                <a:stretch>
                  <a:fillRect/>
                </a:stretch>
              </p:blipFill>
              <p:spPr>
                <a:xfrm>
                  <a:off x="3248977" y="6063991"/>
                  <a:ext cx="14328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046" name="Ink 1045">
                  <a:extLst>
                    <a:ext uri="{FF2B5EF4-FFF2-40B4-BE49-F238E27FC236}">
                      <a16:creationId xmlns:a16="http://schemas.microsoft.com/office/drawing/2014/main" id="{E6181643-E486-43D6-9FBB-0424951E8F4E}"/>
                    </a:ext>
                  </a:extLst>
                </p14:cNvPr>
                <p14:cNvContentPartPr/>
                <p14:nvPr/>
              </p14:nvContentPartPr>
              <p14:xfrm>
                <a:off x="3460657" y="6129151"/>
                <a:ext cx="115200" cy="100080"/>
              </p14:xfrm>
            </p:contentPart>
          </mc:Choice>
          <mc:Fallback xmlns="">
            <p:pic>
              <p:nvPicPr>
                <p:cNvPr id="1046" name="Ink 1045">
                  <a:extLst>
                    <a:ext uri="{FF2B5EF4-FFF2-40B4-BE49-F238E27FC236}">
                      <a16:creationId xmlns:a16="http://schemas.microsoft.com/office/drawing/2014/main" id="{E6181643-E486-43D6-9FBB-0424951E8F4E}"/>
                    </a:ext>
                  </a:extLst>
                </p:cNvPr>
                <p:cNvPicPr/>
                <p:nvPr/>
              </p:nvPicPr>
              <p:blipFill>
                <a:blip r:embed="rId79"/>
                <a:stretch>
                  <a:fillRect/>
                </a:stretch>
              </p:blipFill>
              <p:spPr>
                <a:xfrm>
                  <a:off x="3451657" y="6120151"/>
                  <a:ext cx="13284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047" name="Ink 1046">
                  <a:extLst>
                    <a:ext uri="{FF2B5EF4-FFF2-40B4-BE49-F238E27FC236}">
                      <a16:creationId xmlns:a16="http://schemas.microsoft.com/office/drawing/2014/main" id="{E8CE4A23-B862-476F-BA98-4B4BC8FB53C0}"/>
                    </a:ext>
                  </a:extLst>
                </p14:cNvPr>
                <p14:cNvContentPartPr/>
                <p14:nvPr/>
              </p14:nvContentPartPr>
              <p14:xfrm>
                <a:off x="3757297" y="6067951"/>
                <a:ext cx="183960" cy="168120"/>
              </p14:xfrm>
            </p:contentPart>
          </mc:Choice>
          <mc:Fallback xmlns="">
            <p:pic>
              <p:nvPicPr>
                <p:cNvPr id="1047" name="Ink 1046">
                  <a:extLst>
                    <a:ext uri="{FF2B5EF4-FFF2-40B4-BE49-F238E27FC236}">
                      <a16:creationId xmlns:a16="http://schemas.microsoft.com/office/drawing/2014/main" id="{E8CE4A23-B862-476F-BA98-4B4BC8FB53C0}"/>
                    </a:ext>
                  </a:extLst>
                </p:cNvPr>
                <p:cNvPicPr/>
                <p:nvPr/>
              </p:nvPicPr>
              <p:blipFill>
                <a:blip r:embed="rId81"/>
                <a:stretch>
                  <a:fillRect/>
                </a:stretch>
              </p:blipFill>
              <p:spPr>
                <a:xfrm>
                  <a:off x="3748297" y="6058951"/>
                  <a:ext cx="20160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048" name="Ink 1047">
                  <a:extLst>
                    <a:ext uri="{FF2B5EF4-FFF2-40B4-BE49-F238E27FC236}">
                      <a16:creationId xmlns:a16="http://schemas.microsoft.com/office/drawing/2014/main" id="{17976E17-9287-4D4C-9451-7789BE79A9BE}"/>
                    </a:ext>
                  </a:extLst>
                </p14:cNvPr>
                <p14:cNvContentPartPr/>
                <p14:nvPr/>
              </p14:nvContentPartPr>
              <p14:xfrm>
                <a:off x="3984817" y="6132391"/>
                <a:ext cx="83880" cy="104760"/>
              </p14:xfrm>
            </p:contentPart>
          </mc:Choice>
          <mc:Fallback xmlns="">
            <p:pic>
              <p:nvPicPr>
                <p:cNvPr id="1048" name="Ink 1047">
                  <a:extLst>
                    <a:ext uri="{FF2B5EF4-FFF2-40B4-BE49-F238E27FC236}">
                      <a16:creationId xmlns:a16="http://schemas.microsoft.com/office/drawing/2014/main" id="{17976E17-9287-4D4C-9451-7789BE79A9BE}"/>
                    </a:ext>
                  </a:extLst>
                </p:cNvPr>
                <p:cNvPicPr/>
                <p:nvPr/>
              </p:nvPicPr>
              <p:blipFill>
                <a:blip r:embed="rId83"/>
                <a:stretch>
                  <a:fillRect/>
                </a:stretch>
              </p:blipFill>
              <p:spPr>
                <a:xfrm>
                  <a:off x="3975817" y="6123391"/>
                  <a:ext cx="101520" cy="122400"/>
                </a:xfrm>
                <a:prstGeom prst="rect">
                  <a:avLst/>
                </a:prstGeom>
              </p:spPr>
            </p:pic>
          </mc:Fallback>
        </mc:AlternateContent>
      </p:grpSp>
      <p:grpSp>
        <p:nvGrpSpPr>
          <p:cNvPr id="1060" name="Group 1059">
            <a:extLst>
              <a:ext uri="{FF2B5EF4-FFF2-40B4-BE49-F238E27FC236}">
                <a16:creationId xmlns:a16="http://schemas.microsoft.com/office/drawing/2014/main" id="{6F2A8F7F-070C-4051-BD51-692999D5A4DA}"/>
              </a:ext>
            </a:extLst>
          </p:cNvPr>
          <p:cNvGrpSpPr/>
          <p:nvPr/>
        </p:nvGrpSpPr>
        <p:grpSpPr>
          <a:xfrm>
            <a:off x="1027057" y="4326991"/>
            <a:ext cx="819360" cy="489960"/>
            <a:chOff x="1027057" y="4326991"/>
            <a:chExt cx="819360" cy="489960"/>
          </a:xfrm>
        </p:grpSpPr>
        <mc:AlternateContent xmlns:mc="http://schemas.openxmlformats.org/markup-compatibility/2006" xmlns:p14="http://schemas.microsoft.com/office/powerpoint/2010/main">
          <mc:Choice Requires="p14">
            <p:contentPart p14:bwMode="auto" r:id="rId84">
              <p14:nvContentPartPr>
                <p14:cNvPr id="1050" name="Ink 1049">
                  <a:extLst>
                    <a:ext uri="{FF2B5EF4-FFF2-40B4-BE49-F238E27FC236}">
                      <a16:creationId xmlns:a16="http://schemas.microsoft.com/office/drawing/2014/main" id="{F7252F52-5B1A-42EC-B89B-7F7A26FFE200}"/>
                    </a:ext>
                  </a:extLst>
                </p14:cNvPr>
                <p14:cNvContentPartPr/>
                <p14:nvPr/>
              </p14:nvContentPartPr>
              <p14:xfrm>
                <a:off x="1621777" y="4479631"/>
                <a:ext cx="224640" cy="181800"/>
              </p14:xfrm>
            </p:contentPart>
          </mc:Choice>
          <mc:Fallback xmlns="">
            <p:pic>
              <p:nvPicPr>
                <p:cNvPr id="1050" name="Ink 1049">
                  <a:extLst>
                    <a:ext uri="{FF2B5EF4-FFF2-40B4-BE49-F238E27FC236}">
                      <a16:creationId xmlns:a16="http://schemas.microsoft.com/office/drawing/2014/main" id="{F7252F52-5B1A-42EC-B89B-7F7A26FFE200}"/>
                    </a:ext>
                  </a:extLst>
                </p:cNvPr>
                <p:cNvPicPr/>
                <p:nvPr/>
              </p:nvPicPr>
              <p:blipFill>
                <a:blip r:embed="rId85"/>
                <a:stretch>
                  <a:fillRect/>
                </a:stretch>
              </p:blipFill>
              <p:spPr>
                <a:xfrm>
                  <a:off x="1612777" y="4470631"/>
                  <a:ext cx="24228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051" name="Ink 1050">
                  <a:extLst>
                    <a:ext uri="{FF2B5EF4-FFF2-40B4-BE49-F238E27FC236}">
                      <a16:creationId xmlns:a16="http://schemas.microsoft.com/office/drawing/2014/main" id="{D596FE45-10D8-4488-8D4B-962470A5C48F}"/>
                    </a:ext>
                  </a:extLst>
                </p14:cNvPr>
                <p14:cNvContentPartPr/>
                <p14:nvPr/>
              </p14:nvContentPartPr>
              <p14:xfrm>
                <a:off x="1041097" y="4326991"/>
                <a:ext cx="134280" cy="158760"/>
              </p14:xfrm>
            </p:contentPart>
          </mc:Choice>
          <mc:Fallback xmlns="">
            <p:pic>
              <p:nvPicPr>
                <p:cNvPr id="1051" name="Ink 1050">
                  <a:extLst>
                    <a:ext uri="{FF2B5EF4-FFF2-40B4-BE49-F238E27FC236}">
                      <a16:creationId xmlns:a16="http://schemas.microsoft.com/office/drawing/2014/main" id="{D596FE45-10D8-4488-8D4B-962470A5C48F}"/>
                    </a:ext>
                  </a:extLst>
                </p:cNvPr>
                <p:cNvPicPr/>
                <p:nvPr/>
              </p:nvPicPr>
              <p:blipFill>
                <a:blip r:embed="rId87"/>
                <a:stretch>
                  <a:fillRect/>
                </a:stretch>
              </p:blipFill>
              <p:spPr>
                <a:xfrm>
                  <a:off x="1032097" y="4318351"/>
                  <a:ext cx="15192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052" name="Ink 1051">
                  <a:extLst>
                    <a:ext uri="{FF2B5EF4-FFF2-40B4-BE49-F238E27FC236}">
                      <a16:creationId xmlns:a16="http://schemas.microsoft.com/office/drawing/2014/main" id="{E96A09C3-77C0-4687-9316-3379D777B306}"/>
                    </a:ext>
                  </a:extLst>
                </p14:cNvPr>
                <p14:cNvContentPartPr/>
                <p14:nvPr/>
              </p14:nvContentPartPr>
              <p14:xfrm>
                <a:off x="1218577" y="4415191"/>
                <a:ext cx="8640" cy="81000"/>
              </p14:xfrm>
            </p:contentPart>
          </mc:Choice>
          <mc:Fallback xmlns="">
            <p:pic>
              <p:nvPicPr>
                <p:cNvPr id="1052" name="Ink 1051">
                  <a:extLst>
                    <a:ext uri="{FF2B5EF4-FFF2-40B4-BE49-F238E27FC236}">
                      <a16:creationId xmlns:a16="http://schemas.microsoft.com/office/drawing/2014/main" id="{E96A09C3-77C0-4687-9316-3379D777B306}"/>
                    </a:ext>
                  </a:extLst>
                </p:cNvPr>
                <p:cNvPicPr/>
                <p:nvPr/>
              </p:nvPicPr>
              <p:blipFill>
                <a:blip r:embed="rId89"/>
                <a:stretch>
                  <a:fillRect/>
                </a:stretch>
              </p:blipFill>
              <p:spPr>
                <a:xfrm>
                  <a:off x="1209577" y="4406191"/>
                  <a:ext cx="2628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053" name="Ink 1052">
                  <a:extLst>
                    <a:ext uri="{FF2B5EF4-FFF2-40B4-BE49-F238E27FC236}">
                      <a16:creationId xmlns:a16="http://schemas.microsoft.com/office/drawing/2014/main" id="{13261C38-7481-44BC-AA61-1B471789B3FE}"/>
                    </a:ext>
                  </a:extLst>
                </p14:cNvPr>
                <p14:cNvContentPartPr/>
                <p14:nvPr/>
              </p14:nvContentPartPr>
              <p14:xfrm>
                <a:off x="1346377" y="4327711"/>
                <a:ext cx="101160" cy="147960"/>
              </p14:xfrm>
            </p:contentPart>
          </mc:Choice>
          <mc:Fallback xmlns="">
            <p:pic>
              <p:nvPicPr>
                <p:cNvPr id="1053" name="Ink 1052">
                  <a:extLst>
                    <a:ext uri="{FF2B5EF4-FFF2-40B4-BE49-F238E27FC236}">
                      <a16:creationId xmlns:a16="http://schemas.microsoft.com/office/drawing/2014/main" id="{13261C38-7481-44BC-AA61-1B471789B3FE}"/>
                    </a:ext>
                  </a:extLst>
                </p:cNvPr>
                <p:cNvPicPr/>
                <p:nvPr/>
              </p:nvPicPr>
              <p:blipFill>
                <a:blip r:embed="rId91"/>
                <a:stretch>
                  <a:fillRect/>
                </a:stretch>
              </p:blipFill>
              <p:spPr>
                <a:xfrm>
                  <a:off x="1337377" y="4319071"/>
                  <a:ext cx="11880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054" name="Ink 1053">
                  <a:extLst>
                    <a:ext uri="{FF2B5EF4-FFF2-40B4-BE49-F238E27FC236}">
                      <a16:creationId xmlns:a16="http://schemas.microsoft.com/office/drawing/2014/main" id="{6180EBD3-D8F2-40D9-BE48-A12A95F071F3}"/>
                    </a:ext>
                  </a:extLst>
                </p14:cNvPr>
                <p14:cNvContentPartPr/>
                <p14:nvPr/>
              </p14:nvContentPartPr>
              <p14:xfrm>
                <a:off x="1490017" y="4353271"/>
                <a:ext cx="65520" cy="77040"/>
              </p14:xfrm>
            </p:contentPart>
          </mc:Choice>
          <mc:Fallback xmlns="">
            <p:pic>
              <p:nvPicPr>
                <p:cNvPr id="1054" name="Ink 1053">
                  <a:extLst>
                    <a:ext uri="{FF2B5EF4-FFF2-40B4-BE49-F238E27FC236}">
                      <a16:creationId xmlns:a16="http://schemas.microsoft.com/office/drawing/2014/main" id="{6180EBD3-D8F2-40D9-BE48-A12A95F071F3}"/>
                    </a:ext>
                  </a:extLst>
                </p:cNvPr>
                <p:cNvPicPr/>
                <p:nvPr/>
              </p:nvPicPr>
              <p:blipFill>
                <a:blip r:embed="rId93"/>
                <a:stretch>
                  <a:fillRect/>
                </a:stretch>
              </p:blipFill>
              <p:spPr>
                <a:xfrm>
                  <a:off x="1481017" y="4344631"/>
                  <a:ext cx="8316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055" name="Ink 1054">
                  <a:extLst>
                    <a:ext uri="{FF2B5EF4-FFF2-40B4-BE49-F238E27FC236}">
                      <a16:creationId xmlns:a16="http://schemas.microsoft.com/office/drawing/2014/main" id="{0309CF72-42A1-4D1C-B41F-7F0E5804AEF2}"/>
                    </a:ext>
                  </a:extLst>
                </p14:cNvPr>
                <p14:cNvContentPartPr/>
                <p14:nvPr/>
              </p14:nvContentPartPr>
              <p14:xfrm>
                <a:off x="1027057" y="4694551"/>
                <a:ext cx="134640" cy="122400"/>
              </p14:xfrm>
            </p:contentPart>
          </mc:Choice>
          <mc:Fallback xmlns="">
            <p:pic>
              <p:nvPicPr>
                <p:cNvPr id="1055" name="Ink 1054">
                  <a:extLst>
                    <a:ext uri="{FF2B5EF4-FFF2-40B4-BE49-F238E27FC236}">
                      <a16:creationId xmlns:a16="http://schemas.microsoft.com/office/drawing/2014/main" id="{0309CF72-42A1-4D1C-B41F-7F0E5804AEF2}"/>
                    </a:ext>
                  </a:extLst>
                </p:cNvPr>
                <p:cNvPicPr/>
                <p:nvPr/>
              </p:nvPicPr>
              <p:blipFill>
                <a:blip r:embed="rId95"/>
                <a:stretch>
                  <a:fillRect/>
                </a:stretch>
              </p:blipFill>
              <p:spPr>
                <a:xfrm>
                  <a:off x="1018417" y="4685551"/>
                  <a:ext cx="15228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056" name="Ink 1055">
                  <a:extLst>
                    <a:ext uri="{FF2B5EF4-FFF2-40B4-BE49-F238E27FC236}">
                      <a16:creationId xmlns:a16="http://schemas.microsoft.com/office/drawing/2014/main" id="{01707796-AA01-47D2-93ED-39F59F5419E5}"/>
                    </a:ext>
                  </a:extLst>
                </p14:cNvPr>
                <p14:cNvContentPartPr/>
                <p14:nvPr/>
              </p14:nvContentPartPr>
              <p14:xfrm>
                <a:off x="1204537" y="4727311"/>
                <a:ext cx="163440" cy="81720"/>
              </p14:xfrm>
            </p:contentPart>
          </mc:Choice>
          <mc:Fallback xmlns="">
            <p:pic>
              <p:nvPicPr>
                <p:cNvPr id="1056" name="Ink 1055">
                  <a:extLst>
                    <a:ext uri="{FF2B5EF4-FFF2-40B4-BE49-F238E27FC236}">
                      <a16:creationId xmlns:a16="http://schemas.microsoft.com/office/drawing/2014/main" id="{01707796-AA01-47D2-93ED-39F59F5419E5}"/>
                    </a:ext>
                  </a:extLst>
                </p:cNvPr>
                <p:cNvPicPr/>
                <p:nvPr/>
              </p:nvPicPr>
              <p:blipFill>
                <a:blip r:embed="rId97"/>
                <a:stretch>
                  <a:fillRect/>
                </a:stretch>
              </p:blipFill>
              <p:spPr>
                <a:xfrm>
                  <a:off x="1195537" y="4718311"/>
                  <a:ext cx="18108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057" name="Ink 1056">
                  <a:extLst>
                    <a:ext uri="{FF2B5EF4-FFF2-40B4-BE49-F238E27FC236}">
                      <a16:creationId xmlns:a16="http://schemas.microsoft.com/office/drawing/2014/main" id="{CE188344-F921-40F9-A6B0-2C5C6115115C}"/>
                    </a:ext>
                  </a:extLst>
                </p14:cNvPr>
                <p14:cNvContentPartPr/>
                <p14:nvPr/>
              </p14:nvContentPartPr>
              <p14:xfrm>
                <a:off x="1367617" y="4671511"/>
                <a:ext cx="102240" cy="101880"/>
              </p14:xfrm>
            </p:contentPart>
          </mc:Choice>
          <mc:Fallback xmlns="">
            <p:pic>
              <p:nvPicPr>
                <p:cNvPr id="1057" name="Ink 1056">
                  <a:extLst>
                    <a:ext uri="{FF2B5EF4-FFF2-40B4-BE49-F238E27FC236}">
                      <a16:creationId xmlns:a16="http://schemas.microsoft.com/office/drawing/2014/main" id="{CE188344-F921-40F9-A6B0-2C5C6115115C}"/>
                    </a:ext>
                  </a:extLst>
                </p:cNvPr>
                <p:cNvPicPr/>
                <p:nvPr/>
              </p:nvPicPr>
              <p:blipFill>
                <a:blip r:embed="rId99"/>
                <a:stretch>
                  <a:fillRect/>
                </a:stretch>
              </p:blipFill>
              <p:spPr>
                <a:xfrm>
                  <a:off x="1358977" y="4662511"/>
                  <a:ext cx="11988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058" name="Ink 1057">
                  <a:extLst>
                    <a:ext uri="{FF2B5EF4-FFF2-40B4-BE49-F238E27FC236}">
                      <a16:creationId xmlns:a16="http://schemas.microsoft.com/office/drawing/2014/main" id="{7BD25B12-1EEB-465D-BA98-4EE78B309977}"/>
                    </a:ext>
                  </a:extLst>
                </p14:cNvPr>
                <p14:cNvContentPartPr/>
                <p14:nvPr/>
              </p14:nvContentPartPr>
              <p14:xfrm>
                <a:off x="1528177" y="4666471"/>
                <a:ext cx="64440" cy="61920"/>
              </p14:xfrm>
            </p:contentPart>
          </mc:Choice>
          <mc:Fallback xmlns="">
            <p:pic>
              <p:nvPicPr>
                <p:cNvPr id="1058" name="Ink 1057">
                  <a:extLst>
                    <a:ext uri="{FF2B5EF4-FFF2-40B4-BE49-F238E27FC236}">
                      <a16:creationId xmlns:a16="http://schemas.microsoft.com/office/drawing/2014/main" id="{7BD25B12-1EEB-465D-BA98-4EE78B309977}"/>
                    </a:ext>
                  </a:extLst>
                </p:cNvPr>
                <p:cNvPicPr/>
                <p:nvPr/>
              </p:nvPicPr>
              <p:blipFill>
                <a:blip r:embed="rId101"/>
                <a:stretch>
                  <a:fillRect/>
                </a:stretch>
              </p:blipFill>
              <p:spPr>
                <a:xfrm>
                  <a:off x="1519177" y="4657831"/>
                  <a:ext cx="82080" cy="79560"/>
                </a:xfrm>
                <a:prstGeom prst="rect">
                  <a:avLst/>
                </a:prstGeom>
              </p:spPr>
            </p:pic>
          </mc:Fallback>
        </mc:AlternateContent>
      </p:grpSp>
      <p:grpSp>
        <p:nvGrpSpPr>
          <p:cNvPr id="1092" name="Group 1091">
            <a:extLst>
              <a:ext uri="{FF2B5EF4-FFF2-40B4-BE49-F238E27FC236}">
                <a16:creationId xmlns:a16="http://schemas.microsoft.com/office/drawing/2014/main" id="{90D2D0EB-A669-4B2C-8CF2-7D1F5BD836F2}"/>
              </a:ext>
            </a:extLst>
          </p:cNvPr>
          <p:cNvGrpSpPr/>
          <p:nvPr/>
        </p:nvGrpSpPr>
        <p:grpSpPr>
          <a:xfrm>
            <a:off x="5352817" y="1664071"/>
            <a:ext cx="6432120" cy="2114640"/>
            <a:chOff x="5352817" y="1664071"/>
            <a:chExt cx="6432120" cy="2114640"/>
          </a:xfrm>
        </p:grpSpPr>
        <mc:AlternateContent xmlns:mc="http://schemas.openxmlformats.org/markup-compatibility/2006" xmlns:p14="http://schemas.microsoft.com/office/powerpoint/2010/main">
          <mc:Choice Requires="p14">
            <p:contentPart p14:bwMode="auto" r:id="rId102">
              <p14:nvContentPartPr>
                <p14:cNvPr id="27" name="Ink 26">
                  <a:extLst>
                    <a:ext uri="{FF2B5EF4-FFF2-40B4-BE49-F238E27FC236}">
                      <a16:creationId xmlns:a16="http://schemas.microsoft.com/office/drawing/2014/main" id="{15468D81-A7B0-470E-96BD-B524CCC90BF7}"/>
                    </a:ext>
                  </a:extLst>
                </p14:cNvPr>
                <p14:cNvContentPartPr/>
                <p14:nvPr/>
              </p14:nvContentPartPr>
              <p14:xfrm>
                <a:off x="5352817" y="1664071"/>
                <a:ext cx="113400" cy="349920"/>
              </p14:xfrm>
            </p:contentPart>
          </mc:Choice>
          <mc:Fallback xmlns="">
            <p:pic>
              <p:nvPicPr>
                <p:cNvPr id="27" name="Ink 26">
                  <a:extLst>
                    <a:ext uri="{FF2B5EF4-FFF2-40B4-BE49-F238E27FC236}">
                      <a16:creationId xmlns:a16="http://schemas.microsoft.com/office/drawing/2014/main" id="{15468D81-A7B0-470E-96BD-B524CCC90BF7}"/>
                    </a:ext>
                  </a:extLst>
                </p:cNvPr>
                <p:cNvPicPr/>
                <p:nvPr/>
              </p:nvPicPr>
              <p:blipFill>
                <a:blip r:embed="rId103"/>
                <a:stretch>
                  <a:fillRect/>
                </a:stretch>
              </p:blipFill>
              <p:spPr>
                <a:xfrm>
                  <a:off x="5344177" y="1655071"/>
                  <a:ext cx="131040" cy="3675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28" name="Ink 27">
                  <a:extLst>
                    <a:ext uri="{FF2B5EF4-FFF2-40B4-BE49-F238E27FC236}">
                      <a16:creationId xmlns:a16="http://schemas.microsoft.com/office/drawing/2014/main" id="{2B3BEA2F-8800-4C78-9363-3B157EA795AC}"/>
                    </a:ext>
                  </a:extLst>
                </p14:cNvPr>
                <p14:cNvContentPartPr/>
                <p14:nvPr/>
              </p14:nvContentPartPr>
              <p14:xfrm>
                <a:off x="5487097" y="1875751"/>
                <a:ext cx="904320" cy="605880"/>
              </p14:xfrm>
            </p:contentPart>
          </mc:Choice>
          <mc:Fallback xmlns="">
            <p:pic>
              <p:nvPicPr>
                <p:cNvPr id="28" name="Ink 27">
                  <a:extLst>
                    <a:ext uri="{FF2B5EF4-FFF2-40B4-BE49-F238E27FC236}">
                      <a16:creationId xmlns:a16="http://schemas.microsoft.com/office/drawing/2014/main" id="{2B3BEA2F-8800-4C78-9363-3B157EA795AC}"/>
                    </a:ext>
                  </a:extLst>
                </p:cNvPr>
                <p:cNvPicPr/>
                <p:nvPr/>
              </p:nvPicPr>
              <p:blipFill>
                <a:blip r:embed="rId105"/>
                <a:stretch>
                  <a:fillRect/>
                </a:stretch>
              </p:blipFill>
              <p:spPr>
                <a:xfrm>
                  <a:off x="5478457" y="1866751"/>
                  <a:ext cx="921960" cy="6235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29" name="Ink 28">
                  <a:extLst>
                    <a:ext uri="{FF2B5EF4-FFF2-40B4-BE49-F238E27FC236}">
                      <a16:creationId xmlns:a16="http://schemas.microsoft.com/office/drawing/2014/main" id="{69CACA53-20F4-41F3-B1CA-B798F0DEB7FE}"/>
                    </a:ext>
                  </a:extLst>
                </p14:cNvPr>
                <p14:cNvContentPartPr/>
                <p14:nvPr/>
              </p14:nvContentPartPr>
              <p14:xfrm>
                <a:off x="6321937" y="1850551"/>
                <a:ext cx="37800" cy="16200"/>
              </p14:xfrm>
            </p:contentPart>
          </mc:Choice>
          <mc:Fallback xmlns="">
            <p:pic>
              <p:nvPicPr>
                <p:cNvPr id="29" name="Ink 28">
                  <a:extLst>
                    <a:ext uri="{FF2B5EF4-FFF2-40B4-BE49-F238E27FC236}">
                      <a16:creationId xmlns:a16="http://schemas.microsoft.com/office/drawing/2014/main" id="{69CACA53-20F4-41F3-B1CA-B798F0DEB7FE}"/>
                    </a:ext>
                  </a:extLst>
                </p:cNvPr>
                <p:cNvPicPr/>
                <p:nvPr/>
              </p:nvPicPr>
              <p:blipFill>
                <a:blip r:embed="rId107"/>
                <a:stretch>
                  <a:fillRect/>
                </a:stretch>
              </p:blipFill>
              <p:spPr>
                <a:xfrm>
                  <a:off x="6313297" y="1841551"/>
                  <a:ext cx="5544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30" name="Ink 29">
                  <a:extLst>
                    <a:ext uri="{FF2B5EF4-FFF2-40B4-BE49-F238E27FC236}">
                      <a16:creationId xmlns:a16="http://schemas.microsoft.com/office/drawing/2014/main" id="{83A316BB-E728-494E-82AA-64B6505867AF}"/>
                    </a:ext>
                  </a:extLst>
                </p14:cNvPr>
                <p14:cNvContentPartPr/>
                <p14:nvPr/>
              </p14:nvContentPartPr>
              <p14:xfrm>
                <a:off x="6494017" y="1891231"/>
                <a:ext cx="888480" cy="397080"/>
              </p14:xfrm>
            </p:contentPart>
          </mc:Choice>
          <mc:Fallback xmlns="">
            <p:pic>
              <p:nvPicPr>
                <p:cNvPr id="30" name="Ink 29">
                  <a:extLst>
                    <a:ext uri="{FF2B5EF4-FFF2-40B4-BE49-F238E27FC236}">
                      <a16:creationId xmlns:a16="http://schemas.microsoft.com/office/drawing/2014/main" id="{83A316BB-E728-494E-82AA-64B6505867AF}"/>
                    </a:ext>
                  </a:extLst>
                </p:cNvPr>
                <p:cNvPicPr/>
                <p:nvPr/>
              </p:nvPicPr>
              <p:blipFill>
                <a:blip r:embed="rId109"/>
                <a:stretch>
                  <a:fillRect/>
                </a:stretch>
              </p:blipFill>
              <p:spPr>
                <a:xfrm>
                  <a:off x="6485017" y="1882231"/>
                  <a:ext cx="906120" cy="4147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31" name="Ink 30">
                  <a:extLst>
                    <a:ext uri="{FF2B5EF4-FFF2-40B4-BE49-F238E27FC236}">
                      <a16:creationId xmlns:a16="http://schemas.microsoft.com/office/drawing/2014/main" id="{C6667D68-8325-4CC9-9872-B6DC691213BF}"/>
                    </a:ext>
                  </a:extLst>
                </p14:cNvPr>
                <p14:cNvContentPartPr/>
                <p14:nvPr/>
              </p14:nvContentPartPr>
              <p14:xfrm>
                <a:off x="7059577" y="1743991"/>
                <a:ext cx="24480" cy="21240"/>
              </p14:xfrm>
            </p:contentPart>
          </mc:Choice>
          <mc:Fallback xmlns="">
            <p:pic>
              <p:nvPicPr>
                <p:cNvPr id="31" name="Ink 30">
                  <a:extLst>
                    <a:ext uri="{FF2B5EF4-FFF2-40B4-BE49-F238E27FC236}">
                      <a16:creationId xmlns:a16="http://schemas.microsoft.com/office/drawing/2014/main" id="{C6667D68-8325-4CC9-9872-B6DC691213BF}"/>
                    </a:ext>
                  </a:extLst>
                </p:cNvPr>
                <p:cNvPicPr/>
                <p:nvPr/>
              </p:nvPicPr>
              <p:blipFill>
                <a:blip r:embed="rId111"/>
                <a:stretch>
                  <a:fillRect/>
                </a:stretch>
              </p:blipFill>
              <p:spPr>
                <a:xfrm>
                  <a:off x="7050937" y="1734991"/>
                  <a:ext cx="4212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32" name="Ink 31">
                  <a:extLst>
                    <a:ext uri="{FF2B5EF4-FFF2-40B4-BE49-F238E27FC236}">
                      <a16:creationId xmlns:a16="http://schemas.microsoft.com/office/drawing/2014/main" id="{B8F2A2CF-9D69-4F85-BFAC-883E4EC09269}"/>
                    </a:ext>
                  </a:extLst>
                </p14:cNvPr>
                <p14:cNvContentPartPr/>
                <p14:nvPr/>
              </p14:nvContentPartPr>
              <p14:xfrm>
                <a:off x="6810817" y="1935871"/>
                <a:ext cx="208440" cy="11160"/>
              </p14:xfrm>
            </p:contentPart>
          </mc:Choice>
          <mc:Fallback xmlns="">
            <p:pic>
              <p:nvPicPr>
                <p:cNvPr id="32" name="Ink 31">
                  <a:extLst>
                    <a:ext uri="{FF2B5EF4-FFF2-40B4-BE49-F238E27FC236}">
                      <a16:creationId xmlns:a16="http://schemas.microsoft.com/office/drawing/2014/main" id="{B8F2A2CF-9D69-4F85-BFAC-883E4EC09269}"/>
                    </a:ext>
                  </a:extLst>
                </p:cNvPr>
                <p:cNvPicPr/>
                <p:nvPr/>
              </p:nvPicPr>
              <p:blipFill>
                <a:blip r:embed="rId113"/>
                <a:stretch>
                  <a:fillRect/>
                </a:stretch>
              </p:blipFill>
              <p:spPr>
                <a:xfrm>
                  <a:off x="6801817" y="1927231"/>
                  <a:ext cx="22608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33" name="Ink 32">
                  <a:extLst>
                    <a:ext uri="{FF2B5EF4-FFF2-40B4-BE49-F238E27FC236}">
                      <a16:creationId xmlns:a16="http://schemas.microsoft.com/office/drawing/2014/main" id="{702FBA82-ABB4-4A90-85D5-DA0CA9B15B6C}"/>
                    </a:ext>
                  </a:extLst>
                </p14:cNvPr>
                <p14:cNvContentPartPr/>
                <p14:nvPr/>
              </p14:nvContentPartPr>
              <p14:xfrm>
                <a:off x="7697497" y="1857391"/>
                <a:ext cx="197640" cy="275400"/>
              </p14:xfrm>
            </p:contentPart>
          </mc:Choice>
          <mc:Fallback xmlns="">
            <p:pic>
              <p:nvPicPr>
                <p:cNvPr id="33" name="Ink 32">
                  <a:extLst>
                    <a:ext uri="{FF2B5EF4-FFF2-40B4-BE49-F238E27FC236}">
                      <a16:creationId xmlns:a16="http://schemas.microsoft.com/office/drawing/2014/main" id="{702FBA82-ABB4-4A90-85D5-DA0CA9B15B6C}"/>
                    </a:ext>
                  </a:extLst>
                </p:cNvPr>
                <p:cNvPicPr/>
                <p:nvPr/>
              </p:nvPicPr>
              <p:blipFill>
                <a:blip r:embed="rId115"/>
                <a:stretch>
                  <a:fillRect/>
                </a:stretch>
              </p:blipFill>
              <p:spPr>
                <a:xfrm>
                  <a:off x="7688857" y="1848751"/>
                  <a:ext cx="215280" cy="2930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34" name="Ink 33">
                  <a:extLst>
                    <a:ext uri="{FF2B5EF4-FFF2-40B4-BE49-F238E27FC236}">
                      <a16:creationId xmlns:a16="http://schemas.microsoft.com/office/drawing/2014/main" id="{5663F742-7876-4A85-A5EA-1CB518EB9111}"/>
                    </a:ext>
                  </a:extLst>
                </p14:cNvPr>
                <p14:cNvContentPartPr/>
                <p14:nvPr/>
              </p14:nvContentPartPr>
              <p14:xfrm>
                <a:off x="7846897" y="2016151"/>
                <a:ext cx="563760" cy="136440"/>
              </p14:xfrm>
            </p:contentPart>
          </mc:Choice>
          <mc:Fallback xmlns="">
            <p:pic>
              <p:nvPicPr>
                <p:cNvPr id="34" name="Ink 33">
                  <a:extLst>
                    <a:ext uri="{FF2B5EF4-FFF2-40B4-BE49-F238E27FC236}">
                      <a16:creationId xmlns:a16="http://schemas.microsoft.com/office/drawing/2014/main" id="{5663F742-7876-4A85-A5EA-1CB518EB9111}"/>
                    </a:ext>
                  </a:extLst>
                </p:cNvPr>
                <p:cNvPicPr/>
                <p:nvPr/>
              </p:nvPicPr>
              <p:blipFill>
                <a:blip r:embed="rId117"/>
                <a:stretch>
                  <a:fillRect/>
                </a:stretch>
              </p:blipFill>
              <p:spPr>
                <a:xfrm>
                  <a:off x="7837897" y="2007511"/>
                  <a:ext cx="58140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35" name="Ink 34">
                  <a:extLst>
                    <a:ext uri="{FF2B5EF4-FFF2-40B4-BE49-F238E27FC236}">
                      <a16:creationId xmlns:a16="http://schemas.microsoft.com/office/drawing/2014/main" id="{57274405-82EA-43FD-BE06-B58DFA035741}"/>
                    </a:ext>
                  </a:extLst>
                </p14:cNvPr>
                <p14:cNvContentPartPr/>
                <p14:nvPr/>
              </p14:nvContentPartPr>
              <p14:xfrm>
                <a:off x="8506417" y="2024791"/>
                <a:ext cx="3960" cy="157320"/>
              </p14:xfrm>
            </p:contentPart>
          </mc:Choice>
          <mc:Fallback xmlns="">
            <p:pic>
              <p:nvPicPr>
                <p:cNvPr id="35" name="Ink 34">
                  <a:extLst>
                    <a:ext uri="{FF2B5EF4-FFF2-40B4-BE49-F238E27FC236}">
                      <a16:creationId xmlns:a16="http://schemas.microsoft.com/office/drawing/2014/main" id="{57274405-82EA-43FD-BE06-B58DFA035741}"/>
                    </a:ext>
                  </a:extLst>
                </p:cNvPr>
                <p:cNvPicPr/>
                <p:nvPr/>
              </p:nvPicPr>
              <p:blipFill>
                <a:blip r:embed="rId119"/>
                <a:stretch>
                  <a:fillRect/>
                </a:stretch>
              </p:blipFill>
              <p:spPr>
                <a:xfrm>
                  <a:off x="8497417" y="2016151"/>
                  <a:ext cx="2160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36" name="Ink 35">
                  <a:extLst>
                    <a:ext uri="{FF2B5EF4-FFF2-40B4-BE49-F238E27FC236}">
                      <a16:creationId xmlns:a16="http://schemas.microsoft.com/office/drawing/2014/main" id="{2AAD0079-9597-4C09-A944-7CC8BC83B1CF}"/>
                    </a:ext>
                  </a:extLst>
                </p14:cNvPr>
                <p14:cNvContentPartPr/>
                <p14:nvPr/>
              </p14:nvContentPartPr>
              <p14:xfrm>
                <a:off x="8582737" y="2066911"/>
                <a:ext cx="158040" cy="23040"/>
              </p14:xfrm>
            </p:contentPart>
          </mc:Choice>
          <mc:Fallback xmlns="">
            <p:pic>
              <p:nvPicPr>
                <p:cNvPr id="36" name="Ink 35">
                  <a:extLst>
                    <a:ext uri="{FF2B5EF4-FFF2-40B4-BE49-F238E27FC236}">
                      <a16:creationId xmlns:a16="http://schemas.microsoft.com/office/drawing/2014/main" id="{2AAD0079-9597-4C09-A944-7CC8BC83B1CF}"/>
                    </a:ext>
                  </a:extLst>
                </p:cNvPr>
                <p:cNvPicPr/>
                <p:nvPr/>
              </p:nvPicPr>
              <p:blipFill>
                <a:blip r:embed="rId121"/>
                <a:stretch>
                  <a:fillRect/>
                </a:stretch>
              </p:blipFill>
              <p:spPr>
                <a:xfrm>
                  <a:off x="8574097" y="2057911"/>
                  <a:ext cx="17568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39" name="Ink 38">
                  <a:extLst>
                    <a:ext uri="{FF2B5EF4-FFF2-40B4-BE49-F238E27FC236}">
                      <a16:creationId xmlns:a16="http://schemas.microsoft.com/office/drawing/2014/main" id="{D2F62BF4-ACC2-466D-B0AB-7B895F6010FA}"/>
                    </a:ext>
                  </a:extLst>
                </p14:cNvPr>
                <p14:cNvContentPartPr/>
                <p14:nvPr/>
              </p14:nvContentPartPr>
              <p14:xfrm>
                <a:off x="9081697" y="1854511"/>
                <a:ext cx="23400" cy="340920"/>
              </p14:xfrm>
            </p:contentPart>
          </mc:Choice>
          <mc:Fallback xmlns="">
            <p:pic>
              <p:nvPicPr>
                <p:cNvPr id="39" name="Ink 38">
                  <a:extLst>
                    <a:ext uri="{FF2B5EF4-FFF2-40B4-BE49-F238E27FC236}">
                      <a16:creationId xmlns:a16="http://schemas.microsoft.com/office/drawing/2014/main" id="{D2F62BF4-ACC2-466D-B0AB-7B895F6010FA}"/>
                    </a:ext>
                  </a:extLst>
                </p:cNvPr>
                <p:cNvPicPr/>
                <p:nvPr/>
              </p:nvPicPr>
              <p:blipFill>
                <a:blip r:embed="rId123"/>
                <a:stretch>
                  <a:fillRect/>
                </a:stretch>
              </p:blipFill>
              <p:spPr>
                <a:xfrm>
                  <a:off x="9073057" y="1845871"/>
                  <a:ext cx="41040" cy="3585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40" name="Ink 39">
                  <a:extLst>
                    <a:ext uri="{FF2B5EF4-FFF2-40B4-BE49-F238E27FC236}">
                      <a16:creationId xmlns:a16="http://schemas.microsoft.com/office/drawing/2014/main" id="{8D5898EC-FBB0-4F9B-918E-1D3A87752857}"/>
                    </a:ext>
                  </a:extLst>
                </p14:cNvPr>
                <p14:cNvContentPartPr/>
                <p14:nvPr/>
              </p14:nvContentPartPr>
              <p14:xfrm>
                <a:off x="9211297" y="2004991"/>
                <a:ext cx="177840" cy="154800"/>
              </p14:xfrm>
            </p:contentPart>
          </mc:Choice>
          <mc:Fallback xmlns="">
            <p:pic>
              <p:nvPicPr>
                <p:cNvPr id="40" name="Ink 39">
                  <a:extLst>
                    <a:ext uri="{FF2B5EF4-FFF2-40B4-BE49-F238E27FC236}">
                      <a16:creationId xmlns:a16="http://schemas.microsoft.com/office/drawing/2014/main" id="{8D5898EC-FBB0-4F9B-918E-1D3A87752857}"/>
                    </a:ext>
                  </a:extLst>
                </p:cNvPr>
                <p:cNvPicPr/>
                <p:nvPr/>
              </p:nvPicPr>
              <p:blipFill>
                <a:blip r:embed="rId125"/>
                <a:stretch>
                  <a:fillRect/>
                </a:stretch>
              </p:blipFill>
              <p:spPr>
                <a:xfrm>
                  <a:off x="9202657" y="1996351"/>
                  <a:ext cx="19548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41" name="Ink 40">
                  <a:extLst>
                    <a:ext uri="{FF2B5EF4-FFF2-40B4-BE49-F238E27FC236}">
                      <a16:creationId xmlns:a16="http://schemas.microsoft.com/office/drawing/2014/main" id="{0931DB16-4864-4745-A72F-3ACC4C7C509D}"/>
                    </a:ext>
                  </a:extLst>
                </p14:cNvPr>
                <p14:cNvContentPartPr/>
                <p14:nvPr/>
              </p14:nvContentPartPr>
              <p14:xfrm>
                <a:off x="9511537" y="2069431"/>
                <a:ext cx="6120" cy="110160"/>
              </p14:xfrm>
            </p:contentPart>
          </mc:Choice>
          <mc:Fallback xmlns="">
            <p:pic>
              <p:nvPicPr>
                <p:cNvPr id="41" name="Ink 40">
                  <a:extLst>
                    <a:ext uri="{FF2B5EF4-FFF2-40B4-BE49-F238E27FC236}">
                      <a16:creationId xmlns:a16="http://schemas.microsoft.com/office/drawing/2014/main" id="{0931DB16-4864-4745-A72F-3ACC4C7C509D}"/>
                    </a:ext>
                  </a:extLst>
                </p:cNvPr>
                <p:cNvPicPr/>
                <p:nvPr/>
              </p:nvPicPr>
              <p:blipFill>
                <a:blip r:embed="rId127"/>
                <a:stretch>
                  <a:fillRect/>
                </a:stretch>
              </p:blipFill>
              <p:spPr>
                <a:xfrm>
                  <a:off x="9502897" y="2060431"/>
                  <a:ext cx="2376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42" name="Ink 41">
                  <a:extLst>
                    <a:ext uri="{FF2B5EF4-FFF2-40B4-BE49-F238E27FC236}">
                      <a16:creationId xmlns:a16="http://schemas.microsoft.com/office/drawing/2014/main" id="{C356BAFC-D48B-4A02-A8B6-1B5A5DD77FE2}"/>
                    </a:ext>
                  </a:extLst>
                </p14:cNvPr>
                <p14:cNvContentPartPr/>
                <p14:nvPr/>
              </p14:nvContentPartPr>
              <p14:xfrm>
                <a:off x="9674977" y="1843711"/>
                <a:ext cx="47160" cy="373680"/>
              </p14:xfrm>
            </p:contentPart>
          </mc:Choice>
          <mc:Fallback xmlns="">
            <p:pic>
              <p:nvPicPr>
                <p:cNvPr id="42" name="Ink 41">
                  <a:extLst>
                    <a:ext uri="{FF2B5EF4-FFF2-40B4-BE49-F238E27FC236}">
                      <a16:creationId xmlns:a16="http://schemas.microsoft.com/office/drawing/2014/main" id="{C356BAFC-D48B-4A02-A8B6-1B5A5DD77FE2}"/>
                    </a:ext>
                  </a:extLst>
                </p:cNvPr>
                <p:cNvPicPr/>
                <p:nvPr/>
              </p:nvPicPr>
              <p:blipFill>
                <a:blip r:embed="rId129"/>
                <a:stretch>
                  <a:fillRect/>
                </a:stretch>
              </p:blipFill>
              <p:spPr>
                <a:xfrm>
                  <a:off x="9665977" y="1834711"/>
                  <a:ext cx="64800" cy="3913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43" name="Ink 42">
                  <a:extLst>
                    <a:ext uri="{FF2B5EF4-FFF2-40B4-BE49-F238E27FC236}">
                      <a16:creationId xmlns:a16="http://schemas.microsoft.com/office/drawing/2014/main" id="{B0F0E73B-EE18-465B-9EA7-B041EEF81609}"/>
                    </a:ext>
                  </a:extLst>
                </p14:cNvPr>
                <p14:cNvContentPartPr/>
                <p14:nvPr/>
              </p14:nvContentPartPr>
              <p14:xfrm>
                <a:off x="9927697" y="2055031"/>
                <a:ext cx="235800" cy="9720"/>
              </p14:xfrm>
            </p:contentPart>
          </mc:Choice>
          <mc:Fallback xmlns="">
            <p:pic>
              <p:nvPicPr>
                <p:cNvPr id="43" name="Ink 42">
                  <a:extLst>
                    <a:ext uri="{FF2B5EF4-FFF2-40B4-BE49-F238E27FC236}">
                      <a16:creationId xmlns:a16="http://schemas.microsoft.com/office/drawing/2014/main" id="{B0F0E73B-EE18-465B-9EA7-B041EEF81609}"/>
                    </a:ext>
                  </a:extLst>
                </p:cNvPr>
                <p:cNvPicPr/>
                <p:nvPr/>
              </p:nvPicPr>
              <p:blipFill>
                <a:blip r:embed="rId131"/>
                <a:stretch>
                  <a:fillRect/>
                </a:stretch>
              </p:blipFill>
              <p:spPr>
                <a:xfrm>
                  <a:off x="9918697" y="2046391"/>
                  <a:ext cx="25344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44" name="Ink 43">
                  <a:extLst>
                    <a:ext uri="{FF2B5EF4-FFF2-40B4-BE49-F238E27FC236}">
                      <a16:creationId xmlns:a16="http://schemas.microsoft.com/office/drawing/2014/main" id="{8D177BFC-14D6-47E8-A6CA-91056EC28479}"/>
                    </a:ext>
                  </a:extLst>
                </p14:cNvPr>
                <p14:cNvContentPartPr/>
                <p14:nvPr/>
              </p14:nvContentPartPr>
              <p14:xfrm>
                <a:off x="10037857" y="1990231"/>
                <a:ext cx="28080" cy="187200"/>
              </p14:xfrm>
            </p:contentPart>
          </mc:Choice>
          <mc:Fallback xmlns="">
            <p:pic>
              <p:nvPicPr>
                <p:cNvPr id="44" name="Ink 43">
                  <a:extLst>
                    <a:ext uri="{FF2B5EF4-FFF2-40B4-BE49-F238E27FC236}">
                      <a16:creationId xmlns:a16="http://schemas.microsoft.com/office/drawing/2014/main" id="{8D177BFC-14D6-47E8-A6CA-91056EC28479}"/>
                    </a:ext>
                  </a:extLst>
                </p:cNvPr>
                <p:cNvPicPr/>
                <p:nvPr/>
              </p:nvPicPr>
              <p:blipFill>
                <a:blip r:embed="rId133"/>
                <a:stretch>
                  <a:fillRect/>
                </a:stretch>
              </p:blipFill>
              <p:spPr>
                <a:xfrm>
                  <a:off x="10029217" y="1981231"/>
                  <a:ext cx="4572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45" name="Ink 44">
                  <a:extLst>
                    <a:ext uri="{FF2B5EF4-FFF2-40B4-BE49-F238E27FC236}">
                      <a16:creationId xmlns:a16="http://schemas.microsoft.com/office/drawing/2014/main" id="{AF12A8C6-7ABD-422B-9836-55C3FBB8D3F3}"/>
                    </a:ext>
                  </a:extLst>
                </p14:cNvPr>
                <p14:cNvContentPartPr/>
                <p14:nvPr/>
              </p14:nvContentPartPr>
              <p14:xfrm>
                <a:off x="10403257" y="1826791"/>
                <a:ext cx="11520" cy="383040"/>
              </p14:xfrm>
            </p:contentPart>
          </mc:Choice>
          <mc:Fallback xmlns="">
            <p:pic>
              <p:nvPicPr>
                <p:cNvPr id="45" name="Ink 44">
                  <a:extLst>
                    <a:ext uri="{FF2B5EF4-FFF2-40B4-BE49-F238E27FC236}">
                      <a16:creationId xmlns:a16="http://schemas.microsoft.com/office/drawing/2014/main" id="{AF12A8C6-7ABD-422B-9836-55C3FBB8D3F3}"/>
                    </a:ext>
                  </a:extLst>
                </p:cNvPr>
                <p:cNvPicPr/>
                <p:nvPr/>
              </p:nvPicPr>
              <p:blipFill>
                <a:blip r:embed="rId135"/>
                <a:stretch>
                  <a:fillRect/>
                </a:stretch>
              </p:blipFill>
              <p:spPr>
                <a:xfrm>
                  <a:off x="10394617" y="1818151"/>
                  <a:ext cx="29160" cy="4006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46" name="Ink 45">
                  <a:extLst>
                    <a:ext uri="{FF2B5EF4-FFF2-40B4-BE49-F238E27FC236}">
                      <a16:creationId xmlns:a16="http://schemas.microsoft.com/office/drawing/2014/main" id="{965CFEA2-338B-41B9-BF33-B2C33CF20E67}"/>
                    </a:ext>
                  </a:extLst>
                </p14:cNvPr>
                <p14:cNvContentPartPr/>
                <p14:nvPr/>
              </p14:nvContentPartPr>
              <p14:xfrm>
                <a:off x="10488217" y="2029111"/>
                <a:ext cx="176400" cy="135360"/>
              </p14:xfrm>
            </p:contentPart>
          </mc:Choice>
          <mc:Fallback xmlns="">
            <p:pic>
              <p:nvPicPr>
                <p:cNvPr id="46" name="Ink 45">
                  <a:extLst>
                    <a:ext uri="{FF2B5EF4-FFF2-40B4-BE49-F238E27FC236}">
                      <a16:creationId xmlns:a16="http://schemas.microsoft.com/office/drawing/2014/main" id="{965CFEA2-338B-41B9-BF33-B2C33CF20E67}"/>
                    </a:ext>
                  </a:extLst>
                </p:cNvPr>
                <p:cNvPicPr/>
                <p:nvPr/>
              </p:nvPicPr>
              <p:blipFill>
                <a:blip r:embed="rId137"/>
                <a:stretch>
                  <a:fillRect/>
                </a:stretch>
              </p:blipFill>
              <p:spPr>
                <a:xfrm>
                  <a:off x="10479577" y="2020471"/>
                  <a:ext cx="19404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47" name="Ink 46">
                  <a:extLst>
                    <a:ext uri="{FF2B5EF4-FFF2-40B4-BE49-F238E27FC236}">
                      <a16:creationId xmlns:a16="http://schemas.microsoft.com/office/drawing/2014/main" id="{0F4C2C11-DFD2-4858-94B6-5A0DBBFCECC0}"/>
                    </a:ext>
                  </a:extLst>
                </p14:cNvPr>
                <p14:cNvContentPartPr/>
                <p14:nvPr/>
              </p14:nvContentPartPr>
              <p14:xfrm>
                <a:off x="10728697" y="2093551"/>
                <a:ext cx="146880" cy="101880"/>
              </p14:xfrm>
            </p:contentPart>
          </mc:Choice>
          <mc:Fallback xmlns="">
            <p:pic>
              <p:nvPicPr>
                <p:cNvPr id="47" name="Ink 46">
                  <a:extLst>
                    <a:ext uri="{FF2B5EF4-FFF2-40B4-BE49-F238E27FC236}">
                      <a16:creationId xmlns:a16="http://schemas.microsoft.com/office/drawing/2014/main" id="{0F4C2C11-DFD2-4858-94B6-5A0DBBFCECC0}"/>
                    </a:ext>
                  </a:extLst>
                </p:cNvPr>
                <p:cNvPicPr/>
                <p:nvPr/>
              </p:nvPicPr>
              <p:blipFill>
                <a:blip r:embed="rId139"/>
                <a:stretch>
                  <a:fillRect/>
                </a:stretch>
              </p:blipFill>
              <p:spPr>
                <a:xfrm>
                  <a:off x="10720057" y="2084911"/>
                  <a:ext cx="16452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48" name="Ink 47">
                  <a:extLst>
                    <a:ext uri="{FF2B5EF4-FFF2-40B4-BE49-F238E27FC236}">
                      <a16:creationId xmlns:a16="http://schemas.microsoft.com/office/drawing/2014/main" id="{0733F33E-68A2-46C7-BFF3-A10E120687E5}"/>
                    </a:ext>
                  </a:extLst>
                </p14:cNvPr>
                <p14:cNvContentPartPr/>
                <p14:nvPr/>
              </p14:nvContentPartPr>
              <p14:xfrm>
                <a:off x="10955857" y="1934431"/>
                <a:ext cx="36000" cy="473760"/>
              </p14:xfrm>
            </p:contentPart>
          </mc:Choice>
          <mc:Fallback xmlns="">
            <p:pic>
              <p:nvPicPr>
                <p:cNvPr id="48" name="Ink 47">
                  <a:extLst>
                    <a:ext uri="{FF2B5EF4-FFF2-40B4-BE49-F238E27FC236}">
                      <a16:creationId xmlns:a16="http://schemas.microsoft.com/office/drawing/2014/main" id="{0733F33E-68A2-46C7-BFF3-A10E120687E5}"/>
                    </a:ext>
                  </a:extLst>
                </p:cNvPr>
                <p:cNvPicPr/>
                <p:nvPr/>
              </p:nvPicPr>
              <p:blipFill>
                <a:blip r:embed="rId141"/>
                <a:stretch>
                  <a:fillRect/>
                </a:stretch>
              </p:blipFill>
              <p:spPr>
                <a:xfrm>
                  <a:off x="10947217" y="1925431"/>
                  <a:ext cx="53640" cy="4914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49" name="Ink 48">
                  <a:extLst>
                    <a:ext uri="{FF2B5EF4-FFF2-40B4-BE49-F238E27FC236}">
                      <a16:creationId xmlns:a16="http://schemas.microsoft.com/office/drawing/2014/main" id="{956AE4EF-EA21-47C8-B838-A95A2E4125B7}"/>
                    </a:ext>
                  </a:extLst>
                </p14:cNvPr>
                <p14:cNvContentPartPr/>
                <p14:nvPr/>
              </p14:nvContentPartPr>
              <p14:xfrm>
                <a:off x="11216137" y="1991311"/>
                <a:ext cx="217800" cy="199080"/>
              </p14:xfrm>
            </p:contentPart>
          </mc:Choice>
          <mc:Fallback xmlns="">
            <p:pic>
              <p:nvPicPr>
                <p:cNvPr id="49" name="Ink 48">
                  <a:extLst>
                    <a:ext uri="{FF2B5EF4-FFF2-40B4-BE49-F238E27FC236}">
                      <a16:creationId xmlns:a16="http://schemas.microsoft.com/office/drawing/2014/main" id="{956AE4EF-EA21-47C8-B838-A95A2E4125B7}"/>
                    </a:ext>
                  </a:extLst>
                </p:cNvPr>
                <p:cNvPicPr/>
                <p:nvPr/>
              </p:nvPicPr>
              <p:blipFill>
                <a:blip r:embed="rId143"/>
                <a:stretch>
                  <a:fillRect/>
                </a:stretch>
              </p:blipFill>
              <p:spPr>
                <a:xfrm>
                  <a:off x="11207137" y="1982311"/>
                  <a:ext cx="23544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50" name="Ink 49">
                  <a:extLst>
                    <a:ext uri="{FF2B5EF4-FFF2-40B4-BE49-F238E27FC236}">
                      <a16:creationId xmlns:a16="http://schemas.microsoft.com/office/drawing/2014/main" id="{AC395820-5ABF-4A5D-AF13-96E55FF3DA0A}"/>
                    </a:ext>
                  </a:extLst>
                </p14:cNvPr>
                <p14:cNvContentPartPr/>
                <p14:nvPr/>
              </p14:nvContentPartPr>
              <p14:xfrm>
                <a:off x="11184097" y="2199751"/>
                <a:ext cx="270720" cy="48600"/>
              </p14:xfrm>
            </p:contentPart>
          </mc:Choice>
          <mc:Fallback xmlns="">
            <p:pic>
              <p:nvPicPr>
                <p:cNvPr id="50" name="Ink 49">
                  <a:extLst>
                    <a:ext uri="{FF2B5EF4-FFF2-40B4-BE49-F238E27FC236}">
                      <a16:creationId xmlns:a16="http://schemas.microsoft.com/office/drawing/2014/main" id="{AC395820-5ABF-4A5D-AF13-96E55FF3DA0A}"/>
                    </a:ext>
                  </a:extLst>
                </p:cNvPr>
                <p:cNvPicPr/>
                <p:nvPr/>
              </p:nvPicPr>
              <p:blipFill>
                <a:blip r:embed="rId145"/>
                <a:stretch>
                  <a:fillRect/>
                </a:stretch>
              </p:blipFill>
              <p:spPr>
                <a:xfrm>
                  <a:off x="11175097" y="2191111"/>
                  <a:ext cx="28836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51" name="Ink 50">
                  <a:extLst>
                    <a:ext uri="{FF2B5EF4-FFF2-40B4-BE49-F238E27FC236}">
                      <a16:creationId xmlns:a16="http://schemas.microsoft.com/office/drawing/2014/main" id="{806620E7-2EAF-41B4-959C-8E51D2E96C74}"/>
                    </a:ext>
                  </a:extLst>
                </p14:cNvPr>
                <p14:cNvContentPartPr/>
                <p14:nvPr/>
              </p14:nvContentPartPr>
              <p14:xfrm>
                <a:off x="11553817" y="2044591"/>
                <a:ext cx="231120" cy="141480"/>
              </p14:xfrm>
            </p:contentPart>
          </mc:Choice>
          <mc:Fallback xmlns="">
            <p:pic>
              <p:nvPicPr>
                <p:cNvPr id="51" name="Ink 50">
                  <a:extLst>
                    <a:ext uri="{FF2B5EF4-FFF2-40B4-BE49-F238E27FC236}">
                      <a16:creationId xmlns:a16="http://schemas.microsoft.com/office/drawing/2014/main" id="{806620E7-2EAF-41B4-959C-8E51D2E96C74}"/>
                    </a:ext>
                  </a:extLst>
                </p:cNvPr>
                <p:cNvPicPr/>
                <p:nvPr/>
              </p:nvPicPr>
              <p:blipFill>
                <a:blip r:embed="rId147"/>
                <a:stretch>
                  <a:fillRect/>
                </a:stretch>
              </p:blipFill>
              <p:spPr>
                <a:xfrm>
                  <a:off x="11545177" y="2035951"/>
                  <a:ext cx="24876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061" name="Ink 1060">
                  <a:extLst>
                    <a:ext uri="{FF2B5EF4-FFF2-40B4-BE49-F238E27FC236}">
                      <a16:creationId xmlns:a16="http://schemas.microsoft.com/office/drawing/2014/main" id="{97B3F9F9-E9E8-48F7-88F7-E1F96F80A8E2}"/>
                    </a:ext>
                  </a:extLst>
                </p14:cNvPr>
                <p14:cNvContentPartPr/>
                <p14:nvPr/>
              </p14:nvContentPartPr>
              <p14:xfrm>
                <a:off x="6039337" y="2324311"/>
                <a:ext cx="127080" cy="433080"/>
              </p14:xfrm>
            </p:contentPart>
          </mc:Choice>
          <mc:Fallback xmlns="">
            <p:pic>
              <p:nvPicPr>
                <p:cNvPr id="1061" name="Ink 1060">
                  <a:extLst>
                    <a:ext uri="{FF2B5EF4-FFF2-40B4-BE49-F238E27FC236}">
                      <a16:creationId xmlns:a16="http://schemas.microsoft.com/office/drawing/2014/main" id="{97B3F9F9-E9E8-48F7-88F7-E1F96F80A8E2}"/>
                    </a:ext>
                  </a:extLst>
                </p:cNvPr>
                <p:cNvPicPr/>
                <p:nvPr/>
              </p:nvPicPr>
              <p:blipFill>
                <a:blip r:embed="rId149"/>
                <a:stretch>
                  <a:fillRect/>
                </a:stretch>
              </p:blipFill>
              <p:spPr>
                <a:xfrm>
                  <a:off x="6030697" y="2315671"/>
                  <a:ext cx="144720" cy="45072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062" name="Ink 1061">
                  <a:extLst>
                    <a:ext uri="{FF2B5EF4-FFF2-40B4-BE49-F238E27FC236}">
                      <a16:creationId xmlns:a16="http://schemas.microsoft.com/office/drawing/2014/main" id="{6ED591C1-CE7D-4F38-827A-0FD960FA2E3F}"/>
                    </a:ext>
                  </a:extLst>
                </p14:cNvPr>
                <p14:cNvContentPartPr/>
                <p14:nvPr/>
              </p14:nvContentPartPr>
              <p14:xfrm>
                <a:off x="6246337" y="2465431"/>
                <a:ext cx="30240" cy="232920"/>
              </p14:xfrm>
            </p:contentPart>
          </mc:Choice>
          <mc:Fallback xmlns="">
            <p:pic>
              <p:nvPicPr>
                <p:cNvPr id="1062" name="Ink 1061">
                  <a:extLst>
                    <a:ext uri="{FF2B5EF4-FFF2-40B4-BE49-F238E27FC236}">
                      <a16:creationId xmlns:a16="http://schemas.microsoft.com/office/drawing/2014/main" id="{6ED591C1-CE7D-4F38-827A-0FD960FA2E3F}"/>
                    </a:ext>
                  </a:extLst>
                </p:cNvPr>
                <p:cNvPicPr/>
                <p:nvPr/>
              </p:nvPicPr>
              <p:blipFill>
                <a:blip r:embed="rId151"/>
                <a:stretch>
                  <a:fillRect/>
                </a:stretch>
              </p:blipFill>
              <p:spPr>
                <a:xfrm>
                  <a:off x="6237697" y="2456431"/>
                  <a:ext cx="4788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063" name="Ink 1062">
                  <a:extLst>
                    <a:ext uri="{FF2B5EF4-FFF2-40B4-BE49-F238E27FC236}">
                      <a16:creationId xmlns:a16="http://schemas.microsoft.com/office/drawing/2014/main" id="{CDF5E45A-D816-4B84-AF42-797BE7457DE9}"/>
                    </a:ext>
                  </a:extLst>
                </p14:cNvPr>
                <p14:cNvContentPartPr/>
                <p14:nvPr/>
              </p14:nvContentPartPr>
              <p14:xfrm>
                <a:off x="6202777" y="2538871"/>
                <a:ext cx="649440" cy="218880"/>
              </p14:xfrm>
            </p:contentPart>
          </mc:Choice>
          <mc:Fallback xmlns="">
            <p:pic>
              <p:nvPicPr>
                <p:cNvPr id="1063" name="Ink 1062">
                  <a:extLst>
                    <a:ext uri="{FF2B5EF4-FFF2-40B4-BE49-F238E27FC236}">
                      <a16:creationId xmlns:a16="http://schemas.microsoft.com/office/drawing/2014/main" id="{CDF5E45A-D816-4B84-AF42-797BE7457DE9}"/>
                    </a:ext>
                  </a:extLst>
                </p:cNvPr>
                <p:cNvPicPr/>
                <p:nvPr/>
              </p:nvPicPr>
              <p:blipFill>
                <a:blip r:embed="rId153"/>
                <a:stretch>
                  <a:fillRect/>
                </a:stretch>
              </p:blipFill>
              <p:spPr>
                <a:xfrm>
                  <a:off x="6193777" y="2529871"/>
                  <a:ext cx="66708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064" name="Ink 1063">
                  <a:extLst>
                    <a:ext uri="{FF2B5EF4-FFF2-40B4-BE49-F238E27FC236}">
                      <a16:creationId xmlns:a16="http://schemas.microsoft.com/office/drawing/2014/main" id="{CE643007-F3AE-4358-B5A2-21CA448938AE}"/>
                    </a:ext>
                  </a:extLst>
                </p14:cNvPr>
                <p14:cNvContentPartPr/>
                <p14:nvPr/>
              </p14:nvContentPartPr>
              <p14:xfrm>
                <a:off x="7130857" y="2634991"/>
                <a:ext cx="195120" cy="105120"/>
              </p14:xfrm>
            </p:contentPart>
          </mc:Choice>
          <mc:Fallback xmlns="">
            <p:pic>
              <p:nvPicPr>
                <p:cNvPr id="1064" name="Ink 1063">
                  <a:extLst>
                    <a:ext uri="{FF2B5EF4-FFF2-40B4-BE49-F238E27FC236}">
                      <a16:creationId xmlns:a16="http://schemas.microsoft.com/office/drawing/2014/main" id="{CE643007-F3AE-4358-B5A2-21CA448938AE}"/>
                    </a:ext>
                  </a:extLst>
                </p:cNvPr>
                <p:cNvPicPr/>
                <p:nvPr/>
              </p:nvPicPr>
              <p:blipFill>
                <a:blip r:embed="rId155"/>
                <a:stretch>
                  <a:fillRect/>
                </a:stretch>
              </p:blipFill>
              <p:spPr>
                <a:xfrm>
                  <a:off x="7121857" y="2625991"/>
                  <a:ext cx="21276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065" name="Ink 1064">
                  <a:extLst>
                    <a:ext uri="{FF2B5EF4-FFF2-40B4-BE49-F238E27FC236}">
                      <a16:creationId xmlns:a16="http://schemas.microsoft.com/office/drawing/2014/main" id="{1A7BECAF-BB7C-409B-823E-4FDA34B13487}"/>
                    </a:ext>
                  </a:extLst>
                </p14:cNvPr>
                <p14:cNvContentPartPr/>
                <p14:nvPr/>
              </p14:nvContentPartPr>
              <p14:xfrm>
                <a:off x="7401217" y="2679991"/>
                <a:ext cx="43200" cy="84240"/>
              </p14:xfrm>
            </p:contentPart>
          </mc:Choice>
          <mc:Fallback xmlns="">
            <p:pic>
              <p:nvPicPr>
                <p:cNvPr id="1065" name="Ink 1064">
                  <a:extLst>
                    <a:ext uri="{FF2B5EF4-FFF2-40B4-BE49-F238E27FC236}">
                      <a16:creationId xmlns:a16="http://schemas.microsoft.com/office/drawing/2014/main" id="{1A7BECAF-BB7C-409B-823E-4FDA34B13487}"/>
                    </a:ext>
                  </a:extLst>
                </p:cNvPr>
                <p:cNvPicPr/>
                <p:nvPr/>
              </p:nvPicPr>
              <p:blipFill>
                <a:blip r:embed="rId157"/>
                <a:stretch>
                  <a:fillRect/>
                </a:stretch>
              </p:blipFill>
              <p:spPr>
                <a:xfrm>
                  <a:off x="7392217" y="2671351"/>
                  <a:ext cx="6084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066" name="Ink 1065">
                  <a:extLst>
                    <a:ext uri="{FF2B5EF4-FFF2-40B4-BE49-F238E27FC236}">
                      <a16:creationId xmlns:a16="http://schemas.microsoft.com/office/drawing/2014/main" id="{31133100-5289-43CF-B577-A24FA274FE4D}"/>
                    </a:ext>
                  </a:extLst>
                </p14:cNvPr>
                <p14:cNvContentPartPr/>
                <p14:nvPr/>
              </p14:nvContentPartPr>
              <p14:xfrm>
                <a:off x="7616497" y="2533471"/>
                <a:ext cx="200880" cy="236160"/>
              </p14:xfrm>
            </p:contentPart>
          </mc:Choice>
          <mc:Fallback xmlns="">
            <p:pic>
              <p:nvPicPr>
                <p:cNvPr id="1066" name="Ink 1065">
                  <a:extLst>
                    <a:ext uri="{FF2B5EF4-FFF2-40B4-BE49-F238E27FC236}">
                      <a16:creationId xmlns:a16="http://schemas.microsoft.com/office/drawing/2014/main" id="{31133100-5289-43CF-B577-A24FA274FE4D}"/>
                    </a:ext>
                  </a:extLst>
                </p:cNvPr>
                <p:cNvPicPr/>
                <p:nvPr/>
              </p:nvPicPr>
              <p:blipFill>
                <a:blip r:embed="rId159"/>
                <a:stretch>
                  <a:fillRect/>
                </a:stretch>
              </p:blipFill>
              <p:spPr>
                <a:xfrm>
                  <a:off x="7607857" y="2524471"/>
                  <a:ext cx="21852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67" name="Ink 1066">
                  <a:extLst>
                    <a:ext uri="{FF2B5EF4-FFF2-40B4-BE49-F238E27FC236}">
                      <a16:creationId xmlns:a16="http://schemas.microsoft.com/office/drawing/2014/main" id="{17668A12-4964-41C0-86A2-42982A554834}"/>
                    </a:ext>
                  </a:extLst>
                </p14:cNvPr>
                <p14:cNvContentPartPr/>
                <p14:nvPr/>
              </p14:nvContentPartPr>
              <p14:xfrm>
                <a:off x="8096017" y="2594311"/>
                <a:ext cx="177840" cy="135360"/>
              </p14:xfrm>
            </p:contentPart>
          </mc:Choice>
          <mc:Fallback xmlns="">
            <p:pic>
              <p:nvPicPr>
                <p:cNvPr id="1067" name="Ink 1066">
                  <a:extLst>
                    <a:ext uri="{FF2B5EF4-FFF2-40B4-BE49-F238E27FC236}">
                      <a16:creationId xmlns:a16="http://schemas.microsoft.com/office/drawing/2014/main" id="{17668A12-4964-41C0-86A2-42982A554834}"/>
                    </a:ext>
                  </a:extLst>
                </p:cNvPr>
                <p:cNvPicPr/>
                <p:nvPr/>
              </p:nvPicPr>
              <p:blipFill>
                <a:blip r:embed="rId161"/>
                <a:stretch>
                  <a:fillRect/>
                </a:stretch>
              </p:blipFill>
              <p:spPr>
                <a:xfrm>
                  <a:off x="8087017" y="2585311"/>
                  <a:ext cx="19548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68" name="Ink 1067">
                  <a:extLst>
                    <a:ext uri="{FF2B5EF4-FFF2-40B4-BE49-F238E27FC236}">
                      <a16:creationId xmlns:a16="http://schemas.microsoft.com/office/drawing/2014/main" id="{CDCE2F04-D24B-469A-9C1A-D6450493895E}"/>
                    </a:ext>
                  </a:extLst>
                </p14:cNvPr>
                <p14:cNvContentPartPr/>
                <p14:nvPr/>
              </p14:nvContentPartPr>
              <p14:xfrm>
                <a:off x="8345857" y="2674951"/>
                <a:ext cx="172080" cy="114480"/>
              </p14:xfrm>
            </p:contentPart>
          </mc:Choice>
          <mc:Fallback xmlns="">
            <p:pic>
              <p:nvPicPr>
                <p:cNvPr id="1068" name="Ink 1067">
                  <a:extLst>
                    <a:ext uri="{FF2B5EF4-FFF2-40B4-BE49-F238E27FC236}">
                      <a16:creationId xmlns:a16="http://schemas.microsoft.com/office/drawing/2014/main" id="{CDCE2F04-D24B-469A-9C1A-D6450493895E}"/>
                    </a:ext>
                  </a:extLst>
                </p:cNvPr>
                <p:cNvPicPr/>
                <p:nvPr/>
              </p:nvPicPr>
              <p:blipFill>
                <a:blip r:embed="rId163"/>
                <a:stretch>
                  <a:fillRect/>
                </a:stretch>
              </p:blipFill>
              <p:spPr>
                <a:xfrm>
                  <a:off x="8336857" y="2666311"/>
                  <a:ext cx="18972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69" name="Ink 1068">
                  <a:extLst>
                    <a:ext uri="{FF2B5EF4-FFF2-40B4-BE49-F238E27FC236}">
                      <a16:creationId xmlns:a16="http://schemas.microsoft.com/office/drawing/2014/main" id="{425A7D29-90FE-4F55-A4EF-A643E4892A05}"/>
                    </a:ext>
                  </a:extLst>
                </p14:cNvPr>
                <p14:cNvContentPartPr/>
                <p14:nvPr/>
              </p14:nvContentPartPr>
              <p14:xfrm>
                <a:off x="8826097" y="2630671"/>
                <a:ext cx="584280" cy="208440"/>
              </p14:xfrm>
            </p:contentPart>
          </mc:Choice>
          <mc:Fallback xmlns="">
            <p:pic>
              <p:nvPicPr>
                <p:cNvPr id="1069" name="Ink 1068">
                  <a:extLst>
                    <a:ext uri="{FF2B5EF4-FFF2-40B4-BE49-F238E27FC236}">
                      <a16:creationId xmlns:a16="http://schemas.microsoft.com/office/drawing/2014/main" id="{425A7D29-90FE-4F55-A4EF-A643E4892A05}"/>
                    </a:ext>
                  </a:extLst>
                </p:cNvPr>
                <p:cNvPicPr/>
                <p:nvPr/>
              </p:nvPicPr>
              <p:blipFill>
                <a:blip r:embed="rId165"/>
                <a:stretch>
                  <a:fillRect/>
                </a:stretch>
              </p:blipFill>
              <p:spPr>
                <a:xfrm>
                  <a:off x="8817097" y="2621671"/>
                  <a:ext cx="60192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70" name="Ink 1069">
                  <a:extLst>
                    <a:ext uri="{FF2B5EF4-FFF2-40B4-BE49-F238E27FC236}">
                      <a16:creationId xmlns:a16="http://schemas.microsoft.com/office/drawing/2014/main" id="{C67A042F-B269-4CF5-9F88-FC285779098E}"/>
                    </a:ext>
                  </a:extLst>
                </p14:cNvPr>
                <p14:cNvContentPartPr/>
                <p14:nvPr/>
              </p14:nvContentPartPr>
              <p14:xfrm>
                <a:off x="9672817" y="2573071"/>
                <a:ext cx="627120" cy="336240"/>
              </p14:xfrm>
            </p:contentPart>
          </mc:Choice>
          <mc:Fallback xmlns="">
            <p:pic>
              <p:nvPicPr>
                <p:cNvPr id="1070" name="Ink 1069">
                  <a:extLst>
                    <a:ext uri="{FF2B5EF4-FFF2-40B4-BE49-F238E27FC236}">
                      <a16:creationId xmlns:a16="http://schemas.microsoft.com/office/drawing/2014/main" id="{C67A042F-B269-4CF5-9F88-FC285779098E}"/>
                    </a:ext>
                  </a:extLst>
                </p:cNvPr>
                <p:cNvPicPr/>
                <p:nvPr/>
              </p:nvPicPr>
              <p:blipFill>
                <a:blip r:embed="rId167"/>
                <a:stretch>
                  <a:fillRect/>
                </a:stretch>
              </p:blipFill>
              <p:spPr>
                <a:xfrm>
                  <a:off x="9664177" y="2564431"/>
                  <a:ext cx="644760" cy="3538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71" name="Ink 1070">
                  <a:extLst>
                    <a:ext uri="{FF2B5EF4-FFF2-40B4-BE49-F238E27FC236}">
                      <a16:creationId xmlns:a16="http://schemas.microsoft.com/office/drawing/2014/main" id="{368FEAFF-73CA-42FD-91FB-C06400AC8F1D}"/>
                    </a:ext>
                  </a:extLst>
                </p14:cNvPr>
                <p14:cNvContentPartPr/>
                <p14:nvPr/>
              </p14:nvContentPartPr>
              <p14:xfrm>
                <a:off x="9577777" y="2682511"/>
                <a:ext cx="259560" cy="2880"/>
              </p14:xfrm>
            </p:contentPart>
          </mc:Choice>
          <mc:Fallback xmlns="">
            <p:pic>
              <p:nvPicPr>
                <p:cNvPr id="1071" name="Ink 1070">
                  <a:extLst>
                    <a:ext uri="{FF2B5EF4-FFF2-40B4-BE49-F238E27FC236}">
                      <a16:creationId xmlns:a16="http://schemas.microsoft.com/office/drawing/2014/main" id="{368FEAFF-73CA-42FD-91FB-C06400AC8F1D}"/>
                    </a:ext>
                  </a:extLst>
                </p:cNvPr>
                <p:cNvPicPr/>
                <p:nvPr/>
              </p:nvPicPr>
              <p:blipFill>
                <a:blip r:embed="rId169"/>
                <a:stretch>
                  <a:fillRect/>
                </a:stretch>
              </p:blipFill>
              <p:spPr>
                <a:xfrm>
                  <a:off x="9569137" y="2673871"/>
                  <a:ext cx="27720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72" name="Ink 1071">
                  <a:extLst>
                    <a:ext uri="{FF2B5EF4-FFF2-40B4-BE49-F238E27FC236}">
                      <a16:creationId xmlns:a16="http://schemas.microsoft.com/office/drawing/2014/main" id="{060D717A-E77F-4503-993A-3AAAC9F14FF1}"/>
                    </a:ext>
                  </a:extLst>
                </p14:cNvPr>
                <p14:cNvContentPartPr/>
                <p14:nvPr/>
              </p14:nvContentPartPr>
              <p14:xfrm>
                <a:off x="10701697" y="2662351"/>
                <a:ext cx="169560" cy="199080"/>
              </p14:xfrm>
            </p:contentPart>
          </mc:Choice>
          <mc:Fallback xmlns="">
            <p:pic>
              <p:nvPicPr>
                <p:cNvPr id="1072" name="Ink 1071">
                  <a:extLst>
                    <a:ext uri="{FF2B5EF4-FFF2-40B4-BE49-F238E27FC236}">
                      <a16:creationId xmlns:a16="http://schemas.microsoft.com/office/drawing/2014/main" id="{060D717A-E77F-4503-993A-3AAAC9F14FF1}"/>
                    </a:ext>
                  </a:extLst>
                </p:cNvPr>
                <p:cNvPicPr/>
                <p:nvPr/>
              </p:nvPicPr>
              <p:blipFill>
                <a:blip r:embed="rId171"/>
                <a:stretch>
                  <a:fillRect/>
                </a:stretch>
              </p:blipFill>
              <p:spPr>
                <a:xfrm>
                  <a:off x="10693057" y="2653711"/>
                  <a:ext cx="18720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73" name="Ink 1072">
                  <a:extLst>
                    <a:ext uri="{FF2B5EF4-FFF2-40B4-BE49-F238E27FC236}">
                      <a16:creationId xmlns:a16="http://schemas.microsoft.com/office/drawing/2014/main" id="{C0240462-BB74-4790-91A6-40F13819469E}"/>
                    </a:ext>
                  </a:extLst>
                </p14:cNvPr>
                <p14:cNvContentPartPr/>
                <p14:nvPr/>
              </p14:nvContentPartPr>
              <p14:xfrm>
                <a:off x="10928137" y="2700151"/>
                <a:ext cx="506160" cy="210960"/>
              </p14:xfrm>
            </p:contentPart>
          </mc:Choice>
          <mc:Fallback xmlns="">
            <p:pic>
              <p:nvPicPr>
                <p:cNvPr id="1073" name="Ink 1072">
                  <a:extLst>
                    <a:ext uri="{FF2B5EF4-FFF2-40B4-BE49-F238E27FC236}">
                      <a16:creationId xmlns:a16="http://schemas.microsoft.com/office/drawing/2014/main" id="{C0240462-BB74-4790-91A6-40F13819469E}"/>
                    </a:ext>
                  </a:extLst>
                </p:cNvPr>
                <p:cNvPicPr/>
                <p:nvPr/>
              </p:nvPicPr>
              <p:blipFill>
                <a:blip r:embed="rId173"/>
                <a:stretch>
                  <a:fillRect/>
                </a:stretch>
              </p:blipFill>
              <p:spPr>
                <a:xfrm>
                  <a:off x="10919497" y="2691511"/>
                  <a:ext cx="52380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74" name="Ink 1073">
                  <a:extLst>
                    <a:ext uri="{FF2B5EF4-FFF2-40B4-BE49-F238E27FC236}">
                      <a16:creationId xmlns:a16="http://schemas.microsoft.com/office/drawing/2014/main" id="{A480F329-8B7D-4300-950B-F6A30DB4385A}"/>
                    </a:ext>
                  </a:extLst>
                </p14:cNvPr>
                <p14:cNvContentPartPr/>
                <p14:nvPr/>
              </p14:nvContentPartPr>
              <p14:xfrm>
                <a:off x="11048737" y="2727151"/>
                <a:ext cx="174600" cy="13680"/>
              </p14:xfrm>
            </p:contentPart>
          </mc:Choice>
          <mc:Fallback xmlns="">
            <p:pic>
              <p:nvPicPr>
                <p:cNvPr id="1074" name="Ink 1073">
                  <a:extLst>
                    <a:ext uri="{FF2B5EF4-FFF2-40B4-BE49-F238E27FC236}">
                      <a16:creationId xmlns:a16="http://schemas.microsoft.com/office/drawing/2014/main" id="{A480F329-8B7D-4300-950B-F6A30DB4385A}"/>
                    </a:ext>
                  </a:extLst>
                </p:cNvPr>
                <p:cNvPicPr/>
                <p:nvPr/>
              </p:nvPicPr>
              <p:blipFill>
                <a:blip r:embed="rId175"/>
                <a:stretch>
                  <a:fillRect/>
                </a:stretch>
              </p:blipFill>
              <p:spPr>
                <a:xfrm>
                  <a:off x="11039737" y="2718151"/>
                  <a:ext cx="19224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75" name="Ink 1074">
                  <a:extLst>
                    <a:ext uri="{FF2B5EF4-FFF2-40B4-BE49-F238E27FC236}">
                      <a16:creationId xmlns:a16="http://schemas.microsoft.com/office/drawing/2014/main" id="{DEB7C57C-9935-43D4-9CA2-4AB920E5CD7F}"/>
                    </a:ext>
                  </a:extLst>
                </p14:cNvPr>
                <p14:cNvContentPartPr/>
                <p14:nvPr/>
              </p14:nvContentPartPr>
              <p14:xfrm>
                <a:off x="6420937" y="3016231"/>
                <a:ext cx="44280" cy="437040"/>
              </p14:xfrm>
            </p:contentPart>
          </mc:Choice>
          <mc:Fallback xmlns="">
            <p:pic>
              <p:nvPicPr>
                <p:cNvPr id="1075" name="Ink 1074">
                  <a:extLst>
                    <a:ext uri="{FF2B5EF4-FFF2-40B4-BE49-F238E27FC236}">
                      <a16:creationId xmlns:a16="http://schemas.microsoft.com/office/drawing/2014/main" id="{DEB7C57C-9935-43D4-9CA2-4AB920E5CD7F}"/>
                    </a:ext>
                  </a:extLst>
                </p:cNvPr>
                <p:cNvPicPr/>
                <p:nvPr/>
              </p:nvPicPr>
              <p:blipFill>
                <a:blip r:embed="rId177"/>
                <a:stretch>
                  <a:fillRect/>
                </a:stretch>
              </p:blipFill>
              <p:spPr>
                <a:xfrm>
                  <a:off x="6411937" y="3007591"/>
                  <a:ext cx="61920" cy="45468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76" name="Ink 1075">
                  <a:extLst>
                    <a:ext uri="{FF2B5EF4-FFF2-40B4-BE49-F238E27FC236}">
                      <a16:creationId xmlns:a16="http://schemas.microsoft.com/office/drawing/2014/main" id="{540D0B87-BEE4-49A7-9E96-69356F5BF6D2}"/>
                    </a:ext>
                  </a:extLst>
                </p14:cNvPr>
                <p14:cNvContentPartPr/>
                <p14:nvPr/>
              </p14:nvContentPartPr>
              <p14:xfrm>
                <a:off x="6435697" y="3060511"/>
                <a:ext cx="358200" cy="203760"/>
              </p14:xfrm>
            </p:contentPart>
          </mc:Choice>
          <mc:Fallback xmlns="">
            <p:pic>
              <p:nvPicPr>
                <p:cNvPr id="1076" name="Ink 1075">
                  <a:extLst>
                    <a:ext uri="{FF2B5EF4-FFF2-40B4-BE49-F238E27FC236}">
                      <a16:creationId xmlns:a16="http://schemas.microsoft.com/office/drawing/2014/main" id="{540D0B87-BEE4-49A7-9E96-69356F5BF6D2}"/>
                    </a:ext>
                  </a:extLst>
                </p:cNvPr>
                <p:cNvPicPr/>
                <p:nvPr/>
              </p:nvPicPr>
              <p:blipFill>
                <a:blip r:embed="rId179"/>
                <a:stretch>
                  <a:fillRect/>
                </a:stretch>
              </p:blipFill>
              <p:spPr>
                <a:xfrm>
                  <a:off x="6427057" y="3051511"/>
                  <a:ext cx="37584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077" name="Ink 1076">
                  <a:extLst>
                    <a:ext uri="{FF2B5EF4-FFF2-40B4-BE49-F238E27FC236}">
                      <a16:creationId xmlns:a16="http://schemas.microsoft.com/office/drawing/2014/main" id="{B40BE158-C033-4337-A0F5-336BBF8A6415}"/>
                    </a:ext>
                  </a:extLst>
                </p14:cNvPr>
                <p14:cNvContentPartPr/>
                <p14:nvPr/>
              </p14:nvContentPartPr>
              <p14:xfrm>
                <a:off x="6836017" y="3036751"/>
                <a:ext cx="26640" cy="235440"/>
              </p14:xfrm>
            </p:contentPart>
          </mc:Choice>
          <mc:Fallback xmlns="">
            <p:pic>
              <p:nvPicPr>
                <p:cNvPr id="1077" name="Ink 1076">
                  <a:extLst>
                    <a:ext uri="{FF2B5EF4-FFF2-40B4-BE49-F238E27FC236}">
                      <a16:creationId xmlns:a16="http://schemas.microsoft.com/office/drawing/2014/main" id="{B40BE158-C033-4337-A0F5-336BBF8A6415}"/>
                    </a:ext>
                  </a:extLst>
                </p:cNvPr>
                <p:cNvPicPr/>
                <p:nvPr/>
              </p:nvPicPr>
              <p:blipFill>
                <a:blip r:embed="rId181"/>
                <a:stretch>
                  <a:fillRect/>
                </a:stretch>
              </p:blipFill>
              <p:spPr>
                <a:xfrm>
                  <a:off x="6827017" y="3027751"/>
                  <a:ext cx="4428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078" name="Ink 1077">
                  <a:extLst>
                    <a:ext uri="{FF2B5EF4-FFF2-40B4-BE49-F238E27FC236}">
                      <a16:creationId xmlns:a16="http://schemas.microsoft.com/office/drawing/2014/main" id="{73C6769D-7063-4B27-B0C8-F8E4A52FDF39}"/>
                    </a:ext>
                  </a:extLst>
                </p14:cNvPr>
                <p14:cNvContentPartPr/>
                <p14:nvPr/>
              </p14:nvContentPartPr>
              <p14:xfrm>
                <a:off x="6949777" y="3065191"/>
                <a:ext cx="582120" cy="225360"/>
              </p14:xfrm>
            </p:contentPart>
          </mc:Choice>
          <mc:Fallback xmlns="">
            <p:pic>
              <p:nvPicPr>
                <p:cNvPr id="1078" name="Ink 1077">
                  <a:extLst>
                    <a:ext uri="{FF2B5EF4-FFF2-40B4-BE49-F238E27FC236}">
                      <a16:creationId xmlns:a16="http://schemas.microsoft.com/office/drawing/2014/main" id="{73C6769D-7063-4B27-B0C8-F8E4A52FDF39}"/>
                    </a:ext>
                  </a:extLst>
                </p:cNvPr>
                <p:cNvPicPr/>
                <p:nvPr/>
              </p:nvPicPr>
              <p:blipFill>
                <a:blip r:embed="rId183"/>
                <a:stretch>
                  <a:fillRect/>
                </a:stretch>
              </p:blipFill>
              <p:spPr>
                <a:xfrm>
                  <a:off x="6940777" y="3056551"/>
                  <a:ext cx="59976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079" name="Ink 1078">
                  <a:extLst>
                    <a:ext uri="{FF2B5EF4-FFF2-40B4-BE49-F238E27FC236}">
                      <a16:creationId xmlns:a16="http://schemas.microsoft.com/office/drawing/2014/main" id="{8BE976BC-FF6D-4659-A5AF-8F7148DA5E79}"/>
                    </a:ext>
                  </a:extLst>
                </p14:cNvPr>
                <p14:cNvContentPartPr/>
                <p14:nvPr/>
              </p14:nvContentPartPr>
              <p14:xfrm>
                <a:off x="7145617" y="2996431"/>
                <a:ext cx="41400" cy="22320"/>
              </p14:xfrm>
            </p:contentPart>
          </mc:Choice>
          <mc:Fallback xmlns="">
            <p:pic>
              <p:nvPicPr>
                <p:cNvPr id="1079" name="Ink 1078">
                  <a:extLst>
                    <a:ext uri="{FF2B5EF4-FFF2-40B4-BE49-F238E27FC236}">
                      <a16:creationId xmlns:a16="http://schemas.microsoft.com/office/drawing/2014/main" id="{8BE976BC-FF6D-4659-A5AF-8F7148DA5E79}"/>
                    </a:ext>
                  </a:extLst>
                </p:cNvPr>
                <p:cNvPicPr/>
                <p:nvPr/>
              </p:nvPicPr>
              <p:blipFill>
                <a:blip r:embed="rId185"/>
                <a:stretch>
                  <a:fillRect/>
                </a:stretch>
              </p:blipFill>
              <p:spPr>
                <a:xfrm>
                  <a:off x="7136617" y="2987431"/>
                  <a:ext cx="5904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080" name="Ink 1079">
                  <a:extLst>
                    <a:ext uri="{FF2B5EF4-FFF2-40B4-BE49-F238E27FC236}">
                      <a16:creationId xmlns:a16="http://schemas.microsoft.com/office/drawing/2014/main" id="{0D218780-56FB-4D0C-92FC-8815FB9279A7}"/>
                    </a:ext>
                  </a:extLst>
                </p14:cNvPr>
                <p14:cNvContentPartPr/>
                <p14:nvPr/>
              </p14:nvContentPartPr>
              <p14:xfrm>
                <a:off x="6845377" y="3137191"/>
                <a:ext cx="208440" cy="38160"/>
              </p14:xfrm>
            </p:contentPart>
          </mc:Choice>
          <mc:Fallback xmlns="">
            <p:pic>
              <p:nvPicPr>
                <p:cNvPr id="1080" name="Ink 1079">
                  <a:extLst>
                    <a:ext uri="{FF2B5EF4-FFF2-40B4-BE49-F238E27FC236}">
                      <a16:creationId xmlns:a16="http://schemas.microsoft.com/office/drawing/2014/main" id="{0D218780-56FB-4D0C-92FC-8815FB9279A7}"/>
                    </a:ext>
                  </a:extLst>
                </p:cNvPr>
                <p:cNvPicPr/>
                <p:nvPr/>
              </p:nvPicPr>
              <p:blipFill>
                <a:blip r:embed="rId187"/>
                <a:stretch>
                  <a:fillRect/>
                </a:stretch>
              </p:blipFill>
              <p:spPr>
                <a:xfrm>
                  <a:off x="6836377" y="3128551"/>
                  <a:ext cx="22608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081" name="Ink 1080">
                  <a:extLst>
                    <a:ext uri="{FF2B5EF4-FFF2-40B4-BE49-F238E27FC236}">
                      <a16:creationId xmlns:a16="http://schemas.microsoft.com/office/drawing/2014/main" id="{38284E44-7802-4F54-A2BE-AB1BB5713AFB}"/>
                    </a:ext>
                  </a:extLst>
                </p14:cNvPr>
                <p14:cNvContentPartPr/>
                <p14:nvPr/>
              </p14:nvContentPartPr>
              <p14:xfrm>
                <a:off x="7784257" y="2961151"/>
                <a:ext cx="255960" cy="325800"/>
              </p14:xfrm>
            </p:contentPart>
          </mc:Choice>
          <mc:Fallback xmlns="">
            <p:pic>
              <p:nvPicPr>
                <p:cNvPr id="1081" name="Ink 1080">
                  <a:extLst>
                    <a:ext uri="{FF2B5EF4-FFF2-40B4-BE49-F238E27FC236}">
                      <a16:creationId xmlns:a16="http://schemas.microsoft.com/office/drawing/2014/main" id="{38284E44-7802-4F54-A2BE-AB1BB5713AFB}"/>
                    </a:ext>
                  </a:extLst>
                </p:cNvPr>
                <p:cNvPicPr/>
                <p:nvPr/>
              </p:nvPicPr>
              <p:blipFill>
                <a:blip r:embed="rId189"/>
                <a:stretch>
                  <a:fillRect/>
                </a:stretch>
              </p:blipFill>
              <p:spPr>
                <a:xfrm>
                  <a:off x="7775617" y="2952511"/>
                  <a:ext cx="273600" cy="34344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082" name="Ink 1081">
                  <a:extLst>
                    <a:ext uri="{FF2B5EF4-FFF2-40B4-BE49-F238E27FC236}">
                      <a16:creationId xmlns:a16="http://schemas.microsoft.com/office/drawing/2014/main" id="{52E097FE-8497-4A25-B499-AB2E2A186295}"/>
                    </a:ext>
                  </a:extLst>
                </p14:cNvPr>
                <p14:cNvContentPartPr/>
                <p14:nvPr/>
              </p14:nvContentPartPr>
              <p14:xfrm>
                <a:off x="8312737" y="3131791"/>
                <a:ext cx="1348560" cy="646920"/>
              </p14:xfrm>
            </p:contentPart>
          </mc:Choice>
          <mc:Fallback xmlns="">
            <p:pic>
              <p:nvPicPr>
                <p:cNvPr id="1082" name="Ink 1081">
                  <a:extLst>
                    <a:ext uri="{FF2B5EF4-FFF2-40B4-BE49-F238E27FC236}">
                      <a16:creationId xmlns:a16="http://schemas.microsoft.com/office/drawing/2014/main" id="{52E097FE-8497-4A25-B499-AB2E2A186295}"/>
                    </a:ext>
                  </a:extLst>
                </p:cNvPr>
                <p:cNvPicPr/>
                <p:nvPr/>
              </p:nvPicPr>
              <p:blipFill>
                <a:blip r:embed="rId191"/>
                <a:stretch>
                  <a:fillRect/>
                </a:stretch>
              </p:blipFill>
              <p:spPr>
                <a:xfrm>
                  <a:off x="8304097" y="3123151"/>
                  <a:ext cx="1366200" cy="66456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083" name="Ink 1082">
                  <a:extLst>
                    <a:ext uri="{FF2B5EF4-FFF2-40B4-BE49-F238E27FC236}">
                      <a16:creationId xmlns:a16="http://schemas.microsoft.com/office/drawing/2014/main" id="{2A168BAF-5FE0-4168-913E-D8D9905EFA7C}"/>
                    </a:ext>
                  </a:extLst>
                </p14:cNvPr>
                <p14:cNvContentPartPr/>
                <p14:nvPr/>
              </p14:nvContentPartPr>
              <p14:xfrm>
                <a:off x="9305617" y="2998231"/>
                <a:ext cx="6840" cy="34920"/>
              </p14:xfrm>
            </p:contentPart>
          </mc:Choice>
          <mc:Fallback xmlns="">
            <p:pic>
              <p:nvPicPr>
                <p:cNvPr id="1083" name="Ink 1082">
                  <a:extLst>
                    <a:ext uri="{FF2B5EF4-FFF2-40B4-BE49-F238E27FC236}">
                      <a16:creationId xmlns:a16="http://schemas.microsoft.com/office/drawing/2014/main" id="{2A168BAF-5FE0-4168-913E-D8D9905EFA7C}"/>
                    </a:ext>
                  </a:extLst>
                </p:cNvPr>
                <p:cNvPicPr/>
                <p:nvPr/>
              </p:nvPicPr>
              <p:blipFill>
                <a:blip r:embed="rId193"/>
                <a:stretch>
                  <a:fillRect/>
                </a:stretch>
              </p:blipFill>
              <p:spPr>
                <a:xfrm>
                  <a:off x="9296617" y="2989231"/>
                  <a:ext cx="2448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084" name="Ink 1083">
                  <a:extLst>
                    <a:ext uri="{FF2B5EF4-FFF2-40B4-BE49-F238E27FC236}">
                      <a16:creationId xmlns:a16="http://schemas.microsoft.com/office/drawing/2014/main" id="{E09128B0-975D-4325-85D5-DE1E2DE595FC}"/>
                    </a:ext>
                  </a:extLst>
                </p14:cNvPr>
                <p14:cNvContentPartPr/>
                <p14:nvPr/>
              </p14:nvContentPartPr>
              <p14:xfrm>
                <a:off x="9142177" y="3176791"/>
                <a:ext cx="180360" cy="12240"/>
              </p14:xfrm>
            </p:contentPart>
          </mc:Choice>
          <mc:Fallback xmlns="">
            <p:pic>
              <p:nvPicPr>
                <p:cNvPr id="1084" name="Ink 1083">
                  <a:extLst>
                    <a:ext uri="{FF2B5EF4-FFF2-40B4-BE49-F238E27FC236}">
                      <a16:creationId xmlns:a16="http://schemas.microsoft.com/office/drawing/2014/main" id="{E09128B0-975D-4325-85D5-DE1E2DE595FC}"/>
                    </a:ext>
                  </a:extLst>
                </p:cNvPr>
                <p:cNvPicPr/>
                <p:nvPr/>
              </p:nvPicPr>
              <p:blipFill>
                <a:blip r:embed="rId195"/>
                <a:stretch>
                  <a:fillRect/>
                </a:stretch>
              </p:blipFill>
              <p:spPr>
                <a:xfrm>
                  <a:off x="9133537" y="3167791"/>
                  <a:ext cx="1980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085" name="Ink 1084">
                  <a:extLst>
                    <a:ext uri="{FF2B5EF4-FFF2-40B4-BE49-F238E27FC236}">
                      <a16:creationId xmlns:a16="http://schemas.microsoft.com/office/drawing/2014/main" id="{83DFDA8B-86B4-4047-8693-ECA3F0226F84}"/>
                    </a:ext>
                  </a:extLst>
                </p14:cNvPr>
                <p14:cNvContentPartPr/>
                <p14:nvPr/>
              </p14:nvContentPartPr>
              <p14:xfrm>
                <a:off x="10044337" y="3185431"/>
                <a:ext cx="186840" cy="175320"/>
              </p14:xfrm>
            </p:contentPart>
          </mc:Choice>
          <mc:Fallback xmlns="">
            <p:pic>
              <p:nvPicPr>
                <p:cNvPr id="1085" name="Ink 1084">
                  <a:extLst>
                    <a:ext uri="{FF2B5EF4-FFF2-40B4-BE49-F238E27FC236}">
                      <a16:creationId xmlns:a16="http://schemas.microsoft.com/office/drawing/2014/main" id="{83DFDA8B-86B4-4047-8693-ECA3F0226F84}"/>
                    </a:ext>
                  </a:extLst>
                </p:cNvPr>
                <p:cNvPicPr/>
                <p:nvPr/>
              </p:nvPicPr>
              <p:blipFill>
                <a:blip r:embed="rId197"/>
                <a:stretch>
                  <a:fillRect/>
                </a:stretch>
              </p:blipFill>
              <p:spPr>
                <a:xfrm>
                  <a:off x="10035337" y="3176431"/>
                  <a:ext cx="20448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086" name="Ink 1085">
                  <a:extLst>
                    <a:ext uri="{FF2B5EF4-FFF2-40B4-BE49-F238E27FC236}">
                      <a16:creationId xmlns:a16="http://schemas.microsoft.com/office/drawing/2014/main" id="{62EF01FF-5A3B-4F14-81A1-8614EAD7B201}"/>
                    </a:ext>
                  </a:extLst>
                </p14:cNvPr>
                <p14:cNvContentPartPr/>
                <p14:nvPr/>
              </p14:nvContentPartPr>
              <p14:xfrm>
                <a:off x="10244857" y="3150871"/>
                <a:ext cx="712440" cy="260640"/>
              </p14:xfrm>
            </p:contentPart>
          </mc:Choice>
          <mc:Fallback xmlns="">
            <p:pic>
              <p:nvPicPr>
                <p:cNvPr id="1086" name="Ink 1085">
                  <a:extLst>
                    <a:ext uri="{FF2B5EF4-FFF2-40B4-BE49-F238E27FC236}">
                      <a16:creationId xmlns:a16="http://schemas.microsoft.com/office/drawing/2014/main" id="{62EF01FF-5A3B-4F14-81A1-8614EAD7B201}"/>
                    </a:ext>
                  </a:extLst>
                </p:cNvPr>
                <p:cNvPicPr/>
                <p:nvPr/>
              </p:nvPicPr>
              <p:blipFill>
                <a:blip r:embed="rId199"/>
                <a:stretch>
                  <a:fillRect/>
                </a:stretch>
              </p:blipFill>
              <p:spPr>
                <a:xfrm>
                  <a:off x="10235857" y="3141871"/>
                  <a:ext cx="73008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087" name="Ink 1086">
                  <a:extLst>
                    <a:ext uri="{FF2B5EF4-FFF2-40B4-BE49-F238E27FC236}">
                      <a16:creationId xmlns:a16="http://schemas.microsoft.com/office/drawing/2014/main" id="{E457E0D2-59C5-4120-A679-9CF86B1B8FD6}"/>
                    </a:ext>
                  </a:extLst>
                </p14:cNvPr>
                <p14:cNvContentPartPr/>
                <p14:nvPr/>
              </p14:nvContentPartPr>
              <p14:xfrm>
                <a:off x="11097337" y="3396751"/>
                <a:ext cx="6840" cy="6120"/>
              </p14:xfrm>
            </p:contentPart>
          </mc:Choice>
          <mc:Fallback xmlns="">
            <p:pic>
              <p:nvPicPr>
                <p:cNvPr id="1087" name="Ink 1086">
                  <a:extLst>
                    <a:ext uri="{FF2B5EF4-FFF2-40B4-BE49-F238E27FC236}">
                      <a16:creationId xmlns:a16="http://schemas.microsoft.com/office/drawing/2014/main" id="{E457E0D2-59C5-4120-A679-9CF86B1B8FD6}"/>
                    </a:ext>
                  </a:extLst>
                </p:cNvPr>
                <p:cNvPicPr/>
                <p:nvPr/>
              </p:nvPicPr>
              <p:blipFill>
                <a:blip r:embed="rId201"/>
                <a:stretch>
                  <a:fillRect/>
                </a:stretch>
              </p:blipFill>
              <p:spPr>
                <a:xfrm>
                  <a:off x="11088337" y="3387751"/>
                  <a:ext cx="24480" cy="23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2">
            <p14:nvContentPartPr>
              <p14:cNvPr id="1093" name="Ink 1092">
                <a:extLst>
                  <a:ext uri="{FF2B5EF4-FFF2-40B4-BE49-F238E27FC236}">
                    <a16:creationId xmlns:a16="http://schemas.microsoft.com/office/drawing/2014/main" id="{C90E2123-AA3F-4705-BE66-BE8B265D04B6}"/>
                  </a:ext>
                </a:extLst>
              </p14:cNvPr>
              <p14:cNvContentPartPr/>
              <p14:nvPr/>
            </p14:nvContentPartPr>
            <p14:xfrm>
              <a:off x="8613697" y="3137911"/>
              <a:ext cx="79560" cy="91440"/>
            </p14:xfrm>
          </p:contentPart>
        </mc:Choice>
        <mc:Fallback xmlns="">
          <p:pic>
            <p:nvPicPr>
              <p:cNvPr id="1093" name="Ink 1092">
                <a:extLst>
                  <a:ext uri="{FF2B5EF4-FFF2-40B4-BE49-F238E27FC236}">
                    <a16:creationId xmlns:a16="http://schemas.microsoft.com/office/drawing/2014/main" id="{C90E2123-AA3F-4705-BE66-BE8B265D04B6}"/>
                  </a:ext>
                </a:extLst>
              </p:cNvPr>
              <p:cNvPicPr/>
              <p:nvPr/>
            </p:nvPicPr>
            <p:blipFill>
              <a:blip r:embed="rId203"/>
              <a:stretch>
                <a:fillRect/>
              </a:stretch>
            </p:blipFill>
            <p:spPr>
              <a:xfrm>
                <a:off x="8604697" y="3129271"/>
                <a:ext cx="97200" cy="109080"/>
              </a:xfrm>
              <a:prstGeom prst="rect">
                <a:avLst/>
              </a:prstGeom>
            </p:spPr>
          </p:pic>
        </mc:Fallback>
      </mc:AlternateContent>
      <p:grpSp>
        <p:nvGrpSpPr>
          <p:cNvPr id="1102" name="Group 1101">
            <a:extLst>
              <a:ext uri="{FF2B5EF4-FFF2-40B4-BE49-F238E27FC236}">
                <a16:creationId xmlns:a16="http://schemas.microsoft.com/office/drawing/2014/main" id="{DA6CE2A8-12DC-458D-AA4C-14015FAD0D68}"/>
              </a:ext>
            </a:extLst>
          </p:cNvPr>
          <p:cNvGrpSpPr/>
          <p:nvPr/>
        </p:nvGrpSpPr>
        <p:grpSpPr>
          <a:xfrm>
            <a:off x="7740337" y="4372711"/>
            <a:ext cx="1651320" cy="430560"/>
            <a:chOff x="7740337" y="4372711"/>
            <a:chExt cx="1651320" cy="430560"/>
          </a:xfrm>
        </p:grpSpPr>
        <mc:AlternateContent xmlns:mc="http://schemas.openxmlformats.org/markup-compatibility/2006" xmlns:p14="http://schemas.microsoft.com/office/powerpoint/2010/main">
          <mc:Choice Requires="p14">
            <p:contentPart p14:bwMode="auto" r:id="rId204">
              <p14:nvContentPartPr>
                <p14:cNvPr id="1094" name="Ink 1093">
                  <a:extLst>
                    <a:ext uri="{FF2B5EF4-FFF2-40B4-BE49-F238E27FC236}">
                      <a16:creationId xmlns:a16="http://schemas.microsoft.com/office/drawing/2014/main" id="{A0DC0406-ACBB-43C1-92E3-3592AC9CC310}"/>
                    </a:ext>
                  </a:extLst>
                </p14:cNvPr>
                <p14:cNvContentPartPr/>
                <p14:nvPr/>
              </p14:nvContentPartPr>
              <p14:xfrm>
                <a:off x="7740337" y="4372711"/>
                <a:ext cx="1651320" cy="430560"/>
              </p14:xfrm>
            </p:contentPart>
          </mc:Choice>
          <mc:Fallback xmlns="">
            <p:pic>
              <p:nvPicPr>
                <p:cNvPr id="1094" name="Ink 1093">
                  <a:extLst>
                    <a:ext uri="{FF2B5EF4-FFF2-40B4-BE49-F238E27FC236}">
                      <a16:creationId xmlns:a16="http://schemas.microsoft.com/office/drawing/2014/main" id="{A0DC0406-ACBB-43C1-92E3-3592AC9CC310}"/>
                    </a:ext>
                  </a:extLst>
                </p:cNvPr>
                <p:cNvPicPr/>
                <p:nvPr/>
              </p:nvPicPr>
              <p:blipFill>
                <a:blip r:embed="rId205"/>
                <a:stretch>
                  <a:fillRect/>
                </a:stretch>
              </p:blipFill>
              <p:spPr>
                <a:xfrm>
                  <a:off x="7731697" y="4363711"/>
                  <a:ext cx="1668960" cy="44820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095" name="Ink 1094">
                  <a:extLst>
                    <a:ext uri="{FF2B5EF4-FFF2-40B4-BE49-F238E27FC236}">
                      <a16:creationId xmlns:a16="http://schemas.microsoft.com/office/drawing/2014/main" id="{3B2C168B-7CCA-4C8F-9B7C-12EC5D4CC81F}"/>
                    </a:ext>
                  </a:extLst>
                </p14:cNvPr>
                <p14:cNvContentPartPr/>
                <p14:nvPr/>
              </p14:nvContentPartPr>
              <p14:xfrm>
                <a:off x="9055777" y="4450471"/>
                <a:ext cx="24480" cy="22320"/>
              </p14:xfrm>
            </p:contentPart>
          </mc:Choice>
          <mc:Fallback xmlns="">
            <p:pic>
              <p:nvPicPr>
                <p:cNvPr id="1095" name="Ink 1094">
                  <a:extLst>
                    <a:ext uri="{FF2B5EF4-FFF2-40B4-BE49-F238E27FC236}">
                      <a16:creationId xmlns:a16="http://schemas.microsoft.com/office/drawing/2014/main" id="{3B2C168B-7CCA-4C8F-9B7C-12EC5D4CC81F}"/>
                    </a:ext>
                  </a:extLst>
                </p:cNvPr>
                <p:cNvPicPr/>
                <p:nvPr/>
              </p:nvPicPr>
              <p:blipFill>
                <a:blip r:embed="rId207"/>
                <a:stretch>
                  <a:fillRect/>
                </a:stretch>
              </p:blipFill>
              <p:spPr>
                <a:xfrm>
                  <a:off x="9046777" y="4441471"/>
                  <a:ext cx="4212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096" name="Ink 1095">
                  <a:extLst>
                    <a:ext uri="{FF2B5EF4-FFF2-40B4-BE49-F238E27FC236}">
                      <a16:creationId xmlns:a16="http://schemas.microsoft.com/office/drawing/2014/main" id="{716985E5-22A9-4388-97AE-7C7EC9BAD53A}"/>
                    </a:ext>
                  </a:extLst>
                </p14:cNvPr>
                <p14:cNvContentPartPr/>
                <p14:nvPr/>
              </p14:nvContentPartPr>
              <p14:xfrm>
                <a:off x="8884777" y="4563511"/>
                <a:ext cx="162720" cy="21240"/>
              </p14:xfrm>
            </p:contentPart>
          </mc:Choice>
          <mc:Fallback xmlns="">
            <p:pic>
              <p:nvPicPr>
                <p:cNvPr id="1096" name="Ink 1095">
                  <a:extLst>
                    <a:ext uri="{FF2B5EF4-FFF2-40B4-BE49-F238E27FC236}">
                      <a16:creationId xmlns:a16="http://schemas.microsoft.com/office/drawing/2014/main" id="{716985E5-22A9-4388-97AE-7C7EC9BAD53A}"/>
                    </a:ext>
                  </a:extLst>
                </p:cNvPr>
                <p:cNvPicPr/>
                <p:nvPr/>
              </p:nvPicPr>
              <p:blipFill>
                <a:blip r:embed="rId209"/>
                <a:stretch>
                  <a:fillRect/>
                </a:stretch>
              </p:blipFill>
              <p:spPr>
                <a:xfrm>
                  <a:off x="8876137" y="4554871"/>
                  <a:ext cx="18036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097" name="Ink 1096">
                  <a:extLst>
                    <a:ext uri="{FF2B5EF4-FFF2-40B4-BE49-F238E27FC236}">
                      <a16:creationId xmlns:a16="http://schemas.microsoft.com/office/drawing/2014/main" id="{1A514990-CD06-4CD7-A2FA-5C67739C6CF6}"/>
                    </a:ext>
                  </a:extLst>
                </p14:cNvPr>
                <p14:cNvContentPartPr/>
                <p14:nvPr/>
              </p14:nvContentPartPr>
              <p14:xfrm>
                <a:off x="8175217" y="4543351"/>
                <a:ext cx="181440" cy="12960"/>
              </p14:xfrm>
            </p:contentPart>
          </mc:Choice>
          <mc:Fallback xmlns="">
            <p:pic>
              <p:nvPicPr>
                <p:cNvPr id="1097" name="Ink 1096">
                  <a:extLst>
                    <a:ext uri="{FF2B5EF4-FFF2-40B4-BE49-F238E27FC236}">
                      <a16:creationId xmlns:a16="http://schemas.microsoft.com/office/drawing/2014/main" id="{1A514990-CD06-4CD7-A2FA-5C67739C6CF6}"/>
                    </a:ext>
                  </a:extLst>
                </p:cNvPr>
                <p:cNvPicPr/>
                <p:nvPr/>
              </p:nvPicPr>
              <p:blipFill>
                <a:blip r:embed="rId211"/>
                <a:stretch>
                  <a:fillRect/>
                </a:stretch>
              </p:blipFill>
              <p:spPr>
                <a:xfrm>
                  <a:off x="8166217" y="4534711"/>
                  <a:ext cx="199080" cy="30600"/>
                </a:xfrm>
                <a:prstGeom prst="rect">
                  <a:avLst/>
                </a:prstGeom>
              </p:spPr>
            </p:pic>
          </mc:Fallback>
        </mc:AlternateContent>
      </p:grpSp>
      <p:grpSp>
        <p:nvGrpSpPr>
          <p:cNvPr id="1101" name="Group 1100">
            <a:extLst>
              <a:ext uri="{FF2B5EF4-FFF2-40B4-BE49-F238E27FC236}">
                <a16:creationId xmlns:a16="http://schemas.microsoft.com/office/drawing/2014/main" id="{E501806F-FFC8-4CC6-88C1-3C88CFFDF106}"/>
              </a:ext>
            </a:extLst>
          </p:cNvPr>
          <p:cNvGrpSpPr/>
          <p:nvPr/>
        </p:nvGrpSpPr>
        <p:grpSpPr>
          <a:xfrm>
            <a:off x="9722497" y="4454431"/>
            <a:ext cx="1784520" cy="948600"/>
            <a:chOff x="9722497" y="4454431"/>
            <a:chExt cx="1784520" cy="948600"/>
          </a:xfrm>
        </p:grpSpPr>
        <mc:AlternateContent xmlns:mc="http://schemas.openxmlformats.org/markup-compatibility/2006" xmlns:p14="http://schemas.microsoft.com/office/powerpoint/2010/main">
          <mc:Choice Requires="p14">
            <p:contentPart p14:bwMode="auto" r:id="rId212">
              <p14:nvContentPartPr>
                <p14:cNvPr id="1098" name="Ink 1097">
                  <a:extLst>
                    <a:ext uri="{FF2B5EF4-FFF2-40B4-BE49-F238E27FC236}">
                      <a16:creationId xmlns:a16="http://schemas.microsoft.com/office/drawing/2014/main" id="{B69E2493-E4B3-40DF-90E3-1DC0623D467B}"/>
                    </a:ext>
                  </a:extLst>
                </p14:cNvPr>
                <p14:cNvContentPartPr/>
                <p14:nvPr/>
              </p14:nvContentPartPr>
              <p14:xfrm>
                <a:off x="9722497" y="4623271"/>
                <a:ext cx="604800" cy="221040"/>
              </p14:xfrm>
            </p:contentPart>
          </mc:Choice>
          <mc:Fallback xmlns="">
            <p:pic>
              <p:nvPicPr>
                <p:cNvPr id="1098" name="Ink 1097">
                  <a:extLst>
                    <a:ext uri="{FF2B5EF4-FFF2-40B4-BE49-F238E27FC236}">
                      <a16:creationId xmlns:a16="http://schemas.microsoft.com/office/drawing/2014/main" id="{B69E2493-E4B3-40DF-90E3-1DC0623D467B}"/>
                    </a:ext>
                  </a:extLst>
                </p:cNvPr>
                <p:cNvPicPr/>
                <p:nvPr/>
              </p:nvPicPr>
              <p:blipFill>
                <a:blip r:embed="rId213"/>
                <a:stretch>
                  <a:fillRect/>
                </a:stretch>
              </p:blipFill>
              <p:spPr>
                <a:xfrm>
                  <a:off x="9713497" y="4614271"/>
                  <a:ext cx="62244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099" name="Ink 1098">
                  <a:extLst>
                    <a:ext uri="{FF2B5EF4-FFF2-40B4-BE49-F238E27FC236}">
                      <a16:creationId xmlns:a16="http://schemas.microsoft.com/office/drawing/2014/main" id="{EE9BF001-42B2-4731-8066-BA5CFC74261D}"/>
                    </a:ext>
                  </a:extLst>
                </p14:cNvPr>
                <p14:cNvContentPartPr/>
                <p14:nvPr/>
              </p14:nvContentPartPr>
              <p14:xfrm>
                <a:off x="9886657" y="4454431"/>
                <a:ext cx="40680" cy="126000"/>
              </p14:xfrm>
            </p:contentPart>
          </mc:Choice>
          <mc:Fallback xmlns="">
            <p:pic>
              <p:nvPicPr>
                <p:cNvPr id="1099" name="Ink 1098">
                  <a:extLst>
                    <a:ext uri="{FF2B5EF4-FFF2-40B4-BE49-F238E27FC236}">
                      <a16:creationId xmlns:a16="http://schemas.microsoft.com/office/drawing/2014/main" id="{EE9BF001-42B2-4731-8066-BA5CFC74261D}"/>
                    </a:ext>
                  </a:extLst>
                </p:cNvPr>
                <p:cNvPicPr/>
                <p:nvPr/>
              </p:nvPicPr>
              <p:blipFill>
                <a:blip r:embed="rId215"/>
                <a:stretch>
                  <a:fillRect/>
                </a:stretch>
              </p:blipFill>
              <p:spPr>
                <a:xfrm>
                  <a:off x="9877657" y="4445791"/>
                  <a:ext cx="5832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100" name="Ink 1099">
                  <a:extLst>
                    <a:ext uri="{FF2B5EF4-FFF2-40B4-BE49-F238E27FC236}">
                      <a16:creationId xmlns:a16="http://schemas.microsoft.com/office/drawing/2014/main" id="{60A8E84A-BF32-41DC-A310-41659AE6E886}"/>
                    </a:ext>
                  </a:extLst>
                </p14:cNvPr>
                <p14:cNvContentPartPr/>
                <p14:nvPr/>
              </p14:nvContentPartPr>
              <p14:xfrm>
                <a:off x="10639417" y="4579711"/>
                <a:ext cx="867600" cy="823320"/>
              </p14:xfrm>
            </p:contentPart>
          </mc:Choice>
          <mc:Fallback xmlns="">
            <p:pic>
              <p:nvPicPr>
                <p:cNvPr id="1100" name="Ink 1099">
                  <a:extLst>
                    <a:ext uri="{FF2B5EF4-FFF2-40B4-BE49-F238E27FC236}">
                      <a16:creationId xmlns:a16="http://schemas.microsoft.com/office/drawing/2014/main" id="{60A8E84A-BF32-41DC-A310-41659AE6E886}"/>
                    </a:ext>
                  </a:extLst>
                </p:cNvPr>
                <p:cNvPicPr/>
                <p:nvPr/>
              </p:nvPicPr>
              <p:blipFill>
                <a:blip r:embed="rId217"/>
                <a:stretch>
                  <a:fillRect/>
                </a:stretch>
              </p:blipFill>
              <p:spPr>
                <a:xfrm>
                  <a:off x="10630777" y="4570711"/>
                  <a:ext cx="885240" cy="840960"/>
                </a:xfrm>
                <a:prstGeom prst="rect">
                  <a:avLst/>
                </a:prstGeom>
              </p:spPr>
            </p:pic>
          </mc:Fallback>
        </mc:AlternateContent>
      </p:grpSp>
      <p:grpSp>
        <p:nvGrpSpPr>
          <p:cNvPr id="1109" name="Group 1108">
            <a:extLst>
              <a:ext uri="{FF2B5EF4-FFF2-40B4-BE49-F238E27FC236}">
                <a16:creationId xmlns:a16="http://schemas.microsoft.com/office/drawing/2014/main" id="{045FD20A-E872-4089-A6AD-6D4B6950282C}"/>
              </a:ext>
            </a:extLst>
          </p:cNvPr>
          <p:cNvGrpSpPr/>
          <p:nvPr/>
        </p:nvGrpSpPr>
        <p:grpSpPr>
          <a:xfrm>
            <a:off x="7313377" y="5087671"/>
            <a:ext cx="1788120" cy="660960"/>
            <a:chOff x="7313377" y="5087671"/>
            <a:chExt cx="1788120" cy="660960"/>
          </a:xfrm>
        </p:grpSpPr>
        <mc:AlternateContent xmlns:mc="http://schemas.openxmlformats.org/markup-compatibility/2006" xmlns:p14="http://schemas.microsoft.com/office/powerpoint/2010/main">
          <mc:Choice Requires="p14">
            <p:contentPart p14:bwMode="auto" r:id="rId218">
              <p14:nvContentPartPr>
                <p14:cNvPr id="1103" name="Ink 1102">
                  <a:extLst>
                    <a:ext uri="{FF2B5EF4-FFF2-40B4-BE49-F238E27FC236}">
                      <a16:creationId xmlns:a16="http://schemas.microsoft.com/office/drawing/2014/main" id="{65EC83BC-5560-45D1-9E86-A6C150476513}"/>
                    </a:ext>
                  </a:extLst>
                </p14:cNvPr>
                <p14:cNvContentPartPr/>
                <p14:nvPr/>
              </p14:nvContentPartPr>
              <p14:xfrm>
                <a:off x="7313377" y="5087671"/>
                <a:ext cx="1156680" cy="660960"/>
              </p14:xfrm>
            </p:contentPart>
          </mc:Choice>
          <mc:Fallback xmlns="">
            <p:pic>
              <p:nvPicPr>
                <p:cNvPr id="1103" name="Ink 1102">
                  <a:extLst>
                    <a:ext uri="{FF2B5EF4-FFF2-40B4-BE49-F238E27FC236}">
                      <a16:creationId xmlns:a16="http://schemas.microsoft.com/office/drawing/2014/main" id="{65EC83BC-5560-45D1-9E86-A6C150476513}"/>
                    </a:ext>
                  </a:extLst>
                </p:cNvPr>
                <p:cNvPicPr/>
                <p:nvPr/>
              </p:nvPicPr>
              <p:blipFill>
                <a:blip r:embed="rId219"/>
                <a:stretch>
                  <a:fillRect/>
                </a:stretch>
              </p:blipFill>
              <p:spPr>
                <a:xfrm>
                  <a:off x="7304737" y="5078671"/>
                  <a:ext cx="1174320" cy="67860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104" name="Ink 1103">
                  <a:extLst>
                    <a:ext uri="{FF2B5EF4-FFF2-40B4-BE49-F238E27FC236}">
                      <a16:creationId xmlns:a16="http://schemas.microsoft.com/office/drawing/2014/main" id="{6B9E3438-6B34-4D69-8F93-1C078047FE76}"/>
                    </a:ext>
                  </a:extLst>
                </p14:cNvPr>
                <p14:cNvContentPartPr/>
                <p14:nvPr/>
              </p14:nvContentPartPr>
              <p14:xfrm>
                <a:off x="8733577" y="5262271"/>
                <a:ext cx="332640" cy="266040"/>
              </p14:xfrm>
            </p:contentPart>
          </mc:Choice>
          <mc:Fallback xmlns="">
            <p:pic>
              <p:nvPicPr>
                <p:cNvPr id="1104" name="Ink 1103">
                  <a:extLst>
                    <a:ext uri="{FF2B5EF4-FFF2-40B4-BE49-F238E27FC236}">
                      <a16:creationId xmlns:a16="http://schemas.microsoft.com/office/drawing/2014/main" id="{6B9E3438-6B34-4D69-8F93-1C078047FE76}"/>
                    </a:ext>
                  </a:extLst>
                </p:cNvPr>
                <p:cNvPicPr/>
                <p:nvPr/>
              </p:nvPicPr>
              <p:blipFill>
                <a:blip r:embed="rId221"/>
                <a:stretch>
                  <a:fillRect/>
                </a:stretch>
              </p:blipFill>
              <p:spPr>
                <a:xfrm>
                  <a:off x="8724577" y="5253271"/>
                  <a:ext cx="35028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105" name="Ink 1104">
                  <a:extLst>
                    <a:ext uri="{FF2B5EF4-FFF2-40B4-BE49-F238E27FC236}">
                      <a16:creationId xmlns:a16="http://schemas.microsoft.com/office/drawing/2014/main" id="{A7E51018-E68E-4171-9513-4B76036F7C47}"/>
                    </a:ext>
                  </a:extLst>
                </p14:cNvPr>
                <p14:cNvContentPartPr/>
                <p14:nvPr/>
              </p14:nvContentPartPr>
              <p14:xfrm>
                <a:off x="8979097" y="5370631"/>
                <a:ext cx="122400" cy="25560"/>
              </p14:xfrm>
            </p:contentPart>
          </mc:Choice>
          <mc:Fallback xmlns="">
            <p:pic>
              <p:nvPicPr>
                <p:cNvPr id="1105" name="Ink 1104">
                  <a:extLst>
                    <a:ext uri="{FF2B5EF4-FFF2-40B4-BE49-F238E27FC236}">
                      <a16:creationId xmlns:a16="http://schemas.microsoft.com/office/drawing/2014/main" id="{A7E51018-E68E-4171-9513-4B76036F7C47}"/>
                    </a:ext>
                  </a:extLst>
                </p:cNvPr>
                <p:cNvPicPr/>
                <p:nvPr/>
              </p:nvPicPr>
              <p:blipFill>
                <a:blip r:embed="rId223"/>
                <a:stretch>
                  <a:fillRect/>
                </a:stretch>
              </p:blipFill>
              <p:spPr>
                <a:xfrm>
                  <a:off x="8970457" y="5361991"/>
                  <a:ext cx="140040" cy="43200"/>
                </a:xfrm>
                <a:prstGeom prst="rect">
                  <a:avLst/>
                </a:prstGeom>
              </p:spPr>
            </p:pic>
          </mc:Fallback>
        </mc:AlternateContent>
      </p:grpSp>
      <p:grpSp>
        <p:nvGrpSpPr>
          <p:cNvPr id="1108" name="Group 1107">
            <a:extLst>
              <a:ext uri="{FF2B5EF4-FFF2-40B4-BE49-F238E27FC236}">
                <a16:creationId xmlns:a16="http://schemas.microsoft.com/office/drawing/2014/main" id="{AA019F09-97C6-412A-A7DD-6608047A492E}"/>
              </a:ext>
            </a:extLst>
          </p:cNvPr>
          <p:cNvGrpSpPr/>
          <p:nvPr/>
        </p:nvGrpSpPr>
        <p:grpSpPr>
          <a:xfrm>
            <a:off x="9696217" y="5170831"/>
            <a:ext cx="590760" cy="356400"/>
            <a:chOff x="9696217" y="5170831"/>
            <a:chExt cx="590760" cy="356400"/>
          </a:xfrm>
        </p:grpSpPr>
        <mc:AlternateContent xmlns:mc="http://schemas.openxmlformats.org/markup-compatibility/2006" xmlns:p14="http://schemas.microsoft.com/office/powerpoint/2010/main">
          <mc:Choice Requires="p14">
            <p:contentPart p14:bwMode="auto" r:id="rId224">
              <p14:nvContentPartPr>
                <p14:cNvPr id="1106" name="Ink 1105">
                  <a:extLst>
                    <a:ext uri="{FF2B5EF4-FFF2-40B4-BE49-F238E27FC236}">
                      <a16:creationId xmlns:a16="http://schemas.microsoft.com/office/drawing/2014/main" id="{80464D3C-AE9B-4183-B41A-6D8445CB4A63}"/>
                    </a:ext>
                  </a:extLst>
                </p14:cNvPr>
                <p14:cNvContentPartPr/>
                <p14:nvPr/>
              </p14:nvContentPartPr>
              <p14:xfrm>
                <a:off x="9696217" y="5327431"/>
                <a:ext cx="590760" cy="199800"/>
              </p14:xfrm>
            </p:contentPart>
          </mc:Choice>
          <mc:Fallback xmlns="">
            <p:pic>
              <p:nvPicPr>
                <p:cNvPr id="1106" name="Ink 1105">
                  <a:extLst>
                    <a:ext uri="{FF2B5EF4-FFF2-40B4-BE49-F238E27FC236}">
                      <a16:creationId xmlns:a16="http://schemas.microsoft.com/office/drawing/2014/main" id="{80464D3C-AE9B-4183-B41A-6D8445CB4A63}"/>
                    </a:ext>
                  </a:extLst>
                </p:cNvPr>
                <p:cNvPicPr/>
                <p:nvPr/>
              </p:nvPicPr>
              <p:blipFill>
                <a:blip r:embed="rId225"/>
                <a:stretch>
                  <a:fillRect/>
                </a:stretch>
              </p:blipFill>
              <p:spPr>
                <a:xfrm>
                  <a:off x="9687577" y="5318791"/>
                  <a:ext cx="60840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107" name="Ink 1106">
                  <a:extLst>
                    <a:ext uri="{FF2B5EF4-FFF2-40B4-BE49-F238E27FC236}">
                      <a16:creationId xmlns:a16="http://schemas.microsoft.com/office/drawing/2014/main" id="{AEC86B2C-2D78-4F9E-A6E5-DCE67289EEEE}"/>
                    </a:ext>
                  </a:extLst>
                </p14:cNvPr>
                <p14:cNvContentPartPr/>
                <p14:nvPr/>
              </p14:nvContentPartPr>
              <p14:xfrm>
                <a:off x="10063777" y="5170831"/>
                <a:ext cx="59400" cy="71640"/>
              </p14:xfrm>
            </p:contentPart>
          </mc:Choice>
          <mc:Fallback xmlns="">
            <p:pic>
              <p:nvPicPr>
                <p:cNvPr id="1107" name="Ink 1106">
                  <a:extLst>
                    <a:ext uri="{FF2B5EF4-FFF2-40B4-BE49-F238E27FC236}">
                      <a16:creationId xmlns:a16="http://schemas.microsoft.com/office/drawing/2014/main" id="{AEC86B2C-2D78-4F9E-A6E5-DCE67289EEEE}"/>
                    </a:ext>
                  </a:extLst>
                </p:cNvPr>
                <p:cNvPicPr/>
                <p:nvPr/>
              </p:nvPicPr>
              <p:blipFill>
                <a:blip r:embed="rId227"/>
                <a:stretch>
                  <a:fillRect/>
                </a:stretch>
              </p:blipFill>
              <p:spPr>
                <a:xfrm>
                  <a:off x="10055137" y="5162191"/>
                  <a:ext cx="77040" cy="89280"/>
                </a:xfrm>
                <a:prstGeom prst="rect">
                  <a:avLst/>
                </a:prstGeom>
              </p:spPr>
            </p:pic>
          </mc:Fallback>
        </mc:AlternateContent>
      </p:grpSp>
      <p:grpSp>
        <p:nvGrpSpPr>
          <p:cNvPr id="1131" name="Group 1130">
            <a:extLst>
              <a:ext uri="{FF2B5EF4-FFF2-40B4-BE49-F238E27FC236}">
                <a16:creationId xmlns:a16="http://schemas.microsoft.com/office/drawing/2014/main" id="{9CE3AF36-0316-4797-845C-F53067ED9255}"/>
              </a:ext>
            </a:extLst>
          </p:cNvPr>
          <p:cNvGrpSpPr/>
          <p:nvPr/>
        </p:nvGrpSpPr>
        <p:grpSpPr>
          <a:xfrm>
            <a:off x="5329071" y="20483"/>
            <a:ext cx="3295080" cy="1121760"/>
            <a:chOff x="5329071" y="20483"/>
            <a:chExt cx="3295080" cy="1121760"/>
          </a:xfrm>
        </p:grpSpPr>
        <mc:AlternateContent xmlns:mc="http://schemas.openxmlformats.org/markup-compatibility/2006" xmlns:p14="http://schemas.microsoft.com/office/powerpoint/2010/main">
          <mc:Choice Requires="p14">
            <p:contentPart p14:bwMode="auto" r:id="rId228">
              <p14:nvContentPartPr>
                <p14:cNvPr id="5" name="Ink 4">
                  <a:extLst>
                    <a:ext uri="{FF2B5EF4-FFF2-40B4-BE49-F238E27FC236}">
                      <a16:creationId xmlns:a16="http://schemas.microsoft.com/office/drawing/2014/main" id="{BF3DBD3F-1439-46A1-A8D9-4D3A97166586}"/>
                    </a:ext>
                  </a:extLst>
                </p14:cNvPr>
                <p14:cNvContentPartPr/>
                <p14:nvPr/>
              </p14:nvContentPartPr>
              <p14:xfrm>
                <a:off x="5329071" y="41723"/>
                <a:ext cx="148320" cy="315720"/>
              </p14:xfrm>
            </p:contentPart>
          </mc:Choice>
          <mc:Fallback xmlns="">
            <p:pic>
              <p:nvPicPr>
                <p:cNvPr id="5" name="Ink 4">
                  <a:extLst>
                    <a:ext uri="{FF2B5EF4-FFF2-40B4-BE49-F238E27FC236}">
                      <a16:creationId xmlns:a16="http://schemas.microsoft.com/office/drawing/2014/main" id="{BF3DBD3F-1439-46A1-A8D9-4D3A97166586}"/>
                    </a:ext>
                  </a:extLst>
                </p:cNvPr>
                <p:cNvPicPr/>
                <p:nvPr/>
              </p:nvPicPr>
              <p:blipFill>
                <a:blip r:embed="rId229"/>
                <a:stretch>
                  <a:fillRect/>
                </a:stretch>
              </p:blipFill>
              <p:spPr>
                <a:xfrm>
                  <a:off x="5320071" y="32723"/>
                  <a:ext cx="16596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9" name="Ink 8">
                  <a:extLst>
                    <a:ext uri="{FF2B5EF4-FFF2-40B4-BE49-F238E27FC236}">
                      <a16:creationId xmlns:a16="http://schemas.microsoft.com/office/drawing/2014/main" id="{21786A72-4E67-4905-A0EF-47A92896FAFF}"/>
                    </a:ext>
                  </a:extLst>
                </p14:cNvPr>
                <p14:cNvContentPartPr/>
                <p14:nvPr/>
              </p14:nvContentPartPr>
              <p14:xfrm>
                <a:off x="5505831" y="253043"/>
                <a:ext cx="33840" cy="147600"/>
              </p14:xfrm>
            </p:contentPart>
          </mc:Choice>
          <mc:Fallback xmlns="">
            <p:pic>
              <p:nvPicPr>
                <p:cNvPr id="9" name="Ink 8">
                  <a:extLst>
                    <a:ext uri="{FF2B5EF4-FFF2-40B4-BE49-F238E27FC236}">
                      <a16:creationId xmlns:a16="http://schemas.microsoft.com/office/drawing/2014/main" id="{21786A72-4E67-4905-A0EF-47A92896FAFF}"/>
                    </a:ext>
                  </a:extLst>
                </p:cNvPr>
                <p:cNvPicPr/>
                <p:nvPr/>
              </p:nvPicPr>
              <p:blipFill>
                <a:blip r:embed="rId231"/>
                <a:stretch>
                  <a:fillRect/>
                </a:stretch>
              </p:blipFill>
              <p:spPr>
                <a:xfrm>
                  <a:off x="5496831" y="244403"/>
                  <a:ext cx="5148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23" name="Ink 22">
                  <a:extLst>
                    <a:ext uri="{FF2B5EF4-FFF2-40B4-BE49-F238E27FC236}">
                      <a16:creationId xmlns:a16="http://schemas.microsoft.com/office/drawing/2014/main" id="{F36BBAF5-693F-47BA-8B82-D4D49702F390}"/>
                    </a:ext>
                  </a:extLst>
                </p14:cNvPr>
                <p14:cNvContentPartPr/>
                <p14:nvPr/>
              </p14:nvContentPartPr>
              <p14:xfrm>
                <a:off x="5641911" y="132803"/>
                <a:ext cx="102600" cy="400320"/>
              </p14:xfrm>
            </p:contentPart>
          </mc:Choice>
          <mc:Fallback xmlns="">
            <p:pic>
              <p:nvPicPr>
                <p:cNvPr id="23" name="Ink 22">
                  <a:extLst>
                    <a:ext uri="{FF2B5EF4-FFF2-40B4-BE49-F238E27FC236}">
                      <a16:creationId xmlns:a16="http://schemas.microsoft.com/office/drawing/2014/main" id="{F36BBAF5-693F-47BA-8B82-D4D49702F390}"/>
                    </a:ext>
                  </a:extLst>
                </p:cNvPr>
                <p:cNvPicPr/>
                <p:nvPr/>
              </p:nvPicPr>
              <p:blipFill>
                <a:blip r:embed="rId233"/>
                <a:stretch>
                  <a:fillRect/>
                </a:stretch>
              </p:blipFill>
              <p:spPr>
                <a:xfrm>
                  <a:off x="5633271" y="123803"/>
                  <a:ext cx="120240" cy="41796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37" name="Ink 36">
                  <a:extLst>
                    <a:ext uri="{FF2B5EF4-FFF2-40B4-BE49-F238E27FC236}">
                      <a16:creationId xmlns:a16="http://schemas.microsoft.com/office/drawing/2014/main" id="{D8D99E28-D36C-475C-9FF9-12B7F417C1C4}"/>
                    </a:ext>
                  </a:extLst>
                </p14:cNvPr>
                <p14:cNvContentPartPr/>
                <p14:nvPr/>
              </p14:nvContentPartPr>
              <p14:xfrm>
                <a:off x="5758551" y="97523"/>
                <a:ext cx="695520" cy="541080"/>
              </p14:xfrm>
            </p:contentPart>
          </mc:Choice>
          <mc:Fallback xmlns="">
            <p:pic>
              <p:nvPicPr>
                <p:cNvPr id="37" name="Ink 36">
                  <a:extLst>
                    <a:ext uri="{FF2B5EF4-FFF2-40B4-BE49-F238E27FC236}">
                      <a16:creationId xmlns:a16="http://schemas.microsoft.com/office/drawing/2014/main" id="{D8D99E28-D36C-475C-9FF9-12B7F417C1C4}"/>
                    </a:ext>
                  </a:extLst>
                </p:cNvPr>
                <p:cNvPicPr/>
                <p:nvPr/>
              </p:nvPicPr>
              <p:blipFill>
                <a:blip r:embed="rId235"/>
                <a:stretch>
                  <a:fillRect/>
                </a:stretch>
              </p:blipFill>
              <p:spPr>
                <a:xfrm>
                  <a:off x="5749551" y="88883"/>
                  <a:ext cx="713160" cy="5587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38" name="Ink 37">
                  <a:extLst>
                    <a:ext uri="{FF2B5EF4-FFF2-40B4-BE49-F238E27FC236}">
                      <a16:creationId xmlns:a16="http://schemas.microsoft.com/office/drawing/2014/main" id="{729FF110-069A-40E9-B911-D8B68A711A5F}"/>
                    </a:ext>
                  </a:extLst>
                </p14:cNvPr>
                <p14:cNvContentPartPr/>
                <p14:nvPr/>
              </p14:nvContentPartPr>
              <p14:xfrm>
                <a:off x="6351471" y="152963"/>
                <a:ext cx="145800" cy="9720"/>
              </p14:xfrm>
            </p:contentPart>
          </mc:Choice>
          <mc:Fallback xmlns="">
            <p:pic>
              <p:nvPicPr>
                <p:cNvPr id="38" name="Ink 37">
                  <a:extLst>
                    <a:ext uri="{FF2B5EF4-FFF2-40B4-BE49-F238E27FC236}">
                      <a16:creationId xmlns:a16="http://schemas.microsoft.com/office/drawing/2014/main" id="{729FF110-069A-40E9-B911-D8B68A711A5F}"/>
                    </a:ext>
                  </a:extLst>
                </p:cNvPr>
                <p:cNvPicPr/>
                <p:nvPr/>
              </p:nvPicPr>
              <p:blipFill>
                <a:blip r:embed="rId237"/>
                <a:stretch>
                  <a:fillRect/>
                </a:stretch>
              </p:blipFill>
              <p:spPr>
                <a:xfrm>
                  <a:off x="6342831" y="144323"/>
                  <a:ext cx="16344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52" name="Ink 51">
                  <a:extLst>
                    <a:ext uri="{FF2B5EF4-FFF2-40B4-BE49-F238E27FC236}">
                      <a16:creationId xmlns:a16="http://schemas.microsoft.com/office/drawing/2014/main" id="{A316AE3B-0810-49C3-A268-24F3F047721E}"/>
                    </a:ext>
                  </a:extLst>
                </p14:cNvPr>
                <p14:cNvContentPartPr/>
                <p14:nvPr/>
              </p14:nvContentPartPr>
              <p14:xfrm>
                <a:off x="6600591" y="242963"/>
                <a:ext cx="113040" cy="57240"/>
              </p14:xfrm>
            </p:contentPart>
          </mc:Choice>
          <mc:Fallback xmlns="">
            <p:pic>
              <p:nvPicPr>
                <p:cNvPr id="52" name="Ink 51">
                  <a:extLst>
                    <a:ext uri="{FF2B5EF4-FFF2-40B4-BE49-F238E27FC236}">
                      <a16:creationId xmlns:a16="http://schemas.microsoft.com/office/drawing/2014/main" id="{A316AE3B-0810-49C3-A268-24F3F047721E}"/>
                    </a:ext>
                  </a:extLst>
                </p:cNvPr>
                <p:cNvPicPr/>
                <p:nvPr/>
              </p:nvPicPr>
              <p:blipFill>
                <a:blip r:embed="rId239"/>
                <a:stretch>
                  <a:fillRect/>
                </a:stretch>
              </p:blipFill>
              <p:spPr>
                <a:xfrm>
                  <a:off x="6591951" y="234323"/>
                  <a:ext cx="13068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53" name="Ink 52">
                  <a:extLst>
                    <a:ext uri="{FF2B5EF4-FFF2-40B4-BE49-F238E27FC236}">
                      <a16:creationId xmlns:a16="http://schemas.microsoft.com/office/drawing/2014/main" id="{0EAA3827-7A9C-446B-8582-21C03F548559}"/>
                    </a:ext>
                  </a:extLst>
                </p14:cNvPr>
                <p14:cNvContentPartPr/>
                <p14:nvPr/>
              </p14:nvContentPartPr>
              <p14:xfrm>
                <a:off x="6913071" y="75923"/>
                <a:ext cx="168480" cy="225360"/>
              </p14:xfrm>
            </p:contentPart>
          </mc:Choice>
          <mc:Fallback xmlns="">
            <p:pic>
              <p:nvPicPr>
                <p:cNvPr id="53" name="Ink 52">
                  <a:extLst>
                    <a:ext uri="{FF2B5EF4-FFF2-40B4-BE49-F238E27FC236}">
                      <a16:creationId xmlns:a16="http://schemas.microsoft.com/office/drawing/2014/main" id="{0EAA3827-7A9C-446B-8582-21C03F548559}"/>
                    </a:ext>
                  </a:extLst>
                </p:cNvPr>
                <p:cNvPicPr/>
                <p:nvPr/>
              </p:nvPicPr>
              <p:blipFill>
                <a:blip r:embed="rId241"/>
                <a:stretch>
                  <a:fillRect/>
                </a:stretch>
              </p:blipFill>
              <p:spPr>
                <a:xfrm>
                  <a:off x="6904071" y="66923"/>
                  <a:ext cx="18612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54" name="Ink 53">
                  <a:extLst>
                    <a:ext uri="{FF2B5EF4-FFF2-40B4-BE49-F238E27FC236}">
                      <a16:creationId xmlns:a16="http://schemas.microsoft.com/office/drawing/2014/main" id="{5331F595-1B4B-40F0-903E-57B113EF8257}"/>
                    </a:ext>
                  </a:extLst>
                </p14:cNvPr>
                <p14:cNvContentPartPr/>
                <p14:nvPr/>
              </p14:nvContentPartPr>
              <p14:xfrm>
                <a:off x="7254351" y="75923"/>
                <a:ext cx="271800" cy="260280"/>
              </p14:xfrm>
            </p:contentPart>
          </mc:Choice>
          <mc:Fallback xmlns="">
            <p:pic>
              <p:nvPicPr>
                <p:cNvPr id="54" name="Ink 53">
                  <a:extLst>
                    <a:ext uri="{FF2B5EF4-FFF2-40B4-BE49-F238E27FC236}">
                      <a16:creationId xmlns:a16="http://schemas.microsoft.com/office/drawing/2014/main" id="{5331F595-1B4B-40F0-903E-57B113EF8257}"/>
                    </a:ext>
                  </a:extLst>
                </p:cNvPr>
                <p:cNvPicPr/>
                <p:nvPr/>
              </p:nvPicPr>
              <p:blipFill>
                <a:blip r:embed="rId243"/>
                <a:stretch>
                  <a:fillRect/>
                </a:stretch>
              </p:blipFill>
              <p:spPr>
                <a:xfrm>
                  <a:off x="7245711" y="66923"/>
                  <a:ext cx="28944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63" name="Ink 62">
                  <a:extLst>
                    <a:ext uri="{FF2B5EF4-FFF2-40B4-BE49-F238E27FC236}">
                      <a16:creationId xmlns:a16="http://schemas.microsoft.com/office/drawing/2014/main" id="{730633CE-B407-41BA-B9CC-0C68CF52DA9A}"/>
                    </a:ext>
                  </a:extLst>
                </p14:cNvPr>
                <p14:cNvContentPartPr/>
                <p14:nvPr/>
              </p14:nvContentPartPr>
              <p14:xfrm>
                <a:off x="7361991" y="466523"/>
                <a:ext cx="3960" cy="64440"/>
              </p14:xfrm>
            </p:contentPart>
          </mc:Choice>
          <mc:Fallback xmlns="">
            <p:pic>
              <p:nvPicPr>
                <p:cNvPr id="63" name="Ink 62">
                  <a:extLst>
                    <a:ext uri="{FF2B5EF4-FFF2-40B4-BE49-F238E27FC236}">
                      <a16:creationId xmlns:a16="http://schemas.microsoft.com/office/drawing/2014/main" id="{730633CE-B407-41BA-B9CC-0C68CF52DA9A}"/>
                    </a:ext>
                  </a:extLst>
                </p:cNvPr>
                <p:cNvPicPr/>
                <p:nvPr/>
              </p:nvPicPr>
              <p:blipFill>
                <a:blip r:embed="rId245"/>
                <a:stretch>
                  <a:fillRect/>
                </a:stretch>
              </p:blipFill>
              <p:spPr>
                <a:xfrm>
                  <a:off x="7353351" y="457883"/>
                  <a:ext cx="2160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059" name="Ink 1058">
                  <a:extLst>
                    <a:ext uri="{FF2B5EF4-FFF2-40B4-BE49-F238E27FC236}">
                      <a16:creationId xmlns:a16="http://schemas.microsoft.com/office/drawing/2014/main" id="{1CF391B3-BDB0-4B64-8131-9E3761218C04}"/>
                    </a:ext>
                  </a:extLst>
                </p14:cNvPr>
                <p14:cNvContentPartPr/>
                <p14:nvPr/>
              </p14:nvContentPartPr>
              <p14:xfrm>
                <a:off x="7349391" y="374003"/>
                <a:ext cx="14400" cy="16920"/>
              </p14:xfrm>
            </p:contentPart>
          </mc:Choice>
          <mc:Fallback xmlns="">
            <p:pic>
              <p:nvPicPr>
                <p:cNvPr id="1059" name="Ink 1058">
                  <a:extLst>
                    <a:ext uri="{FF2B5EF4-FFF2-40B4-BE49-F238E27FC236}">
                      <a16:creationId xmlns:a16="http://schemas.microsoft.com/office/drawing/2014/main" id="{1CF391B3-BDB0-4B64-8131-9E3761218C04}"/>
                    </a:ext>
                  </a:extLst>
                </p:cNvPr>
                <p:cNvPicPr/>
                <p:nvPr/>
              </p:nvPicPr>
              <p:blipFill>
                <a:blip r:embed="rId247"/>
                <a:stretch>
                  <a:fillRect/>
                </a:stretch>
              </p:blipFill>
              <p:spPr>
                <a:xfrm>
                  <a:off x="7340751" y="365003"/>
                  <a:ext cx="3204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090" name="Ink 1089">
                  <a:extLst>
                    <a:ext uri="{FF2B5EF4-FFF2-40B4-BE49-F238E27FC236}">
                      <a16:creationId xmlns:a16="http://schemas.microsoft.com/office/drawing/2014/main" id="{90085AA0-88D6-41FF-A201-C6CFE6BDA870}"/>
                    </a:ext>
                  </a:extLst>
                </p14:cNvPr>
                <p14:cNvContentPartPr/>
                <p14:nvPr/>
              </p14:nvContentPartPr>
              <p14:xfrm>
                <a:off x="7653231" y="20483"/>
                <a:ext cx="19800" cy="284040"/>
              </p14:xfrm>
            </p:contentPart>
          </mc:Choice>
          <mc:Fallback xmlns="">
            <p:pic>
              <p:nvPicPr>
                <p:cNvPr id="1090" name="Ink 1089">
                  <a:extLst>
                    <a:ext uri="{FF2B5EF4-FFF2-40B4-BE49-F238E27FC236}">
                      <a16:creationId xmlns:a16="http://schemas.microsoft.com/office/drawing/2014/main" id="{90085AA0-88D6-41FF-A201-C6CFE6BDA870}"/>
                    </a:ext>
                  </a:extLst>
                </p:cNvPr>
                <p:cNvPicPr/>
                <p:nvPr/>
              </p:nvPicPr>
              <p:blipFill>
                <a:blip r:embed="rId249"/>
                <a:stretch>
                  <a:fillRect/>
                </a:stretch>
              </p:blipFill>
              <p:spPr>
                <a:xfrm>
                  <a:off x="7644591" y="11843"/>
                  <a:ext cx="3744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091" name="Ink 1090">
                  <a:extLst>
                    <a:ext uri="{FF2B5EF4-FFF2-40B4-BE49-F238E27FC236}">
                      <a16:creationId xmlns:a16="http://schemas.microsoft.com/office/drawing/2014/main" id="{5696AA49-F054-4370-BE04-67915409A917}"/>
                    </a:ext>
                  </a:extLst>
                </p14:cNvPr>
                <p14:cNvContentPartPr/>
                <p14:nvPr/>
              </p14:nvContentPartPr>
              <p14:xfrm>
                <a:off x="7742151" y="152963"/>
                <a:ext cx="172440" cy="119880"/>
              </p14:xfrm>
            </p:contentPart>
          </mc:Choice>
          <mc:Fallback xmlns="">
            <p:pic>
              <p:nvPicPr>
                <p:cNvPr id="1091" name="Ink 1090">
                  <a:extLst>
                    <a:ext uri="{FF2B5EF4-FFF2-40B4-BE49-F238E27FC236}">
                      <a16:creationId xmlns:a16="http://schemas.microsoft.com/office/drawing/2014/main" id="{5696AA49-F054-4370-BE04-67915409A917}"/>
                    </a:ext>
                  </a:extLst>
                </p:cNvPr>
                <p:cNvPicPr/>
                <p:nvPr/>
              </p:nvPicPr>
              <p:blipFill>
                <a:blip r:embed="rId251"/>
                <a:stretch>
                  <a:fillRect/>
                </a:stretch>
              </p:blipFill>
              <p:spPr>
                <a:xfrm>
                  <a:off x="7733511" y="144323"/>
                  <a:ext cx="19008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110" name="Ink 1109">
                  <a:extLst>
                    <a:ext uri="{FF2B5EF4-FFF2-40B4-BE49-F238E27FC236}">
                      <a16:creationId xmlns:a16="http://schemas.microsoft.com/office/drawing/2014/main" id="{312589FE-79A8-4963-BD3A-994FBB0AA64E}"/>
                    </a:ext>
                  </a:extLst>
                </p14:cNvPr>
                <p14:cNvContentPartPr/>
                <p14:nvPr/>
              </p14:nvContentPartPr>
              <p14:xfrm>
                <a:off x="7979391" y="242963"/>
                <a:ext cx="2520" cy="73800"/>
              </p14:xfrm>
            </p:contentPart>
          </mc:Choice>
          <mc:Fallback xmlns="">
            <p:pic>
              <p:nvPicPr>
                <p:cNvPr id="1110" name="Ink 1109">
                  <a:extLst>
                    <a:ext uri="{FF2B5EF4-FFF2-40B4-BE49-F238E27FC236}">
                      <a16:creationId xmlns:a16="http://schemas.microsoft.com/office/drawing/2014/main" id="{312589FE-79A8-4963-BD3A-994FBB0AA64E}"/>
                    </a:ext>
                  </a:extLst>
                </p:cNvPr>
                <p:cNvPicPr/>
                <p:nvPr/>
              </p:nvPicPr>
              <p:blipFill>
                <a:blip r:embed="rId253"/>
                <a:stretch>
                  <a:fillRect/>
                </a:stretch>
              </p:blipFill>
              <p:spPr>
                <a:xfrm>
                  <a:off x="7970751" y="234323"/>
                  <a:ext cx="2016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111" name="Ink 1110">
                  <a:extLst>
                    <a:ext uri="{FF2B5EF4-FFF2-40B4-BE49-F238E27FC236}">
                      <a16:creationId xmlns:a16="http://schemas.microsoft.com/office/drawing/2014/main" id="{4E2B9CEC-EA3E-4E6B-832F-E4344A940E13}"/>
                    </a:ext>
                  </a:extLst>
                </p14:cNvPr>
                <p14:cNvContentPartPr/>
                <p14:nvPr/>
              </p14:nvContentPartPr>
              <p14:xfrm>
                <a:off x="7996671" y="69083"/>
                <a:ext cx="148680" cy="286560"/>
              </p14:xfrm>
            </p:contentPart>
          </mc:Choice>
          <mc:Fallback xmlns="">
            <p:pic>
              <p:nvPicPr>
                <p:cNvPr id="1111" name="Ink 1110">
                  <a:extLst>
                    <a:ext uri="{FF2B5EF4-FFF2-40B4-BE49-F238E27FC236}">
                      <a16:creationId xmlns:a16="http://schemas.microsoft.com/office/drawing/2014/main" id="{4E2B9CEC-EA3E-4E6B-832F-E4344A940E13}"/>
                    </a:ext>
                  </a:extLst>
                </p:cNvPr>
                <p:cNvPicPr/>
                <p:nvPr/>
              </p:nvPicPr>
              <p:blipFill>
                <a:blip r:embed="rId255"/>
                <a:stretch>
                  <a:fillRect/>
                </a:stretch>
              </p:blipFill>
              <p:spPr>
                <a:xfrm>
                  <a:off x="7987671" y="60083"/>
                  <a:ext cx="166320" cy="30420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113" name="Ink 1112">
                  <a:extLst>
                    <a:ext uri="{FF2B5EF4-FFF2-40B4-BE49-F238E27FC236}">
                      <a16:creationId xmlns:a16="http://schemas.microsoft.com/office/drawing/2014/main" id="{442AC302-596B-49A2-98F8-F64B99124ACC}"/>
                    </a:ext>
                  </a:extLst>
                </p14:cNvPr>
                <p14:cNvContentPartPr/>
                <p14:nvPr/>
              </p14:nvContentPartPr>
              <p14:xfrm>
                <a:off x="6720111" y="776483"/>
                <a:ext cx="88560" cy="81000"/>
              </p14:xfrm>
            </p:contentPart>
          </mc:Choice>
          <mc:Fallback xmlns="">
            <p:pic>
              <p:nvPicPr>
                <p:cNvPr id="1113" name="Ink 1112">
                  <a:extLst>
                    <a:ext uri="{FF2B5EF4-FFF2-40B4-BE49-F238E27FC236}">
                      <a16:creationId xmlns:a16="http://schemas.microsoft.com/office/drawing/2014/main" id="{442AC302-596B-49A2-98F8-F64B99124ACC}"/>
                    </a:ext>
                  </a:extLst>
                </p:cNvPr>
                <p:cNvPicPr/>
                <p:nvPr/>
              </p:nvPicPr>
              <p:blipFill>
                <a:blip r:embed="rId257"/>
                <a:stretch>
                  <a:fillRect/>
                </a:stretch>
              </p:blipFill>
              <p:spPr>
                <a:xfrm>
                  <a:off x="6711111" y="767843"/>
                  <a:ext cx="10620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114" name="Ink 1113">
                  <a:extLst>
                    <a:ext uri="{FF2B5EF4-FFF2-40B4-BE49-F238E27FC236}">
                      <a16:creationId xmlns:a16="http://schemas.microsoft.com/office/drawing/2014/main" id="{F6C473C5-ED83-47D2-A8F1-4D4D994C4794}"/>
                    </a:ext>
                  </a:extLst>
                </p14:cNvPr>
                <p14:cNvContentPartPr/>
                <p14:nvPr/>
              </p14:nvContentPartPr>
              <p14:xfrm>
                <a:off x="6932511" y="710603"/>
                <a:ext cx="149400" cy="241920"/>
              </p14:xfrm>
            </p:contentPart>
          </mc:Choice>
          <mc:Fallback xmlns="">
            <p:pic>
              <p:nvPicPr>
                <p:cNvPr id="1114" name="Ink 1113">
                  <a:extLst>
                    <a:ext uri="{FF2B5EF4-FFF2-40B4-BE49-F238E27FC236}">
                      <a16:creationId xmlns:a16="http://schemas.microsoft.com/office/drawing/2014/main" id="{F6C473C5-ED83-47D2-A8F1-4D4D994C4794}"/>
                    </a:ext>
                  </a:extLst>
                </p:cNvPr>
                <p:cNvPicPr/>
                <p:nvPr/>
              </p:nvPicPr>
              <p:blipFill>
                <a:blip r:embed="rId259"/>
                <a:stretch>
                  <a:fillRect/>
                </a:stretch>
              </p:blipFill>
              <p:spPr>
                <a:xfrm>
                  <a:off x="6923871" y="701603"/>
                  <a:ext cx="16704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115" name="Ink 1114">
                  <a:extLst>
                    <a:ext uri="{FF2B5EF4-FFF2-40B4-BE49-F238E27FC236}">
                      <a16:creationId xmlns:a16="http://schemas.microsoft.com/office/drawing/2014/main" id="{D1935E8F-995E-45B3-BFC4-A9FC0959A92D}"/>
                    </a:ext>
                  </a:extLst>
                </p14:cNvPr>
                <p14:cNvContentPartPr/>
                <p14:nvPr/>
              </p14:nvContentPartPr>
              <p14:xfrm>
                <a:off x="7229511" y="648683"/>
                <a:ext cx="122400" cy="327960"/>
              </p14:xfrm>
            </p:contentPart>
          </mc:Choice>
          <mc:Fallback xmlns="">
            <p:pic>
              <p:nvPicPr>
                <p:cNvPr id="1115" name="Ink 1114">
                  <a:extLst>
                    <a:ext uri="{FF2B5EF4-FFF2-40B4-BE49-F238E27FC236}">
                      <a16:creationId xmlns:a16="http://schemas.microsoft.com/office/drawing/2014/main" id="{D1935E8F-995E-45B3-BFC4-A9FC0959A92D}"/>
                    </a:ext>
                  </a:extLst>
                </p:cNvPr>
                <p:cNvPicPr/>
                <p:nvPr/>
              </p:nvPicPr>
              <p:blipFill>
                <a:blip r:embed="rId261"/>
                <a:stretch>
                  <a:fillRect/>
                </a:stretch>
              </p:blipFill>
              <p:spPr>
                <a:xfrm>
                  <a:off x="7220511" y="639683"/>
                  <a:ext cx="140040" cy="34560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116" name="Ink 1115">
                  <a:extLst>
                    <a:ext uri="{FF2B5EF4-FFF2-40B4-BE49-F238E27FC236}">
                      <a16:creationId xmlns:a16="http://schemas.microsoft.com/office/drawing/2014/main" id="{72264D72-C626-414C-AD27-B5848BC3C72F}"/>
                    </a:ext>
                  </a:extLst>
                </p14:cNvPr>
                <p14:cNvContentPartPr/>
                <p14:nvPr/>
              </p14:nvContentPartPr>
              <p14:xfrm>
                <a:off x="7332111" y="762443"/>
                <a:ext cx="170280" cy="140760"/>
              </p14:xfrm>
            </p:contentPart>
          </mc:Choice>
          <mc:Fallback xmlns="">
            <p:pic>
              <p:nvPicPr>
                <p:cNvPr id="1116" name="Ink 1115">
                  <a:extLst>
                    <a:ext uri="{FF2B5EF4-FFF2-40B4-BE49-F238E27FC236}">
                      <a16:creationId xmlns:a16="http://schemas.microsoft.com/office/drawing/2014/main" id="{72264D72-C626-414C-AD27-B5848BC3C72F}"/>
                    </a:ext>
                  </a:extLst>
                </p:cNvPr>
                <p:cNvPicPr/>
                <p:nvPr/>
              </p:nvPicPr>
              <p:blipFill>
                <a:blip r:embed="rId263"/>
                <a:stretch>
                  <a:fillRect/>
                </a:stretch>
              </p:blipFill>
              <p:spPr>
                <a:xfrm>
                  <a:off x="7323471" y="753803"/>
                  <a:ext cx="18792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118" name="Ink 1117">
                  <a:extLst>
                    <a:ext uri="{FF2B5EF4-FFF2-40B4-BE49-F238E27FC236}">
                      <a16:creationId xmlns:a16="http://schemas.microsoft.com/office/drawing/2014/main" id="{0B7E6036-2DD8-47C7-BCA2-EFE57E5A9F7A}"/>
                    </a:ext>
                  </a:extLst>
                </p14:cNvPr>
                <p14:cNvContentPartPr/>
                <p14:nvPr/>
              </p14:nvContentPartPr>
              <p14:xfrm>
                <a:off x="7235991" y="612323"/>
                <a:ext cx="54360" cy="363960"/>
              </p14:xfrm>
            </p:contentPart>
          </mc:Choice>
          <mc:Fallback xmlns="">
            <p:pic>
              <p:nvPicPr>
                <p:cNvPr id="1118" name="Ink 1117">
                  <a:extLst>
                    <a:ext uri="{FF2B5EF4-FFF2-40B4-BE49-F238E27FC236}">
                      <a16:creationId xmlns:a16="http://schemas.microsoft.com/office/drawing/2014/main" id="{0B7E6036-2DD8-47C7-BCA2-EFE57E5A9F7A}"/>
                    </a:ext>
                  </a:extLst>
                </p:cNvPr>
                <p:cNvPicPr/>
                <p:nvPr/>
              </p:nvPicPr>
              <p:blipFill>
                <a:blip r:embed="rId265"/>
                <a:stretch>
                  <a:fillRect/>
                </a:stretch>
              </p:blipFill>
              <p:spPr>
                <a:xfrm>
                  <a:off x="7226991" y="603683"/>
                  <a:ext cx="72000" cy="38160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119" name="Ink 1118">
                  <a:extLst>
                    <a:ext uri="{FF2B5EF4-FFF2-40B4-BE49-F238E27FC236}">
                      <a16:creationId xmlns:a16="http://schemas.microsoft.com/office/drawing/2014/main" id="{789DF6F0-664A-4779-A680-4F7FE346553A}"/>
                    </a:ext>
                  </a:extLst>
                </p14:cNvPr>
                <p14:cNvContentPartPr/>
                <p14:nvPr/>
              </p14:nvContentPartPr>
              <p14:xfrm>
                <a:off x="7576911" y="849203"/>
                <a:ext cx="7200" cy="115920"/>
              </p14:xfrm>
            </p:contentPart>
          </mc:Choice>
          <mc:Fallback xmlns="">
            <p:pic>
              <p:nvPicPr>
                <p:cNvPr id="1119" name="Ink 1118">
                  <a:extLst>
                    <a:ext uri="{FF2B5EF4-FFF2-40B4-BE49-F238E27FC236}">
                      <a16:creationId xmlns:a16="http://schemas.microsoft.com/office/drawing/2014/main" id="{789DF6F0-664A-4779-A680-4F7FE346553A}"/>
                    </a:ext>
                  </a:extLst>
                </p:cNvPr>
                <p:cNvPicPr/>
                <p:nvPr/>
              </p:nvPicPr>
              <p:blipFill>
                <a:blip r:embed="rId267"/>
                <a:stretch>
                  <a:fillRect/>
                </a:stretch>
              </p:blipFill>
              <p:spPr>
                <a:xfrm>
                  <a:off x="7567911" y="840203"/>
                  <a:ext cx="2484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120" name="Ink 1119">
                  <a:extLst>
                    <a:ext uri="{FF2B5EF4-FFF2-40B4-BE49-F238E27FC236}">
                      <a16:creationId xmlns:a16="http://schemas.microsoft.com/office/drawing/2014/main" id="{DECAB9F6-E7A5-4D12-AC9D-F8443357FFAB}"/>
                    </a:ext>
                  </a:extLst>
                </p14:cNvPr>
                <p14:cNvContentPartPr/>
                <p14:nvPr/>
              </p14:nvContentPartPr>
              <p14:xfrm>
                <a:off x="7689951" y="645803"/>
                <a:ext cx="32040" cy="331200"/>
              </p14:xfrm>
            </p:contentPart>
          </mc:Choice>
          <mc:Fallback xmlns="">
            <p:pic>
              <p:nvPicPr>
                <p:cNvPr id="1120" name="Ink 1119">
                  <a:extLst>
                    <a:ext uri="{FF2B5EF4-FFF2-40B4-BE49-F238E27FC236}">
                      <a16:creationId xmlns:a16="http://schemas.microsoft.com/office/drawing/2014/main" id="{DECAB9F6-E7A5-4D12-AC9D-F8443357FFAB}"/>
                    </a:ext>
                  </a:extLst>
                </p:cNvPr>
                <p:cNvPicPr/>
                <p:nvPr/>
              </p:nvPicPr>
              <p:blipFill>
                <a:blip r:embed="rId269"/>
                <a:stretch>
                  <a:fillRect/>
                </a:stretch>
              </p:blipFill>
              <p:spPr>
                <a:xfrm>
                  <a:off x="7680951" y="636803"/>
                  <a:ext cx="49680" cy="34884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121" name="Ink 1120">
                  <a:extLst>
                    <a:ext uri="{FF2B5EF4-FFF2-40B4-BE49-F238E27FC236}">
                      <a16:creationId xmlns:a16="http://schemas.microsoft.com/office/drawing/2014/main" id="{D5EB40EA-1F25-49EB-B69F-8FB411EAFBAF}"/>
                    </a:ext>
                  </a:extLst>
                </p14:cNvPr>
                <p14:cNvContentPartPr/>
                <p14:nvPr/>
              </p14:nvContentPartPr>
              <p14:xfrm>
                <a:off x="7844031" y="803123"/>
                <a:ext cx="125640" cy="19800"/>
              </p14:xfrm>
            </p:contentPart>
          </mc:Choice>
          <mc:Fallback xmlns="">
            <p:pic>
              <p:nvPicPr>
                <p:cNvPr id="1121" name="Ink 1120">
                  <a:extLst>
                    <a:ext uri="{FF2B5EF4-FFF2-40B4-BE49-F238E27FC236}">
                      <a16:creationId xmlns:a16="http://schemas.microsoft.com/office/drawing/2014/main" id="{D5EB40EA-1F25-49EB-B69F-8FB411EAFBAF}"/>
                    </a:ext>
                  </a:extLst>
                </p:cNvPr>
                <p:cNvPicPr/>
                <p:nvPr/>
              </p:nvPicPr>
              <p:blipFill>
                <a:blip r:embed="rId271"/>
                <a:stretch>
                  <a:fillRect/>
                </a:stretch>
              </p:blipFill>
              <p:spPr>
                <a:xfrm>
                  <a:off x="7835031" y="794483"/>
                  <a:ext cx="14328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122" name="Ink 1121">
                  <a:extLst>
                    <a:ext uri="{FF2B5EF4-FFF2-40B4-BE49-F238E27FC236}">
                      <a16:creationId xmlns:a16="http://schemas.microsoft.com/office/drawing/2014/main" id="{A8B5C3AF-5C8C-45E9-9BE1-A7BA75458F02}"/>
                    </a:ext>
                  </a:extLst>
                </p14:cNvPr>
                <p14:cNvContentPartPr/>
                <p14:nvPr/>
              </p14:nvContentPartPr>
              <p14:xfrm>
                <a:off x="7893711" y="755963"/>
                <a:ext cx="30600" cy="155160"/>
              </p14:xfrm>
            </p:contentPart>
          </mc:Choice>
          <mc:Fallback xmlns="">
            <p:pic>
              <p:nvPicPr>
                <p:cNvPr id="1122" name="Ink 1121">
                  <a:extLst>
                    <a:ext uri="{FF2B5EF4-FFF2-40B4-BE49-F238E27FC236}">
                      <a16:creationId xmlns:a16="http://schemas.microsoft.com/office/drawing/2014/main" id="{A8B5C3AF-5C8C-45E9-9BE1-A7BA75458F02}"/>
                    </a:ext>
                  </a:extLst>
                </p:cNvPr>
                <p:cNvPicPr/>
                <p:nvPr/>
              </p:nvPicPr>
              <p:blipFill>
                <a:blip r:embed="rId273"/>
                <a:stretch>
                  <a:fillRect/>
                </a:stretch>
              </p:blipFill>
              <p:spPr>
                <a:xfrm>
                  <a:off x="7885071" y="746963"/>
                  <a:ext cx="4824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123" name="Ink 1122">
                  <a:extLst>
                    <a:ext uri="{FF2B5EF4-FFF2-40B4-BE49-F238E27FC236}">
                      <a16:creationId xmlns:a16="http://schemas.microsoft.com/office/drawing/2014/main" id="{8BDDF2C7-117F-4CC8-A1F7-062184E5154B}"/>
                    </a:ext>
                  </a:extLst>
                </p14:cNvPr>
                <p14:cNvContentPartPr/>
                <p14:nvPr/>
              </p14:nvContentPartPr>
              <p14:xfrm>
                <a:off x="8076591" y="672083"/>
                <a:ext cx="31320" cy="296640"/>
              </p14:xfrm>
            </p:contentPart>
          </mc:Choice>
          <mc:Fallback xmlns="">
            <p:pic>
              <p:nvPicPr>
                <p:cNvPr id="1123" name="Ink 1122">
                  <a:extLst>
                    <a:ext uri="{FF2B5EF4-FFF2-40B4-BE49-F238E27FC236}">
                      <a16:creationId xmlns:a16="http://schemas.microsoft.com/office/drawing/2014/main" id="{8BDDF2C7-117F-4CC8-A1F7-062184E5154B}"/>
                    </a:ext>
                  </a:extLst>
                </p:cNvPr>
                <p:cNvPicPr/>
                <p:nvPr/>
              </p:nvPicPr>
              <p:blipFill>
                <a:blip r:embed="rId275"/>
                <a:stretch>
                  <a:fillRect/>
                </a:stretch>
              </p:blipFill>
              <p:spPr>
                <a:xfrm>
                  <a:off x="8067951" y="663083"/>
                  <a:ext cx="4896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124" name="Ink 1123">
                  <a:extLst>
                    <a:ext uri="{FF2B5EF4-FFF2-40B4-BE49-F238E27FC236}">
                      <a16:creationId xmlns:a16="http://schemas.microsoft.com/office/drawing/2014/main" id="{5A8CB852-4FAA-4FD7-A085-408BDB3E9B86}"/>
                    </a:ext>
                  </a:extLst>
                </p14:cNvPr>
                <p14:cNvContentPartPr/>
                <p14:nvPr/>
              </p14:nvContentPartPr>
              <p14:xfrm>
                <a:off x="8158671" y="804203"/>
                <a:ext cx="111960" cy="109440"/>
              </p14:xfrm>
            </p:contentPart>
          </mc:Choice>
          <mc:Fallback xmlns="">
            <p:pic>
              <p:nvPicPr>
                <p:cNvPr id="1124" name="Ink 1123">
                  <a:extLst>
                    <a:ext uri="{FF2B5EF4-FFF2-40B4-BE49-F238E27FC236}">
                      <a16:creationId xmlns:a16="http://schemas.microsoft.com/office/drawing/2014/main" id="{5A8CB852-4FAA-4FD7-A085-408BDB3E9B86}"/>
                    </a:ext>
                  </a:extLst>
                </p:cNvPr>
                <p:cNvPicPr/>
                <p:nvPr/>
              </p:nvPicPr>
              <p:blipFill>
                <a:blip r:embed="rId277"/>
                <a:stretch>
                  <a:fillRect/>
                </a:stretch>
              </p:blipFill>
              <p:spPr>
                <a:xfrm>
                  <a:off x="8150031" y="795563"/>
                  <a:ext cx="12960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125" name="Ink 1124">
                  <a:extLst>
                    <a:ext uri="{FF2B5EF4-FFF2-40B4-BE49-F238E27FC236}">
                      <a16:creationId xmlns:a16="http://schemas.microsoft.com/office/drawing/2014/main" id="{BAF5EBF4-11EE-4916-9402-292421CAAD12}"/>
                    </a:ext>
                  </a:extLst>
                </p14:cNvPr>
                <p14:cNvContentPartPr/>
                <p14:nvPr/>
              </p14:nvContentPartPr>
              <p14:xfrm>
                <a:off x="8322831" y="848123"/>
                <a:ext cx="107280" cy="80280"/>
              </p14:xfrm>
            </p:contentPart>
          </mc:Choice>
          <mc:Fallback xmlns="">
            <p:pic>
              <p:nvPicPr>
                <p:cNvPr id="1125" name="Ink 1124">
                  <a:extLst>
                    <a:ext uri="{FF2B5EF4-FFF2-40B4-BE49-F238E27FC236}">
                      <a16:creationId xmlns:a16="http://schemas.microsoft.com/office/drawing/2014/main" id="{BAF5EBF4-11EE-4916-9402-292421CAAD12}"/>
                    </a:ext>
                  </a:extLst>
                </p:cNvPr>
                <p:cNvPicPr/>
                <p:nvPr/>
              </p:nvPicPr>
              <p:blipFill>
                <a:blip r:embed="rId279"/>
                <a:stretch>
                  <a:fillRect/>
                </a:stretch>
              </p:blipFill>
              <p:spPr>
                <a:xfrm>
                  <a:off x="8313831" y="839123"/>
                  <a:ext cx="12492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126" name="Ink 1125">
                  <a:extLst>
                    <a:ext uri="{FF2B5EF4-FFF2-40B4-BE49-F238E27FC236}">
                      <a16:creationId xmlns:a16="http://schemas.microsoft.com/office/drawing/2014/main" id="{160369A4-58E9-4F79-9B33-94EAB8BE4751}"/>
                    </a:ext>
                  </a:extLst>
                </p14:cNvPr>
                <p14:cNvContentPartPr/>
                <p14:nvPr/>
              </p14:nvContentPartPr>
              <p14:xfrm>
                <a:off x="8424351" y="721763"/>
                <a:ext cx="35280" cy="234000"/>
              </p14:xfrm>
            </p:contentPart>
          </mc:Choice>
          <mc:Fallback xmlns="">
            <p:pic>
              <p:nvPicPr>
                <p:cNvPr id="1126" name="Ink 1125">
                  <a:extLst>
                    <a:ext uri="{FF2B5EF4-FFF2-40B4-BE49-F238E27FC236}">
                      <a16:creationId xmlns:a16="http://schemas.microsoft.com/office/drawing/2014/main" id="{160369A4-58E9-4F79-9B33-94EAB8BE4751}"/>
                    </a:ext>
                  </a:extLst>
                </p:cNvPr>
                <p:cNvPicPr/>
                <p:nvPr/>
              </p:nvPicPr>
              <p:blipFill>
                <a:blip r:embed="rId281"/>
                <a:stretch>
                  <a:fillRect/>
                </a:stretch>
              </p:blipFill>
              <p:spPr>
                <a:xfrm>
                  <a:off x="8415351" y="713123"/>
                  <a:ext cx="5292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127" name="Ink 1126">
                  <a:extLst>
                    <a:ext uri="{FF2B5EF4-FFF2-40B4-BE49-F238E27FC236}">
                      <a16:creationId xmlns:a16="http://schemas.microsoft.com/office/drawing/2014/main" id="{8DB68896-FBCE-4E5F-A274-5F2636996B61}"/>
                    </a:ext>
                  </a:extLst>
                </p14:cNvPr>
                <p14:cNvContentPartPr/>
                <p14:nvPr/>
              </p14:nvContentPartPr>
              <p14:xfrm>
                <a:off x="8423631" y="557963"/>
                <a:ext cx="200520" cy="551880"/>
              </p14:xfrm>
            </p:contentPart>
          </mc:Choice>
          <mc:Fallback xmlns="">
            <p:pic>
              <p:nvPicPr>
                <p:cNvPr id="1127" name="Ink 1126">
                  <a:extLst>
                    <a:ext uri="{FF2B5EF4-FFF2-40B4-BE49-F238E27FC236}">
                      <a16:creationId xmlns:a16="http://schemas.microsoft.com/office/drawing/2014/main" id="{8DB68896-FBCE-4E5F-A274-5F2636996B61}"/>
                    </a:ext>
                  </a:extLst>
                </p:cNvPr>
                <p:cNvPicPr/>
                <p:nvPr/>
              </p:nvPicPr>
              <p:blipFill>
                <a:blip r:embed="rId283"/>
                <a:stretch>
                  <a:fillRect/>
                </a:stretch>
              </p:blipFill>
              <p:spPr>
                <a:xfrm>
                  <a:off x="8414631" y="548963"/>
                  <a:ext cx="218160" cy="56952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128" name="Ink 1127">
                  <a:extLst>
                    <a:ext uri="{FF2B5EF4-FFF2-40B4-BE49-F238E27FC236}">
                      <a16:creationId xmlns:a16="http://schemas.microsoft.com/office/drawing/2014/main" id="{E93B294D-6A48-4BA5-8F7E-EFE05763EDF7}"/>
                    </a:ext>
                  </a:extLst>
                </p14:cNvPr>
                <p14:cNvContentPartPr/>
                <p14:nvPr/>
              </p14:nvContentPartPr>
              <p14:xfrm>
                <a:off x="7146711" y="483443"/>
                <a:ext cx="214200" cy="658800"/>
              </p14:xfrm>
            </p:contentPart>
          </mc:Choice>
          <mc:Fallback xmlns="">
            <p:pic>
              <p:nvPicPr>
                <p:cNvPr id="1128" name="Ink 1127">
                  <a:extLst>
                    <a:ext uri="{FF2B5EF4-FFF2-40B4-BE49-F238E27FC236}">
                      <a16:creationId xmlns:a16="http://schemas.microsoft.com/office/drawing/2014/main" id="{E93B294D-6A48-4BA5-8F7E-EFE05763EDF7}"/>
                    </a:ext>
                  </a:extLst>
                </p:cNvPr>
                <p:cNvPicPr/>
                <p:nvPr/>
              </p:nvPicPr>
              <p:blipFill>
                <a:blip r:embed="rId285"/>
                <a:stretch>
                  <a:fillRect/>
                </a:stretch>
              </p:blipFill>
              <p:spPr>
                <a:xfrm>
                  <a:off x="7137711" y="474803"/>
                  <a:ext cx="231840" cy="67644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130" name="Ink 1129">
                  <a:extLst>
                    <a:ext uri="{FF2B5EF4-FFF2-40B4-BE49-F238E27FC236}">
                      <a16:creationId xmlns:a16="http://schemas.microsoft.com/office/drawing/2014/main" id="{EABB23E2-FBC0-42D2-AC2D-03DF8A048CF3}"/>
                    </a:ext>
                  </a:extLst>
                </p14:cNvPr>
                <p14:cNvContentPartPr/>
                <p14:nvPr/>
              </p14:nvContentPartPr>
              <p14:xfrm>
                <a:off x="6653151" y="1070603"/>
                <a:ext cx="1439280" cy="38520"/>
              </p14:xfrm>
            </p:contentPart>
          </mc:Choice>
          <mc:Fallback xmlns="">
            <p:pic>
              <p:nvPicPr>
                <p:cNvPr id="1130" name="Ink 1129">
                  <a:extLst>
                    <a:ext uri="{FF2B5EF4-FFF2-40B4-BE49-F238E27FC236}">
                      <a16:creationId xmlns:a16="http://schemas.microsoft.com/office/drawing/2014/main" id="{EABB23E2-FBC0-42D2-AC2D-03DF8A048CF3}"/>
                    </a:ext>
                  </a:extLst>
                </p:cNvPr>
                <p:cNvPicPr/>
                <p:nvPr/>
              </p:nvPicPr>
              <p:blipFill>
                <a:blip r:embed="rId287"/>
                <a:stretch>
                  <a:fillRect/>
                </a:stretch>
              </p:blipFill>
              <p:spPr>
                <a:xfrm>
                  <a:off x="6644511" y="1061963"/>
                  <a:ext cx="1456920" cy="56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8">
            <p14:nvContentPartPr>
              <p14:cNvPr id="1132" name="Ink 1131">
                <a:extLst>
                  <a:ext uri="{FF2B5EF4-FFF2-40B4-BE49-F238E27FC236}">
                    <a16:creationId xmlns:a16="http://schemas.microsoft.com/office/drawing/2014/main" id="{3EBD7001-6CEC-41CE-A513-FD8F3FD75114}"/>
                  </a:ext>
                </a:extLst>
              </p14:cNvPr>
              <p14:cNvContentPartPr/>
              <p14:nvPr/>
            </p14:nvContentPartPr>
            <p14:xfrm>
              <a:off x="9063351" y="2370923"/>
              <a:ext cx="2743920" cy="27720"/>
            </p14:xfrm>
          </p:contentPart>
        </mc:Choice>
        <mc:Fallback xmlns="">
          <p:pic>
            <p:nvPicPr>
              <p:cNvPr id="1132" name="Ink 1131">
                <a:extLst>
                  <a:ext uri="{FF2B5EF4-FFF2-40B4-BE49-F238E27FC236}">
                    <a16:creationId xmlns:a16="http://schemas.microsoft.com/office/drawing/2014/main" id="{3EBD7001-6CEC-41CE-A513-FD8F3FD75114}"/>
                  </a:ext>
                </a:extLst>
              </p:cNvPr>
              <p:cNvPicPr/>
              <p:nvPr/>
            </p:nvPicPr>
            <p:blipFill>
              <a:blip r:embed="rId289"/>
              <a:stretch>
                <a:fillRect/>
              </a:stretch>
            </p:blipFill>
            <p:spPr>
              <a:xfrm>
                <a:off x="9054711" y="2362283"/>
                <a:ext cx="276156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133" name="Ink 1132">
                <a:extLst>
                  <a:ext uri="{FF2B5EF4-FFF2-40B4-BE49-F238E27FC236}">
                    <a16:creationId xmlns:a16="http://schemas.microsoft.com/office/drawing/2014/main" id="{3B1AEB98-6963-4380-842E-3553EBA2B497}"/>
                  </a:ext>
                </a:extLst>
              </p14:cNvPr>
              <p14:cNvContentPartPr/>
              <p14:nvPr/>
            </p14:nvContentPartPr>
            <p14:xfrm>
              <a:off x="10848591" y="3082283"/>
              <a:ext cx="239760" cy="453960"/>
            </p14:xfrm>
          </p:contentPart>
        </mc:Choice>
        <mc:Fallback xmlns="">
          <p:pic>
            <p:nvPicPr>
              <p:cNvPr id="1133" name="Ink 1132">
                <a:extLst>
                  <a:ext uri="{FF2B5EF4-FFF2-40B4-BE49-F238E27FC236}">
                    <a16:creationId xmlns:a16="http://schemas.microsoft.com/office/drawing/2014/main" id="{3B1AEB98-6963-4380-842E-3553EBA2B497}"/>
                  </a:ext>
                </a:extLst>
              </p:cNvPr>
              <p:cNvPicPr/>
              <p:nvPr/>
            </p:nvPicPr>
            <p:blipFill>
              <a:blip r:embed="rId291"/>
              <a:stretch>
                <a:fillRect/>
              </a:stretch>
            </p:blipFill>
            <p:spPr>
              <a:xfrm>
                <a:off x="10839591" y="3073283"/>
                <a:ext cx="257400" cy="471600"/>
              </a:xfrm>
              <a:prstGeom prst="rect">
                <a:avLst/>
              </a:prstGeom>
            </p:spPr>
          </p:pic>
        </mc:Fallback>
      </mc:AlternateContent>
      <p:grpSp>
        <p:nvGrpSpPr>
          <p:cNvPr id="1146" name="Group 1145">
            <a:extLst>
              <a:ext uri="{FF2B5EF4-FFF2-40B4-BE49-F238E27FC236}">
                <a16:creationId xmlns:a16="http://schemas.microsoft.com/office/drawing/2014/main" id="{C0778018-0ECD-4B92-AD06-AEA50085B178}"/>
              </a:ext>
            </a:extLst>
          </p:cNvPr>
          <p:cNvGrpSpPr/>
          <p:nvPr/>
        </p:nvGrpSpPr>
        <p:grpSpPr>
          <a:xfrm>
            <a:off x="1923471" y="62243"/>
            <a:ext cx="1300680" cy="263880"/>
            <a:chOff x="1923471" y="62243"/>
            <a:chExt cx="1300680" cy="263880"/>
          </a:xfrm>
        </p:grpSpPr>
        <mc:AlternateContent xmlns:mc="http://schemas.openxmlformats.org/markup-compatibility/2006" xmlns:p14="http://schemas.microsoft.com/office/powerpoint/2010/main">
          <mc:Choice Requires="p14">
            <p:contentPart p14:bwMode="auto" r:id="rId292">
              <p14:nvContentPartPr>
                <p14:cNvPr id="1138" name="Ink 1137">
                  <a:extLst>
                    <a:ext uri="{FF2B5EF4-FFF2-40B4-BE49-F238E27FC236}">
                      <a16:creationId xmlns:a16="http://schemas.microsoft.com/office/drawing/2014/main" id="{F806A629-703D-4998-899F-21F808810B0A}"/>
                    </a:ext>
                  </a:extLst>
                </p14:cNvPr>
                <p14:cNvContentPartPr/>
                <p14:nvPr/>
              </p14:nvContentPartPr>
              <p14:xfrm>
                <a:off x="1923471" y="173843"/>
                <a:ext cx="144360" cy="15840"/>
              </p14:xfrm>
            </p:contentPart>
          </mc:Choice>
          <mc:Fallback xmlns="">
            <p:pic>
              <p:nvPicPr>
                <p:cNvPr id="1138" name="Ink 1137">
                  <a:extLst>
                    <a:ext uri="{FF2B5EF4-FFF2-40B4-BE49-F238E27FC236}">
                      <a16:creationId xmlns:a16="http://schemas.microsoft.com/office/drawing/2014/main" id="{F806A629-703D-4998-899F-21F808810B0A}"/>
                    </a:ext>
                  </a:extLst>
                </p:cNvPr>
                <p:cNvPicPr/>
                <p:nvPr/>
              </p:nvPicPr>
              <p:blipFill>
                <a:blip r:embed="rId293"/>
                <a:stretch>
                  <a:fillRect/>
                </a:stretch>
              </p:blipFill>
              <p:spPr>
                <a:xfrm>
                  <a:off x="1914831" y="164843"/>
                  <a:ext cx="16200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139" name="Ink 1138">
                  <a:extLst>
                    <a:ext uri="{FF2B5EF4-FFF2-40B4-BE49-F238E27FC236}">
                      <a16:creationId xmlns:a16="http://schemas.microsoft.com/office/drawing/2014/main" id="{240E31EF-B46F-415B-81C9-B8F472AB4F96}"/>
                    </a:ext>
                  </a:extLst>
                </p14:cNvPr>
                <p14:cNvContentPartPr/>
                <p14:nvPr/>
              </p14:nvContentPartPr>
              <p14:xfrm>
                <a:off x="1978551" y="62243"/>
                <a:ext cx="218160" cy="263160"/>
              </p14:xfrm>
            </p:contentPart>
          </mc:Choice>
          <mc:Fallback xmlns="">
            <p:pic>
              <p:nvPicPr>
                <p:cNvPr id="1139" name="Ink 1138">
                  <a:extLst>
                    <a:ext uri="{FF2B5EF4-FFF2-40B4-BE49-F238E27FC236}">
                      <a16:creationId xmlns:a16="http://schemas.microsoft.com/office/drawing/2014/main" id="{240E31EF-B46F-415B-81C9-B8F472AB4F96}"/>
                    </a:ext>
                  </a:extLst>
                </p:cNvPr>
                <p:cNvPicPr/>
                <p:nvPr/>
              </p:nvPicPr>
              <p:blipFill>
                <a:blip r:embed="rId295"/>
                <a:stretch>
                  <a:fillRect/>
                </a:stretch>
              </p:blipFill>
              <p:spPr>
                <a:xfrm>
                  <a:off x="1969551" y="53603"/>
                  <a:ext cx="235800" cy="28080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140" name="Ink 1139">
                  <a:extLst>
                    <a:ext uri="{FF2B5EF4-FFF2-40B4-BE49-F238E27FC236}">
                      <a16:creationId xmlns:a16="http://schemas.microsoft.com/office/drawing/2014/main" id="{04A4BA94-3A3D-4D4F-9238-C0D526FB82E6}"/>
                    </a:ext>
                  </a:extLst>
                </p14:cNvPr>
                <p14:cNvContentPartPr/>
                <p14:nvPr/>
              </p14:nvContentPartPr>
              <p14:xfrm>
                <a:off x="2261871" y="151883"/>
                <a:ext cx="177120" cy="117360"/>
              </p14:xfrm>
            </p:contentPart>
          </mc:Choice>
          <mc:Fallback xmlns="">
            <p:pic>
              <p:nvPicPr>
                <p:cNvPr id="1140" name="Ink 1139">
                  <a:extLst>
                    <a:ext uri="{FF2B5EF4-FFF2-40B4-BE49-F238E27FC236}">
                      <a16:creationId xmlns:a16="http://schemas.microsoft.com/office/drawing/2014/main" id="{04A4BA94-3A3D-4D4F-9238-C0D526FB82E6}"/>
                    </a:ext>
                  </a:extLst>
                </p:cNvPr>
                <p:cNvPicPr/>
                <p:nvPr/>
              </p:nvPicPr>
              <p:blipFill>
                <a:blip r:embed="rId297"/>
                <a:stretch>
                  <a:fillRect/>
                </a:stretch>
              </p:blipFill>
              <p:spPr>
                <a:xfrm>
                  <a:off x="2253231" y="142883"/>
                  <a:ext cx="19476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141" name="Ink 1140">
                  <a:extLst>
                    <a:ext uri="{FF2B5EF4-FFF2-40B4-BE49-F238E27FC236}">
                      <a16:creationId xmlns:a16="http://schemas.microsoft.com/office/drawing/2014/main" id="{88F1E3BE-5CF8-486F-A838-057E5734C9FC}"/>
                    </a:ext>
                  </a:extLst>
                </p14:cNvPr>
                <p14:cNvContentPartPr/>
                <p14:nvPr/>
              </p14:nvContentPartPr>
              <p14:xfrm>
                <a:off x="2486151" y="210563"/>
                <a:ext cx="103320" cy="69840"/>
              </p14:xfrm>
            </p:contentPart>
          </mc:Choice>
          <mc:Fallback xmlns="">
            <p:pic>
              <p:nvPicPr>
                <p:cNvPr id="1141" name="Ink 1140">
                  <a:extLst>
                    <a:ext uri="{FF2B5EF4-FFF2-40B4-BE49-F238E27FC236}">
                      <a16:creationId xmlns:a16="http://schemas.microsoft.com/office/drawing/2014/main" id="{88F1E3BE-5CF8-486F-A838-057E5734C9FC}"/>
                    </a:ext>
                  </a:extLst>
                </p:cNvPr>
                <p:cNvPicPr/>
                <p:nvPr/>
              </p:nvPicPr>
              <p:blipFill>
                <a:blip r:embed="rId299"/>
                <a:stretch>
                  <a:fillRect/>
                </a:stretch>
              </p:blipFill>
              <p:spPr>
                <a:xfrm>
                  <a:off x="2477511" y="201563"/>
                  <a:ext cx="12096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142" name="Ink 1141">
                  <a:extLst>
                    <a:ext uri="{FF2B5EF4-FFF2-40B4-BE49-F238E27FC236}">
                      <a16:creationId xmlns:a16="http://schemas.microsoft.com/office/drawing/2014/main" id="{8FA4ACE4-A672-4F2C-889B-24A4D61AF692}"/>
                    </a:ext>
                  </a:extLst>
                </p14:cNvPr>
                <p14:cNvContentPartPr/>
                <p14:nvPr/>
              </p14:nvContentPartPr>
              <p14:xfrm>
                <a:off x="2598831" y="76283"/>
                <a:ext cx="248760" cy="249840"/>
              </p14:xfrm>
            </p:contentPart>
          </mc:Choice>
          <mc:Fallback xmlns="">
            <p:pic>
              <p:nvPicPr>
                <p:cNvPr id="1142" name="Ink 1141">
                  <a:extLst>
                    <a:ext uri="{FF2B5EF4-FFF2-40B4-BE49-F238E27FC236}">
                      <a16:creationId xmlns:a16="http://schemas.microsoft.com/office/drawing/2014/main" id="{8FA4ACE4-A672-4F2C-889B-24A4D61AF692}"/>
                    </a:ext>
                  </a:extLst>
                </p:cNvPr>
                <p:cNvPicPr/>
                <p:nvPr/>
              </p:nvPicPr>
              <p:blipFill>
                <a:blip r:embed="rId301"/>
                <a:stretch>
                  <a:fillRect/>
                </a:stretch>
              </p:blipFill>
              <p:spPr>
                <a:xfrm>
                  <a:off x="2589831" y="67643"/>
                  <a:ext cx="26640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143" name="Ink 1142">
                  <a:extLst>
                    <a:ext uri="{FF2B5EF4-FFF2-40B4-BE49-F238E27FC236}">
                      <a16:creationId xmlns:a16="http://schemas.microsoft.com/office/drawing/2014/main" id="{59B9C462-D482-4100-A5C1-A2D2F1BF265F}"/>
                    </a:ext>
                  </a:extLst>
                </p14:cNvPr>
                <p14:cNvContentPartPr/>
                <p14:nvPr/>
              </p14:nvContentPartPr>
              <p14:xfrm>
                <a:off x="2783511" y="248363"/>
                <a:ext cx="118800" cy="16200"/>
              </p14:xfrm>
            </p:contentPart>
          </mc:Choice>
          <mc:Fallback xmlns="">
            <p:pic>
              <p:nvPicPr>
                <p:cNvPr id="1143" name="Ink 1142">
                  <a:extLst>
                    <a:ext uri="{FF2B5EF4-FFF2-40B4-BE49-F238E27FC236}">
                      <a16:creationId xmlns:a16="http://schemas.microsoft.com/office/drawing/2014/main" id="{59B9C462-D482-4100-A5C1-A2D2F1BF265F}"/>
                    </a:ext>
                  </a:extLst>
                </p:cNvPr>
                <p:cNvPicPr/>
                <p:nvPr/>
              </p:nvPicPr>
              <p:blipFill>
                <a:blip r:embed="rId303"/>
                <a:stretch>
                  <a:fillRect/>
                </a:stretch>
              </p:blipFill>
              <p:spPr>
                <a:xfrm>
                  <a:off x="2774511" y="239723"/>
                  <a:ext cx="13644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144" name="Ink 1143">
                  <a:extLst>
                    <a:ext uri="{FF2B5EF4-FFF2-40B4-BE49-F238E27FC236}">
                      <a16:creationId xmlns:a16="http://schemas.microsoft.com/office/drawing/2014/main" id="{FD2813B1-8F92-404E-91EF-2075010844F2}"/>
                    </a:ext>
                  </a:extLst>
                </p14:cNvPr>
                <p14:cNvContentPartPr/>
                <p14:nvPr/>
              </p14:nvContentPartPr>
              <p14:xfrm>
                <a:off x="2993391" y="189683"/>
                <a:ext cx="148320" cy="113040"/>
              </p14:xfrm>
            </p:contentPart>
          </mc:Choice>
          <mc:Fallback xmlns="">
            <p:pic>
              <p:nvPicPr>
                <p:cNvPr id="1144" name="Ink 1143">
                  <a:extLst>
                    <a:ext uri="{FF2B5EF4-FFF2-40B4-BE49-F238E27FC236}">
                      <a16:creationId xmlns:a16="http://schemas.microsoft.com/office/drawing/2014/main" id="{FD2813B1-8F92-404E-91EF-2075010844F2}"/>
                    </a:ext>
                  </a:extLst>
                </p:cNvPr>
                <p:cNvPicPr/>
                <p:nvPr/>
              </p:nvPicPr>
              <p:blipFill>
                <a:blip r:embed="rId305"/>
                <a:stretch>
                  <a:fillRect/>
                </a:stretch>
              </p:blipFill>
              <p:spPr>
                <a:xfrm>
                  <a:off x="2984391" y="180683"/>
                  <a:ext cx="16596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145" name="Ink 1144">
                  <a:extLst>
                    <a:ext uri="{FF2B5EF4-FFF2-40B4-BE49-F238E27FC236}">
                      <a16:creationId xmlns:a16="http://schemas.microsoft.com/office/drawing/2014/main" id="{FCC4615C-5136-442A-BE50-5ACC2C4B9282}"/>
                    </a:ext>
                  </a:extLst>
                </p14:cNvPr>
                <p14:cNvContentPartPr/>
                <p14:nvPr/>
              </p14:nvContentPartPr>
              <p14:xfrm>
                <a:off x="3033351" y="119123"/>
                <a:ext cx="190800" cy="15120"/>
              </p14:xfrm>
            </p:contentPart>
          </mc:Choice>
          <mc:Fallback xmlns="">
            <p:pic>
              <p:nvPicPr>
                <p:cNvPr id="1145" name="Ink 1144">
                  <a:extLst>
                    <a:ext uri="{FF2B5EF4-FFF2-40B4-BE49-F238E27FC236}">
                      <a16:creationId xmlns:a16="http://schemas.microsoft.com/office/drawing/2014/main" id="{FCC4615C-5136-442A-BE50-5ACC2C4B9282}"/>
                    </a:ext>
                  </a:extLst>
                </p:cNvPr>
                <p:cNvPicPr/>
                <p:nvPr/>
              </p:nvPicPr>
              <p:blipFill>
                <a:blip r:embed="rId307"/>
                <a:stretch>
                  <a:fillRect/>
                </a:stretch>
              </p:blipFill>
              <p:spPr>
                <a:xfrm>
                  <a:off x="3024351" y="110123"/>
                  <a:ext cx="208440" cy="32760"/>
                </a:xfrm>
                <a:prstGeom prst="rect">
                  <a:avLst/>
                </a:prstGeom>
              </p:spPr>
            </p:pic>
          </mc:Fallback>
        </mc:AlternateContent>
      </p:grpSp>
      <p:grpSp>
        <p:nvGrpSpPr>
          <p:cNvPr id="1150" name="Group 1149">
            <a:extLst>
              <a:ext uri="{FF2B5EF4-FFF2-40B4-BE49-F238E27FC236}">
                <a16:creationId xmlns:a16="http://schemas.microsoft.com/office/drawing/2014/main" id="{DF7AB871-54FD-484C-A20E-007FB5E1BC9D}"/>
              </a:ext>
            </a:extLst>
          </p:cNvPr>
          <p:cNvGrpSpPr/>
          <p:nvPr/>
        </p:nvGrpSpPr>
        <p:grpSpPr>
          <a:xfrm>
            <a:off x="1238391" y="26963"/>
            <a:ext cx="491040" cy="497880"/>
            <a:chOff x="1238391" y="26963"/>
            <a:chExt cx="491040" cy="497880"/>
          </a:xfrm>
        </p:grpSpPr>
        <mc:AlternateContent xmlns:mc="http://schemas.openxmlformats.org/markup-compatibility/2006" xmlns:p14="http://schemas.microsoft.com/office/powerpoint/2010/main">
          <mc:Choice Requires="p14">
            <p:contentPart p14:bwMode="auto" r:id="rId308">
              <p14:nvContentPartPr>
                <p14:cNvPr id="1134" name="Ink 1133">
                  <a:extLst>
                    <a:ext uri="{FF2B5EF4-FFF2-40B4-BE49-F238E27FC236}">
                      <a16:creationId xmlns:a16="http://schemas.microsoft.com/office/drawing/2014/main" id="{BE7C35F6-37EA-4EE8-AB11-4F0A24621CE3}"/>
                    </a:ext>
                  </a:extLst>
                </p14:cNvPr>
                <p14:cNvContentPartPr/>
                <p14:nvPr/>
              </p14:nvContentPartPr>
              <p14:xfrm>
                <a:off x="1329471" y="109763"/>
                <a:ext cx="187560" cy="158400"/>
              </p14:xfrm>
            </p:contentPart>
          </mc:Choice>
          <mc:Fallback xmlns="">
            <p:pic>
              <p:nvPicPr>
                <p:cNvPr id="1134" name="Ink 1133">
                  <a:extLst>
                    <a:ext uri="{FF2B5EF4-FFF2-40B4-BE49-F238E27FC236}">
                      <a16:creationId xmlns:a16="http://schemas.microsoft.com/office/drawing/2014/main" id="{BE7C35F6-37EA-4EE8-AB11-4F0A24621CE3}"/>
                    </a:ext>
                  </a:extLst>
                </p:cNvPr>
                <p:cNvPicPr/>
                <p:nvPr/>
              </p:nvPicPr>
              <p:blipFill>
                <a:blip r:embed="rId309"/>
                <a:stretch>
                  <a:fillRect/>
                </a:stretch>
              </p:blipFill>
              <p:spPr>
                <a:xfrm>
                  <a:off x="1320831" y="100763"/>
                  <a:ext cx="20520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135" name="Ink 1134">
                  <a:extLst>
                    <a:ext uri="{FF2B5EF4-FFF2-40B4-BE49-F238E27FC236}">
                      <a16:creationId xmlns:a16="http://schemas.microsoft.com/office/drawing/2014/main" id="{30A21C53-B382-4798-AD7A-8A605A8D1ECE}"/>
                    </a:ext>
                  </a:extLst>
                </p14:cNvPr>
                <p14:cNvContentPartPr/>
                <p14:nvPr/>
              </p14:nvContentPartPr>
              <p14:xfrm>
                <a:off x="1607751" y="249083"/>
                <a:ext cx="5400" cy="92880"/>
              </p14:xfrm>
            </p:contentPart>
          </mc:Choice>
          <mc:Fallback xmlns="">
            <p:pic>
              <p:nvPicPr>
                <p:cNvPr id="1135" name="Ink 1134">
                  <a:extLst>
                    <a:ext uri="{FF2B5EF4-FFF2-40B4-BE49-F238E27FC236}">
                      <a16:creationId xmlns:a16="http://schemas.microsoft.com/office/drawing/2014/main" id="{30A21C53-B382-4798-AD7A-8A605A8D1ECE}"/>
                    </a:ext>
                  </a:extLst>
                </p:cNvPr>
                <p:cNvPicPr/>
                <p:nvPr/>
              </p:nvPicPr>
              <p:blipFill>
                <a:blip r:embed="rId311"/>
                <a:stretch>
                  <a:fillRect/>
                </a:stretch>
              </p:blipFill>
              <p:spPr>
                <a:xfrm>
                  <a:off x="1598751" y="240443"/>
                  <a:ext cx="2304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136" name="Ink 1135">
                  <a:extLst>
                    <a:ext uri="{FF2B5EF4-FFF2-40B4-BE49-F238E27FC236}">
                      <a16:creationId xmlns:a16="http://schemas.microsoft.com/office/drawing/2014/main" id="{C08285CF-2AAF-4B5F-9859-ED6B384F78F7}"/>
                    </a:ext>
                  </a:extLst>
                </p14:cNvPr>
                <p14:cNvContentPartPr/>
                <p14:nvPr/>
              </p14:nvContentPartPr>
              <p14:xfrm>
                <a:off x="1692711" y="86363"/>
                <a:ext cx="36720" cy="275760"/>
              </p14:xfrm>
            </p:contentPart>
          </mc:Choice>
          <mc:Fallback xmlns="">
            <p:pic>
              <p:nvPicPr>
                <p:cNvPr id="1136" name="Ink 1135">
                  <a:extLst>
                    <a:ext uri="{FF2B5EF4-FFF2-40B4-BE49-F238E27FC236}">
                      <a16:creationId xmlns:a16="http://schemas.microsoft.com/office/drawing/2014/main" id="{C08285CF-2AAF-4B5F-9859-ED6B384F78F7}"/>
                    </a:ext>
                  </a:extLst>
                </p:cNvPr>
                <p:cNvPicPr/>
                <p:nvPr/>
              </p:nvPicPr>
              <p:blipFill>
                <a:blip r:embed="rId313"/>
                <a:stretch>
                  <a:fillRect/>
                </a:stretch>
              </p:blipFill>
              <p:spPr>
                <a:xfrm>
                  <a:off x="1684071" y="77723"/>
                  <a:ext cx="54360" cy="29340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1137" name="Ink 1136">
                  <a:extLst>
                    <a:ext uri="{FF2B5EF4-FFF2-40B4-BE49-F238E27FC236}">
                      <a16:creationId xmlns:a16="http://schemas.microsoft.com/office/drawing/2014/main" id="{D76C79A0-C4D3-47C9-95CD-1C64100FFA92}"/>
                    </a:ext>
                  </a:extLst>
                </p14:cNvPr>
                <p14:cNvContentPartPr/>
                <p14:nvPr/>
              </p14:nvContentPartPr>
              <p14:xfrm>
                <a:off x="1238391" y="26963"/>
                <a:ext cx="123480" cy="300600"/>
              </p14:xfrm>
            </p:contentPart>
          </mc:Choice>
          <mc:Fallback xmlns="">
            <p:pic>
              <p:nvPicPr>
                <p:cNvPr id="1137" name="Ink 1136">
                  <a:extLst>
                    <a:ext uri="{FF2B5EF4-FFF2-40B4-BE49-F238E27FC236}">
                      <a16:creationId xmlns:a16="http://schemas.microsoft.com/office/drawing/2014/main" id="{D76C79A0-C4D3-47C9-95CD-1C64100FFA92}"/>
                    </a:ext>
                  </a:extLst>
                </p:cNvPr>
                <p:cNvPicPr/>
                <p:nvPr/>
              </p:nvPicPr>
              <p:blipFill>
                <a:blip r:embed="rId315"/>
                <a:stretch>
                  <a:fillRect/>
                </a:stretch>
              </p:blipFill>
              <p:spPr>
                <a:xfrm>
                  <a:off x="1229751" y="18323"/>
                  <a:ext cx="141120" cy="31824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1148" name="Ink 1147">
                  <a:extLst>
                    <a:ext uri="{FF2B5EF4-FFF2-40B4-BE49-F238E27FC236}">
                      <a16:creationId xmlns:a16="http://schemas.microsoft.com/office/drawing/2014/main" id="{D0497BD2-C247-4C0B-899B-FC4093BB351A}"/>
                    </a:ext>
                  </a:extLst>
                </p14:cNvPr>
                <p14:cNvContentPartPr/>
                <p14:nvPr/>
              </p14:nvContentPartPr>
              <p14:xfrm>
                <a:off x="1506951" y="368963"/>
                <a:ext cx="60480" cy="155880"/>
              </p14:xfrm>
            </p:contentPart>
          </mc:Choice>
          <mc:Fallback xmlns="">
            <p:pic>
              <p:nvPicPr>
                <p:cNvPr id="1148" name="Ink 1147">
                  <a:extLst>
                    <a:ext uri="{FF2B5EF4-FFF2-40B4-BE49-F238E27FC236}">
                      <a16:creationId xmlns:a16="http://schemas.microsoft.com/office/drawing/2014/main" id="{D0497BD2-C247-4C0B-899B-FC4093BB351A}"/>
                    </a:ext>
                  </a:extLst>
                </p:cNvPr>
                <p:cNvPicPr/>
                <p:nvPr/>
              </p:nvPicPr>
              <p:blipFill>
                <a:blip r:embed="rId317"/>
                <a:stretch>
                  <a:fillRect/>
                </a:stretch>
              </p:blipFill>
              <p:spPr>
                <a:xfrm>
                  <a:off x="1497951" y="360323"/>
                  <a:ext cx="78120" cy="173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18">
            <p14:nvContentPartPr>
              <p14:cNvPr id="1149" name="Ink 1148">
                <a:extLst>
                  <a:ext uri="{FF2B5EF4-FFF2-40B4-BE49-F238E27FC236}">
                    <a16:creationId xmlns:a16="http://schemas.microsoft.com/office/drawing/2014/main" id="{67FB4D3E-56C4-4403-B2DA-488666490E2A}"/>
                  </a:ext>
                </a:extLst>
              </p14:cNvPr>
              <p14:cNvContentPartPr/>
              <p14:nvPr/>
            </p14:nvContentPartPr>
            <p14:xfrm>
              <a:off x="2261511" y="362483"/>
              <a:ext cx="73080" cy="129600"/>
            </p14:xfrm>
          </p:contentPart>
        </mc:Choice>
        <mc:Fallback xmlns="">
          <p:pic>
            <p:nvPicPr>
              <p:cNvPr id="1149" name="Ink 1148">
                <a:extLst>
                  <a:ext uri="{FF2B5EF4-FFF2-40B4-BE49-F238E27FC236}">
                    <a16:creationId xmlns:a16="http://schemas.microsoft.com/office/drawing/2014/main" id="{67FB4D3E-56C4-4403-B2DA-488666490E2A}"/>
                  </a:ext>
                </a:extLst>
              </p:cNvPr>
              <p:cNvPicPr/>
              <p:nvPr/>
            </p:nvPicPr>
            <p:blipFill>
              <a:blip r:embed="rId319"/>
              <a:stretch>
                <a:fillRect/>
              </a:stretch>
            </p:blipFill>
            <p:spPr>
              <a:xfrm>
                <a:off x="2252871" y="353843"/>
                <a:ext cx="90720" cy="147240"/>
              </a:xfrm>
              <a:prstGeom prst="rect">
                <a:avLst/>
              </a:prstGeom>
            </p:spPr>
          </p:pic>
        </mc:Fallback>
      </mc:AlternateContent>
      <p:grpSp>
        <p:nvGrpSpPr>
          <p:cNvPr id="1160" name="Group 1159">
            <a:extLst>
              <a:ext uri="{FF2B5EF4-FFF2-40B4-BE49-F238E27FC236}">
                <a16:creationId xmlns:a16="http://schemas.microsoft.com/office/drawing/2014/main" id="{5D5CC63E-2FEE-49B5-AE9F-4B7C66D75771}"/>
              </a:ext>
            </a:extLst>
          </p:cNvPr>
          <p:cNvGrpSpPr/>
          <p:nvPr/>
        </p:nvGrpSpPr>
        <p:grpSpPr>
          <a:xfrm>
            <a:off x="3005271" y="3268763"/>
            <a:ext cx="2556720" cy="429480"/>
            <a:chOff x="3005271" y="3268763"/>
            <a:chExt cx="2556720" cy="429480"/>
          </a:xfrm>
        </p:grpSpPr>
        <mc:AlternateContent xmlns:mc="http://schemas.openxmlformats.org/markup-compatibility/2006" xmlns:p14="http://schemas.microsoft.com/office/powerpoint/2010/main">
          <mc:Choice Requires="p14">
            <p:contentPart p14:bwMode="auto" r:id="rId320">
              <p14:nvContentPartPr>
                <p14:cNvPr id="1151" name="Ink 1150">
                  <a:extLst>
                    <a:ext uri="{FF2B5EF4-FFF2-40B4-BE49-F238E27FC236}">
                      <a16:creationId xmlns:a16="http://schemas.microsoft.com/office/drawing/2014/main" id="{DCDC0F65-5AFF-4165-B0A5-2A06EBA0B514}"/>
                    </a:ext>
                  </a:extLst>
                </p14:cNvPr>
                <p14:cNvContentPartPr/>
                <p14:nvPr/>
              </p14:nvContentPartPr>
              <p14:xfrm>
                <a:off x="3005271" y="3417443"/>
                <a:ext cx="1427400" cy="194400"/>
              </p14:xfrm>
            </p:contentPart>
          </mc:Choice>
          <mc:Fallback xmlns="">
            <p:pic>
              <p:nvPicPr>
                <p:cNvPr id="1151" name="Ink 1150">
                  <a:extLst>
                    <a:ext uri="{FF2B5EF4-FFF2-40B4-BE49-F238E27FC236}">
                      <a16:creationId xmlns:a16="http://schemas.microsoft.com/office/drawing/2014/main" id="{DCDC0F65-5AFF-4165-B0A5-2A06EBA0B514}"/>
                    </a:ext>
                  </a:extLst>
                </p:cNvPr>
                <p:cNvPicPr/>
                <p:nvPr/>
              </p:nvPicPr>
              <p:blipFill>
                <a:blip r:embed="rId321"/>
                <a:stretch>
                  <a:fillRect/>
                </a:stretch>
              </p:blipFill>
              <p:spPr>
                <a:xfrm>
                  <a:off x="2996271" y="3408443"/>
                  <a:ext cx="144504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1152" name="Ink 1151">
                  <a:extLst>
                    <a:ext uri="{FF2B5EF4-FFF2-40B4-BE49-F238E27FC236}">
                      <a16:creationId xmlns:a16="http://schemas.microsoft.com/office/drawing/2014/main" id="{DF49D973-49ED-4149-8424-701EC53D876E}"/>
                    </a:ext>
                  </a:extLst>
                </p14:cNvPr>
                <p14:cNvContentPartPr/>
                <p14:nvPr/>
              </p14:nvContentPartPr>
              <p14:xfrm>
                <a:off x="4493151" y="3356603"/>
                <a:ext cx="156960" cy="239040"/>
              </p14:xfrm>
            </p:contentPart>
          </mc:Choice>
          <mc:Fallback xmlns="">
            <p:pic>
              <p:nvPicPr>
                <p:cNvPr id="1152" name="Ink 1151">
                  <a:extLst>
                    <a:ext uri="{FF2B5EF4-FFF2-40B4-BE49-F238E27FC236}">
                      <a16:creationId xmlns:a16="http://schemas.microsoft.com/office/drawing/2014/main" id="{DF49D973-49ED-4149-8424-701EC53D876E}"/>
                    </a:ext>
                  </a:extLst>
                </p:cNvPr>
                <p:cNvPicPr/>
                <p:nvPr/>
              </p:nvPicPr>
              <p:blipFill>
                <a:blip r:embed="rId323"/>
                <a:stretch>
                  <a:fillRect/>
                </a:stretch>
              </p:blipFill>
              <p:spPr>
                <a:xfrm>
                  <a:off x="4484151" y="3347963"/>
                  <a:ext cx="17460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1153" name="Ink 1152">
                  <a:extLst>
                    <a:ext uri="{FF2B5EF4-FFF2-40B4-BE49-F238E27FC236}">
                      <a16:creationId xmlns:a16="http://schemas.microsoft.com/office/drawing/2014/main" id="{3E7A4C34-2BC1-4AFA-BFEE-0799641AB605}"/>
                    </a:ext>
                  </a:extLst>
                </p14:cNvPr>
                <p14:cNvContentPartPr/>
                <p14:nvPr/>
              </p14:nvContentPartPr>
              <p14:xfrm>
                <a:off x="4627791" y="3465323"/>
                <a:ext cx="123480" cy="79560"/>
              </p14:xfrm>
            </p:contentPart>
          </mc:Choice>
          <mc:Fallback xmlns="">
            <p:pic>
              <p:nvPicPr>
                <p:cNvPr id="1153" name="Ink 1152">
                  <a:extLst>
                    <a:ext uri="{FF2B5EF4-FFF2-40B4-BE49-F238E27FC236}">
                      <a16:creationId xmlns:a16="http://schemas.microsoft.com/office/drawing/2014/main" id="{3E7A4C34-2BC1-4AFA-BFEE-0799641AB605}"/>
                    </a:ext>
                  </a:extLst>
                </p:cNvPr>
                <p:cNvPicPr/>
                <p:nvPr/>
              </p:nvPicPr>
              <p:blipFill>
                <a:blip r:embed="rId325"/>
                <a:stretch>
                  <a:fillRect/>
                </a:stretch>
              </p:blipFill>
              <p:spPr>
                <a:xfrm>
                  <a:off x="4619151" y="3456683"/>
                  <a:ext cx="14112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1154" name="Ink 1153">
                  <a:extLst>
                    <a:ext uri="{FF2B5EF4-FFF2-40B4-BE49-F238E27FC236}">
                      <a16:creationId xmlns:a16="http://schemas.microsoft.com/office/drawing/2014/main" id="{C1B32CD5-A025-40FF-81A1-5F398E9F0F81}"/>
                    </a:ext>
                  </a:extLst>
                </p14:cNvPr>
                <p14:cNvContentPartPr/>
                <p14:nvPr/>
              </p14:nvContentPartPr>
              <p14:xfrm>
                <a:off x="4771791" y="3455243"/>
                <a:ext cx="84600" cy="94680"/>
              </p14:xfrm>
            </p:contentPart>
          </mc:Choice>
          <mc:Fallback xmlns="">
            <p:pic>
              <p:nvPicPr>
                <p:cNvPr id="1154" name="Ink 1153">
                  <a:extLst>
                    <a:ext uri="{FF2B5EF4-FFF2-40B4-BE49-F238E27FC236}">
                      <a16:creationId xmlns:a16="http://schemas.microsoft.com/office/drawing/2014/main" id="{C1B32CD5-A025-40FF-81A1-5F398E9F0F81}"/>
                    </a:ext>
                  </a:extLst>
                </p:cNvPr>
                <p:cNvPicPr/>
                <p:nvPr/>
              </p:nvPicPr>
              <p:blipFill>
                <a:blip r:embed="rId327"/>
                <a:stretch>
                  <a:fillRect/>
                </a:stretch>
              </p:blipFill>
              <p:spPr>
                <a:xfrm>
                  <a:off x="4762791" y="3446603"/>
                  <a:ext cx="10224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1156" name="Ink 1155">
                  <a:extLst>
                    <a:ext uri="{FF2B5EF4-FFF2-40B4-BE49-F238E27FC236}">
                      <a16:creationId xmlns:a16="http://schemas.microsoft.com/office/drawing/2014/main" id="{7F3B3AC1-9564-4C35-AE06-91BBBED26A57}"/>
                    </a:ext>
                  </a:extLst>
                </p14:cNvPr>
                <p14:cNvContentPartPr/>
                <p14:nvPr/>
              </p14:nvContentPartPr>
              <p14:xfrm>
                <a:off x="4997511" y="3268763"/>
                <a:ext cx="72720" cy="356400"/>
              </p14:xfrm>
            </p:contentPart>
          </mc:Choice>
          <mc:Fallback xmlns="">
            <p:pic>
              <p:nvPicPr>
                <p:cNvPr id="1156" name="Ink 1155">
                  <a:extLst>
                    <a:ext uri="{FF2B5EF4-FFF2-40B4-BE49-F238E27FC236}">
                      <a16:creationId xmlns:a16="http://schemas.microsoft.com/office/drawing/2014/main" id="{7F3B3AC1-9564-4C35-AE06-91BBBED26A57}"/>
                    </a:ext>
                  </a:extLst>
                </p:cNvPr>
                <p:cNvPicPr/>
                <p:nvPr/>
              </p:nvPicPr>
              <p:blipFill>
                <a:blip r:embed="rId329"/>
                <a:stretch>
                  <a:fillRect/>
                </a:stretch>
              </p:blipFill>
              <p:spPr>
                <a:xfrm>
                  <a:off x="4988511" y="3260123"/>
                  <a:ext cx="90360" cy="37404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1157" name="Ink 1156">
                  <a:extLst>
                    <a:ext uri="{FF2B5EF4-FFF2-40B4-BE49-F238E27FC236}">
                      <a16:creationId xmlns:a16="http://schemas.microsoft.com/office/drawing/2014/main" id="{7D4DEEE6-7245-4B34-B5C2-C79CB4FC38C7}"/>
                    </a:ext>
                  </a:extLst>
                </p14:cNvPr>
                <p14:cNvContentPartPr/>
                <p14:nvPr/>
              </p14:nvContentPartPr>
              <p14:xfrm>
                <a:off x="5102991" y="3374963"/>
                <a:ext cx="169560" cy="213480"/>
              </p14:xfrm>
            </p:contentPart>
          </mc:Choice>
          <mc:Fallback xmlns="">
            <p:pic>
              <p:nvPicPr>
                <p:cNvPr id="1157" name="Ink 1156">
                  <a:extLst>
                    <a:ext uri="{FF2B5EF4-FFF2-40B4-BE49-F238E27FC236}">
                      <a16:creationId xmlns:a16="http://schemas.microsoft.com/office/drawing/2014/main" id="{7D4DEEE6-7245-4B34-B5C2-C79CB4FC38C7}"/>
                    </a:ext>
                  </a:extLst>
                </p:cNvPr>
                <p:cNvPicPr/>
                <p:nvPr/>
              </p:nvPicPr>
              <p:blipFill>
                <a:blip r:embed="rId331"/>
                <a:stretch>
                  <a:fillRect/>
                </a:stretch>
              </p:blipFill>
              <p:spPr>
                <a:xfrm>
                  <a:off x="5094351" y="3366323"/>
                  <a:ext cx="18720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1158" name="Ink 1157">
                  <a:extLst>
                    <a:ext uri="{FF2B5EF4-FFF2-40B4-BE49-F238E27FC236}">
                      <a16:creationId xmlns:a16="http://schemas.microsoft.com/office/drawing/2014/main" id="{2D559E77-9BD9-4DB3-A6F7-835F889064BC}"/>
                    </a:ext>
                  </a:extLst>
                </p14:cNvPr>
                <p14:cNvContentPartPr/>
                <p14:nvPr/>
              </p14:nvContentPartPr>
              <p14:xfrm>
                <a:off x="5242671" y="3478283"/>
                <a:ext cx="182880" cy="95400"/>
              </p14:xfrm>
            </p:contentPart>
          </mc:Choice>
          <mc:Fallback xmlns="">
            <p:pic>
              <p:nvPicPr>
                <p:cNvPr id="1158" name="Ink 1157">
                  <a:extLst>
                    <a:ext uri="{FF2B5EF4-FFF2-40B4-BE49-F238E27FC236}">
                      <a16:creationId xmlns:a16="http://schemas.microsoft.com/office/drawing/2014/main" id="{2D559E77-9BD9-4DB3-A6F7-835F889064BC}"/>
                    </a:ext>
                  </a:extLst>
                </p:cNvPr>
                <p:cNvPicPr/>
                <p:nvPr/>
              </p:nvPicPr>
              <p:blipFill>
                <a:blip r:embed="rId333"/>
                <a:stretch>
                  <a:fillRect/>
                </a:stretch>
              </p:blipFill>
              <p:spPr>
                <a:xfrm>
                  <a:off x="5233671" y="3469643"/>
                  <a:ext cx="20052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1159" name="Ink 1158">
                  <a:extLst>
                    <a:ext uri="{FF2B5EF4-FFF2-40B4-BE49-F238E27FC236}">
                      <a16:creationId xmlns:a16="http://schemas.microsoft.com/office/drawing/2014/main" id="{0DEF59BE-89B5-4D71-8102-04AEAFD21CE7}"/>
                    </a:ext>
                  </a:extLst>
                </p14:cNvPr>
                <p14:cNvContentPartPr/>
                <p14:nvPr/>
              </p14:nvContentPartPr>
              <p14:xfrm>
                <a:off x="5451471" y="3329243"/>
                <a:ext cx="110520" cy="369000"/>
              </p14:xfrm>
            </p:contentPart>
          </mc:Choice>
          <mc:Fallback xmlns="">
            <p:pic>
              <p:nvPicPr>
                <p:cNvPr id="1159" name="Ink 1158">
                  <a:extLst>
                    <a:ext uri="{FF2B5EF4-FFF2-40B4-BE49-F238E27FC236}">
                      <a16:creationId xmlns:a16="http://schemas.microsoft.com/office/drawing/2014/main" id="{0DEF59BE-89B5-4D71-8102-04AEAFD21CE7}"/>
                    </a:ext>
                  </a:extLst>
                </p:cNvPr>
                <p:cNvPicPr/>
                <p:nvPr/>
              </p:nvPicPr>
              <p:blipFill>
                <a:blip r:embed="rId335"/>
                <a:stretch>
                  <a:fillRect/>
                </a:stretch>
              </p:blipFill>
              <p:spPr>
                <a:xfrm>
                  <a:off x="5442831" y="3320603"/>
                  <a:ext cx="128160" cy="386640"/>
                </a:xfrm>
                <a:prstGeom prst="rect">
                  <a:avLst/>
                </a:prstGeom>
              </p:spPr>
            </p:pic>
          </mc:Fallback>
        </mc:AlternateContent>
      </p:grpSp>
      <p:grpSp>
        <p:nvGrpSpPr>
          <p:cNvPr id="1163" name="Group 1162">
            <a:extLst>
              <a:ext uri="{FF2B5EF4-FFF2-40B4-BE49-F238E27FC236}">
                <a16:creationId xmlns:a16="http://schemas.microsoft.com/office/drawing/2014/main" id="{793134FA-47FB-47D0-93D7-0B437AA1FC89}"/>
              </a:ext>
            </a:extLst>
          </p:cNvPr>
          <p:cNvGrpSpPr/>
          <p:nvPr/>
        </p:nvGrpSpPr>
        <p:grpSpPr>
          <a:xfrm>
            <a:off x="2363031" y="4220963"/>
            <a:ext cx="22680" cy="6840"/>
            <a:chOff x="2363031" y="4220963"/>
            <a:chExt cx="22680" cy="6840"/>
          </a:xfrm>
        </p:grpSpPr>
        <mc:AlternateContent xmlns:mc="http://schemas.openxmlformats.org/markup-compatibility/2006" xmlns:p14="http://schemas.microsoft.com/office/powerpoint/2010/main">
          <mc:Choice Requires="p14">
            <p:contentPart p14:bwMode="auto" r:id="rId336">
              <p14:nvContentPartPr>
                <p14:cNvPr id="1161" name="Ink 1160">
                  <a:extLst>
                    <a:ext uri="{FF2B5EF4-FFF2-40B4-BE49-F238E27FC236}">
                      <a16:creationId xmlns:a16="http://schemas.microsoft.com/office/drawing/2014/main" id="{6AA11AAB-2531-41AD-8969-765BB5A55594}"/>
                    </a:ext>
                  </a:extLst>
                </p14:cNvPr>
                <p14:cNvContentPartPr/>
                <p14:nvPr/>
              </p14:nvContentPartPr>
              <p14:xfrm>
                <a:off x="2382471" y="4220963"/>
                <a:ext cx="3240" cy="360"/>
              </p14:xfrm>
            </p:contentPart>
          </mc:Choice>
          <mc:Fallback xmlns="">
            <p:pic>
              <p:nvPicPr>
                <p:cNvPr id="1161" name="Ink 1160">
                  <a:extLst>
                    <a:ext uri="{FF2B5EF4-FFF2-40B4-BE49-F238E27FC236}">
                      <a16:creationId xmlns:a16="http://schemas.microsoft.com/office/drawing/2014/main" id="{6AA11AAB-2531-41AD-8969-765BB5A55594}"/>
                    </a:ext>
                  </a:extLst>
                </p:cNvPr>
                <p:cNvPicPr/>
                <p:nvPr/>
              </p:nvPicPr>
              <p:blipFill>
                <a:blip r:embed="rId337"/>
                <a:stretch>
                  <a:fillRect/>
                </a:stretch>
              </p:blipFill>
              <p:spPr>
                <a:xfrm>
                  <a:off x="2373471" y="4212323"/>
                  <a:ext cx="208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1162" name="Ink 1161">
                  <a:extLst>
                    <a:ext uri="{FF2B5EF4-FFF2-40B4-BE49-F238E27FC236}">
                      <a16:creationId xmlns:a16="http://schemas.microsoft.com/office/drawing/2014/main" id="{5E239C13-A1EE-475F-BA90-7D4B71D78F7D}"/>
                    </a:ext>
                  </a:extLst>
                </p14:cNvPr>
                <p14:cNvContentPartPr/>
                <p14:nvPr/>
              </p14:nvContentPartPr>
              <p14:xfrm>
                <a:off x="2363031" y="4223483"/>
                <a:ext cx="7200" cy="4320"/>
              </p14:xfrm>
            </p:contentPart>
          </mc:Choice>
          <mc:Fallback xmlns="">
            <p:pic>
              <p:nvPicPr>
                <p:cNvPr id="1162" name="Ink 1161">
                  <a:extLst>
                    <a:ext uri="{FF2B5EF4-FFF2-40B4-BE49-F238E27FC236}">
                      <a16:creationId xmlns:a16="http://schemas.microsoft.com/office/drawing/2014/main" id="{5E239C13-A1EE-475F-BA90-7D4B71D78F7D}"/>
                    </a:ext>
                  </a:extLst>
                </p:cNvPr>
                <p:cNvPicPr/>
                <p:nvPr/>
              </p:nvPicPr>
              <p:blipFill>
                <a:blip r:embed="rId339"/>
                <a:stretch>
                  <a:fillRect/>
                </a:stretch>
              </p:blipFill>
              <p:spPr>
                <a:xfrm>
                  <a:off x="2354391" y="4214843"/>
                  <a:ext cx="24840" cy="21960"/>
                </a:xfrm>
                <a:prstGeom prst="rect">
                  <a:avLst/>
                </a:prstGeom>
              </p:spPr>
            </p:pic>
          </mc:Fallback>
        </mc:AlternateContent>
      </p:grpSp>
      <p:grpSp>
        <p:nvGrpSpPr>
          <p:cNvPr id="1170" name="Group 1169">
            <a:extLst>
              <a:ext uri="{FF2B5EF4-FFF2-40B4-BE49-F238E27FC236}">
                <a16:creationId xmlns:a16="http://schemas.microsoft.com/office/drawing/2014/main" id="{BB017CD8-5A2C-4DA7-883D-22A5CBC2F455}"/>
              </a:ext>
            </a:extLst>
          </p:cNvPr>
          <p:cNvGrpSpPr/>
          <p:nvPr/>
        </p:nvGrpSpPr>
        <p:grpSpPr>
          <a:xfrm>
            <a:off x="11534391" y="2286683"/>
            <a:ext cx="671040" cy="873000"/>
            <a:chOff x="11534391" y="2286683"/>
            <a:chExt cx="671040" cy="873000"/>
          </a:xfrm>
        </p:grpSpPr>
        <mc:AlternateContent xmlns:mc="http://schemas.openxmlformats.org/markup-compatibility/2006" xmlns:p14="http://schemas.microsoft.com/office/powerpoint/2010/main">
          <mc:Choice Requires="p14">
            <p:contentPart p14:bwMode="auto" r:id="rId340">
              <p14:nvContentPartPr>
                <p14:cNvPr id="1164" name="Ink 1163">
                  <a:extLst>
                    <a:ext uri="{FF2B5EF4-FFF2-40B4-BE49-F238E27FC236}">
                      <a16:creationId xmlns:a16="http://schemas.microsoft.com/office/drawing/2014/main" id="{72F98C21-0366-4DD8-9E64-5AD4F6753E0F}"/>
                    </a:ext>
                  </a:extLst>
                </p14:cNvPr>
                <p14:cNvContentPartPr/>
                <p14:nvPr/>
              </p14:nvContentPartPr>
              <p14:xfrm>
                <a:off x="11658231" y="2286683"/>
                <a:ext cx="216360" cy="18000"/>
              </p14:xfrm>
            </p:contentPart>
          </mc:Choice>
          <mc:Fallback xmlns="">
            <p:pic>
              <p:nvPicPr>
                <p:cNvPr id="1164" name="Ink 1163">
                  <a:extLst>
                    <a:ext uri="{FF2B5EF4-FFF2-40B4-BE49-F238E27FC236}">
                      <a16:creationId xmlns:a16="http://schemas.microsoft.com/office/drawing/2014/main" id="{72F98C21-0366-4DD8-9E64-5AD4F6753E0F}"/>
                    </a:ext>
                  </a:extLst>
                </p:cNvPr>
                <p:cNvPicPr/>
                <p:nvPr/>
              </p:nvPicPr>
              <p:blipFill>
                <a:blip r:embed="rId341"/>
                <a:stretch>
                  <a:fillRect/>
                </a:stretch>
              </p:blipFill>
              <p:spPr>
                <a:xfrm>
                  <a:off x="11649591" y="2278043"/>
                  <a:ext cx="23400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1165" name="Ink 1164">
                  <a:extLst>
                    <a:ext uri="{FF2B5EF4-FFF2-40B4-BE49-F238E27FC236}">
                      <a16:creationId xmlns:a16="http://schemas.microsoft.com/office/drawing/2014/main" id="{C4BA93E1-9540-40FB-B869-57701D5704C3}"/>
                    </a:ext>
                  </a:extLst>
                </p14:cNvPr>
                <p14:cNvContentPartPr/>
                <p14:nvPr/>
              </p14:nvContentPartPr>
              <p14:xfrm>
                <a:off x="11709351" y="2305763"/>
                <a:ext cx="129240" cy="374040"/>
              </p14:xfrm>
            </p:contentPart>
          </mc:Choice>
          <mc:Fallback xmlns="">
            <p:pic>
              <p:nvPicPr>
                <p:cNvPr id="1165" name="Ink 1164">
                  <a:extLst>
                    <a:ext uri="{FF2B5EF4-FFF2-40B4-BE49-F238E27FC236}">
                      <a16:creationId xmlns:a16="http://schemas.microsoft.com/office/drawing/2014/main" id="{C4BA93E1-9540-40FB-B869-57701D5704C3}"/>
                    </a:ext>
                  </a:extLst>
                </p:cNvPr>
                <p:cNvPicPr/>
                <p:nvPr/>
              </p:nvPicPr>
              <p:blipFill>
                <a:blip r:embed="rId343"/>
                <a:stretch>
                  <a:fillRect/>
                </a:stretch>
              </p:blipFill>
              <p:spPr>
                <a:xfrm>
                  <a:off x="11700351" y="2296763"/>
                  <a:ext cx="146880" cy="39168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1166" name="Ink 1165">
                  <a:extLst>
                    <a:ext uri="{FF2B5EF4-FFF2-40B4-BE49-F238E27FC236}">
                      <a16:creationId xmlns:a16="http://schemas.microsoft.com/office/drawing/2014/main" id="{AF5D6DA0-6F17-4615-AA42-65298609B5FD}"/>
                    </a:ext>
                  </a:extLst>
                </p14:cNvPr>
                <p14:cNvContentPartPr/>
                <p14:nvPr/>
              </p14:nvContentPartPr>
              <p14:xfrm>
                <a:off x="11647071" y="2786363"/>
                <a:ext cx="99000" cy="179640"/>
              </p14:xfrm>
            </p:contentPart>
          </mc:Choice>
          <mc:Fallback xmlns="">
            <p:pic>
              <p:nvPicPr>
                <p:cNvPr id="1166" name="Ink 1165">
                  <a:extLst>
                    <a:ext uri="{FF2B5EF4-FFF2-40B4-BE49-F238E27FC236}">
                      <a16:creationId xmlns:a16="http://schemas.microsoft.com/office/drawing/2014/main" id="{AF5D6DA0-6F17-4615-AA42-65298609B5FD}"/>
                    </a:ext>
                  </a:extLst>
                </p:cNvPr>
                <p:cNvPicPr/>
                <p:nvPr/>
              </p:nvPicPr>
              <p:blipFill>
                <a:blip r:embed="rId345"/>
                <a:stretch>
                  <a:fillRect/>
                </a:stretch>
              </p:blipFill>
              <p:spPr>
                <a:xfrm>
                  <a:off x="11638071" y="2777723"/>
                  <a:ext cx="11664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1167" name="Ink 1166">
                  <a:extLst>
                    <a:ext uri="{FF2B5EF4-FFF2-40B4-BE49-F238E27FC236}">
                      <a16:creationId xmlns:a16="http://schemas.microsoft.com/office/drawing/2014/main" id="{70CA59C4-81F9-4637-B75C-05B2493C689A}"/>
                    </a:ext>
                  </a:extLst>
                </p14:cNvPr>
                <p14:cNvContentPartPr/>
                <p14:nvPr/>
              </p14:nvContentPartPr>
              <p14:xfrm>
                <a:off x="11799711" y="2886083"/>
                <a:ext cx="95400" cy="2880"/>
              </p14:xfrm>
            </p:contentPart>
          </mc:Choice>
          <mc:Fallback xmlns="">
            <p:pic>
              <p:nvPicPr>
                <p:cNvPr id="1167" name="Ink 1166">
                  <a:extLst>
                    <a:ext uri="{FF2B5EF4-FFF2-40B4-BE49-F238E27FC236}">
                      <a16:creationId xmlns:a16="http://schemas.microsoft.com/office/drawing/2014/main" id="{70CA59C4-81F9-4637-B75C-05B2493C689A}"/>
                    </a:ext>
                  </a:extLst>
                </p:cNvPr>
                <p:cNvPicPr/>
                <p:nvPr/>
              </p:nvPicPr>
              <p:blipFill>
                <a:blip r:embed="rId347"/>
                <a:stretch>
                  <a:fillRect/>
                </a:stretch>
              </p:blipFill>
              <p:spPr>
                <a:xfrm>
                  <a:off x="11790711" y="2877083"/>
                  <a:ext cx="11304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1168" name="Ink 1167">
                  <a:extLst>
                    <a:ext uri="{FF2B5EF4-FFF2-40B4-BE49-F238E27FC236}">
                      <a16:creationId xmlns:a16="http://schemas.microsoft.com/office/drawing/2014/main" id="{5D1F3FA4-E506-411B-8E7D-852EFCA790F6}"/>
                    </a:ext>
                  </a:extLst>
                </p14:cNvPr>
                <p14:cNvContentPartPr/>
                <p14:nvPr/>
              </p14:nvContentPartPr>
              <p14:xfrm>
                <a:off x="11919591" y="2814083"/>
                <a:ext cx="76320" cy="252000"/>
              </p14:xfrm>
            </p:contentPart>
          </mc:Choice>
          <mc:Fallback xmlns="">
            <p:pic>
              <p:nvPicPr>
                <p:cNvPr id="1168" name="Ink 1167">
                  <a:extLst>
                    <a:ext uri="{FF2B5EF4-FFF2-40B4-BE49-F238E27FC236}">
                      <a16:creationId xmlns:a16="http://schemas.microsoft.com/office/drawing/2014/main" id="{5D1F3FA4-E506-411B-8E7D-852EFCA790F6}"/>
                    </a:ext>
                  </a:extLst>
                </p:cNvPr>
                <p:cNvPicPr/>
                <p:nvPr/>
              </p:nvPicPr>
              <p:blipFill>
                <a:blip r:embed="rId349"/>
                <a:stretch>
                  <a:fillRect/>
                </a:stretch>
              </p:blipFill>
              <p:spPr>
                <a:xfrm>
                  <a:off x="11910591" y="2805083"/>
                  <a:ext cx="9396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1169" name="Ink 1168">
                  <a:extLst>
                    <a:ext uri="{FF2B5EF4-FFF2-40B4-BE49-F238E27FC236}">
                      <a16:creationId xmlns:a16="http://schemas.microsoft.com/office/drawing/2014/main" id="{6C086117-D678-48ED-8B32-477E89024A91}"/>
                    </a:ext>
                  </a:extLst>
                </p14:cNvPr>
                <p14:cNvContentPartPr/>
                <p14:nvPr/>
              </p14:nvContentPartPr>
              <p14:xfrm>
                <a:off x="11534391" y="2617163"/>
                <a:ext cx="671040" cy="542520"/>
              </p14:xfrm>
            </p:contentPart>
          </mc:Choice>
          <mc:Fallback xmlns="">
            <p:pic>
              <p:nvPicPr>
                <p:cNvPr id="1169" name="Ink 1168">
                  <a:extLst>
                    <a:ext uri="{FF2B5EF4-FFF2-40B4-BE49-F238E27FC236}">
                      <a16:creationId xmlns:a16="http://schemas.microsoft.com/office/drawing/2014/main" id="{6C086117-D678-48ED-8B32-477E89024A91}"/>
                    </a:ext>
                  </a:extLst>
                </p:cNvPr>
                <p:cNvPicPr/>
                <p:nvPr/>
              </p:nvPicPr>
              <p:blipFill>
                <a:blip r:embed="rId351"/>
                <a:stretch>
                  <a:fillRect/>
                </a:stretch>
              </p:blipFill>
              <p:spPr>
                <a:xfrm>
                  <a:off x="11525391" y="2608163"/>
                  <a:ext cx="688680" cy="560160"/>
                </a:xfrm>
                <a:prstGeom prst="rect">
                  <a:avLst/>
                </a:prstGeom>
              </p:spPr>
            </p:pic>
          </mc:Fallback>
        </mc:AlternateContent>
      </p:grpSp>
    </p:spTree>
    <p:extLst>
      <p:ext uri="{BB962C8B-B14F-4D97-AF65-F5344CB8AC3E}">
        <p14:creationId xmlns:p14="http://schemas.microsoft.com/office/powerpoint/2010/main" val="13342131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fontScale="90000"/>
          </a:bodyPr>
          <a:lstStyle/>
          <a:p>
            <a:r>
              <a:rPr lang="en-US" sz="4000" kern="1200" dirty="0">
                <a:solidFill>
                  <a:srgbClr val="FFFFFF"/>
                </a:solidFill>
                <a:latin typeface="+mj-lt"/>
                <a:ea typeface="+mj-ea"/>
                <a:cs typeface="+mj-cs"/>
              </a:rPr>
              <a:t>Visualizing L1 and L2 Regularization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pic>
        <p:nvPicPr>
          <p:cNvPr id="1026" name="Picture 2" descr="Regularization | Regularization Techniques in Machine Learning">
            <a:extLst>
              <a:ext uri="{FF2B5EF4-FFF2-40B4-BE49-F238E27FC236}">
                <a16:creationId xmlns:a16="http://schemas.microsoft.com/office/drawing/2014/main" id="{CB4655F8-6F20-4898-B1EB-FBDCD61A1D6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5555"/>
          <a:stretch/>
        </p:blipFill>
        <p:spPr bwMode="auto">
          <a:xfrm>
            <a:off x="772177" y="1613200"/>
            <a:ext cx="3815280" cy="5204758"/>
          </a:xfrm>
          <a:prstGeom prst="rect">
            <a:avLst/>
          </a:prstGeom>
          <a:noFill/>
          <a:extLst>
            <a:ext uri="{909E8E84-426E-40DD-AFC4-6F175D3DCCD1}">
              <a14:hiddenFill xmlns:a14="http://schemas.microsoft.com/office/drawing/2010/main">
                <a:solidFill>
                  <a:srgbClr val="FFFFFF"/>
                </a:solidFill>
              </a14:hiddenFill>
            </a:ext>
          </a:extLst>
        </p:spPr>
      </p:pic>
      <p:pic>
        <p:nvPicPr>
          <p:cNvPr id="136" name="Picture 2" descr="Regularization | Regularization Techniques in Machine Learning">
            <a:extLst>
              <a:ext uri="{FF2B5EF4-FFF2-40B4-BE49-F238E27FC236}">
                <a16:creationId xmlns:a16="http://schemas.microsoft.com/office/drawing/2014/main" id="{2AF5ED32-0FE0-402B-BA12-64035DB9568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7846"/>
          <a:stretch/>
        </p:blipFill>
        <p:spPr bwMode="auto">
          <a:xfrm>
            <a:off x="6764053" y="1574310"/>
            <a:ext cx="3618631" cy="520475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EC152C07-5002-4C93-A70B-E5DC2E32CBE0}"/>
                  </a:ext>
                </a:extLst>
              </p14:cNvPr>
              <p14:cNvContentPartPr/>
              <p14:nvPr/>
            </p14:nvContentPartPr>
            <p14:xfrm>
              <a:off x="7826737" y="4221151"/>
              <a:ext cx="50040" cy="41760"/>
            </p14:xfrm>
          </p:contentPart>
        </mc:Choice>
        <mc:Fallback xmlns="">
          <p:pic>
            <p:nvPicPr>
              <p:cNvPr id="5" name="Ink 4">
                <a:extLst>
                  <a:ext uri="{FF2B5EF4-FFF2-40B4-BE49-F238E27FC236}">
                    <a16:creationId xmlns:a16="http://schemas.microsoft.com/office/drawing/2014/main" id="{EC152C07-5002-4C93-A70B-E5DC2E32CBE0}"/>
                  </a:ext>
                </a:extLst>
              </p:cNvPr>
              <p:cNvPicPr/>
              <p:nvPr/>
            </p:nvPicPr>
            <p:blipFill>
              <a:blip r:embed="rId5"/>
              <a:stretch>
                <a:fillRect/>
              </a:stretch>
            </p:blipFill>
            <p:spPr>
              <a:xfrm>
                <a:off x="7818097" y="4212151"/>
                <a:ext cx="67680" cy="59400"/>
              </a:xfrm>
              <a:prstGeom prst="rect">
                <a:avLst/>
              </a:prstGeom>
            </p:spPr>
          </p:pic>
        </mc:Fallback>
      </mc:AlternateContent>
      <p:grpSp>
        <p:nvGrpSpPr>
          <p:cNvPr id="38" name="Group 37">
            <a:extLst>
              <a:ext uri="{FF2B5EF4-FFF2-40B4-BE49-F238E27FC236}">
                <a16:creationId xmlns:a16="http://schemas.microsoft.com/office/drawing/2014/main" id="{1D474802-0F46-485B-A051-4ED556E99CC1}"/>
              </a:ext>
            </a:extLst>
          </p:cNvPr>
          <p:cNvGrpSpPr/>
          <p:nvPr/>
        </p:nvGrpSpPr>
        <p:grpSpPr>
          <a:xfrm>
            <a:off x="7830697" y="3392791"/>
            <a:ext cx="619920" cy="163800"/>
            <a:chOff x="7830697" y="3392791"/>
            <a:chExt cx="619920" cy="163800"/>
          </a:xfrm>
        </p:grpSpPr>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85BA9526-8C34-4611-A7E8-5B885D8FA4B4}"/>
                    </a:ext>
                  </a:extLst>
                </p14:cNvPr>
                <p14:cNvContentPartPr/>
                <p14:nvPr/>
              </p14:nvContentPartPr>
              <p14:xfrm>
                <a:off x="7938337" y="3392791"/>
                <a:ext cx="512280" cy="163800"/>
              </p14:xfrm>
            </p:contentPart>
          </mc:Choice>
          <mc:Fallback xmlns="">
            <p:pic>
              <p:nvPicPr>
                <p:cNvPr id="9" name="Ink 8">
                  <a:extLst>
                    <a:ext uri="{FF2B5EF4-FFF2-40B4-BE49-F238E27FC236}">
                      <a16:creationId xmlns:a16="http://schemas.microsoft.com/office/drawing/2014/main" id="{85BA9526-8C34-4611-A7E8-5B885D8FA4B4}"/>
                    </a:ext>
                  </a:extLst>
                </p:cNvPr>
                <p:cNvPicPr/>
                <p:nvPr/>
              </p:nvPicPr>
              <p:blipFill>
                <a:blip r:embed="rId7"/>
                <a:stretch>
                  <a:fillRect/>
                </a:stretch>
              </p:blipFill>
              <p:spPr>
                <a:xfrm>
                  <a:off x="7929337" y="3383791"/>
                  <a:ext cx="52992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3" name="Ink 22">
                  <a:extLst>
                    <a:ext uri="{FF2B5EF4-FFF2-40B4-BE49-F238E27FC236}">
                      <a16:creationId xmlns:a16="http://schemas.microsoft.com/office/drawing/2014/main" id="{E710CCF8-3651-4AE6-AE68-8B047CA0BE6E}"/>
                    </a:ext>
                  </a:extLst>
                </p14:cNvPr>
                <p14:cNvContentPartPr/>
                <p14:nvPr/>
              </p14:nvContentPartPr>
              <p14:xfrm>
                <a:off x="7830697" y="3439231"/>
                <a:ext cx="75600" cy="66240"/>
              </p14:xfrm>
            </p:contentPart>
          </mc:Choice>
          <mc:Fallback xmlns="">
            <p:pic>
              <p:nvPicPr>
                <p:cNvPr id="23" name="Ink 22">
                  <a:extLst>
                    <a:ext uri="{FF2B5EF4-FFF2-40B4-BE49-F238E27FC236}">
                      <a16:creationId xmlns:a16="http://schemas.microsoft.com/office/drawing/2014/main" id="{E710CCF8-3651-4AE6-AE68-8B047CA0BE6E}"/>
                    </a:ext>
                  </a:extLst>
                </p:cNvPr>
                <p:cNvPicPr/>
                <p:nvPr/>
              </p:nvPicPr>
              <p:blipFill>
                <a:blip r:embed="rId9"/>
                <a:stretch>
                  <a:fillRect/>
                </a:stretch>
              </p:blipFill>
              <p:spPr>
                <a:xfrm>
                  <a:off x="7821697" y="3430231"/>
                  <a:ext cx="93240" cy="83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7" name="Ink 36">
                <a:extLst>
                  <a:ext uri="{FF2B5EF4-FFF2-40B4-BE49-F238E27FC236}">
                    <a16:creationId xmlns:a16="http://schemas.microsoft.com/office/drawing/2014/main" id="{BEFA85C1-2F69-4A98-B501-990E368C8200}"/>
                  </a:ext>
                </a:extLst>
              </p14:cNvPr>
              <p14:cNvContentPartPr/>
              <p14:nvPr/>
            </p14:nvContentPartPr>
            <p14:xfrm>
              <a:off x="7822417" y="4214671"/>
              <a:ext cx="75240" cy="48240"/>
            </p14:xfrm>
          </p:contentPart>
        </mc:Choice>
        <mc:Fallback xmlns="">
          <p:pic>
            <p:nvPicPr>
              <p:cNvPr id="37" name="Ink 36">
                <a:extLst>
                  <a:ext uri="{FF2B5EF4-FFF2-40B4-BE49-F238E27FC236}">
                    <a16:creationId xmlns:a16="http://schemas.microsoft.com/office/drawing/2014/main" id="{BEFA85C1-2F69-4A98-B501-990E368C8200}"/>
                  </a:ext>
                </a:extLst>
              </p:cNvPr>
              <p:cNvPicPr/>
              <p:nvPr/>
            </p:nvPicPr>
            <p:blipFill>
              <a:blip r:embed="rId11"/>
              <a:stretch>
                <a:fillRect/>
              </a:stretch>
            </p:blipFill>
            <p:spPr>
              <a:xfrm>
                <a:off x="7813417" y="4206031"/>
                <a:ext cx="92880" cy="65880"/>
              </a:xfrm>
              <a:prstGeom prst="rect">
                <a:avLst/>
              </a:prstGeom>
            </p:spPr>
          </p:pic>
        </mc:Fallback>
      </mc:AlternateContent>
      <p:grpSp>
        <p:nvGrpSpPr>
          <p:cNvPr id="13" name="Group 12">
            <a:extLst>
              <a:ext uri="{FF2B5EF4-FFF2-40B4-BE49-F238E27FC236}">
                <a16:creationId xmlns:a16="http://schemas.microsoft.com/office/drawing/2014/main" id="{ADC8247A-738B-4BE2-8674-B89B280CC81D}"/>
              </a:ext>
            </a:extLst>
          </p:cNvPr>
          <p:cNvGrpSpPr/>
          <p:nvPr/>
        </p:nvGrpSpPr>
        <p:grpSpPr>
          <a:xfrm>
            <a:off x="2946591" y="3233483"/>
            <a:ext cx="2052000" cy="367920"/>
            <a:chOff x="2946591" y="3233483"/>
            <a:chExt cx="2052000" cy="367920"/>
          </a:xfrm>
        </p:grpSpPr>
        <mc:AlternateContent xmlns:mc="http://schemas.openxmlformats.org/markup-compatibility/2006" xmlns:p14="http://schemas.microsoft.com/office/powerpoint/2010/main">
          <mc:Choice Requires="p14">
            <p:contentPart p14:bwMode="auto" r:id="rId12">
              <p14:nvContentPartPr>
                <p14:cNvPr id="3" name="Ink 2">
                  <a:extLst>
                    <a:ext uri="{FF2B5EF4-FFF2-40B4-BE49-F238E27FC236}">
                      <a16:creationId xmlns:a16="http://schemas.microsoft.com/office/drawing/2014/main" id="{8CFEA28E-EB16-498F-89D5-6A4A38E8959E}"/>
                    </a:ext>
                  </a:extLst>
                </p14:cNvPr>
                <p14:cNvContentPartPr/>
                <p14:nvPr/>
              </p14:nvContentPartPr>
              <p14:xfrm>
                <a:off x="2977551" y="3599603"/>
                <a:ext cx="360" cy="1800"/>
              </p14:xfrm>
            </p:contentPart>
          </mc:Choice>
          <mc:Fallback xmlns="">
            <p:pic>
              <p:nvPicPr>
                <p:cNvPr id="3" name="Ink 2">
                  <a:extLst>
                    <a:ext uri="{FF2B5EF4-FFF2-40B4-BE49-F238E27FC236}">
                      <a16:creationId xmlns:a16="http://schemas.microsoft.com/office/drawing/2014/main" id="{8CFEA28E-EB16-498F-89D5-6A4A38E8959E}"/>
                    </a:ext>
                  </a:extLst>
                </p:cNvPr>
                <p:cNvPicPr/>
                <p:nvPr/>
              </p:nvPicPr>
              <p:blipFill>
                <a:blip r:embed="rId13"/>
                <a:stretch>
                  <a:fillRect/>
                </a:stretch>
              </p:blipFill>
              <p:spPr>
                <a:xfrm>
                  <a:off x="2968911" y="3590603"/>
                  <a:ext cx="1800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 name="Ink 3">
                  <a:extLst>
                    <a:ext uri="{FF2B5EF4-FFF2-40B4-BE49-F238E27FC236}">
                      <a16:creationId xmlns:a16="http://schemas.microsoft.com/office/drawing/2014/main" id="{785D5436-55A7-4A94-8FD4-7A252B292032}"/>
                    </a:ext>
                  </a:extLst>
                </p14:cNvPr>
                <p14:cNvContentPartPr/>
                <p14:nvPr/>
              </p14:nvContentPartPr>
              <p14:xfrm>
                <a:off x="2946591" y="3597443"/>
                <a:ext cx="360" cy="360"/>
              </p14:xfrm>
            </p:contentPart>
          </mc:Choice>
          <mc:Fallback xmlns="">
            <p:pic>
              <p:nvPicPr>
                <p:cNvPr id="4" name="Ink 3">
                  <a:extLst>
                    <a:ext uri="{FF2B5EF4-FFF2-40B4-BE49-F238E27FC236}">
                      <a16:creationId xmlns:a16="http://schemas.microsoft.com/office/drawing/2014/main" id="{785D5436-55A7-4A94-8FD4-7A252B292032}"/>
                    </a:ext>
                  </a:extLst>
                </p:cNvPr>
                <p:cNvPicPr/>
                <p:nvPr/>
              </p:nvPicPr>
              <p:blipFill>
                <a:blip r:embed="rId15"/>
                <a:stretch>
                  <a:fillRect/>
                </a:stretch>
              </p:blipFill>
              <p:spPr>
                <a:xfrm>
                  <a:off x="2937591" y="358880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 name="Ink 6">
                  <a:extLst>
                    <a:ext uri="{FF2B5EF4-FFF2-40B4-BE49-F238E27FC236}">
                      <a16:creationId xmlns:a16="http://schemas.microsoft.com/office/drawing/2014/main" id="{33552B7D-314D-46FC-9561-04332C58D4CD}"/>
                    </a:ext>
                  </a:extLst>
                </p14:cNvPr>
                <p14:cNvContentPartPr/>
                <p14:nvPr/>
              </p14:nvContentPartPr>
              <p14:xfrm>
                <a:off x="2951271" y="3312683"/>
                <a:ext cx="1455480" cy="231120"/>
              </p14:xfrm>
            </p:contentPart>
          </mc:Choice>
          <mc:Fallback xmlns="">
            <p:pic>
              <p:nvPicPr>
                <p:cNvPr id="7" name="Ink 6">
                  <a:extLst>
                    <a:ext uri="{FF2B5EF4-FFF2-40B4-BE49-F238E27FC236}">
                      <a16:creationId xmlns:a16="http://schemas.microsoft.com/office/drawing/2014/main" id="{33552B7D-314D-46FC-9561-04332C58D4CD}"/>
                    </a:ext>
                  </a:extLst>
                </p:cNvPr>
                <p:cNvPicPr/>
                <p:nvPr/>
              </p:nvPicPr>
              <p:blipFill>
                <a:blip r:embed="rId17"/>
                <a:stretch>
                  <a:fillRect/>
                </a:stretch>
              </p:blipFill>
              <p:spPr>
                <a:xfrm>
                  <a:off x="2942271" y="3303683"/>
                  <a:ext cx="147312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8" name="Ink 7">
                  <a:extLst>
                    <a:ext uri="{FF2B5EF4-FFF2-40B4-BE49-F238E27FC236}">
                      <a16:creationId xmlns:a16="http://schemas.microsoft.com/office/drawing/2014/main" id="{77234562-1058-4F03-ADFA-4B30378585D6}"/>
                    </a:ext>
                  </a:extLst>
                </p14:cNvPr>
                <p14:cNvContentPartPr/>
                <p14:nvPr/>
              </p14:nvContentPartPr>
              <p14:xfrm>
                <a:off x="4494951" y="3233483"/>
                <a:ext cx="146880" cy="212760"/>
              </p14:xfrm>
            </p:contentPart>
          </mc:Choice>
          <mc:Fallback xmlns="">
            <p:pic>
              <p:nvPicPr>
                <p:cNvPr id="8" name="Ink 7">
                  <a:extLst>
                    <a:ext uri="{FF2B5EF4-FFF2-40B4-BE49-F238E27FC236}">
                      <a16:creationId xmlns:a16="http://schemas.microsoft.com/office/drawing/2014/main" id="{77234562-1058-4F03-ADFA-4B30378585D6}"/>
                    </a:ext>
                  </a:extLst>
                </p:cNvPr>
                <p:cNvPicPr/>
                <p:nvPr/>
              </p:nvPicPr>
              <p:blipFill>
                <a:blip r:embed="rId19"/>
                <a:stretch>
                  <a:fillRect/>
                </a:stretch>
              </p:blipFill>
              <p:spPr>
                <a:xfrm>
                  <a:off x="4485951" y="3224483"/>
                  <a:ext cx="16452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 name="Ink 9">
                  <a:extLst>
                    <a:ext uri="{FF2B5EF4-FFF2-40B4-BE49-F238E27FC236}">
                      <a16:creationId xmlns:a16="http://schemas.microsoft.com/office/drawing/2014/main" id="{6A57CFBE-9596-4831-B3EA-2239B8038FC9}"/>
                    </a:ext>
                  </a:extLst>
                </p14:cNvPr>
                <p14:cNvContentPartPr/>
                <p14:nvPr/>
              </p14:nvContentPartPr>
              <p14:xfrm>
                <a:off x="4646511" y="3311963"/>
                <a:ext cx="98280" cy="11160"/>
              </p14:xfrm>
            </p:contentPart>
          </mc:Choice>
          <mc:Fallback xmlns="">
            <p:pic>
              <p:nvPicPr>
                <p:cNvPr id="10" name="Ink 9">
                  <a:extLst>
                    <a:ext uri="{FF2B5EF4-FFF2-40B4-BE49-F238E27FC236}">
                      <a16:creationId xmlns:a16="http://schemas.microsoft.com/office/drawing/2014/main" id="{6A57CFBE-9596-4831-B3EA-2239B8038FC9}"/>
                    </a:ext>
                  </a:extLst>
                </p:cNvPr>
                <p:cNvPicPr/>
                <p:nvPr/>
              </p:nvPicPr>
              <p:blipFill>
                <a:blip r:embed="rId21"/>
                <a:stretch>
                  <a:fillRect/>
                </a:stretch>
              </p:blipFill>
              <p:spPr>
                <a:xfrm>
                  <a:off x="4637511" y="3303323"/>
                  <a:ext cx="11592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1" name="Ink 10">
                  <a:extLst>
                    <a:ext uri="{FF2B5EF4-FFF2-40B4-BE49-F238E27FC236}">
                      <a16:creationId xmlns:a16="http://schemas.microsoft.com/office/drawing/2014/main" id="{5AB87BD2-B90E-4E52-9FA2-BAAD106D80CE}"/>
                    </a:ext>
                  </a:extLst>
                </p14:cNvPr>
                <p14:cNvContentPartPr/>
                <p14:nvPr/>
              </p14:nvContentPartPr>
              <p14:xfrm>
                <a:off x="4674591" y="3362723"/>
                <a:ext cx="96840" cy="22320"/>
              </p14:xfrm>
            </p:contentPart>
          </mc:Choice>
          <mc:Fallback xmlns="">
            <p:pic>
              <p:nvPicPr>
                <p:cNvPr id="11" name="Ink 10">
                  <a:extLst>
                    <a:ext uri="{FF2B5EF4-FFF2-40B4-BE49-F238E27FC236}">
                      <a16:creationId xmlns:a16="http://schemas.microsoft.com/office/drawing/2014/main" id="{5AB87BD2-B90E-4E52-9FA2-BAAD106D80CE}"/>
                    </a:ext>
                  </a:extLst>
                </p:cNvPr>
                <p:cNvPicPr/>
                <p:nvPr/>
              </p:nvPicPr>
              <p:blipFill>
                <a:blip r:embed="rId23"/>
                <a:stretch>
                  <a:fillRect/>
                </a:stretch>
              </p:blipFill>
              <p:spPr>
                <a:xfrm>
                  <a:off x="4665951" y="3353723"/>
                  <a:ext cx="11448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2" name="Ink 11">
                  <a:extLst>
                    <a:ext uri="{FF2B5EF4-FFF2-40B4-BE49-F238E27FC236}">
                      <a16:creationId xmlns:a16="http://schemas.microsoft.com/office/drawing/2014/main" id="{70A73701-A1E1-4A27-ADB1-CC361DCA8FB5}"/>
                    </a:ext>
                  </a:extLst>
                </p14:cNvPr>
                <p14:cNvContentPartPr/>
                <p14:nvPr/>
              </p14:nvContentPartPr>
              <p14:xfrm>
                <a:off x="4839831" y="3266603"/>
                <a:ext cx="158760" cy="147960"/>
              </p14:xfrm>
            </p:contentPart>
          </mc:Choice>
          <mc:Fallback xmlns="">
            <p:pic>
              <p:nvPicPr>
                <p:cNvPr id="12" name="Ink 11">
                  <a:extLst>
                    <a:ext uri="{FF2B5EF4-FFF2-40B4-BE49-F238E27FC236}">
                      <a16:creationId xmlns:a16="http://schemas.microsoft.com/office/drawing/2014/main" id="{70A73701-A1E1-4A27-ADB1-CC361DCA8FB5}"/>
                    </a:ext>
                  </a:extLst>
                </p:cNvPr>
                <p:cNvPicPr/>
                <p:nvPr/>
              </p:nvPicPr>
              <p:blipFill>
                <a:blip r:embed="rId25"/>
                <a:stretch>
                  <a:fillRect/>
                </a:stretch>
              </p:blipFill>
              <p:spPr>
                <a:xfrm>
                  <a:off x="4831191" y="3257963"/>
                  <a:ext cx="176400" cy="165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
            <p14:nvContentPartPr>
              <p14:cNvPr id="28" name="Ink 27">
                <a:extLst>
                  <a:ext uri="{FF2B5EF4-FFF2-40B4-BE49-F238E27FC236}">
                    <a16:creationId xmlns:a16="http://schemas.microsoft.com/office/drawing/2014/main" id="{734A47FE-A662-4C7D-AA9A-999F97434CCA}"/>
                  </a:ext>
                </a:extLst>
              </p14:cNvPr>
              <p14:cNvContentPartPr/>
              <p14:nvPr/>
            </p14:nvContentPartPr>
            <p14:xfrm>
              <a:off x="2311191" y="5010443"/>
              <a:ext cx="27720" cy="360"/>
            </p14:xfrm>
          </p:contentPart>
        </mc:Choice>
        <mc:Fallback xmlns="">
          <p:pic>
            <p:nvPicPr>
              <p:cNvPr id="28" name="Ink 27">
                <a:extLst>
                  <a:ext uri="{FF2B5EF4-FFF2-40B4-BE49-F238E27FC236}">
                    <a16:creationId xmlns:a16="http://schemas.microsoft.com/office/drawing/2014/main" id="{734A47FE-A662-4C7D-AA9A-999F97434CCA}"/>
                  </a:ext>
                </a:extLst>
              </p:cNvPr>
              <p:cNvPicPr/>
              <p:nvPr/>
            </p:nvPicPr>
            <p:blipFill>
              <a:blip r:embed="rId27"/>
              <a:stretch>
                <a:fillRect/>
              </a:stretch>
            </p:blipFill>
            <p:spPr>
              <a:xfrm>
                <a:off x="2302551" y="5001803"/>
                <a:ext cx="453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0" name="Ink 29">
                <a:extLst>
                  <a:ext uri="{FF2B5EF4-FFF2-40B4-BE49-F238E27FC236}">
                    <a16:creationId xmlns:a16="http://schemas.microsoft.com/office/drawing/2014/main" id="{F16365E5-7593-44B8-A093-6EA6D0400EBF}"/>
                  </a:ext>
                </a:extLst>
              </p14:cNvPr>
              <p14:cNvContentPartPr/>
              <p14:nvPr/>
            </p14:nvContentPartPr>
            <p14:xfrm>
              <a:off x="2837151" y="1105523"/>
              <a:ext cx="434520" cy="67680"/>
            </p14:xfrm>
          </p:contentPart>
        </mc:Choice>
        <mc:Fallback xmlns="">
          <p:pic>
            <p:nvPicPr>
              <p:cNvPr id="30" name="Ink 29">
                <a:extLst>
                  <a:ext uri="{FF2B5EF4-FFF2-40B4-BE49-F238E27FC236}">
                    <a16:creationId xmlns:a16="http://schemas.microsoft.com/office/drawing/2014/main" id="{F16365E5-7593-44B8-A093-6EA6D0400EBF}"/>
                  </a:ext>
                </a:extLst>
              </p:cNvPr>
              <p:cNvPicPr/>
              <p:nvPr/>
            </p:nvPicPr>
            <p:blipFill>
              <a:blip r:embed="rId29"/>
              <a:stretch>
                <a:fillRect/>
              </a:stretch>
            </p:blipFill>
            <p:spPr>
              <a:xfrm>
                <a:off x="2828511" y="1096523"/>
                <a:ext cx="452160" cy="85320"/>
              </a:xfrm>
              <a:prstGeom prst="rect">
                <a:avLst/>
              </a:prstGeom>
            </p:spPr>
          </p:pic>
        </mc:Fallback>
      </mc:AlternateContent>
      <p:grpSp>
        <p:nvGrpSpPr>
          <p:cNvPr id="36" name="Group 35">
            <a:extLst>
              <a:ext uri="{FF2B5EF4-FFF2-40B4-BE49-F238E27FC236}">
                <a16:creationId xmlns:a16="http://schemas.microsoft.com/office/drawing/2014/main" id="{7F614A27-790E-4FB3-AEC4-0BB2D89BE93B}"/>
              </a:ext>
            </a:extLst>
          </p:cNvPr>
          <p:cNvGrpSpPr/>
          <p:nvPr/>
        </p:nvGrpSpPr>
        <p:grpSpPr>
          <a:xfrm>
            <a:off x="514791" y="1816883"/>
            <a:ext cx="980640" cy="630720"/>
            <a:chOff x="514791" y="1816883"/>
            <a:chExt cx="980640" cy="630720"/>
          </a:xfrm>
        </p:grpSpPr>
        <mc:AlternateContent xmlns:mc="http://schemas.openxmlformats.org/markup-compatibility/2006" xmlns:p14="http://schemas.microsoft.com/office/powerpoint/2010/main">
          <mc:Choice Requires="p14">
            <p:contentPart p14:bwMode="auto" r:id="rId30">
              <p14:nvContentPartPr>
                <p14:cNvPr id="31" name="Ink 30">
                  <a:extLst>
                    <a:ext uri="{FF2B5EF4-FFF2-40B4-BE49-F238E27FC236}">
                      <a16:creationId xmlns:a16="http://schemas.microsoft.com/office/drawing/2014/main" id="{E5206F6D-202D-4D3C-83E4-89A1EF4916E6}"/>
                    </a:ext>
                  </a:extLst>
                </p14:cNvPr>
                <p14:cNvContentPartPr/>
                <p14:nvPr/>
              </p14:nvContentPartPr>
              <p14:xfrm>
                <a:off x="514791" y="2061683"/>
                <a:ext cx="213120" cy="144720"/>
              </p14:xfrm>
            </p:contentPart>
          </mc:Choice>
          <mc:Fallback xmlns="">
            <p:pic>
              <p:nvPicPr>
                <p:cNvPr id="31" name="Ink 30">
                  <a:extLst>
                    <a:ext uri="{FF2B5EF4-FFF2-40B4-BE49-F238E27FC236}">
                      <a16:creationId xmlns:a16="http://schemas.microsoft.com/office/drawing/2014/main" id="{E5206F6D-202D-4D3C-83E4-89A1EF4916E6}"/>
                    </a:ext>
                  </a:extLst>
                </p:cNvPr>
                <p:cNvPicPr/>
                <p:nvPr/>
              </p:nvPicPr>
              <p:blipFill>
                <a:blip r:embed="rId31"/>
                <a:stretch>
                  <a:fillRect/>
                </a:stretch>
              </p:blipFill>
              <p:spPr>
                <a:xfrm>
                  <a:off x="506151" y="2053043"/>
                  <a:ext cx="23076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2" name="Ink 31">
                  <a:extLst>
                    <a:ext uri="{FF2B5EF4-FFF2-40B4-BE49-F238E27FC236}">
                      <a16:creationId xmlns:a16="http://schemas.microsoft.com/office/drawing/2014/main" id="{A65C5258-C7DF-4F79-8583-CFC3A21E72A5}"/>
                    </a:ext>
                  </a:extLst>
                </p14:cNvPr>
                <p14:cNvContentPartPr/>
                <p14:nvPr/>
              </p14:nvContentPartPr>
              <p14:xfrm>
                <a:off x="795231" y="2180483"/>
                <a:ext cx="23400" cy="117000"/>
              </p14:xfrm>
            </p:contentPart>
          </mc:Choice>
          <mc:Fallback xmlns="">
            <p:pic>
              <p:nvPicPr>
                <p:cNvPr id="32" name="Ink 31">
                  <a:extLst>
                    <a:ext uri="{FF2B5EF4-FFF2-40B4-BE49-F238E27FC236}">
                      <a16:creationId xmlns:a16="http://schemas.microsoft.com/office/drawing/2014/main" id="{A65C5258-C7DF-4F79-8583-CFC3A21E72A5}"/>
                    </a:ext>
                  </a:extLst>
                </p:cNvPr>
                <p:cNvPicPr/>
                <p:nvPr/>
              </p:nvPicPr>
              <p:blipFill>
                <a:blip r:embed="rId33"/>
                <a:stretch>
                  <a:fillRect/>
                </a:stretch>
              </p:blipFill>
              <p:spPr>
                <a:xfrm>
                  <a:off x="786231" y="2171483"/>
                  <a:ext cx="4104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3" name="Ink 32">
                  <a:extLst>
                    <a:ext uri="{FF2B5EF4-FFF2-40B4-BE49-F238E27FC236}">
                      <a16:creationId xmlns:a16="http://schemas.microsoft.com/office/drawing/2014/main" id="{F53979DA-28FA-467D-9F3B-AC8D621C982A}"/>
                    </a:ext>
                  </a:extLst>
                </p14:cNvPr>
                <p14:cNvContentPartPr/>
                <p14:nvPr/>
              </p14:nvContentPartPr>
              <p14:xfrm>
                <a:off x="911511" y="2107763"/>
                <a:ext cx="144360" cy="77760"/>
              </p14:xfrm>
            </p:contentPart>
          </mc:Choice>
          <mc:Fallback xmlns="">
            <p:pic>
              <p:nvPicPr>
                <p:cNvPr id="33" name="Ink 32">
                  <a:extLst>
                    <a:ext uri="{FF2B5EF4-FFF2-40B4-BE49-F238E27FC236}">
                      <a16:creationId xmlns:a16="http://schemas.microsoft.com/office/drawing/2014/main" id="{F53979DA-28FA-467D-9F3B-AC8D621C982A}"/>
                    </a:ext>
                  </a:extLst>
                </p:cNvPr>
                <p:cNvPicPr/>
                <p:nvPr/>
              </p:nvPicPr>
              <p:blipFill>
                <a:blip r:embed="rId35"/>
                <a:stretch>
                  <a:fillRect/>
                </a:stretch>
              </p:blipFill>
              <p:spPr>
                <a:xfrm>
                  <a:off x="902871" y="2098763"/>
                  <a:ext cx="16200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4" name="Ink 33">
                  <a:extLst>
                    <a:ext uri="{FF2B5EF4-FFF2-40B4-BE49-F238E27FC236}">
                      <a16:creationId xmlns:a16="http://schemas.microsoft.com/office/drawing/2014/main" id="{ECA94144-3B6F-4F1F-BDC8-A179C7EF7803}"/>
                    </a:ext>
                  </a:extLst>
                </p14:cNvPr>
                <p14:cNvContentPartPr/>
                <p14:nvPr/>
              </p14:nvContentPartPr>
              <p14:xfrm>
                <a:off x="1106991" y="2037563"/>
                <a:ext cx="120600" cy="131760"/>
              </p14:xfrm>
            </p:contentPart>
          </mc:Choice>
          <mc:Fallback xmlns="">
            <p:pic>
              <p:nvPicPr>
                <p:cNvPr id="34" name="Ink 33">
                  <a:extLst>
                    <a:ext uri="{FF2B5EF4-FFF2-40B4-BE49-F238E27FC236}">
                      <a16:creationId xmlns:a16="http://schemas.microsoft.com/office/drawing/2014/main" id="{ECA94144-3B6F-4F1F-BDC8-A179C7EF7803}"/>
                    </a:ext>
                  </a:extLst>
                </p:cNvPr>
                <p:cNvPicPr/>
                <p:nvPr/>
              </p:nvPicPr>
              <p:blipFill>
                <a:blip r:embed="rId37"/>
                <a:stretch>
                  <a:fillRect/>
                </a:stretch>
              </p:blipFill>
              <p:spPr>
                <a:xfrm>
                  <a:off x="1098351" y="2028923"/>
                  <a:ext cx="13824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5" name="Ink 34">
                  <a:extLst>
                    <a:ext uri="{FF2B5EF4-FFF2-40B4-BE49-F238E27FC236}">
                      <a16:creationId xmlns:a16="http://schemas.microsoft.com/office/drawing/2014/main" id="{A810E044-C5F8-4977-BEAE-D1B8E0C0A221}"/>
                    </a:ext>
                  </a:extLst>
                </p14:cNvPr>
                <p14:cNvContentPartPr/>
                <p14:nvPr/>
              </p14:nvContentPartPr>
              <p14:xfrm>
                <a:off x="550071" y="1816883"/>
                <a:ext cx="945360" cy="630720"/>
              </p14:xfrm>
            </p:contentPart>
          </mc:Choice>
          <mc:Fallback xmlns="">
            <p:pic>
              <p:nvPicPr>
                <p:cNvPr id="35" name="Ink 34">
                  <a:extLst>
                    <a:ext uri="{FF2B5EF4-FFF2-40B4-BE49-F238E27FC236}">
                      <a16:creationId xmlns:a16="http://schemas.microsoft.com/office/drawing/2014/main" id="{A810E044-C5F8-4977-BEAE-D1B8E0C0A221}"/>
                    </a:ext>
                  </a:extLst>
                </p:cNvPr>
                <p:cNvPicPr/>
                <p:nvPr/>
              </p:nvPicPr>
              <p:blipFill>
                <a:blip r:embed="rId39"/>
                <a:stretch>
                  <a:fillRect/>
                </a:stretch>
              </p:blipFill>
              <p:spPr>
                <a:xfrm>
                  <a:off x="541071" y="1807883"/>
                  <a:ext cx="963000" cy="648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256B9B17-7CAB-4BA5-870D-6E0A23923A68}"/>
                  </a:ext>
                </a:extLst>
              </p14:cNvPr>
              <p14:cNvContentPartPr/>
              <p14:nvPr/>
            </p14:nvContentPartPr>
            <p14:xfrm>
              <a:off x="1763631" y="4406363"/>
              <a:ext cx="285480" cy="41760"/>
            </p14:xfrm>
          </p:contentPart>
        </mc:Choice>
        <mc:Fallback xmlns="">
          <p:pic>
            <p:nvPicPr>
              <p:cNvPr id="24" name="Ink 23">
                <a:extLst>
                  <a:ext uri="{FF2B5EF4-FFF2-40B4-BE49-F238E27FC236}">
                    <a16:creationId xmlns:a16="http://schemas.microsoft.com/office/drawing/2014/main" id="{256B9B17-7CAB-4BA5-870D-6E0A23923A68}"/>
                  </a:ext>
                </a:extLst>
              </p:cNvPr>
              <p:cNvPicPr/>
              <p:nvPr/>
            </p:nvPicPr>
            <p:blipFill>
              <a:blip r:embed="rId41"/>
              <a:stretch>
                <a:fillRect/>
              </a:stretch>
            </p:blipFill>
            <p:spPr>
              <a:xfrm>
                <a:off x="1754991" y="4397363"/>
                <a:ext cx="30312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9" name="Ink 38">
                <a:extLst>
                  <a:ext uri="{FF2B5EF4-FFF2-40B4-BE49-F238E27FC236}">
                    <a16:creationId xmlns:a16="http://schemas.microsoft.com/office/drawing/2014/main" id="{07AFC283-5800-44A0-B841-B8B32A10AED5}"/>
                  </a:ext>
                </a:extLst>
              </p14:cNvPr>
              <p14:cNvContentPartPr/>
              <p14:nvPr/>
            </p14:nvContentPartPr>
            <p14:xfrm>
              <a:off x="2589111" y="3935483"/>
              <a:ext cx="1100520" cy="758880"/>
            </p14:xfrm>
          </p:contentPart>
        </mc:Choice>
        <mc:Fallback xmlns="">
          <p:pic>
            <p:nvPicPr>
              <p:cNvPr id="39" name="Ink 38">
                <a:extLst>
                  <a:ext uri="{FF2B5EF4-FFF2-40B4-BE49-F238E27FC236}">
                    <a16:creationId xmlns:a16="http://schemas.microsoft.com/office/drawing/2014/main" id="{07AFC283-5800-44A0-B841-B8B32A10AED5}"/>
                  </a:ext>
                </a:extLst>
              </p:cNvPr>
              <p:cNvPicPr/>
              <p:nvPr/>
            </p:nvPicPr>
            <p:blipFill>
              <a:blip r:embed="rId43"/>
              <a:stretch>
                <a:fillRect/>
              </a:stretch>
            </p:blipFill>
            <p:spPr>
              <a:xfrm>
                <a:off x="2580471" y="3926843"/>
                <a:ext cx="1118160" cy="7765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41" name="Ink 40">
                <a:extLst>
                  <a:ext uri="{FF2B5EF4-FFF2-40B4-BE49-F238E27FC236}">
                    <a16:creationId xmlns:a16="http://schemas.microsoft.com/office/drawing/2014/main" id="{A4702C38-C2E6-4467-A66D-9A3EBF4BD94A}"/>
                  </a:ext>
                </a:extLst>
              </p14:cNvPr>
              <p14:cNvContentPartPr/>
              <p14:nvPr/>
            </p14:nvContentPartPr>
            <p14:xfrm>
              <a:off x="1311111" y="2108483"/>
              <a:ext cx="122760" cy="11520"/>
            </p14:xfrm>
          </p:contentPart>
        </mc:Choice>
        <mc:Fallback xmlns="">
          <p:pic>
            <p:nvPicPr>
              <p:cNvPr id="41" name="Ink 40">
                <a:extLst>
                  <a:ext uri="{FF2B5EF4-FFF2-40B4-BE49-F238E27FC236}">
                    <a16:creationId xmlns:a16="http://schemas.microsoft.com/office/drawing/2014/main" id="{A4702C38-C2E6-4467-A66D-9A3EBF4BD94A}"/>
                  </a:ext>
                </a:extLst>
              </p:cNvPr>
              <p:cNvPicPr/>
              <p:nvPr/>
            </p:nvPicPr>
            <p:blipFill>
              <a:blip r:embed="rId45"/>
              <a:stretch>
                <a:fillRect/>
              </a:stretch>
            </p:blipFill>
            <p:spPr>
              <a:xfrm>
                <a:off x="1302471" y="2099483"/>
                <a:ext cx="140400" cy="29160"/>
              </a:xfrm>
              <a:prstGeom prst="rect">
                <a:avLst/>
              </a:prstGeom>
            </p:spPr>
          </p:pic>
        </mc:Fallback>
      </mc:AlternateContent>
      <p:grpSp>
        <p:nvGrpSpPr>
          <p:cNvPr id="45" name="Group 44">
            <a:extLst>
              <a:ext uri="{FF2B5EF4-FFF2-40B4-BE49-F238E27FC236}">
                <a16:creationId xmlns:a16="http://schemas.microsoft.com/office/drawing/2014/main" id="{3C5F17FC-FCA9-42F6-903C-5E4E0A23F2F7}"/>
              </a:ext>
            </a:extLst>
          </p:cNvPr>
          <p:cNvGrpSpPr/>
          <p:nvPr/>
        </p:nvGrpSpPr>
        <p:grpSpPr>
          <a:xfrm>
            <a:off x="480231" y="2469203"/>
            <a:ext cx="1053720" cy="155520"/>
            <a:chOff x="480231" y="2469203"/>
            <a:chExt cx="1053720" cy="155520"/>
          </a:xfrm>
        </p:grpSpPr>
        <mc:AlternateContent xmlns:mc="http://schemas.openxmlformats.org/markup-compatibility/2006" xmlns:p14="http://schemas.microsoft.com/office/powerpoint/2010/main">
          <mc:Choice Requires="p14">
            <p:contentPart p14:bwMode="auto" r:id="rId46">
              <p14:nvContentPartPr>
                <p14:cNvPr id="42" name="Ink 41">
                  <a:extLst>
                    <a:ext uri="{FF2B5EF4-FFF2-40B4-BE49-F238E27FC236}">
                      <a16:creationId xmlns:a16="http://schemas.microsoft.com/office/drawing/2014/main" id="{63B6B1AC-7073-46AD-9D68-481698009549}"/>
                    </a:ext>
                  </a:extLst>
                </p14:cNvPr>
                <p14:cNvContentPartPr/>
                <p14:nvPr/>
              </p14:nvContentPartPr>
              <p14:xfrm>
                <a:off x="480231" y="2469203"/>
                <a:ext cx="257040" cy="122040"/>
              </p14:xfrm>
            </p:contentPart>
          </mc:Choice>
          <mc:Fallback xmlns="">
            <p:pic>
              <p:nvPicPr>
                <p:cNvPr id="42" name="Ink 41">
                  <a:extLst>
                    <a:ext uri="{FF2B5EF4-FFF2-40B4-BE49-F238E27FC236}">
                      <a16:creationId xmlns:a16="http://schemas.microsoft.com/office/drawing/2014/main" id="{63B6B1AC-7073-46AD-9D68-481698009549}"/>
                    </a:ext>
                  </a:extLst>
                </p:cNvPr>
                <p:cNvPicPr/>
                <p:nvPr/>
              </p:nvPicPr>
              <p:blipFill>
                <a:blip r:embed="rId47"/>
                <a:stretch>
                  <a:fillRect/>
                </a:stretch>
              </p:blipFill>
              <p:spPr>
                <a:xfrm>
                  <a:off x="471231" y="2460563"/>
                  <a:ext cx="27468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3" name="Ink 42">
                  <a:extLst>
                    <a:ext uri="{FF2B5EF4-FFF2-40B4-BE49-F238E27FC236}">
                      <a16:creationId xmlns:a16="http://schemas.microsoft.com/office/drawing/2014/main" id="{7A85ABD9-5A83-4F12-BC66-2A006969CB98}"/>
                    </a:ext>
                  </a:extLst>
                </p14:cNvPr>
                <p14:cNvContentPartPr/>
                <p14:nvPr/>
              </p14:nvContentPartPr>
              <p14:xfrm>
                <a:off x="816831" y="2523923"/>
                <a:ext cx="152280" cy="79560"/>
              </p14:xfrm>
            </p:contentPart>
          </mc:Choice>
          <mc:Fallback xmlns="">
            <p:pic>
              <p:nvPicPr>
                <p:cNvPr id="43" name="Ink 42">
                  <a:extLst>
                    <a:ext uri="{FF2B5EF4-FFF2-40B4-BE49-F238E27FC236}">
                      <a16:creationId xmlns:a16="http://schemas.microsoft.com/office/drawing/2014/main" id="{7A85ABD9-5A83-4F12-BC66-2A006969CB98}"/>
                    </a:ext>
                  </a:extLst>
                </p:cNvPr>
                <p:cNvPicPr/>
                <p:nvPr/>
              </p:nvPicPr>
              <p:blipFill>
                <a:blip r:embed="rId49"/>
                <a:stretch>
                  <a:fillRect/>
                </a:stretch>
              </p:blipFill>
              <p:spPr>
                <a:xfrm>
                  <a:off x="807831" y="2514923"/>
                  <a:ext cx="16992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4" name="Ink 43">
                  <a:extLst>
                    <a:ext uri="{FF2B5EF4-FFF2-40B4-BE49-F238E27FC236}">
                      <a16:creationId xmlns:a16="http://schemas.microsoft.com/office/drawing/2014/main" id="{EB6C0B31-5DEC-41A6-8862-360563B34873}"/>
                    </a:ext>
                  </a:extLst>
                </p14:cNvPr>
                <p14:cNvContentPartPr/>
                <p14:nvPr/>
              </p14:nvContentPartPr>
              <p14:xfrm>
                <a:off x="1056231" y="2516363"/>
                <a:ext cx="477720" cy="108360"/>
              </p14:xfrm>
            </p:contentPart>
          </mc:Choice>
          <mc:Fallback xmlns="">
            <p:pic>
              <p:nvPicPr>
                <p:cNvPr id="44" name="Ink 43">
                  <a:extLst>
                    <a:ext uri="{FF2B5EF4-FFF2-40B4-BE49-F238E27FC236}">
                      <a16:creationId xmlns:a16="http://schemas.microsoft.com/office/drawing/2014/main" id="{EB6C0B31-5DEC-41A6-8862-360563B34873}"/>
                    </a:ext>
                  </a:extLst>
                </p:cNvPr>
                <p:cNvPicPr/>
                <p:nvPr/>
              </p:nvPicPr>
              <p:blipFill>
                <a:blip r:embed="rId51"/>
                <a:stretch>
                  <a:fillRect/>
                </a:stretch>
              </p:blipFill>
              <p:spPr>
                <a:xfrm>
                  <a:off x="1047231" y="2507723"/>
                  <a:ext cx="495360" cy="126000"/>
                </a:xfrm>
                <a:prstGeom prst="rect">
                  <a:avLst/>
                </a:prstGeom>
              </p:spPr>
            </p:pic>
          </mc:Fallback>
        </mc:AlternateContent>
      </p:grpSp>
      <p:grpSp>
        <p:nvGrpSpPr>
          <p:cNvPr id="49" name="Group 48">
            <a:extLst>
              <a:ext uri="{FF2B5EF4-FFF2-40B4-BE49-F238E27FC236}">
                <a16:creationId xmlns:a16="http://schemas.microsoft.com/office/drawing/2014/main" id="{46FC47CB-3D2B-400A-9446-892E3C62843E}"/>
              </a:ext>
            </a:extLst>
          </p:cNvPr>
          <p:cNvGrpSpPr/>
          <p:nvPr/>
        </p:nvGrpSpPr>
        <p:grpSpPr>
          <a:xfrm>
            <a:off x="2306871" y="4209803"/>
            <a:ext cx="66960" cy="60840"/>
            <a:chOff x="2306871" y="4209803"/>
            <a:chExt cx="66960" cy="60840"/>
          </a:xfrm>
        </p:grpSpPr>
        <mc:AlternateContent xmlns:mc="http://schemas.openxmlformats.org/markup-compatibility/2006" xmlns:p14="http://schemas.microsoft.com/office/powerpoint/2010/main">
          <mc:Choice Requires="p14">
            <p:contentPart p14:bwMode="auto" r:id="rId52">
              <p14:nvContentPartPr>
                <p14:cNvPr id="14" name="Ink 13">
                  <a:extLst>
                    <a:ext uri="{FF2B5EF4-FFF2-40B4-BE49-F238E27FC236}">
                      <a16:creationId xmlns:a16="http://schemas.microsoft.com/office/drawing/2014/main" id="{4936A40B-FED0-42DD-B9D8-FF0DDD76E564}"/>
                    </a:ext>
                  </a:extLst>
                </p14:cNvPr>
                <p14:cNvContentPartPr/>
                <p14:nvPr/>
              </p14:nvContentPartPr>
              <p14:xfrm>
                <a:off x="2326671" y="4229603"/>
                <a:ext cx="7920" cy="360"/>
              </p14:xfrm>
            </p:contentPart>
          </mc:Choice>
          <mc:Fallback xmlns="">
            <p:pic>
              <p:nvPicPr>
                <p:cNvPr id="14" name="Ink 13">
                  <a:extLst>
                    <a:ext uri="{FF2B5EF4-FFF2-40B4-BE49-F238E27FC236}">
                      <a16:creationId xmlns:a16="http://schemas.microsoft.com/office/drawing/2014/main" id="{4936A40B-FED0-42DD-B9D8-FF0DDD76E564}"/>
                    </a:ext>
                  </a:extLst>
                </p:cNvPr>
                <p:cNvPicPr/>
                <p:nvPr/>
              </p:nvPicPr>
              <p:blipFill>
                <a:blip r:embed="rId53"/>
                <a:stretch>
                  <a:fillRect/>
                </a:stretch>
              </p:blipFill>
              <p:spPr>
                <a:xfrm>
                  <a:off x="2318031" y="4220963"/>
                  <a:ext cx="255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6" name="Ink 15">
                  <a:extLst>
                    <a:ext uri="{FF2B5EF4-FFF2-40B4-BE49-F238E27FC236}">
                      <a16:creationId xmlns:a16="http://schemas.microsoft.com/office/drawing/2014/main" id="{907E9A01-A4E1-4928-B179-D40E689FE31E}"/>
                    </a:ext>
                  </a:extLst>
                </p14:cNvPr>
                <p14:cNvContentPartPr/>
                <p14:nvPr/>
              </p14:nvContentPartPr>
              <p14:xfrm>
                <a:off x="2373471" y="4235723"/>
                <a:ext cx="360" cy="360"/>
              </p14:xfrm>
            </p:contentPart>
          </mc:Choice>
          <mc:Fallback xmlns="">
            <p:pic>
              <p:nvPicPr>
                <p:cNvPr id="16" name="Ink 15">
                  <a:extLst>
                    <a:ext uri="{FF2B5EF4-FFF2-40B4-BE49-F238E27FC236}">
                      <a16:creationId xmlns:a16="http://schemas.microsoft.com/office/drawing/2014/main" id="{907E9A01-A4E1-4928-B179-D40E689FE31E}"/>
                    </a:ext>
                  </a:extLst>
                </p:cNvPr>
                <p:cNvPicPr/>
                <p:nvPr/>
              </p:nvPicPr>
              <p:blipFill>
                <a:blip r:embed="rId15"/>
                <a:stretch>
                  <a:fillRect/>
                </a:stretch>
              </p:blipFill>
              <p:spPr>
                <a:xfrm>
                  <a:off x="2364831" y="422672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20" name="Ink 19">
                  <a:extLst>
                    <a:ext uri="{FF2B5EF4-FFF2-40B4-BE49-F238E27FC236}">
                      <a16:creationId xmlns:a16="http://schemas.microsoft.com/office/drawing/2014/main" id="{D75EDB85-6B16-40DB-BE49-A5CBB2410091}"/>
                    </a:ext>
                  </a:extLst>
                </p14:cNvPr>
                <p14:cNvContentPartPr/>
                <p14:nvPr/>
              </p14:nvContentPartPr>
              <p14:xfrm>
                <a:off x="2332071" y="4218803"/>
                <a:ext cx="360" cy="9720"/>
              </p14:xfrm>
            </p:contentPart>
          </mc:Choice>
          <mc:Fallback xmlns="">
            <p:pic>
              <p:nvPicPr>
                <p:cNvPr id="20" name="Ink 19">
                  <a:extLst>
                    <a:ext uri="{FF2B5EF4-FFF2-40B4-BE49-F238E27FC236}">
                      <a16:creationId xmlns:a16="http://schemas.microsoft.com/office/drawing/2014/main" id="{D75EDB85-6B16-40DB-BE49-A5CBB2410091}"/>
                    </a:ext>
                  </a:extLst>
                </p:cNvPr>
                <p:cNvPicPr/>
                <p:nvPr/>
              </p:nvPicPr>
              <p:blipFill>
                <a:blip r:embed="rId56"/>
                <a:stretch>
                  <a:fillRect/>
                </a:stretch>
              </p:blipFill>
              <p:spPr>
                <a:xfrm>
                  <a:off x="2323071" y="4210163"/>
                  <a:ext cx="1800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22" name="Ink 21">
                  <a:extLst>
                    <a:ext uri="{FF2B5EF4-FFF2-40B4-BE49-F238E27FC236}">
                      <a16:creationId xmlns:a16="http://schemas.microsoft.com/office/drawing/2014/main" id="{80108ACB-F515-426C-9033-97058DA7FCD0}"/>
                    </a:ext>
                  </a:extLst>
                </p14:cNvPr>
                <p14:cNvContentPartPr/>
                <p14:nvPr/>
              </p14:nvContentPartPr>
              <p14:xfrm>
                <a:off x="2306871" y="4270283"/>
                <a:ext cx="360" cy="360"/>
              </p14:xfrm>
            </p:contentPart>
          </mc:Choice>
          <mc:Fallback xmlns="">
            <p:pic>
              <p:nvPicPr>
                <p:cNvPr id="22" name="Ink 21">
                  <a:extLst>
                    <a:ext uri="{FF2B5EF4-FFF2-40B4-BE49-F238E27FC236}">
                      <a16:creationId xmlns:a16="http://schemas.microsoft.com/office/drawing/2014/main" id="{80108ACB-F515-426C-9033-97058DA7FCD0}"/>
                    </a:ext>
                  </a:extLst>
                </p:cNvPr>
                <p:cNvPicPr/>
                <p:nvPr/>
              </p:nvPicPr>
              <p:blipFill>
                <a:blip r:embed="rId15"/>
                <a:stretch>
                  <a:fillRect/>
                </a:stretch>
              </p:blipFill>
              <p:spPr>
                <a:xfrm>
                  <a:off x="2297871" y="426164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6" name="Ink 25">
                  <a:extLst>
                    <a:ext uri="{FF2B5EF4-FFF2-40B4-BE49-F238E27FC236}">
                      <a16:creationId xmlns:a16="http://schemas.microsoft.com/office/drawing/2014/main" id="{BB16F761-A56B-4CCC-A678-7F0EF4B55A82}"/>
                    </a:ext>
                  </a:extLst>
                </p14:cNvPr>
                <p14:cNvContentPartPr/>
                <p14:nvPr/>
              </p14:nvContentPartPr>
              <p14:xfrm>
                <a:off x="2312631" y="4209803"/>
                <a:ext cx="360" cy="360"/>
              </p14:xfrm>
            </p:contentPart>
          </mc:Choice>
          <mc:Fallback xmlns="">
            <p:pic>
              <p:nvPicPr>
                <p:cNvPr id="26" name="Ink 25">
                  <a:extLst>
                    <a:ext uri="{FF2B5EF4-FFF2-40B4-BE49-F238E27FC236}">
                      <a16:creationId xmlns:a16="http://schemas.microsoft.com/office/drawing/2014/main" id="{BB16F761-A56B-4CCC-A678-7F0EF4B55A82}"/>
                    </a:ext>
                  </a:extLst>
                </p:cNvPr>
                <p:cNvPicPr/>
                <p:nvPr/>
              </p:nvPicPr>
              <p:blipFill>
                <a:blip r:embed="rId15"/>
                <a:stretch>
                  <a:fillRect/>
                </a:stretch>
              </p:blipFill>
              <p:spPr>
                <a:xfrm>
                  <a:off x="2303991" y="420080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27" name="Ink 26">
                  <a:extLst>
                    <a:ext uri="{FF2B5EF4-FFF2-40B4-BE49-F238E27FC236}">
                      <a16:creationId xmlns:a16="http://schemas.microsoft.com/office/drawing/2014/main" id="{67963BE2-3FE4-4FD1-A198-D4CEE7B102C8}"/>
                    </a:ext>
                  </a:extLst>
                </p14:cNvPr>
                <p14:cNvContentPartPr/>
                <p14:nvPr/>
              </p14:nvContentPartPr>
              <p14:xfrm>
                <a:off x="2312631" y="4218443"/>
                <a:ext cx="7200" cy="5040"/>
              </p14:xfrm>
            </p:contentPart>
          </mc:Choice>
          <mc:Fallback xmlns="">
            <p:pic>
              <p:nvPicPr>
                <p:cNvPr id="27" name="Ink 26">
                  <a:extLst>
                    <a:ext uri="{FF2B5EF4-FFF2-40B4-BE49-F238E27FC236}">
                      <a16:creationId xmlns:a16="http://schemas.microsoft.com/office/drawing/2014/main" id="{67963BE2-3FE4-4FD1-A198-D4CEE7B102C8}"/>
                    </a:ext>
                  </a:extLst>
                </p:cNvPr>
                <p:cNvPicPr/>
                <p:nvPr/>
              </p:nvPicPr>
              <p:blipFill>
                <a:blip r:embed="rId60"/>
                <a:stretch>
                  <a:fillRect/>
                </a:stretch>
              </p:blipFill>
              <p:spPr>
                <a:xfrm>
                  <a:off x="2303991" y="4209443"/>
                  <a:ext cx="2484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6" name="Ink 45">
                  <a:extLst>
                    <a:ext uri="{FF2B5EF4-FFF2-40B4-BE49-F238E27FC236}">
                      <a16:creationId xmlns:a16="http://schemas.microsoft.com/office/drawing/2014/main" id="{55CB53CC-CD43-4727-99D1-A7E0BAF41C6D}"/>
                    </a:ext>
                  </a:extLst>
                </p14:cNvPr>
                <p14:cNvContentPartPr/>
                <p14:nvPr/>
              </p14:nvContentPartPr>
              <p14:xfrm>
                <a:off x="2321631" y="4218803"/>
                <a:ext cx="360" cy="2520"/>
              </p14:xfrm>
            </p:contentPart>
          </mc:Choice>
          <mc:Fallback xmlns="">
            <p:pic>
              <p:nvPicPr>
                <p:cNvPr id="46" name="Ink 45">
                  <a:extLst>
                    <a:ext uri="{FF2B5EF4-FFF2-40B4-BE49-F238E27FC236}">
                      <a16:creationId xmlns:a16="http://schemas.microsoft.com/office/drawing/2014/main" id="{55CB53CC-CD43-4727-99D1-A7E0BAF41C6D}"/>
                    </a:ext>
                  </a:extLst>
                </p:cNvPr>
                <p:cNvPicPr/>
                <p:nvPr/>
              </p:nvPicPr>
              <p:blipFill>
                <a:blip r:embed="rId62"/>
                <a:stretch>
                  <a:fillRect/>
                </a:stretch>
              </p:blipFill>
              <p:spPr>
                <a:xfrm>
                  <a:off x="2312631" y="4210163"/>
                  <a:ext cx="1800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7" name="Ink 46">
                  <a:extLst>
                    <a:ext uri="{FF2B5EF4-FFF2-40B4-BE49-F238E27FC236}">
                      <a16:creationId xmlns:a16="http://schemas.microsoft.com/office/drawing/2014/main" id="{C35B0ABC-65B2-4F8F-9045-3512FAFA09C8}"/>
                    </a:ext>
                  </a:extLst>
                </p14:cNvPr>
                <p14:cNvContentPartPr/>
                <p14:nvPr/>
              </p14:nvContentPartPr>
              <p14:xfrm>
                <a:off x="2314791" y="4222403"/>
                <a:ext cx="10800" cy="1800"/>
              </p14:xfrm>
            </p:contentPart>
          </mc:Choice>
          <mc:Fallback xmlns="">
            <p:pic>
              <p:nvPicPr>
                <p:cNvPr id="47" name="Ink 46">
                  <a:extLst>
                    <a:ext uri="{FF2B5EF4-FFF2-40B4-BE49-F238E27FC236}">
                      <a16:creationId xmlns:a16="http://schemas.microsoft.com/office/drawing/2014/main" id="{C35B0ABC-65B2-4F8F-9045-3512FAFA09C8}"/>
                    </a:ext>
                  </a:extLst>
                </p:cNvPr>
                <p:cNvPicPr/>
                <p:nvPr/>
              </p:nvPicPr>
              <p:blipFill>
                <a:blip r:embed="rId64"/>
                <a:stretch>
                  <a:fillRect/>
                </a:stretch>
              </p:blipFill>
              <p:spPr>
                <a:xfrm>
                  <a:off x="2306151" y="4213403"/>
                  <a:ext cx="28440" cy="19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5">
            <p14:nvContentPartPr>
              <p14:cNvPr id="48" name="Ink 47">
                <a:extLst>
                  <a:ext uri="{FF2B5EF4-FFF2-40B4-BE49-F238E27FC236}">
                    <a16:creationId xmlns:a16="http://schemas.microsoft.com/office/drawing/2014/main" id="{A5B8047A-35AB-4D8B-A11B-5650B9610060}"/>
                  </a:ext>
                </a:extLst>
              </p14:cNvPr>
              <p14:cNvContentPartPr/>
              <p14:nvPr/>
            </p14:nvContentPartPr>
            <p14:xfrm>
              <a:off x="3154671" y="5002523"/>
              <a:ext cx="4320" cy="17640"/>
            </p14:xfrm>
          </p:contentPart>
        </mc:Choice>
        <mc:Fallback xmlns="">
          <p:pic>
            <p:nvPicPr>
              <p:cNvPr id="48" name="Ink 47">
                <a:extLst>
                  <a:ext uri="{FF2B5EF4-FFF2-40B4-BE49-F238E27FC236}">
                    <a16:creationId xmlns:a16="http://schemas.microsoft.com/office/drawing/2014/main" id="{A5B8047A-35AB-4D8B-A11B-5650B9610060}"/>
                  </a:ext>
                </a:extLst>
              </p:cNvPr>
              <p:cNvPicPr/>
              <p:nvPr/>
            </p:nvPicPr>
            <p:blipFill>
              <a:blip r:embed="rId66"/>
              <a:stretch>
                <a:fillRect/>
              </a:stretch>
            </p:blipFill>
            <p:spPr>
              <a:xfrm>
                <a:off x="3146031" y="4993523"/>
                <a:ext cx="2196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50" name="Ink 49">
                <a:extLst>
                  <a:ext uri="{FF2B5EF4-FFF2-40B4-BE49-F238E27FC236}">
                    <a16:creationId xmlns:a16="http://schemas.microsoft.com/office/drawing/2014/main" id="{8B67FE08-A731-417C-A832-E3AC16ADBF8E}"/>
                  </a:ext>
                </a:extLst>
              </p14:cNvPr>
              <p14:cNvContentPartPr/>
              <p14:nvPr/>
            </p14:nvContentPartPr>
            <p14:xfrm>
              <a:off x="8187111" y="4297643"/>
              <a:ext cx="22320" cy="9000"/>
            </p14:xfrm>
          </p:contentPart>
        </mc:Choice>
        <mc:Fallback xmlns="">
          <p:pic>
            <p:nvPicPr>
              <p:cNvPr id="50" name="Ink 49">
                <a:extLst>
                  <a:ext uri="{FF2B5EF4-FFF2-40B4-BE49-F238E27FC236}">
                    <a16:creationId xmlns:a16="http://schemas.microsoft.com/office/drawing/2014/main" id="{8B67FE08-A731-417C-A832-E3AC16ADBF8E}"/>
                  </a:ext>
                </a:extLst>
              </p:cNvPr>
              <p:cNvPicPr/>
              <p:nvPr/>
            </p:nvPicPr>
            <p:blipFill>
              <a:blip r:embed="rId68"/>
              <a:stretch>
                <a:fillRect/>
              </a:stretch>
            </p:blipFill>
            <p:spPr>
              <a:xfrm>
                <a:off x="8178471" y="4289003"/>
                <a:ext cx="3996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51" name="Ink 50">
                <a:extLst>
                  <a:ext uri="{FF2B5EF4-FFF2-40B4-BE49-F238E27FC236}">
                    <a16:creationId xmlns:a16="http://schemas.microsoft.com/office/drawing/2014/main" id="{7C48E089-7722-4AC7-A839-A15E17DB9FFA}"/>
                  </a:ext>
                </a:extLst>
              </p14:cNvPr>
              <p14:cNvContentPartPr/>
              <p14:nvPr/>
            </p14:nvContentPartPr>
            <p14:xfrm>
              <a:off x="7826751" y="4223843"/>
              <a:ext cx="56520" cy="33840"/>
            </p14:xfrm>
          </p:contentPart>
        </mc:Choice>
        <mc:Fallback xmlns="">
          <p:pic>
            <p:nvPicPr>
              <p:cNvPr id="51" name="Ink 50">
                <a:extLst>
                  <a:ext uri="{FF2B5EF4-FFF2-40B4-BE49-F238E27FC236}">
                    <a16:creationId xmlns:a16="http://schemas.microsoft.com/office/drawing/2014/main" id="{7C48E089-7722-4AC7-A839-A15E17DB9FFA}"/>
                  </a:ext>
                </a:extLst>
              </p:cNvPr>
              <p:cNvPicPr/>
              <p:nvPr/>
            </p:nvPicPr>
            <p:blipFill>
              <a:blip r:embed="rId70"/>
              <a:stretch>
                <a:fillRect/>
              </a:stretch>
            </p:blipFill>
            <p:spPr>
              <a:xfrm>
                <a:off x="7817751" y="4215203"/>
                <a:ext cx="7416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024" name="Ink 1023">
                <a:extLst>
                  <a:ext uri="{FF2B5EF4-FFF2-40B4-BE49-F238E27FC236}">
                    <a16:creationId xmlns:a16="http://schemas.microsoft.com/office/drawing/2014/main" id="{EFAB50E0-8C85-4ABB-872A-CAB58869B21E}"/>
                  </a:ext>
                </a:extLst>
              </p14:cNvPr>
              <p14:cNvContentPartPr/>
              <p14:nvPr/>
            </p14:nvContentPartPr>
            <p14:xfrm>
              <a:off x="7886871" y="3542723"/>
              <a:ext cx="360" cy="1800"/>
            </p14:xfrm>
          </p:contentPart>
        </mc:Choice>
        <mc:Fallback xmlns="">
          <p:pic>
            <p:nvPicPr>
              <p:cNvPr id="1024" name="Ink 1023">
                <a:extLst>
                  <a:ext uri="{FF2B5EF4-FFF2-40B4-BE49-F238E27FC236}">
                    <a16:creationId xmlns:a16="http://schemas.microsoft.com/office/drawing/2014/main" id="{EFAB50E0-8C85-4ABB-872A-CAB58869B21E}"/>
                  </a:ext>
                </a:extLst>
              </p:cNvPr>
              <p:cNvPicPr/>
              <p:nvPr/>
            </p:nvPicPr>
            <p:blipFill>
              <a:blip r:embed="rId13"/>
              <a:stretch>
                <a:fillRect/>
              </a:stretch>
            </p:blipFill>
            <p:spPr>
              <a:xfrm>
                <a:off x="7877871" y="3534083"/>
                <a:ext cx="18000" cy="19440"/>
              </a:xfrm>
              <a:prstGeom prst="rect">
                <a:avLst/>
              </a:prstGeom>
            </p:spPr>
          </p:pic>
        </mc:Fallback>
      </mc:AlternateContent>
      <p:grpSp>
        <p:nvGrpSpPr>
          <p:cNvPr id="1032" name="Group 1031">
            <a:extLst>
              <a:ext uri="{FF2B5EF4-FFF2-40B4-BE49-F238E27FC236}">
                <a16:creationId xmlns:a16="http://schemas.microsoft.com/office/drawing/2014/main" id="{41CB3093-D3FE-4BD4-94FE-EF06F3C3303C}"/>
              </a:ext>
            </a:extLst>
          </p:cNvPr>
          <p:cNvGrpSpPr/>
          <p:nvPr/>
        </p:nvGrpSpPr>
        <p:grpSpPr>
          <a:xfrm>
            <a:off x="10149471" y="1817963"/>
            <a:ext cx="1078920" cy="662400"/>
            <a:chOff x="10149471" y="1817963"/>
            <a:chExt cx="1078920" cy="662400"/>
          </a:xfrm>
        </p:grpSpPr>
        <mc:AlternateContent xmlns:mc="http://schemas.openxmlformats.org/markup-compatibility/2006" xmlns:p14="http://schemas.microsoft.com/office/powerpoint/2010/main">
          <mc:Choice Requires="p14">
            <p:contentPart p14:bwMode="auto" r:id="rId72">
              <p14:nvContentPartPr>
                <p14:cNvPr id="1027" name="Ink 1026">
                  <a:extLst>
                    <a:ext uri="{FF2B5EF4-FFF2-40B4-BE49-F238E27FC236}">
                      <a16:creationId xmlns:a16="http://schemas.microsoft.com/office/drawing/2014/main" id="{375408D6-876C-42CF-AA38-82CD74D1D170}"/>
                    </a:ext>
                  </a:extLst>
                </p14:cNvPr>
                <p14:cNvContentPartPr/>
                <p14:nvPr/>
              </p14:nvContentPartPr>
              <p14:xfrm>
                <a:off x="10293831" y="2086163"/>
                <a:ext cx="125640" cy="105480"/>
              </p14:xfrm>
            </p:contentPart>
          </mc:Choice>
          <mc:Fallback xmlns="">
            <p:pic>
              <p:nvPicPr>
                <p:cNvPr id="1027" name="Ink 1026">
                  <a:extLst>
                    <a:ext uri="{FF2B5EF4-FFF2-40B4-BE49-F238E27FC236}">
                      <a16:creationId xmlns:a16="http://schemas.microsoft.com/office/drawing/2014/main" id="{375408D6-876C-42CF-AA38-82CD74D1D170}"/>
                    </a:ext>
                  </a:extLst>
                </p:cNvPr>
                <p:cNvPicPr/>
                <p:nvPr/>
              </p:nvPicPr>
              <p:blipFill>
                <a:blip r:embed="rId73"/>
                <a:stretch>
                  <a:fillRect/>
                </a:stretch>
              </p:blipFill>
              <p:spPr>
                <a:xfrm>
                  <a:off x="10285191" y="2077523"/>
                  <a:ext cx="14328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028" name="Ink 1027">
                  <a:extLst>
                    <a:ext uri="{FF2B5EF4-FFF2-40B4-BE49-F238E27FC236}">
                      <a16:creationId xmlns:a16="http://schemas.microsoft.com/office/drawing/2014/main" id="{1EAF65EF-1884-4FE7-B0DF-FDAB1A32AA10}"/>
                    </a:ext>
                  </a:extLst>
                </p14:cNvPr>
                <p14:cNvContentPartPr/>
                <p14:nvPr/>
              </p14:nvContentPartPr>
              <p14:xfrm>
                <a:off x="10472751" y="2136203"/>
                <a:ext cx="57960" cy="112680"/>
              </p14:xfrm>
            </p:contentPart>
          </mc:Choice>
          <mc:Fallback xmlns="">
            <p:pic>
              <p:nvPicPr>
                <p:cNvPr id="1028" name="Ink 1027">
                  <a:extLst>
                    <a:ext uri="{FF2B5EF4-FFF2-40B4-BE49-F238E27FC236}">
                      <a16:creationId xmlns:a16="http://schemas.microsoft.com/office/drawing/2014/main" id="{1EAF65EF-1884-4FE7-B0DF-FDAB1A32AA10}"/>
                    </a:ext>
                  </a:extLst>
                </p:cNvPr>
                <p:cNvPicPr/>
                <p:nvPr/>
              </p:nvPicPr>
              <p:blipFill>
                <a:blip r:embed="rId75"/>
                <a:stretch>
                  <a:fillRect/>
                </a:stretch>
              </p:blipFill>
              <p:spPr>
                <a:xfrm>
                  <a:off x="10463751" y="2127563"/>
                  <a:ext cx="7560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029" name="Ink 1028">
                  <a:extLst>
                    <a:ext uri="{FF2B5EF4-FFF2-40B4-BE49-F238E27FC236}">
                      <a16:creationId xmlns:a16="http://schemas.microsoft.com/office/drawing/2014/main" id="{3858C8A9-A034-4AAA-9C05-4CB9139C9AE2}"/>
                    </a:ext>
                  </a:extLst>
                </p14:cNvPr>
                <p14:cNvContentPartPr/>
                <p14:nvPr/>
              </p14:nvContentPartPr>
              <p14:xfrm>
                <a:off x="10654191" y="2119643"/>
                <a:ext cx="153720" cy="69840"/>
              </p14:xfrm>
            </p:contentPart>
          </mc:Choice>
          <mc:Fallback xmlns="">
            <p:pic>
              <p:nvPicPr>
                <p:cNvPr id="1029" name="Ink 1028">
                  <a:extLst>
                    <a:ext uri="{FF2B5EF4-FFF2-40B4-BE49-F238E27FC236}">
                      <a16:creationId xmlns:a16="http://schemas.microsoft.com/office/drawing/2014/main" id="{3858C8A9-A034-4AAA-9C05-4CB9139C9AE2}"/>
                    </a:ext>
                  </a:extLst>
                </p:cNvPr>
                <p:cNvPicPr/>
                <p:nvPr/>
              </p:nvPicPr>
              <p:blipFill>
                <a:blip r:embed="rId77"/>
                <a:stretch>
                  <a:fillRect/>
                </a:stretch>
              </p:blipFill>
              <p:spPr>
                <a:xfrm>
                  <a:off x="10645551" y="2111003"/>
                  <a:ext cx="17136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030" name="Ink 1029">
                  <a:extLst>
                    <a:ext uri="{FF2B5EF4-FFF2-40B4-BE49-F238E27FC236}">
                      <a16:creationId xmlns:a16="http://schemas.microsoft.com/office/drawing/2014/main" id="{4A671F56-C728-4C59-8182-E9EB4ECF780F}"/>
                    </a:ext>
                  </a:extLst>
                </p14:cNvPr>
                <p14:cNvContentPartPr/>
                <p14:nvPr/>
              </p14:nvContentPartPr>
              <p14:xfrm>
                <a:off x="10862991" y="2125403"/>
                <a:ext cx="102240" cy="81720"/>
              </p14:xfrm>
            </p:contentPart>
          </mc:Choice>
          <mc:Fallback xmlns="">
            <p:pic>
              <p:nvPicPr>
                <p:cNvPr id="1030" name="Ink 1029">
                  <a:extLst>
                    <a:ext uri="{FF2B5EF4-FFF2-40B4-BE49-F238E27FC236}">
                      <a16:creationId xmlns:a16="http://schemas.microsoft.com/office/drawing/2014/main" id="{4A671F56-C728-4C59-8182-E9EB4ECF780F}"/>
                    </a:ext>
                  </a:extLst>
                </p:cNvPr>
                <p:cNvPicPr/>
                <p:nvPr/>
              </p:nvPicPr>
              <p:blipFill>
                <a:blip r:embed="rId79"/>
                <a:stretch>
                  <a:fillRect/>
                </a:stretch>
              </p:blipFill>
              <p:spPr>
                <a:xfrm>
                  <a:off x="10853991" y="2116763"/>
                  <a:ext cx="11988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031" name="Ink 1030">
                  <a:extLst>
                    <a:ext uri="{FF2B5EF4-FFF2-40B4-BE49-F238E27FC236}">
                      <a16:creationId xmlns:a16="http://schemas.microsoft.com/office/drawing/2014/main" id="{277D17FE-B646-42F3-B6E6-C98ADD63FE80}"/>
                    </a:ext>
                  </a:extLst>
                </p14:cNvPr>
                <p14:cNvContentPartPr/>
                <p14:nvPr/>
              </p14:nvContentPartPr>
              <p14:xfrm>
                <a:off x="10149471" y="1817963"/>
                <a:ext cx="1078920" cy="662400"/>
              </p14:xfrm>
            </p:contentPart>
          </mc:Choice>
          <mc:Fallback xmlns="">
            <p:pic>
              <p:nvPicPr>
                <p:cNvPr id="1031" name="Ink 1030">
                  <a:extLst>
                    <a:ext uri="{FF2B5EF4-FFF2-40B4-BE49-F238E27FC236}">
                      <a16:creationId xmlns:a16="http://schemas.microsoft.com/office/drawing/2014/main" id="{277D17FE-B646-42F3-B6E6-C98ADD63FE80}"/>
                    </a:ext>
                  </a:extLst>
                </p:cNvPr>
                <p:cNvPicPr/>
                <p:nvPr/>
              </p:nvPicPr>
              <p:blipFill>
                <a:blip r:embed="rId81"/>
                <a:stretch>
                  <a:fillRect/>
                </a:stretch>
              </p:blipFill>
              <p:spPr>
                <a:xfrm>
                  <a:off x="10140831" y="1809323"/>
                  <a:ext cx="1096560" cy="680040"/>
                </a:xfrm>
                <a:prstGeom prst="rect">
                  <a:avLst/>
                </a:prstGeom>
              </p:spPr>
            </p:pic>
          </mc:Fallback>
        </mc:AlternateContent>
      </p:grpSp>
      <p:grpSp>
        <p:nvGrpSpPr>
          <p:cNvPr id="1052" name="Group 1051">
            <a:extLst>
              <a:ext uri="{FF2B5EF4-FFF2-40B4-BE49-F238E27FC236}">
                <a16:creationId xmlns:a16="http://schemas.microsoft.com/office/drawing/2014/main" id="{284D29F2-8DE4-4A75-B2A1-DB0CF7C9334E}"/>
              </a:ext>
            </a:extLst>
          </p:cNvPr>
          <p:cNvGrpSpPr/>
          <p:nvPr/>
        </p:nvGrpSpPr>
        <p:grpSpPr>
          <a:xfrm>
            <a:off x="7048071" y="2643083"/>
            <a:ext cx="1875960" cy="2427840"/>
            <a:chOff x="7048071" y="2643083"/>
            <a:chExt cx="1875960" cy="2427840"/>
          </a:xfrm>
        </p:grpSpPr>
        <mc:AlternateContent xmlns:mc="http://schemas.openxmlformats.org/markup-compatibility/2006" xmlns:p14="http://schemas.microsoft.com/office/powerpoint/2010/main">
          <mc:Choice Requires="p14">
            <p:contentPart p14:bwMode="auto" r:id="rId82">
              <p14:nvContentPartPr>
                <p14:cNvPr id="52" name="Ink 51">
                  <a:extLst>
                    <a:ext uri="{FF2B5EF4-FFF2-40B4-BE49-F238E27FC236}">
                      <a16:creationId xmlns:a16="http://schemas.microsoft.com/office/drawing/2014/main" id="{2C08FBDD-FCCB-4687-A003-CFE3D6B889BF}"/>
                    </a:ext>
                  </a:extLst>
                </p14:cNvPr>
                <p14:cNvContentPartPr/>
                <p14:nvPr/>
              </p14:nvContentPartPr>
              <p14:xfrm>
                <a:off x="7271631" y="2648483"/>
                <a:ext cx="559440" cy="193680"/>
              </p14:xfrm>
            </p:contentPart>
          </mc:Choice>
          <mc:Fallback xmlns="">
            <p:pic>
              <p:nvPicPr>
                <p:cNvPr id="52" name="Ink 51">
                  <a:extLst>
                    <a:ext uri="{FF2B5EF4-FFF2-40B4-BE49-F238E27FC236}">
                      <a16:creationId xmlns:a16="http://schemas.microsoft.com/office/drawing/2014/main" id="{2C08FBDD-FCCB-4687-A003-CFE3D6B889BF}"/>
                    </a:ext>
                  </a:extLst>
                </p:cNvPr>
                <p:cNvPicPr/>
                <p:nvPr/>
              </p:nvPicPr>
              <p:blipFill>
                <a:blip r:embed="rId83"/>
                <a:stretch>
                  <a:fillRect/>
                </a:stretch>
              </p:blipFill>
              <p:spPr>
                <a:xfrm>
                  <a:off x="7262631" y="2639483"/>
                  <a:ext cx="57708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3" name="Ink 52">
                  <a:extLst>
                    <a:ext uri="{FF2B5EF4-FFF2-40B4-BE49-F238E27FC236}">
                      <a16:creationId xmlns:a16="http://schemas.microsoft.com/office/drawing/2014/main" id="{CFAC7E00-87E0-4522-B602-9187C5A93ECA}"/>
                    </a:ext>
                  </a:extLst>
                </p14:cNvPr>
                <p14:cNvContentPartPr/>
                <p14:nvPr/>
              </p14:nvContentPartPr>
              <p14:xfrm>
                <a:off x="7147791" y="2945843"/>
                <a:ext cx="26280" cy="51840"/>
              </p14:xfrm>
            </p:contentPart>
          </mc:Choice>
          <mc:Fallback xmlns="">
            <p:pic>
              <p:nvPicPr>
                <p:cNvPr id="53" name="Ink 52">
                  <a:extLst>
                    <a:ext uri="{FF2B5EF4-FFF2-40B4-BE49-F238E27FC236}">
                      <a16:creationId xmlns:a16="http://schemas.microsoft.com/office/drawing/2014/main" id="{CFAC7E00-87E0-4522-B602-9187C5A93ECA}"/>
                    </a:ext>
                  </a:extLst>
                </p:cNvPr>
                <p:cNvPicPr/>
                <p:nvPr/>
              </p:nvPicPr>
              <p:blipFill>
                <a:blip r:embed="rId85"/>
                <a:stretch>
                  <a:fillRect/>
                </a:stretch>
              </p:blipFill>
              <p:spPr>
                <a:xfrm>
                  <a:off x="7138791" y="2937203"/>
                  <a:ext cx="4392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4" name="Ink 53">
                  <a:extLst>
                    <a:ext uri="{FF2B5EF4-FFF2-40B4-BE49-F238E27FC236}">
                      <a16:creationId xmlns:a16="http://schemas.microsoft.com/office/drawing/2014/main" id="{221EB237-AFAB-456F-A8F3-31AC5829C952}"/>
                    </a:ext>
                  </a:extLst>
                </p14:cNvPr>
                <p14:cNvContentPartPr/>
                <p14:nvPr/>
              </p14:nvContentPartPr>
              <p14:xfrm>
                <a:off x="7404111" y="4116923"/>
                <a:ext cx="864720" cy="142920"/>
              </p14:xfrm>
            </p:contentPart>
          </mc:Choice>
          <mc:Fallback xmlns="">
            <p:pic>
              <p:nvPicPr>
                <p:cNvPr id="54" name="Ink 53">
                  <a:extLst>
                    <a:ext uri="{FF2B5EF4-FFF2-40B4-BE49-F238E27FC236}">
                      <a16:creationId xmlns:a16="http://schemas.microsoft.com/office/drawing/2014/main" id="{221EB237-AFAB-456F-A8F3-31AC5829C952}"/>
                    </a:ext>
                  </a:extLst>
                </p:cNvPr>
                <p:cNvPicPr/>
                <p:nvPr/>
              </p:nvPicPr>
              <p:blipFill>
                <a:blip r:embed="rId87"/>
                <a:stretch>
                  <a:fillRect/>
                </a:stretch>
              </p:blipFill>
              <p:spPr>
                <a:xfrm>
                  <a:off x="7395471" y="4108283"/>
                  <a:ext cx="88236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5" name="Ink 54">
                  <a:extLst>
                    <a:ext uri="{FF2B5EF4-FFF2-40B4-BE49-F238E27FC236}">
                      <a16:creationId xmlns:a16="http://schemas.microsoft.com/office/drawing/2014/main" id="{53E935A4-E07A-4C9E-A10E-A4E786A9A342}"/>
                    </a:ext>
                  </a:extLst>
                </p14:cNvPr>
                <p14:cNvContentPartPr/>
                <p14:nvPr/>
              </p14:nvContentPartPr>
              <p14:xfrm>
                <a:off x="8601471" y="3866363"/>
                <a:ext cx="218880" cy="181080"/>
              </p14:xfrm>
            </p:contentPart>
          </mc:Choice>
          <mc:Fallback xmlns="">
            <p:pic>
              <p:nvPicPr>
                <p:cNvPr id="55" name="Ink 54">
                  <a:extLst>
                    <a:ext uri="{FF2B5EF4-FFF2-40B4-BE49-F238E27FC236}">
                      <a16:creationId xmlns:a16="http://schemas.microsoft.com/office/drawing/2014/main" id="{53E935A4-E07A-4C9E-A10E-A4E786A9A342}"/>
                    </a:ext>
                  </a:extLst>
                </p:cNvPr>
                <p:cNvPicPr/>
                <p:nvPr/>
              </p:nvPicPr>
              <p:blipFill>
                <a:blip r:embed="rId89"/>
                <a:stretch>
                  <a:fillRect/>
                </a:stretch>
              </p:blipFill>
              <p:spPr>
                <a:xfrm>
                  <a:off x="8592831" y="3857363"/>
                  <a:ext cx="23652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6" name="Ink 55">
                  <a:extLst>
                    <a:ext uri="{FF2B5EF4-FFF2-40B4-BE49-F238E27FC236}">
                      <a16:creationId xmlns:a16="http://schemas.microsoft.com/office/drawing/2014/main" id="{3E4C612B-3348-48F1-9943-2D710EF34E46}"/>
                    </a:ext>
                  </a:extLst>
                </p14:cNvPr>
                <p14:cNvContentPartPr/>
                <p14:nvPr/>
              </p14:nvContentPartPr>
              <p14:xfrm>
                <a:off x="7048071" y="2643083"/>
                <a:ext cx="1875960" cy="1645560"/>
              </p14:xfrm>
            </p:contentPart>
          </mc:Choice>
          <mc:Fallback xmlns="">
            <p:pic>
              <p:nvPicPr>
                <p:cNvPr id="56" name="Ink 55">
                  <a:extLst>
                    <a:ext uri="{FF2B5EF4-FFF2-40B4-BE49-F238E27FC236}">
                      <a16:creationId xmlns:a16="http://schemas.microsoft.com/office/drawing/2014/main" id="{3E4C612B-3348-48F1-9943-2D710EF34E46}"/>
                    </a:ext>
                  </a:extLst>
                </p:cNvPr>
                <p:cNvPicPr/>
                <p:nvPr/>
              </p:nvPicPr>
              <p:blipFill>
                <a:blip r:embed="rId91"/>
                <a:stretch>
                  <a:fillRect/>
                </a:stretch>
              </p:blipFill>
              <p:spPr>
                <a:xfrm>
                  <a:off x="7039431" y="2634443"/>
                  <a:ext cx="1893600" cy="16632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8" name="Ink 57">
                  <a:extLst>
                    <a:ext uri="{FF2B5EF4-FFF2-40B4-BE49-F238E27FC236}">
                      <a16:creationId xmlns:a16="http://schemas.microsoft.com/office/drawing/2014/main" id="{8EB5B85E-8971-4AB7-88CB-F44616BB2CFF}"/>
                    </a:ext>
                  </a:extLst>
                </p14:cNvPr>
                <p14:cNvContentPartPr/>
                <p14:nvPr/>
              </p14:nvContentPartPr>
              <p14:xfrm>
                <a:off x="8468631" y="3529403"/>
                <a:ext cx="15480" cy="10800"/>
              </p14:xfrm>
            </p:contentPart>
          </mc:Choice>
          <mc:Fallback xmlns="">
            <p:pic>
              <p:nvPicPr>
                <p:cNvPr id="58" name="Ink 57">
                  <a:extLst>
                    <a:ext uri="{FF2B5EF4-FFF2-40B4-BE49-F238E27FC236}">
                      <a16:creationId xmlns:a16="http://schemas.microsoft.com/office/drawing/2014/main" id="{8EB5B85E-8971-4AB7-88CB-F44616BB2CFF}"/>
                    </a:ext>
                  </a:extLst>
                </p:cNvPr>
                <p:cNvPicPr/>
                <p:nvPr/>
              </p:nvPicPr>
              <p:blipFill>
                <a:blip r:embed="rId93"/>
                <a:stretch>
                  <a:fillRect/>
                </a:stretch>
              </p:blipFill>
              <p:spPr>
                <a:xfrm>
                  <a:off x="8459631" y="3520763"/>
                  <a:ext cx="3312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9" name="Ink 58">
                  <a:extLst>
                    <a:ext uri="{FF2B5EF4-FFF2-40B4-BE49-F238E27FC236}">
                      <a16:creationId xmlns:a16="http://schemas.microsoft.com/office/drawing/2014/main" id="{87D0AD92-36E6-4C21-BA47-06C947FBABAE}"/>
                    </a:ext>
                  </a:extLst>
                </p14:cNvPr>
                <p14:cNvContentPartPr/>
                <p14:nvPr/>
              </p14:nvContentPartPr>
              <p14:xfrm>
                <a:off x="7843671" y="3528683"/>
                <a:ext cx="10800" cy="2160"/>
              </p14:xfrm>
            </p:contentPart>
          </mc:Choice>
          <mc:Fallback xmlns="">
            <p:pic>
              <p:nvPicPr>
                <p:cNvPr id="59" name="Ink 58">
                  <a:extLst>
                    <a:ext uri="{FF2B5EF4-FFF2-40B4-BE49-F238E27FC236}">
                      <a16:creationId xmlns:a16="http://schemas.microsoft.com/office/drawing/2014/main" id="{87D0AD92-36E6-4C21-BA47-06C947FBABAE}"/>
                    </a:ext>
                  </a:extLst>
                </p:cNvPr>
                <p:cNvPicPr/>
                <p:nvPr/>
              </p:nvPicPr>
              <p:blipFill>
                <a:blip r:embed="rId95"/>
                <a:stretch>
                  <a:fillRect/>
                </a:stretch>
              </p:blipFill>
              <p:spPr>
                <a:xfrm>
                  <a:off x="7835031" y="3520043"/>
                  <a:ext cx="2844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0" name="Ink 59">
                  <a:extLst>
                    <a:ext uri="{FF2B5EF4-FFF2-40B4-BE49-F238E27FC236}">
                      <a16:creationId xmlns:a16="http://schemas.microsoft.com/office/drawing/2014/main" id="{7E26EE83-20D0-4530-B746-062D23200D66}"/>
                    </a:ext>
                  </a:extLst>
                </p14:cNvPr>
                <p14:cNvContentPartPr/>
                <p14:nvPr/>
              </p14:nvContentPartPr>
              <p14:xfrm>
                <a:off x="7841511" y="3500603"/>
                <a:ext cx="1080" cy="360"/>
              </p14:xfrm>
            </p:contentPart>
          </mc:Choice>
          <mc:Fallback xmlns="">
            <p:pic>
              <p:nvPicPr>
                <p:cNvPr id="60" name="Ink 59">
                  <a:extLst>
                    <a:ext uri="{FF2B5EF4-FFF2-40B4-BE49-F238E27FC236}">
                      <a16:creationId xmlns:a16="http://schemas.microsoft.com/office/drawing/2014/main" id="{7E26EE83-20D0-4530-B746-062D23200D66}"/>
                    </a:ext>
                  </a:extLst>
                </p:cNvPr>
                <p:cNvPicPr/>
                <p:nvPr/>
              </p:nvPicPr>
              <p:blipFill>
                <a:blip r:embed="rId97"/>
                <a:stretch>
                  <a:fillRect/>
                </a:stretch>
              </p:blipFill>
              <p:spPr>
                <a:xfrm>
                  <a:off x="7832871" y="3491963"/>
                  <a:ext cx="187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1" name="Ink 60">
                  <a:extLst>
                    <a:ext uri="{FF2B5EF4-FFF2-40B4-BE49-F238E27FC236}">
                      <a16:creationId xmlns:a16="http://schemas.microsoft.com/office/drawing/2014/main" id="{AB0A7FC9-5666-4050-BCD1-FC2E9E6C6D9E}"/>
                    </a:ext>
                  </a:extLst>
                </p14:cNvPr>
                <p14:cNvContentPartPr/>
                <p14:nvPr/>
              </p14:nvContentPartPr>
              <p14:xfrm>
                <a:off x="7860951" y="3507443"/>
                <a:ext cx="1800" cy="1080"/>
              </p14:xfrm>
            </p:contentPart>
          </mc:Choice>
          <mc:Fallback xmlns="">
            <p:pic>
              <p:nvPicPr>
                <p:cNvPr id="61" name="Ink 60">
                  <a:extLst>
                    <a:ext uri="{FF2B5EF4-FFF2-40B4-BE49-F238E27FC236}">
                      <a16:creationId xmlns:a16="http://schemas.microsoft.com/office/drawing/2014/main" id="{AB0A7FC9-5666-4050-BCD1-FC2E9E6C6D9E}"/>
                    </a:ext>
                  </a:extLst>
                </p:cNvPr>
                <p:cNvPicPr/>
                <p:nvPr/>
              </p:nvPicPr>
              <p:blipFill>
                <a:blip r:embed="rId99"/>
                <a:stretch>
                  <a:fillRect/>
                </a:stretch>
              </p:blipFill>
              <p:spPr>
                <a:xfrm>
                  <a:off x="7851951" y="3498443"/>
                  <a:ext cx="1944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2" name="Ink 61">
                  <a:extLst>
                    <a:ext uri="{FF2B5EF4-FFF2-40B4-BE49-F238E27FC236}">
                      <a16:creationId xmlns:a16="http://schemas.microsoft.com/office/drawing/2014/main" id="{B7C2AF67-557B-4791-BA6D-0F85547FD872}"/>
                    </a:ext>
                  </a:extLst>
                </p14:cNvPr>
                <p14:cNvContentPartPr/>
                <p14:nvPr/>
              </p14:nvContentPartPr>
              <p14:xfrm>
                <a:off x="7877871" y="3523283"/>
                <a:ext cx="10080" cy="2520"/>
              </p14:xfrm>
            </p:contentPart>
          </mc:Choice>
          <mc:Fallback xmlns="">
            <p:pic>
              <p:nvPicPr>
                <p:cNvPr id="62" name="Ink 61">
                  <a:extLst>
                    <a:ext uri="{FF2B5EF4-FFF2-40B4-BE49-F238E27FC236}">
                      <a16:creationId xmlns:a16="http://schemas.microsoft.com/office/drawing/2014/main" id="{B7C2AF67-557B-4791-BA6D-0F85547FD872}"/>
                    </a:ext>
                  </a:extLst>
                </p:cNvPr>
                <p:cNvPicPr/>
                <p:nvPr/>
              </p:nvPicPr>
              <p:blipFill>
                <a:blip r:embed="rId101"/>
                <a:stretch>
                  <a:fillRect/>
                </a:stretch>
              </p:blipFill>
              <p:spPr>
                <a:xfrm>
                  <a:off x="7869231" y="3514643"/>
                  <a:ext cx="2772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033" name="Ink 1032">
                  <a:extLst>
                    <a:ext uri="{FF2B5EF4-FFF2-40B4-BE49-F238E27FC236}">
                      <a16:creationId xmlns:a16="http://schemas.microsoft.com/office/drawing/2014/main" id="{EE043F17-5F07-416C-84B9-17C75B72ED38}"/>
                    </a:ext>
                  </a:extLst>
                </p14:cNvPr>
                <p14:cNvContentPartPr/>
                <p14:nvPr/>
              </p14:nvContentPartPr>
              <p14:xfrm>
                <a:off x="8485191" y="4551083"/>
                <a:ext cx="360" cy="360"/>
              </p14:xfrm>
            </p:contentPart>
          </mc:Choice>
          <mc:Fallback xmlns="">
            <p:pic>
              <p:nvPicPr>
                <p:cNvPr id="1033" name="Ink 1032">
                  <a:extLst>
                    <a:ext uri="{FF2B5EF4-FFF2-40B4-BE49-F238E27FC236}">
                      <a16:creationId xmlns:a16="http://schemas.microsoft.com/office/drawing/2014/main" id="{EE043F17-5F07-416C-84B9-17C75B72ED38}"/>
                    </a:ext>
                  </a:extLst>
                </p:cNvPr>
                <p:cNvPicPr/>
                <p:nvPr/>
              </p:nvPicPr>
              <p:blipFill>
                <a:blip r:embed="rId15"/>
                <a:stretch>
                  <a:fillRect/>
                </a:stretch>
              </p:blipFill>
              <p:spPr>
                <a:xfrm>
                  <a:off x="8476191" y="454208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034" name="Ink 1033">
                  <a:extLst>
                    <a:ext uri="{FF2B5EF4-FFF2-40B4-BE49-F238E27FC236}">
                      <a16:creationId xmlns:a16="http://schemas.microsoft.com/office/drawing/2014/main" id="{C800B5DD-8F62-49BE-8787-F5E361538F61}"/>
                    </a:ext>
                  </a:extLst>
                </p14:cNvPr>
                <p14:cNvContentPartPr/>
                <p14:nvPr/>
              </p14:nvContentPartPr>
              <p14:xfrm>
                <a:off x="8544591" y="4681043"/>
                <a:ext cx="47160" cy="151200"/>
              </p14:xfrm>
            </p:contentPart>
          </mc:Choice>
          <mc:Fallback xmlns="">
            <p:pic>
              <p:nvPicPr>
                <p:cNvPr id="1034" name="Ink 1033">
                  <a:extLst>
                    <a:ext uri="{FF2B5EF4-FFF2-40B4-BE49-F238E27FC236}">
                      <a16:creationId xmlns:a16="http://schemas.microsoft.com/office/drawing/2014/main" id="{C800B5DD-8F62-49BE-8787-F5E361538F61}"/>
                    </a:ext>
                  </a:extLst>
                </p:cNvPr>
                <p:cNvPicPr/>
                <p:nvPr/>
              </p:nvPicPr>
              <p:blipFill>
                <a:blip r:embed="rId104"/>
                <a:stretch>
                  <a:fillRect/>
                </a:stretch>
              </p:blipFill>
              <p:spPr>
                <a:xfrm>
                  <a:off x="8535591" y="4672403"/>
                  <a:ext cx="6480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035" name="Ink 1034">
                  <a:extLst>
                    <a:ext uri="{FF2B5EF4-FFF2-40B4-BE49-F238E27FC236}">
                      <a16:creationId xmlns:a16="http://schemas.microsoft.com/office/drawing/2014/main" id="{52A1FC75-DA5B-4DDA-9CD5-C05A059A5A91}"/>
                    </a:ext>
                  </a:extLst>
                </p14:cNvPr>
                <p14:cNvContentPartPr/>
                <p14:nvPr/>
              </p14:nvContentPartPr>
              <p14:xfrm>
                <a:off x="8594271" y="4967963"/>
                <a:ext cx="360" cy="360"/>
              </p14:xfrm>
            </p:contentPart>
          </mc:Choice>
          <mc:Fallback xmlns="">
            <p:pic>
              <p:nvPicPr>
                <p:cNvPr id="1035" name="Ink 1034">
                  <a:extLst>
                    <a:ext uri="{FF2B5EF4-FFF2-40B4-BE49-F238E27FC236}">
                      <a16:creationId xmlns:a16="http://schemas.microsoft.com/office/drawing/2014/main" id="{52A1FC75-DA5B-4DDA-9CD5-C05A059A5A91}"/>
                    </a:ext>
                  </a:extLst>
                </p:cNvPr>
                <p:cNvPicPr/>
                <p:nvPr/>
              </p:nvPicPr>
              <p:blipFill>
                <a:blip r:embed="rId15"/>
                <a:stretch>
                  <a:fillRect/>
                </a:stretch>
              </p:blipFill>
              <p:spPr>
                <a:xfrm>
                  <a:off x="8585271" y="495896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036" name="Ink 1035">
                  <a:extLst>
                    <a:ext uri="{FF2B5EF4-FFF2-40B4-BE49-F238E27FC236}">
                      <a16:creationId xmlns:a16="http://schemas.microsoft.com/office/drawing/2014/main" id="{465E31DC-A115-4517-90B8-47D2D835256A}"/>
                    </a:ext>
                  </a:extLst>
                </p14:cNvPr>
                <p14:cNvContentPartPr/>
                <p14:nvPr/>
              </p14:nvContentPartPr>
              <p14:xfrm>
                <a:off x="7855911" y="3509963"/>
                <a:ext cx="115920" cy="1080"/>
              </p14:xfrm>
            </p:contentPart>
          </mc:Choice>
          <mc:Fallback xmlns="">
            <p:pic>
              <p:nvPicPr>
                <p:cNvPr id="1036" name="Ink 1035">
                  <a:extLst>
                    <a:ext uri="{FF2B5EF4-FFF2-40B4-BE49-F238E27FC236}">
                      <a16:creationId xmlns:a16="http://schemas.microsoft.com/office/drawing/2014/main" id="{465E31DC-A115-4517-90B8-47D2D835256A}"/>
                    </a:ext>
                  </a:extLst>
                </p:cNvPr>
                <p:cNvPicPr/>
                <p:nvPr/>
              </p:nvPicPr>
              <p:blipFill>
                <a:blip r:embed="rId107"/>
                <a:stretch>
                  <a:fillRect/>
                </a:stretch>
              </p:blipFill>
              <p:spPr>
                <a:xfrm>
                  <a:off x="7846911" y="3501323"/>
                  <a:ext cx="13356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037" name="Ink 1036">
                  <a:extLst>
                    <a:ext uri="{FF2B5EF4-FFF2-40B4-BE49-F238E27FC236}">
                      <a16:creationId xmlns:a16="http://schemas.microsoft.com/office/drawing/2014/main" id="{D8B749C0-FA38-4C03-87B3-F495351345D6}"/>
                    </a:ext>
                  </a:extLst>
                </p14:cNvPr>
                <p14:cNvContentPartPr/>
                <p14:nvPr/>
              </p14:nvContentPartPr>
              <p14:xfrm>
                <a:off x="8039511" y="3516803"/>
                <a:ext cx="336960" cy="16200"/>
              </p14:xfrm>
            </p:contentPart>
          </mc:Choice>
          <mc:Fallback xmlns="">
            <p:pic>
              <p:nvPicPr>
                <p:cNvPr id="1037" name="Ink 1036">
                  <a:extLst>
                    <a:ext uri="{FF2B5EF4-FFF2-40B4-BE49-F238E27FC236}">
                      <a16:creationId xmlns:a16="http://schemas.microsoft.com/office/drawing/2014/main" id="{D8B749C0-FA38-4C03-87B3-F495351345D6}"/>
                    </a:ext>
                  </a:extLst>
                </p:cNvPr>
                <p:cNvPicPr/>
                <p:nvPr/>
              </p:nvPicPr>
              <p:blipFill>
                <a:blip r:embed="rId109"/>
                <a:stretch>
                  <a:fillRect/>
                </a:stretch>
              </p:blipFill>
              <p:spPr>
                <a:xfrm>
                  <a:off x="8030871" y="3507803"/>
                  <a:ext cx="35460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038" name="Ink 1037">
                  <a:extLst>
                    <a:ext uri="{FF2B5EF4-FFF2-40B4-BE49-F238E27FC236}">
                      <a16:creationId xmlns:a16="http://schemas.microsoft.com/office/drawing/2014/main" id="{AED83EEE-21CC-47EA-9273-29B213D4F723}"/>
                    </a:ext>
                  </a:extLst>
                </p14:cNvPr>
                <p14:cNvContentPartPr/>
                <p14:nvPr/>
              </p14:nvContentPartPr>
              <p14:xfrm>
                <a:off x="8436951" y="3520763"/>
                <a:ext cx="59760" cy="2520"/>
              </p14:xfrm>
            </p:contentPart>
          </mc:Choice>
          <mc:Fallback xmlns="">
            <p:pic>
              <p:nvPicPr>
                <p:cNvPr id="1038" name="Ink 1037">
                  <a:extLst>
                    <a:ext uri="{FF2B5EF4-FFF2-40B4-BE49-F238E27FC236}">
                      <a16:creationId xmlns:a16="http://schemas.microsoft.com/office/drawing/2014/main" id="{AED83EEE-21CC-47EA-9273-29B213D4F723}"/>
                    </a:ext>
                  </a:extLst>
                </p:cNvPr>
                <p:cNvPicPr/>
                <p:nvPr/>
              </p:nvPicPr>
              <p:blipFill>
                <a:blip r:embed="rId111"/>
                <a:stretch>
                  <a:fillRect/>
                </a:stretch>
              </p:blipFill>
              <p:spPr>
                <a:xfrm>
                  <a:off x="8427951" y="3511763"/>
                  <a:ext cx="7740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039" name="Ink 1038">
                  <a:extLst>
                    <a:ext uri="{FF2B5EF4-FFF2-40B4-BE49-F238E27FC236}">
                      <a16:creationId xmlns:a16="http://schemas.microsoft.com/office/drawing/2014/main" id="{708F263D-DFEA-46CF-A97D-341D592763DB}"/>
                    </a:ext>
                  </a:extLst>
                </p14:cNvPr>
                <p14:cNvContentPartPr/>
                <p14:nvPr/>
              </p14:nvContentPartPr>
              <p14:xfrm>
                <a:off x="8462151" y="3539483"/>
                <a:ext cx="18720" cy="242280"/>
              </p14:xfrm>
            </p:contentPart>
          </mc:Choice>
          <mc:Fallback xmlns="">
            <p:pic>
              <p:nvPicPr>
                <p:cNvPr id="1039" name="Ink 1038">
                  <a:extLst>
                    <a:ext uri="{FF2B5EF4-FFF2-40B4-BE49-F238E27FC236}">
                      <a16:creationId xmlns:a16="http://schemas.microsoft.com/office/drawing/2014/main" id="{708F263D-DFEA-46CF-A97D-341D592763DB}"/>
                    </a:ext>
                  </a:extLst>
                </p:cNvPr>
                <p:cNvPicPr/>
                <p:nvPr/>
              </p:nvPicPr>
              <p:blipFill>
                <a:blip r:embed="rId113"/>
                <a:stretch>
                  <a:fillRect/>
                </a:stretch>
              </p:blipFill>
              <p:spPr>
                <a:xfrm>
                  <a:off x="8453151" y="3530483"/>
                  <a:ext cx="3636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040" name="Ink 1039">
                  <a:extLst>
                    <a:ext uri="{FF2B5EF4-FFF2-40B4-BE49-F238E27FC236}">
                      <a16:creationId xmlns:a16="http://schemas.microsoft.com/office/drawing/2014/main" id="{4D8AA9C3-71D6-4FE8-9571-2BB67E383C29}"/>
                    </a:ext>
                  </a:extLst>
                </p14:cNvPr>
                <p14:cNvContentPartPr/>
                <p14:nvPr/>
              </p14:nvContentPartPr>
              <p14:xfrm>
                <a:off x="8484471" y="3935483"/>
                <a:ext cx="23400" cy="395280"/>
              </p14:xfrm>
            </p:contentPart>
          </mc:Choice>
          <mc:Fallback xmlns="">
            <p:pic>
              <p:nvPicPr>
                <p:cNvPr id="1040" name="Ink 1039">
                  <a:extLst>
                    <a:ext uri="{FF2B5EF4-FFF2-40B4-BE49-F238E27FC236}">
                      <a16:creationId xmlns:a16="http://schemas.microsoft.com/office/drawing/2014/main" id="{4D8AA9C3-71D6-4FE8-9571-2BB67E383C29}"/>
                    </a:ext>
                  </a:extLst>
                </p:cNvPr>
                <p:cNvPicPr/>
                <p:nvPr/>
              </p:nvPicPr>
              <p:blipFill>
                <a:blip r:embed="rId115"/>
                <a:stretch>
                  <a:fillRect/>
                </a:stretch>
              </p:blipFill>
              <p:spPr>
                <a:xfrm>
                  <a:off x="8475471" y="3926843"/>
                  <a:ext cx="41040" cy="4129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041" name="Ink 1040">
                  <a:extLst>
                    <a:ext uri="{FF2B5EF4-FFF2-40B4-BE49-F238E27FC236}">
                      <a16:creationId xmlns:a16="http://schemas.microsoft.com/office/drawing/2014/main" id="{A2393F94-5020-4C9C-BE36-8E3912866077}"/>
                    </a:ext>
                  </a:extLst>
                </p14:cNvPr>
                <p14:cNvContentPartPr/>
                <p14:nvPr/>
              </p14:nvContentPartPr>
              <p14:xfrm>
                <a:off x="8500311" y="4417163"/>
                <a:ext cx="47880" cy="519480"/>
              </p14:xfrm>
            </p:contentPart>
          </mc:Choice>
          <mc:Fallback xmlns="">
            <p:pic>
              <p:nvPicPr>
                <p:cNvPr id="1041" name="Ink 1040">
                  <a:extLst>
                    <a:ext uri="{FF2B5EF4-FFF2-40B4-BE49-F238E27FC236}">
                      <a16:creationId xmlns:a16="http://schemas.microsoft.com/office/drawing/2014/main" id="{A2393F94-5020-4C9C-BE36-8E3912866077}"/>
                    </a:ext>
                  </a:extLst>
                </p:cNvPr>
                <p:cNvPicPr/>
                <p:nvPr/>
              </p:nvPicPr>
              <p:blipFill>
                <a:blip r:embed="rId117"/>
                <a:stretch>
                  <a:fillRect/>
                </a:stretch>
              </p:blipFill>
              <p:spPr>
                <a:xfrm>
                  <a:off x="8491671" y="4408163"/>
                  <a:ext cx="65520" cy="5371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043" name="Ink 1042">
                  <a:extLst>
                    <a:ext uri="{FF2B5EF4-FFF2-40B4-BE49-F238E27FC236}">
                      <a16:creationId xmlns:a16="http://schemas.microsoft.com/office/drawing/2014/main" id="{EAE701D1-2916-47A6-91F1-5FA9E2115CCB}"/>
                    </a:ext>
                  </a:extLst>
                </p14:cNvPr>
                <p14:cNvContentPartPr/>
                <p14:nvPr/>
              </p14:nvContentPartPr>
              <p14:xfrm>
                <a:off x="7583031" y="3548123"/>
                <a:ext cx="139680" cy="2880"/>
              </p14:xfrm>
            </p:contentPart>
          </mc:Choice>
          <mc:Fallback xmlns="">
            <p:pic>
              <p:nvPicPr>
                <p:cNvPr id="1043" name="Ink 1042">
                  <a:extLst>
                    <a:ext uri="{FF2B5EF4-FFF2-40B4-BE49-F238E27FC236}">
                      <a16:creationId xmlns:a16="http://schemas.microsoft.com/office/drawing/2014/main" id="{EAE701D1-2916-47A6-91F1-5FA9E2115CCB}"/>
                    </a:ext>
                  </a:extLst>
                </p:cNvPr>
                <p:cNvPicPr/>
                <p:nvPr/>
              </p:nvPicPr>
              <p:blipFill>
                <a:blip r:embed="rId119"/>
                <a:stretch>
                  <a:fillRect/>
                </a:stretch>
              </p:blipFill>
              <p:spPr>
                <a:xfrm>
                  <a:off x="7574031" y="3539123"/>
                  <a:ext cx="15732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045" name="Ink 1044">
                  <a:extLst>
                    <a:ext uri="{FF2B5EF4-FFF2-40B4-BE49-F238E27FC236}">
                      <a16:creationId xmlns:a16="http://schemas.microsoft.com/office/drawing/2014/main" id="{2ACDA4C2-2030-4831-8043-5D7F6FFAD804}"/>
                    </a:ext>
                  </a:extLst>
                </p14:cNvPr>
                <p14:cNvContentPartPr/>
                <p14:nvPr/>
              </p14:nvContentPartPr>
              <p14:xfrm>
                <a:off x="7860951" y="4300883"/>
                <a:ext cx="78120" cy="14400"/>
              </p14:xfrm>
            </p:contentPart>
          </mc:Choice>
          <mc:Fallback xmlns="">
            <p:pic>
              <p:nvPicPr>
                <p:cNvPr id="1045" name="Ink 1044">
                  <a:extLst>
                    <a:ext uri="{FF2B5EF4-FFF2-40B4-BE49-F238E27FC236}">
                      <a16:creationId xmlns:a16="http://schemas.microsoft.com/office/drawing/2014/main" id="{2ACDA4C2-2030-4831-8043-5D7F6FFAD804}"/>
                    </a:ext>
                  </a:extLst>
                </p:cNvPr>
                <p:cNvPicPr/>
                <p:nvPr/>
              </p:nvPicPr>
              <p:blipFill>
                <a:blip r:embed="rId121"/>
                <a:stretch>
                  <a:fillRect/>
                </a:stretch>
              </p:blipFill>
              <p:spPr>
                <a:xfrm>
                  <a:off x="7851951" y="4292243"/>
                  <a:ext cx="9576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046" name="Ink 1045">
                  <a:extLst>
                    <a:ext uri="{FF2B5EF4-FFF2-40B4-BE49-F238E27FC236}">
                      <a16:creationId xmlns:a16="http://schemas.microsoft.com/office/drawing/2014/main" id="{A75006E9-A6E3-4838-81FE-21DEE1156284}"/>
                    </a:ext>
                  </a:extLst>
                </p14:cNvPr>
                <p14:cNvContentPartPr/>
                <p14:nvPr/>
              </p14:nvContentPartPr>
              <p14:xfrm>
                <a:off x="7989111" y="4285043"/>
                <a:ext cx="208080" cy="16920"/>
              </p14:xfrm>
            </p:contentPart>
          </mc:Choice>
          <mc:Fallback xmlns="">
            <p:pic>
              <p:nvPicPr>
                <p:cNvPr id="1046" name="Ink 1045">
                  <a:extLst>
                    <a:ext uri="{FF2B5EF4-FFF2-40B4-BE49-F238E27FC236}">
                      <a16:creationId xmlns:a16="http://schemas.microsoft.com/office/drawing/2014/main" id="{A75006E9-A6E3-4838-81FE-21DEE1156284}"/>
                    </a:ext>
                  </a:extLst>
                </p:cNvPr>
                <p:cNvPicPr/>
                <p:nvPr/>
              </p:nvPicPr>
              <p:blipFill>
                <a:blip r:embed="rId123"/>
                <a:stretch>
                  <a:fillRect/>
                </a:stretch>
              </p:blipFill>
              <p:spPr>
                <a:xfrm>
                  <a:off x="7980471" y="4276043"/>
                  <a:ext cx="22572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047" name="Ink 1046">
                  <a:extLst>
                    <a:ext uri="{FF2B5EF4-FFF2-40B4-BE49-F238E27FC236}">
                      <a16:creationId xmlns:a16="http://schemas.microsoft.com/office/drawing/2014/main" id="{D68E75CF-DB20-4F94-8E86-AA8C5E6DEC4A}"/>
                    </a:ext>
                  </a:extLst>
                </p14:cNvPr>
                <p14:cNvContentPartPr/>
                <p14:nvPr/>
              </p14:nvContentPartPr>
              <p14:xfrm>
                <a:off x="8206551" y="4282883"/>
                <a:ext cx="21240" cy="213840"/>
              </p14:xfrm>
            </p:contentPart>
          </mc:Choice>
          <mc:Fallback xmlns="">
            <p:pic>
              <p:nvPicPr>
                <p:cNvPr id="1047" name="Ink 1046">
                  <a:extLst>
                    <a:ext uri="{FF2B5EF4-FFF2-40B4-BE49-F238E27FC236}">
                      <a16:creationId xmlns:a16="http://schemas.microsoft.com/office/drawing/2014/main" id="{D68E75CF-DB20-4F94-8E86-AA8C5E6DEC4A}"/>
                    </a:ext>
                  </a:extLst>
                </p:cNvPr>
                <p:cNvPicPr/>
                <p:nvPr/>
              </p:nvPicPr>
              <p:blipFill>
                <a:blip r:embed="rId125"/>
                <a:stretch>
                  <a:fillRect/>
                </a:stretch>
              </p:blipFill>
              <p:spPr>
                <a:xfrm>
                  <a:off x="8197551" y="4274243"/>
                  <a:ext cx="3888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048" name="Ink 1047">
                  <a:extLst>
                    <a:ext uri="{FF2B5EF4-FFF2-40B4-BE49-F238E27FC236}">
                      <a16:creationId xmlns:a16="http://schemas.microsoft.com/office/drawing/2014/main" id="{60AACCD4-A3F8-4EE3-9762-C8241209121D}"/>
                    </a:ext>
                  </a:extLst>
                </p14:cNvPr>
                <p14:cNvContentPartPr/>
                <p14:nvPr/>
              </p14:nvContentPartPr>
              <p14:xfrm>
                <a:off x="8229231" y="4647203"/>
                <a:ext cx="35280" cy="293040"/>
              </p14:xfrm>
            </p:contentPart>
          </mc:Choice>
          <mc:Fallback xmlns="">
            <p:pic>
              <p:nvPicPr>
                <p:cNvPr id="1048" name="Ink 1047">
                  <a:extLst>
                    <a:ext uri="{FF2B5EF4-FFF2-40B4-BE49-F238E27FC236}">
                      <a16:creationId xmlns:a16="http://schemas.microsoft.com/office/drawing/2014/main" id="{60AACCD4-A3F8-4EE3-9762-C8241209121D}"/>
                    </a:ext>
                  </a:extLst>
                </p:cNvPr>
                <p:cNvPicPr/>
                <p:nvPr/>
              </p:nvPicPr>
              <p:blipFill>
                <a:blip r:embed="rId127"/>
                <a:stretch>
                  <a:fillRect/>
                </a:stretch>
              </p:blipFill>
              <p:spPr>
                <a:xfrm>
                  <a:off x="8220591" y="4638203"/>
                  <a:ext cx="52920" cy="3106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049" name="Ink 1048">
                  <a:extLst>
                    <a:ext uri="{FF2B5EF4-FFF2-40B4-BE49-F238E27FC236}">
                      <a16:creationId xmlns:a16="http://schemas.microsoft.com/office/drawing/2014/main" id="{33E79604-F848-4AA0-88D0-F008E30C86FC}"/>
                    </a:ext>
                  </a:extLst>
                </p14:cNvPr>
                <p14:cNvContentPartPr/>
                <p14:nvPr/>
              </p14:nvContentPartPr>
              <p14:xfrm>
                <a:off x="8263431" y="4987043"/>
                <a:ext cx="10080" cy="83880"/>
              </p14:xfrm>
            </p:contentPart>
          </mc:Choice>
          <mc:Fallback xmlns="">
            <p:pic>
              <p:nvPicPr>
                <p:cNvPr id="1049" name="Ink 1048">
                  <a:extLst>
                    <a:ext uri="{FF2B5EF4-FFF2-40B4-BE49-F238E27FC236}">
                      <a16:creationId xmlns:a16="http://schemas.microsoft.com/office/drawing/2014/main" id="{33E79604-F848-4AA0-88D0-F008E30C86FC}"/>
                    </a:ext>
                  </a:extLst>
                </p:cNvPr>
                <p:cNvPicPr/>
                <p:nvPr/>
              </p:nvPicPr>
              <p:blipFill>
                <a:blip r:embed="rId129"/>
                <a:stretch>
                  <a:fillRect/>
                </a:stretch>
              </p:blipFill>
              <p:spPr>
                <a:xfrm>
                  <a:off x="8254791" y="4978403"/>
                  <a:ext cx="2772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050" name="Ink 1049">
                  <a:extLst>
                    <a:ext uri="{FF2B5EF4-FFF2-40B4-BE49-F238E27FC236}">
                      <a16:creationId xmlns:a16="http://schemas.microsoft.com/office/drawing/2014/main" id="{5EAE11C5-8C20-47A8-A538-8FB6D5ED4293}"/>
                    </a:ext>
                  </a:extLst>
                </p14:cNvPr>
                <p14:cNvContentPartPr/>
                <p14:nvPr/>
              </p14:nvContentPartPr>
              <p14:xfrm>
                <a:off x="8000991" y="4691843"/>
                <a:ext cx="284400" cy="39600"/>
              </p14:xfrm>
            </p:contentPart>
          </mc:Choice>
          <mc:Fallback xmlns="">
            <p:pic>
              <p:nvPicPr>
                <p:cNvPr id="1050" name="Ink 1049">
                  <a:extLst>
                    <a:ext uri="{FF2B5EF4-FFF2-40B4-BE49-F238E27FC236}">
                      <a16:creationId xmlns:a16="http://schemas.microsoft.com/office/drawing/2014/main" id="{5EAE11C5-8C20-47A8-A538-8FB6D5ED4293}"/>
                    </a:ext>
                  </a:extLst>
                </p:cNvPr>
                <p:cNvPicPr/>
                <p:nvPr/>
              </p:nvPicPr>
              <p:blipFill>
                <a:blip r:embed="rId131"/>
                <a:stretch>
                  <a:fillRect/>
                </a:stretch>
              </p:blipFill>
              <p:spPr>
                <a:xfrm>
                  <a:off x="7992351" y="4682843"/>
                  <a:ext cx="302040" cy="57240"/>
                </a:xfrm>
                <a:prstGeom prst="rect">
                  <a:avLst/>
                </a:prstGeom>
              </p:spPr>
            </p:pic>
          </mc:Fallback>
        </mc:AlternateContent>
      </p:grpSp>
    </p:spTree>
    <p:extLst>
      <p:ext uri="{BB962C8B-B14F-4D97-AF65-F5344CB8AC3E}">
        <p14:creationId xmlns:p14="http://schemas.microsoft.com/office/powerpoint/2010/main" val="4139568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824733-69A3-4ABC-8F50-20BC8E4873AC}"/>
              </a:ext>
            </a:extLst>
          </p:cNvPr>
          <p:cNvSpPr>
            <a:spLocks noGrp="1"/>
          </p:cNvSpPr>
          <p:nvPr>
            <p:ph idx="1"/>
          </p:nvPr>
        </p:nvSpPr>
        <p:spPr/>
        <p:txBody>
          <a:bodyPr>
            <a:normAutofit/>
          </a:bodyPr>
          <a:lstStyle/>
          <a:p>
            <a:pPr marL="0" indent="0">
              <a:buNone/>
            </a:pPr>
            <a:r>
              <a:rPr lang="en-US" sz="2000" b="0" i="0" dirty="0">
                <a:effectLst/>
                <a:latin typeface="+mj-lt"/>
              </a:rPr>
              <a:t>MIT Introduction to Deep Learning | 6.S191</a:t>
            </a:r>
            <a:r>
              <a:rPr lang="en-IN" sz="2000" b="0" i="0" dirty="0">
                <a:effectLst/>
                <a:latin typeface="+mj-lt"/>
              </a:rPr>
              <a:t> </a:t>
            </a:r>
            <a:r>
              <a:rPr lang="en-IN" sz="2000" dirty="0">
                <a:latin typeface="+mj-lt"/>
              </a:rPr>
              <a:t>b</a:t>
            </a:r>
            <a:r>
              <a:rPr lang="en-IN" sz="2000" b="0" i="0" dirty="0">
                <a:effectLst/>
                <a:latin typeface="+mj-lt"/>
              </a:rPr>
              <a:t>y Alexander </a:t>
            </a:r>
            <a:r>
              <a:rPr lang="en-IN" sz="2000" dirty="0" err="1">
                <a:latin typeface="+mj-lt"/>
              </a:rPr>
              <a:t>A</a:t>
            </a:r>
            <a:r>
              <a:rPr lang="en-IN" sz="2000" b="0" i="0" dirty="0" err="1">
                <a:effectLst/>
                <a:latin typeface="+mj-lt"/>
              </a:rPr>
              <a:t>mini</a:t>
            </a:r>
            <a:endParaRPr lang="en-IN" sz="2000" b="0" i="0" dirty="0">
              <a:effectLst/>
              <a:latin typeface="+mj-lt"/>
            </a:endParaRPr>
          </a:p>
          <a:p>
            <a:pPr marL="0" indent="0">
              <a:buNone/>
            </a:pPr>
            <a:r>
              <a:rPr lang="en-US" sz="2000" b="0" i="0" dirty="0">
                <a:effectLst/>
                <a:latin typeface="+mj-lt"/>
                <a:hlinkClick r:id="rId2"/>
              </a:rPr>
              <a:t>https://www.youtube.com/watch?v=7sB052Pz0sQ&amp;list=PLtBw6njQRU-rwp5__7C0oIVt26ZgjG9NI</a:t>
            </a:r>
            <a:endParaRPr lang="en-US" sz="2000" b="0" i="0" dirty="0">
              <a:effectLst/>
              <a:latin typeface="+mj-lt"/>
            </a:endParaRPr>
          </a:p>
          <a:p>
            <a:pPr marL="0" indent="0">
              <a:buNone/>
            </a:pPr>
            <a:endParaRPr lang="en-US" sz="2000" b="0" i="0" dirty="0">
              <a:effectLst/>
              <a:latin typeface="+mj-lt"/>
            </a:endParaRPr>
          </a:p>
          <a:p>
            <a:pPr marL="0" indent="0">
              <a:buNone/>
            </a:pPr>
            <a:r>
              <a:rPr lang="en-IN" sz="2000" dirty="0">
                <a:latin typeface="+mj-lt"/>
              </a:rPr>
              <a:t>L1 and L2 Regularization</a:t>
            </a:r>
          </a:p>
          <a:p>
            <a:pPr marL="0" indent="0">
              <a:buNone/>
            </a:pPr>
            <a:r>
              <a:rPr lang="en-IN" sz="2000" dirty="0">
                <a:latin typeface="+mj-lt"/>
                <a:hlinkClick r:id="rId3"/>
              </a:rPr>
              <a:t>https://www.youtube.com/watch?v=QNxNCgtWSaY</a:t>
            </a:r>
            <a:endParaRPr lang="en-IN" sz="2000" dirty="0">
              <a:latin typeface="+mj-lt"/>
            </a:endParaRPr>
          </a:p>
          <a:p>
            <a:pPr marL="0" indent="0">
              <a:buNone/>
            </a:pPr>
            <a:endParaRPr lang="en-IN" sz="2000" dirty="0">
              <a:latin typeface="+mj-lt"/>
            </a:endParaRPr>
          </a:p>
          <a:p>
            <a:endParaRPr lang="en-US" sz="2000" b="0" i="0" dirty="0">
              <a:effectLst/>
              <a:latin typeface="+mj-lt"/>
            </a:endParaRPr>
          </a:p>
        </p:txBody>
      </p:sp>
      <p:sp>
        <p:nvSpPr>
          <p:cNvPr id="3" name="Title 1">
            <a:extLst>
              <a:ext uri="{FF2B5EF4-FFF2-40B4-BE49-F238E27FC236}">
                <a16:creationId xmlns:a16="http://schemas.microsoft.com/office/drawing/2014/main" id="{03FB8F68-31E1-4B1A-B435-DA5668BAF265}"/>
              </a:ext>
            </a:extLst>
          </p:cNvPr>
          <p:cNvSpPr txBox="1">
            <a:spLocks/>
          </p:cNvSpPr>
          <p:nvPr/>
        </p:nvSpPr>
        <p:spPr bwMode="auto">
          <a:xfrm>
            <a:off x="164122" y="132177"/>
            <a:ext cx="10175632" cy="84454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267" b="1" dirty="0">
                <a:solidFill>
                  <a:srgbClr val="002060"/>
                </a:solidFill>
                <a:latin typeface="Cambria" panose="02040503050406030204" pitchFamily="18" charset="0"/>
                <a:cs typeface="Times New Roman" panose="02020603050405020304" pitchFamily="18" charset="0"/>
              </a:rPr>
              <a:t>References</a:t>
            </a:r>
          </a:p>
        </p:txBody>
      </p:sp>
    </p:spTree>
    <p:extLst>
      <p:ext uri="{BB962C8B-B14F-4D97-AF65-F5344CB8AC3E}">
        <p14:creationId xmlns:p14="http://schemas.microsoft.com/office/powerpoint/2010/main" val="39620526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4008</TotalTime>
  <Words>1439</Words>
  <Application>Microsoft Office PowerPoint</Application>
  <PresentationFormat>Widescreen</PresentationFormat>
  <Paragraphs>138</Paragraphs>
  <Slides>21</Slides>
  <Notes>18</Notes>
  <HiddenSlides>1</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21</vt:i4>
      </vt:variant>
    </vt:vector>
  </HeadingPairs>
  <TitlesOfParts>
    <vt:vector size="29" baseType="lpstr">
      <vt:lpstr>arial</vt:lpstr>
      <vt:lpstr>arial</vt:lpstr>
      <vt:lpstr>Calibri</vt:lpstr>
      <vt:lpstr>Calibri Light</vt:lpstr>
      <vt:lpstr>Cambria</vt:lpstr>
      <vt:lpstr>source-serif-pro</vt:lpstr>
      <vt:lpstr>Office Theme</vt:lpstr>
      <vt:lpstr>1_Office Theme</vt:lpstr>
      <vt:lpstr>CSET335L (Deep Learning)</vt:lpstr>
      <vt:lpstr>Outline</vt:lpstr>
      <vt:lpstr>Model improvement</vt:lpstr>
      <vt:lpstr>Problem of Overfitting</vt:lpstr>
      <vt:lpstr>Problem of Overfitting</vt:lpstr>
      <vt:lpstr>Ways to mitigate overfitting</vt:lpstr>
      <vt:lpstr>Regularization</vt:lpstr>
      <vt:lpstr>Regularization</vt:lpstr>
      <vt:lpstr>Regularization</vt:lpstr>
      <vt:lpstr>Regularization</vt:lpstr>
      <vt:lpstr>Regularization techniques</vt:lpstr>
      <vt:lpstr>L1 Regularization</vt:lpstr>
      <vt:lpstr>L2 Regularization</vt:lpstr>
      <vt:lpstr>Regularization parameter λ</vt:lpstr>
      <vt:lpstr>Regularization</vt:lpstr>
      <vt:lpstr>L1 and L2 Regularization</vt:lpstr>
      <vt:lpstr>L1 and L2 Regularization</vt:lpstr>
      <vt:lpstr>Visualizing L2 Regularization</vt:lpstr>
      <vt:lpstr>Visualizing L1 Regularization</vt:lpstr>
      <vt:lpstr>Visualizing L1 and L2 Regularization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Deepika Vatsa</dc:creator>
  <cp:lastModifiedBy>Deepika Vatsa</cp:lastModifiedBy>
  <cp:revision>50</cp:revision>
  <dcterms:created xsi:type="dcterms:W3CDTF">2022-08-02T04:13:44Z</dcterms:created>
  <dcterms:modified xsi:type="dcterms:W3CDTF">2025-08-04T05:00:48Z</dcterms:modified>
</cp:coreProperties>
</file>