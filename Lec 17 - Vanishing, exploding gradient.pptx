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395" r:id="rId3"/>
    <p:sldId id="257" r:id="rId4"/>
    <p:sldId id="595" r:id="rId5"/>
    <p:sldId id="596" r:id="rId6"/>
    <p:sldId id="597" r:id="rId7"/>
    <p:sldId id="5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BDFB6-7C04-4E3F-BE4A-398859B29101}" v="88" dt="2025-09-08T09:26:38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F55BDFB6-7C04-4E3F-BE4A-398859B29101}"/>
    <pc:docChg chg="custSel addSld delSld modSld">
      <pc:chgData name="Deepika Vatsa" userId="f7100972-27fe-4ee6-8fb4-ec9b7931b409" providerId="ADAL" clId="{F55BDFB6-7C04-4E3F-BE4A-398859B29101}" dt="2025-09-08T09:26:47.594" v="820" actId="9405"/>
      <pc:docMkLst>
        <pc:docMk/>
      </pc:docMkLst>
      <pc:sldChg chg="new del">
        <pc:chgData name="Deepika Vatsa" userId="f7100972-27fe-4ee6-8fb4-ec9b7931b409" providerId="ADAL" clId="{F55BDFB6-7C04-4E3F-BE4A-398859B29101}" dt="2025-09-08T08:55:24.460" v="119" actId="47"/>
        <pc:sldMkLst>
          <pc:docMk/>
          <pc:sldMk cId="963735223" sldId="256"/>
        </pc:sldMkLst>
      </pc:sldChg>
      <pc:sldChg chg="addSp modSp new mod">
        <pc:chgData name="Deepika Vatsa" userId="f7100972-27fe-4ee6-8fb4-ec9b7931b409" providerId="ADAL" clId="{F55BDFB6-7C04-4E3F-BE4A-398859B29101}" dt="2025-09-08T09:26:47.594" v="820" actId="9405"/>
        <pc:sldMkLst>
          <pc:docMk/>
          <pc:sldMk cId="57806922" sldId="257"/>
        </pc:sldMkLst>
        <pc:spChg chg="mod">
          <ac:chgData name="Deepika Vatsa" userId="f7100972-27fe-4ee6-8fb4-ec9b7931b409" providerId="ADAL" clId="{F55BDFB6-7C04-4E3F-BE4A-398859B29101}" dt="2025-09-08T08:55:39.433" v="123" actId="1076"/>
          <ac:spMkLst>
            <pc:docMk/>
            <pc:sldMk cId="57806922" sldId="257"/>
            <ac:spMk id="2" creationId="{E67FAFAF-3E0E-D0FF-B483-4EBECDA20574}"/>
          </ac:spMkLst>
        </pc:spChg>
        <pc:spChg chg="mod">
          <ac:chgData name="Deepika Vatsa" userId="f7100972-27fe-4ee6-8fb4-ec9b7931b409" providerId="ADAL" clId="{F55BDFB6-7C04-4E3F-BE4A-398859B29101}" dt="2025-09-08T08:55:36.859" v="122" actId="1076"/>
          <ac:spMkLst>
            <pc:docMk/>
            <pc:sldMk cId="57806922" sldId="257"/>
            <ac:spMk id="3" creationId="{28338AC5-2C91-0443-01A2-3C99156E08E5}"/>
          </ac:spMkLst>
        </pc:spChg>
        <pc:spChg chg="add mod">
          <ac:chgData name="Deepika Vatsa" userId="f7100972-27fe-4ee6-8fb4-ec9b7931b409" providerId="ADAL" clId="{F55BDFB6-7C04-4E3F-BE4A-398859B29101}" dt="2025-09-08T08:55:32.849" v="121" actId="1076"/>
          <ac:spMkLst>
            <pc:docMk/>
            <pc:sldMk cId="57806922" sldId="257"/>
            <ac:spMk id="5" creationId="{91722C1B-956C-7A0C-63C2-DAFF50748CFD}"/>
          </ac:spMkLst>
        </pc:spChg>
        <pc:spChg chg="add mod">
          <ac:chgData name="Deepika Vatsa" userId="f7100972-27fe-4ee6-8fb4-ec9b7931b409" providerId="ADAL" clId="{F55BDFB6-7C04-4E3F-BE4A-398859B29101}" dt="2025-09-08T08:55:30.450" v="120" actId="1076"/>
          <ac:spMkLst>
            <pc:docMk/>
            <pc:sldMk cId="57806922" sldId="257"/>
            <ac:spMk id="6" creationId="{3D8ABA24-69F1-8609-F721-5730974F43A9}"/>
          </ac:spMkLst>
        </pc:spChg>
        <pc:grpChg chg="mod">
          <ac:chgData name="Deepika Vatsa" userId="f7100972-27fe-4ee6-8fb4-ec9b7931b409" providerId="ADAL" clId="{F55BDFB6-7C04-4E3F-BE4A-398859B29101}" dt="2025-09-08T09:26:01.929" v="787"/>
          <ac:grpSpMkLst>
            <pc:docMk/>
            <pc:sldMk cId="57806922" sldId="257"/>
            <ac:grpSpMk id="16" creationId="{2764B813-4353-4F3C-5655-5CD812DF323E}"/>
          </ac:grpSpMkLst>
        </pc:grpChg>
        <pc:grpChg chg="mod">
          <ac:chgData name="Deepika Vatsa" userId="f7100972-27fe-4ee6-8fb4-ec9b7931b409" providerId="ADAL" clId="{F55BDFB6-7C04-4E3F-BE4A-398859B29101}" dt="2025-09-08T09:26:23.569" v="791"/>
          <ac:grpSpMkLst>
            <pc:docMk/>
            <pc:sldMk cId="57806922" sldId="257"/>
            <ac:grpSpMk id="20" creationId="{3781E5D7-1324-366E-3F62-BD16A476EFF9}"/>
          </ac:grpSpMkLst>
        </pc:grpChg>
        <pc:grpChg chg="mod">
          <ac:chgData name="Deepika Vatsa" userId="f7100972-27fe-4ee6-8fb4-ec9b7931b409" providerId="ADAL" clId="{F55BDFB6-7C04-4E3F-BE4A-398859B29101}" dt="2025-09-08T09:26:29.053" v="800"/>
          <ac:grpSpMkLst>
            <pc:docMk/>
            <pc:sldMk cId="57806922" sldId="257"/>
            <ac:grpSpMk id="29" creationId="{BC21AB8F-5D0C-FBCD-A432-43ADF77646F3}"/>
          </ac:grpSpMkLst>
        </pc:grpChg>
        <pc:grpChg chg="mod">
          <ac:chgData name="Deepika Vatsa" userId="f7100972-27fe-4ee6-8fb4-ec9b7931b409" providerId="ADAL" clId="{F55BDFB6-7C04-4E3F-BE4A-398859B29101}" dt="2025-09-08T09:26:29.053" v="800"/>
          <ac:grpSpMkLst>
            <pc:docMk/>
            <pc:sldMk cId="57806922" sldId="257"/>
            <ac:grpSpMk id="30" creationId="{59D1BDFE-3F5B-476C-9A26-802149754D9E}"/>
          </ac:grpSpMkLst>
        </pc:grpChg>
        <pc:grpChg chg="mod">
          <ac:chgData name="Deepika Vatsa" userId="f7100972-27fe-4ee6-8fb4-ec9b7931b409" providerId="ADAL" clId="{F55BDFB6-7C04-4E3F-BE4A-398859B29101}" dt="2025-09-08T09:26:30.019" v="802"/>
          <ac:grpSpMkLst>
            <pc:docMk/>
            <pc:sldMk cId="57806922" sldId="257"/>
            <ac:grpSpMk id="32" creationId="{F81EEAEE-C896-6A8F-FF08-EBBF689EB7E7}"/>
          </ac:grpSpMkLst>
        </pc:grpChg>
        <pc:grpChg chg="mod">
          <ac:chgData name="Deepika Vatsa" userId="f7100972-27fe-4ee6-8fb4-ec9b7931b409" providerId="ADAL" clId="{F55BDFB6-7C04-4E3F-BE4A-398859B29101}" dt="2025-09-08T09:26:35.632" v="812"/>
          <ac:grpSpMkLst>
            <pc:docMk/>
            <pc:sldMk cId="57806922" sldId="257"/>
            <ac:grpSpMk id="42" creationId="{CFF1E31B-4488-AF05-FE58-46D38F00A0D9}"/>
          </ac:grpSpMkLst>
        </pc:grpChg>
        <pc:grpChg chg="mod">
          <ac:chgData name="Deepika Vatsa" userId="f7100972-27fe-4ee6-8fb4-ec9b7931b409" providerId="ADAL" clId="{F55BDFB6-7C04-4E3F-BE4A-398859B29101}" dt="2025-09-08T09:26:35.632" v="812"/>
          <ac:grpSpMkLst>
            <pc:docMk/>
            <pc:sldMk cId="57806922" sldId="257"/>
            <ac:grpSpMk id="43" creationId="{EA348518-5379-A9F1-1E7E-4597811C6C9B}"/>
          </ac:grpSpMkLst>
        </pc:grpChg>
        <pc:grpChg chg="mod">
          <ac:chgData name="Deepika Vatsa" userId="f7100972-27fe-4ee6-8fb4-ec9b7931b409" providerId="ADAL" clId="{F55BDFB6-7C04-4E3F-BE4A-398859B29101}" dt="2025-09-08T09:26:38.982" v="816"/>
          <ac:grpSpMkLst>
            <pc:docMk/>
            <pc:sldMk cId="57806922" sldId="257"/>
            <ac:grpSpMk id="47" creationId="{BE554A57-29FB-3B73-ABB3-C937C6E54F4F}"/>
          </ac:grpSpMkLst>
        </pc:grpChg>
        <pc:inkChg chg="add">
          <ac:chgData name="Deepika Vatsa" userId="f7100972-27fe-4ee6-8fb4-ec9b7931b409" providerId="ADAL" clId="{F55BDFB6-7C04-4E3F-BE4A-398859B29101}" dt="2025-09-08T09:25:56.874" v="778" actId="9405"/>
          <ac:inkMkLst>
            <pc:docMk/>
            <pc:sldMk cId="57806922" sldId="257"/>
            <ac:inkMk id="7" creationId="{B2608F10-1CDB-B6E9-F632-59A29DEA0949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8" creationId="{C17E8EE4-65AE-98D3-0C0E-455DBBB62D61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9" creationId="{FCDB3521-55FE-0A6F-A1B2-E3B0BDE4F8D1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0" creationId="{F776874B-E6F9-9C94-F739-52DAD3E1877C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1" creationId="{85F22A65-45F0-AB4B-D818-729785E4D288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2" creationId="{2483C43E-AA5D-CFF2-672E-7C2CD60BD0ED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3" creationId="{C7338732-920A-98AC-8BBB-580E54D25115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4" creationId="{B494A8C8-ED97-CA7E-33F2-41A9DA7DF78C}"/>
          </ac:inkMkLst>
        </pc:inkChg>
        <pc:inkChg chg="add mod">
          <ac:chgData name="Deepika Vatsa" userId="f7100972-27fe-4ee6-8fb4-ec9b7931b409" providerId="ADAL" clId="{F55BDFB6-7C04-4E3F-BE4A-398859B29101}" dt="2025-09-08T09:26:01.929" v="787"/>
          <ac:inkMkLst>
            <pc:docMk/>
            <pc:sldMk cId="57806922" sldId="257"/>
            <ac:inkMk id="15" creationId="{295106EC-E943-6C4C-3711-1B3FDDE4568A}"/>
          </ac:inkMkLst>
        </pc:inkChg>
        <pc:inkChg chg="add">
          <ac:chgData name="Deepika Vatsa" userId="f7100972-27fe-4ee6-8fb4-ec9b7931b409" providerId="ADAL" clId="{F55BDFB6-7C04-4E3F-BE4A-398859B29101}" dt="2025-09-08T09:26:06.526" v="788" actId="9405"/>
          <ac:inkMkLst>
            <pc:docMk/>
            <pc:sldMk cId="57806922" sldId="257"/>
            <ac:inkMk id="17" creationId="{4EF68A01-628B-8C8D-7303-4BB656294EAE}"/>
          </ac:inkMkLst>
        </pc:inkChg>
        <pc:inkChg chg="add mod">
          <ac:chgData name="Deepika Vatsa" userId="f7100972-27fe-4ee6-8fb4-ec9b7931b409" providerId="ADAL" clId="{F55BDFB6-7C04-4E3F-BE4A-398859B29101}" dt="2025-09-08T09:26:23.569" v="791"/>
          <ac:inkMkLst>
            <pc:docMk/>
            <pc:sldMk cId="57806922" sldId="257"/>
            <ac:inkMk id="18" creationId="{784E4363-C62C-1EB1-908C-2384A951A93E}"/>
          </ac:inkMkLst>
        </pc:inkChg>
        <pc:inkChg chg="add mod">
          <ac:chgData name="Deepika Vatsa" userId="f7100972-27fe-4ee6-8fb4-ec9b7931b409" providerId="ADAL" clId="{F55BDFB6-7C04-4E3F-BE4A-398859B29101}" dt="2025-09-08T09:26:23.569" v="791"/>
          <ac:inkMkLst>
            <pc:docMk/>
            <pc:sldMk cId="57806922" sldId="257"/>
            <ac:inkMk id="19" creationId="{0B693EE4-A6D3-52AA-075E-FC9F880F47FA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1" creationId="{87C3E104-1C86-2CD2-79DB-225F7D43B1BE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2" creationId="{D4349F00-EF8B-0154-B385-984960F51494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3" creationId="{2A35EF11-6AA9-B915-16AB-954A26C569BE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4" creationId="{23CD19B9-5A4F-0806-B49D-66919605CB60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5" creationId="{03C6DB17-C65D-BE26-B246-1FF3C14868B4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6" creationId="{A9C1DCF1-8643-D6D1-A36F-7FD428DFA08A}"/>
          </ac:inkMkLst>
        </pc:inkChg>
        <pc:inkChg chg="add mod">
          <ac:chgData name="Deepika Vatsa" userId="f7100972-27fe-4ee6-8fb4-ec9b7931b409" providerId="ADAL" clId="{F55BDFB6-7C04-4E3F-BE4A-398859B29101}" dt="2025-09-08T09:26:29.053" v="800"/>
          <ac:inkMkLst>
            <pc:docMk/>
            <pc:sldMk cId="57806922" sldId="257"/>
            <ac:inkMk id="27" creationId="{E7371656-050B-EA77-9FC6-53BAB1BB3ED4}"/>
          </ac:inkMkLst>
        </pc:inkChg>
        <pc:inkChg chg="add mod">
          <ac:chgData name="Deepika Vatsa" userId="f7100972-27fe-4ee6-8fb4-ec9b7931b409" providerId="ADAL" clId="{F55BDFB6-7C04-4E3F-BE4A-398859B29101}" dt="2025-09-08T09:26:30.019" v="802"/>
          <ac:inkMkLst>
            <pc:docMk/>
            <pc:sldMk cId="57806922" sldId="257"/>
            <ac:inkMk id="28" creationId="{A376A3BE-B59F-6A7D-BA5A-FE5809DCA91F}"/>
          </ac:inkMkLst>
        </pc:inkChg>
        <pc:inkChg chg="add mod">
          <ac:chgData name="Deepika Vatsa" userId="f7100972-27fe-4ee6-8fb4-ec9b7931b409" providerId="ADAL" clId="{F55BDFB6-7C04-4E3F-BE4A-398859B29101}" dt="2025-09-08T09:26:30.019" v="802"/>
          <ac:inkMkLst>
            <pc:docMk/>
            <pc:sldMk cId="57806922" sldId="257"/>
            <ac:inkMk id="31" creationId="{8BD31054-52A5-829C-68A0-8053BEF1F588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3" creationId="{A83479CB-6734-1F41-A890-2740655FA263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4" creationId="{6085358C-9CA7-0B98-4B17-84C34A69A692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5" creationId="{9FB57B6E-4A7A-EF21-2030-BAA8CB669C4C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6" creationId="{1B4DD410-3610-6682-A320-EF5128042698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7" creationId="{B30D4E72-147E-4FAA-0B12-05FCCA421BF8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8" creationId="{FF538CC9-069C-7890-A638-E85901D05110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39" creationId="{456352D2-77E6-3DBB-B382-D2E27188A87F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40" creationId="{6FA26651-5542-0AC6-3E43-E5B936EA217D}"/>
          </ac:inkMkLst>
        </pc:inkChg>
        <pc:inkChg chg="add mod">
          <ac:chgData name="Deepika Vatsa" userId="f7100972-27fe-4ee6-8fb4-ec9b7931b409" providerId="ADAL" clId="{F55BDFB6-7C04-4E3F-BE4A-398859B29101}" dt="2025-09-08T09:26:35.632" v="812"/>
          <ac:inkMkLst>
            <pc:docMk/>
            <pc:sldMk cId="57806922" sldId="257"/>
            <ac:inkMk id="41" creationId="{67213691-54E3-D1FA-8FE5-449B07CB0509}"/>
          </ac:inkMkLst>
        </pc:inkChg>
        <pc:inkChg chg="add mod">
          <ac:chgData name="Deepika Vatsa" userId="f7100972-27fe-4ee6-8fb4-ec9b7931b409" providerId="ADAL" clId="{F55BDFB6-7C04-4E3F-BE4A-398859B29101}" dt="2025-09-08T09:26:38.982" v="816"/>
          <ac:inkMkLst>
            <pc:docMk/>
            <pc:sldMk cId="57806922" sldId="257"/>
            <ac:inkMk id="44" creationId="{494A8CF7-AC0B-184E-ED01-23AA145B7BDC}"/>
          </ac:inkMkLst>
        </pc:inkChg>
        <pc:inkChg chg="add mod">
          <ac:chgData name="Deepika Vatsa" userId="f7100972-27fe-4ee6-8fb4-ec9b7931b409" providerId="ADAL" clId="{F55BDFB6-7C04-4E3F-BE4A-398859B29101}" dt="2025-09-08T09:26:38.982" v="816"/>
          <ac:inkMkLst>
            <pc:docMk/>
            <pc:sldMk cId="57806922" sldId="257"/>
            <ac:inkMk id="45" creationId="{B5B0F5BB-A983-57E9-20CD-D9A227294FA0}"/>
          </ac:inkMkLst>
        </pc:inkChg>
        <pc:inkChg chg="add mod">
          <ac:chgData name="Deepika Vatsa" userId="f7100972-27fe-4ee6-8fb4-ec9b7931b409" providerId="ADAL" clId="{F55BDFB6-7C04-4E3F-BE4A-398859B29101}" dt="2025-09-08T09:26:38.982" v="816"/>
          <ac:inkMkLst>
            <pc:docMk/>
            <pc:sldMk cId="57806922" sldId="257"/>
            <ac:inkMk id="46" creationId="{CDEB624D-6AEA-26B3-5C14-DA08424F9569}"/>
          </ac:inkMkLst>
        </pc:inkChg>
        <pc:inkChg chg="add">
          <ac:chgData name="Deepika Vatsa" userId="f7100972-27fe-4ee6-8fb4-ec9b7931b409" providerId="ADAL" clId="{F55BDFB6-7C04-4E3F-BE4A-398859B29101}" dt="2025-09-08T09:26:41.302" v="817" actId="9405"/>
          <ac:inkMkLst>
            <pc:docMk/>
            <pc:sldMk cId="57806922" sldId="257"/>
            <ac:inkMk id="48" creationId="{9D312426-B577-2F42-A975-CB27FDBC58C9}"/>
          </ac:inkMkLst>
        </pc:inkChg>
        <pc:inkChg chg="add">
          <ac:chgData name="Deepika Vatsa" userId="f7100972-27fe-4ee6-8fb4-ec9b7931b409" providerId="ADAL" clId="{F55BDFB6-7C04-4E3F-BE4A-398859B29101}" dt="2025-09-08T09:26:44.253" v="818" actId="9405"/>
          <ac:inkMkLst>
            <pc:docMk/>
            <pc:sldMk cId="57806922" sldId="257"/>
            <ac:inkMk id="49" creationId="{EDFAC546-AD9D-FF23-0EBB-D94003513730}"/>
          </ac:inkMkLst>
        </pc:inkChg>
        <pc:inkChg chg="add">
          <ac:chgData name="Deepika Vatsa" userId="f7100972-27fe-4ee6-8fb4-ec9b7931b409" providerId="ADAL" clId="{F55BDFB6-7C04-4E3F-BE4A-398859B29101}" dt="2025-09-08T09:26:46.254" v="819" actId="9405"/>
          <ac:inkMkLst>
            <pc:docMk/>
            <pc:sldMk cId="57806922" sldId="257"/>
            <ac:inkMk id="50" creationId="{CE6CCF99-6E87-A99E-6FD7-0708433D2A03}"/>
          </ac:inkMkLst>
        </pc:inkChg>
        <pc:inkChg chg="add">
          <ac:chgData name="Deepika Vatsa" userId="f7100972-27fe-4ee6-8fb4-ec9b7931b409" providerId="ADAL" clId="{F55BDFB6-7C04-4E3F-BE4A-398859B29101}" dt="2025-09-08T09:26:47.594" v="820" actId="9405"/>
          <ac:inkMkLst>
            <pc:docMk/>
            <pc:sldMk cId="57806922" sldId="257"/>
            <ac:inkMk id="51" creationId="{B25FBECE-A018-664D-D2C9-50F7B0B3B47B}"/>
          </ac:inkMkLst>
        </pc:inkChg>
      </pc:sldChg>
      <pc:sldChg chg="modSp new del mod">
        <pc:chgData name="Deepika Vatsa" userId="f7100972-27fe-4ee6-8fb4-ec9b7931b409" providerId="ADAL" clId="{F55BDFB6-7C04-4E3F-BE4A-398859B29101}" dt="2025-09-08T08:55:22.344" v="118" actId="47"/>
        <pc:sldMkLst>
          <pc:docMk/>
          <pc:sldMk cId="4255930884" sldId="258"/>
        </pc:sldMkLst>
        <pc:spChg chg="mod">
          <ac:chgData name="Deepika Vatsa" userId="f7100972-27fe-4ee6-8fb4-ec9b7931b409" providerId="ADAL" clId="{F55BDFB6-7C04-4E3F-BE4A-398859B29101}" dt="2025-09-08T08:53:14.634" v="39" actId="20577"/>
          <ac:spMkLst>
            <pc:docMk/>
            <pc:sldMk cId="4255930884" sldId="258"/>
            <ac:spMk id="2" creationId="{6EB12D8B-9C9F-BEEA-B482-9A4A9CDD08B1}"/>
          </ac:spMkLst>
        </pc:spChg>
      </pc:sldChg>
      <pc:sldChg chg="modSp add mod">
        <pc:chgData name="Deepika Vatsa" userId="f7100972-27fe-4ee6-8fb4-ec9b7931b409" providerId="ADAL" clId="{F55BDFB6-7C04-4E3F-BE4A-398859B29101}" dt="2025-09-08T08:55:18.781" v="117" actId="20577"/>
        <pc:sldMkLst>
          <pc:docMk/>
          <pc:sldMk cId="0" sldId="395"/>
        </pc:sldMkLst>
        <pc:spChg chg="mod">
          <ac:chgData name="Deepika Vatsa" userId="f7100972-27fe-4ee6-8fb4-ec9b7931b409" providerId="ADAL" clId="{F55BDFB6-7C04-4E3F-BE4A-398859B29101}" dt="2025-09-08T08:55:18.781" v="117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F55BDFB6-7C04-4E3F-BE4A-398859B29101}" dt="2025-09-08T09:23:55.260" v="736"/>
        <pc:sldMkLst>
          <pc:docMk/>
          <pc:sldMk cId="980090179" sldId="595"/>
        </pc:sldMkLst>
        <pc:spChg chg="mod">
          <ac:chgData name="Deepika Vatsa" userId="f7100972-27fe-4ee6-8fb4-ec9b7931b409" providerId="ADAL" clId="{F55BDFB6-7C04-4E3F-BE4A-398859B29101}" dt="2025-09-08T08:56:19.958" v="142" actId="20577"/>
          <ac:spMkLst>
            <pc:docMk/>
            <pc:sldMk cId="980090179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55BDFB6-7C04-4E3F-BE4A-398859B29101}" dt="2025-09-08T08:56:22.734" v="143" actId="478"/>
          <ac:spMkLst>
            <pc:docMk/>
            <pc:sldMk cId="980090179" sldId="595"/>
            <ac:spMk id="5" creationId="{2461C6AC-CE12-CE55-1E34-C97C06A15181}"/>
          </ac:spMkLst>
        </pc:spChg>
        <pc:spChg chg="add mod">
          <ac:chgData name="Deepika Vatsa" userId="f7100972-27fe-4ee6-8fb4-ec9b7931b409" providerId="ADAL" clId="{F55BDFB6-7C04-4E3F-BE4A-398859B29101}" dt="2025-09-08T08:57:28.336" v="320" actId="20577"/>
          <ac:spMkLst>
            <pc:docMk/>
            <pc:sldMk cId="980090179" sldId="595"/>
            <ac:spMk id="6" creationId="{7B3054D0-234A-A304-4D7C-153A9A024E4E}"/>
          </ac:spMkLst>
        </pc:spChg>
        <pc:grpChg chg="mod">
          <ac:chgData name="Deepika Vatsa" userId="f7100972-27fe-4ee6-8fb4-ec9b7931b409" providerId="ADAL" clId="{F55BDFB6-7C04-4E3F-BE4A-398859B29101}" dt="2025-09-08T09:23:48.764" v="726"/>
          <ac:grpSpMkLst>
            <pc:docMk/>
            <pc:sldMk cId="980090179" sldId="595"/>
            <ac:grpSpMk id="14" creationId="{08A5BE1C-5505-C7E3-0812-39E192BA7F46}"/>
          </ac:grpSpMkLst>
        </pc:grpChg>
        <pc:grpChg chg="mod">
          <ac:chgData name="Deepika Vatsa" userId="f7100972-27fe-4ee6-8fb4-ec9b7931b409" providerId="ADAL" clId="{F55BDFB6-7C04-4E3F-BE4A-398859B29101}" dt="2025-09-08T09:23:52.368" v="733"/>
          <ac:grpSpMkLst>
            <pc:docMk/>
            <pc:sldMk cId="980090179" sldId="595"/>
            <ac:grpSpMk id="21" creationId="{D12E80DB-56B6-F019-2AB6-FC52DB111424}"/>
          </ac:grpSpMkLst>
        </pc:grpChg>
        <pc:grpChg chg="mod">
          <ac:chgData name="Deepika Vatsa" userId="f7100972-27fe-4ee6-8fb4-ec9b7931b409" providerId="ADAL" clId="{F55BDFB6-7C04-4E3F-BE4A-398859B29101}" dt="2025-09-08T09:23:52.368" v="733"/>
          <ac:grpSpMkLst>
            <pc:docMk/>
            <pc:sldMk cId="980090179" sldId="595"/>
            <ac:grpSpMk id="22" creationId="{E403A5B9-9581-AC2A-C078-4D5903E4E576}"/>
          </ac:grpSpMkLst>
        </pc:grpChg>
        <pc:grpChg chg="mod">
          <ac:chgData name="Deepika Vatsa" userId="f7100972-27fe-4ee6-8fb4-ec9b7931b409" providerId="ADAL" clId="{F55BDFB6-7C04-4E3F-BE4A-398859B29101}" dt="2025-09-08T09:23:55.260" v="736"/>
          <ac:grpSpMkLst>
            <pc:docMk/>
            <pc:sldMk cId="980090179" sldId="595"/>
            <ac:grpSpMk id="25" creationId="{C75EC7F5-39D1-2FBD-3A77-A6CA8095ACAC}"/>
          </ac:grpSpMkLst>
        </pc:grpChg>
        <pc:inkChg chg="del">
          <ac:chgData name="Deepika Vatsa" userId="f7100972-27fe-4ee6-8fb4-ec9b7931b409" providerId="ADAL" clId="{F55BDFB6-7C04-4E3F-BE4A-398859B29101}" dt="2025-09-08T08:56:25.869" v="144" actId="478"/>
          <ac:inkMkLst>
            <pc:docMk/>
            <pc:sldMk cId="980090179" sldId="595"/>
            <ac:inkMk id="4" creationId="{5C7949AF-BCB0-C097-E6A1-1D63C8D45A98}"/>
          </ac:inkMkLst>
        </pc:inkChg>
        <pc:inkChg chg="add">
          <ac:chgData name="Deepika Vatsa" userId="f7100972-27fe-4ee6-8fb4-ec9b7931b409" providerId="ADAL" clId="{F55BDFB6-7C04-4E3F-BE4A-398859B29101}" dt="2025-09-08T09:14:45.033" v="321"/>
          <ac:inkMkLst>
            <pc:docMk/>
            <pc:sldMk cId="980090179" sldId="595"/>
            <ac:inkMk id="7" creationId="{7A706123-D5CC-F8CD-F565-146D93579F83}"/>
          </ac:inkMkLst>
        </pc:inkChg>
        <pc:inkChg chg="add">
          <ac:chgData name="Deepika Vatsa" userId="f7100972-27fe-4ee6-8fb4-ec9b7931b409" providerId="ADAL" clId="{F55BDFB6-7C04-4E3F-BE4A-398859B29101}" dt="2025-09-08T09:23:24.995" v="720" actId="9405"/>
          <ac:inkMkLst>
            <pc:docMk/>
            <pc:sldMk cId="980090179" sldId="595"/>
            <ac:inkMk id="8" creationId="{F33099BF-5C42-CC79-DC7A-6043FA3D2A31}"/>
          </ac:inkMkLst>
        </pc:inkChg>
        <pc:inkChg chg="add">
          <ac:chgData name="Deepika Vatsa" userId="f7100972-27fe-4ee6-8fb4-ec9b7931b409" providerId="ADAL" clId="{F55BDFB6-7C04-4E3F-BE4A-398859B29101}" dt="2025-09-08T09:23:25.584" v="721" actId="9405"/>
          <ac:inkMkLst>
            <pc:docMk/>
            <pc:sldMk cId="980090179" sldId="595"/>
            <ac:inkMk id="9" creationId="{50D13D69-1F36-D652-5B79-601D86B44826}"/>
          </ac:inkMkLst>
        </pc:inkChg>
        <pc:inkChg chg="add">
          <ac:chgData name="Deepika Vatsa" userId="f7100972-27fe-4ee6-8fb4-ec9b7931b409" providerId="ADAL" clId="{F55BDFB6-7C04-4E3F-BE4A-398859B29101}" dt="2025-09-08T09:23:28.269" v="722" actId="9405"/>
          <ac:inkMkLst>
            <pc:docMk/>
            <pc:sldMk cId="980090179" sldId="595"/>
            <ac:inkMk id="10" creationId="{1CD31349-0019-872C-F664-740707B73F68}"/>
          </ac:inkMkLst>
        </pc:inkChg>
        <pc:inkChg chg="add mod">
          <ac:chgData name="Deepika Vatsa" userId="f7100972-27fe-4ee6-8fb4-ec9b7931b409" providerId="ADAL" clId="{F55BDFB6-7C04-4E3F-BE4A-398859B29101}" dt="2025-09-08T09:23:48.764" v="726"/>
          <ac:inkMkLst>
            <pc:docMk/>
            <pc:sldMk cId="980090179" sldId="595"/>
            <ac:inkMk id="11" creationId="{0BD18A9B-513E-6E45-9E8E-A621682BFFDB}"/>
          </ac:inkMkLst>
        </pc:inkChg>
        <pc:inkChg chg="add mod">
          <ac:chgData name="Deepika Vatsa" userId="f7100972-27fe-4ee6-8fb4-ec9b7931b409" providerId="ADAL" clId="{F55BDFB6-7C04-4E3F-BE4A-398859B29101}" dt="2025-09-08T09:23:48.764" v="726"/>
          <ac:inkMkLst>
            <pc:docMk/>
            <pc:sldMk cId="980090179" sldId="595"/>
            <ac:inkMk id="12" creationId="{EEEA5BE9-9B07-F007-9A8B-79B6AD1F40F2}"/>
          </ac:inkMkLst>
        </pc:inkChg>
        <pc:inkChg chg="add mod">
          <ac:chgData name="Deepika Vatsa" userId="f7100972-27fe-4ee6-8fb4-ec9b7931b409" providerId="ADAL" clId="{F55BDFB6-7C04-4E3F-BE4A-398859B29101}" dt="2025-09-08T09:23:48.764" v="726"/>
          <ac:inkMkLst>
            <pc:docMk/>
            <pc:sldMk cId="980090179" sldId="595"/>
            <ac:inkMk id="13" creationId="{D9F0ADAA-7D1C-EA44-C4F3-786D3812FCE8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15" creationId="{8A8487D8-0180-9F7D-CC0E-D83D743E6D90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16" creationId="{90880B1C-6EC8-62AD-CC37-FC650A9D6849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17" creationId="{5C1A0140-34FA-C7C8-B1EE-474AC0E6ECE8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18" creationId="{436A40A2-CBE3-334E-7552-3F5E7706AF34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19" creationId="{483B00FD-1A3F-E200-7B20-678A1FFD8143}"/>
          </ac:inkMkLst>
        </pc:inkChg>
        <pc:inkChg chg="add mod">
          <ac:chgData name="Deepika Vatsa" userId="f7100972-27fe-4ee6-8fb4-ec9b7931b409" providerId="ADAL" clId="{F55BDFB6-7C04-4E3F-BE4A-398859B29101}" dt="2025-09-08T09:23:52.368" v="733"/>
          <ac:inkMkLst>
            <pc:docMk/>
            <pc:sldMk cId="980090179" sldId="595"/>
            <ac:inkMk id="20" creationId="{8FB9BA58-210A-C0FA-5930-2FF412FC0CDD}"/>
          </ac:inkMkLst>
        </pc:inkChg>
        <pc:inkChg chg="add mod">
          <ac:chgData name="Deepika Vatsa" userId="f7100972-27fe-4ee6-8fb4-ec9b7931b409" providerId="ADAL" clId="{F55BDFB6-7C04-4E3F-BE4A-398859B29101}" dt="2025-09-08T09:23:55.260" v="736"/>
          <ac:inkMkLst>
            <pc:docMk/>
            <pc:sldMk cId="980090179" sldId="595"/>
            <ac:inkMk id="23" creationId="{C7D6315C-50BA-EB82-D7FF-06E7808A9FFE}"/>
          </ac:inkMkLst>
        </pc:inkChg>
        <pc:inkChg chg="add mod">
          <ac:chgData name="Deepika Vatsa" userId="f7100972-27fe-4ee6-8fb4-ec9b7931b409" providerId="ADAL" clId="{F55BDFB6-7C04-4E3F-BE4A-398859B29101}" dt="2025-09-08T09:23:55.260" v="736"/>
          <ac:inkMkLst>
            <pc:docMk/>
            <pc:sldMk cId="980090179" sldId="595"/>
            <ac:inkMk id="24" creationId="{2B6CD0A7-6358-5897-8676-9EA575F87BB6}"/>
          </ac:inkMkLst>
        </pc:inkChg>
      </pc:sldChg>
      <pc:sldChg chg="addSp delSp modSp new mod">
        <pc:chgData name="Deepika Vatsa" userId="f7100972-27fe-4ee6-8fb4-ec9b7931b409" providerId="ADAL" clId="{F55BDFB6-7C04-4E3F-BE4A-398859B29101}" dt="2025-09-08T09:17:06.113" v="444"/>
        <pc:sldMkLst>
          <pc:docMk/>
          <pc:sldMk cId="337767271" sldId="596"/>
        </pc:sldMkLst>
        <pc:spChg chg="del">
          <ac:chgData name="Deepika Vatsa" userId="f7100972-27fe-4ee6-8fb4-ec9b7931b409" providerId="ADAL" clId="{F55BDFB6-7C04-4E3F-BE4A-398859B29101}" dt="2025-09-08T09:14:51.942" v="324" actId="478"/>
          <ac:spMkLst>
            <pc:docMk/>
            <pc:sldMk cId="337767271" sldId="596"/>
            <ac:spMk id="2" creationId="{410AE662-185F-EB9F-4CCC-F671B98B8050}"/>
          </ac:spMkLst>
        </pc:spChg>
        <pc:spChg chg="del">
          <ac:chgData name="Deepika Vatsa" userId="f7100972-27fe-4ee6-8fb4-ec9b7931b409" providerId="ADAL" clId="{F55BDFB6-7C04-4E3F-BE4A-398859B29101}" dt="2025-09-08T09:14:50.509" v="323" actId="478"/>
          <ac:spMkLst>
            <pc:docMk/>
            <pc:sldMk cId="337767271" sldId="596"/>
            <ac:spMk id="3" creationId="{E8BBA6D6-6054-C45D-D895-F69058B53673}"/>
          </ac:spMkLst>
        </pc:spChg>
        <pc:grpChg chg="mod">
          <ac:chgData name="Deepika Vatsa" userId="f7100972-27fe-4ee6-8fb4-ec9b7931b409" providerId="ADAL" clId="{F55BDFB6-7C04-4E3F-BE4A-398859B29101}" dt="2025-09-08T09:15:02.331" v="327"/>
          <ac:grpSpMkLst>
            <pc:docMk/>
            <pc:sldMk cId="337767271" sldId="596"/>
            <ac:grpSpMk id="6" creationId="{5D138A30-0963-49E5-DDC2-7307A1CE25D1}"/>
          </ac:grpSpMkLst>
        </pc:grpChg>
        <pc:grpChg chg="mod">
          <ac:chgData name="Deepika Vatsa" userId="f7100972-27fe-4ee6-8fb4-ec9b7931b409" providerId="ADAL" clId="{F55BDFB6-7C04-4E3F-BE4A-398859B29101}" dt="2025-09-08T09:15:11.933" v="335"/>
          <ac:grpSpMkLst>
            <pc:docMk/>
            <pc:sldMk cId="337767271" sldId="596"/>
            <ac:grpSpMk id="14" creationId="{E946D25E-984A-DFD5-B41E-0A0CDF476F1D}"/>
          </ac:grpSpMkLst>
        </pc:grpChg>
        <pc:grpChg chg="mod">
          <ac:chgData name="Deepika Vatsa" userId="f7100972-27fe-4ee6-8fb4-ec9b7931b409" providerId="ADAL" clId="{F55BDFB6-7C04-4E3F-BE4A-398859B29101}" dt="2025-09-08T09:15:11.933" v="335"/>
          <ac:grpSpMkLst>
            <pc:docMk/>
            <pc:sldMk cId="337767271" sldId="596"/>
            <ac:grpSpMk id="15" creationId="{FAA90487-9461-8165-8BD7-9B7FE7A56439}"/>
          </ac:grpSpMkLst>
        </pc:grpChg>
        <pc:grpChg chg="mod">
          <ac:chgData name="Deepika Vatsa" userId="f7100972-27fe-4ee6-8fb4-ec9b7931b409" providerId="ADAL" clId="{F55BDFB6-7C04-4E3F-BE4A-398859B29101}" dt="2025-09-08T09:15:19.321" v="342"/>
          <ac:grpSpMkLst>
            <pc:docMk/>
            <pc:sldMk cId="337767271" sldId="596"/>
            <ac:grpSpMk id="22" creationId="{759A20E3-0FBE-E5AF-807B-3E0C259D53B5}"/>
          </ac:grpSpMkLst>
        </pc:grpChg>
        <pc:grpChg chg="mod">
          <ac:chgData name="Deepika Vatsa" userId="f7100972-27fe-4ee6-8fb4-ec9b7931b409" providerId="ADAL" clId="{F55BDFB6-7C04-4E3F-BE4A-398859B29101}" dt="2025-09-08T09:15:19.321" v="342"/>
          <ac:grpSpMkLst>
            <pc:docMk/>
            <pc:sldMk cId="337767271" sldId="596"/>
            <ac:grpSpMk id="23" creationId="{539B6AD7-F9F0-B9C1-A0B7-72191724C25C}"/>
          </ac:grpSpMkLst>
        </pc:grpChg>
        <pc:grpChg chg="del mod">
          <ac:chgData name="Deepika Vatsa" userId="f7100972-27fe-4ee6-8fb4-ec9b7931b409" providerId="ADAL" clId="{F55BDFB6-7C04-4E3F-BE4A-398859B29101}" dt="2025-09-08T09:15:38.799" v="368"/>
          <ac:grpSpMkLst>
            <pc:docMk/>
            <pc:sldMk cId="337767271" sldId="596"/>
            <ac:grpSpMk id="35" creationId="{067A3966-D3E7-3506-DFEF-6B4EC6A095FB}"/>
          </ac:grpSpMkLst>
        </pc:grpChg>
        <pc:grpChg chg="mod">
          <ac:chgData name="Deepika Vatsa" userId="f7100972-27fe-4ee6-8fb4-ec9b7931b409" providerId="ADAL" clId="{F55BDFB6-7C04-4E3F-BE4A-398859B29101}" dt="2025-09-08T09:15:28.849" v="354"/>
          <ac:grpSpMkLst>
            <pc:docMk/>
            <pc:sldMk cId="337767271" sldId="596"/>
            <ac:grpSpMk id="36" creationId="{8BF50853-1387-88B7-2645-A6404619E904}"/>
          </ac:grpSpMkLst>
        </pc:grpChg>
        <pc:grpChg chg="mod">
          <ac:chgData name="Deepika Vatsa" userId="f7100972-27fe-4ee6-8fb4-ec9b7931b409" providerId="ADAL" clId="{F55BDFB6-7C04-4E3F-BE4A-398859B29101}" dt="2025-09-08T09:15:38.799" v="368"/>
          <ac:grpSpMkLst>
            <pc:docMk/>
            <pc:sldMk cId="337767271" sldId="596"/>
            <ac:grpSpMk id="50" creationId="{BDC10329-A4AD-EC96-836E-D94758B960E4}"/>
          </ac:grpSpMkLst>
        </pc:grpChg>
        <pc:grpChg chg="del mod">
          <ac:chgData name="Deepika Vatsa" userId="f7100972-27fe-4ee6-8fb4-ec9b7931b409" providerId="ADAL" clId="{F55BDFB6-7C04-4E3F-BE4A-398859B29101}" dt="2025-09-08T09:16:02.019" v="375"/>
          <ac:grpSpMkLst>
            <pc:docMk/>
            <pc:sldMk cId="337767271" sldId="596"/>
            <ac:grpSpMk id="53" creationId="{12788D48-2BEC-AE5F-2931-C11119E8FEEB}"/>
          </ac:grpSpMkLst>
        </pc:grpChg>
        <pc:grpChg chg="del mod">
          <ac:chgData name="Deepika Vatsa" userId="f7100972-27fe-4ee6-8fb4-ec9b7931b409" providerId="ADAL" clId="{F55BDFB6-7C04-4E3F-BE4A-398859B29101}" dt="2025-09-08T09:16:03.383" v="378"/>
          <ac:grpSpMkLst>
            <pc:docMk/>
            <pc:sldMk cId="337767271" sldId="596"/>
            <ac:grpSpMk id="57" creationId="{0976CEFB-EA21-F3AD-8C33-B5C14A568A83}"/>
          </ac:grpSpMkLst>
        </pc:grpChg>
        <pc:grpChg chg="del mod">
          <ac:chgData name="Deepika Vatsa" userId="f7100972-27fe-4ee6-8fb4-ec9b7931b409" providerId="ADAL" clId="{F55BDFB6-7C04-4E3F-BE4A-398859B29101}" dt="2025-09-08T09:16:06.409" v="384"/>
          <ac:grpSpMkLst>
            <pc:docMk/>
            <pc:sldMk cId="337767271" sldId="596"/>
            <ac:grpSpMk id="60" creationId="{535B68B9-AED6-AE12-F71D-A633E411ACAF}"/>
          </ac:grpSpMkLst>
        </pc:grpChg>
        <pc:grpChg chg="del mod">
          <ac:chgData name="Deepika Vatsa" userId="f7100972-27fe-4ee6-8fb4-ec9b7931b409" providerId="ADAL" clId="{F55BDFB6-7C04-4E3F-BE4A-398859B29101}" dt="2025-09-08T09:16:06.409" v="384"/>
          <ac:grpSpMkLst>
            <pc:docMk/>
            <pc:sldMk cId="337767271" sldId="596"/>
            <ac:grpSpMk id="66" creationId="{260FFA15-9629-E8A1-E6C5-D7478E80D40C}"/>
          </ac:grpSpMkLst>
        </pc:grpChg>
        <pc:grpChg chg="del mod">
          <ac:chgData name="Deepika Vatsa" userId="f7100972-27fe-4ee6-8fb4-ec9b7931b409" providerId="ADAL" clId="{F55BDFB6-7C04-4E3F-BE4A-398859B29101}" dt="2025-09-08T09:16:14.419" v="395"/>
          <ac:grpSpMkLst>
            <pc:docMk/>
            <pc:sldMk cId="337767271" sldId="596"/>
            <ac:grpSpMk id="67" creationId="{44F3C64A-55F3-9F75-F63C-9B882219FEDF}"/>
          </ac:grpSpMkLst>
        </pc:grpChg>
        <pc:grpChg chg="del mod">
          <ac:chgData name="Deepika Vatsa" userId="f7100972-27fe-4ee6-8fb4-ec9b7931b409" providerId="ADAL" clId="{F55BDFB6-7C04-4E3F-BE4A-398859B29101}" dt="2025-09-08T09:16:14.419" v="395"/>
          <ac:grpSpMkLst>
            <pc:docMk/>
            <pc:sldMk cId="337767271" sldId="596"/>
            <ac:grpSpMk id="78" creationId="{95230BEE-D6EE-48E6-A32E-B4808B02A97B}"/>
          </ac:grpSpMkLst>
        </pc:grpChg>
        <pc:grpChg chg="del mod">
          <ac:chgData name="Deepika Vatsa" userId="f7100972-27fe-4ee6-8fb4-ec9b7931b409" providerId="ADAL" clId="{F55BDFB6-7C04-4E3F-BE4A-398859B29101}" dt="2025-09-08T09:16:19.435" v="397"/>
          <ac:grpSpMkLst>
            <pc:docMk/>
            <pc:sldMk cId="337767271" sldId="596"/>
            <ac:grpSpMk id="79" creationId="{F394C7CB-C8A1-BE5C-3A9C-F044454E968B}"/>
          </ac:grpSpMkLst>
        </pc:grpChg>
        <pc:grpChg chg="del mod">
          <ac:chgData name="Deepika Vatsa" userId="f7100972-27fe-4ee6-8fb4-ec9b7931b409" providerId="ADAL" clId="{F55BDFB6-7C04-4E3F-BE4A-398859B29101}" dt="2025-09-08T09:16:40.033" v="409"/>
          <ac:grpSpMkLst>
            <pc:docMk/>
            <pc:sldMk cId="337767271" sldId="596"/>
            <ac:grpSpMk id="81" creationId="{12F5E001-4D96-880A-1EAC-6975EB42C9A3}"/>
          </ac:grpSpMkLst>
        </pc:grpChg>
        <pc:grpChg chg="del mod">
          <ac:chgData name="Deepika Vatsa" userId="f7100972-27fe-4ee6-8fb4-ec9b7931b409" providerId="ADAL" clId="{F55BDFB6-7C04-4E3F-BE4A-398859B29101}" dt="2025-09-08T09:16:24.463" v="406"/>
          <ac:grpSpMkLst>
            <pc:docMk/>
            <pc:sldMk cId="337767271" sldId="596"/>
            <ac:grpSpMk id="85" creationId="{07AC2C48-2438-0F24-0DCF-7E826856DF4A}"/>
          </ac:grpSpMkLst>
        </pc:grpChg>
        <pc:grpChg chg="del mod">
          <ac:chgData name="Deepika Vatsa" userId="f7100972-27fe-4ee6-8fb4-ec9b7931b409" providerId="ADAL" clId="{F55BDFB6-7C04-4E3F-BE4A-398859B29101}" dt="2025-09-08T09:16:40.033" v="409"/>
          <ac:grpSpMkLst>
            <pc:docMk/>
            <pc:sldMk cId="337767271" sldId="596"/>
            <ac:grpSpMk id="90" creationId="{531F87B6-94A4-DFD7-AC64-907549336283}"/>
          </ac:grpSpMkLst>
        </pc:grpChg>
        <pc:grpChg chg="del 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93" creationId="{C02AFFA0-F31D-847D-F1D0-0E86B96433D7}"/>
          </ac:grpSpMkLst>
        </pc:grpChg>
        <pc:grpChg chg="del 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99" creationId="{EB595722-A9DD-7DA5-FD67-E2A4829E2BF9}"/>
          </ac:grpSpMkLst>
        </pc:grpChg>
        <pc:grpChg chg="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119" creationId="{1AD20F2E-177F-7D84-08F0-074427B04864}"/>
          </ac:grpSpMkLst>
        </pc:grpChg>
        <pc:grpChg chg="del 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120" creationId="{161226B8-E8A0-ACA8-B1C3-5CFF91636E2C}"/>
          </ac:grpSpMkLst>
        </pc:grpChg>
        <pc:grpChg chg="del 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121" creationId="{C4ED427C-0789-F934-8D5E-A7C7919F3B4B}"/>
          </ac:grpSpMkLst>
        </pc:grpChg>
        <pc:grpChg chg="mod">
          <ac:chgData name="Deepika Vatsa" userId="f7100972-27fe-4ee6-8fb4-ec9b7931b409" providerId="ADAL" clId="{F55BDFB6-7C04-4E3F-BE4A-398859B29101}" dt="2025-09-08T09:16:56.943" v="435"/>
          <ac:grpSpMkLst>
            <pc:docMk/>
            <pc:sldMk cId="337767271" sldId="596"/>
            <ac:grpSpMk id="122" creationId="{721DD2EA-F31B-C767-AB6E-1EF47ED290CB}"/>
          </ac:grpSpMkLst>
        </pc:grpChg>
        <pc:grpChg chg="mod">
          <ac:chgData name="Deepika Vatsa" userId="f7100972-27fe-4ee6-8fb4-ec9b7931b409" providerId="ADAL" clId="{F55BDFB6-7C04-4E3F-BE4A-398859B29101}" dt="2025-09-08T09:17:06.113" v="444"/>
          <ac:grpSpMkLst>
            <pc:docMk/>
            <pc:sldMk cId="337767271" sldId="596"/>
            <ac:grpSpMk id="131" creationId="{0905B093-F7B9-F6E1-A0DB-E9218490FE9B}"/>
          </ac:grpSpMkLst>
        </pc:grpChg>
        <pc:inkChg chg="add mod">
          <ac:chgData name="Deepika Vatsa" userId="f7100972-27fe-4ee6-8fb4-ec9b7931b409" providerId="ADAL" clId="{F55BDFB6-7C04-4E3F-BE4A-398859B29101}" dt="2025-09-08T09:15:02.331" v="327"/>
          <ac:inkMkLst>
            <pc:docMk/>
            <pc:sldMk cId="337767271" sldId="596"/>
            <ac:inkMk id="4" creationId="{D4C5A677-5A8F-233D-60AE-6894CD8A2B35}"/>
          </ac:inkMkLst>
        </pc:inkChg>
        <pc:inkChg chg="add mod">
          <ac:chgData name="Deepika Vatsa" userId="f7100972-27fe-4ee6-8fb4-ec9b7931b409" providerId="ADAL" clId="{F55BDFB6-7C04-4E3F-BE4A-398859B29101}" dt="2025-09-08T09:15:02.331" v="327"/>
          <ac:inkMkLst>
            <pc:docMk/>
            <pc:sldMk cId="337767271" sldId="596"/>
            <ac:inkMk id="5" creationId="{BBBFEE00-9533-DD51-3298-498BA8DBD45A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7" creationId="{1A838E05-6EBD-4D74-51FA-81F2F1D79BB6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8" creationId="{B7CDBBDA-36AB-0E44-1B43-DE5749A9F7BF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9" creationId="{06B2FBAE-5290-21D7-C076-F4BFBC0A3D64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10" creationId="{476BB855-3ACD-84DD-DB14-4B502622292B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11" creationId="{47F998B3-6D8A-FDA0-7B65-BBABE5856EFF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12" creationId="{CDB45EC9-6B3B-4A23-0448-0F8F2B76524F}"/>
          </ac:inkMkLst>
        </pc:inkChg>
        <pc:inkChg chg="add mod">
          <ac:chgData name="Deepika Vatsa" userId="f7100972-27fe-4ee6-8fb4-ec9b7931b409" providerId="ADAL" clId="{F55BDFB6-7C04-4E3F-BE4A-398859B29101}" dt="2025-09-08T09:15:11.933" v="335"/>
          <ac:inkMkLst>
            <pc:docMk/>
            <pc:sldMk cId="337767271" sldId="596"/>
            <ac:inkMk id="13" creationId="{DF45CEFB-5363-0F23-21DA-64ED9E444E92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16" creationId="{3BB89E81-8DD1-52BE-181E-37D9C174C24C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17" creationId="{777E8345-6010-9DA3-1CED-DB67A25AB160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18" creationId="{C23EF633-8BAB-A3BF-522F-31C760783374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19" creationId="{1A9B44A4-B701-5D8C-D242-B6A6AB1B5878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20" creationId="{700A0606-83DB-E887-C2B9-A9FAE20F8BD1}"/>
          </ac:inkMkLst>
        </pc:inkChg>
        <pc:inkChg chg="add mod">
          <ac:chgData name="Deepika Vatsa" userId="f7100972-27fe-4ee6-8fb4-ec9b7931b409" providerId="ADAL" clId="{F55BDFB6-7C04-4E3F-BE4A-398859B29101}" dt="2025-09-08T09:15:19.321" v="342"/>
          <ac:inkMkLst>
            <pc:docMk/>
            <pc:sldMk cId="337767271" sldId="596"/>
            <ac:inkMk id="21" creationId="{E9F5B226-71CC-E2DA-DFF1-FD9E2CE77279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4" creationId="{E27D9477-7DEF-A60A-FBCB-6C19D07C0E94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5" creationId="{71C481B3-794D-C48E-74C6-64DAE88EAB39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6" creationId="{22206461-3183-8C5A-F492-B52FE7ED9907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7" creationId="{09281145-C829-2F64-6A60-94E5C046AD93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8" creationId="{B2139CF3-D2A7-72D8-DEE5-D3E5AB8EA6F6}"/>
          </ac:inkMkLst>
        </pc:inkChg>
        <pc:inkChg chg="add mod">
          <ac:chgData name="Deepika Vatsa" userId="f7100972-27fe-4ee6-8fb4-ec9b7931b409" providerId="ADAL" clId="{F55BDFB6-7C04-4E3F-BE4A-398859B29101}" dt="2025-09-08T09:15:28.849" v="354"/>
          <ac:inkMkLst>
            <pc:docMk/>
            <pc:sldMk cId="337767271" sldId="596"/>
            <ac:inkMk id="29" creationId="{622B76D8-000C-8567-AAC8-E4A3E004BEA3}"/>
          </ac:inkMkLst>
        </pc:inkChg>
        <pc:inkChg chg="add">
          <ac:chgData name="Deepika Vatsa" userId="f7100972-27fe-4ee6-8fb4-ec9b7931b409" providerId="ADAL" clId="{F55BDFB6-7C04-4E3F-BE4A-398859B29101}" dt="2025-09-08T09:15:24.028" v="349" actId="9405"/>
          <ac:inkMkLst>
            <pc:docMk/>
            <pc:sldMk cId="337767271" sldId="596"/>
            <ac:inkMk id="30" creationId="{26A69DF9-620D-1390-9691-845F4C85AD77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1" creationId="{BB83E2EA-2126-404F-8055-E9141A08AB65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2" creationId="{718A1C93-E88A-B403-69B4-6A8B107C8EF7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3" creationId="{36A58260-5FCF-7ED6-C624-B9CD8736668B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4" creationId="{9126A07E-B2B7-453D-6942-2D183D42B4B6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7" creationId="{591E7B17-8CF1-558F-2134-3B4F61015FED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8" creationId="{7C04A279-58F8-F6AF-86B9-0E4D8F74B539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39" creationId="{BF2DAA0C-FC5E-31BA-0244-3EBC591AE084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0" creationId="{AE69FFC5-C40A-E1D9-770A-E14EA5AA2769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1" creationId="{F27CBF6F-EBEA-384B-EFBE-C90852A6D734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2" creationId="{5AC96589-E04D-0B94-CCA2-A77F56D54997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3" creationId="{AF05DB4A-3F24-C08C-C9BF-977A3894BFBC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4" creationId="{23E35BFD-C84B-32D1-55CC-CBB4137B8BBB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5" creationId="{7C10043D-BDF8-34F1-B695-4A2AA356F5CE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6" creationId="{750B5513-8524-3F7D-7343-209706EDB3A1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7" creationId="{7A7CADE0-FF46-DE6A-4F89-F5440BEE3050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8" creationId="{3B47F7F6-4ABA-4FC3-C1A0-33973AF37934}"/>
          </ac:inkMkLst>
        </pc:inkChg>
        <pc:inkChg chg="add mod">
          <ac:chgData name="Deepika Vatsa" userId="f7100972-27fe-4ee6-8fb4-ec9b7931b409" providerId="ADAL" clId="{F55BDFB6-7C04-4E3F-BE4A-398859B29101}" dt="2025-09-08T09:15:38.799" v="368"/>
          <ac:inkMkLst>
            <pc:docMk/>
            <pc:sldMk cId="337767271" sldId="596"/>
            <ac:inkMk id="49" creationId="{0273469A-A0F2-08A9-7000-5E71F76D82F2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1" creationId="{2B26321A-4C01-5438-004F-BF499270B091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2" creationId="{E773B3AB-1227-A189-6B9B-C96F3DBBAA5D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4" creationId="{705DDE2E-9B83-5784-E5ED-E04DF08BBD3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5" creationId="{8D92B265-89F1-94C1-E55F-A641D1CA1494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6" creationId="{502CFC94-DE74-DFFC-C36C-5878D53F6161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8" creationId="{60CD08E6-0064-1423-E67B-52F9F8CF0EA0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59" creationId="{DFE6A17A-FACB-407B-991F-DBB50C883F9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1" creationId="{9612DC9F-37F7-7DCC-727C-19128F6AC8C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2" creationId="{58253B65-95AF-7329-5E35-26AE01EBC767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3" creationId="{7B5D09F0-C5C6-FFF3-29CE-6B15C1BACD6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4" creationId="{639C9748-115B-7DEB-8356-0C32447F7472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5" creationId="{1A3C4A82-C262-E00C-ADDA-6475387D066C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8" creationId="{607C2774-63C9-37EB-8C4E-D0DD0483032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69" creationId="{7101A551-5835-667E-A4A2-8E183F9C554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0" creationId="{041296A8-F64C-84BE-650C-9B9013E41FE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1" creationId="{9E6DE275-65A6-664D-0443-39D3AEF4F470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2" creationId="{E6F8CB28-AD89-DC7A-C24C-57E9CCC3F7F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3" creationId="{245E90B4-E8C3-7739-95C4-7AA7B0676B5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4" creationId="{CA36BAA1-3444-E52A-4585-6AB4AF8FCB9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5" creationId="{AA8D7EE3-5880-FE0E-08E1-DEDC6C398B4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6" creationId="{BC1BBDC6-C56E-A87D-BDBE-0A82CAD76309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77" creationId="{0A360C4A-ED5C-C734-9217-38E31051186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0" creationId="{9C7ADD19-B8BC-72A8-8C87-24A8394C9EEA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2" creationId="{A104822F-6E8D-2A93-8E54-5D94CBF35D92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3" creationId="{BF9458CD-5855-6F1F-6CE8-E4DD1038127E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4" creationId="{819D1C6E-4FB4-95C3-5087-BCD038575C5E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6" creationId="{24809847-7463-9680-2598-3866F7D32EB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7" creationId="{B89E29B7-F906-32C6-2C02-4DD41664E30B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8" creationId="{0A487AEC-8020-4E03-C7DF-480567DB1FE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89" creationId="{6548E091-B6EE-8A2B-A48D-5CAAADFCF572}"/>
          </ac:inkMkLst>
        </pc:inkChg>
        <pc:inkChg chg="add">
          <ac:chgData name="Deepika Vatsa" userId="f7100972-27fe-4ee6-8fb4-ec9b7931b409" providerId="ADAL" clId="{F55BDFB6-7C04-4E3F-BE4A-398859B29101}" dt="2025-09-08T09:16:28.599" v="407" actId="9405"/>
          <ac:inkMkLst>
            <pc:docMk/>
            <pc:sldMk cId="337767271" sldId="596"/>
            <ac:inkMk id="91" creationId="{87C24914-FF0D-0C47-A193-5E83297FE59E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2" creationId="{64B37A04-39D3-3C37-347C-C6456FDF7F0B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4" creationId="{A87268D4-31EC-289F-5F17-70C96805C9F3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5" creationId="{5EE89CD6-B301-7D4B-D885-0FC01432C1A4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6" creationId="{1A4B67FA-EAA5-57E3-9803-3E2028F9AF9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7" creationId="{5F6CB369-CA06-1F0A-8998-83FBFCF2E265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98" creationId="{0CAF7A8D-BFC3-C2C9-A869-070BA204117C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0" creationId="{056B70A9-EE9B-D031-F2DF-051A6C424CC4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1" creationId="{038B99F6-EDC7-67C2-9AD1-E9957837FA8F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2" creationId="{4EADB4B4-C495-50CC-8C04-36D18C509C0F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3" creationId="{962F90F8-3877-0601-6D2E-7B9D37A41547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4" creationId="{6BF69EE1-BBBA-38B9-3032-667A48347152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5" creationId="{4437B436-2C38-C969-CD7E-EBA4DD4949FE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6" creationId="{EE689BE3-6900-F5FC-9A49-D992820D95E8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7" creationId="{278219ED-897A-EA67-D9C3-2D177E64C0C4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8" creationId="{14131E11-9742-D021-8326-D518D76BDABF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09" creationId="{9EFFBB17-D6B6-3E2E-EED4-F76A23E8C677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0" creationId="{959E0E69-51CF-8DB5-3E7B-F4013A2F878D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1" creationId="{D7DFD632-1978-C684-0984-24BDFA0C7BC2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2" creationId="{72CE41B0-3A15-84DE-D9A0-4A475B6102F1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3" creationId="{367E783D-A936-C107-AA59-3A912E8BA75B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4" creationId="{05733E34-E26D-3F36-01F0-D86EDE391E1C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5" creationId="{1C4D460B-FFEC-091E-C5D6-7033AEF5FBC6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6" creationId="{66DCE454-4374-C1B3-5273-D71BE0538931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7" creationId="{04521107-6227-6634-B3B7-9858814BFF09}"/>
          </ac:inkMkLst>
        </pc:inkChg>
        <pc:inkChg chg="add mod">
          <ac:chgData name="Deepika Vatsa" userId="f7100972-27fe-4ee6-8fb4-ec9b7931b409" providerId="ADAL" clId="{F55BDFB6-7C04-4E3F-BE4A-398859B29101}" dt="2025-09-08T09:16:56.943" v="435"/>
          <ac:inkMkLst>
            <pc:docMk/>
            <pc:sldMk cId="337767271" sldId="596"/>
            <ac:inkMk id="118" creationId="{B6D7BE66-1EC7-94C0-E2EC-E01C52D5311C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3" creationId="{ECA8D0F9-D1F0-EB0E-FE85-0D9FBE450E82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4" creationId="{F86DC143-2C3B-14CF-8623-A780F8C63613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5" creationId="{70C06CC4-3403-4954-5E4C-B502825B91B0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6" creationId="{97E13730-A40B-38DE-11C9-93F97B0AAB32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7" creationId="{6F454F90-9E2D-72C5-4546-BFEB1BEB9526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8" creationId="{49E6F9FF-4B39-0A0F-604E-0AFEB6AF4509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29" creationId="{81EFF4D5-90B3-F9FC-07D3-38E5F7A423FB}"/>
          </ac:inkMkLst>
        </pc:inkChg>
        <pc:inkChg chg="add mod">
          <ac:chgData name="Deepika Vatsa" userId="f7100972-27fe-4ee6-8fb4-ec9b7931b409" providerId="ADAL" clId="{F55BDFB6-7C04-4E3F-BE4A-398859B29101}" dt="2025-09-08T09:17:06.113" v="444"/>
          <ac:inkMkLst>
            <pc:docMk/>
            <pc:sldMk cId="337767271" sldId="596"/>
            <ac:inkMk id="130" creationId="{1DBEAC58-C1F7-8EFC-4AA2-E0ADABFBA49D}"/>
          </ac:inkMkLst>
        </pc:inkChg>
      </pc:sldChg>
      <pc:sldChg chg="addSp delSp modSp new mod">
        <pc:chgData name="Deepika Vatsa" userId="f7100972-27fe-4ee6-8fb4-ec9b7931b409" providerId="ADAL" clId="{F55BDFB6-7C04-4E3F-BE4A-398859B29101}" dt="2025-09-08T09:22:16.374" v="681"/>
        <pc:sldMkLst>
          <pc:docMk/>
          <pc:sldMk cId="2885335597" sldId="597"/>
        </pc:sldMkLst>
        <pc:spChg chg="del">
          <ac:chgData name="Deepika Vatsa" userId="f7100972-27fe-4ee6-8fb4-ec9b7931b409" providerId="ADAL" clId="{F55BDFB6-7C04-4E3F-BE4A-398859B29101}" dt="2025-09-08T09:17:18.242" v="447" actId="478"/>
          <ac:spMkLst>
            <pc:docMk/>
            <pc:sldMk cId="2885335597" sldId="597"/>
            <ac:spMk id="2" creationId="{9C495833-EDE1-8ECA-8673-E0E9503EF57A}"/>
          </ac:spMkLst>
        </pc:spChg>
        <pc:spChg chg="del">
          <ac:chgData name="Deepika Vatsa" userId="f7100972-27fe-4ee6-8fb4-ec9b7931b409" providerId="ADAL" clId="{F55BDFB6-7C04-4E3F-BE4A-398859B29101}" dt="2025-09-08T09:17:16.380" v="446" actId="478"/>
          <ac:spMkLst>
            <pc:docMk/>
            <pc:sldMk cId="2885335597" sldId="597"/>
            <ac:spMk id="3" creationId="{710D115E-77AC-0AB6-CD51-C9DC18CE8734}"/>
          </ac:spMkLst>
        </pc:spChg>
        <pc:grpChg chg="del mod">
          <ac:chgData name="Deepika Vatsa" userId="f7100972-27fe-4ee6-8fb4-ec9b7931b409" providerId="ADAL" clId="{F55BDFB6-7C04-4E3F-BE4A-398859B29101}" dt="2025-09-08T09:17:39.484" v="466"/>
          <ac:grpSpMkLst>
            <pc:docMk/>
            <pc:sldMk cId="2885335597" sldId="597"/>
            <ac:grpSpMk id="10" creationId="{25E6170E-2FE8-58AD-8C12-E9407EE3E8EA}"/>
          </ac:grpSpMkLst>
        </pc:grpChg>
        <pc:grpChg chg="del mod">
          <ac:chgData name="Deepika Vatsa" userId="f7100972-27fe-4ee6-8fb4-ec9b7931b409" providerId="ADAL" clId="{F55BDFB6-7C04-4E3F-BE4A-398859B29101}" dt="2025-09-08T09:17:39.484" v="466"/>
          <ac:grpSpMkLst>
            <pc:docMk/>
            <pc:sldMk cId="2885335597" sldId="597"/>
            <ac:grpSpMk id="11" creationId="{90A07D89-8AFE-3CB1-4401-8E44FF97BBD7}"/>
          </ac:grpSpMkLst>
        </pc:grpChg>
        <pc:grpChg chg="del mod">
          <ac:chgData name="Deepika Vatsa" userId="f7100972-27fe-4ee6-8fb4-ec9b7931b409" providerId="ADAL" clId="{F55BDFB6-7C04-4E3F-BE4A-398859B29101}" dt="2025-09-08T09:17:39.484" v="466"/>
          <ac:grpSpMkLst>
            <pc:docMk/>
            <pc:sldMk cId="2885335597" sldId="597"/>
            <ac:grpSpMk id="23" creationId="{094B0D2D-C0C5-5355-537E-711B7934A26E}"/>
          </ac:grpSpMkLst>
        </pc:grpChg>
        <pc:grpChg chg="del mod">
          <ac:chgData name="Deepika Vatsa" userId="f7100972-27fe-4ee6-8fb4-ec9b7931b409" providerId="ADAL" clId="{F55BDFB6-7C04-4E3F-BE4A-398859B29101}" dt="2025-09-08T09:17:45.518" v="470"/>
          <ac:grpSpMkLst>
            <pc:docMk/>
            <pc:sldMk cId="2885335597" sldId="597"/>
            <ac:grpSpMk id="24" creationId="{6A2E0E16-542F-B30D-AC58-8B4C78CFFE93}"/>
          </ac:grpSpMkLst>
        </pc:grpChg>
        <pc:grpChg chg="del mod">
          <ac:chgData name="Deepika Vatsa" userId="f7100972-27fe-4ee6-8fb4-ec9b7931b409" providerId="ADAL" clId="{F55BDFB6-7C04-4E3F-BE4A-398859B29101}" dt="2025-09-08T09:17:49.827" v="477"/>
          <ac:grpSpMkLst>
            <pc:docMk/>
            <pc:sldMk cId="2885335597" sldId="597"/>
            <ac:grpSpMk id="28" creationId="{553616FC-BABB-7EA0-BFDB-541B96ADCA29}"/>
          </ac:grpSpMkLst>
        </pc:grpChg>
        <pc:grpChg chg="del mod">
          <ac:chgData name="Deepika Vatsa" userId="f7100972-27fe-4ee6-8fb4-ec9b7931b409" providerId="ADAL" clId="{F55BDFB6-7C04-4E3F-BE4A-398859B29101}" dt="2025-09-08T09:17:49.827" v="477"/>
          <ac:grpSpMkLst>
            <pc:docMk/>
            <pc:sldMk cId="2885335597" sldId="597"/>
            <ac:grpSpMk id="35" creationId="{99352D30-71FF-C03A-999D-5DE3E6179253}"/>
          </ac:grpSpMkLst>
        </pc:grpChg>
        <pc:grpChg chg="del mod">
          <ac:chgData name="Deepika Vatsa" userId="f7100972-27fe-4ee6-8fb4-ec9b7931b409" providerId="ADAL" clId="{F55BDFB6-7C04-4E3F-BE4A-398859B29101}" dt="2025-09-08T09:18:04.525" v="490"/>
          <ac:grpSpMkLst>
            <pc:docMk/>
            <pc:sldMk cId="2885335597" sldId="597"/>
            <ac:grpSpMk id="36" creationId="{767B7696-487E-B0EF-5C30-9F656811C737}"/>
          </ac:grpSpMkLst>
        </pc:grpChg>
        <pc:grpChg chg="del mod">
          <ac:chgData name="Deepika Vatsa" userId="f7100972-27fe-4ee6-8fb4-ec9b7931b409" providerId="ADAL" clId="{F55BDFB6-7C04-4E3F-BE4A-398859B29101}" dt="2025-09-08T09:18:24.072" v="511"/>
          <ac:grpSpMkLst>
            <pc:docMk/>
            <pc:sldMk cId="2885335597" sldId="597"/>
            <ac:grpSpMk id="49" creationId="{8B55AB4D-4147-7808-57C3-03AC5F2479B7}"/>
          </ac:grpSpMkLst>
        </pc:grpChg>
        <pc:grpChg chg="mod">
          <ac:chgData name="Deepika Vatsa" userId="f7100972-27fe-4ee6-8fb4-ec9b7931b409" providerId="ADAL" clId="{F55BDFB6-7C04-4E3F-BE4A-398859B29101}" dt="2025-09-08T09:18:14.704" v="501"/>
          <ac:grpSpMkLst>
            <pc:docMk/>
            <pc:sldMk cId="2885335597" sldId="597"/>
            <ac:grpSpMk id="60" creationId="{22140C40-87FA-6DA8-1B44-BB719BD57708}"/>
          </ac:grpSpMkLst>
        </pc:grpChg>
        <pc:grpChg chg="del mod">
          <ac:chgData name="Deepika Vatsa" userId="f7100972-27fe-4ee6-8fb4-ec9b7931b409" providerId="ADAL" clId="{F55BDFB6-7C04-4E3F-BE4A-398859B29101}" dt="2025-09-08T09:21:27.629" v="644"/>
          <ac:grpSpMkLst>
            <pc:docMk/>
            <pc:sldMk cId="2885335597" sldId="597"/>
            <ac:grpSpMk id="61" creationId="{5E00EBDE-DB99-E38A-6244-8FF0EA44F308}"/>
          </ac:grpSpMkLst>
        </pc:grpChg>
        <pc:grpChg chg="del mod">
          <ac:chgData name="Deepika Vatsa" userId="f7100972-27fe-4ee6-8fb4-ec9b7931b409" providerId="ADAL" clId="{F55BDFB6-7C04-4E3F-BE4A-398859B29101}" dt="2025-09-08T09:21:27.629" v="644"/>
          <ac:grpSpMkLst>
            <pc:docMk/>
            <pc:sldMk cId="2885335597" sldId="597"/>
            <ac:grpSpMk id="66" creationId="{8097A75E-70F1-50C5-E591-803689566494}"/>
          </ac:grpSpMkLst>
        </pc:grpChg>
        <pc:grpChg chg="del mod">
          <ac:chgData name="Deepika Vatsa" userId="f7100972-27fe-4ee6-8fb4-ec9b7931b409" providerId="ADAL" clId="{F55BDFB6-7C04-4E3F-BE4A-398859B29101}" dt="2025-09-08T09:18:27.366" v="515"/>
          <ac:grpSpMkLst>
            <pc:docMk/>
            <pc:sldMk cId="2885335597" sldId="597"/>
            <ac:grpSpMk id="71" creationId="{756B9770-380E-6F60-7BCD-F0CB4270D691}"/>
          </ac:grpSpMkLst>
        </pc:grpChg>
        <pc:grpChg chg="del mod">
          <ac:chgData name="Deepika Vatsa" userId="f7100972-27fe-4ee6-8fb4-ec9b7931b409" providerId="ADAL" clId="{F55BDFB6-7C04-4E3F-BE4A-398859B29101}" dt="2025-09-08T09:18:30.617" v="518"/>
          <ac:grpSpMkLst>
            <pc:docMk/>
            <pc:sldMk cId="2885335597" sldId="597"/>
            <ac:grpSpMk id="75" creationId="{906197E7-5A92-709D-5B93-523065F781B2}"/>
          </ac:grpSpMkLst>
        </pc:grpChg>
        <pc:grpChg chg="del mod">
          <ac:chgData name="Deepika Vatsa" userId="f7100972-27fe-4ee6-8fb4-ec9b7931b409" providerId="ADAL" clId="{F55BDFB6-7C04-4E3F-BE4A-398859B29101}" dt="2025-09-08T09:18:31.987" v="521"/>
          <ac:grpSpMkLst>
            <pc:docMk/>
            <pc:sldMk cId="2885335597" sldId="597"/>
            <ac:grpSpMk id="78" creationId="{934DB1DC-BFEC-0EC1-D44E-9281A1BABB14}"/>
          </ac:grpSpMkLst>
        </pc:grpChg>
        <pc:grpChg chg="del mod">
          <ac:chgData name="Deepika Vatsa" userId="f7100972-27fe-4ee6-8fb4-ec9b7931b409" providerId="ADAL" clId="{F55BDFB6-7C04-4E3F-BE4A-398859B29101}" dt="2025-09-08T09:18:36.107" v="524"/>
          <ac:grpSpMkLst>
            <pc:docMk/>
            <pc:sldMk cId="2885335597" sldId="597"/>
            <ac:grpSpMk id="81" creationId="{CC0875D8-4570-A4BB-0EF8-6A4FE72A3AC5}"/>
          </ac:grpSpMkLst>
        </pc:grpChg>
        <pc:grpChg chg="del mod">
          <ac:chgData name="Deepika Vatsa" userId="f7100972-27fe-4ee6-8fb4-ec9b7931b409" providerId="ADAL" clId="{F55BDFB6-7C04-4E3F-BE4A-398859B29101}" dt="2025-09-08T09:18:44.307" v="527"/>
          <ac:grpSpMkLst>
            <pc:docMk/>
            <pc:sldMk cId="2885335597" sldId="597"/>
            <ac:grpSpMk id="84" creationId="{E7D32CB6-D2BE-683E-11C6-3ED8597E1461}"/>
          </ac:grpSpMkLst>
        </pc:grpChg>
        <pc:grpChg chg="del mod">
          <ac:chgData name="Deepika Vatsa" userId="f7100972-27fe-4ee6-8fb4-ec9b7931b409" providerId="ADAL" clId="{F55BDFB6-7C04-4E3F-BE4A-398859B29101}" dt="2025-09-08T09:18:46.190" v="530"/>
          <ac:grpSpMkLst>
            <pc:docMk/>
            <pc:sldMk cId="2885335597" sldId="597"/>
            <ac:grpSpMk id="87" creationId="{D1DA7961-EC5F-A63C-E817-09F73F597D33}"/>
          </ac:grpSpMkLst>
        </pc:grpChg>
        <pc:grpChg chg="del mod">
          <ac:chgData name="Deepika Vatsa" userId="f7100972-27fe-4ee6-8fb4-ec9b7931b409" providerId="ADAL" clId="{F55BDFB6-7C04-4E3F-BE4A-398859B29101}" dt="2025-09-08T09:18:48.888" v="533"/>
          <ac:grpSpMkLst>
            <pc:docMk/>
            <pc:sldMk cId="2885335597" sldId="597"/>
            <ac:grpSpMk id="90" creationId="{562CF870-BD99-BD37-E15B-3B2F4842E3B3}"/>
          </ac:grpSpMkLst>
        </pc:grpChg>
        <pc:grpChg chg="del mod">
          <ac:chgData name="Deepika Vatsa" userId="f7100972-27fe-4ee6-8fb4-ec9b7931b409" providerId="ADAL" clId="{F55BDFB6-7C04-4E3F-BE4A-398859B29101}" dt="2025-09-08T09:19:01.940" v="557"/>
          <ac:grpSpMkLst>
            <pc:docMk/>
            <pc:sldMk cId="2885335597" sldId="597"/>
            <ac:grpSpMk id="93" creationId="{C326AF7E-2A72-25DB-02F4-86E9C85F8F68}"/>
          </ac:grpSpMkLst>
        </pc:grpChg>
        <pc:grpChg chg="del mod">
          <ac:chgData name="Deepika Vatsa" userId="f7100972-27fe-4ee6-8fb4-ec9b7931b409" providerId="ADAL" clId="{F55BDFB6-7C04-4E3F-BE4A-398859B29101}" dt="2025-09-08T09:19:05.725" v="561"/>
          <ac:grpSpMkLst>
            <pc:docMk/>
            <pc:sldMk cId="2885335597" sldId="597"/>
            <ac:grpSpMk id="117" creationId="{0506A4EB-9175-6E63-A27D-26660C4CD0CC}"/>
          </ac:grpSpMkLst>
        </pc:grpChg>
        <pc:grpChg chg="del mod">
          <ac:chgData name="Deepika Vatsa" userId="f7100972-27fe-4ee6-8fb4-ec9b7931b409" providerId="ADAL" clId="{F55BDFB6-7C04-4E3F-BE4A-398859B29101}" dt="2025-09-08T09:19:09.418" v="567"/>
          <ac:grpSpMkLst>
            <pc:docMk/>
            <pc:sldMk cId="2885335597" sldId="597"/>
            <ac:grpSpMk id="121" creationId="{5BAC9E50-35DC-6DD0-88C4-5941B51FE19E}"/>
          </ac:grpSpMkLst>
        </pc:grpChg>
        <pc:grpChg chg="del mod">
          <ac:chgData name="Deepika Vatsa" userId="f7100972-27fe-4ee6-8fb4-ec9b7931b409" providerId="ADAL" clId="{F55BDFB6-7C04-4E3F-BE4A-398859B29101}" dt="2025-09-08T09:19:23.034" v="575"/>
          <ac:grpSpMkLst>
            <pc:docMk/>
            <pc:sldMk cId="2885335597" sldId="597"/>
            <ac:grpSpMk id="127" creationId="{97FCF02C-BBA2-CC7A-30BF-B96F0E29378D}"/>
          </ac:grpSpMkLst>
        </pc:grpChg>
        <pc:grpChg chg="mod">
          <ac:chgData name="Deepika Vatsa" userId="f7100972-27fe-4ee6-8fb4-ec9b7931b409" providerId="ADAL" clId="{F55BDFB6-7C04-4E3F-BE4A-398859B29101}" dt="2025-09-08T09:19:18.813" v="573"/>
          <ac:grpSpMkLst>
            <pc:docMk/>
            <pc:sldMk cId="2885335597" sldId="597"/>
            <ac:grpSpMk id="133" creationId="{3123EF45-6EC9-A68C-B29C-663E63DCB03E}"/>
          </ac:grpSpMkLst>
        </pc:grpChg>
        <pc:grpChg chg="mod">
          <ac:chgData name="Deepika Vatsa" userId="f7100972-27fe-4ee6-8fb4-ec9b7931b409" providerId="ADAL" clId="{F55BDFB6-7C04-4E3F-BE4A-398859B29101}" dt="2025-09-08T09:19:18.813" v="573"/>
          <ac:grpSpMkLst>
            <pc:docMk/>
            <pc:sldMk cId="2885335597" sldId="597"/>
            <ac:grpSpMk id="134" creationId="{7A6B3A96-879E-0C11-E280-89938ED85FC7}"/>
          </ac:grpSpMkLst>
        </pc:grpChg>
        <pc:grpChg chg="del mod">
          <ac:chgData name="Deepika Vatsa" userId="f7100972-27fe-4ee6-8fb4-ec9b7931b409" providerId="ADAL" clId="{F55BDFB6-7C04-4E3F-BE4A-398859B29101}" dt="2025-09-08T09:19:49.299" v="609"/>
          <ac:grpSpMkLst>
            <pc:docMk/>
            <pc:sldMk cId="2885335597" sldId="597"/>
            <ac:grpSpMk id="136" creationId="{DE84C4D3-582A-8A1F-5D8C-B778DCEDE113}"/>
          </ac:grpSpMkLst>
        </pc:grpChg>
        <pc:grpChg chg="del mod">
          <ac:chgData name="Deepika Vatsa" userId="f7100972-27fe-4ee6-8fb4-ec9b7931b409" providerId="ADAL" clId="{F55BDFB6-7C04-4E3F-BE4A-398859B29101}" dt="2025-09-08T09:19:27.885" v="582"/>
          <ac:grpSpMkLst>
            <pc:docMk/>
            <pc:sldMk cId="2885335597" sldId="597"/>
            <ac:grpSpMk id="139" creationId="{33EC8807-7F33-19B8-331C-02477CA3B16E}"/>
          </ac:grpSpMkLst>
        </pc:grpChg>
        <pc:grpChg chg="mod">
          <ac:chgData name="Deepika Vatsa" userId="f7100972-27fe-4ee6-8fb4-ec9b7931b409" providerId="ADAL" clId="{F55BDFB6-7C04-4E3F-BE4A-398859B29101}" dt="2025-09-08T09:19:27.885" v="582"/>
          <ac:grpSpMkLst>
            <pc:docMk/>
            <pc:sldMk cId="2885335597" sldId="597"/>
            <ac:grpSpMk id="143" creationId="{FC662359-4843-9C32-C2B3-6436E510B1AD}"/>
          </ac:grpSpMkLst>
        </pc:grpChg>
        <pc:grpChg chg="mod">
          <ac:chgData name="Deepika Vatsa" userId="f7100972-27fe-4ee6-8fb4-ec9b7931b409" providerId="ADAL" clId="{F55BDFB6-7C04-4E3F-BE4A-398859B29101}" dt="2025-09-08T09:19:27.885" v="582"/>
          <ac:grpSpMkLst>
            <pc:docMk/>
            <pc:sldMk cId="2885335597" sldId="597"/>
            <ac:grpSpMk id="144" creationId="{89725436-15F7-B8EB-8426-4FA3A54213FC}"/>
          </ac:grpSpMkLst>
        </pc:grpChg>
        <pc:grpChg chg="mod">
          <ac:chgData name="Deepika Vatsa" userId="f7100972-27fe-4ee6-8fb4-ec9b7931b409" providerId="ADAL" clId="{F55BDFB6-7C04-4E3F-BE4A-398859B29101}" dt="2025-09-08T09:19:33.514" v="587"/>
          <ac:grpSpMkLst>
            <pc:docMk/>
            <pc:sldMk cId="2885335597" sldId="597"/>
            <ac:grpSpMk id="149" creationId="{17EA9616-FEC2-6225-3437-9A05CCE85A25}"/>
          </ac:grpSpMkLst>
        </pc:grpChg>
        <pc:grpChg chg="del mod">
          <ac:chgData name="Deepika Vatsa" userId="f7100972-27fe-4ee6-8fb4-ec9b7931b409" providerId="ADAL" clId="{F55BDFB6-7C04-4E3F-BE4A-398859B29101}" dt="2025-09-08T09:19:39.304" v="595"/>
          <ac:grpSpMkLst>
            <pc:docMk/>
            <pc:sldMk cId="2885335597" sldId="597"/>
            <ac:grpSpMk id="152" creationId="{CB40C7A3-5E51-218C-0B77-C1DA156232E7}"/>
          </ac:grpSpMkLst>
        </pc:grpChg>
        <pc:grpChg chg="mod">
          <ac:chgData name="Deepika Vatsa" userId="f7100972-27fe-4ee6-8fb4-ec9b7931b409" providerId="ADAL" clId="{F55BDFB6-7C04-4E3F-BE4A-398859B29101}" dt="2025-09-08T09:19:39.304" v="595"/>
          <ac:grpSpMkLst>
            <pc:docMk/>
            <pc:sldMk cId="2885335597" sldId="597"/>
            <ac:grpSpMk id="157" creationId="{D9C1839B-9CD0-7081-EAAF-87C174E231A9}"/>
          </ac:grpSpMkLst>
        </pc:grpChg>
        <pc:grpChg chg="mod">
          <ac:chgData name="Deepika Vatsa" userId="f7100972-27fe-4ee6-8fb4-ec9b7931b409" providerId="ADAL" clId="{F55BDFB6-7C04-4E3F-BE4A-398859B29101}" dt="2025-09-08T09:19:39.304" v="595"/>
          <ac:grpSpMkLst>
            <pc:docMk/>
            <pc:sldMk cId="2885335597" sldId="597"/>
            <ac:grpSpMk id="158" creationId="{24E1767F-7DA7-0199-810A-102CD6E031E3}"/>
          </ac:grpSpMkLst>
        </pc:grpChg>
        <pc:grpChg chg="del mod">
          <ac:chgData name="Deepika Vatsa" userId="f7100972-27fe-4ee6-8fb4-ec9b7931b409" providerId="ADAL" clId="{F55BDFB6-7C04-4E3F-BE4A-398859B29101}" dt="2025-09-08T09:19:46.636" v="607"/>
          <ac:grpSpMkLst>
            <pc:docMk/>
            <pc:sldMk cId="2885335597" sldId="597"/>
            <ac:grpSpMk id="163" creationId="{B7B6B119-349A-75B6-8A90-9DCE81DC1324}"/>
          </ac:grpSpMkLst>
        </pc:grpChg>
        <pc:grpChg chg="mod">
          <ac:chgData name="Deepika Vatsa" userId="f7100972-27fe-4ee6-8fb4-ec9b7931b409" providerId="ADAL" clId="{F55BDFB6-7C04-4E3F-BE4A-398859B29101}" dt="2025-09-08T09:19:46.636" v="607"/>
          <ac:grpSpMkLst>
            <pc:docMk/>
            <pc:sldMk cId="2885335597" sldId="597"/>
            <ac:grpSpMk id="170" creationId="{8B92F09D-41A0-2498-56B5-4E1E57DF7467}"/>
          </ac:grpSpMkLst>
        </pc:grpChg>
        <pc:grpChg chg="mod">
          <ac:chgData name="Deepika Vatsa" userId="f7100972-27fe-4ee6-8fb4-ec9b7931b409" providerId="ADAL" clId="{F55BDFB6-7C04-4E3F-BE4A-398859B29101}" dt="2025-09-08T09:19:46.636" v="607"/>
          <ac:grpSpMkLst>
            <pc:docMk/>
            <pc:sldMk cId="2885335597" sldId="597"/>
            <ac:grpSpMk id="171" creationId="{71F7781A-24CE-2BC7-91DE-415A7B28C5BB}"/>
          </ac:grpSpMkLst>
        </pc:grpChg>
        <pc:grpChg chg="del mod">
          <ac:chgData name="Deepika Vatsa" userId="f7100972-27fe-4ee6-8fb4-ec9b7931b409" providerId="ADAL" clId="{F55BDFB6-7C04-4E3F-BE4A-398859B29101}" dt="2025-09-08T09:21:27.629" v="644"/>
          <ac:grpSpMkLst>
            <pc:docMk/>
            <pc:sldMk cId="2885335597" sldId="597"/>
            <ac:grpSpMk id="173" creationId="{9B1461A4-0451-39E1-86F8-108C01802F60}"/>
          </ac:grpSpMkLst>
        </pc:grpChg>
        <pc:grpChg chg="del mod">
          <ac:chgData name="Deepika Vatsa" userId="f7100972-27fe-4ee6-8fb4-ec9b7931b409" providerId="ADAL" clId="{F55BDFB6-7C04-4E3F-BE4A-398859B29101}" dt="2025-09-08T09:19:55.519" v="618"/>
          <ac:grpSpMkLst>
            <pc:docMk/>
            <pc:sldMk cId="2885335597" sldId="597"/>
            <ac:grpSpMk id="176" creationId="{B5E7F2D5-EF63-7CAA-7EA0-8EE0B2E4EE6B}"/>
          </ac:grpSpMkLst>
        </pc:grpChg>
        <pc:grpChg chg="del mod">
          <ac:chgData name="Deepika Vatsa" userId="f7100972-27fe-4ee6-8fb4-ec9b7931b409" providerId="ADAL" clId="{F55BDFB6-7C04-4E3F-BE4A-398859B29101}" dt="2025-09-08T09:20:02.733" v="628"/>
          <ac:grpSpMkLst>
            <pc:docMk/>
            <pc:sldMk cId="2885335597" sldId="597"/>
            <ac:grpSpMk id="182" creationId="{65130056-D15E-90E1-ADB1-9BC57E7939A5}"/>
          </ac:grpSpMkLst>
        </pc:grpChg>
        <pc:grpChg chg="mod">
          <ac:chgData name="Deepika Vatsa" userId="f7100972-27fe-4ee6-8fb4-ec9b7931b409" providerId="ADAL" clId="{F55BDFB6-7C04-4E3F-BE4A-398859B29101}" dt="2025-09-08T09:20:02.733" v="628"/>
          <ac:grpSpMkLst>
            <pc:docMk/>
            <pc:sldMk cId="2885335597" sldId="597"/>
            <ac:grpSpMk id="192" creationId="{397F2F17-9E99-65FE-9BD9-0D3130EB4803}"/>
          </ac:grpSpMkLst>
        </pc:grpChg>
        <pc:grpChg chg="del mod">
          <ac:chgData name="Deepika Vatsa" userId="f7100972-27fe-4ee6-8fb4-ec9b7931b409" providerId="ADAL" clId="{F55BDFB6-7C04-4E3F-BE4A-398859B29101}" dt="2025-09-08T09:20:02.733" v="628"/>
          <ac:grpSpMkLst>
            <pc:docMk/>
            <pc:sldMk cId="2885335597" sldId="597"/>
            <ac:grpSpMk id="193" creationId="{2697DB28-8026-9E1B-4F7A-9C2712B490CB}"/>
          </ac:grpSpMkLst>
        </pc:grpChg>
        <pc:grpChg chg="del mod">
          <ac:chgData name="Deepika Vatsa" userId="f7100972-27fe-4ee6-8fb4-ec9b7931b409" providerId="ADAL" clId="{F55BDFB6-7C04-4E3F-BE4A-398859B29101}" dt="2025-09-08T09:20:02.733" v="628"/>
          <ac:grpSpMkLst>
            <pc:docMk/>
            <pc:sldMk cId="2885335597" sldId="597"/>
            <ac:grpSpMk id="194" creationId="{3C0DC1ED-8A71-11DB-56C6-27F544BDD0E7}"/>
          </ac:grpSpMkLst>
        </pc:grpChg>
        <pc:grpChg chg="mod">
          <ac:chgData name="Deepika Vatsa" userId="f7100972-27fe-4ee6-8fb4-ec9b7931b409" providerId="ADAL" clId="{F55BDFB6-7C04-4E3F-BE4A-398859B29101}" dt="2025-09-08T09:20:02.733" v="628"/>
          <ac:grpSpMkLst>
            <pc:docMk/>
            <pc:sldMk cId="2885335597" sldId="597"/>
            <ac:grpSpMk id="195" creationId="{B60BDA1E-A0BF-EFA1-C713-3C63570797E5}"/>
          </ac:grpSpMkLst>
        </pc:grpChg>
        <pc:grpChg chg="mod">
          <ac:chgData name="Deepika Vatsa" userId="f7100972-27fe-4ee6-8fb4-ec9b7931b409" providerId="ADAL" clId="{F55BDFB6-7C04-4E3F-BE4A-398859B29101}" dt="2025-09-08T09:20:05.628" v="633"/>
          <ac:grpSpMkLst>
            <pc:docMk/>
            <pc:sldMk cId="2885335597" sldId="597"/>
            <ac:grpSpMk id="200" creationId="{ED9540A2-155D-7F99-0CF5-ED5D8838BB46}"/>
          </ac:grpSpMkLst>
        </pc:grpChg>
        <pc:grpChg chg="mod">
          <ac:chgData name="Deepika Vatsa" userId="f7100972-27fe-4ee6-8fb4-ec9b7931b409" providerId="ADAL" clId="{F55BDFB6-7C04-4E3F-BE4A-398859B29101}" dt="2025-09-08T09:21:08.112" v="640"/>
          <ac:grpSpMkLst>
            <pc:docMk/>
            <pc:sldMk cId="2885335597" sldId="597"/>
            <ac:grpSpMk id="207" creationId="{2C91F37D-3C7C-9F23-8DDC-FFE365CB71AC}"/>
          </ac:grpSpMkLst>
        </pc:grpChg>
        <pc:grpChg chg="del mod">
          <ac:chgData name="Deepika Vatsa" userId="f7100972-27fe-4ee6-8fb4-ec9b7931b409" providerId="ADAL" clId="{F55BDFB6-7C04-4E3F-BE4A-398859B29101}" dt="2025-09-08T09:21:30.110" v="646"/>
          <ac:grpSpMkLst>
            <pc:docMk/>
            <pc:sldMk cId="2885335597" sldId="597"/>
            <ac:grpSpMk id="211" creationId="{BC04ED45-8F59-8D73-E172-FF33176DA202}"/>
          </ac:grpSpMkLst>
        </pc:grpChg>
        <pc:grpChg chg="del mod">
          <ac:chgData name="Deepika Vatsa" userId="f7100972-27fe-4ee6-8fb4-ec9b7931b409" providerId="ADAL" clId="{F55BDFB6-7C04-4E3F-BE4A-398859B29101}" dt="2025-09-08T09:21:32.222" v="650"/>
          <ac:grpSpMkLst>
            <pc:docMk/>
            <pc:sldMk cId="2885335597" sldId="597"/>
            <ac:grpSpMk id="213" creationId="{8B967E2F-B73F-EFC7-CAEA-42BF99F77D10}"/>
          </ac:grpSpMkLst>
        </pc:grpChg>
        <pc:grpChg chg="del mod">
          <ac:chgData name="Deepika Vatsa" userId="f7100972-27fe-4ee6-8fb4-ec9b7931b409" providerId="ADAL" clId="{F55BDFB6-7C04-4E3F-BE4A-398859B29101}" dt="2025-09-08T09:21:49.256" v="654"/>
          <ac:grpSpMkLst>
            <pc:docMk/>
            <pc:sldMk cId="2885335597" sldId="597"/>
            <ac:grpSpMk id="217" creationId="{2133AC24-D3AA-E9C9-D0A7-97D14BB1BC17}"/>
          </ac:grpSpMkLst>
        </pc:grpChg>
        <pc:grpChg chg="mod">
          <ac:chgData name="Deepika Vatsa" userId="f7100972-27fe-4ee6-8fb4-ec9b7931b409" providerId="ADAL" clId="{F55BDFB6-7C04-4E3F-BE4A-398859B29101}" dt="2025-09-08T09:21:49.256" v="654"/>
          <ac:grpSpMkLst>
            <pc:docMk/>
            <pc:sldMk cId="2885335597" sldId="597"/>
            <ac:grpSpMk id="221" creationId="{08D7DA0D-BD1A-9D6C-2B21-01A3C17D2917}"/>
          </ac:grpSpMkLst>
        </pc:grpChg>
        <pc:grpChg chg="del mod">
          <ac:chgData name="Deepika Vatsa" userId="f7100972-27fe-4ee6-8fb4-ec9b7931b409" providerId="ADAL" clId="{F55BDFB6-7C04-4E3F-BE4A-398859B29101}" dt="2025-09-08T09:22:16.374" v="681"/>
          <ac:grpSpMkLst>
            <pc:docMk/>
            <pc:sldMk cId="2885335597" sldId="597"/>
            <ac:grpSpMk id="244" creationId="{8B5ACCBA-7424-35A6-DA89-946461671099}"/>
          </ac:grpSpMkLst>
        </pc:grpChg>
        <pc:grpChg chg="mod">
          <ac:chgData name="Deepika Vatsa" userId="f7100972-27fe-4ee6-8fb4-ec9b7931b409" providerId="ADAL" clId="{F55BDFB6-7C04-4E3F-BE4A-398859B29101}" dt="2025-09-08T09:22:10.175" v="677"/>
          <ac:grpSpMkLst>
            <pc:docMk/>
            <pc:sldMk cId="2885335597" sldId="597"/>
            <ac:grpSpMk id="245" creationId="{87AFA135-CB3A-485D-4CEE-B6BE226DC1F0}"/>
          </ac:grpSpMkLst>
        </pc:grpChg>
        <pc:grpChg chg="mod">
          <ac:chgData name="Deepika Vatsa" userId="f7100972-27fe-4ee6-8fb4-ec9b7931b409" providerId="ADAL" clId="{F55BDFB6-7C04-4E3F-BE4A-398859B29101}" dt="2025-09-08T09:22:10.175" v="677"/>
          <ac:grpSpMkLst>
            <pc:docMk/>
            <pc:sldMk cId="2885335597" sldId="597"/>
            <ac:grpSpMk id="246" creationId="{7E6FF049-0912-FEC1-6A1B-C69C363EF976}"/>
          </ac:grpSpMkLst>
        </pc:grpChg>
        <pc:grpChg chg="mod">
          <ac:chgData name="Deepika Vatsa" userId="f7100972-27fe-4ee6-8fb4-ec9b7931b409" providerId="ADAL" clId="{F55BDFB6-7C04-4E3F-BE4A-398859B29101}" dt="2025-09-08T09:22:16.374" v="681"/>
          <ac:grpSpMkLst>
            <pc:docMk/>
            <pc:sldMk cId="2885335597" sldId="597"/>
            <ac:grpSpMk id="250" creationId="{79CC7507-222B-1E08-4DF7-D9DC5684524F}"/>
          </ac:grpSpMkLst>
        </pc:grp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" creationId="{557D94E9-04C8-8F1A-3D0F-ED0A25B47D9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" creationId="{89678D70-C436-6319-3135-F1B2265DA30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" creationId="{E5DF172A-F4CB-377B-0D43-2705AE3748FE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" creationId="{80F4140C-9DB2-120A-5CD6-E3EAB0C9C485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" creationId="{DB8271FE-F1A0-4CD0-3B25-A0EA11FB342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" creationId="{91DD1411-9257-6F71-4722-51F60012FC6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" creationId="{E63FA473-5DD9-FFDA-4857-AE6849F95D8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3" creationId="{0705A515-A1C9-1F15-6727-8C741552E9D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4" creationId="{986A4DC9-3B06-4E7A-B8E5-BE8CFF3DD9A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5" creationId="{B55246C1-9BE3-C221-2693-06690781E65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6" creationId="{89DCB352-B7CF-43E6-D74F-1CF12D91A16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7" creationId="{2FFF3271-FE2A-DCF5-24C7-89FC2A07BBB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8" creationId="{C4AB5509-2780-45A5-C5F4-65443F18EEB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9" creationId="{51B4139A-FA44-C3F5-8499-7EE4B9A44ED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0" creationId="{18A7F10C-8BF9-E2D7-9243-E1283513E30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" creationId="{C54D6115-16B9-4A57-4EE4-37CC1CDF949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2" creationId="{01D63137-5E2C-F9EE-5C9E-272D444CEF0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5" creationId="{70193C45-6B5B-2CE0-1F62-13B05CB08CD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6" creationId="{14C738B4-54F7-3F30-311E-0D6A113C703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7" creationId="{60AB37EF-6B3F-4FAB-A3DE-9B10E2CFDA1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9" creationId="{7C62BCA3-9607-3097-307A-DA3183E5DCF1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0" creationId="{AF6B723D-5E35-D41C-54CC-AC620904403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1" creationId="{9050747C-6010-7734-588F-1D65F566E0E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2" creationId="{1B0F296E-6DB9-EFC9-38D7-37286582E6D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3" creationId="{9ED50204-F61C-7439-514A-07342FCC61A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4" creationId="{929E8668-0FD7-A42E-B07C-CDE0E16F24B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7" creationId="{E0FF2F5E-2521-C424-44E1-A702052B7F7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8" creationId="{B7E74EF5-A3B8-554B-683E-658C0781FA8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39" creationId="{3E26CC0B-8E06-9160-4EF3-AF78CBEE662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0" creationId="{58DFF049-DC0E-AD87-660A-70CCCBEBC43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1" creationId="{FFF02C73-09A6-D19B-EC3F-1908244D6540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2" creationId="{01923538-F153-9AC0-CF21-E5064812D47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3" creationId="{DA3D38D9-902E-57F7-E265-713095EB0F52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4" creationId="{3868E50F-3287-8FBA-24F3-E553640A17A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5" creationId="{AC2E0B72-D9CB-300F-8FE2-12C491618D20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6" creationId="{A74D0AB0-C96C-84C0-4766-E4A953F4E4D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7" creationId="{211E7FA5-69C1-9E68-B202-81C20F073D6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48" creationId="{FE81D8C8-765C-D765-7D48-B18343B72C8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0" creationId="{8BE16873-7903-8597-DF90-737CAD4D399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1" creationId="{49AEE807-CE86-23C2-908A-76A7EE5F670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2" creationId="{B55A182C-AF07-7A25-593F-4894343F5F1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3" creationId="{8BC7AE90-B5CB-A9B5-0A1A-81DFA535BAF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54" creationId="{09954DB7-E419-5C2A-8E02-8E14FF246BD0}"/>
          </ac:inkMkLst>
        </pc:inkChg>
        <pc:inkChg chg="add mod">
          <ac:chgData name="Deepika Vatsa" userId="f7100972-27fe-4ee6-8fb4-ec9b7931b409" providerId="ADAL" clId="{F55BDFB6-7C04-4E3F-BE4A-398859B29101}" dt="2025-09-08T09:18:14.704" v="501"/>
          <ac:inkMkLst>
            <pc:docMk/>
            <pc:sldMk cId="2885335597" sldId="597"/>
            <ac:inkMk id="55" creationId="{E9777481-7ACB-DD8E-E8F0-18B00229BD61}"/>
          </ac:inkMkLst>
        </pc:inkChg>
        <pc:inkChg chg="add mod">
          <ac:chgData name="Deepika Vatsa" userId="f7100972-27fe-4ee6-8fb4-ec9b7931b409" providerId="ADAL" clId="{F55BDFB6-7C04-4E3F-BE4A-398859B29101}" dt="2025-09-08T09:18:14.704" v="501"/>
          <ac:inkMkLst>
            <pc:docMk/>
            <pc:sldMk cId="2885335597" sldId="597"/>
            <ac:inkMk id="56" creationId="{70C59AE2-34A3-468D-B601-64201EF30730}"/>
          </ac:inkMkLst>
        </pc:inkChg>
        <pc:inkChg chg="add mod">
          <ac:chgData name="Deepika Vatsa" userId="f7100972-27fe-4ee6-8fb4-ec9b7931b409" providerId="ADAL" clId="{F55BDFB6-7C04-4E3F-BE4A-398859B29101}" dt="2025-09-08T09:18:14.704" v="501"/>
          <ac:inkMkLst>
            <pc:docMk/>
            <pc:sldMk cId="2885335597" sldId="597"/>
            <ac:inkMk id="57" creationId="{C12FB2D0-11B6-0798-9021-7C1FC17E9AD0}"/>
          </ac:inkMkLst>
        </pc:inkChg>
        <pc:inkChg chg="add mod">
          <ac:chgData name="Deepika Vatsa" userId="f7100972-27fe-4ee6-8fb4-ec9b7931b409" providerId="ADAL" clId="{F55BDFB6-7C04-4E3F-BE4A-398859B29101}" dt="2025-09-08T09:18:14.704" v="501"/>
          <ac:inkMkLst>
            <pc:docMk/>
            <pc:sldMk cId="2885335597" sldId="597"/>
            <ac:inkMk id="58" creationId="{8B5217F3-E29D-329C-F93F-1849F344D957}"/>
          </ac:inkMkLst>
        </pc:inkChg>
        <pc:inkChg chg="add">
          <ac:chgData name="Deepika Vatsa" userId="f7100972-27fe-4ee6-8fb4-ec9b7931b409" providerId="ADAL" clId="{F55BDFB6-7C04-4E3F-BE4A-398859B29101}" dt="2025-09-08T09:18:14.116" v="500" actId="9405"/>
          <ac:inkMkLst>
            <pc:docMk/>
            <pc:sldMk cId="2885335597" sldId="597"/>
            <ac:inkMk id="59" creationId="{FF1E21EC-2740-4F9E-6582-EE764F60A5B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2" creationId="{66DFD1EE-F121-4FB9-AF00-948F64CF5DA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3" creationId="{42631DDA-1868-0C2E-169A-E088FB6A9A6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4" creationId="{6D86E581-A1C6-143C-0C93-270EA958C73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5" creationId="{A0F0BA46-F58B-CCA7-ACCD-E5B36DF0EE80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7" creationId="{D6009B0F-D22D-27B9-0363-D8B9D4297A6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8" creationId="{9EEC6CCB-8BE4-BA0E-3768-1297A70E436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69" creationId="{D6B04FF6-601B-9C3C-9E79-E42CC2347D40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0" creationId="{5D6DCCD8-8EEE-53C0-CFD4-25DC8100DF7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2" creationId="{B24A9F40-1229-DC35-8D7B-E5DC062044C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3" creationId="{0ED7BEFB-30A7-0378-6F4C-5595643411F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4" creationId="{7342BCF1-E128-3F8C-30F2-A62E0572E50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6" creationId="{65B631F0-3106-EA5E-B22E-548E6A71C9C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7" creationId="{A3045540-1C21-9359-22D2-24F349A91165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79" creationId="{F22BC04F-324B-FD13-1524-B6520F44366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0" creationId="{AEA780F8-C1A7-D3BE-E94F-F1F9AE7ECCA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2" creationId="{6FE84026-6694-8211-CFF0-EC51133D5EF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3" creationId="{998433F8-1CFB-2FA8-7BD5-9CB2AD04676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5" creationId="{30BC96E2-D5F5-AB38-502F-F9CF43E2E13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6" creationId="{92BBA589-5399-7171-2EA0-E36D4377878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8" creationId="{A13D8D8C-C887-977F-C376-F213F0914F9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89" creationId="{FA655D0C-48C9-C5BD-FD3F-DA5CDC28CA6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1" creationId="{533E1A78-7902-A49B-4F46-BC14D1EB2AC5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2" creationId="{F94F53B9-0AE3-E132-6DB3-83BD3D9B774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4" creationId="{20BE7C85-8C46-EF73-BDF2-5BBDCFA50762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5" creationId="{93240EF9-7EB0-F9EF-D769-81BABA330F5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6" creationId="{970EC5AE-751D-6060-11AD-F57763CE6C2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7" creationId="{75855B5F-80D1-69D4-C8E4-330BF058789A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8" creationId="{81F0FCFB-92DA-6E26-6367-DF8F9F38FF7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99" creationId="{08D1336E-A3FC-3D3B-18C1-D130451E6AF0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0" creationId="{93D598EA-B1F5-74FD-04CD-5780EC1BB2C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1" creationId="{6D5C0300-2703-B089-C7DC-74104AE68B6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2" creationId="{6EFB338D-EA46-2640-1F41-AEE64D2C740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3" creationId="{B54A08FB-000C-CA6C-749A-BABDE7FED93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4" creationId="{2CECF9B7-A7A7-46CA-A56A-0F67EED5AEB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5" creationId="{EB9D9720-B9CB-F88C-E503-DD23993F65D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6" creationId="{8183908A-016C-5C4B-973E-601C1AB1939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7" creationId="{CDD16544-95A0-4FB9-FDB7-A97F01629D3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8" creationId="{2CC0F728-58A1-D4A1-180A-0EB3F52D55AF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09" creationId="{E44723DC-3A24-B68B-AC8D-54D8508D753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0" creationId="{AC51EDEC-4027-64E1-F0F0-0CFEEFEEA54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1" creationId="{4A1E6332-E92B-5323-3CC2-F578D0E38134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2" creationId="{4733027A-F3D7-673A-72C5-3C3E7D08E0BD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3" creationId="{9B593664-B84A-2F2D-3432-5DD1C091769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4" creationId="{C4BCF921-BB03-CE05-384D-E33A0D3A495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5" creationId="{A83A1F1A-6482-668E-F113-55098C22E61E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6" creationId="{2367C5B6-333F-46C6-1C10-1AC20F09070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8" creationId="{49E9CD5E-72CE-CF21-6BA5-2EA0DBE6BEE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19" creationId="{E2EB1B8E-8FC9-2C7A-3BE7-1D165D9269B5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0" creationId="{9AA83E5A-8E5E-4614-80AF-46710F6BB65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2" creationId="{97E8D033-9BD4-9010-A82C-5AD68AF18E8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3" creationId="{796C23B2-309D-1CD9-4B78-61D582501B8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4" creationId="{527CD1C6-D59E-F464-0158-A076E8B5D20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5" creationId="{2EE80880-D666-BAAB-49C6-0364BDF95DDB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126" creationId="{4D1E6061-2148-5599-1D69-59534C9A5A19}"/>
          </ac:inkMkLst>
        </pc:inkChg>
        <pc:inkChg chg="add mod">
          <ac:chgData name="Deepika Vatsa" userId="f7100972-27fe-4ee6-8fb4-ec9b7931b409" providerId="ADAL" clId="{F55BDFB6-7C04-4E3F-BE4A-398859B29101}" dt="2025-09-08T09:19:18.813" v="573"/>
          <ac:inkMkLst>
            <pc:docMk/>
            <pc:sldMk cId="2885335597" sldId="597"/>
            <ac:inkMk id="128" creationId="{06BC4F80-F23E-6BE9-9BA7-C4462E6778D1}"/>
          </ac:inkMkLst>
        </pc:inkChg>
        <pc:inkChg chg="add mod">
          <ac:chgData name="Deepika Vatsa" userId="f7100972-27fe-4ee6-8fb4-ec9b7931b409" providerId="ADAL" clId="{F55BDFB6-7C04-4E3F-BE4A-398859B29101}" dt="2025-09-08T09:19:18.813" v="573"/>
          <ac:inkMkLst>
            <pc:docMk/>
            <pc:sldMk cId="2885335597" sldId="597"/>
            <ac:inkMk id="129" creationId="{D37654DB-6F19-3C2E-6709-42443008E65D}"/>
          </ac:inkMkLst>
        </pc:inkChg>
        <pc:inkChg chg="add mod">
          <ac:chgData name="Deepika Vatsa" userId="f7100972-27fe-4ee6-8fb4-ec9b7931b409" providerId="ADAL" clId="{F55BDFB6-7C04-4E3F-BE4A-398859B29101}" dt="2025-09-08T09:19:18.813" v="573"/>
          <ac:inkMkLst>
            <pc:docMk/>
            <pc:sldMk cId="2885335597" sldId="597"/>
            <ac:inkMk id="130" creationId="{AE3DC73F-1EE4-671C-9329-D1E7A54278AD}"/>
          </ac:inkMkLst>
        </pc:inkChg>
        <pc:inkChg chg="add mod">
          <ac:chgData name="Deepika Vatsa" userId="f7100972-27fe-4ee6-8fb4-ec9b7931b409" providerId="ADAL" clId="{F55BDFB6-7C04-4E3F-BE4A-398859B29101}" dt="2025-09-08T09:19:18.813" v="573"/>
          <ac:inkMkLst>
            <pc:docMk/>
            <pc:sldMk cId="2885335597" sldId="597"/>
            <ac:inkMk id="131" creationId="{7E78BF6B-7731-2669-3CBF-BEE61B446A69}"/>
          </ac:inkMkLst>
        </pc:inkChg>
        <pc:inkChg chg="add mod">
          <ac:chgData name="Deepika Vatsa" userId="f7100972-27fe-4ee6-8fb4-ec9b7931b409" providerId="ADAL" clId="{F55BDFB6-7C04-4E3F-BE4A-398859B29101}" dt="2025-09-08T09:19:18.813" v="573"/>
          <ac:inkMkLst>
            <pc:docMk/>
            <pc:sldMk cId="2885335597" sldId="597"/>
            <ac:inkMk id="132" creationId="{1CBA00F4-8D87-F39C-EE1D-102F2EC3466A}"/>
          </ac:inkMkLst>
        </pc:inkChg>
        <pc:inkChg chg="add mod">
          <ac:chgData name="Deepika Vatsa" userId="f7100972-27fe-4ee6-8fb4-ec9b7931b409" providerId="ADAL" clId="{F55BDFB6-7C04-4E3F-BE4A-398859B29101}" dt="2025-09-08T09:19:49.299" v="609"/>
          <ac:inkMkLst>
            <pc:docMk/>
            <pc:sldMk cId="2885335597" sldId="597"/>
            <ac:inkMk id="135" creationId="{ECBCA6B6-8379-0BBB-0586-D72E38878394}"/>
          </ac:inkMkLst>
        </pc:inkChg>
        <pc:inkChg chg="add mod">
          <ac:chgData name="Deepika Vatsa" userId="f7100972-27fe-4ee6-8fb4-ec9b7931b409" providerId="ADAL" clId="{F55BDFB6-7C04-4E3F-BE4A-398859B29101}" dt="2025-09-08T09:19:27.885" v="582"/>
          <ac:inkMkLst>
            <pc:docMk/>
            <pc:sldMk cId="2885335597" sldId="597"/>
            <ac:inkMk id="137" creationId="{6FE7E5E2-EC3E-7536-708B-3661D08BB338}"/>
          </ac:inkMkLst>
        </pc:inkChg>
        <pc:inkChg chg="add mod">
          <ac:chgData name="Deepika Vatsa" userId="f7100972-27fe-4ee6-8fb4-ec9b7931b409" providerId="ADAL" clId="{F55BDFB6-7C04-4E3F-BE4A-398859B29101}" dt="2025-09-08T09:19:27.885" v="582"/>
          <ac:inkMkLst>
            <pc:docMk/>
            <pc:sldMk cId="2885335597" sldId="597"/>
            <ac:inkMk id="138" creationId="{9C3716DB-0834-AB7D-5EDF-8113DF1FDAD5}"/>
          </ac:inkMkLst>
        </pc:inkChg>
        <pc:inkChg chg="add mod">
          <ac:chgData name="Deepika Vatsa" userId="f7100972-27fe-4ee6-8fb4-ec9b7931b409" providerId="ADAL" clId="{F55BDFB6-7C04-4E3F-BE4A-398859B29101}" dt="2025-09-08T09:19:27.885" v="582"/>
          <ac:inkMkLst>
            <pc:docMk/>
            <pc:sldMk cId="2885335597" sldId="597"/>
            <ac:inkMk id="140" creationId="{A018DC33-E022-3BBC-842A-BB6BBBAD6ABD}"/>
          </ac:inkMkLst>
        </pc:inkChg>
        <pc:inkChg chg="add mod">
          <ac:chgData name="Deepika Vatsa" userId="f7100972-27fe-4ee6-8fb4-ec9b7931b409" providerId="ADAL" clId="{F55BDFB6-7C04-4E3F-BE4A-398859B29101}" dt="2025-09-08T09:19:27.885" v="582"/>
          <ac:inkMkLst>
            <pc:docMk/>
            <pc:sldMk cId="2885335597" sldId="597"/>
            <ac:inkMk id="141" creationId="{56709B41-2BA7-4E4B-4663-5E4A37AFABC3}"/>
          </ac:inkMkLst>
        </pc:inkChg>
        <pc:inkChg chg="add mod">
          <ac:chgData name="Deepika Vatsa" userId="f7100972-27fe-4ee6-8fb4-ec9b7931b409" providerId="ADAL" clId="{F55BDFB6-7C04-4E3F-BE4A-398859B29101}" dt="2025-09-08T09:19:27.885" v="582"/>
          <ac:inkMkLst>
            <pc:docMk/>
            <pc:sldMk cId="2885335597" sldId="597"/>
            <ac:inkMk id="142" creationId="{795682AB-7EA4-0E0F-B924-83972AE5AACC}"/>
          </ac:inkMkLst>
        </pc:inkChg>
        <pc:inkChg chg="add mod">
          <ac:chgData name="Deepika Vatsa" userId="f7100972-27fe-4ee6-8fb4-ec9b7931b409" providerId="ADAL" clId="{F55BDFB6-7C04-4E3F-BE4A-398859B29101}" dt="2025-09-08T09:19:33.514" v="587"/>
          <ac:inkMkLst>
            <pc:docMk/>
            <pc:sldMk cId="2885335597" sldId="597"/>
            <ac:inkMk id="145" creationId="{89FBFCBE-9153-B747-8BBA-B90266E9BA89}"/>
          </ac:inkMkLst>
        </pc:inkChg>
        <pc:inkChg chg="add mod">
          <ac:chgData name="Deepika Vatsa" userId="f7100972-27fe-4ee6-8fb4-ec9b7931b409" providerId="ADAL" clId="{F55BDFB6-7C04-4E3F-BE4A-398859B29101}" dt="2025-09-08T09:19:33.514" v="587"/>
          <ac:inkMkLst>
            <pc:docMk/>
            <pc:sldMk cId="2885335597" sldId="597"/>
            <ac:inkMk id="146" creationId="{F08BFC0C-6D77-B708-8741-326585913510}"/>
          </ac:inkMkLst>
        </pc:inkChg>
        <pc:inkChg chg="add mod">
          <ac:chgData name="Deepika Vatsa" userId="f7100972-27fe-4ee6-8fb4-ec9b7931b409" providerId="ADAL" clId="{F55BDFB6-7C04-4E3F-BE4A-398859B29101}" dt="2025-09-08T09:19:33.514" v="587"/>
          <ac:inkMkLst>
            <pc:docMk/>
            <pc:sldMk cId="2885335597" sldId="597"/>
            <ac:inkMk id="147" creationId="{66D934AC-EE6F-1255-2962-997F89AAB62F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48" creationId="{5519A651-3478-F5AA-EB79-0E98E9A023A1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0" creationId="{1F369E61-0D63-7B68-B6D9-2143E16AFE30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1" creationId="{63C7B0FB-0618-2679-FFCB-64DD2D0E2489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3" creationId="{B838994B-DFF9-57A2-FF7A-904E650373F8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4" creationId="{03307969-B035-D17B-707B-4A1E4B7ADB15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5" creationId="{AD9F83C2-5A92-91DE-3508-E2F7E9542FB1}"/>
          </ac:inkMkLst>
        </pc:inkChg>
        <pc:inkChg chg="add mod">
          <ac:chgData name="Deepika Vatsa" userId="f7100972-27fe-4ee6-8fb4-ec9b7931b409" providerId="ADAL" clId="{F55BDFB6-7C04-4E3F-BE4A-398859B29101}" dt="2025-09-08T09:19:39.304" v="595"/>
          <ac:inkMkLst>
            <pc:docMk/>
            <pc:sldMk cId="2885335597" sldId="597"/>
            <ac:inkMk id="156" creationId="{6B0266A2-134A-F35A-10DD-3FF06A06679E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59" creationId="{F5B09C3B-D690-3D7D-CD5E-6B735D50642B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0" creationId="{92706216-B6FA-5959-175E-71D1A78A2F47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1" creationId="{B6909548-472D-2484-C090-C12C28588736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2" creationId="{0B36CCC9-C05F-7248-4291-3A5229937AA2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4" creationId="{11402E9C-0CD9-800E-6DF5-56DE7A2595D5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5" creationId="{6FCE921C-75E3-891F-818E-00A1D1E6BF69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6" creationId="{E3EB9B4B-29E8-EE94-7657-4CEB2218D43D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7" creationId="{79925D7C-1A1D-FE7A-450E-82797D33CC5D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8" creationId="{2A5AFF53-B08B-BA5F-867B-4044E065F66A}"/>
          </ac:inkMkLst>
        </pc:inkChg>
        <pc:inkChg chg="add mod">
          <ac:chgData name="Deepika Vatsa" userId="f7100972-27fe-4ee6-8fb4-ec9b7931b409" providerId="ADAL" clId="{F55BDFB6-7C04-4E3F-BE4A-398859B29101}" dt="2025-09-08T09:19:46.636" v="607"/>
          <ac:inkMkLst>
            <pc:docMk/>
            <pc:sldMk cId="2885335597" sldId="597"/>
            <ac:inkMk id="169" creationId="{75763F90-56CA-A717-2F33-19C6738ECD40}"/>
          </ac:inkMkLst>
        </pc:inkChg>
        <pc:inkChg chg="add mod">
          <ac:chgData name="Deepika Vatsa" userId="f7100972-27fe-4ee6-8fb4-ec9b7931b409" providerId="ADAL" clId="{F55BDFB6-7C04-4E3F-BE4A-398859B29101}" dt="2025-09-08T09:21:27.629" v="644"/>
          <ac:inkMkLst>
            <pc:docMk/>
            <pc:sldMk cId="2885335597" sldId="597"/>
            <ac:inkMk id="172" creationId="{9CCEA462-1BFD-80C0-7A2E-7D1724B3956C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74" creationId="{9F0BC012-5CD1-1091-1CED-F8B4F135B44E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75" creationId="{9516150B-5B05-A204-D699-D6E1030D10D2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77" creationId="{AE3F7788-B4E7-7599-4473-B553D9F4D92B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78" creationId="{28D57A58-5C36-2CCE-9C07-36A1C61FD574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79" creationId="{43C8F5B9-B926-233E-CF27-0040D9B64B58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0" creationId="{046721E3-9286-6893-07F0-8668879814D8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1" creationId="{A9EE8D53-B951-B817-16DA-68DEC87FE805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3" creationId="{3204BCD8-7A02-FEB9-7036-8EAD6DEB6C91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4" creationId="{46C566C7-1436-37BE-D3B9-7D273AEE5480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5" creationId="{B82E1F82-FF1D-3E67-5F46-DEB7F08B85DC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6" creationId="{8F5C1F2D-7F00-B991-293C-B8F2A5B459A5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7" creationId="{AB82506E-C18D-C812-5510-4D8F5854C5D7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8" creationId="{F32A540B-6FB2-928B-C27A-0FE8A0944DB4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89" creationId="{0926163D-2E0B-7657-8C13-0C60682FED63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90" creationId="{8E382AFB-0A38-A2DE-8660-3C095DD5553F}"/>
          </ac:inkMkLst>
        </pc:inkChg>
        <pc:inkChg chg="add mod">
          <ac:chgData name="Deepika Vatsa" userId="f7100972-27fe-4ee6-8fb4-ec9b7931b409" providerId="ADAL" clId="{F55BDFB6-7C04-4E3F-BE4A-398859B29101}" dt="2025-09-08T09:20:02.733" v="628"/>
          <ac:inkMkLst>
            <pc:docMk/>
            <pc:sldMk cId="2885335597" sldId="597"/>
            <ac:inkMk id="191" creationId="{E1CA6DB7-EB61-B10B-1D93-E17A69584513}"/>
          </ac:inkMkLst>
        </pc:inkChg>
        <pc:inkChg chg="add mod">
          <ac:chgData name="Deepika Vatsa" userId="f7100972-27fe-4ee6-8fb4-ec9b7931b409" providerId="ADAL" clId="{F55BDFB6-7C04-4E3F-BE4A-398859B29101}" dt="2025-09-08T09:20:05.628" v="633"/>
          <ac:inkMkLst>
            <pc:docMk/>
            <pc:sldMk cId="2885335597" sldId="597"/>
            <ac:inkMk id="196" creationId="{4E4CEA3B-D078-B624-77D4-990B60715D49}"/>
          </ac:inkMkLst>
        </pc:inkChg>
        <pc:inkChg chg="add mod">
          <ac:chgData name="Deepika Vatsa" userId="f7100972-27fe-4ee6-8fb4-ec9b7931b409" providerId="ADAL" clId="{F55BDFB6-7C04-4E3F-BE4A-398859B29101}" dt="2025-09-08T09:20:05.628" v="633"/>
          <ac:inkMkLst>
            <pc:docMk/>
            <pc:sldMk cId="2885335597" sldId="597"/>
            <ac:inkMk id="197" creationId="{D09CA0C9-18FB-1DFA-97CF-392022C1FEBE}"/>
          </ac:inkMkLst>
        </pc:inkChg>
        <pc:inkChg chg="add mod">
          <ac:chgData name="Deepika Vatsa" userId="f7100972-27fe-4ee6-8fb4-ec9b7931b409" providerId="ADAL" clId="{F55BDFB6-7C04-4E3F-BE4A-398859B29101}" dt="2025-09-08T09:20:05.628" v="633"/>
          <ac:inkMkLst>
            <pc:docMk/>
            <pc:sldMk cId="2885335597" sldId="597"/>
            <ac:inkMk id="198" creationId="{C0EC02BB-5975-75CF-5B12-94E18FBF98F5}"/>
          </ac:inkMkLst>
        </pc:inkChg>
        <pc:inkChg chg="add mod">
          <ac:chgData name="Deepika Vatsa" userId="f7100972-27fe-4ee6-8fb4-ec9b7931b409" providerId="ADAL" clId="{F55BDFB6-7C04-4E3F-BE4A-398859B29101}" dt="2025-09-08T09:20:05.628" v="633"/>
          <ac:inkMkLst>
            <pc:docMk/>
            <pc:sldMk cId="2885335597" sldId="597"/>
            <ac:inkMk id="199" creationId="{5FBE2B46-5BC2-B543-A380-68B6119120EC}"/>
          </ac:inkMkLst>
        </pc:inkChg>
        <pc:inkChg chg="add">
          <ac:chgData name="Deepika Vatsa" userId="f7100972-27fe-4ee6-8fb4-ec9b7931b409" providerId="ADAL" clId="{F55BDFB6-7C04-4E3F-BE4A-398859B29101}" dt="2025-09-08T09:20:11.321" v="634" actId="9405"/>
          <ac:inkMkLst>
            <pc:docMk/>
            <pc:sldMk cId="2885335597" sldId="597"/>
            <ac:inkMk id="201" creationId="{807379AD-692F-444B-EE10-4B270B1B0306}"/>
          </ac:inkMkLst>
        </pc:inkChg>
        <pc:inkChg chg="add">
          <ac:chgData name="Deepika Vatsa" userId="f7100972-27fe-4ee6-8fb4-ec9b7931b409" providerId="ADAL" clId="{F55BDFB6-7C04-4E3F-BE4A-398859B29101}" dt="2025-09-08T09:20:52.429" v="635" actId="9405"/>
          <ac:inkMkLst>
            <pc:docMk/>
            <pc:sldMk cId="2885335597" sldId="597"/>
            <ac:inkMk id="202" creationId="{66445247-A7AC-C6BF-1EB5-9674A58BF95D}"/>
          </ac:inkMkLst>
        </pc:inkChg>
        <pc:inkChg chg="add">
          <ac:chgData name="Deepika Vatsa" userId="f7100972-27fe-4ee6-8fb4-ec9b7931b409" providerId="ADAL" clId="{F55BDFB6-7C04-4E3F-BE4A-398859B29101}" dt="2025-09-08T09:21:04.333" v="636" actId="9405"/>
          <ac:inkMkLst>
            <pc:docMk/>
            <pc:sldMk cId="2885335597" sldId="597"/>
            <ac:inkMk id="203" creationId="{AE5233C0-85BF-0406-E02B-E28CE5BF39E2}"/>
          </ac:inkMkLst>
        </pc:inkChg>
        <pc:inkChg chg="add mod">
          <ac:chgData name="Deepika Vatsa" userId="f7100972-27fe-4ee6-8fb4-ec9b7931b409" providerId="ADAL" clId="{F55BDFB6-7C04-4E3F-BE4A-398859B29101}" dt="2025-09-08T09:21:08.112" v="640"/>
          <ac:inkMkLst>
            <pc:docMk/>
            <pc:sldMk cId="2885335597" sldId="597"/>
            <ac:inkMk id="204" creationId="{B17611F0-4C64-10FB-B9E5-5B90E04643A6}"/>
          </ac:inkMkLst>
        </pc:inkChg>
        <pc:inkChg chg="add mod">
          <ac:chgData name="Deepika Vatsa" userId="f7100972-27fe-4ee6-8fb4-ec9b7931b409" providerId="ADAL" clId="{F55BDFB6-7C04-4E3F-BE4A-398859B29101}" dt="2025-09-08T09:21:08.112" v="640"/>
          <ac:inkMkLst>
            <pc:docMk/>
            <pc:sldMk cId="2885335597" sldId="597"/>
            <ac:inkMk id="205" creationId="{EE1835C9-D523-3313-7028-F268ADE9D1AD}"/>
          </ac:inkMkLst>
        </pc:inkChg>
        <pc:inkChg chg="add">
          <ac:chgData name="Deepika Vatsa" userId="f7100972-27fe-4ee6-8fb4-ec9b7931b409" providerId="ADAL" clId="{F55BDFB6-7C04-4E3F-BE4A-398859B29101}" dt="2025-09-08T09:21:07.193" v="639" actId="9405"/>
          <ac:inkMkLst>
            <pc:docMk/>
            <pc:sldMk cId="2885335597" sldId="597"/>
            <ac:inkMk id="206" creationId="{1CB060CF-3548-8440-2CED-BE85B525DA17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08" creationId="{B7D3F41A-8107-DA8E-DEE6-89BF065F0316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09" creationId="{1FFA72B5-CCDE-B690-021F-697F20263619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0" creationId="{F47867A4-583C-EEAD-4585-70D3573F79F5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2" creationId="{0BA0A9D3-5415-5BD1-84CC-EC555C12A748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4" creationId="{B1E4E8B7-96BD-6449-48DB-CB94F6D145C3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5" creationId="{0671A87C-8C80-6B7A-BA2F-2C254EC306F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6" creationId="{60345549-238E-FABD-CECB-4696DF292DDC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8" creationId="{87D18622-EE18-7C5E-45C2-10B8FD1F8D41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19" creationId="{72B4298E-9D0F-A2E7-38DA-C26CC4063651}"/>
          </ac:inkMkLst>
        </pc:inkChg>
        <pc:inkChg chg="add mod">
          <ac:chgData name="Deepika Vatsa" userId="f7100972-27fe-4ee6-8fb4-ec9b7931b409" providerId="ADAL" clId="{F55BDFB6-7C04-4E3F-BE4A-398859B29101}" dt="2025-09-08T09:21:49.256" v="654"/>
          <ac:inkMkLst>
            <pc:docMk/>
            <pc:sldMk cId="2885335597" sldId="597"/>
            <ac:inkMk id="220" creationId="{74C447D8-2880-8DF4-9C47-AC5199B18091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2" creationId="{6708BBDA-96BF-433F-AD65-B4DDD81F9874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3" creationId="{D070A1C9-8E3D-7AED-E8FF-25CB8BBD7F50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4" creationId="{FAF75716-E8AD-B45C-29C6-32C986CE6D51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5" creationId="{6755F38B-4875-5B64-D52D-5A45D63AB3AC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6" creationId="{0238E035-6814-3519-238F-59923F8ADA2B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7" creationId="{9BD35158-FEE7-2450-9A4C-E96EBEE89C90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8" creationId="{C34A848C-DDDF-5C16-56EF-9F54B39F2EE1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29" creationId="{FD07C4A7-400D-F467-EECB-E44F495D44E0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30" creationId="{D09C9FA7-9D64-97CF-8DFC-BB7B3B7EE7A2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31" creationId="{1569665D-5C19-715A-3138-F86AF241A0A2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32" creationId="{7E9DF547-C51F-B7A2-8262-F2F423D2EFDB}"/>
          </ac:inkMkLst>
        </pc:inkChg>
        <pc:inkChg chg="add mod">
          <ac:chgData name="Deepika Vatsa" userId="f7100972-27fe-4ee6-8fb4-ec9b7931b409" providerId="ADAL" clId="{F55BDFB6-7C04-4E3F-BE4A-398859B29101}" dt="2025-09-08T09:22:10.175" v="677"/>
          <ac:inkMkLst>
            <pc:docMk/>
            <pc:sldMk cId="2885335597" sldId="597"/>
            <ac:inkMk id="233" creationId="{4DFA7044-A901-FC6B-6793-64F7E1EC810F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4" creationId="{E38EE2AC-A39E-6D00-7796-4D8F287C986E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5" creationId="{28A3555F-9356-B2F1-8C6C-7BA7F61EDE7D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6" creationId="{4A45A1C8-6C76-3D07-5C13-144419CD71DB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7" creationId="{D0E30C85-45C9-0A9E-9B1D-86EDB912143D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8" creationId="{4DCDF894-BE79-B1D9-B318-671AD198BBBF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39" creationId="{FBB628B5-4C2A-DBED-1A88-6E199788A85E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0" creationId="{4F704939-84EC-17C4-97D5-F6365E3A1C9B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1" creationId="{D0750438-59FD-EDE3-968E-9BCD81E061FD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2" creationId="{99F399AF-61A6-2FB7-11E0-0C1205863571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3" creationId="{C39F4777-B138-AEDC-7B10-D45785317112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7" creationId="{DA034F26-F9DE-B27D-9FE3-F3171A75B470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8" creationId="{AD532278-7F14-EC65-A63D-A75F6EF3C498}"/>
          </ac:inkMkLst>
        </pc:inkChg>
        <pc:inkChg chg="add mod">
          <ac:chgData name="Deepika Vatsa" userId="f7100972-27fe-4ee6-8fb4-ec9b7931b409" providerId="ADAL" clId="{F55BDFB6-7C04-4E3F-BE4A-398859B29101}" dt="2025-09-08T09:22:16.374" v="681"/>
          <ac:inkMkLst>
            <pc:docMk/>
            <pc:sldMk cId="2885335597" sldId="597"/>
            <ac:inkMk id="249" creationId="{34BB12DE-A855-19D4-985D-71DD6E974172}"/>
          </ac:inkMkLst>
        </pc:inkChg>
      </pc:sldChg>
      <pc:sldChg chg="addSp delSp modSp new mod">
        <pc:chgData name="Deepika Vatsa" userId="f7100972-27fe-4ee6-8fb4-ec9b7931b409" providerId="ADAL" clId="{F55BDFB6-7C04-4E3F-BE4A-398859B29101}" dt="2025-09-08T09:25:22.272" v="777"/>
        <pc:sldMkLst>
          <pc:docMk/>
          <pc:sldMk cId="3009551995" sldId="598"/>
        </pc:sldMkLst>
        <pc:grpChg chg="del mod">
          <ac:chgData name="Deepika Vatsa" userId="f7100972-27fe-4ee6-8fb4-ec9b7931b409" providerId="ADAL" clId="{F55BDFB6-7C04-4E3F-BE4A-398859B29101}" dt="2025-09-08T09:22:33.701" v="688"/>
          <ac:grpSpMkLst>
            <pc:docMk/>
            <pc:sldMk cId="3009551995" sldId="598"/>
            <ac:grpSpMk id="7" creationId="{311CFD27-F0AD-A8AB-B595-002E1C9BA1AE}"/>
          </ac:grpSpMkLst>
        </pc:grpChg>
        <pc:grpChg chg="del mod">
          <ac:chgData name="Deepika Vatsa" userId="f7100972-27fe-4ee6-8fb4-ec9b7931b409" providerId="ADAL" clId="{F55BDFB6-7C04-4E3F-BE4A-398859B29101}" dt="2025-09-08T09:22:35.030" v="690"/>
          <ac:grpSpMkLst>
            <pc:docMk/>
            <pc:sldMk cId="3009551995" sldId="598"/>
            <ac:grpSpMk id="9" creationId="{AAD11356-F1C5-8307-342A-81E5359B2EDA}"/>
          </ac:grpSpMkLst>
        </pc:grpChg>
        <pc:grpChg chg="del mod">
          <ac:chgData name="Deepika Vatsa" userId="f7100972-27fe-4ee6-8fb4-ec9b7931b409" providerId="ADAL" clId="{F55BDFB6-7C04-4E3F-BE4A-398859B29101}" dt="2025-09-08T09:22:39.242" v="696"/>
          <ac:grpSpMkLst>
            <pc:docMk/>
            <pc:sldMk cId="3009551995" sldId="598"/>
            <ac:grpSpMk id="11" creationId="{36E90493-F5AD-55C1-FDE9-C4CD3A85A56C}"/>
          </ac:grpSpMkLst>
        </pc:grpChg>
        <pc:grpChg chg="del mod">
          <ac:chgData name="Deepika Vatsa" userId="f7100972-27fe-4ee6-8fb4-ec9b7931b409" providerId="ADAL" clId="{F55BDFB6-7C04-4E3F-BE4A-398859B29101}" dt="2025-09-08T09:22:44.036" v="700"/>
          <ac:grpSpMkLst>
            <pc:docMk/>
            <pc:sldMk cId="3009551995" sldId="598"/>
            <ac:grpSpMk id="17" creationId="{EE1A6CCE-E6E6-C5CE-5E13-C7D9F830D5C0}"/>
          </ac:grpSpMkLst>
        </pc:grpChg>
        <pc:grpChg chg="del mod">
          <ac:chgData name="Deepika Vatsa" userId="f7100972-27fe-4ee6-8fb4-ec9b7931b409" providerId="ADAL" clId="{F55BDFB6-7C04-4E3F-BE4A-398859B29101}" dt="2025-09-08T09:22:45.014" v="703"/>
          <ac:grpSpMkLst>
            <pc:docMk/>
            <pc:sldMk cId="3009551995" sldId="598"/>
            <ac:grpSpMk id="21" creationId="{13B6AE51-4CA1-0B23-EA33-D16D6E0E3A08}"/>
          </ac:grpSpMkLst>
        </pc:grpChg>
        <pc:grpChg chg="del mod">
          <ac:chgData name="Deepika Vatsa" userId="f7100972-27fe-4ee6-8fb4-ec9b7931b409" providerId="ADAL" clId="{F55BDFB6-7C04-4E3F-BE4A-398859B29101}" dt="2025-09-08T09:22:48.857" v="709"/>
          <ac:grpSpMkLst>
            <pc:docMk/>
            <pc:sldMk cId="3009551995" sldId="598"/>
            <ac:grpSpMk id="24" creationId="{12894E9E-4C65-0B18-B7B8-FCA63173213F}"/>
          </ac:grpSpMkLst>
        </pc:grpChg>
        <pc:grpChg chg="mod">
          <ac:chgData name="Deepika Vatsa" userId="f7100972-27fe-4ee6-8fb4-ec9b7931b409" providerId="ADAL" clId="{F55BDFB6-7C04-4E3F-BE4A-398859B29101}" dt="2025-09-08T09:22:48.857" v="709"/>
          <ac:grpSpMkLst>
            <pc:docMk/>
            <pc:sldMk cId="3009551995" sldId="598"/>
            <ac:grpSpMk id="30" creationId="{C8F49044-CC59-8C41-B100-114E1ABD5FFD}"/>
          </ac:grpSpMkLst>
        </pc:grpChg>
        <pc:grpChg chg="del mod">
          <ac:chgData name="Deepika Vatsa" userId="f7100972-27fe-4ee6-8fb4-ec9b7931b409" providerId="ADAL" clId="{F55BDFB6-7C04-4E3F-BE4A-398859B29101}" dt="2025-09-08T09:22:55.754" v="719"/>
          <ac:grpSpMkLst>
            <pc:docMk/>
            <pc:sldMk cId="3009551995" sldId="598"/>
            <ac:grpSpMk id="38" creationId="{87B8C067-82D2-D692-450A-264732C2AD4F}"/>
          </ac:grpSpMkLst>
        </pc:grpChg>
        <pc:grpChg chg="mod">
          <ac:chgData name="Deepika Vatsa" userId="f7100972-27fe-4ee6-8fb4-ec9b7931b409" providerId="ADAL" clId="{F55BDFB6-7C04-4E3F-BE4A-398859B29101}" dt="2025-09-08T09:22:55.754" v="719"/>
          <ac:grpSpMkLst>
            <pc:docMk/>
            <pc:sldMk cId="3009551995" sldId="598"/>
            <ac:grpSpMk id="40" creationId="{63F3AF5B-1E87-872C-3E31-3D64463DFB20}"/>
          </ac:grpSpMkLst>
        </pc:grpChg>
        <pc:grpChg chg="del mod">
          <ac:chgData name="Deepika Vatsa" userId="f7100972-27fe-4ee6-8fb4-ec9b7931b409" providerId="ADAL" clId="{F55BDFB6-7C04-4E3F-BE4A-398859B29101}" dt="2025-09-08T09:24:24.892" v="747"/>
          <ac:grpSpMkLst>
            <pc:docMk/>
            <pc:sldMk cId="3009551995" sldId="598"/>
            <ac:grpSpMk id="45" creationId="{1E021C92-26F9-B3D7-64CD-844C367743D3}"/>
          </ac:grpSpMkLst>
        </pc:grpChg>
        <pc:grpChg chg="del mod">
          <ac:chgData name="Deepika Vatsa" userId="f7100972-27fe-4ee6-8fb4-ec9b7931b409" providerId="ADAL" clId="{F55BDFB6-7C04-4E3F-BE4A-398859B29101}" dt="2025-09-08T09:24:28.189" v="749"/>
          <ac:grpSpMkLst>
            <pc:docMk/>
            <pc:sldMk cId="3009551995" sldId="598"/>
            <ac:grpSpMk id="51" creationId="{61142860-CE41-E48C-33A7-2A85659B2105}"/>
          </ac:grpSpMkLst>
        </pc:grpChg>
        <pc:grpChg chg="del mod">
          <ac:chgData name="Deepika Vatsa" userId="f7100972-27fe-4ee6-8fb4-ec9b7931b409" providerId="ADAL" clId="{F55BDFB6-7C04-4E3F-BE4A-398859B29101}" dt="2025-09-08T09:24:32.069" v="751"/>
          <ac:grpSpMkLst>
            <pc:docMk/>
            <pc:sldMk cId="3009551995" sldId="598"/>
            <ac:grpSpMk id="53" creationId="{DB1BE24E-E22D-4AC9-D912-5C62985B841E}"/>
          </ac:grpSpMkLst>
        </pc:grpChg>
        <pc:grpChg chg="del mod">
          <ac:chgData name="Deepika Vatsa" userId="f7100972-27fe-4ee6-8fb4-ec9b7931b409" providerId="ADAL" clId="{F55BDFB6-7C04-4E3F-BE4A-398859B29101}" dt="2025-09-08T09:24:33.627" v="753"/>
          <ac:grpSpMkLst>
            <pc:docMk/>
            <pc:sldMk cId="3009551995" sldId="598"/>
            <ac:grpSpMk id="55" creationId="{F383031D-9D32-1BB9-D9CE-6B30B06D5BA9}"/>
          </ac:grpSpMkLst>
        </pc:grpChg>
        <pc:grpChg chg="del mod">
          <ac:chgData name="Deepika Vatsa" userId="f7100972-27fe-4ee6-8fb4-ec9b7931b409" providerId="ADAL" clId="{F55BDFB6-7C04-4E3F-BE4A-398859B29101}" dt="2025-09-08T09:24:42.611" v="760"/>
          <ac:grpSpMkLst>
            <pc:docMk/>
            <pc:sldMk cId="3009551995" sldId="598"/>
            <ac:grpSpMk id="57" creationId="{7A3F8D0F-3634-D84B-E284-DC50E18E44E6}"/>
          </ac:grpSpMkLst>
        </pc:grpChg>
        <pc:grpChg chg="del mod">
          <ac:chgData name="Deepika Vatsa" userId="f7100972-27fe-4ee6-8fb4-ec9b7931b409" providerId="ADAL" clId="{F55BDFB6-7C04-4E3F-BE4A-398859B29101}" dt="2025-09-08T09:24:42.611" v="760"/>
          <ac:grpSpMkLst>
            <pc:docMk/>
            <pc:sldMk cId="3009551995" sldId="598"/>
            <ac:grpSpMk id="61" creationId="{F9C7FBC2-0218-6853-64C3-CCB51439AB3E}"/>
          </ac:grpSpMkLst>
        </pc:grpChg>
        <pc:grpChg chg="del mod">
          <ac:chgData name="Deepika Vatsa" userId="f7100972-27fe-4ee6-8fb4-ec9b7931b409" providerId="ADAL" clId="{F55BDFB6-7C04-4E3F-BE4A-398859B29101}" dt="2025-09-08T09:24:58.210" v="766"/>
          <ac:grpSpMkLst>
            <pc:docMk/>
            <pc:sldMk cId="3009551995" sldId="598"/>
            <ac:grpSpMk id="64" creationId="{3D5E1776-F14C-4676-E3A5-E9C7A0C7CBC3}"/>
          </ac:grpSpMkLst>
        </pc:grpChg>
        <pc:grpChg chg="del mod">
          <ac:chgData name="Deepika Vatsa" userId="f7100972-27fe-4ee6-8fb4-ec9b7931b409" providerId="ADAL" clId="{F55BDFB6-7C04-4E3F-BE4A-398859B29101}" dt="2025-09-08T09:25:22.272" v="777"/>
          <ac:grpSpMkLst>
            <pc:docMk/>
            <pc:sldMk cId="3009551995" sldId="598"/>
            <ac:grpSpMk id="70" creationId="{A07E1EDE-923D-620A-35A8-91DFA57F028F}"/>
          </ac:grpSpMkLst>
        </pc:grpChg>
        <pc:grpChg chg="mod">
          <ac:chgData name="Deepika Vatsa" userId="f7100972-27fe-4ee6-8fb4-ec9b7931b409" providerId="ADAL" clId="{F55BDFB6-7C04-4E3F-BE4A-398859B29101}" dt="2025-09-08T09:25:22.272" v="777"/>
          <ac:grpSpMkLst>
            <pc:docMk/>
            <pc:sldMk cId="3009551995" sldId="598"/>
            <ac:grpSpMk id="81" creationId="{82BA4399-EA2D-E5B9-FA81-C3A489AD205F}"/>
          </ac:grpSpMkLst>
        </pc:grp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4" creationId="{BAC91286-0F90-1BCB-8DFE-D9809370AC1B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5" creationId="{C12141C7-6891-115D-FA06-B779205EDA3B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6" creationId="{411673D6-A107-1C52-9941-B87CC4A7E010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8" creationId="{A9F3E25D-7966-F45F-575E-123E26DB161F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0" creationId="{50DFE797-25B5-6A18-6F85-CDF56A7E62F5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2" creationId="{A9893BDD-C267-FBE4-0E96-F8FA628C0F10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3" creationId="{FBEEAADE-316F-505A-2432-BC7C43152A2C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4" creationId="{9090F06B-BCBA-1E67-9622-9F8356514B5E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5" creationId="{49DFE9E3-8C5C-F677-F3A5-14B2D6124771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6" creationId="{8D4864F2-782E-9EE1-B949-D887D58B1D53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8" creationId="{F3FA4B07-65E6-0547-A6F2-9C0DBC6FF261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19" creationId="{80507FF5-481A-B155-7F02-45E3E05437EC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0" creationId="{E3BFFCB1-9667-4810-8843-71F5C28E23C4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2" creationId="{5111375F-FA86-638A-9E83-229554291C1F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3" creationId="{95DF871E-925A-2BD3-4B8C-A96B034966AB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5" creationId="{5D43B6E2-F062-8541-BF71-52700493C09A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6" creationId="{2E1BCA22-322D-6AA4-D5B1-7FE3214BBEB5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7" creationId="{A68A90EC-52E3-02B9-CE2D-6A38552B0033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8" creationId="{32917226-EC6D-B723-33D7-4E2336F2166E}"/>
          </ac:inkMkLst>
        </pc:inkChg>
        <pc:inkChg chg="add mod">
          <ac:chgData name="Deepika Vatsa" userId="f7100972-27fe-4ee6-8fb4-ec9b7931b409" providerId="ADAL" clId="{F55BDFB6-7C04-4E3F-BE4A-398859B29101}" dt="2025-09-08T09:22:48.857" v="709"/>
          <ac:inkMkLst>
            <pc:docMk/>
            <pc:sldMk cId="3009551995" sldId="598"/>
            <ac:inkMk id="29" creationId="{8DA7D00B-C761-6611-4BDD-9099B81AC271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1" creationId="{13DA2B51-B0B9-5D2E-C634-C8462B05F00E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2" creationId="{CFDDB321-CB57-B2E4-4C19-509F9205D112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3" creationId="{F6FFA456-CA28-D48A-9A70-363066150664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4" creationId="{DDAF2822-3D5A-3739-7242-0538EC0B45C2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5" creationId="{2B0607F7-5168-903A-022A-F568CC5390E3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6" creationId="{6DF265F4-A82F-8307-8524-B6748BC239A6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7" creationId="{D1FB0F3D-D2F6-F048-C881-6ED9AA6FECE7}"/>
          </ac:inkMkLst>
        </pc:inkChg>
        <pc:inkChg chg="add mod">
          <ac:chgData name="Deepika Vatsa" userId="f7100972-27fe-4ee6-8fb4-ec9b7931b409" providerId="ADAL" clId="{F55BDFB6-7C04-4E3F-BE4A-398859B29101}" dt="2025-09-08T09:22:55.754" v="719"/>
          <ac:inkMkLst>
            <pc:docMk/>
            <pc:sldMk cId="3009551995" sldId="598"/>
            <ac:inkMk id="39" creationId="{FD3BB8DD-938F-F7A1-FEF2-CB203F55F6A3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1" creationId="{E2E7A98E-FE37-E3D8-DE25-DF3494CA3BB4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2" creationId="{A0D49A85-040B-1631-2977-B60938281712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3" creationId="{A9CEE6F1-7112-D993-026A-036820A1C300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4" creationId="{4D7FA566-0CA7-6E1E-34D3-99FB6754BB84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6" creationId="{BE5AEC30-9056-D388-349E-7C8B96A87DB8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7" creationId="{0630086B-5563-F6C8-AA5E-0B25BD9C7C3A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8" creationId="{1439D064-D49A-0430-0BC7-529D15439031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49" creationId="{6D586A06-8502-3A15-F555-614BBF31B127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50" creationId="{56B26F89-590F-E287-10ED-DFE2F5851B7E}"/>
          </ac:inkMkLst>
        </pc:inkChg>
        <pc:inkChg chg="add mod">
          <ac:chgData name="Deepika Vatsa" userId="f7100972-27fe-4ee6-8fb4-ec9b7931b409" providerId="ADAL" clId="{F55BDFB6-7C04-4E3F-BE4A-398859B29101}" dt="2025-09-08T09:24:32.069" v="751"/>
          <ac:inkMkLst>
            <pc:docMk/>
            <pc:sldMk cId="3009551995" sldId="598"/>
            <ac:inkMk id="52" creationId="{F1030B71-BD2C-3AC5-7BD2-E3F596C7288D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54" creationId="{01255A37-C35A-7BF2-CFB1-52C33E0CA569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56" creationId="{3D697F95-3FCA-9547-58CD-6D3B2C8EB06F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58" creationId="{76BD6428-3560-0DA1-8FB5-0C34B7B69AD9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59" creationId="{58F55EA1-C8B1-8D20-931C-55E9166CB0B0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0" creationId="{6691B0AD-B57D-5D83-DFFC-89CCB70AAB34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2" creationId="{0D956EB0-E23D-B391-4670-B995F8405112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3" creationId="{94D7735C-E66D-C021-F728-89E9D72F9A7D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5" creationId="{84A2C9B8-E1E0-DF6E-6E43-D083526F1A90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6" creationId="{AB056BF7-8A42-7BD6-B24A-E51FF6CFB8B8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7" creationId="{4FEF27AB-3909-9D78-8D27-115793136A03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8" creationId="{2B9F57FE-7A66-6E35-A162-8C845828C40B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69" creationId="{BF21817D-35B4-A990-21C5-24308698EE07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1" creationId="{17A7467A-E9E7-FC90-4607-231096757E12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2" creationId="{0DE15628-BEF9-1A3F-5803-D5CA7DE4AD2C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3" creationId="{D0C83C11-AC32-F178-39B4-85C253B6DBCF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4" creationId="{2A54F5EB-05D8-0A1A-6927-10E981172B14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5" creationId="{63F99E30-17E7-4A67-1DB8-07C11DE096BA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6" creationId="{E68F886F-34CA-A78C-E4DD-40082083E6A7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7" creationId="{F2B15CD7-1667-8B0F-D196-8F58178D9D5A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8" creationId="{F3F66AF2-02AC-AC21-3A07-2D235374254F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79" creationId="{644B30A3-4969-BF16-9D45-D6DD848507B1}"/>
          </ac:inkMkLst>
        </pc:inkChg>
        <pc:inkChg chg="add mod">
          <ac:chgData name="Deepika Vatsa" userId="f7100972-27fe-4ee6-8fb4-ec9b7931b409" providerId="ADAL" clId="{F55BDFB6-7C04-4E3F-BE4A-398859B29101}" dt="2025-09-08T09:25:22.272" v="777"/>
          <ac:inkMkLst>
            <pc:docMk/>
            <pc:sldMk cId="3009551995" sldId="598"/>
            <ac:inkMk id="80" creationId="{374C7888-814E-B4EA-E909-9314D2F43ED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6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16103,'0'0'9551,"12"3"-9182,30 4-74,0-1 0,1-2 0,55-3 1,142-15-71,241-50-188,-473 63-29,-1-1 1,1 0-1,0 0 1,-1-1-1,0 0 0,14-7 1,-20 10-5,0-1 1,-1 1 0,1-1-1,0 1 1,-1-1-1,1 0 1,0 1 0,-1-1-1,1 0 1,-1 1-1,1-1 1,-1 0-1,1 0 1,-1 1 0,0-1-1,1 0 1,-1 0-1,0 0 1,1 0 0,-1 0-1,0 1 1,0-1-1,0 0 1,0 0 0,0-1-1,-1 0 4,0 0-1,0 0 0,0 1 1,0-1-1,0 0 1,0 1-1,-1-1 0,1 1 1,-1-1-1,1 1 1,-1-1-1,1 1 0,-1 0 1,0 0-1,0 0 1,-2-1-1,-35-18 15,-81-29 0,73 31 123,36 11 528,20 5-387,22 2-284,-31 0-2,19 2 15,0 0 1,-1 2-1,1 0 1,-1 1-1,0 1 1,32 14-1,-43-17-7,-1 0-1,1 1 1,-1-1-1,0 1 1,0 1-1,0-1 1,0 1 0,-1 0-1,0 0 1,0 1-1,0 0 1,0 0-1,-1 0 1,0 0-1,-1 0 1,1 1-1,-1 0 1,0 0 0,-1 0-1,3 12 1,-4-10 7,0 1 1,-1 0 0,0 0 0,-1-1-1,0 1 1,-1 0 0,0-1-1,0 1 1,-1-1 0,0 0 0,-6 12-1,-5 4-845,0-1-1,-29 36 1,22-31-1365,1-3-3152,7-8-3590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305 241 9524,'0'0'8692,"-10"-20"-6467,-36-65-552,44 82-1520,1-1-1,-1 1 1,0 0-1,0 0 1,-1 0-1,1 0 1,-1 1 0,1-1-1,-1 1 1,0-1-1,0 1 1,0 0-1,0 0 1,0 0-1,0 0 1,-1 1-1,1-1 1,-1 1 0,1 0-1,-1 0 1,1 0-1,-1 1 1,0-1-1,1 1 1,-1 0-1,0 0 1,0 0-1,1 0 1,-1 1 0,-6 1-1,4 0-102,0 1 0,0-1 0,0 1-1,1 0 1,-1 1 0,1-1 0,-1 1 0,1 0 0,0 1-1,1-1 1,-1 1 0,1 0 0,-6 8 0,-1 8-36,1 0 0,1 1 0,1 0 0,0 0 0,2 0 0,1 1 0,1 0 0,0 1 1,2-1-1,1 0 0,1 1 0,0-1 0,6 31 0,-5-50-22,0 1 0,1-1 1,-1 0-1,1 1 0,0-1 0,0 0 0,0 0 0,1-1 1,-1 1-1,1 0 0,0-1 0,0 1 0,0-1 0,0 0 1,1 0-1,-1 0 0,1-1 0,0 1 0,0-1 0,0 0 1,0 0-1,0 0 0,0-1 0,8 3 0,-7-3 10,0 0 0,0 0-1,1 0 1,-1-1-1,0 1 1,0-1 0,0 0-1,0-1 1,1 0 0,-1 1-1,0-1 1,0-1-1,0 1 1,0-1 0,-1 0-1,1 0 1,0 0-1,-1-1 1,1 0 0,-1 0-1,5-4 1,5-10 51,0 0-1,-1-1 1,-1 0-1,-1-1 1,-1 0 0,-1-1-1,12-34 1,27-53 1217,-44 112-821,5 22-428,2 7 26,2 0 0,17 33 0,-25-58-41,0 1 0,1-1 1,0-1-1,1 1 0,-1-1 1,2 0-1,-1-1 0,1 0 0,0 0 1,1 0-1,16 9 0,-20-14 0,1 1 0,-1-1 1,1-1-1,0 1 0,0-1 0,0 0 1,0 0-1,0-1 0,0 0 0,-1 0 0,1 0 1,0 0-1,0-1 0,0 0 0,0-1 1,0 1-1,-1-1 0,1 0 0,-1-1 0,10-4 1,7-6 8,-1-1 1,0-1 0,29-29-1,-16 15-21,3 1-12,63-37 1,-100 65 33,1 0 0,-1 0-1,0 0 1,1-1 0,-1 1 0,0 0-1,1 0 1,-1 0 0,0 0-1,0 0 1,1-1 0,-1 1 0,0 0-1,0 0 1,1-1 0,-1 1 0,0 0-1,0 0 1,0-1 0,0 1 0,1 0-1,-1-1 1,0 1 0,0 0 0,0 0-1,0-1 1,0 1 0,0 0 0,0-1-1,0 1 1,0 0 0,0-1-1,0 1 1,0 0 0,0-1 0,0 1-1,-12-6 394,-19 4-93,25 4-318,1 1 1,0 0-1,0 0 0,0 0 0,0 1 0,0 0 0,1 0 0,0 0 0,0 0 0,0 1 1,0-1-1,0 1 0,1 0 0,0 0 0,-3 8 0,0-1 2,0-1 0,1 1-1,1 1 1,0-1 0,1 1 0,-3 13-1,5-17-8,0-1-1,0 1 0,1-1 0,0 1 1,1-1-1,-1 1 0,2-1 0,-1 1 1,5 13-1,-4-18-1,0 0 1,1-1-1,-1 1 0,1-1 1,-1 0-1,1 1 1,0-1-1,0-1 0,0 1 1,1 0-1,-1-1 1,1 1-1,-1-1 0,1 0 1,0-1-1,0 1 1,0-1-1,0 1 0,0-1 1,0 0-1,5 0 1,4 2-3,0-1 1,0-1 0,0 0 0,-1 0 0,1-2 0,0 1 0,0-2 0,0 0 0,0 0 0,-1-1 0,1-1 0,-1 0 0,0 0 0,23-13 0,-22 8 4,0 0 0,-1 0 0,0-1 0,0-1 0,-1 0-1,-1-1 1,1 0 0,-2 0 0,0-1 0,-1 0 0,0-1 0,7-16 0,-3 2 61,-2 0 0,-1 0-1,-1-1 1,-2 0 0,5-40 0,-3-151 508,-18 266 315,0-8-914,4 18 81,2 1 1,7 94-1,-3-143-77,0 0-1,1 0 1,1 0-1,-1 0 1,1 0-1,0 0 1,1 0-1,0-1 0,0 1 1,1-1-1,0 0 1,0 0-1,1 0 1,0 0-1,0-1 1,0 0-1,1 0 1,0-1-1,0 1 1,0-1-1,1 0 1,0-1-1,0 0 1,0 0-1,0 0 0,1-1 1,-1 0-1,1 0 1,0-1-1,0 0 1,0-1-1,0 1 1,0-1-1,12-1 1,-12 0-24,0 0 1,0-1-1,0 0 0,0 0 1,0-1-1,0 0 1,0 0-1,-1-1 1,1 0-1,-1 0 0,0-1 1,0 1-1,0-2 1,0 1-1,-1-1 1,1 0-1,-1-1 0,7-7 1,10-8-259,8-6-121,-16 8-6440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10661,'0'0'11877,"152"-71"-11989,-102 71-1184,8 0-2322,3 10-4466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11701,'0'0'16904,"21"-24"-16920,-16 19-128,-2-2-608,2 5-1169,3-1-3314,5-4-4593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9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171 190 13910,'0'0'3389,"-6"-25"49,-22-82 25,27 103-3247,1 1-1,-1-1 1,0 1-1,0 0 1,0 0-1,-1-1 0,1 1 1,-1 0-1,0 0 1,0 0-1,0 1 0,0-1 1,0 0-1,0 1 1,-1-1-1,0 1 1,1 0-1,-4-2 0,5 4-153,-1 0-1,1 0 0,0 1 1,-1-1-1,1 0 1,0 1-1,-1-1 0,1 1 1,0-1-1,-1 1 0,1 0 1,0-1-1,0 1 0,0 0 1,0 0-1,0 0 0,0 0 1,0 0-1,0 0 0,0 0 1,0 0-1,1 1 0,-1-1 1,0 0-1,1 0 0,-1 1 1,1-1-1,-1 0 0,1 1 1,0-1-1,-1 0 1,1 3-1,-15 47 144,3 1 1,-12 105-1,9 111 423,15-255-605,-4 169 371,8 0 0,35 232 0,-21-297-471,5 175-1,-26-337-2568,-2 1 0,-14-63 0,12 69 142,-9-45-4299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5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9668,'0'0'13004,"4"-6"-12295,-2 4-626,-1 0 0,1-1 1,0 1-1,0 0 0,0 1 0,0-1 0,1 0 0,-1 0 0,0 1 0,1 0 0,-1-1 0,1 1 0,-1 0 0,1 0 0,0 0 0,3 0 0,56-7 769,-2 1-413,-25-3-201,0-2 0,58-28 0,-1 0 355,-89 39-573,-1 0 1,1 0-1,0 0 0,-1 0 1,1 1-1,0-1 0,0 1 0,-1 0 1,1 0-1,0 0 0,0 0 0,0 0 1,-1 0-1,1 1 0,0 0 0,0-1 1,-1 1-1,1 0 0,2 2 0,1 0 54,-1 1-1,-1 0 0,1 0 1,-1 1-1,1-1 0,5 9 0,22 22 111,-28-31-175,1-1 0,0 0 0,0 0 0,1 0 0,-1 0 0,1-1 0,-1 0 0,1 0 0,-1-1 0,1 1-1,11 0 1,68-4 216,-73 1-200,0-1-1,-1 2 0,1-1 0,0 2 0,0 0 0,-1 0 0,1 1 0,0 0 1,14 6-1,-19-6-10,-1 0 0,1 0 1,0-1-1,0 0 0,0 0 1,0-1-1,0 1 1,0-1-1,0-1 0,0 0 1,0 0-1,0 0 0,-1-1 1,1 0-1,0 0 0,-1 0 1,13-7-1,-7 4-14,-3 3 30,0 1-1,0 0 0,-1 0 1,1 1-1,0 0 1,0 1-1,0 0 0,0 0 1,0 1-1,0 0 0,-1 0 1,1 1-1,10 5 0,53 11-4060,-1-18-8585,-45-3 6938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0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69 8580,'0'0'15623,"4"-14"-13803,7-34-691,-11 47-1120,0 1-1,0 0 0,0 0 1,0-1-1,0 1 1,0 0-1,0 0 1,0 0-1,0-1 1,0 1-1,0 0 1,0 0-1,0 0 0,0-1 1,-1 1-1,1 0 1,0 0-1,0 0 1,0-1-1,0 1 1,0 0-1,0 0 1,-1 0-1,1 0 0,0-1 1,0 1-1,0 0 1,0 0-1,-1 0 1,1 0-1,0 0 1,0 0-1,0-1 1,-1 1-1,1 0 0,0 0 1,0 0-1,0 0 1,-1 0-1,1 0 1,0 0-1,0 0 1,-1 0-1,1 0 1,0 0-1,0 0 0,0 0 1,-1 0-1,1 0 1,0 0-1,0 1 1,0-1-1,-1 0 1,1 0-1,0 0 1,0 0-1,-1 0 0,-26 28 221,21-20-213,0 0 0,1 0 0,0 0-1,1 0 1,-1 1 0,2-1 0,-1 1-1,1 0 1,0 1 0,1-1-1,0 0 1,1 1 0,0-1 0,0 1-1,1-1 1,0 1 0,1-1-1,2 11 1,-2-16-65,1-1 0,0 0 0,0 0 0,0 0 0,1 0 0,-1 0 0,1-1 0,-1 1 0,1-1 0,0 1 0,0-1 0,0 0 0,0 0 0,1-1 0,-1 1 0,0-1 0,1 1 0,-1-1 0,1 0 0,0 0 0,-1-1 0,1 1 0,6-1 1,-3 2-297,0-2 1,0 1 0,1-1 0,-1 0-1,0-1 1,0 0 0,0 0 0,0 0-1,0-1 1,0 0 0,12-6 0,-9 0-917,-1 0 0,0 0 0,0 0 0,-1-2 0,0 1 0,-1-1 0,9-14 1,3-9-4970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0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8084,'0'0'12400,"5"-4"-11290,-3 4-1043,-1-1 1,0 0-1,1 0 1,-1 1-1,0-1 1,1 1-1,-1-1 1,1 1-1,-1 0 1,1-1-1,-1 1 1,1 0-1,-1 0 1,1 0-1,-1 0 1,1 0-1,-1 0 1,1 1-1,-1-1 1,2 1-1,25 21 1380,-12-6-1227,-12-13-203,0 0 1,0 1-1,0-1 1,0-1-1,1 1 1,-1-1-1,1 1 0,-1-1 1,1 0-1,0-1 1,0 1-1,0-1 1,0 0-1,0-1 0,0 1 1,7-1-1,1-1 12,-1-1 0,0 0 0,0-1 0,0-1-1,12-5 1,17-5-42,-41 14-35,20-3-123,-8 9-5935,-7 12-970</inkml:trace>
  <inkml:trace contextRef="#ctx0" brushRef="#br0" timeOffset="1">683 411 13654,'0'0'15111,"66"-64"-15111,-64 50-256,-2 2-1313,-21 9-11829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0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4 391 17336,'0'0'8804,"-1"11"-8484,1-5-254,-1 2-9,0 0 1,1 0 0,0 1-1,0-1 1,3 11-1,-3-16-50,1-1-1,0 0 1,-1 0-1,1 1 0,0-1 1,0 0-1,0 0 0,0 0 1,1 0-1,-1 0 1,0 0-1,1 0 0,-1-1 1,1 1-1,0 0 0,0-1 1,0 1-1,-1-1 0,1 0 1,0 0-1,1 0 1,-1 0-1,0 0 0,0 0 1,0 0-1,1-1 0,3 1 1,3 0 29,1 0 1,0-1 0,0-1-1,-1 0 1,1 0-1,0-1 1,-1 0-1,1 0 1,-1-1 0,0-1-1,0 1 1,0-2-1,11-6 1,12-10 77,-1 0 1,32-31-1,-25 22-92,33-29-325,121-91 912,-91 83-2564,5 10-3634,-53 35-165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06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79 14839,'0'0'7243,"-13"-1"-6576,9 1-616,-39-3 181,36 1-73,34 1 47,-5 1-44,895 16 2406,-86-3-2506,-3-41-12,189-10 110,-923 37 22,-54 1 6,1-1 0,48-8 1,-89 9-189,1 0 1,-1 0 0,1 0-1,-1 0 1,0 0-1,1 0 1,-1 0-1,1 0 1,-1 0 0,0 0-1,1 0 1,-1-1-1,0 1 1,1 0-1,-1 0 1,0 0 0,1-1-1,-1 1 1,0 0-1,0 0 1,1-1 0,-1 1-1,0 0 1,0-1-1,1 1 1,-1 0-1,0-1 1,0 1 0,0 0-1,0-1 1,0 1-1,1 0 1,-1-1 0,0 1-1,0 0 1,0-1-1,0 1 1,0-1-1,0 1 1,0 0 0,0-1-1,0 1 1,0-1-1,-1 1 1,1 0 0,0-1-1,0 0 1,-1 1-181,1-1 1,0 0 0,-1 1 0,1-1 0,-1 0 0,1 1-1,-1-1 1,0 1 0,1-1 0,-1 1 0,1-1 0,-1 1-1,0-1 1,1 1 0,-1 0 0,0-1 0,0 1 0,1 0-1,-1 0 1,0-1 0,-1 1 0,-7-1-4386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124 105 256,'0'0'22144,"31"-17"-21936,99-52 56,-124 65-235,0 2 0,0-1 0,0 1 1,1 0-1,-1 0 0,0 1 0,1 0 1,-1 0-1,1 1 0,0-1 0,-1 1 0,1 1 1,0-1-1,9 3 0,-12-1 19,-1-1-1,1 1 1,-1 0 0,1 0-1,-1 0 1,0 0 0,1 0-1,-1 1 1,-1 0-1,1-1 1,0 1 0,-1 0-1,1 0 1,-1 1 0,0-1-1,0 0 1,0 1 0,1 3-1,1 3 66,-1 1 1,-1-1-1,0 1 0,0-1 0,-1 1 0,-1 0 1,1-1-1,-2 1 0,1 0 0,-2-1 0,1 1 1,-1 0-1,-1-1 0,-4 12 0,-3 1 87,-2 1 0,0-2 0,-30 42 0,-59 61 112,64-80-269,-12 13 11,0 0 78,-70 106 0,106-132-88,13-31-37,0-1-1,0 1 0,0-1 0,0 1 0,0 0 0,0-1 1,0 1-1,0 0 0,0-1 0,0 1 0,1-1 0,-1 1 0,0 0 1,0-1-1,1 1 0,-1-1 0,0 1 0,1-1 0,-1 1 1,1-1-1,-1 1 0,0-1 0,1 1 0,-1-1 0,1 0 0,0 1 1,4 0 37,0 1 0,0-2 0,0 1 0,0-1 0,0 1 0,0-1 0,0-1 0,0 1 0,5-2 0,39-5 139,0-3 0,91-32 1,-5 1-249,-89 31-170,22-6-1893,-25 1-4518,-29 8 1545,1-4-2284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96 189 9236,'0'0'14103,"-6"1"-13458,3-1-598,1 1-1,-1-1 1,0 1-1,1 0 1,-1 0 0,1 0-1,-1 0 1,1 0-1,0 0 1,0 1-1,-1-1 1,1 1-1,0-1 1,0 1-1,0 0 1,1 0-1,-1 0 1,0 0 0,-1 3-1,-2 3 102,1-1 0,0 1 0,1 0 0,-1 1 0,-3 16 0,1 1 59,2 1 1,1-1 0,0 35 0,3-57-209,0-1 1,0 1 0,0-1 0,0 1-1,1-1 1,-1 1 0,1-1 0,0 1 0,0-1-1,0 1 1,1-1 0,-1 0 0,1 0 0,0 0-1,0 0 1,0 0 0,0 0 0,0-1-1,1 1 1,-1 0 0,6 3 0,-2-3-5,0 0 0,0 0-1,0-1 1,1 0 0,-1-1 0,0 1 0,1-1 0,-1 0-1,1-1 1,13 0 0,-16 1 11,1-1-1,0 0 1,-1-1-1,1 1 1,-1-1-1,1 0 0,-1 0 1,1 0-1,-1-1 1,1 0-1,-1 1 1,0-2-1,0 1 1,4-3-1,-5 2 1,-1 1-1,1-1 0,-1 0 1,0 0-1,0 0 0,0-1 1,-1 1-1,1 0 1,-1-1-1,0 1 0,0 0 1,0-1-1,0 0 0,-1 1 1,1-1-1,-1 1 1,0-1-1,0-5 0,-5-51 126,4 56-120,-1 0 0,1 0-1,-1 0 1,0 0 0,0 0 0,0 1 0,-1-1 0,1 1 0,-1 0 0,0-1 0,-6-4 0,2 2 77,1 0 0,0-1 0,-1 0 0,-8-14 0,14 19-65,0 0-1,0 0 1,-1 0-1,2 0 1,-1 0 0,0 0-1,0 0 1,1 0 0,-1 0-1,1-1 1,-1 1-1,1 0 1,0 0 0,0-1-1,0 1 1,0 0 0,1 0-1,-1 0 1,0-1-1,1 1 1,0 0 0,-1 0-1,1 0 1,0 0 0,0 0-1,2-3 1,3-1-21,0 0 1,1 1-1,-1 0 1,1 0 0,0 0-1,1 1 1,-1 0-1,1 0 1,-1 1-1,1 0 1,0 1-1,12-3 1,8-1-15,0 1 0,43-2 0,-57 6 6,0 1-1,1 0 0,-1 1 0,0 0 1,20 5-1,-29-4 6,1 0 0,-1 0 0,0 0 0,0 1 0,0 0-1,0 0 1,0 0 0,-1 0 0,1 1 0,-1 0 0,0 0 0,0 0 0,0 0 0,-1 0 0,1 1 0,3 8-1,1 3 15,-1 1-1,0 1 0,-2-1 0,0 1 0,-1 0 0,3 37 1,-3-27 19,11 45 0,-13-70-32,0 1-1,0-1 1,-1 0 0,2 1-1,-1-1 1,0 0 0,1 0 0,-1 0-1,1-1 1,0 1 0,0-1-1,0 1 1,0-1 0,1 0 0,-1 0-1,0-1 1,1 1 0,-1-1 0,1 1-1,0-1 1,0 0 0,-1-1-1,1 1 1,0 0 0,0-1 0,6 0-1,1 0 9,0 0 0,0-1-1,-1 0 1,1 0 0,0-1-1,-1 0 1,1-1 0,15-7-1,-20 8 2,1-1-1,-1 0 0,0-1 1,0 0-1,0 0 0,-1 0 1,1 0-1,-1-1 1,0 0-1,0 0 0,-1 0 1,0-1-1,1 1 0,-2-1 1,1 0-1,-1 0 1,0-1-1,0 1 0,-1-1 1,1 1-1,-2-1 0,1 0 1,-1 0-1,0 0 1,0 0-1,-1 0 0,0 0 1,-1-12-1,0 16-6,1 0-1,-1-1 1,0 1 0,-1 0 0,1 0-1,0-1 1,-1 1 0,0 0 0,0 1-1,0-1 1,0 0 0,0 0 0,0 1-1,-1-1 1,-3-2 0,-51-34 14,12 9-12,41 27-3,-1-2-1,1 1 1,1 0 0,-1-1 0,1 0-1,-1 0 1,1 0 0,1 0 0,-1 0-1,1 0 1,0-1 0,-2-8-1,3 12 0,1 0 0,0 0-1,-1 0 1,1 0-1,0 0 1,0 0 0,0 0-1,1 0 1,-1 0 0,0 0-1,1 0 1,-1 0-1,1 0 1,0 0 0,0 1-1,-1-1 1,1 0-1,0 0 1,1 1 0,-1-1-1,0 0 1,0 1 0,1-1-1,-1 1 1,1 0-1,-1-1 1,1 1 0,0 0-1,-1 0 1,1 0-1,0 0 1,0 0 0,0 1-1,-1-1 1,1 0 0,0 1-1,3-1 1,11-2-6,0 0 1,-1 1-1,1 1 1,0 0 0,0 1-1,0 1 1,0 1-1,0 0 1,-1 1 0,1 0-1,-1 2 1,0-1-1,0 2 1,0 0 0,-1 1-1,0 0 1,0 2-1,-1-1 1,0 1-1,0 1 1,-1 0 0,0 1-1,-1 1 1,-1-1-1,1 2 1,-2-1 0,0 2-1,0-1 1,-2 1-1,1 0 1,-2 0-1,0 1 1,8 29 0,-4 3 5,-8-32 0,1-1 1,0 0 0,1-1 0,1 1 0,6 13 0,-9-24-1,0 0-1,0 1 1,0-1 0,1 0-1,-1 0 1,1-1 0,0 1-1,-1 0 1,1-1 0,0 0-1,1 1 1,-1-1 0,0-1-1,1 1 1,-1 0 0,1-1-1,-1 0 1,1 0 0,0 0-1,-1 0 1,1 0 0,0-1-1,5 1 1,1-1 5,-1 0-1,1-1 1,-1 1-1,1-2 1,-1 1-1,0-2 1,0 1 0,0-1-1,0 0 1,0-1-1,-1 0 1,1-1 0,-1 1-1,0-2 1,0 1-1,-1-1 1,0 0 0,0-1-1,0 1 1,-1-1-1,0-1 1,0 1 0,-1-1-1,6-11 1,-6 10 55,0 0 1,-1-1-1,0 0 1,-1 0-1,0 0 1,-1 0-1,0 0 1,0 0 0,-1-1-1,0 1 1,-1-1-1,0 1 1,-1 0-1,0-1 1,-5-18-1,3 17-18,-1 0-1,-1 0 1,0 0-1,0 0 1,-1 1-1,-1-1 0,0 2 1,0-1-1,-1 1 1,0 0-1,-1 1 1,-12-11-1,6 8-71,-1 2-1,0 0 1,-1 1 0,0 0-1,-1 1 1,1 1 0,-1 1-1,-1 1 1,1 0 0,-1 1-1,-22-1 1,-20 0-1584,-1 3 1,-70 7-1,92-2-1461,-42 9 1,-40 18-8564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118 104 10293,'0'0'10527,"-1"-17"-9473,-5-51 107,6 67-1134,0 0 0,0 1 0,0-1 0,0 1 0,0-1 0,0 0 1,0 1-1,0-1 0,0 0 0,0 1 0,0-1 0,0 1 0,0-1 1,-1 0-1,1 1 0,0-1 0,0 1 0,-1-1 0,1 1 1,0-1-1,-1 1 0,1-1 0,-1 1 0,1-1 0,-1 1 0,1 0 1,-1-1-1,1 1 0,-1-1 0,1 1 0,-1 0 0,1 0 0,-1-1 1,0 1-1,1 0 0,-1 0 0,1 0 0,-1 0 0,0 0 0,1 0 1,-1 0-1,0 0 0,1 0 0,-1 0 0,1 0 0,-1 0 0,0 0 1,1 0-1,-1 0 0,1 1 0,-1-1 0,0 0 0,1 0 1,-1 1-1,1-1 0,-1 0 0,1 1 0,-1-1 0,1 1 0,-1-1 1,1 1-1,0-1 0,-1 1 0,1-1 0,0 1 0,-1 0 0,0 0 17,-5 6 13,-1 1-1,2 0 1,-1 0 0,1 0 0,0 1-1,1 0 1,0 0 0,0 0 0,1 1-1,-3 12 1,-2 10 127,-6 58 0,12-67-118,0 0-1,1 0 1,1 1-1,6 41 1,-5-58-59,1 1 0,1 0 0,-1-1 0,1 1 0,0-1 1,1 0-1,-1 0 0,2 0 0,-1-1 0,1 1 0,0-1 0,0 0 1,0 0-1,1-1 0,0 1 0,0-2 0,11 8 0,-6-6-3,0 0-1,1-1 0,-1-1 0,1 0 0,0 0 0,0-1 1,0-1-1,1 0 0,-1 0 0,0-1 0,1-1 0,-1 0 1,17-3-1,-22 2 4,-1 1 0,0-2 0,1 1 1,-1-1-1,0 0 0,0 0 0,0 0 1,0-1-1,0 0 0,-1-1 0,1 1 1,-1-1-1,0 0 0,0 0 0,0 0 1,-1-1-1,1 0 0,-1 0 0,0 0 1,0 0-1,-1-1 0,0 1 0,0-1 1,0 0-1,-1 0 0,3-9 1,-2 0 85,-1-1 1,0 1-1,-1 0 1,-1 0-1,-1-1 1,0 1-1,-1 0 1,0 0-1,-1 0 1,-1 0-1,0 0 1,-2 1 0,1 0-1,-2 0 1,-12-22-1,13 26-110,0 1 0,-1 0 0,0 0 0,0 0 0,-1 1 0,0 0-1,-1 1 1,0 0 0,0 0 0,0 1 0,-1 0 0,0 0 0,0 1 0,0 0 0,-1 1 0,1 1-1,-1-1 1,0 2 0,0-1 0,-1 2 0,-17-2 0,29 4-114,-1-1 1,0 1-1,1-1 1,-1 1-1,1-1 1,-1 1-1,1 0 1,-1-1-1,1 1 1,-1 0-1,1 0 1,0-1-1,-1 1 0,1 0 1,0 0-1,0-1 1,-1 1-1,1 0 1,0 0-1,0 0 1,0-1-1,0 1 1,0 0-1,0 0 1,0 0-1,0 0 0,1-1 1,-1 2-1,4 26-3025,14 5-2121,13-2-2735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1889,'0'0'25884,"0"-2"-25596,0-8-144,0 6-128,0 1-16,0 1-160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47 12774,'0'0'12611,"-5"-9"-11693,-16-28-475,17 38-353,1 10-61,0 14 36,2-8 2,-27 698-105,31-713-736,1-1-1,0-1 1,0 1-1,0-1 1,0 1 0,0-1-1,0 0 1,-1 0-1,1-1 1,6 0-1,21-7-6268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 14871,'0'0'13003,"-1"-4"-12557,1 3-441,0 1 1,0 0 0,0 0 0,0 0-1,0-1 1,0 1 0,0 0-1,0 0 1,0 0 0,0-1 0,0 1-1,0 0 1,0 0 0,0-1 0,0 1-1,0 0 1,0 0 0,0 0-1,0-1 1,0 1 0,0 0 0,0 0-1,1 0 1,-1-1 0,0 1 0,0 0-1,0 0 1,0 0 0,0 0-1,1-1 1,-1 1 0,0 0 0,0 0-1,0 0 1,0 0 0,1 0 0,-1 0-1,0 0 1,0-1 0,0 1-1,1 0 1,-1 0 0,0 0 0,0 0-1,1 0 1,-1 0 0,0 0-1,0 0 1,0 0 0,1 0 0,-1 0-1,0 0 1,0 0 0,0 0 0,1 0-1,-1 1 1,0-1 0,0 0-1,0 0 1,1 0 0,-1 0 0,22 16 316,36 41 166,-42-40-381,197 215-987,-193-212-2033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12374,'0'0'10068,"-42"26"-10068,31 10 96,1 1-64,-6 1-48,-2 0 16,-3-2-400,-3-5-1297,5-5-1888,6-10-1650</inkml:trace>
  <inkml:trace contextRef="#ctx0" brushRef="#br0" timeOffset="1">1 239 10565,'0'0'14150,"37"-64"-13669,10 48-369,6 4-64,7-2-96,1 4 48,-3 3-417,-3 2-1584,-5 3-1568,0 2-4355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16055,'0'0'11670,"108"-7"-11494,-32 2-176,-5 0 64,-18 5-160,-19 0-256,-15 0-1489,-19 24-6691,-27 7 2241,-31 12-3586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5 2897,'-65'34'7844,"17"-11"-3586,17-11 4002,62-12-7236,24-7-288,22-10-656,4 1-80,-2 2 0,-2 4-1856,-9 5-3027,-7 1-5585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12118,'0'0'8966,"14"-22"-7021,49-67-776,-58 84-1095,0 1-1,0 0 1,0 0 0,0 1 0,0-1 0,1 1-1,0 0 1,-1 1 0,1-1 0,0 1 0,1 0-1,-1 1 1,0 0 0,0-1 0,1 2 0,-1-1-1,0 1 1,1 0 0,-1 0 0,10 3 0,6-3 102,-15 0-126,0 0 1,0 1 0,0-1-1,0 2 1,0-1-1,0 1 1,0 0-1,0 0 1,0 0 0,6 4-1,-10-3-26,1-1 0,-1 0 0,0 1 0,0 0 1,0 0-1,-1 0 0,1 0 0,0 0 0,-1 0 0,0 1 0,0-1 0,0 1 0,0-1 0,-1 1 0,1 0 0,-1 0 0,0 0 1,0 0-1,0 5 0,0 2-2,0 1 1,-1-1-1,-1 0 1,1 0-1,-2 1 1,0-1-1,0 0 1,-1 0-1,0 0 1,-1-1-1,0 1 1,-1-1 0,0 0-1,-1 0 1,0-1-1,-9 12 1,-13 13-2,-1-1 0,-63 54 1,51-50 3,15-15-19,19-17-5,0 1 0,0 0 1,1 0-1,-1 0 1,2 1-1,-1 0 1,1 0-1,-7 11 1,39-15 142,20-4 171,-1-3 1,87-17 0,91-39-1344,-180 47 316,30-3-7334,-35 11-403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2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89 223 13542,'0'0'11533,"-11"6"-11111,7-5-382,-1 2 0,1-1-1,-1 0 1,1 1 0,0 0 0,0 0-1,0 0 1,0 1 0,1-1 0,-1 1 0,1 0-1,0 0 1,0 0 0,0 0 0,1 0-1,-1 1 1,1-1 0,0 1 0,0 0 0,1 0-1,-2 6 1,1-3-36,1-1 1,0 1-1,0 0 0,1 0 0,0 0 0,0 0 1,1-1-1,2 12 0,-2-17-3,0 1-1,0-1 1,0 1 0,0-1-1,1 0 1,-1 0 0,1 0-1,-1 0 1,1 0 0,0 0-1,0 0 1,0 0-1,0-1 1,0 1 0,0-1-1,0 1 1,1-1 0,-1 0-1,1 0 1,-1 0 0,1 0-1,-1-1 1,1 1 0,-1 0-1,1-1 1,-1 0-1,5 0 1,5 2 3,1-1 1,0-1-1,0 0 1,0-1-1,0 0 0,19-5 1,-28 5-3,-1 0 0,0 0 1,0 0-1,0-1 0,0 1 0,0-1 1,0 1-1,0-1 0,-1 0 1,1 0-1,0 0 0,-1 0 0,0-1 1,1 1-1,-1-1 0,0 1 1,0-1-1,-1 0 0,1 0 0,0 0 1,-1 0-1,0 0 0,0 0 1,0 0-1,0-1 0,0 1 0,0 0 1,-1 0-1,0-1 0,0-3 0,1 4 18,-1 0-1,0 0 1,0 0-1,-1 0 0,1 1 1,0-1-1,-1 0 0,0 0 1,1 1-1,-1-1 0,0 0 1,-1 1-1,1-1 0,0 1 1,-1-1-1,1 1 0,-1 0 1,0-1-1,-2-2 0,2 3 23,0-1-1,1 0 0,0 0 1,0 0-1,-1 0 0,2 0 1,-1 0-1,0 0 0,1 0 0,-1 0 1,1 0-1,0 0 0,0 0 1,0 0-1,1-1 0,-1 1 1,1 0-1,-1 0 0,1 0 1,0 0-1,0 0 0,1 0 0,-1 1 1,0-1-1,1 0 0,0 0 1,0 1-1,0-1 0,0 1 1,0 0-1,0 0 0,4-3 1,1 0-38,1 1 0,0-1 0,0 2 1,0-1-1,0 1 0,0 1 0,1-1 0,-1 1 1,1 1-1,-1 0 0,1 0 0,0 0 1,-1 1-1,1 1 0,0-1 0,0 1 1,-1 1-1,1 0 0,-1 0 0,0 0 0,1 1 1,-1 1-1,0-1 0,-1 1 0,1 1 1,-1-1-1,1 1 0,6 7 0,3 8-5,0 1-1,-2 0 0,24 45 0,-25-40-18,2-1-1,29 38 0,-42-60 22,0 0-1,0-1 1,0 1-1,0-1 1,0 0 0,1 0-1,-1 0 1,1 0 0,-1-1-1,1 1 1,0-1 0,-1 0-1,1 0 1,0 0-1,0-1 1,0 1 0,0-1-1,0 0 1,0 0 0,-1 0-1,1-1 1,0 1-1,0-1 1,0 0 0,0 0-1,-1-1 1,1 1 0,0-1-1,3-1 1,3-2 2,0-1 0,0 0 0,-1 0 0,1-1 0,-1 0 0,-1-1-1,1 0 1,11-15 0,-14 13 12,0 0 0,-1-1 0,0 1 0,0-1 0,-1 0-1,-1 0 1,0-1 0,-1 1 0,0-1 0,0 1 0,-1-1-1,-1 0 1,0 0 0,-1 1 0,0-1 0,0 0 0,-2 1-1,1 0 1,-1-1 0,-1 1 0,0 0 0,-1 0 0,0 1-1,0-1 1,-1 1 0,0 1 0,-1-1 0,0 1 0,-1 0 0,0 0-1,-12-9 1,10 12-115,0 0 0,0 0 0,-1 1-1,0 1 1,0 0 0,0 0 0,-1 1-1,1 0 1,-1 1 0,0 1 0,-13-1-1,16 2-664,0 0-1,-1 1 1,1 0 0,0 0-1,0 1 1,0 0-1,0 0 1,0 1-1,-9 4 1,-25 23-7562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61 120 11797,'0'0'11139,"-6"-9"-10176,3 5-886,-19-19 285,21 23-357,1 0 1,-1-1-1,1 1 0,0 0 1,-1 0-1,1 0 0,-1 0 1,1 0-1,0 0 0,-1 0 1,1 0-1,-1 0 0,1 0 1,0 0-1,-1 1 0,1-1 0,0 0 1,-1 0-1,1 0 0,-1 0 1,1 1-1,0-1 0,-1 0 1,1 0-1,0 1 0,0-1 1,-1 0-1,1 0 0,0 1 1,-10 22 203,6 6 178,1 0 0,1 0 0,3 49 0,0-71-366,0 0 1,1-1-1,-1 0 1,1 1 0,0-1-1,1 0 1,0 0-1,0 0 1,0 0 0,0-1-1,1 1 1,0-1-1,0 0 1,1 0 0,-1 0-1,1-1 1,0 1-1,0-1 1,1 0 0,-1-1-1,1 1 1,0-1-1,8 3 1,-4-1-15,1-1-1,1 0 1,-1-1 0,1 0 0,-1 0-1,1-1 1,0-1 0,-1 0-1,1-1 1,0 0 0,0-1 0,18-3-1,-25 2 10,-1 0-1,1 0 0,0 0 0,-1-1 0,1 1 1,-1-1-1,0 0 0,0-1 0,0 1 1,0-1-1,0 0 0,-1 1 0,0-2 0,0 1 1,0 0-1,0-1 0,-1 1 0,1-1 0,-1 0 1,-1 0-1,1 0 0,0 0 0,-1 0 1,1-9-1,0 3 37,-1 0 1,0 0-1,0 0 1,-1 0 0,0 0-1,-1 0 1,-1 0-1,1 0 1,-2 0-1,0 0 1,-4-11-1,0 9-48,-1 0-1,0 1 1,-1 0-1,-1 0 0,1 1 1,-2 0-1,1 1 0,-2 0 1,1 1-1,-1 0 0,-1 1 1,1 0-1,-1 1 1,-1 1-1,1 0 0,-1 0 1,0 2-1,-23-6 0,36 10-80,-1 0-1,1 0 0,0 0 0,-1 0 0,1 1 0,0-1 0,-1 0 0,1 0 1,0 1-1,-1-1 0,1 1 0,0-1 0,0 1 0,0 0 0,0-1 0,-1 1 1,1 0-1,0 0 0,0 0 0,0 0 0,1 0 0,-1 0 0,0 0 0,0 0 1,0 0-1,1 0 0,-1 0 0,1 1 0,-1-1 0,1 0 0,-1 0 0,1 1 1,0-1-1,-1 0 0,1 1 0,0-1 0,0 0 0,0 1 0,0 1 0,0 1-372,0 0 0,0 0-1,1-1 1,-1 1 0,1 0-1,0 0 1,0 0-1,0 0 1,0-1 0,1 1-1,-1-1 1,1 1 0,4 5-1,-2-5-367,-1-1 0,1 1-1,0-1 1,0 0 0,1-1-1,7 5 1,36 13-7999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46 12374,'0'0'11880,"3"-4"-11501,5-10-110,-5 11-69,-9-21 1412,5 24-1661,0 0 0,0 0 0,0 0 0,-1 1 0,1-1 1,0 0-1,0 1 0,0-1 0,0 0 0,0 1 0,0 0 1,0-1-1,1 1 0,-1-1 0,0 1 0,0 0 0,0 0 0,1-1 1,-1 1-1,0 0 0,1 0 0,-1 0 0,0 0 0,1 0 1,-1 0-1,1 0 0,0 0 0,-1 0 0,1 1 0,-1-1-381,1 0-1,0 0 0,0 0 0,0 1 0,0-1 0,0 0 0,0 0 0,0 0 0,1 0 0,-1 0 0,0 0 1,1 0-1,-1 0 0,0 0 0,1 0 0,-1-1 0,1 1 0,-1 0 0,1 0 0,0 1 0,10 3-7796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52 16648,'0'0'9380,"-9"11"-9279,6-7-87,-1 2 5,-1 0 1,1 1-1,0-1 1,0 1-1,1 0 1,0 0-1,0 0 1,0 0-1,1 0 1,0 1-1,1-1 1,-1 12-1,1 2 21,0-7-23,0 0 1,1 0 0,1 0 0,0-1 0,7 28 0,-7-37-18,0-1 0,1 1 0,0-1 0,0 1 0,0-1 0,0 0 0,0 0 0,1 0 0,-1 0 0,1 0 0,0 0 0,0-1 0,0 1 0,0-1 0,0 0 0,1 0 0,-1 0 0,1 0 0,-1-1 0,1 1 0,0-1 0,-1 0 0,1 0 0,0-1 0,0 1 0,4 0 0,-2 0 6,1 0 0,-1-1-1,1 0 1,-1 0 0,0 0 0,1-1 0,-1 1 0,1-1-1,-1-1 1,0 0 0,0 1 0,0-2 0,0 1 0,0-1 0,0 0-1,8-6 1,-9 5-1,0-1 0,-1 0-1,0 0 1,0-1 0,0 1-1,-1-1 1,0 0 0,0 0-1,0 0 1,-1 0 0,1 0-1,-2 0 1,1-1 0,-1 1-1,0-1 1,1-8 0,-1 5 27,-1 0 1,0 0 0,0 0-1,-1-1 1,0 1 0,0 0 0,-1 0-1,-1 1 1,0-1 0,0 0 0,-1 1-1,-8-16 1,8 19-12,0 0 0,-1 0 0,1 0 1,-1 1-1,0-1 0,-1 1 0,1 1 0,-1-1 0,0 1 0,0 0 1,0 0-1,-1 1 0,1 0 0,-1 0 0,0 0 0,0 1 0,0 0 0,-12-2 1,14 3-196,0 0 1,-1 0 0,1 1-1,0-1 1,-1 1-1,1 1 1,0-1 0,-1 1-1,1 0 1,0 0 0,-6 2-1,9-2 26,0 1 1,0-1-1,0 1 0,1-1 0,-1 1 0,0 0 0,1 0 0,-1 0 0,1 0 0,-1 0 1,1 0-1,0 0 0,0 0 0,0 0 0,0 1 0,0-1 0,1 0 0,-1 1 0,1-1 1,0 1-1,-1-1 0,1 0 0,0 1 0,0-1 0,1 4 0,1 26-3926,9-5-1934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1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55 13622,'0'0'11072,"0"10"-10675,0 50 89,-1-22-311,4 47 0,-2-81-176,0 0 1,0 1 0,0-1-1,1 0 1,0 0 0,0 0-1,0 0 1,0 0 0,1 0-1,-1-1 1,1 1 0,0-1 0,0 0-1,0 0 1,1 0 0,-1 0-1,1 0 1,-1-1 0,1 1-1,0-1 1,0 0 0,0-1 0,0 1-1,1-1 1,6 2 0,-6-1 7,0-1 0,0 0 0,1 0 1,-1-1-1,0 0 0,0 0 1,0 0-1,1 0 0,-1-1 0,0 0 1,0 0-1,0 0 0,0-1 0,0 1 1,0-1-1,0-1 0,-1 1 1,1 0-1,-1-1 0,1 0 0,4-5 1,-2 1 35,-2 0 1,1-1 0,-1 1-1,0-1 1,-1 0 0,0-1-1,0 1 1,-1-1 0,0 0 0,-1 0-1,1 0 1,0-12 0,-2 15 3,0 0 0,-1 0 0,0 0 1,0 0-1,0 0 0,-1 0 0,0 0 1,0 0-1,0 1 0,-1-1 0,0 0 0,0 1 1,0-1-1,-1 1 0,1 0 0,-1 0 1,-1 0-1,1 0 0,-8-8 0,2 5-76,0 1 0,-1 1-1,0 0 1,0 0 0,0 0-1,0 2 1,-1-1 0,0 1-1,0 1 1,0 0-1,0 0 1,-1 1 0,1 1-1,-1 0 1,-16 1 0,27 0-82,1 0 0,-1 0 0,0 0 0,1 0 0,-1 0 0,0 0 0,1 1 0,-1-1 0,0 0 0,1 0 0,-1 1 0,1-1 0,-1 0 0,0 1 0,1-1 0,-1 1 0,1-1 0,-1 1 0,1-1 0,0 1 0,-1-1 0,1 1 0,-1-1 0,1 1 0,0 0 0,0-1 0,-1 1 0,1 0 0,0-1 0,0 1 0,0-1 0,-1 2 0,1 25-4502,0-19 2647,0 16-5646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 16023,'0'0'8802,"-19"15"-8437,-58 50 105,73-60-441,0-1 0,1 1 0,0 0 0,0 0 0,0 0 1,0 0-1,1 0 0,0 1 0,0-1 0,0 1 0,1 0 0,0-1 1,0 1-1,0 0 0,1 0 0,0-1 0,0 1 0,1 9 0,0 4-11,-1-15-16,1 0 1,0-1 0,-1 1 0,2 0 0,-1 0 0,0-1-1,1 1 1,-1 0 0,1-1 0,0 0 0,0 1 0,1-1-1,-1 0 1,1 0 0,-1 0 0,1 0 0,0-1 0,0 1-1,0-1 1,1 0 0,-1 1 0,0-2 0,1 1 0,-1 0-1,1-1 1,0 1 0,0-1 0,-1 0 0,1 0 0,6 0-1,-3 0 5,0 1-1,0-1 0,0-1 1,0 0-1,0 0 0,0 0 0,0-1 1,0 1-1,0-2 0,0 1 1,-1-1-1,1 0 0,0-1 1,-1 1-1,0-1 0,12-8 0,-13 7-6,0-1-1,0 0 1,0 0-1,-1 0 1,0-1-1,0 0 1,0 0-1,-1 0 1,0 0-1,0 0 1,0-1-1,-1 1 1,0-1-1,2-11 0,-4 13 3,1 0-1,-1 0 0,0 0 0,0 0 0,0 0 0,-1 0 0,1 0 1,-1 0-1,-1 1 0,1-1 0,-1 0 0,1 1 0,-1-1 0,-1 1 1,1-1-1,-1 1 0,1 0 0,-1 0 0,0 0 0,-7-6 0,-1 1-22,1 0-1,-1 0 1,-1 2-1,0-1 1,0 2-1,0-1 1,-1 2-1,1 0 1,-2 0-1,1 1 1,0 1-1,-1 0 1,1 1-1,-26-2 1,36 4-172,3 0 79,0 0 0,-1 0 0,1 0 0,0 0 0,-1 0 0,1 0 1,0 0-1,0 0 0,-1 0 0,1 0 0,0 0 0,-1 0 0,1 0 0,0 0 0,-1 0 0,1 0 0,0 0 0,0 0 0,-1 1 1,1-1-1,0 0 0,0 0 0,-1 0 0,1 0 0,0 1 0,0-1 0,-1 0 0,1 0 0,0 1 0,0-1 0,0 0 0,-1 0 1,1 1-1,0-1 0,0 0 0,0 0 0,0 1 0,0-1 0,0 0 0,0 1 0,0-1 0,-1 0 0,1 0 0,0 1 0,0-1 1,0 0-1,1 1 0,-1-1 0,0 0 0,0 1 0,0 14-6396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2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14503,'0'0'13595,"-2"-6"-13195,-5-11-126,12 38 47,11 53-14,-11-7-262,-3 0-1,-3 0 0,-14 100 1,-1 24-3086,15-102-2670,2-65 2381,-1 14-4193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16600,'0'0'10725,"3"-8"-10304,-2 7-407,-1-1 0,1 1 0,-1-1 1,1 1-1,0 0 0,-1-1 0,1 1 0,0 0 0,0 0 1,0 0-1,0 0 0,0 0 0,0 0 0,3-2 0,-4 3-1,1-1 0,0 1-1,-1 0 1,1 0-1,0 0 1,-1 0 0,1 0-1,0 0 1,-1 0 0,1 0-1,0 0 1,-1 0 0,1 1-1,0-1 1,-1 0-1,1 0 1,-1 1 0,1-1-1,0 0 1,-1 1 0,1-1-1,-1 0 1,1 1 0,0 0-1,6 6 128,-1 1 0,0 0-1,0 0 1,6 13 0,2 2 50,48 83 381,32 49-136,-81-136-708,1-1 0,0 0 1,2-2-1,0 0 1,30 24-1,-45-39 83,-1-1 0,1 1 0,-1 0 0,1-1 0,0 1 0,-1-1 0,1 1 0,0-1 0,0 1 0,-1-1 0,1 1 1,0-1-1,0 0 0,0 1 0,0-1 0,-1 0 0,1 0 0,0 0 0,0 0 0,0 0 0,0 0 0,0 0 0,0 0 0,0 0 0,-1 0 0,1 0 0,0 0 0,0-1 0,0 1 0,0 0 0,0-1 0,-1 1 0,1 0 0,0-1 0,0 1 0,-1-1 0,1 1 0,0-1 1,-1 0-1,1 1 0,-1-1 0,1 0 0,0 1 0,-1-1 0,1 0 0,-1 0 0,0 0 0,1 1 0,-1-1 0,0 0 0,0 0 0,1 0 0,-1 0 0,0 0 0,0-1 0,2-7-1437,-1-1 1,0 0-1,-1 0 0,0-9 1,-1 9 49,1-34-4927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260 129 6611,'0'0'6931,"-7"-21"-4194,-26-62-138,21 61 40,4 19-1301,0 21-849,8-16-508,-11 37-59,-29 92 830,33-115-1443,0 0 0,-1 0 0,0-1 1,-1 0-1,-22 26 0,31-40 343,-1 0-1,0 0 1,0 0-1,0 0 1,0 0-1,0 0 1,0 0-1,0 0 1,0 0-1,-1 0 1,1-1-1,0 1 1,0 0-1,-1-1 1,1 1-1,0-1 1,-1 1-1,1-1 1,-1 0-1,1 0 1,0 0-1,-1 0 1,1 0-1,-1 0 1,1 0-1,0 0 1,-1 0-1,-1-1 1,1 0 330,0 0 1,1 0-1,-1-1 1,0 1-1,0-1 1,1 1-1,-1-1 1,1 0-1,-1 0 1,1 0-1,0 0 0,-1 1 1,1-2-1,0 1 1,-1-4-1,1 3 435,-1 0 1,1-1-1,0 1 0,0-1 0,0 1 0,1-1 0,-1 1 0,1-1 0,0 1 0,0-1 0,0 1 0,0-1 0,1 1 1,-1-1-1,1 1 0,0-1 0,0 1 0,1-1 0,-1 1 0,0 0 0,1 0 0,0 0 0,0 0 0,3-4 0,7-1-47,1 1 0,1 0 0,-1 0-1,1 1 1,0 1 0,1 1-1,20-5 1,110-13 114,40 17-1939,-140 5-1233,-4 0-2675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72 9957,'0'0'13758,"24"-14"-13363,4-1-287,51-22 0,-76 36-93,1 0-1,-1 0 1,1 0 0,-1 0-1,1 1 1,-1-1 0,1 1 0,-1 0-1,1 0 1,-1 1 0,1-1-1,-1 1 1,1-1 0,-1 1-1,1 0 1,-1 1 0,0-1 0,0 0-1,1 1 1,-1 0 0,0 0-1,0 0 1,0 0 0,-1 0 0,1 0-1,-1 1 1,1 0 0,-1-1-1,4 6 1,-2-1 32,0 0-1,0 0 1,-1 0-1,0 0 0,0 1 1,-1-1-1,0 1 1,0 0-1,-1 0 1,1 12-1,-3-12-33,1-1-1,-1 1 0,-1 0 1,0-1-1,0 1 1,0-1-1,-1 1 0,0-1 1,-1 0-1,1 0 1,-1-1-1,-1 1 0,1-1 1,-1 0-1,-9 9 0,-12 11 31,-1-2-1,-35 25 1,3-2 55,45-36-4,-25 25 136,37-34-186,0 0 0,0 0 0,0 0 0,1 1-1,-1-1 1,1 1 0,-1-1 0,1 1 0,0-1 0,0 1 0,0 0 0,0-1-1,1 1 1,-1 4 0,3-6 11,1 0 1,-1-1-1,1 1 0,0-1 0,-1 1 0,1-1 0,0 0 1,0 0-1,-1 0 0,4-1 0,-2 1 43,45-2-91,0-2 0,-1-2 0,1-3 0,81-24 0,-24-5-4181,-9-7-5144,-87 39 7568,0 0 1,0 0 0,-1 0 0,11-11 0,10-19 1038,-15 1 5956,-9-4 7275,-17 79-10864,1-5-1245,10-35-407,-1 7 26,1 0 0,-1 1 1,1-1-1,0 0 0,1 1 0,1 10 1,-1-16-27,0 0 0,0-1 0,0 1 0,0 0 0,0-1 0,0 1 0,0 0 0,0-1 0,0 0 0,1 1 0,-1-1 1,1 0-1,-1 1 0,1-1 0,-1 0 0,1 0 0,0 0 0,-1-1 0,1 1 0,0 0 0,0-1 0,0 1 0,0-1 0,0 1 0,-1-1 0,1 0 0,0 0 1,4 0-1,-1 1 10,0-1 0,1 0 0,-1 0 0,0 0 0,0 0 0,0-1 0,1 0 0,9-3 0,-14 3-7,1 0 0,0-1-1,-1 1 1,1-1 0,-1 0 0,0 1-1,0-1 1,1 0 0,-1 0 0,0 0-1,0 0 1,-1 0 0,1 0-1,0 0 1,-1 0 0,1 0 0,-1 0-1,0 0 1,0-1 0,0 1 0,0 0-1,0 0 1,-1-4 0,1 3-6,0 0-1,-1 0 1,0 0 0,0 0 0,0 0-1,0 0 1,0 0 0,0 1 0,-1-1 0,1 0-1,-1 1 1,0-1 0,0 1 0,-3-4 0,2 3 13,1 1 0,0-1 0,0 0 0,0 1 1,0-1-1,1 0 0,-1 0 0,1-1 0,-1 1 1,1 0-1,0 0 0,0-1 0,0-3 1,1 4 6,-1 0 0,1-1 1,0 1-1,1-1 0,-1 1 1,1-1-1,-1 1 1,1-1-1,0 1 0,0 0 1,0 0-1,1-1 0,-1 1 1,1 0-1,0 0 1,0 0-1,0 1 0,0-1 1,0 0-1,1 1 0,2-3 1,4-1 39,0 0 1,0 1 0,1 0-1,0 1 1,18-6 0,-11 4-61,0 0 1,1 2-1,-1 0 1,1 1-1,0 0 1,0 2-1,-1 0 1,1 1-1,0 1 0,23 4 1,-37-4-2,0 1 0,0 0 1,0 0-1,0 0 0,0 0 0,-1 1 1,1 0-1,0-1 0,-1 1 0,0 0 1,0 1-1,0-1 0,0 1 0,0-1 0,-1 1 1,0 0-1,0 0 0,0 0 0,2 6 1,4 10 1,-2 1 1,7 41 0,4 10 0,-16-68-2,1 0 0,-1 0 0,1 0 0,0-1 0,0 1 0,1-1 1,-1 0-1,1 1 0,-1-1 0,1 0 0,0-1 0,0 1 0,1 0 0,-1-1 0,0 0 0,1 0 0,0 0 1,7 3-1,-4-3 5,0 0 0,0-1 0,1 0 0,-1 0 1,1-1-1,-1 1 0,0-2 0,1 1 0,12-3 1,-18 2-4,1 0 1,0 0-1,-1 0 1,1 0 0,-1 0-1,1 0 1,-1-1-1,0 1 1,1-1 0,-1 1-1,0-1 1,0 0-1,0 0 1,0 0 0,-1 0-1,1 0 1,-1-1-1,1 1 1,-1 0-1,0-1 1,1 1 0,-1-1-1,0 0 1,-1 1-1,1-1 1,0 1 0,-1-1-1,0 0 1,1 0-1,-1-2 1,0-2 3,0 1 1,0 0-1,-1 0 1,0 0-1,0 0 1,0 0-1,0 0 1,-1 0-1,0 0 0,-1 0 1,1 1-1,-6-9 1,-33-31 38,34 38-8,-1 0 0,1-1-1,0 0 1,0 0-1,1 0 1,-9-17-1,15 24-14,-1-1 0,1 1 0,-1-1 0,1 1-1,-1 0 1,1-1 0,0 1 0,-1-1 0,1 1 0,0-1-1,0 1 1,0 0 0,0-1 0,1 1 0,-1-1 0,0 1 0,1-1-1,-1 1 1,1 0 0,-1-1 0,1 1 0,-1 0 0,1-1-1,1-1 1,0 1-12,1 0-1,-1 1 1,0-1-1,1 0 1,-1 1-1,1 0 1,-1-1-1,1 1 0,0 0 1,-1 0-1,1 1 1,3-2-1,12 0-45,0 0-1,0 1 1,25 1-1,-27 0 74,-9 1-41,0-1 0,0 1 0,0 1 0,0 0 0,-1 0 0,1 0 0,0 0 0,-1 1-1,1 0 1,-1 1 0,0-1 0,0 1 0,-1 0 0,1 1 0,-1-1 0,0 1 0,0 0 0,0 1 0,-1-1 0,1 1 0,-2 0 0,1 0 0,4 10-1,2 3-33,-2 1-1,-1 0 0,0 0 0,-1 0 0,-1 1 0,3 34 0,-8-49-1,1 0-1,0 1 0,0-1 0,0 0 0,1 0 1,0 0-1,0 0 0,5 10 0,-5-14 27,-1 0-1,1-1 1,-1 1-1,1-1 0,0 0 1,0 1-1,0-1 1,-1 0-1,1 0 1,0 0-1,0 0 0,0-1 1,1 1-1,-1 0 1,0-1-1,0 1 0,0-1 1,0 0-1,1 0 1,-1 0-1,0 0 0,0 0 1,0-1-1,1 1 1,-1 0-1,0-1 0,0 0 1,0 1-1,3-3 1,3 0 25,1-1-1,-1-1 1,0 1 0,0-1 0,0-1 0,-1 1 0,0-1 0,0-1 0,-1 1-1,7-9 1,-2 2 66,-1 0-1,0-1 0,-1 0 1,12-26-1,-17 32 0,-1-1 0,0 1 0,-1-1-1,0 1 1,0-1 0,-1 0 0,0 0 0,-1 1 0,0-1-1,0 0 1,-1 0 0,-3-17 0,3 21-77,-1 1 0,1-1 0,-1 1 0,0-1 0,-1 1 0,1 0 0,-1 0 0,1 0 0,-1 0-1,0 0 1,-1 0 0,1 1 0,-1 0 0,1-1 0,-1 1 0,0 1 0,0-1 0,-1 0 0,1 1 0,0 0 0,-1 0 0,1 1 0,-1-1 0,-7-1 0,-10 0-541,0 0 1,-37 1-1,-11 4-3420,59-2 2946,-51 4-5943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42 14999,'0'0'9916,"9"-6"-9547,3 0-359,-1 1 0,1 1 0,0 0 0,1 0 0,-1 1 0,1 1 0,-1 0 0,1 0 0,0 2 0,-1-1 0,14 3 0,7-4-29,-24 1-114,-1 0 0,1 0 0,-1 1 1,0 1-1,1-1 0,-1 1 0,1 1 1,13 3-1,-21-4-46,0-1 0,0 1 0,0 0 0,0 0 0,0-1 0,0 1 0,0 0 0,0 0 0,-1 0 0,1 0 0,0 0 0,-1 0 0,1 0-1,0 0 1,-1 0 0,1 0 0,-1 1 0,0-1 0,1 0 0,-1 0 0,0 0 0,0 1 0,0-1 0,0 0 0,0 0 0,0 1 0,0-1 0,0 2 0,-1 0-169,0 0-1,1 0 1,-1 0-1,0 0 1,-1 0-1,1-1 1,0 1-1,-1 0 1,0-1-1,1 1 1,-1-1-1,-3 3 1,-11 10-1373,-2-1-1,1 0 1,-2-1-1,-24 12 1,-90 41 3892,73-37 3297,69-27-643,53-1-3034,138-36-1079,-66 5-3169,-73 14-2228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70 17928,'0'0'2684,"30"-12"-1321,98-37-464,-123 47-848,1 1 0,-1-1 0,0 1-1,1 0 1,-1 1 0,0-1-1,1 1 1,-1 0 0,1 0 0,-1 1-1,0 0 1,1 0 0,8 2-1,-11-1-11,1-1 0,-1 1 0,0 0-1,1 0 1,-1 1 0,0-1 0,0 1 0,0-1-1,-1 1 1,1 0 0,-1 0 0,1 0-1,-1 0 1,3 7 0,-1-2 6,-1 1 0,-1-1 0,1 1 1,-1 0-1,-1-1 0,1 1 0,-2 0 0,1 0 0,-1 0 0,-1 0 1,1 0-1,-1 0 0,-3 8 0,0-3-18,-1-1-1,0 1 1,-1-1-1,0-1 1,-1 1-1,-1-1 1,-17 22-1,-76 74 196,45-52-24,48-47-162,0-2 7,1 0 0,0 1 1,0-1-1,1 2 1,0-1-1,0 1 1,1-1-1,0 1 1,0 1-1,1-1 1,1 1-1,-4 13 1,7-22-25,0 1 0,0-1 1,0 0-1,1 0 0,-1 1 1,0-1-1,1 0 1,-1 0-1,1 0 0,0 1 1,-1-1-1,1 0 0,0 0 1,-1 0-1,1 0 1,0 0-1,0 0 0,0-1 1,0 1-1,0 0 0,0 0 1,0 0-1,0-1 1,0 1-1,0-1 0,1 1 1,-1-1-1,0 1 0,0-1 1,1 0-1,-1 0 1,0 1-1,0-1 0,1 0 1,1 0-1,58 2 459,-46-3-354,45-1 90,0-3 0,0-3 0,0-2 0,68-21 0,51-25-1236,-2-9-4484,-124 46 2605,17-8-7010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3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1177 328 12502,'-19'-21'2830,"-2"-4"-2206,-114-122 2866,119 133-3172,0 0 0,-1 2 0,0-1 0,-1 2-1,-1 1 1,0 0 0,0 1 0,-1 1 0,0 1-1,0 1 1,-36-7 0,30 10-166,1 0 0,-1 2 0,0 1 0,0 0 0,0 2 0,0 2 0,0 0 0,1 1-1,-32 12 1,35-9-99,-1 1-1,1 1 1,1 1-1,0 1 1,1 1-1,0 1 1,1 1-1,0 0 0,1 2 1,-16 19-1,12-10 5,2 1-1,1 1 0,1 1 0,1 0 1,2 1-1,-19 52 0,16-26-25,3 1-1,2 1 0,3 0 1,2 1-1,3 0 1,2 0-1,11 116 0,-5-148-28,2 0 0,1-1 0,1 1-1,1-1 1,1-1 0,1 0 0,2 0-1,0-1 1,2 0 0,0-1 0,2-1-1,0 0 1,1-1 0,32 29 0,-22-27-13,1 0-1,1-2 1,1-1 0,0-2 0,1 0 0,2-3 0,-1 0 0,2-2-1,0-2 1,55 12 0,-59-16-71,1-2 0,-1-1-1,1-1 1,-1-1 0,1-2-1,0-1 1,-1-2 0,1-1 0,-1-1-1,0-2 1,0 0 0,44-19-1,-35 7 55,-1-2 0,-1-1 0,-1-1-1,-1-3 1,-1 0 0,-1-3 0,-1 0-1,-2-2 1,-1-2 0,-2 0 0,35-56-1,-48 65 57,-1 0 0,-1-1-1,-2 0 1,0-1-1,-2 0 1,-1 0-1,-1-1 1,4-38 0,-9 43 18,0 0 1,-2 0-1,0 0 0,-2 0 1,-1 0-1,0 0 1,-1 1-1,-2-1 1,0 2-1,-1-1 1,-15-26-1,3 12-10,-2 2 0,0 1 0,-3 0 0,0 2 0,-2 1 0,-2 1 0,0 1 0,-1 2 0,-67-42 0,55 43-68,0 1 1,-2 2-1,0 3 0,-1 1 1,-1 2-1,-1 2 1,-92-13-1,46 18-1342,0 3 0,-134 11 0,17 22-4008,210-28 5380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4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17400,'0'0'3666,"29"9"-2383,24 3-786,0-1 1,1-3 0,104 2-1,794-21 442,8 1-1395,-957 9 304,0 1 0,0 0 0,-1 0 0,1 1 0,0-1 0,0 1 1,-1-1-1,1 1 0,0 0 0,-1 0 0,1 0 0,0 0 0,3 3 0,-6-4 64,0 0 1,0 1-1,1-1 0,-1 0 0,0 1 0,0-1 1,1 0-1,-1 1 0,0-1 0,0 1 1,0-1-1,0 0 0,0 1 0,0-1 0,0 1 1,1-1-1,-1 1 0,0-1 0,-1 0 1,1 1-1,0-1 0,0 1 0,0-1 1,0 1-1,0-1 0,0 0 0,0 1 0,-1-1 1,1 1-1,-19 17-3036,-21 1-3633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28 16071,'0'0'7849,"-20"0"-7147,-40 0-455,47 0-152,45 0 51,572-13 1513,8 0-1256,497 13-109,-1084-1-97,0 1 1,0 2-1,0 0 1,-1 2-1,1 0 0,28 10 1,-121-13-597,17 1-2281,12-2-1631,6 0-2212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46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8 6515,'0'0'10327,"-24"-2"-9497,-79-2 475,87 3-881,-20 1 764,35 0-1107,0 0-1,0 0 1,1 0-1,-1 0 1,0 0-1,0 0 1,0 0 0,1 1-1,-1-1 1,0 0-1,0 1 1,1-1-1,-1 1 1,0-1-1,1 1 1,-1-1-1,0 1 1,1-1 0,-1 1-1,1-1 1,-1 1-1,1 0 1,-1 0-1,1 0-53,0 0-1,1 0 1,-1-1-1,1 1 1,-1 0 0,0-1-1,1 1 1,-1-1-1,1 1 1,0 0-1,-1-1 1,1 1-1,-1-1 1,1 1-1,0-1 1,0 0-1,-1 1 1,1-1-1,0 0 1,-1 1 0,1-1-1,0 0 1,0 0-1,0 0 1,-1 0-1,1 0 1,0 0-1,0 0 1,0 0-1,-1 0 1,1 0-1,0 0 1,1 0 0,2 0 65,88 8 787,151-5-1,-119-5-778,1420 2 28,-1502 0-137,24-1 32,0 3-1,88 14 1,-133-7-77,-21-9 54,0 1 1,1-1-1,-1 1 1,0-1-1,0 0 1,0 1-1,0-1 1,0 1-1,0-1 1,0 0-1,0 1 1,0-1-1,0 1 1,0-1-1,0 0 1,0 1-1,0-1 1,0 1-1,0-1 1,0 0-1,-1 1 1,1-1-1,0 1 1,0-1-1,0 0 1,-1 1-1,1-1 1,0 0-1,-1 1 1,-2 1-92,1 1 0,-1-1 0,0 0 1,0 0-1,0 0 0,0-1 0,0 1 0,-5 1 1,7-3 0,-22 7-3497,1-4-3445,1-3-3779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6:47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17432,'0'0'3396,"7"-3"-3028,44-11 353,352-7 795,-282 20-1378,976-4 190,-652 6-427,-369-1 68,184 4-78,-202 0 69,1 2-1,74 18 1,-124-21 22,1-1 0,-1 1 0,0 1 0,1 0 0,14 8 0,-23-11-76,1 0 0,-1 0-1,1 0 1,-1 0 0,1 1 0,-1-1 0,1 0 0,-1 1 0,0-1 0,0 1 0,0-1 0,0 1 0,0 0 0,0-1 0,0 1-1,0 0 1,-1 0 0,1 0 0,-1-1 0,1 1 0,-1 0 0,0 0 0,0 0 0,0 0 0,0 0 0,0 0 0,0 0 0,0-1-1,0 1 1,-1 0 0,1 0 0,-1 0 0,0 0 0,1-1 0,-3 4 0,-14 11-2739,-10-1-2389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8T09:11:03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8563 8195 756 0,'0'0'299'0,"0"0"-137"0,0 0-59 0,0 0-33 0,0 0-28 0,0 0-16 0,0 0-3 15,-32 1-6-15,9 17 6 16,4 9 7-16,0 3-6 16,9 2 3-16,10 8-4 15,0 4-16-15,0 0 4 16,0-1-5-16,29-5-6 0,19-2 2 15,0-6-2 1,7-6 2-16,3-7-2 0,-4-7-1 16,7-7 1-16,-7-3 7 15,1 0-7-15,3-7 2 16,-10-13 0-16,-23-5 9 16,4-2-4-16,-16-5-3 15,-13-2 1-15,0-2-2 16,0 0 5-16,-32 0-5 15,-10 3 9-15,-12 3 0 16,-7 7 5-16,3 2-10 16,-9 3 0-16,12 8-7 0,7 1-1 15,0 1-1 1,19 8-6-16,13 0-5 0,-6 13-54 16,12 15-31-16,1 7-78 15,9 0-10-15,0-3-153 16</inkml:trace>
  <inkml:trace contextRef="#ctx0" brushRef="#br0" timeOffset="266.2">9637 8427 653 0,'0'0'306'0,"0"0"-105"0,0 0-83 0,0 0-26 0,0 0-23 16,0 0-19-16,0 0-14 16,0 0-24-16,0 0-11 15,0 0-1-15,0 0-27 16,0 0-77-16,0 0-71 15,0 0-197-15</inkml:trace>
  <inkml:trace contextRef="#ctx0" brushRef="#br0" timeOffset="733.27">10025 8276 772 0,'0'0'350'0,"0"0"-197"16,0 0-72-16,0 0-26 15,0 0-30-15,0 0-12 0,186-46 3 16,-122 46-1-1,-16 0 8-15,0 11 3 0,-19 10-3 16,-10 5-7-16,-6 2-3 16,-13 11-9-16,0 3 3 15,-13 6-3-15,-44-3 1 16,-1-3-5-16,0-3 1 16,7-9 2-16,12-6-2 15,10-8 0-15,17-2 8 16,-1-10-1-16,13 1 1 15,0-2-4-15,0-3 6 16,0 1-9-16,0-1 5 16,25 0 0-16,24 0 1 0,11 0-6 15,1 0-1-15,4-1-1 16,-11-7-20-16,-6 1-48 16,0 3-80-16,0-3-100 15,-9 0-341-15</inkml:trace>
  <inkml:trace contextRef="#ctx0" brushRef="#br0" timeOffset="5437.2">13741 8066 700 0,'0'0'239'0,"0"0"-63"0,0 0-87 0,0 0-24 16,0 0-27-16,0 0-13 16,0 0-3-16,0-11-4 15,0 11 0-15,0 4-13 16,-19 13 13-16,6 9-6 15,0 2 7-15,0 11-2 16,3 0-5-16,1-3-2 16,9-3-8-16,0-3-2 0,0-3 3 15,32-6-3 1,-6-6 0-16,9-3 0 0,-3-6 0 16,-7-5 4-16,4-1-3 15,10 0 0-15,-14 0 4 16,4 0-1-16,16-2-3 15,-3-20 2-15,-7-8 2 16,4 3-2-16,-11-5 0 16,-2 0 4-16,-13 5-5 15,-13-3 3-15,0 4 4 16,0 6 15-16,0-3 10 16,-29 7-13-16,-9 0-1 15,-1 0-8-15,-6 5-1 16,-3 4-9-16,0-2-2 0,13 6 0 15,-4 3-3-15,1 0-6 16,9 0-19-16,-3 3-30 16,0 13-51-16,16 1-44 15,0 0-5-15,16-4-222 16</inkml:trace>
  <inkml:trace contextRef="#ctx0" brushRef="#br0" timeOffset="5699.4">14481 8145 692 0,'0'0'251'0,"0"0"-32"0,0 0-95 16,0 0-26-16,0 0-15 15,0 0-25-15,13 0-22 16,-13 0-22-16,0 0-9 16,0 0-5-16,0 0-9 15,0 0-59-15,0 0-80 16,0 2-25-16,0 2-136 16</inkml:trace>
  <inkml:trace contextRef="#ctx0" brushRef="#br0" timeOffset="6149.51">14898 8012 835 0,'0'0'211'16,"0"0"-105"-16,0 0-53 15,0 0-16-15,0 0-12 16,269-46 0-16,-236 46-4 15,-8 0-11-15,-15 0-5 16,-10 0 2-16,0 11 1 16,0 13 6-16,0 3 3 0,-10 0-6 15,-25 6-10-15,6-3 7 16,7-1-8-16,2-3 0 16,11-3 0-16,-7-2-1 15,16-1 1-15,0-4 0 16,0-2-2-16,0-1 0 15,16-5 2-15,6 0 3 16,7 0-3-16,-3-1 2 16,-7 1-2-16,0-2 0 15,-9-1 1-15,-10 3-1 16,0 0 8-16,0 1 12 16,0 1 5-16,-35 2 5 15,-14-2-14-15,-8-3-12 16,-1 0-4-16,-6-2-10 0,9-2-58 15,-6 1-64-15,7-4-55 16,15 0-256-16</inkml:trace>
  <inkml:trace contextRef="#ctx0" brushRef="#br0" timeOffset="6949.64">12218 8188 979 0,'0'0'215'0,"0"0"-89"0,0 0-6 0,0 0-44 16,0 0-29-16,0 0-16 16,-23-19-16-16,23 23-7 15,0 19-3-15,23 11 19 16,22 1-1-16,3 3 4 16,-13 1-9-16,13-7-4 15,-13-2-13-15,-6-3 4 0,0-3-4 16,-10-2-1-16,7-5 0 15,-7-3-7-15,-9-1-16 16,-4-8-39-16,-6-2-53 16,0-3-46-16,0 0 14 15,0 0-71-15,0-8-204 16</inkml:trace>
  <inkml:trace contextRef="#ctx0" brushRef="#br0" timeOffset="7183.47">12506 8227 495 0,'0'0'387'0,"0"0"-150"16,0 0-121-1,0 0-38-15,0 0-12 0,0 0-50 16,-28-9-12-16,28 36 14 16,0 4 28-16,-10 0-24 15,0 0 2-15,-6 1-16 16,-13 4-5-16,1-4-2 15,2-3-2-15,-13-3-8 16,11-5-56-16,8-4-55 16,-9-7 8-16,4-4-62 15,-7-2-46-15,3-4-84 16</inkml:trace>
  <inkml:trace contextRef="#ctx0" brushRef="#br0" timeOffset="7366.91">12035 8526 441 0,'0'0'297'0,"0"0"-99"15,0 0-54-15,0 0-34 16,0 0-64-16,0 0-19 16,48-63 4-16,-9 55 9 15,9 0-10-15,0 1-22 16,3 2-5-16,7-2-3 16,9 0 0-16,-9 5-10 15,-4 2-82-15,-6 0-116 16,-3 0-127-16</inkml:trace>
  <inkml:trace contextRef="#ctx0" brushRef="#br0" timeOffset="10616.69">17152 8307 838 0,'0'0'192'0,"0"0"-33"0,0 0-54 0,0 0-7 16,0 0-50-16,0 0-10 16,-38-9 11-16,38 9-12 15,0 0-12-15,0 0-8 16,3 0-7-16,35-2-3 15,7-2 1-15,13 0-8 16,-4-3 0-16,-6 7 0 16,7 0 0-16,-13 0-2 15,-7 0-14-15,3 0-32 16,-12 0-49-16,-7 0-36 16,-9 12 14-16,-10-1-46 15,0 1-56-15,0 0-85 0</inkml:trace>
  <inkml:trace contextRef="#ctx0" brushRef="#br0" timeOffset="10866.38">17126 8466 629 0,'0'0'134'16,"0"0"29"-16,0 0-21 16,0 0-37-16,0 0-56 15,0 0-5-15,-48 19 10 16,48-17-9-16,0-2-4 15,0 0-8-15,0 0-6 16,0 0-10-16,39 0 19 0,-1 0-17 16,1 0-17-16,-4 0 1 15,13 0-3-15,-3 0 0 16,-7 0-5-16,11 0-17 16,-8 0-63-16,-6 0-41 15,-9 0-16-15,9-5-91 16,-12 4-141-16</inkml:trace>
  <inkml:trace contextRef="#ctx0" brushRef="#br0" timeOffset="13032.38">18611 8178 142 0,'0'0'726'0,"0"0"-588"0,0 0-13 0,0 0-44 15,0 0-33-15,0 0-30 16,0 0-9-16,-19 10 5 16,9 12 18-16,-6 3-12 15,6 2 19-15,1 0-26 16,9 4-3-16,0 4 1 15,0-6-3-15,0 0-5 16,0-4-3-16,19-5 1 16,7-4 1-16,6-8-2 15,-7-3 0-15,4-2 0 16,6 0 6-16,-6-3-4 16,3 0 4-16,7 0-5 15,-7-16 4-15,0-7-5 0,0 4 3 16,-10-10 0-1,-12 7-2-15,3-2 2 0,-13-1 2 16,0 5-2-16,0-3 13 16,0-2 3-16,0 2 2 15,-32 1-10-15,-3 0-4 16,6 5-4-16,-10 2-3 16,-6-2-2-16,7 3 0 15,9 6 1-15,-6 6-9 16,3 2-30-16,16 0-13 15,-16 2-50-15,6 16-25 16,16 4-97-16,1-3-159 0</inkml:trace>
  <inkml:trace contextRef="#ctx0" brushRef="#br0" timeOffset="13283.86">19178 8308 870 0,'0'0'253'0,"0"0"-118"0,0 0-59 0,0 0-14 0,0 0-44 0,0 0-13 15,36-15-4-15,-36 15-2 0,0 0-9 16,0 0-67-1,0 0-69-15,0 0-148 0,0 6-384 16</inkml:trace>
  <inkml:trace contextRef="#ctx0" brushRef="#br0" timeOffset="13766.46">19710 8203 897 0,'0'0'226'0,"0"0"-95"0,0 0-46 16,0 0-5-16,0 0-32 16,0 0-13-16,-25-15-11 15,-1 22-8-15,4 8-1 16,-14 9 1-16,17-5-3 15,0 5-4-15,-10 6-3 16,13-3-3-16,3 1 1 16,13-1-1-16,0-1-3 15,0-6 0-15,13-5-7 16,13-3 7-16,12-7 3 16,1 2-3-16,6-4 1 15,-1-3-8-15,-2 0 12 16,6 0-10-16,-3-10 5 0,-10-7-3 15,-6-5 2-15,-9 0 1 16,-20-5 1-16,0 3 4 16,0-1 0-16,-7-1-1 15,-22 6-4-15,4 4 3 16,-7 1-7-16,3 6 3 16,3 2-1-16,7 0 1 15,0 7-10-15,9 0-38 16,-3 0-79-16,0 0-62 15,-3 11-109-15,16 1-324 16</inkml:trace>
  <inkml:trace contextRef="#ctx0" brushRef="#br0" timeOffset="14300.73">20692 8032 674 0,'0'0'220'0,"0"0"-64"0,0 0-16 0,0 0-51 16,0 0-22-16,0 0 2 15,0-31-22-15,0 31-10 16,0 0-17-16,-39 0-4 0,7 0-6 15,-10 15 11-15,4 5-3 16,3 0-1-16,-7 7-7 16,13 5 1-16,-6 2-10 15,6 4 7-15,13 5-8 16,13-5-1-16,3 1 1 16,0-3 0-16,0-6 0 15,13-3 0-15,6-3 1 16,6-6-1-16,1-2-4 15,6-7 4-15,-3-4-4 16,0-3 1-16,6-2-2 16,-9 0 3-16,3 0 1 15,-10-7 2-15,-10-5 2 0,1-3-3 16,-10-1 2-16,0 3 0 16,0-1 1-16,-10 4 0 15,-9 2-3-15,-6 3 0 16,-7 4-5-16,-4-2 3 15,-2 3-2-15,3 0-15 16,2 0-51-16,-2 7-85 16,0 8-10-16,6 4-132 15</inkml:trace>
  <inkml:trace contextRef="#ctx0" brushRef="#br0" timeOffset="23866.32">10201 10278 842 0,'0'0'133'0,"0"0"-50"0,0 0 16 0,0 0 15 16,0 0-84-1,0 0-24-15,0 0-4 16,0 0 3-16,0-4 0 0,-6 4 1 16,-23 7 9-16,-10 4 8 15,-9-2-4-15,10-4-9 16,-1-2-5-16,11-3 5 16,2 0 4-16,7 0 0 15,9-3 9-15,0-9-3 16,10-7 2-16,0-1-8 15,0-2-9-15,0 4-4 16,10 3 4-16,19 4-1 16,9 10-4-16,1 1 0 15,6 0 1-15,12 1-1 16,-8 22-6-16,-24 7 6 0,10 6 0 16,-25 5 3-1,-10 7-2-15,0 6 3 0,-10 0 4 16,-50 1-5-16,-8 1 2 15,-6-7-4-15,-6-7-1 16,0-11 1-16,19-9 0 16,7-14-1-16,6-6 7 15,3-2 1-15,6 0 2 16,4-6-2-16,13-9-8 16,15 0 8-16,-2 3 0 15,9 0-7-15,0 3 6 16,0-1-7-16,9-1 4 0,26 2-4 15,4 3 2-15,9 1-2 16,7 5 0-16,-7 0 0 16,9 0 1-16,-18 5 0 15,6 10 2-15,-13 6-3 16,0 0 2-16,-10-5-3 16,4 7 2-16,-7-4-1 15,-9 1 0-15,9 1 3 16,-3-3-3-16,-13-4 1 15,7-4-1-15,-1-1 0 16,-2-1-3-16,-4-4-17 16,4 0-15-16,-1-2-32 15,0-2-24-15,4 0 7 16,6 0-26-16,3 0 4 16,26 0-1-16,-6-13-101 0,12-6-27 15,-3 0-158 1</inkml:trace>
  <inkml:trace contextRef="#ctx0" brushRef="#br0" timeOffset="24200.01">10503 10713 321 0,'0'0'283'0,"0"0"-163"0,0 0 34 0,0 0-41 0,0 0-35 15,0 0 4-15,86-90 9 16,-86 90-27-16,0 0-37 16,0 4-17-16,0 18-5 15,0 5 24-15,0 1-7 16,7-1-1-16,5 3-5 15,4-3-12-15,13-4-4 16,0-6 6-16,6-3-4 0,7-6 0 16,-7-7 0-16,4-1 2 15,-14 0 8-15,4 0 1 16,-9-4 7-16,-1-12 0 16,-10-6 5-16,-9-8 11 15,0-3-13-15,0 0-8 16,-9 4-3-16,-26 6 0 15,-1 3-9-15,-12 6-1 16,0 9-2-16,-3 5-2 16,-13 0-6-16,19 0-68 15,3 12-89-15,16 3-133 16,23-3-180-16</inkml:trace>
  <inkml:trace contextRef="#ctx0" brushRef="#br0" timeOffset="24900.59">12404 10443 860 0,'0'0'215'0,"0"0"-7"0,0 0-107 0,0 0 24 0,0 0-48 15,0 0-44-15,-10-22-4 16,10 22-28-16,32 4 6 15,16 15 4-15,4 5 3 0,2 3 2 16,-6 5-11-16,10 1 0 16,-10 3-1-16,-22-5-2 15,15-1-1-15,-15-7-2 16,-10-5-2-16,-3-5-8 16,-7-4-32-16,-3-6-40 15,-3-3-59-15,0 0 20 16,0 0-50-16,0-16-15 15,0-10-91-15,0-1-85 16</inkml:trace>
  <inkml:trace contextRef="#ctx0" brushRef="#br0" timeOffset="25100.04">12865 10434 555 0,'0'0'145'0,"0"0"63"16,0 0-54-16,0 0-6 15,0 0-36-15,0 0-66 16,-28-27-33-16,8 49 4 15,-8 2 7-15,8 10 17 16,-5-6-32-16,-7 6-7 16,-4 0 1-16,-2 0-3 15,-1-6-12-15,1-2-59 16,9-8-59-16,3-9-77 16,7-9-69-16,19 0-354 15</inkml:trace>
  <inkml:trace contextRef="#ctx0" brushRef="#br0" timeOffset="25266.24">12458 10623 697 0,'0'0'281'0,"0"0"-115"0,0 0-63 15,0 0-35-15,0 0-41 16,0 0-17-16,157-45 3 16,-99 43-13-16,-7 2-1 15,-6 0 0-15,3 0-14 16,-3 0-83-16,3 0-126 15,16 0-263-15</inkml:trace>
  <inkml:trace contextRef="#ctx0" brushRef="#br0" timeOffset="27166.73">14379 10437 604 0,'0'0'115'0,"0"0"22"0,0 0-25 15,0 0-18-15,0 0-3 16,0 0 2-16,0 0-23 16,-58 0-13-16,58 0 1 15,0-8-15-15,0 0-18 16,39-1-19-16,15 2-5 15,7 0-1-15,6 4 0 16,-6 3 7-16,-3 0-7 16,-10 0-1-16,-3 3 1 15,-23 12 0-15,-6 5 0 0,-16 3 3 16,0 4-1 0,0 5-2-16,-48-1 3 0,0 1-4 15,-6-3 5-15,9-6-4 16,16-4 0-16,10-6 1 15,15-6-4-15,4-5 3 16,0 0-1-16,0-2-2 16,0 0 1-16,4 3-5 15,34 1 7-15,-3 2 0 16,4 1 3-16,9 4-2 16,-3 1-2-16,-7 2 1 15,-2-1-2-15,-17 1 2 16,-10 2 0-16,-9 2 3 15,0 0-3-15,0 1 0 0,-28 0 2 16,-24 0 11-16,-5-7-5 16,-1 0-3-16,0-3-3 15,10-4 0-15,-6-1 5 16,25-4-7-16,3 0 2 16,7 0 0-16,9 0-4 15,1 0 0-15,5 0-29 16,4 0-48-16,0-9-19 15,0-3-58-15,32-1-11 16,13-1-35-16,16-4 1 16,-9 0-259-16</inkml:trace>
  <inkml:trace contextRef="#ctx0" brushRef="#br0" timeOffset="27633.31">15110 10627 590 0,'0'0'121'0,"0"0"74"0,0 0-72 0,0 0-26 0,0 0-18 16,0 0-38-16,22-15-9 15,-22 15-30-15,7 0 5 16,-4 5-7-16,6 8 13 16,1 2 6-16,3 2-4 15,-7-2-7-15,4 4-8 16,6-4 1-16,-3-1 4 0,3-1-5 15,9-1 1 1,-2-5 4-16,-4-3-2 0,7-3-1 16,6-1 3-16,-16 0-1 15,16 0 5-15,-6-5 4 16,-4-6-2-16,-9-5-2 16,-4-1 2-16,-9 0 19 15,0 1 4-15,0 1 1 16,0 0-14-16,0 4 3 15,-6-1 1-15,-16 3 2 16,-14 3-15-16,-12 1-5 16,3 1-7-16,-6 4 0 15,6 0-2-15,0 0-3 16,16 0 5-16,-3 0-5 16,-3 0-5-16,16 0-28 0,3 9-45 15,6 1-55 1,10 2-61-16,0-7-133 0</inkml:trace>
  <inkml:trace contextRef="#ctx0" brushRef="#br0" timeOffset="28199.96">17174 10551 825 0,'0'0'199'0,"0"0"-60"0,0 0 0 0,0 0-46 16,0 0-29-16,0 0-24 15,45 0-22-15,23-2-1 16,5-6-9-16,11 1-8 0,-17 6-4 15,7 1 3 1,-16 0-12-16,-4 0-37 0,-15 0-49 16,-17 1-35-16,-16 14-51 15,-6 4-49-15,-6 3-32 16</inkml:trace>
  <inkml:trace contextRef="#ctx0" brushRef="#br0" timeOffset="28400.25">17351 10740 576 0,'0'0'155'0,"0"0"41"15,0 0-66-15,0 0-2 16,0 0-42-16,0 0-28 16,-157 51-17-16,157-51-4 15,0 0 8-15,6 0 3 0,36 0-2 16,19 0-11 0,6 0-13-16,13-7-18 0,0-3-4 15,-3 2-1-15,7-1-2 16,-11 2-18-16,-8 0-84 15,-5-2-61-15,-15 3-99 16,0-3-293-16</inkml:trace>
  <inkml:trace contextRef="#ctx0" brushRef="#br0" timeOffset="29299.8">20211 10173 665 0,'0'0'110'0,"0"0"88"0,0 0-71 16,0 0 23-16,0 0-54 15,0 0-19-15,0-77 15 16,-13 77-50-16,-19 0-11 15,-7 0-14-15,-6 8-14 16,-22 16 3-16,0 10-2 16,12 5-4-16,7 8 4 15,3 2 0-15,13 2-3 16,16-1 2-16,7 0-2 16,9-6 2-16,0-2-3 0,9-7-2 15,26-4 1-15,14-9 2 16,-1-9-2-16,9-4 1 15,-12-8 0-15,3-1 1 16,0 0-1-16,-3 0-4 16,3-7 3-16,-22-13 1 15,-4 2 0-15,-22 1-2 16,0 3 2-16,0-1 4 16,-22 3-2-16,-23 0-1 15,-13 4 5-15,10 4-12 0,-6 1 3 16,6 2 2-1,16 1-3-15,0 0-13 0,19 0-32 16,3 0-59-16,10 1-45 16,0 3-102-16,0 1-88 15</inkml:trace>
  <inkml:trace contextRef="#ctx0" brushRef="#br0" timeOffset="30087.95">20849 10402 916 0,'0'0'166'0,"0"0"-10"0,0 0-33 0,0 0-46 15,0 0-55-15,0 0-18 0,0-7-4 16,-7 21 0-16,-22 6 0 15,1 0 8-15,5 1-8 16,1 1 3-16,12 1 4 16,7-1-7-16,3 0 0 15,0-8-7-15,0-1 7 16,13-3 0-16,25-7 1 16,-3-3-1-16,20 0-3 0,-7-3 1 15,0-15 2 1,-3 0 0-16,-16 0-5 15,-10 3 5-15,-19 6 0 16,0-3 3-16,0 4-2 0,0 5 0 16,-19-5-2-16,3 1-1 15,-3 6 0-15,12-2 2 16,1 2 0-16,6-3 4 16,0 1 7-16,0-1-11 15,0 0 0-15,0-3 0 16,13 2 0-16,31-3-1 15,5 1-1-15,8 0 2 16,7 6 0-16,-9-2-1 16,-4 3 2-16,-3 0-2 15,-16 0-1-15,0 3 1 16,0 6 1-16,-9 0-1 16,-1 1 1-16,4 3 0 0,0 0-1 15,-4-1 2-15,1 0-1 16,-17-1 0-16,4-3-9 15,6-3 6-15,-4-3 2 16,4-2-8-16,-6 0 2 16,16 0 4-16,-13 0 2 15,15 0 1-15,-12-10 0 16,4-3 1-16,-1-5 0 16,-10 0 3-16,1-3-1 15,9 1 1-15,-19 3 2 0,0-5-6 16,0 3 3-1,-19 3 11-15,-7 1-2 0,-15 4 7 16,-11 1-14-16,-8 5-2 16,-5 0-2-16,1 5-2 15,-3 0-8-15,9 0-41 16,-6 8-79-16,3 8-132 16,-3 6-185-16</inkml:trace>
  <inkml:trace contextRef="#ctx0" brushRef="#br0" timeOffset="83149.78">5950 13527 958 0,'0'0'165'0,"0"0"-35"0,0 0 11 0,0 0-54 15,0 0-10-15,0 0-34 16,0 0 3-16,22-86-39 15,-22 110-6-15,0 21 6 16,0 17 20-16,0 5-1 0,0 4-16 16,0-8-3-16,0-4-6 15,0-12 0-15,7-13-1 16,2-14 0-16,1-10 0 16,0-9 0-16,-1-1 0 15,-2 0 9-15,2-18 8 16,23-15-2-16,-6-10-13 15,3 2-1-15,-3 5-1 16,2 6 0-16,-8 10 1 16,-8 7-1-16,4 4 0 15,-16 9-1-15,16 0-1 16,4 0-5-16,12 19 0 16,13 16 4-16,16 1 3 15,-7 0 0-15,1-4 3 0,-1-5-3 16,-15-7-8-1,-1-9 8-15,1-7 1 0,-4-4 2 16,-6 0-2-16,9-4-2 16,7-23 2-16,-13-9-1 15,-6-9 10-15,-17-9-10 16,-9-5 3-16,0 2-2 16,0 11 1-16,0 11-2 15,-19 14 3-15,0 11-2 16,6 2 0-16,7 7-1 0,6 1-3 15,0 0 0 1,0 0-10-16,0 0-21 0,0 0 0 16,0 9 3-16,0 9 12 15,0 0-2-15,19 0 8 16,3-1 4-16,4-4 7 16,12 0 2-16,7-5 0 15,3 6 0-15,0-11 0 16,20 1 0-16,-14 0 3 15,10-4-3-15,-15 0 0 16,-1 0 1-16,-4-10 1 16,-11-7 0-16,-17-2 3 15,3 1-1-15,-19 1 1 16,0 4 5-16,0 4 14 16,0 1-5-16,-19 8 10 15,-7 0-23-15,-16 0-6 0,-3 23 7 16,13 11-7-16,0 5 0 15,16 2-1-15,3-4-1 16,13-2 2-16,0-5-2 16,16-6-4-16,33-1 5 15,-1-7 0-15,19-2-2 16,0-9 3-16,-12-2 0 16,-1-3 0-16,-6 0 0 15,0-13 2-15,-3-12-2 16,3-7 0-16,-9-1 2 15,-4-2 2-15,-16 7-4 0,-9 7 0 16,-10 7 9-16,0 10-8 16,0 4 26-16,0 0-18 15,0 0-6-15,0 13-3 16,0 13-1-16,0 2 1 16,0 2 2-16,0 2-2 15,0-3 0-15,0 0-16 16,0-6-64-16,0-5-77 15,0-13-48-15,0-5-25 16,0 0-138-16</inkml:trace>
  <inkml:trace contextRef="#ctx0" brushRef="#br0" timeOffset="83316.57">7896 13356 981 0,'0'0'200'0,"0"0"-106"0,0 0-65 0,0 0-29 0,0 0-10 16,0 0-2-16,180 9-72 15,-148 20-164-15,-16 6-112 16</inkml:trace>
  <inkml:trace contextRef="#ctx0" brushRef="#br0" timeOffset="84450.42">8752 13624 701 0,'0'0'306'16,"0"0"-137"-16,0 0-50 16,0 0-51-16,0 0 4 15,0 0-9-15,-13-40-13 16,-19 40-23-16,-3 0-20 15,-13 9-7-15,-10 15-1 16,10 10 0-16,13-2 1 16,3 1-3-16,19-3 2 15,13-7-3-15,0-6-2 16,0-5 0-16,13-5-9 16,19 0 14-16,-7-6-1 0,1-1 0 15,6 0 2 1,13 0 1-16,-7-19 2 0,17-11 1 15,-13-3-2-15,-17 3-1 16,-5 3 3-16,2 9 3 16,-19 11 6-16,-3 5 31 15,0 2-3-15,0 0-20 16,0 18-12-16,0 21-5 16,0 15 15-16,3 13-1 15,13 10 2-15,-6 4-9 16,3 9 1-16,-13 3-4 15,0-3-4-15,0-2 5 16,0-11 5-16,0-14-7 16,-19-14 1-16,-10-10 1 0,-10-16-3 15,14-14-1-15,-4-9 7 16,-13 0-6-16,-3-9-4 16,16-21 2-16,-6-7-4 15,22-13-5-15,4-4 4 16,9-4 2-16,0-7-2 15,35 2 0-15,26 0-3 16,25-5 2-16,7 6-1 16,10-8 0-16,-16 8 3 15,-1-1 0-15,-15 4 0 16,-23 5 0-16,0 10 0 16,-13 13 1-16,-22 8 0 15,-3 14-1-15,-10 5 1 0,0 4 3 16,0 0-4-16,0 9-5 15,0 21 0-15,0 13 3 16,0-1 2-16,0 2 0 16,0-5 0-16,0-5-9 15,0-3 9 1,0-12-2-16,9-4 1 0,-2-11-4 16,12-4-7-16,6 0-3 15,8-7 15-15,15-23 1 16,-4-6 6-16,21-2-5 15,-17 9 0-15,-19 6-2 16,-4 14 3-16,-18 9-3 0,-4 0-4 16,6 10-10-1,11 21 14-15,2 3 1 0,13-3-1 16,-6 1 0-16,19-8 0 16,-12-6-1-16,-8-6-2 15,1-8-2-15,7-4 3 16,2 0 2-16,1-24 0 15,12-10 2-15,-3-9 4 16,-16-7-4-16,6-7 4 16,1 1-2-16,-13 6 1 15,-17 12 0-15,-6 23 7 16,-3 7 18-16,0 8 0 16,0 0-16-16,0 26-5 0,-6 14-6 15,-7 13 0-15,10 2 2 16,3 2-5-16,0-1-4 15,0-8-1-15,0-9-2 16,19-12-51-16,10-11-55 16,-10-11-38-16,1-5-48 15,5 0-58-15,-22-27-207 16</inkml:trace>
  <inkml:trace contextRef="#ctx0" brushRef="#br0" timeOffset="84599.13">10294 13812 606 0,'0'0'361'0,"0"0"-159"0,0 0-36 0,0 0-63 0,0 0-47 16,0 0-4-16,237-81-17 0,-150 60-18 15,-4 7-3 1,-9 6-14-16,-10 5 0 0,-25 3-49 16,-17 0-196-16,-15 0-302 15</inkml:trace>
  <inkml:trace contextRef="#ctx0" brushRef="#br0" timeOffset="85883.16">12801 13554 792 0,'0'0'296'0,"0"0"-181"0,0 0 50 0,0 0-14 0,0 0-72 15,0 0-39 1,0-62-2-16,0 74-28 0,0 21 1 15,0 14 11-15,0-1-14 16,0 1-2-16,0-5-3 16,16-2-3-16,20-8 0 15,2-10-1-15,1-5-2 16,22-14 3-16,-10-3 1 16,-3 0 2-16,19-12-3 15,1-18 1-15,-17-6 4 16,0-3-5-16,-12 1 6 15,-14 6-6-15,-15 8 3 0,-4 10-2 16,-6 6 3-16,0 8-1 16,0-1 7-16,0 1-8 15,0 0 3-15,0 0-5 16,0 0-6-16,0 9 3 16,0 9-1-16,0 2 3 15,13-1-1-15,13-4 0 16,3 1-2-16,9-7-2 15,-3-2 1-15,4-3 4 16,-1-1-9-16,17-3 2 16,-4 0 2-16,7-9 4 15,-4-13 2-15,-9-1 0 16,-16 4 0-16,0 2 0 0,-19 3 2 16,-4 2 0-16,-3 7 2 15,-3 0-2-15,0 2 2 16,0 3 5-16,0 0-7 15,0 0 17-15,0 0-12 16,0 8-5-16,0 18-1 16,0 16 3-16,-19 20 10 15,3 11 0-15,-7 15 4 16,4-3-5-16,0 5-7 16,3-9-6-16,6-2 1 15,4-8-2-15,3-12 4 16,-7-15-6-16,10-12 6 15,-3-17 0-15,3-8-3 0,0-7 0 16,0 0 0-16,0-12 4 16,0-25 11-16,0-20-10 15,0-23-5-15,0-15 0 16,0-23 2-16,29-15-2 16,9-2 0-16,4 3 0 15,12 21 0-15,1 24-1 16,9 19-1-16,7 21-1 15,-1 11 3-15,-3 13-3 16,-18 12-1-16,-1 8 3 16,-10 3-6-16,-22 27 0 15,-16 15 7-15,0 19 2 16,-61-2-2-16,-35 4-10 16,3 2-21-16,-3-10-33 0,9-6-14 15,23-12-24-15,16-10-18 16,19-10-52-16,23-13-28 15,6-4-205-15</inkml:trace>
  <inkml:trace contextRef="#ctx0" brushRef="#br0" timeOffset="86849.57">14953 13573 631 0,'0'0'229'0,"0"0"-58"0,0 0-29 0,0 0-40 0,0 0-24 15,0 0 32-15,0-91-28 16,-20 81-23-16,4-1-2 15,-6 10-14-15,-13 1-24 16,-4 0-7-16,-19 0-11 16,10 22-1-16,-6 6 0 15,6 4-1-15,22-1-3 16,7-1 2-16,19-4-4 0,0-4 0 16,0-8-8-1,26-5-2-15,15-6 4 0,4-3 5 16,3 0 7-1,7-21-2-15,6-13 5 0,-10-3 0 16,-3-6-2-16,7-7 3 16,-20-1-3-16,-10-10 1 15,-9-5 0-15,-16 3 2 16,0 8-1-16,0 9 1 16,0 19 12-16,0 11 23 15,-9 7-2-15,9 7 3 16,-7 2-14-16,-2 0-26 0,-1 11-9 15,4 22 7 1,-10 13 2-16,9 11-2 0,7 5 2 16,0 4 0-16,0 0 0 15,0-3 0-15,0-9-3 16,10 0 0-16,19-11-9 16,-4-6 6-16,11-6-14 15,-7-11 1-15,-1-7 1 16,5-6-2-16,2-7 6 15,10 0 1-15,3 0 1 16,-10-16-2-16,7-4 3 16,-16-3 6-16,-10 0-4 15,-6-1 7-15,-7 3-2 16,-6 1 4-16,0 7 5 16,0-2-5-16,0 3 0 0,0 3-1 15,-16 4 7-15,-3 4-15 16,-10 1 9-16,7 0-2 15,-10 0-5-15,13 6 7 16,-7 4 0-16,3 1-7 16,14 3 7-16,-4-4-1 15,10-1-4-15,-4 0 5 16,1-5 0-16,6-2-1 16,-3 1 0-16,3-3 0 15,0 0 1-15,0 3 0 16,0-3-1-16,0 0-5 15,0 0 6-15,0 0 1 0,0 0 4 16,0 0-5-16,0 0-6 16,0 0 4-16,0 0 2 15,0 0-1-15,0 0-7 16,0 0-45-16,0 0-90 16,0 0-65-16,0 0-153 15</inkml:trace>
  <inkml:trace contextRef="#ctx0" brushRef="#br0" timeOffset="88118.15">15488 13519 416 0,'0'0'183'0,"0"0"-61"0,0 0-25 0,0 0-12 16,0 0-20-16,0 0 36 16,13-24-2-16,-13 21-9 15,-13-1-52-15,-6-1 5 16,-7 5-7-16,-3 0-5 16,-9 0-7-16,-7 5-18 0,-6 16 8 15,-4 6 1-15,17 3 11 16,2 3-22-16,17-3-3 15,13-2-2-15,6-2 2 16,0-4 7-16,0-7-8 16,13 0-1-16,9-8 1 15,-3-6 2-15,7-1-2 16,3 0-2-16,3-6 2 16,10-16 11-16,-10-1-6 15,-7-4-4-15,4 1 3 16,-13 9-2-16,-6 0 1 15,-7 10 9-15,7 4 1 0,-10 3 19 16,0 0-12-16,0 0-10 16,0 3-7-16,0 16-3 15,0 10-2-15,0-1 2 16,0-1 1-16,16-3-1 16,-4-3 0-16,8-5-1 15,5-8-5-15,1-8 6 16,6 0-10-16,13 0 8 15,3-18 2-15,10-14 0 16,-10-5 2-16,-3-8-2 16,3 0 2-16,-13-6-1 15,-16 0 3-15,1-3-1 16,-1-3-3-16,-19 8 1 0,0 8 7 16,0 14 15-1,0 11 43-15,0 9-15 0,0 6-18 16,0 1 5-16,-10 0-23 15,1 4-15-15,-11 25-7 16,1 13 3-16,0 11 3 16,9 4 1-16,4 2-2 15,6 0 2-15,0-1 0 16,0-5-6-16,6-6 2 16,26-12-5-16,4-6 2 15,18-8-18-15,-12-12 5 16,3-7 12-16,12-2 2 0,-2-2 2 15,-7-19 3 1,6-9 0-16,-22 3-3 0,-3-4 4 16,-22 2 3-16,2 2-3 15,-9 9 1-15,0 7 2 16,0 9 3-16,0 2 2 16,0 0-2-16,-25 0-6 15,-4 19-2-15,0 6-4 16,7 2 5-16,6 5-2 15,6-5 3-15,10-3-1 16,0 2-1-16,0-10-8 16,35-4 7-16,-3 0-1 15,3-7-5-15,14-5-2 0,8 0 9 16,-2 0-14 0,-1-14-25-16,-6-6-33 0,-9 0-42 15,-20 1-51-15,-9 1 4 16,-10 1-169-16</inkml:trace>
  <inkml:trace contextRef="#ctx0" brushRef="#br0" timeOffset="88384.15">15857 13451 924 0,'0'0'238'0,"0"0"-73"0,0 0-35 0,0 0-90 0,0 0-13 0,0 0 19 16,215-32-9-16,-126 24-22 16,-18 3-12-16,12 1-3 15,-15 1-5-15,-4 3-17 16,-7 0-116-16,11 0-130 15,-4 0-203-15</inkml:trace>
  <inkml:trace contextRef="#ctx0" brushRef="#br0" timeOffset="88620.61">17492 13531 830 0,'0'0'445'16,"0"0"-297"-16,0 0 5 15,0 0-61-15,0 0-72 16,0 0-17-16,0-1-3 16,0 1-3-16,0 0-14 15,0 7-73-15,0 13-124 16,0 4-77-16,0 0-476 0</inkml:trace>
  <inkml:trace contextRef="#ctx0" brushRef="#br0" timeOffset="88767.45">17360 13899 583 0,'0'0'290'16,"0"0"-178"-16,0 0 45 15,0 0-102-15,0 0-36 16,0 0-19-16,-9 0-60 15,28-18-347-15</inkml:trace>
  <inkml:trace contextRef="#ctx0" brushRef="#br0" timeOffset="88921.85">17643 13712 1002 0,'0'0'130'0,"0"0"-5"16,0 0-9-16,282-55-62 15,-215 47-46-15,-12 1-8 16,-17 4 0-16,-9 3-42 16,-10 0-152-16,-12 0-331 15</inkml:trace>
  <inkml:trace contextRef="#ctx0" brushRef="#br0" timeOffset="90483.16">12942 15564 835 0,'0'0'151'0,"0"0"-1"0,0 0-12 0,0 0-29 0,0 0-23 16,0 0-24-16,52-83-25 15,-43 95-24-15,4 19-6 16,10 14 33-16,-11 1-11 16,8 6-12-16,-8 6 2 15,-5-3-9-15,12-4-4 16,-9 0-6-16,6-9 1 16,6-3-2-16,1-5 1 15,-10-9-1-15,6-12 1 16,0-4-2-16,-9-6 2 0,-1-3-2 15,14 0 2 1,2-16 5-16,20-16 5 0,10-6-5 16,6-4-1-16,-13 5-4 15,-13 3 0-15,-6 5 3 16,-13 11-2-16,-3 4 1 16,-13 10-2-16,3 4 2 15,-3 0-4-15,3 0-1 16,7 18-7-16,-1 10 9 15,14 4 1-15,-7-1 2 16,19 1-1-16,-6-2-1 16,0-6-2-16,9-5 2 15,1-8-2-15,-4-8 0 16,3-3-1-16,1 0 3 0,9-9 4 16,-10-12 1-16,1-6-4 15,-13-5 3-15,-4-6-4 16,-9-8 9-16,-10-5-7 15,-3-3 4-15,0 2 7 16,-10 4 0-16,-28 11 5 16,9 10-1-16,0 5-9 15,10 14-8-15,9 1-4 16,1 7-3-16,2 0-43 16,4 7-72-16,0 20-73 15,0 5-75-15,3 6-250 16</inkml:trace>
  <inkml:trace contextRef="#ctx0" brushRef="#br0" timeOffset="91183.61">14545 16066 638 0,'0'0'256'0,"0"0"-91"0,0 0-22 16,0 0-49-16,0 0-26 16,0 0 2-16,10-93-40 15,29 78-1-15,2-2 5 16,7 3-8-16,-3 2 1 15,-10 8-9-15,4 4-12 16,-10 0 3-16,0 0-9 0,-4 16 0 16,-2 6-2-16,-14 7 2 15,-9 1 3-15,0 0-3 16,0-6 0-16,0-1 3 16,0-10-3-16,0-3 3 15,0-8-3-15,0-2 3 16,0 0 6-16,0-6 13 15,0-18-18-15,0-5 3 16,7-5-5-16,31 2-1 16,10 5 4-16,-9 3-2 15,6 5 2-15,-10 8 6 16,-6 2-7-16,-10 6 2 16,4 3-6-16,-4 0 0 0,-3 19 2 15,9 11-2 1,-12-1 0-16,-6 5-3 0,-4 0 3 15,-3-1-6-15,0 1-24 16,0-7-23-16,0-4-65 16,9-7-49-16,8-13-55 15,21-3-255-15</inkml:trace>
  <inkml:trace contextRef="#ctx0" brushRef="#br0" timeOffset="91466.82">16248 15838 1113 0,'0'0'192'16,"0"0"-42"-16,0 0-60 0,0 0-56 0,0 0-20 15,0 0-2-15,77-7-7 16,-19 5-1-16,-14 2-2 16,-11 0-4-16,-5 0-33 15,-12 0-98-15,-16 0-93 16,0 5-121-16,0 7-166 0</inkml:trace>
  <inkml:trace contextRef="#ctx0" brushRef="#br0" timeOffset="91599.81">16248 15838 718 0,'-167'170'208'0,"158"-163"-6"16,9-5-84-16,0-2-9 16,0 0-24-16,54 0-17 15,13 0-26-15,1-6-30 16,5-8-12-16,-8 2-1 16,-14-1-35-16,-6 4-153 15,-4 0-202-15</inkml:trace>
  <inkml:trace contextRef="#ctx0" brushRef="#br0" timeOffset="92666.33">18149 15532 726 0,'0'0'298'0,"0"0"-158"0,0 0 7 0,0 0-10 0,0 0-55 16,0 0-55-16,10-36-23 15,-10 83 9-15,0 11 18 16,0 5-5-16,0 3-11 16,0-7 2-16,0-2-14 15,0-12 0-15,0-6-3 16,0-12 1-16,0-12-1 16,0-9-1-16,0-6 1 15,13 0 0-15,15-6 3 16,-2-21 5-16,22-11-6 0,-9 3-2 15,-4 1 1 1,-6 10 0-16,-10 8-1 0,-13 12 3 16,-6 2-3-16,4 2 0 15,12 0-5-15,6 19 3 16,7 8 1-16,6 0 1 16,4-1 0-16,-1-3 0 15,4-7 1-15,-10-5-1 16,6-3 0-16,-2-8-2 15,-4 0 2-15,3 0 1 16,3-18 2-16,-9-10-1 16,0-11 0-16,-3-4 2 15,-17-8 1-15,-9-5 3 0,0 2 2 16,0 7 2 0,-19 5 2-16,-10 14-12 0,10 13-2 15,3 4 4 1,13 10-10-16,-4 1 2 0,-5 4-56 15,-1 28-49-15,0 9-92 16,13 2-45-16,0 3-259 16</inkml:trace>
  <inkml:trace contextRef="#ctx0" brushRef="#br0" timeOffset="93067.81">19377 15927 717 0,'0'0'300'0,"0"0"-121"0,0 0-59 0,0 0-61 0,0 0-31 15,0 0-16-15,-80 24 2 16,70 1-6-16,4 3-6 15,-4-1 10-15,10-5-4 16,0-1-7-16,0-6-1 16,16-6-3-16,13-3 2 15,6-6 2-15,-3 0 2 16,-3 0-1-16,0-7 7 0,-10-12 1 16,-3-6 17-1,-6-2 9-15,-10-2 4 0,0-2 1 16,0 4-21-16,-16 2-6 15,-26 6-11-15,7 6-2 16,6 8-1-16,10 4-5 16,3 1-33-16,6 0-56 15,1 3-74-15,9 9-71 16,0 0-218-16</inkml:trace>
  <inkml:trace contextRef="#ctx0" brushRef="#br0" timeOffset="93300.75">19752 15794 893 0,'0'0'254'0,"0"0"-66"0,0 0-30 16,0 0-74-16,0 0-65 16,0 0-7-16,0 27 2 15,0 7 8-15,0 2-15 16,0 3-4-16,0 3 0 15,0 1-3-15,0-2-21 16,0-4-73-16,0-5-66 16,0-5-23-16,23-10-135 15,2-8-179-15</inkml:trace>
  <inkml:trace contextRef="#ctx0" brushRef="#br0" timeOffset="93750.13">20259 16050 813 0,'0'0'196'16,"0"0"4"-16,0 0-58 16,0 0-14-16,0 0-36 15,0 0-40-15,-74-48-41 16,32 57-8-16,-3 11-3 16,17 0-4-16,15 0 4 15,13 1-6-15,0-8-7 16,0-2 12-16,6-2-16 15,29-6-4-15,10-3 9 16,-3 0-1-16,3 0 8 0,-7-16 4 16,1-4-2-16,-4-7 3 15,-12-4 0-15,-4-1 2 16,-19-4 0-16,0-8 4 16,0 9-2-16,0 3 11 15,0 14 8-15,0 9 20 16,-13 9 15-16,7 0-36 15,-7 0-9-15,0 18-11 16,-3 12 1-16,9 1-3 16,7 7 10-16,0 2-9 15,0 4-1-15,0-2 0 16,0-3 1-16,16-3-2 0,-3-8-7 16,7-2-25-1,-1-3-45-15,-13-9-57 0,20-3-90 16,-10-8-160-16</inkml:trace>
  <inkml:trace contextRef="#ctx0" brushRef="#br0" timeOffset="94216.6">21349 15735 1038 0,'0'0'136'0,"0"0"34"0,0 0-22 16,0 0-68-16,0 0-54 15,0 0-13-15,0 0-3 0,70 0 7 16,11 0 11-16,5 0-16 15,-3 0-8-15,-6 0 4 16,-29 0-5-16,4-2-1 16,-23-1-2-16,-10 3 0 15,0-1 0-15,-9-2-1 16,3 3-26-16,-7 0-69 16,-6 0-126-16,0 0-121 15</inkml:trace>
  <inkml:trace contextRef="#ctx0" brushRef="#br0" timeOffset="95499.55">22994 15882 712 0,'0'0'169'0,"0"0"-36"0,0 0-7 0,0 0-30 15,0 0-23-15,0 0-10 16,-71-41 5-16,71 21-10 15,0-3 0-15,0-4-34 0,6-4 11 16,33-1-14 0,19 1-21-16,-4 1 13 0,4 7-5 15,-10 8 2-15,-13 4-2 16,4 11-5-16,-14 0-2 16,-5 15 0-16,-4 17 3 15,-10 5-7-15,0 10 6 16,-6-4-3-16,0 3 7 15,0-12-7-15,0-7-4 16,-6-6-4-16,0-12 6 16,6-4-2-16,-7-5 0 15,7 0 2-15,0-3 2 16,0-21 1-16,0-11 1 0,0-6 1 16,39-5-1-1,22-1-1-15,-10 6-1 0,-3 1 0 16,19 8-2-16,-28 5 2 15,-4 8 1-15,-6 12 4 16,-13 7 0-16,6 0-5 16,4 26 2-16,3 16 0 15,-16 16-2-15,-13 17 10 16,0 9 0-16,0 9 4 16,-32 6 14-16,6-3-14 15,16 4-8-15,-3-12 8 16,13-5-13-16,0-7-1 15,20-10 0-15,21-8 0 16,14-12 0-16,-1-11 6 0,4-11-6 16,0-13-6-16,-4-11-1 15,-6 0 3-15,20-15 1 16,-11-14-5-16,8-5-42 16,-8 0-19-16,-12 0-65 15,3 6-85-15,-19-3-70 16,0 0-451-16</inkml:trace>
  <inkml:trace contextRef="#ctx0" brushRef="#br0" timeOffset="96717.04">25574 15532 673 0,'0'0'154'0,"0"0"-22"0,0 0 10 0,0 0-44 15,0 0-28-15,0 0 21 16,0-121-4-16,-44 118-30 16,2 3-14-16,-13 0-18 15,-9 18 5-15,3 15-23 16,0 4 2-16,13 7 1 0,23 2-4 15,12-4-6 1,13 1-1-16,0-11 1 0,45-5-1 16,22-12-4-16,10-4 5 15,6-11 1-15,-6 0 2 16,-3-15-3-16,-13-20 1 16,-10-12 0-16,-6-15 4 15,-16-10-5-15,-10-7 3 16,-19-2 1-16,0-4-2 15,0 11 2-15,-45 1-2 16,-9 15 1-16,-13 16-2 16,-4 15-1-16,-9 14-3 15,3 13-19-15,29 0-92 16,9 13-89-16,23 18-105 0,16 4-689 16</inkml:trace>
  <inkml:trace contextRef="#ctx0" brushRef="#br0" timeOffset="97617.42">26421 15252 771 0,'0'0'172'0,"0"0"-33"0,0 0 6 16,0 0-55-16,0 0-25 15,0 0-11-15,-19-36-37 0,-1 57-7 16,-5 6 14-16,5 6 12 16,11 3-9-16,-1 4-1 15,10 1-9-15,0 4-11 16,0-6-3-16,32-5-2 15,0-7-1-15,23-8 0 16,-1-9 1-16,-2-5-1 16,12-5 0-16,-6 0 0 15,2-8 0-15,-5-16-14 16,9 2-32-16,-16-9-25 16,-3 4-28-16,-23 0-24 15,-15-4-13-15,-7 3-87 16,0-2-120-16</inkml:trace>
  <inkml:trace contextRef="#ctx0" brushRef="#br0" timeOffset="97816.75">26498 15153 710 0,'0'0'163'0,"0"0"-80"16,0 0 4-16,0 0-3 15,272-120-65-15,-208 107-19 16,-15 8-7-16,-14 5 0 16,-16 0-61-16,-19 9-159 15,0 15-156-15</inkml:trace>
  <inkml:trace contextRef="#ctx0" brushRef="#br0" timeOffset="97966.51">26562 15300 681 0,'0'0'190'16,"0"0"-78"-16,0 0-40 16,0 0-39-16,0 0-24 15,0 0-9-15,292-9-4 16,-254 9-127-16,-12 0-192 16</inkml:trace>
  <inkml:trace contextRef="#ctx0" brushRef="#br0" timeOffset="98433.41">25138 15821 738 0,'0'0'154'15,"0"0"-12"-15,0 0-12 0,0 0-25 16,0 0-42-16,0 0-30 15,-44 0 13-15,111 0 6 16,35 0 16-16,49 0-34 16,38-2-13-16,39-15-2 15,12-1-10-15,7 4 1 16,-13-4-4-16,-29 6-4 16,-41 2-2-16,-29 5-4 15,-39 1 3-15,-19 1 1 16,-19 2 1-16,-23 1-1 0,-13-3-15 15,-6 2 7 1,-6 1-11-16,-10 0-16 0,0 0-44 16,0 0-68-16,-19 13-40 15,-29 5-239-15</inkml:trace>
  <inkml:trace contextRef="#ctx0" brushRef="#br0" timeOffset="99120.77">25844 16527 703 0,'0'0'157'0,"0"0"-19"0,0 0 2 0,0 0-35 16,0 0-26-16,0 0-4 15,-71-117-15-15,14 111-15 16,-1 6 3-16,3 0-25 15,4 0 2-15,-10 15-14 16,13 12-3-16,0 7-6 16,19 2 2-16,13 1-2 15,16-9-2-15,0-1-7 16,38-8 7-16,7-7-3 0,3-4 3 16,1-8 1-1,5 0-1-15,-6-5 0 0,10-20 5 16,-10-12-4-16,0-9-1 15,-16-8 7-15,7-7-5 16,-23-2 0-16,-16 0 3 16,0 2 0-16,-16 7 0 15,-33 8-5-15,5 15 3 16,2 13-1-16,10 12-2 16,0 6-7-16,19 0-23 15,0 12-100-15,13 18-76 16,0 3-71-16,0 1-272 0</inkml:trace>
  <inkml:trace contextRef="#ctx0" brushRef="#br0" timeOffset="99800.25">26382 16428 653 0,'0'0'222'0,"0"0"-71"0,0 0 18 0,0 0-60 16,0 0-23-16,0 0-35 15,0-9-34-15,0 36-2 16,0 4 18-16,0 4-13 16,0-2 6-16,0-1-21 15,13-7-5-15,-6-3 4 16,12-7-4-16,-3-7 0 15,-3-4-1-15,6-4-2 0,3 0 3 16,4-7 0 0,9-13 7-16,4-2-2 0,-1 1-4 15,-12 6 0-15,-4 6-1 16,-15 6-6-16,2 3 6 16,1 0 0-16,6 0-4 15,3 4 4-15,13 11 1 16,-3-3-1-16,16 3-2 15,-10-7 2-15,1-4 0 16,-11-1 0-16,11-3 1 16,-4 0-1-16,-10-7 3 15,7-9 0-15,-7-10 2 16,-2-1 14-16,-4-5 4 0,-16 5-5 16,0 0 2-16,0 7-5 15,0 6-10-15,0 5-3 16,0 6-2-16,-10 3-1 15,4 0-56-15,-7 7-52 16,6 15-62-16,7-3-63 16,0 2-181-16</inkml:trace>
  <inkml:trace contextRef="#ctx0" brushRef="#br0" timeOffset="102433.05">27463 16749 609 0,'0'0'97'0,"0"0"33"0,0 0-18 0,0 0-36 15,0 0 16-15,0 0-56 16,0 0-3-16,-29-21-21 16,23 37-2-16,-7 11 20 0,13 0-10 15,0 5 3-15,0-5-4 16,0-5-8-16,19-3-5 15,10-11-4-15,-7 0 2 16,4-5-4-16,-7-3 7 16,20 0 7-16,-20-7 2 15,10-14 3-15,-13-2-10 16,-10-3-7-16,-6-1 7 16,0 3-3-16,-6 6-4 15,-23 1 0-15,-6 6-2 16,-10 5 0-16,19 1-10 15,-6 4-28-15,22 1-50 16,7 0-18-16,3 0-100 16,0 0-76-16,0-3-258 15</inkml:trace>
  <inkml:trace contextRef="#ctx0" brushRef="#br0" timeOffset="102473.59">27463 16749 637 0</inkml:trace>
  <inkml:trace contextRef="#ctx0" brushRef="#br0" timeOffset="102632.79">27463 16749 637 0,'359'-188'142'0,"-321"166"22"0,-12 5-45 0,-13 10-5 0,-7 4-44 16,-6 3-1-16,0 0-23 16,0 19-17-16,10 11 30 15,-4 6-30-15,-2 5-26 16,-4 2-3-16,0 4-1 16,0 1 0-16,0-6-17 15,-4-3-79-15,4-9-32 0,0-11-66 16,0-7-51-1,13-5-154-15</inkml:trace>
  <inkml:trace contextRef="#ctx0" brushRef="#br0" timeOffset="103032.82">28370 16798 172 0,'0'0'540'16,"0"0"-373"-16,0 0-3 15,0 0-43-15,0 0-37 16,0 0-30-16,-19-71-21 15,-10 71-17-15,-19 8-13 16,3 12 1-16,13 6-4 16,3 1 4-16,16-2-4 0,13-3-3 15,0-8 3-15,0-4-9 16,16-7 6-16,16-3 3 16,10 0 3-16,3-4-1 15,3-19 0-15,3-4 3 16,-9-7-4-16,-10-2 0 15,-9-5 3-15,-17 1 2 16,0-3 1-16,-6-6-1 16,0 7 4-16,0 3-1 15,-6 15 18-15,0 11 28 16,-10 10 0-16,9 3-22 16,-2 4-28-16,9 23-5 15,0 9 0-15,0 8 1 16,0 5-1-16,0 4-1 15,0 2-23-15,9 10-71 16,-9-5-85-16,0 0-96 0,0-6-406 16</inkml:trace>
  <inkml:trace contextRef="#ctx0" brushRef="#br0" timeOffset="109582.57">11942 16781 855 0,'0'0'108'0,"0"0"-59"0,0 0 88 0,0 0-23 15,0 0-54-15,0 0-31 16,0 0-8-16,-160 13 9 16,160-13-8-16,19 0 2 15,58-3 9-15,35-14 30 16,29-10-36-16,20-3-15 16,9-1-1-16,-4-1-2 15,-15 2-6-15,-20 3-3 16,-18 3-1-16,-27 0 0 15,-15 6 1-15,-20 8 0 0,-22 4 1 16,-13 2 0-16,-13 0-1 16,-3 4 4-16,0-3-3 15,0 3 2-15,-6-1-3 16,-42-3-5-16,3-4 3 16,-10 4 1-16,1 1-1 15,-1-4 4-15,7 3-1 16,0 3-1-16,19-3-1 15,13 3 1-15,16 1 5 16,0-3-1-16,0 2 0 16,0 1 1-16,0 0-4 15,0 0-1-15,0 0-1 16,0 0 0-16,35 0 1 16,23 0 0-16,9 0 0 15,-12 0 0-15,12 0 0 0,-22 0 0 16,3 4 0-16,-9 6-2 15,-10 8 2-15,-20 3-3 16,-9 6 2-16,0 3 1 16,0 5-5-16,-32 8-26 15,-13 3-43-15,-22 4-24 16,3 1-41-16,-4 2-51 16,-5-6-106-16</inkml:trace>
  <inkml:trace contextRef="#ctx0" brushRef="#br0" timeOffset="111916.44">18492 16651 681 0,'0'0'113'0,"0"0"-46"0,0 0 44 0,0 0-13 0,0 0-53 15,0 0-26 1,0 0-7-16,16-15-1 0,-16 15-10 16,0 0 8-1,0 0 7-15,0 3 4 0,0 12 7 16,-19 2 16-16,-19 9-29 16,-11 5 1-16,-21 8-3 15,-1 7 5-15,-22 7 3 16,-9 1-6-16,9 3-4 15,6 0 0-15,4-6-6 16,28-3 4-16,17-11-8 16,-1-7 3-16,20-11-3 15,10-11-1-15,9-4 1 16,0-4 0-16,0 0 3 16,0-11 9-16,9-13-10 0,30-7-1 15,9-4-2 1,6-3-1-16,4-1-13 0,0 0 0 15,3 2 3-15,-4 1-6 16,1-3 3-16,0 1 7 16,-1 2 8-16,-8-1 0 15,2 4 1-15,-3-1-1 16,0 2 0-16,-3 3 2 16,-3 4-1-16,-17 2 2 15,10 8 9-15,-15 0 1 16,-1 5 8-16,-9 5-7 15,-1 0 13-15,-6 1-4 16,-3 1-13-16,0 3 2 0,0 0-3 16,0 0-4-16,0 0-4 15,0 0-1-15,-19 8-1 16,-23 7 1-16,-15 9 0 16,-7-5 0-16,0 4 0 15,-4-2 1-15,4-1-2 16,6-4 2-16,10-4-2 15,13-6 1-15,25-1 0 16,10-5 0-16,0 0 1 16,0 0 2-16,0-10-3 15,36-10-1-15,15-3-1 16,3 0 1-16,4 6 1 16,-10-2 0-16,-3 4 0 0,3-1 0 15,0 1 1-15,-3 3-1 16,3 3 0-1,-12 3 0-15,-4-2 1 0,-7 5 1 16,-2 3-1-16,-10 0 0 16,-1 0-1-16,-5 0 0 15,-4 0 0-15,3 14 0 16,1 6 0-16,-7 0 1 16,0 7 3-16,0-1-3 15,0 4 0-15,-13-6 0 16,-6 1-1-16,-10 2-2 0,0 0 0 15,-6 3-19 1,-4 2-29-16,1-1-71 0,6-6-42 16,-3-3-167-16</inkml:trace>
  <inkml:trace contextRef="#ctx0" brushRef="#br0" timeOffset="113999.74">23179 16845 765 0,'0'0'126'0,"0"0"-2"0,0 0 5 15,0 0-47-15,0 0-34 16,0 0-27-16,-6-10-18 16,-20 32 8-16,-2 10 39 15,-17 4-15-15,-13 10-11 16,-9 13 9-16,-7 3-23 0,-13 6 12 16,14 3-18-16,5-12-1 15,14-5 0-15,-4-8-3 16,23-12-1-16,9-7 1 15,4-11 3-15,12-8-3 16,7-8-2-16,-4 0 2 16,7 0-3-16,0 0 9 15,0 0-5-15,0 0-1 16,0-6-7-16,7-15-27 16,22-10-16-16,9-4-4 15,26-10 4-15,-6-3 6 16,3-2 11-16,-7-2-9 0,1 8 11 15,-1 4 2 1,-5 4 12-16,-11 3 8 0,13 1 9 16,-9 2 0-16,0-1 3 15,-7 1 18-15,13-2-4 16,-13 5 2-16,-6 3 5 16,10-1 9-16,-1 7-11 15,-22 3 11-15,-3 4-2 16,-7 7 3-16,-6 3-11 15,0 1 14-15,0 0-18 16,0 0-11-16,0 0-6 16,0 0 2-16,0 0 6 15,0 0-8-15,0 0-2 16,-19 1-2-16,-19 14 0 16,-7 1 2-16,-3 1 4 0,3 1-2 15,-3 0-2 1,3-2 0-16,3-2 0 0,-3-1 0 15,10-2-2-15,3-3 3 16,6-3-6-16,13 0 10 16,4 1-6-16,9-5 1 15,0-1 0-15,0 0-1 16,0 0-1-16,0 0 2 16,0 0 5-16,0 0-5 15,13-7 4-15,22-3-7 0,7-9 3 16,15 1 0-1,-5-2 0-15,5 0 3 0,-9 2-6 16,-3 1 3-16,-16 6-1 16,-10 3 2-16,1 2 3 15,-8 4-4-15,-12 2-5 16,0 0 4-16,4 0-3 16,-1 0 6-16,3 0-3 15,7 0 1-15,-3 16-1 16,3 0 1-16,-7-1 0 15,0 4 0-15,-6 4-7 16,0-3 15-16,0 5-10 16,0-3 2-16,0 1-3 15,0 0 3-15,0-4 2 16,-6 2 3-16,-7 1-9 0,-3-2 4 16,-3-1-4-1,6-4-40-15,-3-7-89 0,-3-2-114 16,3-6-233-16</inkml:trace>
  <inkml:trace contextRef="#ctx0" brushRef="#br0" timeOffset="117633.06">26411 15276 439 0,'0'0'131'0,"0"0"-85"0,0 0 19 16,0 0-25-16,0 0 15 0,0 0-25 15,0 0 0 1,0 12 9-16,0-12-11 0,0 0 14 15,-9 0-2-15,9 0 2 16,-7 3-11-16,7-3-3 16,-13 0 0-16,13 0-8 15,0 0-2-15,0 1-9 16,0-1-7-16,0 0-1 16,0 0-1-16,0 0 10 15,0 0-3-15,0 3-2 0,0-3-5 16,39 0 17-1,6 0-14-15,-4 0 4 0,4 0-4 16,0 0-3-16,-6 0 0 16,-10-7 0-16,9 4 0 15,-16-3 0-15,-6 3 0 16,4 2 0-16,-1-1 0 16,0 2-4-16,0-3-11 15,7 3-18-15,0-2-24 16,-4-1-15-16,7 2-57 15,-3-2-96-15</inkml:trace>
  <inkml:trace contextRef="#ctx0" brushRef="#br0" timeOffset="122766.3">24757 15090 390 0,'0'0'367'0,"0"0"-336"0,0 0 9 0,0 0 51 16,0 0-15-16,0 0-39 15,0 0 21-15,0 6 23 16,0-6-25-16,0 0-4 16,0-2 11-16,0-6-12 15,6-4-19-15,-2-2-11 16,5-3-12-16,-9-2-5 15,10-4 5-15,3 0 0 16,-10-8-4-16,6 1 5 16,-9-2 0-16,13-3 1 15,-13 0-4-15,0 3-2 16,0-3 1-16,7 6-5 0,-7 2 7 16,6 3-6-1,7 9-2-15,-4 0 3 16,4-1 0-16,-6 3 2 15,-1-1-2-15,4 1 0 0,3-1 0 16,3 1-2-16,3 2 1 16,3 3-2-16,4 0-1 15,3 3 1-15,-4 0 5 16,11 1-3-16,5-1-1 16,14 2 1-16,15-1-2 15,23 0 0-15,0 2 3 16,23-5-2-16,12 2-1 15,13-1 0-15,26-2 0 16,3 2 1-16,3 4-1 0,-3 0 0 16,9 2-1-16,-2 0 1 15,9-3 0-15,-4 1 0 16,11-2 2-16,-1-2-2 16,7 0 0-16,-23 2 1 15,-25-3-1-15,-29 4-4 16,-26-1-6-16,-16-1 10 15,-9 1 0-15,-10-2 0 16,-4 1 0-16,-15 1 0 16,0-4-2-16,-20 5 4 15,-3 2-6-15,-12 1 5 16,-4-3-1-16,-3 3 1 16,0 0-1-16,0 0-1 0,0 0-1 15,13 0-1 1,-7 0 2-16,10 15 1 0,7 4 0 15,-17 4 1-15,20 8-1 16,-10 4 0-16,-3 1 0 16,6 6 0-16,0 1-1 15,0-1 1-15,4 2 1 16,-17-5-1-16,4-3 0 16,-1-4 0-16,1-4 0 15,6-1 0-15,-6-3-4 16,2-5-73-16,-2-1-84 15,-4-6-72-15,-6-10-259 16</inkml:trace>
  <inkml:trace contextRef="#ctx0" brushRef="#br0" timeOffset="157499.7">23314 15069 741 0,'0'0'139'0,"0"0"-65"0,0 0 18 0,0 0 4 16,58-117-61-16,-10 73 7 16,0-5 4-16,7-10-21 15,25-10-4-15,0-1 3 16,13-9 7-16,3-1-30 16,-3-1 7-16,16 0-1 15,-10 0-5-15,-6 6 1 16,0 8-3-16,-6 5 9 15,-23 9 4-15,3 4-6 16,-9 7 6-16,-10 1-4 16,-13 7-7-16,1 3 3 0,-14 8-5 15,-15 8 4-15,-7 6-3 16,0 1 5-16,0 1-3 16,-7 6 0-16,-25 1-3 15,-13 0-2-15,-3 0 1 16,-6 0 0-16,-1 5 1 15,-3 7-3-15,10-1 3 16,0-2-1-16,19 1-1 16,4-3 2-16,12-3 0 15,13-3 0-15,0 3-5 16,0-4 3-16,0 0 2 16,32 0-1-16,22 0 2 15,4-7 2-15,6-5-3 0,-3 0 0 16,-6 7-1-1,-1 0 1-15,-3 3 0 0,-9 2 0 16,-10 0 0-16,-6 0 0 16,-7 17-3-16,-19 9-1 15,0 9 4-15,0 9 0 16,0 1 0-16,-22 5-3 16,-14-5-49-16,17-4-52 15,3-2-22-15,7-9-113 16,9-10-135-16</inkml:trace>
  <inkml:trace contextRef="#ctx0" brushRef="#br0" timeOffset="158133.37">25632 13321 658 0,'0'0'137'0,"0"0"-11"0,0 0-15 0,0 0-20 16,0 0-59-16,0 0-23 15,-134 20 19-15,105 7 7 0,16 2-7 16,0-2 0 0,10 1-7-16,3-1 4 0,0-3-6 15,0-8-15-15,41-1 4 16,8-7 4-16,2-4-7 16,0-4 4-16,7 0-3 15,-10-1 0-15,-6-18-1 16,-4-7 10-16,-9 4-8 15,-19-5 1-15,-10 4-1 16,0-3 26-16,-26 4-16 16,-35 0-10-16,-3 4 8 15,3 3-9-15,0 3-5 16,7 3 3-16,12 2-3 16,13 3-2-16,13 1-2 15,13 3-34-15,3 0-79 0,0 0-63 16,3 0-123-1,42 0-132-15</inkml:trace>
  <inkml:trace contextRef="#ctx0" brushRef="#br0" timeOffset="158317.22">26270 13227 808 0,'0'0'201'16,"0"0"-41"-16,0 0-45 15,0 0-64-15,0 0-37 16,0 0-13-16,45-29-2 0,-32 29-14 16,9 0-62-16,1 0-93 15,6 0-161-15</inkml:trace>
  <inkml:trace contextRef="#ctx0" brushRef="#br0" timeOffset="158566.51">26761 12972 748 0,'0'0'256'15,"0"0"-80"-15,0 0-42 16,0 0-25-16,0 0-70 16,0 0-27-16,0-12 5 0,0 35 17 15,0 8-19 1,0 5 8-16,0 6-18 0,0 1-2 15,9 4-3-15,-2-2-8 16,6-2 0-16,3-4-59 16,-4 0-114-16,-5 0-60 15,18-5-207-15</inkml:trace>
  <inkml:trace contextRef="#ctx0" brushRef="#br0" timeOffset="160084.51">25764 15265 429 0,'0'0'201'0,"0"0"-130"0,0 0-16 0,0 0 54 16,0 0-67-16,0 0-24 16,-116-34-11-16,91 34-7 15,-1 0-4-15,-6 7 4 16,3 3-30-16,23 0-248 16</inkml:trace>
  <inkml:trace contextRef="#ctx0" brushRef="#br0" timeOffset="161299.21">27530 14455 694 0,'0'0'27'0,"0"0"50"0,0 0 30 0,0 0-19 16,0 0-42-16,0 0 1 16,0 12 12-16,0-12 1 15,0 0-3-15,0 0-10 16,0 0 24-16,0-12-27 16,-6-13-24-16,6-8-16 15,0-9 7-15,6-9-7 16,52-6 6-16,19-5-3 15,25-5 6-15,20 0-11 0,16-1 5 16,6-4-3 0,13 6 0-16,4 0-4 0,9 6 0 15,0 7 0-15,-4 7 0 16,-2 7 0-16,-23 11-2 16,-10 2 2-16,-28 8-3 15,-7 1 3-15,-16 4 3 16,-22-1 2-16,-16 5-5 15,-17 4-2-15,1 0 2 16,-23 0 0-16,4 1 13 16,-7-4-9-16,0 4-4 15,0-2 2-15,-10-3 3 16,-35-2-5-16,10 1-1 16,-7 1 1-16,-3 1-2 15,10 7 4-15,-3-2-2 16,5 2 0-16,11 1-5 0,0 0 5 15,12 0 0-15,10 0 0 16,0 0-1-16,0 0-3 16,0 0 4-16,10 0-11 15,28 0 10-15,7 0 1 16,13 0 0-16,12 0 0 16,-15 0 1-16,-10 0-1 15,-7 0 0-15,-15 0 1 16,-11 13-2-16,-12 1 1 15,0 8 0-15,0 8-1 16,-25 6-10-16,-14 8-75 0,-9 2-74 16,10 6-104-16,2-3-321 15</inkml:trace>
  <inkml:trace contextRef="#ctx0" brushRef="#br0" timeOffset="162383.91">30656 13250 715 0,'0'0'138'0,"0"0"5"0,0 0 9 0,0 0-55 15,0 0-26-15,0 0-34 16,-58-30-3-16,39 57-19 16,6 3 3-16,1 1-9 15,12-3 1-15,0 3 5 16,6-4-13-16,32-5 5 16,10-1-5-16,1-7-2 15,5-4 5-15,-9-7-5 16,-16-3 2-16,3 0 0 15,-6 0 2-15,-4-16 0 16,-6-11-3-16,0-5 7 0,-16 1-6 16,0-2 7-16,0 2-6 15,-26 3-3-15,-15 5 5 16,-11 3-12-16,4 6 11 16,7 3-10-16,9 6 0 15,9 3-34-15,20 2-85 16,3 0-84-16,0 0-217 15</inkml:trace>
  <inkml:trace contextRef="#ctx0" brushRef="#br0" timeOffset="162583.31">31454 13182 848 0,'0'0'203'0,"0"0"-46"15,0 0-37-15,0 0-45 16,0 0-46-16,0 0-27 16,84-18-4-16,-75 18-4 15,7 0-11-15,-3 0-95 16,6 0-38-16,1 9-108 16,5 0-156-16</inkml:trace>
  <inkml:trace contextRef="#ctx0" brushRef="#br0" timeOffset="163083.37">32009 13125 416 0,'0'0'337'15,"0"0"-116"-15,0 0-51 16,0 0-56-16,0 0-37 16,0 0-22-16,-86-21-20 15,60 25-16-15,3 16-1 0,-2 2 3 16,18 5-8-16,-5 2 7 16,12-2-17-16,0 3 3 15,0-7-3-15,38-4-3 16,10-6 4-16,7 0-2 15,6-9-2-15,-7-4 1 16,-3 0-4-16,-12 0 6 16,-7 0 0-16,-6-17 2 15,-7-2-3-15,-6-6 2 16,-13 1-3-16,0-3 4 16,0 0 0-16,-32 5 0 0,-13 3-5 15,6 3-1 1,-9 5-1-16,13 6 0 0,6-2-3 15,6 4-10 1,17 3-35-16,-4 0-58 0,7 0-37 16,3 0 7-16,0 0-61 15,3 0-17-15,33 0 25 16,-4 0-130-16</inkml:trace>
  <inkml:trace contextRef="#ctx0" brushRef="#br0" timeOffset="163450.79">32381 13086 496 0,'13'-5'167'0,"6"4"8"16,-9-2-36-16,-1 3-30 16,-9 0-52-16,7 0-18 0,-7 19 4 15,0 4-21-15,0 5-10 16,0 4-7-16,0 2-2 16,0 0-3-16,0 0 0 15,0-7-1-15,0-2 1 16,0-6 0-16,0-6 1 15,19-10 5-15,10-3-6 16,12 0 0-16,11-1 10 16,9-18-8-16,-7-3-2 15,-6-2 0-15,-9 3 2 16,-30-1 15-16,-9-1 23 16,0 2 29-16,0-3-33 15,-32 0-16-15,-16 4-5 0,0 3-8 16,-6 6-7-16,-1 4-1 15,10-1 1-15,7 5 0 16,6 3-14-16,6 0-31 16,7 0-85-16,6 0-31 15,7 0-99-15,6 2-157 16</inkml:trace>
  <inkml:trace contextRef="#ctx0" brushRef="#br0" timeOffset="163866.48">33032 13101 535 0,'0'0'183'0,"0"0"-28"0,0 0-38 0,0 0-41 0,0 0-54 16,0 0-5-16,22 6 18 15,-22 12-2-15,0 3 1 16,0 0-11-16,0 5-9 16,0-1-11-16,0-4 1 15,0-1 0-15,10-5-2 16,25-7-2-16,4 0 1 16,6-1 0-16,-7-7-1 0,0 0 4 15,1 0 0 1,-1-3 4-16,-2-10 8 0,-14-2 14 15,-6-4-1 1,-6-4 18-16,-10 0 0 0,0-1-20 16,-19-3-5-16,-14 0-14 15,-11 5 2-15,-1 1-8 16,0 7-2-16,3 5-7 16,7 5-2-16,-4 4-46 15,11 0-77-15,2 0-40 16,13 1-172-16</inkml:trace>
  <inkml:trace contextRef="#ctx0" brushRef="#br0" timeOffset="164383.32">33586 12954 643 0,'0'0'216'0,"0"0"-45"0,0 0-26 0,0 0-50 16,0 0-12-16,0 0-2 0,-6-52-34 15,6 52-11-15,0 0-24 16,0 0-2-16,0 5-7 16,16 17 8-16,-3 7 2 0,-3 5-7 15,-1 9-2-15,-9 3-4 16,0 8 0-16,0 4-4 16,0 3-28-16,-9 2-40 15,-7 4-53-15,-7 5-23 16,-15 6-140-16,6 0-537 15</inkml:trace>
  <inkml:trace contextRef="#ctx0" brushRef="#br0" timeOffset="174932.6">18483 17964 764 0,'0'0'149'0,"0"0"-19"0,0 0-12 15,0 0-5-15,0 0-31 16,0 0 3-16,0 0-19 15,0-90-13-15,0 90-22 16,0 0-27-16,0 0-4 0,0 6 0 16,0 15 0-1,0 10 0-15,0 8 9 0,3 8-2 16,10-1 3-16,-4 1-6 16,1-5-4-16,3-3 0 15,-7-6 0-15,4-8 1 16,-1-2-2-16,-9-12-2 15,0-3-8-15,0-5-25 16,7-3-35-16,-7 0-28 16,0 0-56-16,0 0-37 15,0 0-154-15</inkml:trace>
  <inkml:trace contextRef="#ctx0" brushRef="#br0" timeOffset="175134.78">18800 18081 941 0,'0'0'155'0,"0"0"-26"16,0 0-12-16,0 0-41 16,0 0-72-16,0 0-4 15,29-18-15-15,-10 18-59 16,0 0-22-16,10 0-121 15,-3 1-261-15</inkml:trace>
  <inkml:trace contextRef="#ctx0" brushRef="#br0" timeOffset="175438.26">19236 17951 707 0,'0'0'210'0,"0"0"-83"15,0 0-51-15,0 0 13 16,0 0-29-16,0 0 25 16,0 58-24-16,0-39-35 15,0 1-6-15,26-1 0 16,-1 4-2-16,4 0-1 16,0-1-4-16,-10-4 1 15,-6 0-3-15,-7-5-3 0,4-1-2 16,-10-1-6-1,0-4-3-15,0 4 2 0,-16-2 1 16,-26 0-17-16,4-2-42 16,3-7-34-16,-4 0-90 15,14 0-97-15,2-12-116 16</inkml:trace>
  <inkml:trace contextRef="#ctx0" brushRef="#br0" timeOffset="175633.62">19300 17916 752 0,'0'0'246'0,"0"0"-127"0,0 0-29 16,0 0-15-16,0 0-55 16,0 0-13-16,218-73-6 15,-186 69-2-15,-3 4-29 16,-7 0-105-16,-2 10-221 15</inkml:trace>
  <inkml:trace contextRef="#ctx0" brushRef="#br0" timeOffset="176037.12">20268 18129 879 0,'0'0'223'0,"0"0"-56"16,0 0-3-16,0 0-54 16,0 0-39-16,0 0-13 0,-38 4-11 15,38-4-22-15,0 0-10 16,26 0-2-16,22 0 8 16,13 0-2-16,9-7-16 15,-9-1 0-15,-7 3-3 16,-5 0-2-16,-14 0-11 15,-3 4-39-15,0 1-53 16,-13 0-65-16,-9 0-85 16,3 0-172-16</inkml:trace>
  <inkml:trace contextRef="#ctx0" brushRef="#br0" timeOffset="177583.14">21990 18218 351 0,'0'0'355'0,"0"0"-221"0,0 0-11 0,0 0 7 16,0 0-71-16,0 0-42 16,-99 10-3-16,83 14-3 15,16 6 2-15,0 0 6 16,0-1-10-16,19 0-8 15,23-4 2-15,6-8 8 16,-3-5-11-16,9-7 0 16,-9-3-2-16,-3-2 2 0,-4 0 11 15,17-5-4-15,-17-16 24 16,0 0 6-16,-12-2-8 16,-7 1 14-16,-19-3 0 15,0 3-17-15,0 3-5 16,-19 1 3-16,-19 4-12 15,-10 3 6-15,3 2-14 16,6-1-4-16,14 6-3 16,-4 0-7-16,19 4-44 15,7 0-60-15,3 0-72 16,0 0-137-16,0 4-16 16</inkml:trace>
  <inkml:trace contextRef="#ctx0" brushRef="#br0" timeOffset="177833.66">22881 18250 656 0,'0'0'257'0,"0"0"-139"0,0 0 36 16,0 0-24-16,0 0-13 15,0 0-57-15,0 0-5 16,4-1-41-16,-4-5-14 0,0 6 0 16,0 0-7-1,0 0-48-15,0 0-74 0,0 0-47 16,0 3-117-16,0 1-59 16</inkml:trace>
  <inkml:trace contextRef="#ctx0" brushRef="#br0" timeOffset="178750.12">23513 18167 657 0,'0'0'190'15,"0"0"-73"-15,0 0 4 0,0 0 0 0,0 0-61 16,0 0-19-16,0-17-8 16,0 17-18-16,0 7-1 15,0 13-10-15,-6 4 12 16,-7 5-8-16,6 1-5 0,4-2-1 15,3 2-2 1,0-5 3-16,0-5-3 16,26-5-4-16,6-5 3 0,-3-5-1 15,9-5 2-15,1 0 0 16,-14 0 7-16,23-8-5 16,-12-11 1-16,2-6 5 15,4-1-2-15,-17 2 0 16,-18 1 3-16,-7 1-2 15,0 1 33-15,-7 3 4 16,-31 0-14-16,-7 4-3 16,-3 6-7-16,0 1-16 15,13 3-1-15,6 1-3 16,13 3-2-16,3 0-33 16,3 0-33-16,1 7-52 0,5 10-50 15,4-2-52-15,0-3-97 16</inkml:trace>
  <inkml:trace contextRef="#ctx0" brushRef="#br0" timeOffset="179249.68">24308 18157 184 0,'0'0'524'0,"0"0"-382"0,0 0-32 0,0 0 37 0,0 0-60 15,0 0-14 1,16-31 0-16,-16 31-7 0,0 0-18 16,0 0-21-16,0 0-18 15,-10 4 5-15,-18 14-14 16,-11 6 3-16,10 7-1 15,4 0-1-15,5 3-1 16,14-2 0-16,3-5 0 16,3-4-1-16,0-5 0 15,6-5-1-15,36-6-6 16,12-2-5-16,-9-5 4 16,3 0 8-16,-19 0 0 15,10 0 2-15,-4-8-1 0,-3-11 2 16,-6-4 3-1,-4-2-4-15,-22 2 2 0,0-4 0 16,0 2 11-16,0 1-5 16,-42 1 8-16,4 2 3 15,-7 8-14-15,-3 4-1 16,9 6-2-16,1 3-3 16,6 0-8-16,10 0-23 15,-4 0-40-15,13 17-98 16,-6 3-32-16,12 0-120 15</inkml:trace>
  <inkml:trace contextRef="#ctx0" brushRef="#br0" timeOffset="179766.54">25081 18218 192 0,'0'0'637'0,"0"0"-507"0,0 0-5 0,0 0 6 15,0 0-48-15,0 0-37 16,0-26 4-16,-7 26-42 15,-22 12-8-15,-6 14 0 16,3 4 0-16,-3 2 4 16,19-1-3-16,6 0-1 15,1-7 0-15,9-5 0 16,0-4 0-16,35-3-8 16,19-5 8-16,7-4 6 15,3-3-6-15,1 0-1 16,-5 0-1-16,-15-5 4 15,3-12 11-15,-12 0-6 16,-1-3 0-16,-13-1 17 16,-22-2 6-16,0 1 4 0,0 0-18 15,0-1 3-15,-45 2-2 16,4 3-17-16,-7 4 2 16,-4 7-2-16,11 4 0 15,-4 3-12-15,-3 0-15 16,19 0-54-16,3 2-76 15,4 16-60-15,12-2-143 16</inkml:trace>
  <inkml:trace contextRef="#ctx0" brushRef="#br0" timeOffset="180670.95">25677 18361 375 0,'0'0'218'0,"0"0"-119"0,0 0 17 0,0 0 15 15,0 0-11-15,0 0-48 16,48-42-8-16,-35 37 1 16,-10-2-12-16,0 0 3 15,4-1-11-15,-7 7-11 16,0-2-13-16,0 3-4 15,0 0-7-15,0 0-10 16,0 0 0-16,0 0-1 16,0 15 0-16,0 0 1 0,0 3 1 15,3 3-1-15,16-3 2 16,7 0-1-16,6-6-1 16,3 5 0-16,4-5 1 15,-4-3-1-15,-3-2-1 16,10-6 1-16,-10-1 0 15,3 0 2-15,10 0 1 16,-7-17-2-16,-6-8 0 16,-3 1 0-16,-13-3-1 15,-16 0 3-15,0 0 5 16,0 3 1-16,-9-1-5 16,-30 7 4-16,-9 2 1 0,3 5 2 15,0 2-8-15,10 4-3 16,-7 5-1-1,4 0 0-15,-7 0-20 0,13 7-31 16,0 13-62-16,9 6-44 16,14-2-86-16,2 0-211 15</inkml:trace>
  <inkml:trace contextRef="#ctx0" brushRef="#br0" timeOffset="181400.47">26751 18054 415 0,'0'0'294'0,"0"0"-121"0,0 0-27 0,0 0 11 0,0 0-49 15,0 0 5-15,0-26-39 0,0 25-22 16,0 1-19-16,0 0-3 15,0 0-15-15,0 0-11 16,0 1 1-16,0 16-3 16,0 9 4-16,0 2 4 15,6 11 5-15,7-2 0 16,-6 7-5-16,2 1-2 16,4-2-8-16,-6 0 0 0,5 2-7 15,-5-1 6-15,-7 0-37 16,0-2-50-1,0 0-54-15,0-6-25 0,-7-3-55 16,-15-7-128-16</inkml:trace>
  <inkml:trace contextRef="#ctx0" brushRef="#br0" timeOffset="182433.09">22269 18282 606 0,'0'0'102'0,"0"0"-47"0,0 0 32 0,0 0-15 16,0 0-16-16,0 0-21 15,-45-6-7-15,29 6-14 16,6 0-5-16,-9 0-9 15,10 0 0-15,-14 1-2 16,1 9-32-16,-1 0-94 16,4 2-85-16,3-2-260 15</inkml:trace>
  <inkml:trace contextRef="#ctx0" brushRef="#br0" timeOffset="188599.45">27623 18429 294 0,'0'0'768'0,"0"0"-656"0,0 0-6 0,0 0 30 0,0 0-46 15,0 0-45-15,0 0-19 16,125-20-20-16,-61 10-5 16,0 6-2-16,-35 4-1 15,-9 0-15-15,-17 0-63 16,-3 0-49-16,0 7-23 0,-13 15 27 16,-45 4-4-16,-6 2 39 15,10-1 86-15,5 0 4 16,24-7 45-16,6-8 67 15,15-5-23-15,4-5-9 16,0-2-33-16,0 0-15 16,39 0 9-16,25-2-7 15,13-13-34-15,0 3 0 16,6 4-31-16,-9 0-124 16,3-1-269-16</inkml:trace>
  <inkml:trace contextRef="#ctx0" brushRef="#br0" timeOffset="189516.12">30210 18508 821 0,'0'0'232'0,"0"0"-127"16,0 0-9-16,0 0 21 0,0 0-20 16,0 0-8-16,-166-15-22 15,166 14-36-15,0 1-14 16,38-3-3-16,46-3-7 16,28 0-6-16,35-9 13 15,7 4-9-15,6-4 0 16,-2 3-3-16,-8 0 0 15,-9 4 1-15,-9 1-3 16,-20 3 0-16,-25 1-2 16,-14 3 4-16,-34 0-5 0,-7 0-1 15,-16 0 4-15,-7 0 1 16,-9 0-1-16,0 0-5 16,0 0 2-16,0 0-21 15,0 5-15-15,-25 2-25 16,-23 3-63-16,-7 4-90 15,-12-5-110-15</inkml:trace>
  <inkml:trace contextRef="#ctx0" brushRef="#br0" timeOffset="191200.69">13843 17944 987 0,'0'0'160'0,"0"0"-48"0,0 0 15 0,0 0-4 15,0 0-74-15,0 0-42 16,7-12-2-16,2 41-4 16,4 11 14-16,3 7 10 15,0 3-6-15,-13 0-11 16,20-4 5-16,-17-6-6 15,14-10-5-15,2-10-2 16,-6-4 2-16,0-12-2 16,-3 1-4-16,-13-5 4 0,6 0 5 15,4 0-3-15,9-6 1 16,0-17 4-16,23-7-3 16,-16-1-3-16,3-1 0 15,-13 7 2-15,6 8-3 16,-22 12-2-16,6 3 2 15,-6 2-3-15,0 0 2 16,0 0-4-16,10 0-2 16,0 0-5-16,9 0 11 15,-9 0 0-15,9 0 1 16,0 0 0-16,-3 0 0 16,-3 0 1-16,6-3 1 15,-12-14 1-15,-7-3 6 16,0-3-8-16,0-3 5 0,0 4-6 15,0 1-1 1,0 8 1-16,-7 2 2 0,7 3-2 16,-13 5-10-16,13 3-22 15,0 0-53-15,0 0-107 16,0 12-76-16,0 8-40 16</inkml:trace>
  <inkml:trace contextRef="#ctx0" brushRef="#br0" timeOffset="191733.46">14574 18201 658 0,'0'0'71'0,"0"0"45"0,0 0-4 0,0 0-22 0,0 0-53 15,0 0-1-15,20 2 4 16,-20-2-8-16,0 0 0 15,0 0 3-15,0 0 7 16,0 0 14-16,0 0 5 16,0 0-11-16,0 0 5 15,3 0-3-15,3-7-3 16,4-2-12-16,-1-7-25 0,11 2-12 16,-1 2 4-16,3 2-1 15,1 1 1-15,-1 6-4 16,1 1-2-16,2 2-8 15,-9 0 8-15,13 8 0 16,-6 8-4-16,-7 4 6 16,0-2 3-16,0-5-3 15,-10-2-4-15,1-4 4 16,-7-3 0-16,0-4-5 16,0 0 5-16,3 0 4 15,-3 0 12-15,9-17-3 16,7-1-13-16,-6 2 0 15,9 6-6-15,-9 9 4 16,-4 1-1-16,-6 0 3 0,7 0-6 16,6 0 6-16,6 0-5 15,3 1 4-15,4 11-5 16,-7-1 3-16,0 5-43 16,7-1-61-16,-4 4-96 15,1-3-57-15,3-7-267 16</inkml:trace>
  <inkml:trace contextRef="#ctx0" brushRef="#br0" timeOffset="193350.32">19816 17658 587 0,'0'0'68'0,"0"0"-13"0,0 0 54 0,0 0-22 15,0 0-3-15,0 0-40 16,-170-105 1-16,145 89-6 15,-7 0-12-15,-13 5-2 16,-7 0-9-16,-12 3 5 0,-9 1-15 16,-1 2-5-16,-19 4 12 15,6-2 6-15,1 3-19 16,-7 0 2-16,9 0 7 16,-2 0-7-16,6 0-2 15,-10 12 0-15,7 2 0 16,-1 6 0-16,1 3 0 15,6 1-1-15,-6 3 1 16,6 4-1-16,9 4 2 16,-5 4-4-16,5 0 3 15,7 9-7-15,0 4 7 16,13 2 4-16,-6 8-4 16,19 0-5-16,2 0 5 0,8 1 4 15,15-4-3-15,10-5-1 16,0-5 3-16,0-2-2 15,19-1-1-15,26 1 1 16,-6 1-1-16,15-4 0 16,-2-2 0-16,9-3 0 15,9-7-1-15,4-2 4 16,9-7-1-16,10-5-2 16,7-8 1-16,-1-2 3 15,16-8-3-15,1 0 0 16,2 0 2-16,-15-5 3 15,12-14-4-15,-2-9 0 16,-1-4-1-16,-10-5 3 16,7-4-1-16,-19-6-1 0,-6 3 0 15,2-5 4-15,-22 3-2 16,-6 2 10-16,-13 2 17 16,-7 2 6-16,-18 1-20 15,-4-3 2-15,-16 3 8 16,0-3-8-16,0-9-13 15,-16 0-1-15,-33-5-2 16,-8-2 5-16,-14 4-16 16,-15 6 7-16,-1 6 1 15,-16 12 0-15,-9 15 0 16,-19 9 0-16,-29 6-15 16,-20 1-43-16,-9 31-105 0,0 4-151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2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18697,'0'0'7651,"192"-10"-7139,-97-2-352,15 1-32,9-1-32,2 2-15,-11 3-81,-12 2-225,-14 3-575,0 2-705,3 0-1360,3 0-785,7 0-2673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2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15559,'0'0'10514,"-16"5"-10116,7-2-324,-33 12 168,42-15-238,0 0 0,-1 0 0,1 0 0,0 0 0,0 0 0,-1 1 0,1-1 0,0 0 0,0 0 0,0 0 0,-1 0 0,1 0 0,0 0 0,0 1 0,0-1 0,0 0 0,-1 0 0,1 0 0,0 0 0,0 1 0,0-1 0,0 0 0,0 0 0,0 0 0,-1 1 1,1-1-1,0 0 0,0 0 0,0 0 0,0 1 0,0-1 0,0 0 0,0 0 0,0 1 0,0-1 0,0 0 0,0 0 0,0 1 0,0-1 0,0 0 0,0 0 0,1 0 0,-1 1 0,0-1 0,0 0 0,0 0 0,25 7 280,116 4 79,174-8-1,-158-5-433,65-10-523,-77-14-3721,-126 20 922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174 110 16952,'-24'-1'1408,"-9"1"-839,-25-1-126,0 0 3745,1069-32-1776,-968 30-2393,1224-67-404,-1272 70 198,0 1 0,0 1-1,0-1 1,1 1-1,-1-1 1,1 1-1,-1 1 1,-5 3-1,-15 6-587,-14 2-2711,-48 10 1,26-12-3644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4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14727,'0'0'9159,"3"10"-8949,6 29 153,-1 0-1,-2 0 1,-2 1-1,-2 59 0,6 56-231,-7-150-131,0 1 0,0 0 0,0 0 1,1 0-1,0 0 0,4 8 0,-6-13 7,1 0 0,-1 0 1,1-1-1,-1 1 0,1 0 0,0 0 0,-1 0 0,1 0 0,0-1 0,0 1 0,-1 0 0,1-1 1,0 1-1,0-1 0,0 1 0,0-1 0,0 1 0,0-1 0,0 1 0,0-1 0,0 0 0,0 0 0,0 0 1,0 1-1,1-1 0,-1 0 0,0 0 0,0-1 0,0 1 0,0 0 0,0 0 0,0 0 0,0-1 1,0 1-1,0 0 0,0-1 0,0 1 0,0-1 0,0 1 0,0-1 0,0 0 0,-1 1 0,1-1 1,0 0-1,1-1 0,12-12 81,0-1 0,0-1 0,-2 0 1,0 0-1,0-2 0,8-17 0,28-40 637,-48 74-719,0 1 1,0 0-1,0 0 1,1 0 0,-1 0-1,0-1 1,0 1-1,1 0 1,-1 0 0,0 0-1,0 0 1,1 0-1,-1 0 1,0 0-1,1-1 1,-1 1 0,0 0-1,0 0 1,1 0-1,-1 0 1,0 0 0,1 0-1,-1 1 1,0-1-1,0 0 1,1 0 0,-1 0-1,0 0 1,1 0-1,-1 0 1,0 0-1,0 1 1,1-1 0,-1 0-1,0 0 1,0 0-1,0 0 1,1 1 0,-1-1-1,0 0 1,0 0-1,0 1 1,0-1 0,1 0-1,-1 0 1,0 1-1,0-1 1,0 1-1,10 17-87,-8-14 117,8 13-34,0-1 0,2 0 0,0 0 0,22 22 1,-29-33-12,0 0 0,1 0 0,0 0 0,0-1 0,0 0 1,0 0-1,1 0 0,0-1 0,0 0 0,0 0 1,0-1-1,0 1 0,0-2 0,0 1 0,9 0 0,-12-3 15,-1 1-1,0-1 0,0 0 0,1 0 0,-1 0 0,0-1 1,0 1-1,0-1 0,0 1 0,-1-1 0,1 0 0,0 0 1,-1-1-1,1 1 0,-1 0 0,0-1 0,0 1 0,0-1 0,0 0 1,0 0-1,0 0 0,-1 0 0,0 0 0,2-4 0,3-7 31,-1-1 0,0 0 0,4-26 0,-5 21-1,-2 0 1,0 0 0,-2 0 0,-2-34-1,-9 35 508,3 12-2092,6 32-8148,2 3 2483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4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16664,'0'0'11029,"0"45"-10789,2-5-96,6 3-64,-3-1-16,-2 1-64,0-7-16,-3-3-144,2-7-945,6-10-1120,3-6-1536,7-10-1266,9 0-5570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4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13670,'0'0'13158,"-24"0"-13142,50 0 112,6 0-80,2 0-32,3 0-16,-5 0-192,-1 4-1761,-7 8-2016,-19 7-706,-5 7-3920</inkml:trace>
  <inkml:trace contextRef="#ctx0" brushRef="#br0" timeOffset="1">34 219 6931,'0'0'16312,"-29"28"-15656,66-28-336,0-7-256,8-3-64,2 1-288,3-1-2033,0 3-1841,-2 0-5522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4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11397,'0'0'13492,"0"-9"-12671,0-2-658,0-11 7,0 21-84,0 12 24,11 139 616,2 70-33,-14-198-824,0-13 120,1 0-1,0 0 1,0-1 0,1 1 0,2 11 0,-2-18-174,-1-1 0,1 1-1,0 0 1,-1 0 0,1-1 0,0 1-1,0 0 1,0-1 0,0 1 0,1-1 0,-1 0-1,0 1 1,1-1 0,-1 0 0,0 0-1,1 1 1,0-1 0,-1 0 0,1-1 0,-1 1-1,1 0 1,0 0 0,0-1 0,0 1-1,-1-1 1,1 1 0,0-1 0,0 0 0,3 0-1,32 0-5032,6-4-3495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4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15479,'0'0'9604,"6"18"-8889,-2-7-570,-2 0-47,2-1 0,-1 0 0,1 0 0,1-1 1,0 1-1,0-1 0,1 0 0,0 0 1,0-1-1,10 10 0,35 26 408,-34-31-437,-2 0 0,0 1 0,21 25 0,-35-38-64,0 1 0,1-1 1,-1 1-1,0 0 0,0-1 0,0 1 1,0 0-1,0 0 0,0 0 0,-1 0 1,1 0-1,-1 0 0,1 0 1,-1 0-1,0 0 0,0 0 0,1 0 1,-2 0-1,1 0 0,0 0 0,0 0 1,-1 0-1,1 0 0,-2 4 0,0-4-10,0 1-1,0 0 1,0-1-1,0 0 1,-1 1-1,1-1 0,-1 0 1,1 0-1,-1 0 1,0-1-1,0 1 1,0-1-1,-5 3 0,-9 1-218,1 0 0,-1-1 0,0-1 0,-25 1 0,26-2-561,0-1 1,0-1-1,-29-4 1,41 3 398,0 0 1,-1 0-1,1 0 0,0 0 0,0-1 1,0 0-1,0 0 0,1 0 1,-1 0-1,0 0 0,1-1 0,0 0 1,-1 0-1,1 0 0,0 0 1,1 0-1,-1-1 0,-4-5 0,-11-33-5912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10277,'0'0'3372,"23"-6"-651,22-4-1796,1 2 0,0 2 0,84-1 1,-124 7-911,0 1 1,0 0-1,0 0 0,0 1 1,-1-1-1,1 1 1,0 0-1,-1 1 1,0 0-1,0-1 1,1 2-1,-2-1 1,1 0-1,0 1 1,-1 0-1,1 0 1,-1 1-1,-1-1 1,1 1-1,0 0 1,-1 0-1,0 0 1,0 0-1,2 6 1,5 14 38,-1 0-1,-2 1 1,0 0 0,3 32 0,4 11 162,-13-64-212,0 0 0,0 0 1,0 0-1,1 0 0,0 0 0,0 0 1,1 0-1,-1-1 0,1 1 0,0-1 1,0 0-1,0 0 0,0 0 0,1 0 1,0 0-1,0-1 0,0 0 0,0 0 1,0 0-1,1 0 0,-1-1 0,1 1 0,0-1 1,0 0-1,0-1 0,0 1 0,0-1 1,0 0-1,0 0 0,0-1 0,1 1 1,-1-1-1,0 0 0,0-1 0,0 1 1,0-1-1,1 0 0,6-3 0,-5 2 164,0 0 0,-1-1 0,0 0-1,1 0 1,-1-1 0,-1 0 0,1 0-1,0 0 1,-1 0 0,0-1 0,0 0-1,0 0 1,-1-1 0,0 1 0,0-1-1,0 0 1,-1 0 0,1 0 0,-2 0-1,1-1 1,-1 1 0,3-11 0,-1 3 59,0-1 0,-1 0 0,-1 1 1,0-1-1,-1 0 0,-1 0 0,0 0 1,-1 0-1,-4-23 0,3 33-226,1 1 1,-1-1-1,0 0 1,0 0-1,-1 1 0,0-1 1,1 1-1,-1 0 0,-1 0 1,1 0-1,0 0 1,-1 1-1,0-1 0,0 1 1,0 0-1,0 0 0,-1 0 1,1 1-1,-1-1 1,0 1-1,1 0 0,-1 1 1,0-1-1,0 1 0,-8-1 1,-10-2-491,-1 2 1,1 1 0,0 0-1,-28 4 1,-24 8-3498,3 14-2775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9492,'0'0'15221,"3"0"-14136,-2 0-1076,0 0 0,-1 0 0,1 0 0,0 0 0,0 0 0,-1 1-1,1-1 1,0 0 0,0 0 0,-1 1 0,1-1 0,0 0-1,-1 1 1,1-1 0,0 0 0,-1 1 0,1-1 0,-1 1 0,1 0-1,-1-1 1,1 1 0,-1-1 0,1 1 0,-1 0 0,0-1-1,1 1 1,-1 0 0,0-1 0,1 1 0,-1 0 0,0-1 0,0 1-1,0 1 1,4 33 84,-3-23-30,2 46 34,8 67 23,-9-111-107,0-1 0,1 0 0,1 0-1,0 0 1,1 0 0,11 20-1,-16-31-9,1-1 0,-1 0-1,1 0 1,0 0 0,0 0-1,0 0 1,-1 0-1,1 0 1,0 0 0,0 0-1,0 0 1,1-1 0,-1 1-1,0 0 1,0-1-1,0 1 1,0-1 0,1 1-1,-1-1 1,0 1-1,0-1 1,1 0 0,-1 0-1,0 0 1,1 0 0,-1 0-1,0 0 1,1 0-1,-1 0 1,0 0 0,1 0-1,-1-1 1,0 1 0,0-1-1,1 1 1,-1-1-1,0 1 1,0-1 0,0 0-1,0 1 1,2-2 0,4-4 30,0 0 0,1-1 0,-2 0 0,10-11 0,-7 8-34,25-31 62,33-33 28,-42 112-388,-22-32 299,0-1 0,1 1 1,0-1-1,0 1 0,0-1 1,0 0-1,1-1 0,0 1 1,0-1-1,0 0 0,1 0 0,-1 0 1,1-1-1,0 0 0,0 0 1,0 0-1,1-1 0,-1 0 1,0 0-1,1-1 0,-1 0 0,1 0 1,0 0-1,-1-1 0,1 0 1,10-1-1,-15 0 10,1 0 0,0 0-1,0 0 1,-1 0 0,1-1 0,-1 1 0,1-1 0,-1 1 0,1-1-1,-1 0 1,0 0 0,0 0 0,0 0 0,0-1 0,0 1-1,-1 0 1,1-1 0,-1 1 0,1-1 0,-1 0 0,0 1 0,0-1-1,0 0 1,0 0 0,-1 0 0,1-3 0,3-10 79,-1-1 1,-1 1 0,0-20-1,-2 26-48,1-6 18,-1 0 1,-1 1-1,-4-27 1,5 38-70,-1 0 0,0 0-1,0 1 1,-1-1 0,1 0 0,-1 1-1,1-1 1,-1 1 0,-1 0 0,1-1-1,0 1 1,-1 0 0,1 0 0,-1 1 0,0-1-1,0 0 1,0 1 0,0 0 0,-1 0-1,-3-3 1,6 5-114,0 0-1,1-1 0,-1 1 0,0 0 1,1-1-1,-1 1 0,0 0 1,1 0-1,-1 0 0,0 0 1,1 0-1,-1 0 0,0 0 1,0 0-1,1 0 0,-1 0 1,0 0-1,1 0 0,-1 0 1,0 0-1,1 1 0,-1-1 1,0 0-1,1 0 0,-1 1 1,0-1-1,1 1 0,-1-1 1,1 0-1,-1 1 0,1-1 1,-1 1-1,1-1 0,-1 1 1,1 0-1,-1-1 0,1 1 1,0-1-1,-1 1 0,1 0 0,0-1 1,0 1-1,-1 0 0,1-1 1,0 1-1,0 0 0,0 0 1,-1 37-6352,1-34 5418,2 20-6164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11909,'0'0'14954,"0"-4"-14356,0 259-828,-1-254 62,1 0 0,0-1 0,0 1 0,0 0 0,0 0 1,0 0-1,0 0 0,1 0 0,-1 0 0,0 0 0,0 0 0,1 0 0,-1 0 0,1 0 0,-1-1 0,1 1 0,-1 0 0,1 0 0,-1 0 0,1-1 1,0 1-1,-1 0 0,1-1 0,0 1 0,-1 0 0,3 0 0,27 2-7062,-30-3 7165,38 0-10567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16055,'0'0'10821,"-2"-7"-10629,41 7 65,14 0-225,0 0-32,-1 0-32,-7 0-545,-11 0-1456,-13 9-2145,-15 10-2128,-6 7-4435</inkml:trace>
  <inkml:trace contextRef="#ctx0" brushRef="#br0" timeOffset="1">77 223 5507,'0'0'17095,"71"27"-16326,-18-39-657,5 0-112,-5 2-256,-3 1-2226,-8 2-2416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3858,'0'0'12699,"4"-25"-10786,19-77-54,-22 99-1783,1 0-1,-1 0 0,0 0 0,1 0 0,0 0 1,0 0-1,0 0 0,0 1 0,0-1 0,0 1 1,1-1-1,-1 1 0,1 0 0,0 0 1,-1 0-1,1 0 0,0 0 0,0 1 0,6-3 1,-1 2-4,-1 1 0,1-1-1,0 1 1,0 1 0,15-1 0,-10 1 55,-7 0-106,-1 0 0,1-1 1,-1 2-1,1-1 1,0 1-1,-1 0 1,1 0-1,-1 0 0,1 1 1,-1 0-1,0 0 1,0 0-1,0 1 0,0 0 1,0 0-1,0 0 1,-1 0-1,0 1 1,1-1-1,-1 1 0,0 1 1,-1-1-1,1 0 1,-1 1-1,0 0 0,0-1 1,0 1-1,-1 1 1,0-1-1,0 0 1,0 0-1,-1 1 0,1-1 1,-1 1-1,0 8 1,1 1 6,0-1 1,-1 1-1,-1-1 1,0 1-1,-1-1 1,-1 0-1,0 1 1,-1-1-1,-1 0 1,0 0-1,0 0 1,-2-1-1,0 0 1,0 0-1,-1 0 1,-1 0-1,0-1 1,-19 21-1,-10 8 5,27-33-33,1 1 0,1 1-1,0-1 1,0 1 0,0 1 0,2-1 0,-12 24 0,18-34 1,0 1-1,-1-1 1,1 0 0,0 1-1,0-1 1,0 1-1,0-1 1,0 0 0,0 1-1,0-1 1,0 0-1,0 1 1,0-1-1,0 1 1,0-1 0,0 0-1,0 1 1,0-1-1,0 1 1,0-1 0,1 0-1,-1 1 1,0-1-1,0 0 1,0 1 0,1-1-1,-1 0 1,0 1-1,0-1 1,1 0-1,-1 0 1,0 1 0,1-1-1,-1 0 1,0 0-1,1 0 1,-1 1 0,0-1-1,1 0 1,-1 0-1,0 0 1,1 0 0,21 0 49,-14 0-30,15-2 34,0-1 0,0-2-1,0 0 1,-1-1 0,0-1-1,33-15 1,127-73-2943,-140 69 87,63-50 1,-17-3 2513,-82 73 1060,1 1 3233,-8 19-2707,1-11-1687,-4 22 756,1-12-265,1 0-1,1-1 1,0 1-1,0 0 1,2 0-1,1 15 1,-1-25-101,0 0 0,0 0-1,0 0 1,0 0 0,0 0 0,1 0-1,0 0 1,-1 0 0,1 0 0,0-1 0,1 1-1,-1-1 1,0 1 0,1-1 0,-1 0 0,1 0-1,0 0 1,-1 0 0,1-1 0,0 1-1,0-1 1,0 1 0,1-1 0,-1 0 0,0-1-1,0 1 1,1 0 0,-1-1 0,4 1 0,6 0 13,0 1 0,1-1 0,-1-1 1,0 0-1,0-1 0,18-4 1,-28 5 4,0-1 0,1 0 0,-2 0 0,1-1-1,0 1 1,0 0 0,0-1 0,-1 0 0,1 0 0,-1 0 0,1 0 0,-1 0 0,0 0 0,0 0 0,1-1 0,-2 1 0,1-1 0,0 0 0,-1 1 0,1-1 0,-1 0 0,0 0 0,0 0 0,0 0 0,0 0 0,0 0 0,-1 0 0,1 0 0,-1-1 0,0 1 0,0-4-1,-1 3 22,0 1 0,1 0 0,-1 0 0,0 0 0,-1 0 0,1 0 0,0 0-1,-1 0 1,0 1 0,0-1 0,1 0 0,-2 1 0,1 0 0,0-1-1,0 1 1,-1 0 0,1 0 0,-1 0 0,0 0 0,1 1 0,-1-1-1,0 1 1,-6-2 0,-31-26 469,38 27-448,1 1 0,-1-2 1,1 1-1,-1 0 0,1 0 1,0 0-1,0-1 0,0 1 1,0 0-1,0-1 0,1 1 1,-1-1-1,1 1 0,-1-1 1,1 1-1,0-1 0,0 0 1,0-2-1,1 2-53,0 0 0,1 0 1,-1 0-1,1 1 0,0-1 0,-1 0 0,1 1 0,0-1 0,1 1 1,-1 0-1,0-1 0,1 1 0,-1 0 0,1 1 0,-1-1 1,1 0-1,0 1 0,0-1 0,0 1 0,0 0 0,0 0 1,5-1-1,75-18 25,-68 17-29,1 1 0,0 0 0,-1 1-1,1 1 1,0 1 0,0 0 0,0 1-1,27 7 1,-37-7-5,0 0 1,0 0-1,0 1 1,-1 0-1,0 0 0,1 1 1,-1 0-1,0-1 1,-1 2-1,1-1 0,-1 0 1,0 1-1,0 0 1,0 0-1,-1 0 0,1 1 1,-1-1-1,-1 1 1,1-1-1,-1 1 1,0 0-1,0 0 0,-1 0 1,2 13-1,0 61-63,-4-66 63,1 0-1,1 1 1,0-1 0,0 0-1,7 23 1,-7-34-6,0 0 0,0-1 0,0 0 0,1 1 0,-1-1 0,1 0 0,0 1 0,-1-1 0,1 0-1,0 0 1,0-1 0,0 1 0,0 0 0,1-1 0,-1 1 0,0-1 0,5 2 0,-1-1-17,0 0 0,0 0-1,0-1 1,0 0 0,0 0 0,0 0 0,0-1-1,6 0 1,-4 0 13,0-1 0,0 0-1,0 0 1,0-1 0,0 0 0,0 0 0,0-1-1,-1 0 1,0 0 0,1-1 0,-1 0-1,10-8 1,-13 8 23,-1 0-1,1-1 1,-1 0 0,0 0-1,-1 0 1,1 0 0,-1 0-1,0 0 1,0-1-1,-1 1 1,0-1 0,0 1-1,0-1 1,0 1 0,-1-1-1,0 0 1,0 1-1,-2-9 1,2 5-10,0 0 1,0 1-1,0-1 1,1 1-1,1-1 0,-1 1 1,5-11-1,-5 17-3,1-1 0,-1 1 0,1 0-1,0 0 1,0 0 0,0 0-1,0 0 1,0 1 0,1-1 0,-1 1-1,0-1 1,1 1 0,-1 0 0,1 0-1,-1 0 1,1 0 0,0 0 0,-1 0-1,1 1 1,0 0 0,0-1-1,4 1 1,71 2-34,-60-1 33,5 2 0,0 0 1,-1 2-1,1 1 0,-1 0 1,-1 2-1,1 0 1,-1 2-1,-1 0 1,0 2-1,0 0 1,24 20-1,-19-13-17,1 0-1,1-2 1,32 16 0,-55-31 19,0 0 0,0-1 1,0 1-1,0-1 1,1 0-1,-1 0 1,0-1-1,0 1 1,1-1-1,-1 0 1,1 0-1,-1 0 0,0-1 1,1 0-1,5-1 1,0-2 0,-1 0 1,1-1 0,-1 0 0,16-13-1,-14 11 0,1-1-13,0 0 0,0 1 1,1 1-1,0 0 0,0 1 1,1 0-1,0 1 1,0 0-1,0 1 0,0 1 1,0 0-1,0 1 0,19 1 1,89 2-2,86-1-46,-169-3 50,0-2-1,0-1 1,46-14-1,-82 19 10,0-1-1,0 0 1,-1 0-1,1-1 0,-1 1 1,1 0-1,-1-1 1,0 0-1,1 1 0,-1-1 1,3-4-1,3-1-106,-4 5-620,-1 1 1,0 0 0,1 0-1,-1 0 1,1 0-1,0 1 1,-1-1 0,1 1-1,0 0 1,-1 0-1,1 0 1,5 2 0,6-1-3219,21-1-6740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3:5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17 13366,'0'0'12790,"3"-11"-12790,-6 8-2241,-10 3-2321,0-2-4834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12758,'0'0'12987,"-4"1"-12851,2 0-112,0 0 1,1 1-1,-1-1 0,1 0 0,-1 0 0,1 1 0,0-1 1,-1 1-1,1-1 0,0 1 0,0 0 0,0-1 1,0 1-1,0 0 0,1 0 0,-1 0 0,0 0 0,1-1 1,-1 1-1,1 0 0,0 0 0,0 0 0,0 3 1,0 62 757,1-36-501,-9 479 660,8-448-3625,15-74-7571,-4-21 3164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1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14343,'0'0'10895,"-2"3"-10713,1-1-165,1 0 1,-1-1-1,1 1 1,-1 0-1,1 0 0,-1 0 1,1 0-1,0 0 1,0 0-1,0 0 1,0 0-1,1 0 1,-1 0-1,0 0 1,1 0-1,0 0 1,-1 0-1,1 0 1,0 0-1,1 2 1,28 53 387,-11-24-150,1 16-182,-1 2 1,-3 0-1,-2 1 0,-3 1 1,-1 0-1,-3 0 0,-2 1 1,-3-1-1,-2 1 0,-2 0 1,-3-1-1,-2 1 1,-25 92-1,0-20-2636,20-42-5418,12-52 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20 11429,'0'0'13164,"-7"-4"-12519,-19-8-242,19 9 56,90 3 168,146 21 0,-236-20-666,-56 3-57,59-4 91,-1 1 1,1-1 0,-1 1 0,1 0 0,-1 1 0,1-1-1,0 1 1,0 0 0,0 0 0,0 0 0,0 0 0,-4 4-1,2 2 4,0 0-1,1 0 0,0 1 0,0-1 1,1 1-1,1 0 0,-1 0 0,1 1 1,1-1-1,0 1 0,-2 16 1,1 13-17,3 63 1,1-52 8,1 12-1,0 39-69,-3-90 95,0-1-1,0 1 0,-1-1 1,0 0-1,-1 0 1,-7 20-1,7-26-14,1 0 1,-1 0-1,0 0 0,0-1 0,0 1 0,-1-1 1,1 0-1,-1 0 0,0 0 0,0 0 0,0-1 1,0 1-1,0-1 0,0 0 0,-1 0 0,1-1 1,0 0-1,-9 2 0,-5 1 77,-1-2 1,0 0-1,-23-2 0,45 0-61,47 1 32,1-2 0,-1-3 0,53-10 1,-103 13-49,119-29-1642,-105 25 304,0-1 0,0 0 1,0-1-1,-1 0 0,-1-1 0,15-11 1,-1-4-3699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79 158 10293,'0'0'2780,"0"-22"170,0-78-289,0 65 4934,-5 133-6928,-28 157 0,17-155-754,-6 162 0,21-239 71,0-13-384,1-1 0,0 1 1,1 0-1,0 0 0,3 15 1,-3-23 130,-1 0 1,1 0 0,0 0 0,0 0-1,0 0 1,0 0 0,0 0 0,1-1-1,-1 1 1,1 0 0,-1-1 0,1 1-1,-1-1 1,1 0 0,0 1 0,0-1-1,0 0 1,-1 0 0,1 0 0,0 0-1,0 0 1,1-1 0,-1 1 0,0 0 0,0-1-1,0 0 1,0 1 0,0-1 0,1 0-1,1-1 1,0 1-310,-1 1-28,0-1-1,0 0 0,0 0 0,0-1 0,0 1 0,1-1 1,-1 1-1,0-1 0,-1 0 0,1 0 0,5-3 0,16-18-5697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8052,'0'0'13027,"3"-12"-11696,0-4-985,2-10 142,-2 29-135,0 21 178,7 312 2836,-11-447-2283,3-159-978,1 243-109,0 0 0,2 0 1,1 0-1,1 1 0,1 0 0,15-30 0,-15 37-6,1 1-1,1 1 0,1-1 0,0 2 1,1 0-1,1 0 0,1 1 0,0 0 0,16-12 1,-29 26 6,0 0 0,0 0 1,0 0-1,0 0 1,1 1-1,-1-1 0,0 0 1,0 0-1,0 1 1,1-1-1,-1 1 0,0-1 1,1 1-1,-1 0 0,1-1 1,-1 1-1,0 0 1,1 0-1,-1 0 0,1 0 1,-1 0-1,0 0 0,1 0 1,-1 1-1,2 0 1,-1 0-6,-1 0 0,0 0 1,0 0-1,0 1 1,1-1-1,-1 1 0,-1-1 1,1 1-1,0-1 1,0 1-1,0-1 0,-1 1 1,1 0-1,-1-1 1,1 1-1,-1 3 0,1 8-28,0 0 0,-1 0-1,0 0 1,-3 14 0,2-18-94,-1-1 1,0 0-1,-1 1 0,0-1 1,-1 0-1,1-1 0,-1 1 1,-8 11-1,-50 57-2466,46-58 1559,0 0 1,-21 36-1,26-34-2919,2-3-2455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13974,'0'0'12083,"7"0"-11765,-3 1-285,0-1 1,0 1-1,0 0 1,0 1-1,0-1 1,0 1-1,0 0 1,-1 0-1,1 0 1,-1 0-1,1 0 1,-1 1-1,0 0 0,0-1 1,0 1-1,0 0 1,-1 1-1,1-1 1,-1 0-1,3 6 1,13 19 235,21 48-1,-18-35-153,2 4 4,-17-29-99,2 0-1,0-1 1,0 0 0,2-1-1,0 0 1,15 17-1,-24-31-11,-1 0 0,0 0 0,1 0 0,-1 1 0,1-1 0,-1 0-1,0 0 1,1 0 0,-1 0 0,1 0 0,-1 0 0,0 0 0,1 0 0,-1 0 0,1 0 0,-1 0 0,1 0-1,-1 0 1,0 0 0,1 0 0,-1-1 0,1 1 0,-1 0 0,0 0 0,1 0 0,-1-1 0,1 1 0,-1 0-1,0-1 1,0 1 0,1 0 0,-1 0 0,0-1 0,1 1 0,-1 0 0,0-1 0,0 1 0,0-1-1,1 1 1,-1 0 0,0-1 0,0 1 0,0-1 0,0 1 0,0-1 0,0 1 0,0-1 0,8-25 394,-7 22-327,18-78 262,8-103 0,-8 49-288,-19 130-73,3 8-212,0-1 1,0 1 0,0 0 0,0 0 0,-1 0 0,1 0 0,4 6 0,4 7-1309,1 0 0,1-1 0,0-1 0,0 0 0,27 19 0,-30-26 240,1 0 0,0 0 0,0-1 0,1 0 0,-1-1-1,13 2 1,5 0-3642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0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183 428 4434,'0'0'13569,"7"-9"-11774,-4 5-1570,23-35 1183,-25 37-1168,1-1 1,-1 1-1,0-1 1,0 0-1,0 1 1,-1-1 0,1 0-1,-1 1 1,1-1-1,-1 0 1,0 0 0,0 0-1,0 1 1,0-1-1,-1 0 1,1 0 0,-2-4-1,1 6-184,-1 0-1,1 0 0,0 0 1,0 0-1,-1 0 1,1 1-1,0-1 1,-1 0-1,1 1 1,-1 0-1,1-1 1,-1 1-1,1 0 0,-1-1 1,1 1-1,-1 0 1,1 0-1,-3 1 1,-32 0 170,35-1-217,-5 2-7,0-1 0,1 1 0,-1 0 1,0 1-1,1-1 0,0 1 0,0 0 0,0 1 0,0-1 1,0 1-1,0 0 0,1 0 0,0 1 0,0-1 1,0 1-1,-5 8 0,-2 3-6,1 0 1,1 0-1,1 1 0,-8 21 0,12-28-7,1 1-1,0-1 1,1 1 0,0 0-1,1 0 1,0 0-1,1-1 1,0 1-1,2 14 1,-1-25 7,0 1 1,0 0-1,-1-1 1,1 1-1,0 0 1,0-1-1,0 1 1,0-1 0,0 0-1,0 1 1,0-1-1,0 0 1,0 1-1,0-1 1,0 0-1,1 0 1,-1 0-1,0 0 1,0 0-1,0 0 1,2-1 0,27-4 15,-22 0-7,0-1 1,-1 0-1,0 0 1,0-1-1,-1 1 1,0-2-1,0 1 1,9-16-1,-7 11 17,1 1 0,0 0-1,11-11 1,-19 21-36,8 35-194,-7-27 208,1 0 1,0 0-1,1 0 0,-1-1 0,1 1 0,1-1 0,-1 0 0,10 10 0,-12-14 4,0 0-1,0 0 1,0-1-1,1 1 0,-1-1 1,0 0-1,0 0 1,1 0-1,-1 0 1,1 0-1,-1 0 0,1 0 1,-1-1-1,1 1 1,0-1-1,-1 0 0,1 0 1,-1 0-1,1 0 1,0 0-1,-1-1 0,1 1 1,-1-1-1,1 0 1,-1 0-1,1 0 0,-1 0 1,1 0-1,-1 0 1,4-3-1,3-3 5,-1 0 0,0-1 0,0 0 0,-1 0 0,0 0 1,0-1-1,-1 0 0,0-1 0,-1 1 0,5-13 0,1-3 33,0-2-1,12-52 1,-11 13 246,-3-1 1,-2 0-1,-4-78 1,-12 147 955,5 4-1218,-1 1 0,1 0 0,1 1 0,-1-1 1,1 1-1,1-1 0,-1 1 0,1 0 0,1 0 0,-2 10 0,-1 2-5,-4 34-7,3 1 1,1 1-1,8 100 0,-2-142-17,0-1 0,0 0-1,1 0 1,1 0-1,0 0 1,1-1-1,0 1 1,8 12 0,-11-22-4,0 1 0,1 0 0,-1-1 0,1 0 0,0 1 0,0-1 0,0 0 0,0-1 0,1 1 0,-1 0 0,1-1 0,7 4 0,-8-5 0,0-1-1,-1 1 1,1-1-1,0 1 1,0-1 0,0 0-1,0 0 1,0 0-1,-1-1 1,1 1 0,0-1-1,0 1 1,0-1-1,-1 0 1,1 0 0,0 0-1,-1 0 1,1-1-1,-1 1 1,1-1 0,2-2-1,12-12 11,-1 0-1,-1-2 1,0 1-1,-2-2 1,0 0-1,17-33 1,-30 52-15,0 3-27,0 9 23,0 1 1,1 0 0,0-1-1,1 1 1,0 0 0,7 16-1,-8-25 15,0-1-1,1 1 1,0-1-1,0 0 1,0 0-1,0 0 1,0 0-1,0 0 1,1 0-1,0-1 1,-1 1-1,1-1 1,0 0-1,0 1 1,0-1-1,1-1 1,-1 1-1,0 0 1,1-1-1,-1 0 1,1 0-1,-1 0 1,1 0-1,0 0 1,-1-1-1,1 0 1,6 0-1,-4 0 3,-1 0 0,0 0 0,0-1 0,0 1-1,1-2 1,-1 1 0,0 0 0,-1-1 0,1 0-1,0 0 1,0 0 0,-1-1 0,1 0 0,-1 0-1,0 0 1,0 0 0,0 0 0,0-1 0,-1 0-1,1 0 1,-1 0 0,0 0 0,0 0-1,0-1 1,3-8 0,26-50 88,-32 62-85,0 29-259,0-25 255,1 1 0,-1-1 1,0 0-1,1 0 0,-1 0 1,1 0-1,0 0 0,0-1 1,0 1-1,0 0 0,1 0 1,-1-1-1,1 1 0,0 0 1,-1-1-1,1 0 0,0 1 1,1-1-1,-1 0 0,3 2 1,0-1-2,-1 0 0,1 0 0,0-1 0,1 0 1,-1 0-1,0 0 0,1 0 0,-1-1 0,1 0 0,8 1 1,-6-2 4,0 1 0,0-1 1,1-1-1,-1 1 0,0-1 0,0-1 1,0 1-1,-1-1 0,1-1 1,0 1-1,-1-1 0,1-1 0,-1 1 1,0-1-1,11-8 0,-12 6 18,0 1-1,-1-1 1,0 0 0,1 0-1,-2-1 1,1 0-1,-1 0 1,0 0-1,0 0 1,-1 0-1,0-1 1,-1 1 0,1-1-1,-1 0 1,-1 0-1,1-9 1,-14 34-184,10-11 137,1 0-1,0-1 1,0 1 0,0 0-1,1 0 1,0 10 0,0-15 22,0 0 0,0 1 0,0-1 0,0 0 0,0 1 0,1-1 0,-1 0 0,0 1 0,1-1 0,-1 0 0,1 1 0,-1-1 0,1 0 0,0 0 0,0 0 1,-1 0-1,1 0 0,0 0 0,0 0 0,0 0 0,0 0 0,0 0 0,0 0 0,0-1 0,1 1 0,-1 0 0,0-1 0,0 1 0,0-1 0,1 1 0,-1-1 0,3 1 0,2 0 6,0-1 0,1 0-1,-1-1 1,0 1 0,1-1-1,-1 0 1,0-1 0,0 1-1,0-1 1,8-4 0,-2-1 7,0 0 0,-1-1 0,16-13 0,-16 11-8,-4 4-3,1 0 0,0 0 0,0 1 0,0-1-1,1 2 1,16-8 0,-23 12 1,0-1 1,1 1-1,-1-1 1,0 1-1,1 0 1,-1 0-1,1 0 0,-1 1 1,0-1-1,0 0 1,1 1-1,-1-1 1,0 1-1,0 0 0,1 0 1,-1 0-1,0 0 1,0 0-1,0 0 1,0 1-1,0-1 0,-1 1 1,1-1-1,0 1 1,-1 0-1,1 0 1,-1 0-1,1-1 0,-1 1 1,0 0-1,0 1 1,0-1-1,1 3 1,1 0 1,-1 0 1,1 0 0,-1 0-1,0 0 1,-1 0-1,1 1 1,-1-1 0,0 0-1,-1 1 1,1-1 0,-1 1-1,0-1 1,0 1-1,-1-1 1,1 1 0,-1-1-1,-1 0 1,1 1 0,-1-1-1,0 0 1,0 0 0,0 0-1,-1 0 1,1-1-1,-1 1 1,0 0 0,-1-1-1,1 0 1,-1 0 0,0 0-1,0 0 1,0-1-1,-1 0 1,1 1 0,-9 3-1,6-4-57,1 0 0,-1 0-1,0-1 1,0 0 0,0 0-1,0-1 1,-13 1 0,-11-1-3101,25-3-1370,5-8-2778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0 751 11509,'0'0'7334,"9"-21"-5074,6-12-1574,2 1-1,1 0 1,1 2 0,29-35-1,20-16-75,71-89 617,-114 136-901,-1-1 1,-2-1-1,19-44 1,-37 71-150,0 0-1,0-1 1,-1 0 0,-1 1 0,1-1-1,-2 0 1,2-13 0,-3 21 261,-1 7-286,-10 37-236,2 1 0,-5 63 0,13-89 82,0-1-1,2 0 1,0 0 0,1 1-1,0-1 1,1 0 0,1-1-1,1 1 1,0-1-1,8 18 1,-2-14-12,-8-14 13,1 1-1,-1 0 0,0 0 0,0 0 1,0 0-1,-1 1 0,0-1 0,0 0 1,-1 1-1,0 0 0,0-1 0,0 1 1,-1 0-1,0 8 0,-1-13 3,0-1 1,0 0-1,0 0 0,0 0 1,0 0-1,0 0 0,0 0 0,0 0 1,0-1-1,0 1 0,0 0 0,0-1 1,-1 1-1,1 0 0,0-1 1,0 0-1,-1 1 0,1-1 0,-1 0 1,1 1-1,0-1 0,-1 0 0,1 0 1,-2-1-1,-46 1 117,35 0-65,3 0-53,5 0-1,-1 1 0,1-1 0,0 0 0,0 0 0,0-1 0,0 0 0,-1 0-1,1-1 1,0 1 0,1-1 0,-1 0 0,0-1 0,1 0 0,-11-6 0,16 9-52,32 2-462,-21 1 515,0 1 1,0 1 0,-1 0 0,0 0-1,0 1 1,0 0 0,-1 1-1,10 8 1,-12-9 1,0 0-1,0 0 1,1 0-1,0-1 0,0 0 1,1-1-1,-1 0 1,1 0-1,0-1 1,0 0-1,0 0 0,0-1 1,17 1-1,-19-3 5,1 0 0,-1-1-1,0 0 1,1 0 0,-1-1-1,0 0 1,0 0 0,0 0-1,0-1 1,0-1 0,11-6-1,-2-2 14,-1-1 0,0 0 0,15-17 0,28-36 125,-57 65-45,2 3-106,1 1 0,0 0-1,-1 0 1,0 0 0,0 0-1,0 0 1,0 1 0,0-1-1,-1 1 1,1 0 0,-1 0 0,2 5-1,3 2 10,-5-9 2,-1 1 0,1-1 0,-1 0 0,1 0 0,0 0 0,0 0 0,0 0 0,1 0 0,-1-1 0,0 1 0,1-1-1,-1 1 1,0-1 0,1 0 0,0 0 0,-1 0 0,1 0 0,0 0 0,0-1 0,-1 1 0,5-1 0,1 0 4,-1-1 0,1-1-1,0 1 1,-1-1 0,1-1-1,7-2 1,-7 2-9,0 0-1,0 0 1,1 1 0,-1 0-1,15 0 1,-18 2-14,0 0-1,0 0 1,-1 1 0,1 0-1,0 0 1,-1 0-1,1 0 1,0 1 0,-1 0-1,0 0 1,1 0-1,-1 0 1,7 6 0,16 8 9,-25-15 2,1 1 0,0-1 0,0 0 0,0 0 0,0 0 0,0 0 1,0-1-1,0 1 0,0-1 0,0 0 0,0 0 0,0 0 0,0 0 0,1 0 1,-1-1-1,0 1 0,0-1 0,3-1 0,3-2 4,0-1 0,0 1 0,-1-2 0,11-7 0,-13 8-19,1 0 1,-1 1-1,1 0 1,0 0 0,0 1-1,14-5 1,-17 8-22,1 1 1,-1-1-1,0 1 1,0 0-1,0 1 1,0-1-1,0 1 1,0 0-1,0 0 1,0 0-1,4 3 1,17 8-15,-13-8-6,-1-1 1,2 0-1,-1-1 1,0-1-1,1 0 0,-1-1 1,1 0-1,0-1 1,-1 0-1,1-1 1,13-2-1,-19 1 61,-1 0-1,1 0 1,-1 0 0,1-1-1,-1 0 1,0 0-1,0-1 1,-1 1-1,1-1 1,-1-1 0,1 1-1,-1-1 1,-1 0-1,1 0 1,-1 0 0,0-1-1,0 1 1,0-1-1,-1 0 1,0 0-1,4-10 1,-5 10 17,0 0 0,-1 0 0,0 1 0,0-1 0,0 0 0,-1 0 0,0-10 0,-4 15-35,-1 0 0,1 0 0,-1 1-1,0-1 1,1 1 0,-1 1 0,0-1 0,-5 1-1,8 0 5,0 0-1,0 0 0,-1 1 0,1-1 0,0 0 0,0 1 0,0-1 0,0 1 1,1 0-1,-1-1 0,0 1 0,1 0 0,-1 0 0,1 0 0,0 0 0,0 1 1,-1-1-1,1 0 0,1 0 0,-1 1 0,0-1 0,0 5 0,-1 5-88,1-1-1,0 1 0,1 19 1,0-14-100,0-16 194,1 0 0,-1 0 0,0 0-1,0 0 1,0 0 0,1 1 0,-1-1-1,1 0 1,-1 0 0,1 0 0,-1 0-1,1 0 1,-1 0 0,1 0 0,0-1-1,-1 1 1,1 0 0,0 0 0,0 0-1,0-1 1,0 1 0,0 0-1,1 0 1,32 9 65,-23-10-29,-1 1 0,0-2-1,0 1 1,20-4 0,-20 1-26,0 0 1,0 0 0,0-1 0,-1 0 0,0-1 0,1 0 0,-2-1 0,1 1-1,0-2 1,-1 1 0,-1-1 0,10-10 0,-8 6 37,-1 0 1,0-1-1,-1 0 1,0 0-1,-1-1 0,0 1 1,-1-1-1,4-16 1,0-18 345,-1 0 1,-2-1-1,-3 1 1,-2-59 0,-2 86-171,2 19-177,-1 0-1,-1 0 1,1 0-1,0-1 1,0 1-1,0 0 1,-1 0-1,1 0 1,0 0-1,-1 0 1,1 0-1,-1 0 1,1 0-1,-1 1 1,1-1-1,-1 0 1,0 0-1,-1-1 1,2 2-29,-1 0 1,0-1-1,1 1 1,-1 0-1,1 0 1,-1 0-1,0 0 1,1 0 0,-1 0-1,1 0 1,-1 0-1,0 1 1,1-1-1,-1 0 1,1 0-1,-1 0 1,1 1-1,-1-1 1,0 0-1,1 0 1,-1 1-1,1-1 1,-1 1-1,1-1 1,0 0-1,-1 1 1,1-1-1,-1 1 1,1-1-1,0 1 1,-1-1 0,1 1-1,0-1 1,0 1-1,-1-1 1,1 1-1,0 0 1,0-1-1,0 2 1,-10 19-35,1 1 0,1 1 0,1-1-1,1 1 1,1 1 0,-3 35 0,1 148-4,7-203 22,0 3 5,1 1 0,0-1 0,0 0 0,1 0-1,0 0 1,0-1 0,1 1 0,0 0 0,0-1 0,0 0 0,1 0 0,0 0 0,0 0 0,1 0 0,-1-1 0,1 0 0,0 0-1,1 0 1,-1 0 0,1-1 0,0 0 0,0 0 0,0-1 0,12 5 0,-10-4-3,-1-1 0,1-1 1,0 1-1,0-1 0,-1-1 1,1 1-1,0-2 0,1 1 1,-1-1-1,0 0 0,0 0 1,0-1-1,0 0 0,0-1 0,0 0 1,-1 0-1,1 0 0,0-1 1,-1 0-1,0-1 0,1 0 1,6-5-1,0-2 3,-1-1-1,0-1 1,-1 0 0,-1 0 0,0-1-1,-1-1 1,0 0 0,-1 0 0,-1-1-1,0 0 1,-1 0 0,-1-1 0,0 0-1,5-30 1,-2-14 367,-2 0-1,-3-116 1,-4 158-156,0 18 127,-4 21-268,-12 33-98,2 1-1,2 0 1,3 1 0,2 0-1,3 0 1,3 88 0,2-138 22,0 1 0,0-1 1,1 0-1,-1 0 1,1 0-1,0 0 0,1 0 1,-1-1-1,1 1 1,0 0-1,0-1 0,0 0 1,1 0-1,-1 0 1,1 0-1,0-1 1,0 1-1,0-1 0,1 0 1,-1 0-1,1-1 1,0 1-1,0-1 0,0 0 1,0 0-1,8 1 1,-5 0-1,1-2 1,-1 1 0,1-1 0,0 0 0,0-1-1,-1 0 1,1 0 0,0-1 0,0 0-1,-1-1 1,1 0 0,-1 0 0,1-1 0,-1 0-1,12-6 1,-5 0 10,0-1 1,0-1-1,-1 0 0,-1-1 0,18-20 1,-25 25 13,-1 1 0,0-1 0,0 0 0,0 0 1,-1 0-1,0 0 0,-1-1 0,0 0 0,0 0 1,0 0-1,-1 0 0,0 0 0,1-17 0,-3 24 28,-1 2-184,0-1 116,0 1-1,0 0 0,0-1 1,0 1-1,0 0 1,0 0-1,0 0 0,1 0 1,-1 0-1,0 0 1,1 0-1,-1 0 0,1 0 1,-1 0-1,1 0 1,-1 0-1,1 0 0,0 0 1,-1 0-1,1 1 0,0-1 1,0 0-1,0 0 1,0 0-1,0 0 0,0 1 1,0-1-1,0 0 1,1 0-1,-1 0 0,0 0 1,1 0-1,-1 1 1,1-1-1,-1 0 0,2 1 1,8 3 34,0-1 1,0 0 0,0-1 0,1 0-1,0-1 1,-1 0 0,17 0-1,26 7 28,-43-7-58,1 1-1,-1 1 1,0-1-1,10 6 0,-18-8 14,0 1 0,1-1-1,-1 0 1,0 1 0,0-1-1,0 1 1,-1-1 0,1 1-1,0 0 1,-1 0-1,1 0 1,-1 0 0,1 0-1,-1 0 1,0 0 0,0 1-1,0-1 1,0 0 0,0 1-1,-1-1 1,1 0-1,-1 1 1,1 3 0,-7 36-238,6-41 235,0 0 0,-1 1 0,1-1 0,-1 0 0,0 0-1,1 1 1,-1-1 0,0 0 0,0 0 0,1 0 0,-1 0 0,0 0 0,0 0 0,0 0 0,-1 0-1,1 0 1,0-1 0,0 1 0,0 0 0,0-1 0,-1 1 0,1-1 0,0 1 0,-1-1 0,1 0-1,0 1 1,-1-1 0,-2 0 0,4-13 403,2 6-387,-1 0 0,1 0 0,1 0 1,-1 0-1,1 0 0,0 1 0,1-1 0,0 1 0,0 0 0,0 0 0,0 0 1,1 1-1,7-7 0,14-13 7,41-30 0,-50 41-15,46-32-2381,-54 41 1565,0 0 0,0 1 0,1 0 0,-1 0 0,1 1 0,0 0 0,0 1 0,0 0 0,12-1 0,-3 3-7243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19881,'0'0'9829,"27"0"-10822,-43 0-11236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415 145 11157,'0'0'9276,"-4"-1"-8945,-5-2-238,1 2 0,-1-1-1,1 1 1,-1 1 0,1-1-1,-1 1 1,1 1 0,-1 0-1,1 0 1,-11 3 0,-46 3 389,3-7-308,61-1-162,0 0 0,1 0 0,-1 0 0,0 0 0,0 0 0,1 0 1,-1 0-1,1 0 0,-1 0 0,1-1 0,-1 1 0,1 0 1,0 0-1,-1-1 0,1 1 0,0 0 0,0 0 0,0-1 0,0 1 1,0 0-1,0-1 0,1-1 0,4-34 135,-2 31-153,0 0 0,1 1-1,-1 0 1,1 0-1,1 0 1,-1 1 0,1-1-1,-1 1 1,1 0-1,1 0 1,-1 1 0,0-1-1,1 1 1,0 0-1,0 1 1,0-1 0,0 1-1,0 1 1,9-3-1,-10 3 6,0 0-1,0 0 0,1 0 1,-1 0-1,1 1 1,-1 0-1,1 0 0,-1 0 1,1 1-1,-1 0 0,0 0 1,1 0-1,-1 1 1,0-1-1,0 1 0,0 0 1,0 1-1,0 0 1,0-1-1,-1 1 0,0 1 1,8 6-1,-3 2 26,-1 1 0,-1 1 0,0-1 0,0 1 0,-2 0 0,1 1 0,-2-1 0,0 1 0,-1 0 0,0 0 0,-2 0 0,1 30 0,-2-24 66,-1 1 1,-1-1-1,-1 0 1,0-1-1,-2 1 1,0 0-1,-2-1 0,-15 33 1,5-20-3,-2-1 1,-2-1 0,-34 40-1,41-55-69,0-1 0,-2 0-1,0-1 1,0 0 0,-2-1 0,1-2-1,-26 14 1,37-22-6,0 0 0,0-1 0,0 0 0,0 0-1,-1 0 1,1 0 0,0-1 0,-1 0 0,1-1 0,-1 0 0,1 0-1,-1 0 1,1 0 0,-8-3 0,10 2 4,1 0 0,0-1 1,0 1-1,0-1 0,0 0 0,0 0 0,0 0 0,0 0 1,1 0-1,-1-1 0,1 1 0,0-1 0,-1 0 0,1 0 0,0 0 1,1 0-1,-1 0 0,0 0 0,1 0 0,0 0 0,0-1 1,0 1-1,0-1 0,0 1 0,1 0 0,-1-7 0,0 6-1,1 0-1,-1-1 0,1 1 0,-1-1 0,1 1 0,1 0 0,-1-1 1,0 1-1,1-1 0,0 1 0,0 0 0,1 0 0,-1 0 0,1 0 1,0 0-1,0 0 0,2-4 0,-1 5 19,1 1-1,-1-1 1,1 1-1,0 0 1,-1 0 0,1 1-1,0-1 1,0 1 0,0-1-1,0 1 1,0 1-1,1-1 1,-1 0 0,0 1-1,0 0 1,0 0 0,9 1-1,-4 0-10,0 0-1,-1 1 1,1 0-1,0 0 1,-1 1-1,1 0 1,-1 1-1,0 0 1,0 0 0,0 0-1,-1 1 1,1 0-1,-1 1 1,-1 0-1,1 0 1,-1 0-1,11 14 1,5 10 91,-2 1 1,-1 0 0,16 36-1,-20-37-95,-10-20-679,1 0-1,0 0 0,0 0 0,13 14 1,-17-22 450,0 0 1,0-1 0,0 1-1,0 0 1,0-1-1,0 1 1,1-1 0,-1 1-1,0-1 1,1 0-1,-1 0 1,1 0-1,-1 0 1,1-1 0,0 1-1,-1-1 1,1 1-1,0-1 1,-1 0 0,1 0-1,0 0 1,0-1-1,-1 1 1,1-1 0,4-1-1,14-10-4792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14535,'0'0'9711,"32"4"-8975,-12-2-593,-6-1-50,1 1 0,-1 1 0,1 0 0,20 7 0,-28-7-49,-1 0-1,1 0 1,-1 1 0,0-1-1,0 1 1,0 1-1,-1-1 1,0 1-1,1 0 1,-2 0 0,1 0-1,-1 1 1,1 0-1,5 12 1,3 9 30,-2 1 0,-2 0 0,0 0 0,-2 1 0,-1 0 0,-1 0 1,-1 0-1,-2 1 0,-1-1 0,-1 1 0,-2 0 0,-1-1 0,-1 0 0,-2 1 0,0-2 0,-20 52 0,-20 15-268,-82 128-1,46-94-5477,54-85-691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314 168 9204,'0'0'7919,"-3"-21"-5694,-11-65-603,13 83-1486,0 0 0,0 0 1,0 0-1,0 0 0,-1 0 1,1 0-1,-1 0 0,0 0 0,0 0 1,0 1-1,0-1 0,-1 1 1,1-1-1,-1 1 0,1 0 1,-1 0-1,0 0 0,0 0 1,0 1-1,0-1 0,0 1 1,0 0-1,0 0 0,0 0 1,-6-1-1,4 1-29,1 1 1,-1-1-1,0 1 1,0 0-1,1 1 1,-1-1-1,0 1 1,1 0-1,-1 0 1,0 0-1,1 1 1,0-1-1,-1 1 0,1 0 1,-4 3-1,-1 3-51,0 0 0,0 0 0,1 1-1,1 0 1,0 1 0,0-1-1,0 1 1,1 1 0,-8 20 0,0 2 29,2 2 1,-7 35-1,9-27-51,3 0 1,1 1-1,3 0 0,1-1 0,8 81 0,-5-116-29,0 0-1,1 1 0,1-1 1,-1 0-1,1 0 0,0 0 1,1-1-1,0 1 0,0-1 1,1 0-1,0 0 0,0 0 1,1-1-1,-1 0 0,1 0 1,1 0-1,-1-1 0,12 8 1,-13-10-3,0-1 0,0 1 1,0-1-1,0 0 1,1 0-1,-1 0 0,1-1 1,-1 0-1,1 0 1,-1-1-1,1 1 1,0-1-1,-1 0 0,1-1 1,-1 1-1,1-1 1,0 0-1,-1-1 0,0 1 1,1-1-1,-1 0 1,0 0-1,0-1 0,0 0 1,0 0-1,0 0 1,-1 0-1,8-8 1,9-10 9,-1-1 0,-1 0 1,-1-2-1,-1 0 0,-1-1 1,-1-1-1,21-53 0,-10 10 46,35-144-1,-56 178-65,1-7 249,-4 40 161,-1 23 289,-22 251-671,0 7 16,21-252-36,0-26-11,3-2-2,4-3 12,1-1 1,-1 0-1,0 0 1,0-1-1,-1 0 0,1 0 1,10-13-1,13-13-15,-27 30 18,5-5-35,0 0 0,0 1 0,1 0 0,10-5 0,-18 10 23,1 0 0,-1 0 0,1 1 0,-1-1 0,1 1 0,-1-1 1,1 1-1,-1-1 0,1 1 0,-1 0 0,1 0 0,0 0 0,-1 0 0,1 0 0,-1 0 0,1 0 0,0 0 0,-1 1 0,1-1 0,-1 1 0,1-1 0,-1 1 1,1-1-1,-1 1 0,0 0 0,1 0 0,-1 0 0,0 0 0,1 0 0,-1 0 0,0 0 0,0 0 0,0 0 0,0 0 0,1 2 0,11 22-53,-10-17 12,1 0 0,0-1 0,1 1-1,0-1 1,10 12 0,-13-17 45,-1-1-1,1 0 1,0 1-1,-1-1 1,1 0-1,0 0 1,0 0-1,0 0 1,0-1-1,0 1 1,0 0-1,0-1 1,0 0-1,0 1 1,0-1-1,0 0 0,0 0 1,0 0-1,0 0 1,1 0-1,-1-1 1,0 1-1,0 0 1,0-1-1,0 0 1,0 0-1,0 1 1,-1-1-1,5-3 1,3-2 7,1 0 1,-1-1 0,-1-1-1,1 1 1,-1-2-1,-1 1 1,8-10 0,46-72 17,-49 69-17,-10 31-34,0 1 0,-1-1 0,0 0 0,-1 11 0,1-13 32,-1 0-1,1 0 1,0 1 0,1-1-1,0 0 1,0 0-1,1-1 1,0 1-1,0 0 1,1-1 0,0 0-1,0 0 1,1 0-1,0 0 1,10 11-1,-11-14 1,1 0-1,0 0 1,0 0-1,0 0 1,1-1-1,-1 0 1,1 0-1,0 0 1,0-1-1,0 0 1,0 0-1,0-1 1,0 1-1,0-1 0,1-1 1,-1 1-1,0-1 1,1 0-1,-1 0 1,0-1-1,11-2 1,-13 2 6,0-1 1,0 0 0,0 0-1,0 0 1,-1 0 0,1-1-1,0 1 1,-1-1 0,0 0-1,1 0 1,-1 0 0,-1 0-1,1-1 1,0 1 0,-1-1-1,1 0 1,-1 0 0,0 0-1,-1 0 1,1 0 0,-1 0-1,1 0 1,0-6 0,2-9 21,-1 0-1,0 0 1,-2 0 0,0-20-1,-1 32-20,0 0 0,-1 1-1,0-1 1,0 0-1,0 0 1,-1 1-1,0-1 1,0 1 0,-1 0-1,0-1 1,0 1-1,-1 0 1,1 1-1,-1-1 1,0 1 0,-1-1-1,1 1 1,-1 0-1,0 1 1,-1-1-1,-6-3 1,2 2 1,0 0-1,-1 1 1,0 0 0,0 0 0,0 2-1,0-1 1,-1 1 0,0 1 0,1 0-1,-1 1 1,-18 0 0,27 1-10,-1 1 0,0 0 1,1 0-1,-1 0 0,1 1 0,-1-1 1,1 1-1,0 0 0,-1 0 0,1 0 0,0 0 1,0 0-1,0 1 0,1-1 0,-1 1 1,1 0-1,-1 0 0,1 0 0,0 0 0,0 0 1,0 0-1,1 1 0,-1-1 0,1 1 1,0-1-1,0 1 0,0-1 0,0 1 0,0 5 1,-1-3-3,1-1 0,0 1 1,1-1-1,-1 1 1,1 0-1,0-1 0,0 1 1,1-1-1,0 1 1,0-1-1,0 1 0,0-1 1,1 1-1,0-1 1,0 0-1,1 0 0,-1 0 1,1 0-1,5 7 1,0-6-1,0 0 1,0-1 0,1 0 0,-1 0 0,1-1 0,0 0 0,0-1 0,1 1 0,-1-2 0,1 1 0,18 1 0,-4-2-5,0 0-1,-1-2 1,45-5 0,-59 4 9,0-1-1,0-1 1,0 0 0,0 0-1,0-1 1,-1 1 0,0-2-1,13-8 1,58-51 25,-28 21 1,-50 45-21,-1 0 0,1 0-1,0 0 1,0 0 0,-1 0 0,1 0 0,-1 0-1,1 0 1,-1 0 0,0 0 0,0 0 0,0 0 0,0 0-1,-1 3 1,2 46 27,-1-50-28,-2 48 94,0-35-94,1 0 0,0 0 0,1-1 0,1 1 0,0 0 0,1 0 0,0-1 0,7 23 0,-7-32-2,-1-1 0,1 0 0,-1-1 0,1 1 0,0 0 0,0 0 0,0-1 0,1 1 0,-1-1 0,1 0 0,-1 0 0,1 0 0,0 0 0,0 0 0,-1 0 0,2-1 0,-1 1 0,0-1 0,0 0 0,0 0 0,0 0 0,1 0 0,-1-1 0,0 1 0,1-1 0,-1 0 0,0 0 0,1 0 0,-1-1 0,0 1 0,1-1 0,-1 1-1,0-1 1,1 0 0,-1 0 0,3-2 0,9-4 7,0-1-1,-1 0 0,0-1 0,0 0 1,21-20-1,87-88 108,-117 116-109,1-1-1,-1 1 1,1-1-1,-1 2 1,1-1-1,-1 0 1,1 1 0,0 0-1,-1 1 1,1-1-1,7 3 1,-13-4 6,0 1 0,0 0 0,0 0 0,1 0 0,-1 0 0,0 0 0,0-1 0,0 1 0,0 0-1,0 0 1,0 0 0,0 0 0,0-1 0,1 1 0,-1 0 0,0 0 0,0 0 0,0-1 0,0 1 0,0 0 0,0 0 0,0 0 0,0-1 0,0 1 0,0 0 0,0 0 0,0 0 0,0-1 0,0 1 0,-1 0 0,1 0 0,0 0 0,0-1 0,0 1 0,0 0 0,0 0 0,0 0-1,0 0 1,-1-1 0,1 1 0,0 0 0,0 0 0,0 0 0,0 0 0,-1 0 0,1 0 0,0 0 0,0-1 0,0 1 0,0 0 0,-1 0 0,1 0 0,0 0 0,-1 0 0,-10-7 98,5 6-110,0 1 0,1-1 0,-1 1 0,0 1 0,0-1 0,1 1 0,-1 0 0,0 0 0,1 1 0,-1-1 0,1 1 0,0 1 0,-1-1 0,1 1 0,0 0-1,0 0 1,1 0 0,-1 0 0,1 1 0,0 0 0,0 0 0,0 0 0,0 1 0,-4 6 0,2-3-14,1 1 0,1 0 0,-1 0 0,2 0 0,-1 0 0,1 1 0,0-1 0,1 1 0,0 0-1,1 0 1,0 0 0,1 0 0,0 16 0,1-21 10,0-1-1,1 0 1,-1 0-1,1-1 1,0 1-1,0 0 1,0-1 0,0 1-1,1-1 1,-1 1-1,1-1 1,0 0-1,0 0 1,0 0-1,0-1 1,1 1-1,-1-1 1,1 0-1,0 0 1,-1 0 0,6 2-1,3 1-8,1 0 0,-1-1 0,1 0 0,-1-1 0,26 3 0,-17-4-8,0-1 0,0-1 0,0 0 0,39-8 0,-47 5 4,-1 0 0,0-1-1,1-1 1,-2 0 0,1-1-1,0 0 1,-1 0 0,0-1-1,11-10 1,-13 9 13,1 1 0,-1-1 0,-1-1 0,0 0 0,0 0 0,-1-1 0,0 0 0,0 0 0,-1 0 0,-1-1 0,0 0 0,0 0 0,-1-1 1,0 1-1,-1-1 0,-1 0 0,0 0 0,1-15 0,-5 27 20,0-1 0,-1 1 0,1 0 1,-1 0-1,1 0 0,0 0 0,-1 0 1,1 0-1,0 1 0,-1-1 0,-3 2 0,-1 3-23,1-1 0,1 1 0,-1-1 0,1 2 0,-1-1-1,1 1 1,1-1 0,-1 1 0,1 0 0,0 1 0,1-1-1,-1 1 1,1 0 0,-4 14 0,3-10 20,1 0 0,0 0 1,1 0-1,0 0 0,1 1 0,0-1 0,1 1 1,0-1-1,3 15 0,-2-23-16,0 0-1,0-1 1,0 1-1,0-1 0,0 1 1,1-1-1,-1 0 1,1 0-1,0 0 1,0 1-1,0-2 1,0 1-1,0 0 1,0 0-1,0-1 0,0 1 1,1-1-1,-1 1 1,1-1-1,-1 0 1,1 0-1,-1 0 1,1-1-1,0 1 1,-1 0-1,5-1 0,10 2-12,0 0 0,0-1-1,21-2 1,-16 0 12,-13 1-35,0-1 0,-1 0 0,1 0 0,-1-1 1,1 0-1,-1 0 0,0-1 0,0 0 0,0 0 0,0-1 1,9-6-1,-12 7-268,-1-1 0,1 0 1,-1 0-1,1 0 0,-1 0 0,-1-1 1,6-6-1,-6 6-391,-1 1 1,0-1-1,1 0 0,-2 0 1,1 1-1,0-1 0,-1-1 1,0 1-1,0-6 0,0-24-7305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17512,'0'0'7603,"124"28"-14294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80 411 20633,'0'0'5446,"-11"26"-5340,7-16-92,-8 16 30,1 1-1,1 1 1,2-1 0,0 1 0,2 1 0,-3 34-1,9-58-40,0 1 0,-1 1 1,1 0-1,0-1 0,1 1 0,0-1 1,0 1-1,3 10 0,-3-15-1,1 0 0,-1 0-1,0 0 1,1 0 0,-1-1 0,1 1-1,0-1 1,0 1 0,-1-1 0,1 0 0,0 0-1,0 0 1,0 0 0,0 0 0,1 0-1,-1 0 1,0 0 0,0-1 0,0 0 0,1 1-1,-1-1 1,0 0 0,0 0 0,1 0-1,2 0 1,3 0 11,1-1 1,0 0-1,-1 0 0,1-1 1,-1 1-1,0-2 0,1 1 0,-1-2 1,0 1-1,0-1 0,-1 0 1,1 0-1,-1-1 0,0 0 1,0 0-1,-1-1 0,1 0 0,-1 0 1,-1 0-1,1-1 0,-1 0 1,0 0-1,-1 0 0,1-1 0,-1 1 1,-1-1-1,0 0 0,4-14 1,-3 10-5,0-1 1,-1 0 0,-1 0 0,0 0-1,-1 0 1,0-1 0,-1 1 0,0 0-1,-1 0 1,-1-1 0,0 1 0,-1 0-1,0 1 1,-1-1 0,0 0 0,-1 1 0,-1 0-1,-8-14 1,5 13-7,1 0-1,1 0 1,0-1-1,0 0 1,2 0-1,-9-29 1,13 37-3,0 0-1,0 0 1,0 0 0,1 0-1,0 0 1,0 0 0,1 0-1,-1 0 1,1 0-1,1 0 1,-1 0 0,1 0-1,0 0 1,0 0 0,1 1-1,-1-1 1,1 1 0,1 0-1,-1 0 1,5-5 0,5-5 8,0 2 0,1 0 0,1 0 1,27-17-1,-37 26 8,1 1 1,0 0-1,-1 0 1,1 0 0,1 1-1,-1 0 1,0 0-1,0 1 1,1-1-1,-1 1 1,1 1-1,-1-1 1,1 1-1,-1 0 1,1 1 0,-1-1-1,11 4 1,-13-3 5,0 1 0,-1 0 0,1 0 0,-1 0 1,0 0-1,1 1 0,-1-1 0,0 1 0,0 0 1,-1 0-1,1 0 0,-1 0 0,1 1 0,-1-1 0,0 1 1,0-1-1,-1 1 0,3 4 0,1 7 85,-1-1 0,0 0-1,3 27 1,-1 18 314,-3-1-1,-3 1 1,-10 95-1,-45 174 652,-6 58 136,50-230-980,15 239 0,-2-363-228,2-1 0,1 1 0,2-1 0,11 30 0,-18-60-1,0 0-1,0 0 1,0-1-1,0 1 1,0 0-1,1-1 1,-1 1-1,0-1 1,1 1-1,-1 0 1,0-1 0,1 1-1,-1-1 1,1 1-1,-1-1 1,1 1-1,-1-1 1,1 1-1,-1-1 1,1 1-1,-1-1 1,1 0 0,-1 1-1,2-1 1,8-10-160,1-26-840,-7 5-937,-1 0 1,-1-40-1,-7-20-5687,-8-7-5816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6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1 275 18745,'0'0'5890,"36"-120"-4529,15 89-1169,4 5-192,3 5 0,-6-1-1073,-7-1-3905,0-8-8884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11 587 14359,'0'0'9865,"-3"-3"-8856,3 4-1003,0-1 0,0 0 0,0 0 0,0 0 0,0 1 0,0-1 1,0 0-1,0 0 0,0 0 0,0 1 0,0-1 0,0 0 0,0 0 0,0 0 0,0 0 0,-1 1 0,1-1 1,0 0-1,0 0 0,0 0 0,0 0 0,0 0 0,-1 1 0,1-1 0,0 0 0,0 0 0,0 0 0,-1 0 1,1 0-1,0 0 0,0 0 0,0 0 0,0 0 0,-1 0 0,1 0 0,0 0 0,0 0 0,-1 0 0,1 0 1,0 0-1,0 0 0,0 0 0,-1 0 0,1 0 0,0 0 0,0 0 0,0 0 0,0 0 0,-1 0 0,14 37 173,-11-33-156,0 0 1,1 0-1,-1 1 0,1-1 1,0-1-1,1 1 0,5 5 1,-8-8-12,0 0 1,0 0 0,1 0-1,-1 0 1,0-1-1,1 1 1,-1 0 0,1-1-1,-1 1 1,0-1-1,1 1 1,-1-1 0,1 0-1,0 0 1,-1 1 0,1-1-1,-1 0 1,1-1-1,-1 1 1,1 0 0,-1 0-1,1-1 1,-1 1-1,1 0 1,1-2 0,9-5 126,0-2 0,-1 1 1,0-2-1,0 1 1,-1-1-1,16-21 0,-5 7-79,14-16-26,-2 3-9,40-35 1,-64 63-26,1 1 0,0 1 1,0 0-1,1 0 0,-1 1 1,2 0-1,-1 1 0,1 0 1,17-5-1,-16 8-13,1 1 1,-1 0-1,21 1 0,-10 1-35,-23-3 65,0 0-1,0 1 1,0-1 0,0 0-1,-1 0 1,1 1-1,-1-1 1,0 0 0,1 0-1,-1 0 1,0 0-1,0 0 1,0 0 0,0 1-1,0-1 1,-1 0 0,1 0-1,0 0 1,-1 0-1,0 0 1,0-1 0,-1 1-8,-1 1 1,1-1-1,0 0 1,-1 1-1,1 0 1,-1 0-1,0 0 1,1 0-1,-1 0 1,0 0-1,1 1 1,-1-1-1,0 1 1,0 0-1,0 0 1,0 0-1,-4 1 1,0-1 6,0 1 0,0 0 0,0 0 0,0 1 0,0 0 0,-10 4-1,7 0-11,0 1 0,0 0 0,0 0 0,1 1 0,0 0 0,1 1 0,0 0 0,0 0 0,0 1 0,2 0 0,-1 0-1,1 1 1,-6 14 0,7-12-11,-1 0-1,1 1 1,1 0-1,1 0 1,0 0 0,0 0-1,2 0 1,-1 1-1,2-1 1,0 1-1,2 14 1,-1-27 6,0 1 0,0-1 1,0 0-1,0 0 0,0 1 1,0-1-1,0 0 0,1 0 0,-1 0 1,1 0-1,-1 0 0,1 0 1,0-1-1,0 1 0,0-1 1,0 1-1,0-1 0,0 1 0,0-1 1,0 0-1,1 0 0,-1 0 1,0-1-1,1 1 0,-1 0 0,1-1 1,-1 0-1,1 1 0,-1-1 1,1 0-1,-1 0 0,4-1 1,1 1 3,0 0 0,0-1 0,0 0 0,-1 0 0,1-1 0,0 0 0,-1 0 0,1 0 0,-1-1 0,11-6 0,-6 0 0,0 0 1,-1 0-1,0-1 0,0-1 0,-1 0 0,0 0 0,-1-1 0,8-15 0,2-10 65,22-60-1,-40 110-58,0 0 0,1 0 1,0-1-1,1 1 0,0-1 0,7 21 0,-7-28 2,-2-1-10,1 1-1,1-1 1,-1 0 0,1 0 0,-1 0-1,1 0 1,0-1 0,0 1 0,1 0-1,-1-1 1,1 1 0,0-1 0,0 0-1,0 0 1,0 0 0,0 0 0,1-1-1,-1 1 1,6 2 0,-6-4 2,1 0 0,0-1-1,0 1 1,0 0 0,0-1 0,0 0 0,0 0 0,-1 0-1,1-1 1,0 1 0,0-1 0,0 0 0,0 0 0,-1 0-1,1-1 1,0 1 0,-1-1 0,1 0 0,-1 0 0,0 0-1,5-4 1,75-59 54,-62 46-59,1 1 0,0 1 0,1 1 0,1 1 0,1 1 0,39-16 0,-56 28-1,-7 2 9,-1 0 0,1 0 0,0-1 0,-1 1 1,1 0-1,-1 0 0,1 0 0,-1 0 0,1 0 0,0-1 0,-1 1 0,1 0 0,-1 0 1,1-1-1,-1 1 0,1 0 0,-1-1 0,1 1 0,-1-1 0,0 1 0,1-1 1,-1 1-1,0-1 0,1 1 0,-1-1 0,0 1 0,1-1 0,-1 1 0,0-1 0,0 1 1,0-1-1,0 0 0,1 1 0,-1-1 0,0 1 0,0-1 0,0 0 0,-36 4 90,28 1-93,-1 1-1,1 0 0,0 1 1,0 0-1,1 0 0,-1 0 1,2 1-1,-1 0 0,1 1 0,-6 8 1,2-3 0,1 0 0,1 1-1,0 0 1,1 1 0,-7 21 0,11-29-5,1 1 0,0 0 0,1-1 0,0 1 0,0 0 0,1 0 0,0 0 0,0-1 0,2 14 0,-1-18 0,0 0 1,0 0-1,0 0 0,0 0 1,0 0-1,1 0 0,0 0 1,-1-1-1,1 1 0,0-1 0,0 1 1,0-1-1,0 1 0,1-1 1,-1 0-1,1 0 0,-1-1 1,1 1-1,0 0 0,0-1 1,-1 1-1,1-1 0,0 0 0,0 0 1,5 1-1,5 0-7,-1 1 1,1-1-1,0-1 0,-1-1 0,1 0 0,0 0 1,-1-1-1,1-1 0,0 0 0,-1 0 1,0-2-1,0 1 0,0-2 0,0 0 1,0 0-1,-1-1 0,0 0 0,0-1 1,-1 0-1,15-13 0,-10 8-13,-1-2 0,-1 0 0,0 0 0,0-2 1,-2 1-1,0-1 0,0-1 0,-2 0 0,0 0 0,11-33 0,-11 19 22,-1-1-1,-1 0 0,-2 0 0,-2 0 0,0-53 1,-2 47 12,0 25 30,0-1 0,-1 1 1,-1-1-1,-4-21 1,5 34-10,0 1 0,0-1 0,0 1 0,0-1 0,0 1 0,0 0 0,0-1 0,-1 1 0,1-1 0,0 1 1,0 0-1,0-1 0,0 1 0,-1-1 0,1 1 0,0 0 0,0-1 0,-1 1 0,1 0 0,0-1 0,-1 1 0,1 0 1,0 0-1,-1-1 0,1 1 0,-1 0 0,1 0 0,0-1 0,-1 1 0,1 0 0,-1 0 0,1 0 0,-1 0 0,-12 10 458,-4 21-356,7 0-83,1 0 1,2 0-1,1 1 1,-4 63-1,14 132 59,-3-214-113,1 1 0,0-1 0,1 0 0,9 23 0,-10-30-11,0-1 0,0 0 0,1 1 0,0-1 0,0 0 0,0 0 0,1-1 0,-1 1 0,1-1 0,0 0 0,1 0 0,-1 0 0,9 5 0,-11-8 5,1 0-1,0 0 0,-1 0 1,1-1-1,0 1 0,-1-1 1,1 0-1,0 0 0,0 0 1,-1 0-1,1 0 0,0 0 1,-1-1-1,1 0 0,0 1 1,-1-1-1,1 0 1,-1 0-1,1 0 0,-1-1 1,1 1-1,-1-1 0,0 1 1,4-4-1,6-5 18,-1 0 0,1-1 0,9-13 0,-9 11-13,59-75-17,-51 154-174,-19-61 192,1 1 0,0 0 0,0-1 0,0 1 0,1-1 0,0 0 1,0 1-1,0-1 0,0-1 0,1 1 0,5 5 0,-7-9 2,0 1 0,0-1 0,0 0-1,1 0 1,-1 0 0,0 0 0,1 0 0,-1 0 0,1 0 0,-1-1-1,1 0 1,-1 1 0,1-1 0,-1 0 0,1 0 0,-1 0 0,1 0-1,-1-1 1,1 1 0,-1-1 0,1 0 0,-1 1 0,1-1 0,-1 0-1,0 0 1,1-1 0,-1 1 0,0 0 0,2-3 0,14-8-12,-1-2 0,22-21 1,-14 11 18,-23 26-22,0 0 0,-1 1 1,1-1-1,-1 0 0,0 1 1,0-1-1,0 1 1,0-1-1,0 1 0,0 4 1,0-4 5,33 76-20,-30-73 33,-1 0 0,1 0 0,0 0 0,1 0 0,0-1 0,-1 1 0,2-1 0,-1-1 0,12 9 0,-15-12-3,1 1-1,-1-1 1,1 0 0,0 0-1,-1-1 1,1 1-1,0-1 1,0 1-1,-1-1 1,1 0 0,0 0-1,0 0 1,0 0-1,-1 0 1,1-1 0,0 1-1,0-1 1,-1 0-1,1 0 1,-1 0 0,1 0-1,-1 0 1,1-1-1,-1 1 1,1-1-1,-1 0 1,0 1 0,0-1-1,3-3 1,5-7 14,1 1 1,-2-2-1,1 1 1,7-16-1,-9 14-7,86-126-15,-91 141-13,-1 0-1,0 1 1,0-1-1,0 1 1,0 0 0,0-1-1,0 1 1,0 0 0,0 0-1,-1 0 1,3 5 0,-2-5-9,5 5-283,-1 0-1,1-1 0,1 1 0,-1-2 1,1 1-1,0-1 0,1 0 1,-1-1-1,1 0 0,17 6 0,-11-6-355,1-1 0,0 0-1,0-2 1,0 1-1,27-3 1,-39 0 663,1 1 0,-1-2-1,0 1 1,0 0 0,0-1 0,0 0-1,0 0 1,0 0 0,-1 0 0,1-1-1,-1 1 1,1-1 0,-1 0 0,0 0-1,0 0 1,0-1 0,-1 1 0,3-4-1,-1 1 331,0 1-1,-1-1 0,0 0 1,0 0-1,0 0 1,-1 0-1,0-1 0,0 1 1,0 0-1,-1-1 0,1-9 1,-26 18 1108,19 0-1428,1 1 0,0-1 0,0 1 0,1-1 0,-1 1-1,0 0 1,1 1 0,0-1 0,0 0 0,0 1 0,0 0-1,0 0 1,1 0 0,0 0 0,-3 5 0,2-1-16,0 0 1,1 0 0,-1 0-1,2 0 1,-1 1 0,1-1-1,0 14 1,1-21 10,1 0-1,-1-1 0,0 1 1,1 0-1,-1-1 1,1 1-1,-1-1 1,1 1-1,-1-1 1,1 1-1,-1-1 1,1 1-1,0-1 1,-1 1-1,1-1 1,0 0-1,-1 1 1,1-1-1,0 0 1,-1 0-1,1 0 1,0 1-1,0-1 1,-1 0-1,1 0 1,0 0-1,0 0 0,-1 0 1,2 0-1,30 0 6,-24 0 19,10-1-51,0-1-1,0 0 0,0-1 0,-1-1 0,1 0 0,-1-1 0,0-1 1,0-1-1,-1-1 0,1 0 0,-2-1 0,1 0 0,-1-2 1,-1 0-1,0 0 0,-1-1 0,0-1 0,22-27 0,-20 20 45,-1-1 1,-1 0-1,0-1 0,-2-1 0,0 0 0,-2 0 0,-1-1 0,0 0 0,-2 0 0,-1-1 0,-1 1 0,-1-1 0,0-28 1,-2 27 115,0 19 25,0-1-1,-1 1 0,0 0 1,0-1-1,-1 1 0,-2-10 1,2 16-120,0 0 1,1 0-1,-1 1 1,0-1-1,0 1 1,0-1-1,0 0 1,0 1-1,0-1 1,0 1-1,1 0 1,-1-1-1,-1 1 0,1 0 1,0 0-1,0-1 1,0 1-1,0 0 1,0 0-1,0 0 1,0 0-1,0 0 1,0 1-1,0-1 1,0 0-1,0 0 1,0 1-1,0-1 1,0 1-1,0-1 1,0 1-1,0-1 1,0 1-1,1-1 0,-1 1 1,0 0-1,0-1 1,0 1-1,1 0 1,-1 0-1,0 1 1,-6 7-2,0-1 0,1 2 0,0-1 0,0 1 0,1 0-1,1 0 1,0 0 0,-6 21 0,0 9 51,-5 43-1,7-18-24,3-1 1,5 96-1,0-154-69,1-1 1,0 0 0,0 0-1,0 0 1,1 1 0,-1-1-1,1-1 1,1 1-1,-1 0 1,1 0 0,-1-1-1,1 0 1,1 1 0,-1-1-1,0 0 1,1-1 0,0 1-1,0-1 1,0 1-1,0-1 1,1 0 0,-1-1-1,1 1 1,0-1 0,0 0-1,8 3 1,-6-3-12,-1-1 0,1 1 0,0-1 0,0 0 0,0 0 0,0-1 0,0 0 0,0 0 0,0-1 0,0 0 0,0 0 0,0-1 1,0 0-1,-1 0 0,1 0 0,-1-1 0,1 0 0,-1 0 0,11-8 0,2-7-32,-1-1-1,-1 0 1,-1-1 0,-1-1-1,-1-1 1,21-41 0,-34 62 63,-1 44-80,-3-3 74,1-18 1,1 0 1,3 37-1,-2-58-5,0 1-1,0 0 1,1-1-1,-1 1 1,1-1-1,-1 1 1,1-1-1,0 1 0,-1-1 1,1 0-1,0 1 1,0-1-1,0 0 1,0 0-1,0 1 1,0-1-1,0 0 0,1 0 1,-1 0-1,0 0 1,0 0-1,1-1 1,-1 1-1,1 0 1,-1-1-1,1 1 0,-1-1 1,1 1-1,-1-1 1,1 0-1,0 1 1,-1-1-1,1 0 1,-1 0-1,1 0 0,-1 0 1,1-1-1,3 0 1,0 0 7,0 0 1,0 0-1,0-1 1,0 1-1,0-1 1,-1-1-1,1 1 1,-1-1-1,1 1 1,7-7-1,1-4-1,0-1 0,-1 1 0,0-2 0,19-30 1,-31 44 8,0 22-155,-1-12 122,1 0-1,0 1 1,1-1-1,0 0 1,0-1-1,5 18 1,-5-23 17,0-1-1,1 0 1,-1 1 0,1-1-1,0 0 1,-1 0 0,1 0 0,0 0-1,0 0 1,0 0 0,0-1-1,1 1 1,-1-1 0,0 0 0,1 1-1,-1-1 1,1 0 0,-1 0-1,1 0 1,0-1 0,-1 1 0,1-1-1,0 1 1,-1-1 0,1 0-1,0 0 1,4-1 0,-1 1 8,-1-1 0,1 1 0,-1-1 0,1-1 0,-1 1 0,0-1 0,0 0 0,1 0-1,-1-1 1,-1 1 0,1-1 0,0 0 0,-1 0 0,1-1 0,-1 1 0,0-1 0,0 0 0,0 0 0,5-8 0,11-9 18,-14 14-17,2 1 1,-1 0-1,0 1 1,1-1 0,0 2-1,1-1 1,10-4-1,-16 8-11,0 0 0,0 0 0,0 0 0,-1 0 0,1 0 0,0 1 0,0-1 0,0 1 1,0 0-1,0 0 0,0 0 0,0 0 0,0 0 0,0 1 0,0 0 0,0-1 0,0 1 0,0 0 0,-1 0 0,1 1 0,0-1 0,-1 0 0,1 1 0,0 0 0,-1-1 0,4 5 0,14 19 116,-12-15-98,-1 0 0,2 0 1,-1-1-1,1 0 0,12 8 0,-19-16-9,0 1 0,0-1 0,0 0 0,1 1 0,-1-1 0,0-1 0,1 1 0,-1 0-1,1 0 1,-1-1 0,1 1 0,-1-1 0,1 0 0,-1 0 0,1 0 0,-1 0 0,1 0 0,-1-1 0,1 1-1,-1-1 1,1 0 0,-1 1 0,1-1 0,-1 0 0,0 0 0,1-1 0,-1 1 0,0 0 0,0-1 0,3-3-1,12-9 34,-8 6-12,0 0 0,1 1-1,-1 0 1,21-11-1,-26 16-9,0 1 0,-1 0 0,1-1 0,0 2 0,0-1 0,0 0 0,0 1 0,0 0 0,0 0 0,0 0 0,-1 0 0,1 0 0,0 1 0,0 0 0,0 0 0,0 0 0,-1 0 0,1 1 0,5 2 0,5 4 141,-1 0 0,0 0-1,0 2 1,10 10 0,-18-16-158,0 0 1,-1 1 0,1 0 0,-1 0 0,0 0 0,-1 0 0,1 1 0,-1-1-1,0 1 1,-1 0 0,1 0 0,1 8 0,-4-13-97,1 0 1,-1 0 0,0-1-1,-1 1 1,1 0 0,0 0-1,0 0 1,0-1 0,0 1-1,-1 0 1,1 0-1,0-1 1,-1 1 0,1 0-1,0 0 1,-1-1 0,1 1-1,-1 0 1,1-1 0,-1 1-1,1-1 1,-1 1-1,0-1 1,1 1 0,-1-1-1,0 1 1,1-1 0,-1 0-1,0 1 1,0-1 0,1 0-1,-1 1 1,0-1-1,0 0 1,0 0 0,1 0-1,-1 0 1,0 0 0,-1 0-1,-42 0-3270,29-1 1339,-40-4-5873,-7-18-6760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19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98 21146,'0'0'7715,"-11"-97"-7843,14 97-1232,-3 23-8357,-18 11 993</inkml:trace>
  <inkml:trace contextRef="#ctx0" brushRef="#br0" timeOffset="1.22">1 257 11333,'0'0'14471,"153"-10"-14119,-103 1 192,-13 4-496,-8-2-48,-16 2-560,-13 0-2177,-21-2-10645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67 19081,'0'0'7027,"-21"-66"-9924,21 73-3234,-10 9-1825</inkml:trace>
  <inkml:trace contextRef="#ctx0" brushRef="#br0" timeOffset="1">0 252 15591,'0'0'10885,"156"-7"-10869,-101-3-16,-5 10-192,-5 0-2385,-8 0-3730,-1 7-7491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1174 9861,'0'0'8870,"29"-10"-7000,93-34-512,-103 36-1093,0 0 0,-1-2-1,0 0 1,0-1 0,-1-1 0,0-1-1,-1 0 1,-1-1 0,15-16-1,-11 7-118,-1-2 0,-1 0-1,-1 0 1,22-51-1,-24 43-81,-1-2-1,-2 0 0,-2-1 0,-1 1 1,-2-2-1,2-54 0,-6 35 57,-3 0 0,-2 1 0,-16-87 0,9 96 280,-1 1-1,-21-54 0,21 84 13,3 21 73,-4 33 88,-35 348 57,34-237-374,-58 933 307,71-997-558,4 156-2,-1-208-3,1 0 0,2-1 0,2 1 0,21 60 0,-26-86-2,0-1 1,1 1-1,0-1 1,0 0-1,1 0 1,-1 0-1,2 0 0,-1-1 1,1 0-1,11 9 1,-14-13 1,-1 0 1,1-1-1,0 1 1,0-1-1,0 0 1,0 0-1,0 0 1,0 0 0,0-1-1,0 1 1,0-1-1,1 0 1,-1 0-1,0 0 1,0 0-1,0 0 1,0-1-1,0 1 1,0-1-1,0 0 1,0 0 0,0 0-1,0 0 1,0-1-1,0 1 1,0-1-1,-1 0 1,1 0-1,-1 0 1,1 0-1,3-4 1,7-8-1,1-1 1,-2-1 0,0 0-1,-1 0 1,-1-1-1,0 0 1,-2-1-1,1 0 1,-2 0 0,-1-1-1,0 0 1,3-24-1,-2 7 19,-2-1-1,-2 0 0,-1-1 1,-2 1-1,-8-66 0,1 63-25,-2 1-1,-2 0 0,-2 1 1,-1 0-1,-24-44 0,6 22-1,-3 1-1,-53-69 1,68 103 28,-1 1 1,-1 1-1,-1 1 1,-1 1-1,-47-32 1,71 52-22,0 1-1,-1 0 1,1 0-1,-1 0 1,1 0-1,0 0 1,-1 0-1,1-1 1,0 1-1,-1 0 1,1 0-1,0-1 1,0 1 0,-1 0-1,1 0 1,0-1-1,0 1 1,-1 0-1,1-1 1,0 1-1,0 0 1,0-1-1,-1 1 1,1 0-1,0-1 1,0 1 0,0 0-1,0-1 1,0 1-1,0-1 1,0 1-1,0 0 1,0-1-1,0 1 1,0-1-1,0 1 1,0 0-1,0-1 1,0 1 0,0 0-1,1-1 1,-1 1-1,0 0 1,0-1-1,0 1 1,0 0-1,1-1 1,-1 1-1,0 0 1,0-1-1,1 1 1,-1 0 0,0 0-1,1-1 1,-1 1-1,0 0 1,1 0-1,-1 0 1,0 0-1,1-1 1,27-7-58,-23 6 35,421-121-15,-425 122 43,56-12-25,-55 12 17,0 1 1,0 0-1,0-1 0,0 1 1,1 0-1,-1 1 1,0-1-1,0 0 0,0 1 1,1-1-1,-1 1 0,0-1 1,0 1-1,0 0 1,0 0-1,0 0 0,0 0 1,-1 0-1,1 1 1,0-1-1,0 1 0,1 1 1,-1 1 6,1 0 0,-1 0 0,1 0 0,0 0 0,0-1 0,0 1 0,0-1 0,0 0 0,1 0 1,0 0-1,-1 0 0,1-1 0,0 0 0,1 1 0,-1-1 0,0-1 0,0 1 0,1-1 0,-1 1 0,1-1 0,-1-1 0,1 1 1,0-1-1,-1 1 0,1-1 0,6-1 0,20 0 22,-24 0-34,1 0-1,-1 1 1,0 0 0,0 0 0,0 1 0,0-1-1,1 2 1,-1-1 0,0 1 0,-1 0-1,8 4 1,-9-4 14,-1 0-1,0 0 1,0-1 0,1 0 0,-1 1-1,1-1 1,-1-1 0,1 1-1,-1-1 1,1 0 0,-1 0-1,1 0 1,0 0 0,-1-1-1,7-1 1,3-3 6,-1 1-1,1-2 1,18-10 0,6-3-7,-34 18-5,0 0-1,1 0 0,-1 0 0,1 0 1,-1 1-1,1 0 0,-1 0 0,1 0 1,-1 0-1,1 1 0,-1 0 0,1 0 1,-1 0-1,0 0 0,0 1 0,1 0 1,-1-1-1,0 2 0,5 2 0,-3-2 0,0 1-1,0-2 0,1 1 1,-1-1-1,1 0 0,0 0 1,0-1-1,11 1 0,-12-2 5,-1 0 0,1-1-1,0 0 1,-1-1-1,0 1 1,1-1-1,6-3 1,-6 2-578,-1 1 1,1 0-1,-1 0 1,1 1-1,0 0 1,-1 0-1,10-1 1,17 2-8690,-11 0 807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172 429 13334,'0'0'13262,"-17"5"-13075,16-5-187,-7 2 33,-1 1 0,1-1 0,0 1 0,0 1 1,0-1-1,1 1 0,-1 1 0,1-1 0,0 1 0,0 1 0,0-1 1,1 1-1,0 0 0,0 0 0,0 1 0,1 0 0,0 0 0,-7 14 1,9-13-33,0-1 0,1 0 1,0 0-1,0 1 0,1-1 1,0 1-1,0 0 0,1-1 1,0 1-1,0 0 1,3 12-1,-3-17-5,1 0-1,0 0 1,1 0-1,-1 0 1,0 0 0,1-1-1,-1 1 1,1 0 0,0-1-1,0 1 1,0-1-1,0 1 1,1-1 0,-1 0-1,1 0 1,-1 0 0,1 0-1,0-1 1,0 1 0,-1-1-1,1 1 1,0-1-1,0 0 1,0 0 0,1 0-1,-1-1 1,0 1 0,0-1-1,4 0 1,4 2-114,1-1 0,-1-1 0,1 0-1,-1-1 1,1 0 0,-1 0 0,0-1 0,1-1 0,-1 0 0,0-1 0,-1 0 0,1 0-1,-1-1 1,0 0 0,0-1 0,0 0 0,-1-1 0,0 0 0,0-1 0,-1 1 0,1-2 0,-2 1-1,1-1 1,-2 0 0,11-17 0,-5 5-23,-2-1 0,0 0 0,-1-1 0,-2 0 0,0 0 0,-1 0 0,4-46 0,-2-163 1471,-7 123 3385,-17 267-4413,-2 30 26,15-122-317,0-34 2,1 1 0,2 0-1,1-1 1,11 65-1,-11-93-25,0-1 0,0 1-1,0 0 1,1 0-1,-1 0 1,1-1 0,0 1-1,0 0 1,0-1-1,0 0 1,1 0-1,-1 1 1,1-1 0,0-1-1,0 1 1,0 0-1,0-1 1,0 1 0,1-1-1,-1 0 1,1 0-1,0-1 1,-1 1 0,1-1-1,0 1 1,0-1-1,0 0 1,5 0 0,-3-1-16,1-1 0,0 1 0,-1-1 0,1-1 0,-1 1 0,1-1 0,-1 0 0,0 0 0,0-1 0,0 0 0,0 0 1,0-1-1,-1 1 0,1-1 0,-1 0 0,6-7 0,19-19-12,-2-1 0,27-39 0,-56 81-13,1 1-1,0-1 1,0 1 0,3 12-1,-2-20 54,0 0 0,-1 0-1,1 0 1,1 0 0,-1 0 0,1-1-1,-1 1 1,1 0 0,0-1 0,0 1-1,1-1 1,-1 0 0,1 0 0,0 0 0,0 0-1,0 0 1,0-1 0,0 1 0,0-1-1,1 0 1,-1 0 0,1 0 0,-1 0-1,1-1 1,0 1 0,7 1 0,-4-2-1,-1 0 1,1 0-1,-1-1 1,1 1-1,0-1 1,-1-1-1,1 0 1,-1 0-1,1 0 1,-1 0-1,0-1 1,1 0-1,-1-1 1,0 1-1,0-1 1,6-4-1,9-8 7,0 0 0,-2-2 0,0 0 1,0-1-1,-2 0 0,0-2 0,-2 0 0,20-32 0,-32 84 28,0-1 0,-3 39-1,0-68-28,0 1-1,0 0 0,0-1 0,0 1 1,0 0-1,1-1 0,-1 1 0,1 0 1,0-1-1,0 1 0,0-1 0,0 1 1,0-1-1,1 0 0,-1 1 0,1-1 0,-1 0 1,1 0-1,0 0 0,0 0 0,0 0 1,0-1-1,0 1 0,0 0 0,0-1 1,1 0-1,-1 1 0,0-1 0,1 0 1,-1 0-1,1 0 0,0-1 0,-1 1 0,1-1 1,0 1-1,-1-1 0,1 0 0,0 0 1,-1 0-1,1 0 0,0-1 0,-1 1 1,1-1-1,0 1 0,-1-1 0,4-2 1,-3 2-2,-1 0 0,1 0 0,-1 0 1,0-1-1,1 1 0,-1-1 1,0 0-1,0 1 0,0-1 1,0 0-1,0 0 0,-1-1 0,1 1 1,-1 0-1,1 0 0,-1-1 1,0 1-1,0-1 0,0 1 0,1-4 1,0-5 15,0 1-1,0-1 1,-1-22 0,-1 23-5,0 0 1,1 0-1,0 0 1,4-16-1,-4 23-12,0 1 1,0 0-1,0 0 0,0-1 1,1 1-1,-1 0 0,0 0 0,1 0 1,0 0-1,-1 0 0,1 0 1,0 1-1,0-1 0,0 0 0,0 1 1,0 0-1,0-1 0,1 1 1,-1 0-1,0 0 0,1 0 0,3 0 1,-3 0-10,0 0 1,0 1 0,0-1 0,0 1 0,0 0 0,0 0-1,0 0 1,0 0 0,0 0 0,0 1 0,0-1 0,0 1-1,0 0 1,0 0 0,-1 0 0,1 0 0,0 1-1,0-1 1,-1 1 0,4 2 0,1 3 5,0 0-1,0 0 1,-1 1 0,0-1 0,5 10 0,-8-11-3,0-1 0,0 1 1,1-1-1,0 0 0,0 0 1,0-1-1,1 1 0,-1-1 1,1 0-1,0 0 0,0 0 1,1-1-1,8 5 0,-2-6 28,0 0 0,0-1 0,1-1 0,-1 0 0,0 0 0,21-4 0,25-1-69,-44 5 64,-2 1-12,0-1 0,0 0 0,0-1 0,0 0 0,-1-1 0,1 0 0,0-1-1,-1-1 1,16-6 0,2-6 34,37-26-1,-22 12-8,-43 29-36,0 1 1,0-1-1,1 1 1,-1 0-1,0-1 1,1 1-1,-1 0 1,0 0-1,1 0 1,-1 0-1,1 0 1,-1 0-1,0 0 1,1 0-1,-1 0 1,0 1-1,1-1 1,-1 0-1,0 1 1,0 0-1,1-1 1,-1 1-1,0 0 1,0-1-1,0 1 1,0 0-1,0 0 1,1 1-1,30 33 105,-24-26-80,-3-4-7,0 1-1,0-1 1,0 1 0,-1 0 0,0 0-1,0 0 1,0 0 0,-1 1 0,0-1-1,-1 1 1,1 0 0,-1 0 0,0 0-1,-1 0 1,0 1 0,0-1 0,0 13-1,-2-19-12,1 0-1,0 0 1,-1 0-1,1 0 1,-1 0-1,1-1 0,-1 1 1,0 0-1,1 0 1,-1 0-1,0-1 1,1 1-1,-1 0 0,0-1 1,0 1-1,0-1 1,0 1-1,1-1 1,-1 1-1,0-1 0,0 0 1,0 1-1,0-1 1,0 0-1,0 0 0,0 0 1,0 0-1,0 0 1,-2 0-1,-36 2-253,33-2 117,-16 0-490,-64-3-4365,76 1 3782,-1 0-1,1 0 1,0-1 0,0 0-1,0-1 1,-14-7-1,-48-33-11605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86 16151,'0'0'9157,"-5"-85"-9526,-8 97-3408,-14 16-1778,-10 12-2769</inkml:trace>
  <inkml:trace contextRef="#ctx0" brushRef="#br0" timeOffset="1">0 339 14935,'0'0'11125,"148"0"-10965,-93-14-144,1 0-16,-6 5-704,-6-1-3794,-7 3-6996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80 17320,'0'0'5290,"29"-14"-5183,93-42 189,-118 55-263,0-1 0,0 1-1,-1 0 1,1-1 0,0 2-1,0-1 1,0 0 0,0 1-1,0 0 1,1 0 0,-1 0-1,0 0 1,0 1 0,0 0 0,0-1-1,5 3 1,-6-1 3,0-1 1,0 1-1,-1 0 1,1 0-1,-1 0 1,1 1-1,-1-1 1,0 0-1,0 1 1,0 0-1,0-1 1,0 1-1,-1 0 1,1 0-1,1 5 1,1 7 67,0 0 0,-1-1-1,-1 1 1,0 1 0,-1-1 0,-2 18-1,1-25-93,-3 34 104,-1-1 0,-3 1 0,-1-1 0,-16 45 0,-12 61 63,14 8-94,7 0 1,5 165 0,10-318-83,0 1 1,0-1 0,0 1-1,0 0 1,0-1 0,0 1-1,1-1 1,-1 1 0,1-1-1,0 1 1,-1-1 0,1 1-1,0-1 1,3 4 0,-2-5 3,0 0 0,0 0 1,0 0-1,0 0 1,0 0-1,1-1 1,-1 1-1,0-1 0,0 0 1,1 1-1,-1-1 1,0 0-1,0 0 1,1-1-1,-1 1 0,3-1 1,8-2 6,-1-1 1,0 0-1,0 0 1,0-1-1,-1-1 1,1 0-1,-1-1 1,-1 0-1,1-1 1,10-9-1,-8 7 27,-12 17 43,-6 9-92,-18 43 125,-85 246 600,78-175-240,6 0 0,-8 161 0,17 267 952,17-504-1327,-3 56 39,0-98-64,0 0 0,-1 0 0,-1-1-1,1 1 1,-2-1 0,-7 19 0,9-27-52,0 0 0,0-1 0,0 1 0,0-1 0,0 1 0,0-1 0,-1 0 1,1 0-1,-1 0 0,0 0 0,1 0 0,-1-1 0,0 1 0,0-1 0,0 0 0,0 0 0,-1 0 1,1 0-1,0 0 0,0-1 0,0 1 0,-1-1 0,1 0 0,0 0 0,-1 0 0,1 0 0,0-1 0,0 1 1,-1-1-1,1 0 0,0 0 0,-3-2 0,-1 1-13,0 0-1,0-1 1,1 0-1,-1 0 1,1-1-1,0 1 1,0-1 0,0-1-1,0 1 1,1-1-1,-1 0 1,1-1 0,-6-7-1,7 4-138,0 1 0,0-1-1,1 0 1,0 0 0,0 0 0,1 0 0,0 0-1,1 0 1,0-1 0,0 1 0,1-1-1,1 1 1,-1 0 0,1-1 0,4-12 0,-1 6-1189,0 0 1,2 0 0,0 1-1,1 0 1,0 0 0,1 0 0,18-23-1,28-30-10882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110 346 16055,'0'0'10720,"-3"-3"-10232,2 3-485,1 0 1,0 0-1,-1-1 0,1 1 0,-1 0 0,1 0 1,0 0-1,-1 0 0,1-1 0,-1 1 0,1 0 1,0 0-1,-1 0 0,1 0 0,-1 0 0,1 0 1,-1 0-1,1 0 0,-1 0 0,1 1 0,0-1 1,-1 0-1,1 0 0,-1 0 0,1 0 0,0 1 1,-1-1-1,1 0 0,0 0 0,-1 1 0,1-1 1,0 0-1,-1 0 0,1 1 0,0-1 0,-1 1 1,1-1-1,0 0 0,0 1 0,0-1 0,-1 0 1,1 1-1,0-1 0,0 1 0,0 0 0,-14 37 86,-4 60 192,16-86-179,-7 52 162,3-18 15,-1-1 1,-26 80-1,33-123-194,0-15 609,0 3-657,-1-52 309,2 0-1,3 0 1,22-107-1,-11 112-376,37-91-1,-44 128 21,1 1 0,1 0 0,0 1 0,2 0 0,0 0 0,1 2 0,1-1 0,17-15 0,-29 30-3,1 0 1,0-1 0,0 1 0,0 0-1,0 1 1,0-1 0,1 0 0,-1 1 0,5-2-1,-7 3 4,0 0-1,-1 0 1,1 0 0,0 0-1,0 0 1,-1 0-1,1 0 1,0 1-1,0-1 1,-1 0-1,1 0 1,0 1-1,-1-1 1,1 0 0,0 1-1,-1-1 1,1 0-1,0 1 1,-1-1-1,1 1 1,-1-1-1,1 1 1,-1 0-1,1-1 1,-1 1-1,1-1 1,-1 1 0,0 0-1,1 0 1,-1-1-1,0 1 1,1 0-1,-1-1 1,0 1-1,0 0 1,0 0-1,0-1 1,0 1 0,0 0-1,0 0 1,0-1-1,0 1 1,0 1-1,0 10-9,0-1-1,0 1 0,-1-1 1,0 1-1,-1-1 0,-1 0 1,0 0-1,0 0 0,-1 0 1,0-1-1,-1 1 1,0-1-1,-1 0 0,0 0 1,0-1-1,-1 0 0,-1 0 1,-12 12-1,1-1-102,-1-1 1,-40 28-1,58-45 109,0 1 0,0-1 0,0 1 1,0 0-1,0 0 0,1 0 0,0 0 0,-1 0 0,1 0 1,0 0-1,0 0 0,1 0 0,-1 1 0,1-1 0,-1 0 1,1 1-1,1 5 0,4 57-129,2-40 153,1-1-1,1 0 1,1 0 0,1-1 0,16 24 0,-1 3 19,-18-35 0,0-1 0,1 0 0,0 0 0,14 15 0,-20-26-322,1 0 1,-1-1-1,1 1 1,0-1-1,0 0 1,1 0-1,-1 0 0,1 0 1,-1-1-1,1 0 1,0 0-1,0 0 1,0 0-1,0-1 1,0 0-1,1 0 1,-1 0-1,5 0 1,-6-1-49,3 0-673,1 0-1,-1 0 0,1-1 0,-1 0 1,1 0-1,11-4 0,15-16-4862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12 235 11477,'0'0'11075,"13"-14"-10318,-8 9-666,21-22 564,-3 0 1,28-40-1,-46 60-414,-1-1 0,1 0 0,-1-1 0,-1 1 0,1-1 0,-2 0 0,1 0 0,-1 1-1,1-11 1,-3 18 280,-4 1-143,-1 1-363,0 1 0,0-1-1,0 1 1,0 0 0,0 0-1,1 0 1,-1 0 0,0 1-1,1 0 1,0 0 0,0 0-1,0 1 1,0-1 0,0 1-1,1 0 1,-4 5 0,-5 5-51,2 0 0,0 1 1,-14 28-1,18-31 30,2 1 0,0 1 0,0-1 0,1 0 0,1 1-1,0 0 1,1-1 0,1 1 0,1 19 0,0-30 7,0 1 1,0 0-1,0-1 0,1 1 1,-1-1-1,1 1 1,0-1-1,0 1 1,0-1-1,0 0 0,1 0 1,-1 0-1,1-1 1,0 1-1,0 0 0,0-1 1,0 0-1,0 0 1,0 0-1,1 0 1,-1 0-1,1-1 0,-1 1 1,1-1-1,6 2 1,8 2-9,-1-1 1,0-1 0,1 0-1,22 1 1,-1-3-46,0-1 0,50-6-1,-74 4 43,1-1-1,0-1 1,-1-1 0,0 0-1,0-1 1,0 0-1,-1-1 1,19-13-1,-15 8-6,-1-1-1,0 0 0,-1-1 0,26-30 1,-36 37 26,0 0 0,-1 0 1,0-1-1,-1 0 1,0 0-1,0 0 0,-1-1 1,0 1-1,0-1 0,-1 1 1,0-1-1,0 0 1,0-17-1,-2 25-1,0 0 0,0 0 0,0 0 0,0 1 0,0-1-1,0 0 1,0 0 0,-1 0 0,1 0 0,0 1 0,-1-1 0,1 0 0,0 0 0,-1 1 0,1-1-1,-1 0 1,1 1 0,-1-1 0,1 0 0,-1 1 0,0-1 0,1 1 0,-1-1 0,0 1 0,1-1-1,-1 1 1,-1-1 0,-26 0 44,21 2-61,1 1 1,0 0-1,0 0 0,0 0 0,0 1 0,0 0 1,-9 6-1,1 3-6,0 0 0,0 1 0,1 0 0,1 2 0,-19 25 0,25-31 0,1 1 0,0 0 0,1 0 0,-1 0 0,2 0 0,0 1 0,0-1 0,1 1 0,0 0 0,0 0 0,1 12 0,3-22 1,-1-1 0,1 1 0,-1 0 0,1-1 0,-1 1-1,1-1 1,0 0 0,-1 1 0,1-1 0,0 0-1,-1 0 1,1 0 0,0 0 0,-1 0 0,4-1 0,-2 1-16,2-1 28,0 1-1,1-1 0,-1 0 0,0 0 1,-1-1-1,1 0 0,0 0 0,0 0 1,-1 0-1,1 0 0,7-7 0,47-42 4,-17 14-19,-41 37 5,0-1 1,0 1-1,0-1 1,0 1-1,0 0 1,0-1-1,0 1 1,0 0-1,0 0 1,0 0-1,0 0 1,0 0-1,0 0 1,0 0-1,0 0 1,-1 0-1,1 0 1,0 0-1,0 1 1,0-1-1,0 0 1,0 1 0,0-1-1,0 0 1,1 2-1,25 17-30,-5-2 56,-15-15-12,-1 1 1,0-1-1,0 0 1,1-1-1,-1 0 1,1 0-1,-1 0 1,1-1-1,-1 0 1,1 0-1,0-1 1,-1 1-1,1-1 1,-1-1-1,0 1 1,1-1-1,5-3 1,5-4 6,-1 0 1,0-1-1,0 0 0,20-20 1,-23 19-5,0 1-1,0 0 1,1 1 0,0 0 0,1 1 0,27-11 0,-41 18-3,1 1 0,0-1 0,0 1 0,0 0 1,-1-1-1,1 1 0,0 0 0,0 0 0,0 0 1,-1 0-1,1 1 0,0-1 0,0 0 0,0 1 0,-1-1 1,1 1-1,0 0 0,-1-1 0,1 1 0,0 0 1,-1 0-1,1 0 0,-1 0 0,1 0 0,-1 1 0,0-1 1,0 0-1,1 1 0,-1-1 0,0 1 0,0-1 1,0 1-1,0-1 0,-1 1 0,1 0 0,0-1 0,-1 1 1,1 0-1,-1 0 0,1 1 0,1 10 12,0 1 0,0-1 0,-1 0 0,-1 19 0,0-22-9,-1-3 2,0 0-1,0 0 1,-1 0-1,0 0 1,0 0-1,-1-1 1,0 1-1,0-1 1,0 0-1,-1 0 1,0 0-1,0 0 1,-1 0-1,1-1 1,-1 0-1,0 0 1,-1 0-1,1-1 1,-11 7-1,6-4 7,0-1 0,0 0 1,-1-1-1,0 0 0,0 0 0,0-1 0,0-1 1,-1 0-1,1 0 0,-1-1 0,-15 0 0,26-2 23,5 0-46,-1-1 0,1 1 0,-1-1 0,1 0 0,-1 0 0,0 0 0,1-1 0,-1 1 0,0-1 0,0 0 0,4-3-1,8-4 4,326-175-102,-341 185 117,1-1 1,-1 1-1,1-1 0,-1 1 0,1-1 1,-1 1-1,0-1 0,1 1 1,-1-1-1,1 1 0,-1 0 0,0-1 1,0 1-1,1 0 0,-1-1 0,0 1 1,0 0-1,0-1 0,0 1 0,0 0 1,0-1-1,0 1 0,0 0 0,0-1 1,0 1-1,-1 1 0,2 31-74,-1-29 90,-1 23-11,0-15-7,0-1 0,1 1 1,1 0-1,3 21 0,-3-31-12,-1 0-1,1 0 1,-1 0-1,1 0 0,0 0 1,0 0-1,0 0 0,0 0 1,0 0-1,1 0 1,-1-1-1,1 1 0,-1 0 1,1-1-1,-1 1 1,1-1-1,0 0 0,-1 0 1,1 1-1,0-1 1,0 0-1,0-1 0,0 1 1,0 0-1,0 0 0,0-1 1,1 1-1,-1-1 1,0 0-1,0 0 0,4 0 1,-4 0 8,1 0 0,0 0 1,0 0-1,-1 0 0,1 0 1,0-1-1,-1 1 0,1-1 1,-1 0-1,1 0 0,-1 0 1,1 0-1,-1 0 0,0-1 1,1 1-1,-1-1 0,0 0 1,0 1-1,0-1 0,3-4 1,-2 1 8,0 0 1,-1 0-1,1-1 1,-1 1-1,-1-1 1,1 0-1,-1 0 1,1-10 0,1-32-7,-4 35 60,2 0 0,-1 0 1,2 0-1,0 0 0,5-20 0,-6 30-61,0 1 1,0 0 0,0-1 0,1 1-1,-1 0 1,1-1 0,-1 1-1,1 0 1,0 0 0,0 0 0,0 0-1,0 1 1,0-1 0,0 1 0,0-1-1,0 1 1,1-1 0,-1 1 0,1 0-1,-1 0 1,1 0 0,-1 1-1,1-1 1,-1 1 0,1-1 0,0 1-1,-1 0 1,1 0 0,0 0 0,-1 0-1,1 0 1,4 2 0,-3-1-6,1 1 1,-1 0-1,0 0 1,0 0-1,-1 1 1,1-1-1,0 1 1,-1 0-1,1 0 1,-1 0-1,0 1 1,0-1-1,-1 1 1,1-1-1,-1 1 0,1 0 1,1 6-1,7 10-5,-1 0-1,6 23 0,-12-33 9,-3-4 4,1-1 0,0 1-1,1-1 1,-1 0 0,7 10 0,-7-13-4,-1-1 1,0 0 0,0 0 0,0 0-1,1 0 1,-1 0 0,1 0 0,-1 0-1,1 0 1,-1 0 0,1-1 0,-1 1-1,1-1 1,0 1 0,-1-1-1,1 0 1,0 1 0,-1-1 0,1 0-1,0 0 1,0 0 0,-1 0 0,1-1-1,0 1 1,1-1 0,60-21 119,-52 18-137,-1-1 0,1 1 0,0 1-1,0 0 1,0 1 0,0 0 0,16-1 0,-24 3 7,0 1 1,0 0 0,-1 0-1,1 0 1,0 0 0,0 0-1,-1 1 1,1-1 0,3 4-1,-2-3 12,-1 0 0,0 0-1,1 0 1,-1 0 0,1-1 0,-1 0 0,1 1-1,7 0 1,-7-1 11,1-1 0,0 0 0,0 0-1,0-1 1,-1 1 0,1-1 0,0 0 0,-1-1-1,1 1 1,0-1 0,-1 0 0,0 0 0,8-4-1,-3-2-7,1 0 0,-1 0 0,-1-1 0,9-10 0,-13 15 1,15-21-8,-15 19 6,1 0 0,-1 0-1,1 0 1,-1 1 0,2 0 0,-1 0 0,1 0 0,-1 0 0,1 1 0,9-5 0,-14 9-14,0 0 0,-1 0 0,1 0 0,0 0 0,0 0 0,0 0 0,0 1-1,0-1 1,0 0 0,-1 0 0,1 1 0,0-1 0,0 0 0,0 1 0,-1-1 0,1 1 0,0-1 0,-1 1 0,1-1 0,0 1 0,-1 0 0,1-1 0,-1 1 0,1 0 0,-1-1-1,2 2 1,14 25 45,-11-18-51,1 2 35,0-1 1,0 1-1,-1 0 1,-1 0-1,0 0 1,0 1-1,-1 0 0,-1-1 1,0 1-1,0 0 1,-1 17-1,-1-28-15,-1 1 0,1-1 1,-1 1-1,1-1 0,-1 1 0,0-1 0,1 0 0,-1 1 0,0-1 0,0 0 0,0 0 0,0 1 0,0-1 1,-1 0-1,1 0 0,0 0 0,0 0 0,-1-1 0,1 1 0,-1 0 0,1 0 0,-1-1 0,1 1 1,-1-1-1,1 1 0,-1-1 0,1 0 0,-2 0 0,-50 7-14,50-6 9,-14 0-156,-52 2-1402,27-9-4302,22-3-63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532 148 13110,'0'0'2673,"-8"-20"104,-27-63 361,34 80-2905,-1 0 0,1 0-1,-1 1 1,1-1 0,-1 0 0,0 1 0,0-1-1,0 1 1,-1 0 0,1-1 0,-1 1 0,1 0-1,-1 1 1,1-1 0,-1 0 0,0 1 0,0-1 0,0 1-1,-3-1 1,4 2-183,0 0 1,0 0-1,1 0 0,-1 0 1,0 0-1,0 0 0,1 0 1,-1 1-1,0-1 0,1 0 0,-1 1 1,0 0-1,1-1 0,-1 1 1,1 0-1,-1 0 0,1 0 0,-1 0 1,1 0-1,0 0 0,0 1 1,-1-1-1,1 0 0,0 1 1,0-1-1,0 0 0,0 1 0,0 1 1,-9 17 40,2 1 1,0 0-1,1 0 1,1 1-1,-3 24 1,-11 122 537,17-129-505,-163 1272 2920,162-1290-2994,-55 251 500,52-256-543,1-15-6,0-16-13,5 14 8,-14-40-1223,1-2 0,2 0 1,3 0-1,-6-50 0,2-183-14492,13 182 6246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3 134 11189,'0'0'9951,"-2"-4"-9292,2 4-623,0-1 0,0 1-1,0-1 1,0 1-1,0-1 1,0 1 0,0-1-1,0 1 1,0-1-1,0 1 1,0-1 0,1 1-1,-1-1 1,0 1 0,0-1-1,0 1 1,1-1-1,-1 1 1,0-1 0,0 1-1,1 0 1,-1-1 0,0 1-1,1 0 1,-1-1-1,1 1 1,-1 0 0,0-1-1,1 1 1,-1 0-1,1 0 1,-1-1 0,1 1-1,-1 0 1,1 0 0,0 0-1,31-7 871,57 7 25,-59 1-748,2-1-8,0-2 1,-1-1-1,1-1 0,-1-2 1,0-1-1,0-1 0,-1-2 1,0-1-1,-1-2 0,54-30 1,-83 42-161,0 1 1,0 0 0,0 0-1,1 0 1,-1 0 0,0 0-1,0 0 1,0-1 0,0 1-1,0 0 1,1 0 0,-1 0-1,0 0 1,0 0 0,0 0-1,1 0 1,-1 0 0,0 0-1,0 0 1,0 0 0,1 0-1,-1 0 1,0 0 0,0 0-1,0 0 1,0 0-1,1 0 1,-1 0 0,0 0-1,0 0 1,0 0 0,0 0-1,1 1 1,-1-1 0,0 0-1,0 0 1,0 0 0,0 0-1,1 0 1,-1 0 0,0 1-1,0-1 1,0 0 0,0 0-1,0 0 1,0 0 0,0 1-1,0-1 1,0 0 0,0 0-1,1 0 1,-1 1 0,-1 16 120,-10 30-429,9-38 396,-3 14-118,2 0-1,0 1 1,1 41 0,3-64 6,0 0 1,0 0-1,0 0 1,0 0-1,0 0 1,0-1 0,0 1-1,1 0 1,-1-1-1,0 1 1,0-1-1,1 1 1,-1-1-1,0 0 1,1 0 0,-1 0-1,1 1 1,-1-1-1,0 0 1,1-1-1,1 1 1,36-4 18,-36 1 0,1-1 0,-1 1 0,0-1 0,0 0 0,0 0 0,0 0 1,-1 0-1,0-1 0,0 1 0,0-1 0,0 0 0,-1 1 0,1-1 1,0-8-1,17-36 139,-17 45-136,1 0 0,0 1 0,0 0 1,1-1-1,-1 1 0,1 0 0,-1 0 0,1 1 0,0-1 0,0 1 0,0 0 1,0 0-1,1 0 0,-1 1 0,0-1 0,7 0 0,-8 1-14,0 1-1,0 0 1,0-1-1,0 1 1,0 1-1,1-1 1,-1 0 0,0 1-1,0-1 1,0 1-1,0 0 1,0 0-1,0 0 1,-1 1-1,1-1 1,0 1-1,0-1 1,-1 1 0,1 0-1,-1 0 1,0 0-1,0 0 1,1 1-1,1 3 1,4 6 1,-1 1 1,0 0-1,-1 0 1,-1 0-1,0 1 0,-1 0 1,-1 0-1,0 0 1,0 0-1,-2 1 0,1-1 1,-3 28-1,1-42 46,1-19 298,0 8-298,1 0 0,1 0 0,0 0 0,1 0 0,0 0 1,0 1-1,1-1 0,1 1 0,-1 1 0,10-12 0,-6 8-23,1 0-1,1 0 0,0 2 1,1-1-1,0 1 1,23-15-1,-29 23-45,0 0 0,0 0-1,0 1 1,0 0 0,0 0 0,1 0-1,-1 1 1,1-1 0,11 1-1,34 1-4588,-22 1-2572,1-1-5249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29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7 165 18424,'0'0'2906,"0"-22"221,-4-31-1663,2 24 581,11 82-1347,8 23-383,36 104 1,-39-137-243,-8-23-77,0 0 0,2-1-1,0 0 1,13 20 0,-20-38 8,-1 0 0,0 0-1,1-1 1,-1 1 0,1 0 0,-1-1 0,1 1 0,-1 0 0,1-1-1,-1 1 1,1-1 0,0 1 0,-1-1 0,1 1 0,0-1 0,-1 1 0,1-1-1,0 0 1,0 1 0,0-1 0,-1 0 0,1 0 0,0 1 0,0-1 0,0 0-1,-1 0 1,1 0 0,0 0 0,0 0 0,0 0 0,0 0 0,-1-1 0,1 1-1,0 0 1,0 0 0,-1-1 0,1 1 0,0 0 0,0-1 0,-1 1-1,1-1 1,0 1 0,-1-1 0,1 1 0,0-1 0,-1 1 0,1-1 0,-1 0-1,1 1 1,-1-1 0,1-1 0,27-46 199,-23 36-191,42-83 149,-5-3 0,53-180 0,-79 318-3555,-8-15 1087,2 0 0,0-1 0,17 28 0,-1-12-2847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0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255 110 9716,'0'0'15367,"-8"-18"-14158,-26-53-259,33 69-930,0 1 1,0-1-1,0 1 0,-1 0 1,1-1-1,0 1 1,-1 0-1,1 0 0,-1 0 1,1 0-1,-1 0 1,1 0-1,-1 0 0,0 0 1,1 1-1,-1-1 1,0 0-1,0 1 1,0 0-1,0-1 0,1 1 1,-1 0-1,0 0 1,0 0-1,0 0 0,0 1 1,1-1-1,-1 0 1,0 1-1,0-1 0,-2 2 1,-2 0-6,1 1 0,-1 0 0,1 0 0,0 0 0,-1 1 0,-4 5-1,-2 2 4,0 0-1,1 0 0,0 1 0,1 1 0,1 0 1,-14 24-1,18-28-20,1 0 0,1 1 1,-1-1-1,1 1 0,1 0 1,0 0-1,0 0 0,1 0 1,0 0-1,1 0 0,1 19 1,0-28-3,0 0 0,0 0 1,0-1-1,0 1 0,0 0 1,0 0-1,0 0 0,0 0 0,0-1 1,0 1-1,0-1 0,0 1 1,1-1-1,-1 1 0,0-1 1,0 0-1,1 1 0,-1-1 1,0 0-1,0 0 0,1 0 1,-1 0-1,0 0 0,1 0 1,1-1-1,37-3-39,-28-1 57,-1-1-1,0-1 1,0 0 0,-1 0-1,0-1 1,0-1 0,-1 1-1,0-1 1,0-1 0,9-13-1,34-34-7,-52 57-3,1 0 1,-1 0-1,0 0 0,1-1 0,-1 1 0,1 0 1,-1 0-1,1 0 0,-1 0 0,1 0 0,-1 0 1,0 0-1,1 0 0,-1 0 0,1 0 0,-1 0 0,1 0 1,-1 0-1,1 0 0,-1 0 0,1 0 0,-1 0 1,0 1-1,1-1 0,-1 0 0,1 0 0,-1 0 1,0 1-1,1-1 0,-1 0 0,0 1 0,1-1 1,-1 0-1,0 1 0,1-1 0,-1 0 0,0 1 1,0-1-1,1 1 0,-1-1 0,0 0 0,0 1 1,0-1-1,0 1 0,0-1 0,0 1 0,1-1 1,-1 1-1,0-1 0,0 1 0,0-1 0,-1 0 1,1 1-1,0 0 0,7 41-20,-5-24 38,0-9-11,0 0 0,0 0-1,1 0 1,8 15 0,-10-22-8,0 1 1,0-1-1,1 0 1,-1 0-1,1 0 1,0-1-1,-1 1 1,1 0-1,0-1 1,0 1-1,0-1 1,0 1-1,0-1 1,0 0-1,1 0 1,-1 0-1,0 0 1,1 0-1,-1-1 1,1 1-1,-1-1 1,0 1-1,5-1 1,3 0 6,0-1 1,-1 0-1,1-1 0,0 0 1,-1-1-1,0 1 0,0-2 0,0 1 1,0-1-1,0-1 0,-1 0 1,0 0-1,0 0 0,0-1 1,0-1-1,7-7 0,7-6 33,-15 13-17,0 0 0,0 1 0,1-1 0,-1 2 0,1-1 0,1 1 0,10-5-1,-18 10-15,0 0-1,-1 0 0,1 0 0,0 0 0,0 0 0,0 0 0,-1 1 0,1-1 0,0 0 0,0 0 0,-1 1 0,1-1 0,0 0 1,0 1-1,-1-1 0,1 1 0,0-1 0,-1 1 0,1-1 0,-1 1 0,1-1 0,-1 1 0,1 0 0,-1-1 0,1 1 0,-1 0 1,1-1-1,-1 2 0,14 26-31,-10-17 51,0-5-27,-1-1 0,1 1 0,0-1 1,0 0-1,1 0 0,-1-1 1,1 1-1,0-1 0,1 0 1,-1 0-1,0-1 0,1 1 0,0-1 1,9 3-1,-11-5-4,1 1 0,-1-1 0,0 0 0,1-1 0,-1 1 0,1-1-1,-1 0 1,1 0 0,-1 0 0,1 0 0,-1-1 0,0 0 0,1 0 0,-1 0 0,0-1 0,1 1 0,-1-1 0,0 0-1,0 0 1,-1 0 0,8-6 0,1-3 4,0-1-1,0 0 1,10-17-1,27-26 217,-48 54-166,0 39-154,0-29 107,0 0-1,1-1 1,0 1-1,0-1 1,1 0-1,0 1 1,1-1-1,-1 0 1,2-1-1,-1 1 1,1-1-1,0 0 1,1 0-1,10 10 1,-14-16 2,0 0 1,0 0-1,0 0 1,0 0-1,0 0 1,0 0 0,0-1-1,0 1 1,1-1-1,-1 0 1,0 0-1,0 0 1,1 0-1,-1 0 1,0 0 0,0 0-1,1-1 1,-1 1-1,0-1 1,0 0-1,0 0 1,0 0-1,0 0 1,0 0 0,0 0-1,4-3 1,3-3 32,0 0 1,0-1-1,14-16 1,-16 16-47,66-74 619,-69 147 48,-3-46-927,-1 27 214,-7-28-2781,-8-9-3925,2-8-1174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14343,'0'0'6210,"63"2"-17319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1 535 8340,'0'0'13096,"15"-21"-10332,189-224 1537,-121 140-3357,-75 93-809,0 0-1,-1-1 0,0-1 0,-1 1 0,0-1 0,6-25 1,-11 20 334,-8 16-154,5 4-316,0 0 0,1 0 0,-1 1 0,0-1 0,0 0 1,1 1-1,-1 0 0,1-1 0,0 1 0,-1 0 0,-1 3 0,-1 4-24,-1 0 0,2 0 1,-1 0-1,1 1 0,1-1 0,0 1 0,0 0 0,0 0 0,2-1 0,-1 1 1,2 17-1,1-12 32,0 0 0,1 0 0,0 0 1,1-1-1,1 0 0,13 27 0,-14-33-20,-1 0 1,1 0-1,-1 1 0,-1-1 0,1 1 0,-2 0 1,1-1-1,-1 1 0,0 15 0,-1-23 2,-1 0 0,1 1 0,0-1 0,-1 0 0,1 1 0,-1-1 0,0 0 0,0 0 0,1 0 0,-1 0 0,0 0 0,0 0 0,0 0 0,0 0 0,0 0 0,0 0 0,0 0 0,0-1 0,0 1 0,-1 0-1,1-1 1,0 1 0,0-1 0,-1 1 0,1-1 0,-2 0 0,-41 10-338,36-9 246,-11 3-301,-8 1-694,43-11 469,14-5 614,-1-2 0,0 0 1,-1-2-1,-1-2 0,35-26 1,-26 17 340,-2-2 0,-1-2 0,-1-1 0,-1-2 0,-2 0 0,-2-2 0,-1-2 0,24-42 0,-51 83-281,0 1-1,0-1 1,1 1-1,-1-1 1,1 1-1,1-1 1,-1 1-1,1 5 0,1 12-73,-15 251-69,14-272 91,0 0 0,0 0 0,1 0 0,-1-1 0,0 1 0,1 0 0,-1-1 0,1 1 0,-1-1 0,0 0 0,1 1 0,-1-1 0,1 0 0,-1 0 0,1 0 0,-1 0 0,1 0 0,-1 0 0,3-1 0,34-2-104,-3-10 73,16-5-88,-50 17 114,1 1 0,0 0 0,-1 0 0,1 0 0,0 0 1,-1 0-1,1 0 0,0 0 0,-1 0 0,1 0 0,-1 1 0,1-1 0,0 1 0,-1-1 0,1 1 0,-1 0 0,1 0 0,-1 0 0,0 0 0,1 0 0,-1 0 0,0 0 0,1 0 0,-1 0 0,2 3 0,-1-1 8,0 0-1,0 0 1,0 0 0,0-1 0,1 1 0,-1-1 0,1 1-1,0-1 1,0 0 0,0 0 0,0 0 0,0 0-1,0 0 1,0-1 0,1 0 0,-1 0 0,0 0-1,1 0 1,-1 0 0,1 0 0,0-1 0,-1 0-1,1 0 1,-1 0 0,1 0 0,0 0 0,-1-1-1,1 1 1,-1-1 0,1 0 0,-1 0 0,0-1 0,1 1-1,4-4 1,22-9-24,-12 5-10,0 1-1,0 0 1,0 1 0,1 1-1,0 1 1,0 1-1,0 0 1,24-1 0,-41 5 38,38 0 0,1 1 0,-1 1 0,53 12 0,-79-11-1,0 0 0,-1-1 0,1-1 0,0 0 1,0-1-1,0 0 0,0-1 0,0-1 0,0 0 1,-1-1-1,1 0 0,-1-1 0,0-1 0,0 0 1,0-1-1,0 0 0,-1-1 0,0 0 0,13-11 1,-22 15 16,1 0 1,-1 0 0,0-1 0,0 1-1,-1-1 1,1 1 0,-1-1 0,1 0 0,-1 0-1,-1 0 1,1 0 0,0 0 0,-1-1-1,0 1 1,0 0 0,0-1 0,-1 1-1,1 0 1,-1-1 0,0-5 0,-33 14 359,27 1-348,0 0 1,0 0-1,1 1 1,0 0-1,0 0 0,0 1 1,1-1-1,-6 12 1,-30 68 347,30-64-248,-27 72 299,-43 162-1,1 105 242,50-198-668,31-191-1150,-3-47 0,-1 6-1555,-1-40-3839,-10-28-5790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1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21146,'0'0'6691,"-29"42"-17240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266 286 12886,'0'0'6387,"7"-26"-4346,19-83-238,-24 102-1469,-1-1 0,0 0 0,0 0 0,-1 0 0,1 0 0,-2 0 0,-1-11 0,1 16-229,1 0 1,-1 0-1,0 1 0,0-1 1,0 0-1,0 1 0,-1-1 0,1 1 1,-1 0-1,0-1 0,1 1 1,-1 0-1,0 0 0,0 0 0,-3-2 1,-1 1-41,0 0 1,0 1 0,0 0-1,0 0 1,-1 0 0,1 1-1,-1 0 1,1 0-1,-1 1 1,1 0 0,-1 0-1,1 0 1,-1 1 0,-8 2-1,9-2-64,0 0 0,-1 0 0,1 1 0,0 0 0,0 0-1,0 1 1,0 0 0,1 0 0,-1 0 0,1 1 0,0-1-1,-1 1 1,2 1 0,-7 5 0,4-1-6,0 0-1,0 1 1,1-1-1,0 1 1,0 1 0,1-1-1,-5 17 1,3-3-15,0 1 0,2 0 1,1 0-1,1 0 1,1 0-1,3 46 0,-1-68 19,1 0-1,-1 0 0,0 0 1,1 0-1,0 0 0,0 0 1,0 0-1,0-1 1,0 1-1,1 0 0,-1 0 1,1-1-1,0 1 0,-1-1 1,1 1-1,0-1 0,1 0 1,-1 0-1,0 0 1,1 0-1,-1 0 0,1-1 1,-1 1-1,1-1 0,0 1 1,0-1-1,0 0 0,-1 0 1,1 0-1,0-1 0,5 2 1,-3-2-1,0 0 1,1 0-1,-1 0 0,0 0 1,0-1-1,0 0 1,1 0-1,-1 0 1,0 0-1,0-1 0,-1 0 1,1 0-1,0-1 1,-1 1-1,1-1 0,-1 0 1,0 0-1,4-4 1,26-29 17,41-57 1,-38 46-10,-37 46-7,0 1 1,0-1-1,0 1 1,0-1-1,1 1 1,-1-1-1,0 1 1,0-1-1,1 1 1,-1-1-1,0 1 1,1-1-1,-1 1 1,1 0-1,-1-1 1,0 1-1,1-1 1,-1 1-1,1 0 1,-1 0-1,1-1 1,-1 1-1,1 0 1,-1 0-1,1 0 1,0 0-1,-1-1 1,1 1-1,-1 0 1,1 0-1,-1 0 1,1 0-1,-1 0 1,1 0-1,0 0 1,-1 1-1,1-1 1,-1 0-1,1 0 1,-1 0-1,1 0 1,-1 1-1,1-1 1,-1 0-1,1 1 1,0-1-1,7 24 45,-6-16-31,11 43 127,-2 0 0,-2 1 0,3 74 0,-9 162 698,-5-201-745,1-27-53,-3 1 1,-3-1-1,-3 0 0,-2-1 1,-2 0-1,-4-1 0,-46 106 1,64-163-38,0-1 1,0 1-1,-1 0 1,1 0-1,0-1 1,-1 1 0,1 0-1,0-1 1,-1 1-1,1 0 1,-1-1-1,0 1 1,1-1-1,-1 1 1,1-1-1,-1 1 1,0-1-1,1 1 1,-1-1 0,0 0-1,1 1 1,-1-1-1,0 0 1,0 1-1,0-1 1,1 0-1,-1 0 1,-1 0-1,0 0 11,1-1-1,0 1 0,-1-1 0,1 0 0,0 0 1,0 1-1,0-1 0,0 0 0,0 0 0,0 0 1,0 0-1,0 0 0,0 0 0,-1-3 0,-22-46 183,15 14-158,1-1-1,1 0 0,3 0 1,1-1-1,1 1 0,2-1 1,8-55-1,-3 56-34,2 0 1,1 1-1,2 0 0,2 0 1,1 1-1,22-42 0,-13 35-2,2 1-1,2 1 1,1 1-1,49-52 1,-61 76 0,0 0 1,1 0 0,1 2-1,1 0 1,-1 1 0,21-10-1,-26 16-9,1 0 0,-1 2 0,1-1 0,0 1 0,0 1 0,0 0 0,1 1 0,-1 1 0,0 0 0,23 1 0,-32 0 1,0 1-1,-1-1 1,1 1 0,-1 0 0,1 0 0,-1 0-1,1 0 1,-1 1 0,0 0 0,0-1 0,0 1-1,0 0 1,0 0 0,0 1 0,0-1-1,0 1 1,-1-1 0,1 1 0,1 3 0,-1-1-10,0 1 1,0-1 0,0 1-1,-1 0 1,0 0 0,0 0-1,-1 0 1,0 0-1,0 0 1,0 10 0,0-5 0,-1 0 0,-1 0 0,0 0 0,0-1 0,-1 1 0,-1 0 0,1-1 0,-2 1 0,0-1 0,0 0 0,0 0 0,-11 15 0,-16 7-6,30-31 23,1-1 1,-1 1-1,0-1 0,1 1 0,-1-1 0,0 1 1,1-1-1,-1 1 0,0-1 0,0 0 0,1 1 0,-1-1 1,0 0-1,0 0 0,1 0 0,-1 1 0,0-1 1,0 0-1,0 0 0,1 0 0,-1 0 0,0-1 1,0 1-1,0 0 0,1 0 0,-1 0 0,0-1 0,0 1 1,1 0-1,-1-1 0,0 1 0,0 0 0,1-1 1,-1 1-1,0-1 0,1 1 0,-1-1 0,1 0 1,-1 1-1,1-1 0,-1 0 0,1 1 0,-1-1 0,1 0 1,0 1-1,-1-1 0,1 0 0,0 0 0,0 1 1,-1-1-1,1-1 0,-4-11 1,1 0 1,1 0-1,0-1 0,0 1 1,2 0-1,-1-1 0,2 1 1,0-1-1,0 1 0,1 0 1,1 0-1,0 0 0,1 0 1,6-14-1,-7 20-24,0-1 0,1 1 1,0 0-1,0 0 0,1 0 0,0 1 0,0-1 1,0 1-1,1 1 0,0-1 0,0 1 0,1 0 1,-1 0-1,1 1 0,0 0 0,0 0 0,1 0 1,-1 1-1,1 0 0,-1 1 0,1 0 0,0 0 1,0 0-1,0 1 0,9 0 0,15 2-1262,0 2 1,0 1-1,0 2 0,0 1 0,-1 1 1,0 2-1,30 14 0,73 21-7277,-129-44 8660,0 0 0,0 0-1,0-1 1,-1 1 0,1-1-1,0 0 1,0-1 0,0 1 0,0-1-1,0 0 1,0 0 0,0 0-1,-1-1 1,8-2 0,-10 2 327,1 1 1,0-1 0,-1 0-1,1 1 1,-1-1 0,0 0-1,0 0 1,1-1 0,-2 1-1,1 0 1,0-1 0,0 1-1,-1-1 1,1 0 0,-1 1-1,0-1 1,0 0 0,0 0-1,0 0 1,0 0-1,-1 0 1,1 0 0,-1 0-1,0-4 1,-6 6 2571,-11 1-3090,15 0 361,-5 1-249,0 0 1,-1 1 0,1 0 0,0 1 0,0-1-1,1 1 1,-1 0 0,0 1 0,1 0 0,0 0 0,0 0-1,0 1 1,-7 6 0,3-1 0,-1 0 0,2 0 0,-1 1 0,1 0 0,1 1-1,-8 14 1,14-22-27,1-1 0,-1 1 1,1 0-1,0-1 0,0 1 0,0 0 0,0 0 0,1 0 0,-1 0 0,1 0 0,0 0 0,1 0 0,0 5 0,3-8 3,0 0 0,-1 0-1,1 0 1,0-1 0,0 0 0,0 0 0,0 0 0,0 0-1,0-1 1,7-1 0,-4 0 8,1-1-1,-1 0 1,0 0 0,0 0-1,0-1 1,-1-1 0,1 1 0,9-9-1,-9 7-2,1 0 0,-1 1 0,1 0 0,0 0 0,12-5 0,-18 10-8,-1 0 0,1-1 0,0 1 0,-1 0 0,1 0 0,0 0 0,-1 0 0,1 0 0,0 0 0,-1 0 0,1 0 0,0 1 0,-1-1 0,1 1 0,-1-1 0,1 1 0,0 0 0,-1 0 0,0-1 0,1 1 0,-1 0 0,1 0 0,-1 0 0,1 2 0,31 38-22,-4-5 67,-20-30-63,0 0 0,0-1-1,0 0 1,1 0-1,-1-1 1,1-1-1,0 1 1,0-2 0,1 1-1,-1-2 1,0 1-1,1-1 1,-1-1-1,1 0 1,-1 0 0,1-1-1,-1 0 1,1-1-1,9-3 1,-3 1 12,-1-1 0,-1-1 1,1 0-1,-1-1 0,0 0 0,0-1 1,-1-1-1,0-1 0,0 0 0,-1 0 1,14-16-1,-24 23 33,0-1-1,1 0 1,-2 0 0,1-1 0,0 1-1,-1 0 1,0-1 0,0 1 0,0-1 0,0 0-1,-1 0 1,0 0 0,0 0 0,0 0 0,0 0-1,-1 0 1,0-7 0,-1 11 7,1 0 0,-1 0 0,0 0 0,1 0 0,-1 0 0,0 0 0,0 0 0,1 0 0,-1 1 0,0-1 0,0 0 0,0 1 0,0-1 0,0 0 0,0 1 0,0-1 0,0 1 0,0 0 0,0-1 0,-1 1 0,1 0 0,0 0 0,0-1 0,0 1 0,0 0 0,0 0 0,0 0 0,-1 1 0,1-1 0,-2 0 1,-40 5 30,35-2-60,0 0-1,0 0 0,0 1 0,0-1 0,0 2 0,1-1 0,0 1 1,0 1-1,0-1 0,-10 12 0,13-12-9,0 0 0,-1 0 0,2 0 1,-1 1-1,1-1 0,-1 1 0,2 0 0,-1 0 0,1 0 0,0 0 0,0 0 1,0 1-1,1-1 0,-1 13 0,2-18 6,1-1-1,-1 1 1,0 0 0,1-1 0,-1 1 0,1 0-1,-1-1 1,1 1 0,0-1 0,-1 1-1,1-1 1,-1 1 0,1-1 0,0 1-1,-1-1 1,1 0 0,0 1 0,0-1-1,-1 0 1,1 0 0,0 1 0,0-1 0,0 0-1,-1 0 1,1 0 0,0 0 0,0 0-1,0 0 1,0 0 0,32-1-84,-28 1 71,4-1 5,0-1 0,0 0 0,0 0 0,0-1-1,-1 0 1,1 0 0,-1-1 0,0 0 0,0-1 0,-1 0 0,1 0 0,-1 0 0,0-1 0,0 0 0,-1-1 0,0 1 0,10-15 0,-2 3 19,-1-2 0,-1 0 0,-1-1 1,0 0-1,14-41 0,-14 15 228,-1 0 0,-2 0-1,-3-1 1,-1 0 0,-4-69-1,0 114-169,-1 8 44,1 0-1,-1 0 1,0 0-1,-1-1 1,1 1-1,-1 0 1,0 0-1,-3 5 1,-5 14-61,-4 25 3,2 1 0,3 0 0,1 1 0,3 0 0,2 0 0,2 1 0,9 73 0,-8-119-56,1 1 0,1-1 0,-1 0 1,1 1-1,0-1 0,0 0 0,1 0 0,-1 0 1,1-1-1,1 1 0,-1-1 0,1 1 0,0-1 0,0 0 1,1-1-1,-1 1 0,1-1 0,0 0 0,0 0 1,1 0-1,-1-1 0,1 0 0,0 0 0,-1 0 1,1-1-1,1 1 0,-1-2 0,9 3 0,-6-2-32,1-1 0,-1 0 0,1-1 0,-1 0 0,0 0-1,1-1 1,-1 0 0,0 0 0,1-1 0,-1-1-1,0 1 1,0-2 0,-1 1 0,1-1 0,-1 0 0,0-1-1,0 0 1,14-11 0,-10 4 30,0 0-1,-1 0 1,-1-1 0,0 0 0,0-1-1,-2 0 1,1-1 0,-2 0 0,0 0-1,8-28 1,-27 121 933,1-36-1122,-7 27-61,3-39-2645,-4-8-3558,5-16-1878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4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17288,'0'0'2849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64 372 12005,'0'0'9669,"11"-6"-6942,-5 0-2452,-1 0 1,1 0 0,-1-1 0,-1 1 0,1-1 0,-1 0 0,0-1 0,-1 1 0,0-1 0,0 1 0,0-1 0,-1 0 0,-1 0 0,1 0 0,-1 0 0,0-1 0,-1-14 0,-2 22-253,0 1 0,1-1 0,-1 1 0,0-1 0,1 1 0,-1 0 0,0 0 0,1 0 0,-1 0 0,0 0 0,0 0 0,1 0 0,-1 0 0,0 1 0,1-1 0,-1 1 0,-1 0 0,-3 3-32,1 0 1,0 0-1,0 0 1,0 1-1,0 0 0,1 0 1,0 0-1,0 1 1,1-1-1,-1 1 1,1 0-1,0 0 1,-3 11-1,-2 5 13,1 1 1,-7 33-1,11-37-21,0-1 0,1 0 1,1 1-1,0-1 0,2 1 0,3 26 1,-3-43 9,-1 0 0,1 0 0,0-1 0,0 1 0,0 0 0,0 0 1,0-1-1,0 1 0,0-1 0,0 1 0,1-1 0,-1 0 0,0 1 1,1-1-1,-1 0 0,1 0 0,0 0 0,-1 0 0,1 0 0,0 0 1,-1-1-1,1 1 0,0 0 0,0-1 0,0 0 0,0 1 0,0-1 1,0 0-1,-1 0 0,1 0 0,0 0 0,0 0 0,0 0 0,0-1 1,0 1-1,2-1 0,3-1 13,0 0 0,-1 0 0,1 0 0,0 0 0,-1-1 0,0-1 0,0 1-1,9-7 1,13-14 8,-17 14-7,1-1 0,1 2 0,0-1 0,25-12-1,-36 21-19,-1 1-1,1 0 1,0 0-1,-1 0 0,1 0 1,0 0-1,-1 0 1,1 0-1,0 1 0,-1-1 1,1 1-1,0-1 1,-1 1-1,1 0 0,-1-1 1,1 1-1,-1 0 1,1 0-1,-1 0 0,0 0 1,1 0-1,-1 0 1,2 3-1,-1-2 17,0 0 0,0 0 0,0-1 0,0 1 0,1-1 0,-1 1 0,0-1 0,1 0 0,-1 0 0,1 0 0,3 1 0,6-2 6,0 0 1,-1 0 0,1-1 0,0-1 0,-1 0-1,1 0 1,-1-1 0,1 0 0,-1-1-1,0-1 1,11-5 0,-17 8-21,1 1 0,-1 0-1,1 0 1,-1 1 0,1 0 0,0 0-1,-1 0 1,10 2 0,9 0-77,-9-2 96,-1-1 0,0 0 1,0-1-1,0 0 1,0-1-1,0-1 0,0 0 1,-1-1-1,1 0 1,-1-1-1,-1-1 0,1 0 1,-1-1-1,-1 0 1,1 0-1,-1-2 0,-1 1 1,1-1-1,-2-1 1,0 0-1,0 0 0,-1-1 1,0 0-1,-1 0 1,0-1-1,-1 0 0,0 0 1,-1 0-1,-1-1 1,0 0-1,-1 0 0,-1 0 1,2-15-1,-1-136 2089,-4 172-2012,0-1 0,-1 1 0,0 0 0,0-1-1,0 1 1,-1-1 0,-4 7 0,-7 22 44,3 11-82,2 0 0,2 1-1,2 0 1,3 1 0,5 81 0,-3-126-199,0 0 0,1 0 1,-1 0-1,1 0 1,0 0-1,0-1 0,0 1 1,0 0-1,0 0 1,1-1-1,-1 1 0,1 0 1,0-1-1,-1 1 1,1-1-1,0 0 0,1 0 1,-1 0-1,0 0 1,1 0-1,-1 0 0,1-1 1,-1 1-1,1-1 1,0 0-1,0 1 0,-1-1 1,1-1-1,0 1 1,0 0-1,4 0 0,8 1-1744,0-1 0,0-1 0,1 0 0,25-4 0,-39 4 1765,51-10-5386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5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12550,'0'0'15959,"53"-73"-15911,-14 58 96,6-4-144,5 3 0,-3-3 0,-2 5-192,-11 4-768,-10 6-2498,-11 4-3521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0 718 16472,'0'0'1051,"18"-21"-310,117-137 2808,-96 113-2411,-2-2 0,52-86 1,-71 100-704,0-1 1,-2 0 0,-2-1 0,-1-1-1,10-49 1,-19 43 411,-6 27-10,-2 22 339,-34 144-919,-30 251 0,49-269-29,6-46-115,-45 340 133,31 6-210,27-448 32,0-54-31,2 0-1,14-78 1,152-626-13,-148 702 0,40-91 0,-49 137-31,1 1 1,1 0-1,2 1 0,0 0 0,1 1 0,35-37 0,-49 58 1,38-34-14,-38 34 11,-1 0-1,1 0 1,-1 0-1,1 0 1,0 0-1,-1 0 1,1 0 0,0 0-1,0 0 1,0 1-1,0-1 1,-1 1 0,1 0-1,0-1 1,0 1-1,0 0 1,0 0 0,0 0-1,0 0 1,0 0-1,0 1 1,2 0 0,-3-1 2,0 1 0,-1 0 0,1-1 0,-1 1 1,1 0-1,-1 0 0,1-1 0,-1 1 0,0 0 1,1 0-1,-1 0 0,0-1 0,0 1 0,1 0 0,-1 0 1,0 0-1,0 0 0,0 0 0,0 1 0,1 12-16,0 0 0,-1 1 0,-1-1 0,0 0 0,-1 0 0,-1 0 0,0 0 0,0-1 0,-2 1 0,1-1 0,-2 0 0,0 0 0,0-1 0,-1 1 0,-17 21 0,0-5-336,-1 0 1,-1-1-1,-1-2 0,-2-1 0,0-1 0,-2-1 1,-52 29-1,136-82-18183,-12 7 14054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2689,'0'0'9383,"23"-7"-6211,72-20-450,-90 26-2452,-1 0 0,0 0 0,0 0 0,1 1 0,-1-1 0,0 1 0,1 0 0,-1 1 0,0-1 0,0 1 0,7 1 0,-9-1-178,0 0 1,0 0-1,0 0 0,-1 0 0,1 0 0,0 0 0,0 0 0,-1 1 1,1-1-1,-1 1 0,1-1 0,-1 1 0,0 0 0,0 0 0,0-1 0,2 5 1,0 2-15,-1 1 0,-1-1 0,1 1 1,-1 0-1,-1-1 0,1 1 1,-1 0-1,-2 9 0,1 6 120,1-11-162,1-10-31,-1 1 0,1 0 1,-1 0-1,0 0 0,-1-1 0,1 1 1,-1 0-1,1 0 0,-1 0 0,0-1 1,0 1-1,-1-1 0,1 1 0,-1-1 1,0 1-1,0-1 0,-3 5 1,4-7 236,2-5-172,1 1-1,-1 0 0,1 0 0,0 0 0,0 0 0,0 0 0,1 0 1,-1 0-1,1 1 0,0-1 0,-1 1 0,1 0 0,0 0 1,5-3-1,0-1 6,4-3-75,1-1 0,0 2 0,28-14 0,-39 21 5,1-1 0,-1 1-1,1 0 1,0 0 0,0 0-1,-1 0 1,1 1 0,0-1-1,0 1 1,0 0 0,0 0 0,0 0-1,0 0 1,0 0 0,-1 0-1,1 1 1,0-1 0,0 1-1,0 0 1,-1 0 0,1 0-1,0 0 1,-1 1 0,1-1-1,-1 1 1,1-1 0,-1 1-1,3 3 1,15 20 36,28 30-51,-45-52 13,0 0 0,0-1 0,0 1 0,1-1 0,-1 0 0,1 0 0,-1 0 0,1 0 1,0-1-1,0 0 0,-1 0 0,1 0 0,0 0 0,8 1 0,-11-3 9,0 1 0,0 0-1,0-1 1,0 1 0,0-1-1,0 1 1,0-1 0,0 1-1,-1-1 1,1 0 0,0 1 0,0-1-1,-1 0 1,1 0 0,0 1-1,-1-1 1,1 0 0,-1 0-1,1 0 1,-1 0 0,1 0-1,-1 0 1,0 0 0,1 0 0,-1 0-1,0 0 1,0-1 0,5-34-5,-4 31 10,0-7 46,-1-1-1,0 1 1,0-1-1,-1 1 1,-1-1-1,-2-12 1,3 21-23,0 0 0,-1 1 0,1-1 0,-1 0 0,1 1 0,-1-1 0,0 1 0,0 0 0,-1 0 0,1 0 0,-1 0 0,1 0 0,-1 0 0,0 0 0,0 1 0,0 0 0,-1-1 0,1 1 0,0 0 0,-1 1 0,0-1 0,1 1 0,-7-2 0,-13 2 6,23 1-49,0 0-1,0 0 0,-1 0 1,1 0-1,0 0 0,0 0 1,-1 0-1,1 0 0,0 0 1,-1 0-1,1 0 1,0 0-1,0 0 0,-1 1 1,1-1-1,0 0 0,-1 0 1,1 0-1,0 0 0,0 0 1,0 1-1,-1-1 1,1 0-1,0 0 0,0 0 1,0 1-1,-1-1 0,1 0 1,0 0-1,0 1 0,0-1 1,0 0-1,-1 0 0,1 1 1,0-1-1,0 0 1,0 0-1,0 1 0,0-1 1,0 0-1,0 1 0,0-1 1,0 0-1,0 0 0,0 1 1,0-1-1,0 0 0,0 0 1,0 1-1,0-1 1,1 0-1,-1 1 0,0-1 1,0 0-1,0 0 0,0 1 1,0-1-1,1 0 0,-1 0 1,0 0-1,0 1 1,0-1-1,1 0 0,-1 0 1,0 0-1,0 0 0,1 1 1,-1-1-1,3 1-11,-1 0 0,1 0 0,-1 0 0,1 0 0,-1 0 0,1-1 1,0 1-1,-1-1 0,1 0 0,0 0 0,0 0 0,-1 0 0,6-1 0,5 0-5,13 2-35,0-2 1,1-2-1,-1 0 1,0-1 0,44-14-1,-56 12 41,0 0 0,0 0-1,-1-1 1,1-1-1,-2 0 1,1-1 0,-1 0-1,0-1 1,-1-1-1,0 1 1,12-18 0,-16 16 468,0 0 1,-1 0 0,-1 0-1,0 0 1,0-1 0,3-22-1,-31 107-452,17-59-3,1 1-1,0-1 1,1 1 0,1 0-1,0 0 1,-2 19-1,17-32-118,31-3 128,-17 1-49,0 0 0,35 4 0,-56-2 29,1-1 1,-1 1-1,0 0 1,0 0-1,0 1 1,0 0-1,0 0 1,0 0-1,0 0 1,-1 1-1,1 0 1,-1 0-1,1 0 1,-1 0-1,0 1 1,-1-1-1,6 8 1,-7-9 5,-1 0 0,1 0 0,-1 0 1,0 1-1,1-1 0,-1 1 1,0-1-1,-1 1 0,1-1 1,0 1-1,-1-1 0,1 1 0,-1 0 1,0-1-1,0 1 0,0 0 1,0-1-1,-1 1 0,1 0 1,-1-1-1,0 4 0,-1-3 7,0 0 0,0 0-1,0 1 1,0-1 0,-1 0-1,1 0 1,-1-1 0,0 1-1,0-1 1,0 1 0,0-1 0,0 0-1,-4 2 1,-6 2 7,1 0 1,-1-1-1,0-1 1,-1 0-1,1 0 1,-1-2-1,-14 2 1,17-3 8,-69 1 108,77-2-112,0 0 1,0 0-1,0-1 0,-1 1 1,1-1-1,0 0 0,0 0 0,0 0 1,0 0-1,0 0 0,0-1 1,1 1-1,-1-1 0,0 0 0,1 0 1,-1 0-1,1 0 0,0 0 1,0 0-1,0-1 0,-3-2 0,6 4-116,-1 0 0,0 1 0,1-1 0,-1 1 0,0-1 0,1 0 0,-1 1 0,1-1 0,-1 1 0,1-1 0,-1 1-1,1-1 1,-1 1 0,1 0 0,0-1 0,-1 1 0,1 0 0,0-1 0,-1 1 0,1 0 0,0 0 0,-1 0 0,1-1 0,0 1-1,-1 0 1,1 0 0,0 0 0,0 0 0,-1 0 0,1 0 0,0 1 0,-1-1 0,2 0 0,39-1-3157,-32 1 1757,38-3-5701,5-5-5353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13142,'0'0'15591,"-2"4"-15337,-3 4-158,0 0 1,1 1-1,0-1 1,0 1 0,1 0-1,0 1 1,-2 13 0,-9 77 436,8-54-433,0-1-17,-6 33-130,-2 103 0,14-178-10,0-1 1,0 1-1,0-1 1,0 1-1,0-1 0,0 1 1,1-1-1,-1 0 1,1 1-1,0-1 0,0 1 1,0-1-1,0 0 1,0 0-1,0 1 1,0-1-1,1 0 0,-1 0 1,1 0-1,0 0 1,-1-1-1,1 1 0,0 0 1,0-1-1,0 1 1,3 1-1,2-1-123,1 0-1,-1 0 1,1-1-1,-1 0 0,1 0 1,0-1-1,10-1 1,-8 2 139,0-1 1,0 0-1,0 0 1,0-1-1,0-1 1,0 0-1,0 0 1,-1-1-1,1 0 1,-1-1-1,0 0 1,0 0-1,0-1 1,0 0-1,-1 0 0,0-1 1,0 0-1,0-1 1,-1 0-1,12-14 1,-14 14 202,0 0 0,0 0-1,0-1 1,-1 0 0,0 0 0,-1 0 0,0 0 0,0-1-1,-1 1 1,0-1 0,0 0 0,-1 1 0,0-1 0,-1-14 0,0 23-124,-1-1 0,1 1 0,-1-1 0,1 1 0,-1-1 0,1 1 0,-1-1-1,1 1 1,-1 0 0,0-1 0,1 1 0,-1 0 0,1-1 0,-1 1 0,0 0 0,1 0 0,-1 0 0,0-1 0,0 1 0,1 0 0,-1 0 0,0 0 0,1 0 0,-1 0 0,0 0 0,1 0 0,-1 1 0,0-1 0,1 0 0,-2 1 0,-25 7-28,23-4-13,0 0 0,0 0-1,0 1 1,1-1 0,0 1 0,0 0 0,0 0 0,1 0 0,0 0-1,0 0 1,0 0 0,0 1 0,0 5 0,-1 6-2,0 0 0,2 1 0,0 16 0,1-32 4,0-1 1,1 0-1,-1 0 1,0 0 0,0 0-1,1 0 1,-1 0-1,1 0 1,-1 0-1,1 1 1,-1-1-1,1-1 1,0 1-1,-1 0 1,1 0 0,0 0-1,0 0 1,0 0-1,0-1 1,0 1-1,0 0 1,0-1-1,0 1 1,0-1-1,1 1 1,39 9-29,-24-10 12,-1 0 0,0 0 0,18-4-1,18-13 22,1 1 100,-50 15-114,0 1 0,0 0 0,1 0 0,-1 0 0,0 0 0,0 1 0,1 0 0,-1-1 0,0 1 0,0 0-1,0 0 1,0 1 0,0-1 0,0 1 0,4 2 0,-1-1 1,0 0 0,1 0 0,-1-1 0,1 0 0,0 0 0,0-1 1,0 1-1,-1-2 0,1 1 0,9-1 0,68-5 187,-42-5-153,-33 7-48,0 1-1,0 0 0,0 1 0,14-1 1,27 3 0,77 11 0,-41-8-2393,-1 0-11338,-40 3 2549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3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15543,'0'0'17224,"35"-19"-17224,-28 12 0,-4 2 0,-3 3-1569,0-3-2449,-18-2-8739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17160,'0'0'1417,"21"-20"-33,2-4-825,-9 9-120,0 1 0,1 0 0,0 1 0,1 0 0,1 1 0,0 1 0,20-9 0,-24 14-159,0 1 0,0 0-1,0 1 1,0 0 0,1 1-1,-1 1 1,1 0-1,0 1 1,0 0 0,18 2-1,-29-1-246,-1 1 0,1-1 0,0 1 0,-1-1 0,1 1-1,-1 0 1,1 0 0,-1 0 0,1 0 0,-1 1 0,0-1 0,0 1-1,1-1 1,-1 1 0,0 0 0,0 0 0,-1 0 0,1 0-1,0 0 1,-1 0 0,3 3 0,-2 1 8,1 0 0,-1-1 0,0 1 0,0 1 0,-1-1 0,0 0 0,0 0 0,0 13 0,-1-4-6,0 1 1,-2-1 0,0 1 0,-1-1 0,0 0 0,-10 26-1,8-28-27,2-8-8,0 1 0,1 0 0,0 0 0,0 0 0,0 0 0,-1 12 0,8-20-16,19-19 7,-2-1 0,0-1 0,-1 0-1,18-30 1,64-114 237,-99 223 628,-5 4-715,3 82-2,-1-136-173,0 0 0,0 0 0,1-1 0,-1 1 0,1 0 0,1-1 0,-1 1 0,1-1 0,0 0 0,0 0 0,1 0 0,-1 0 0,1 0 0,0-1 0,0 0 0,1 0 0,-1 0 0,1 0 0,0-1 0,0 0 0,0 0 0,0 0-1,1 0 1,-1-1 0,1 0 0,0 0 0,-1 0 0,1-1 0,10 1 0,-10-1-160,0-1 0,0 0 0,0 0 0,1 0 0,-1-1 0,0 0 1,0 0-1,0-1 0,0 1 0,-1-1 0,1 0 0,0-1 0,-1 0 0,1 0 0,-1 0 0,0 0 0,0-1 0,9-8 0,-7 5-863,0-1 0,-1 1 1,0-1-1,0-1 0,-1 1 0,6-13 0,0-14-6386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3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1637 10549,'-10'-9'15860,"13"11"-15825,-1 0 0,1-1-1,0 1 1,0 0-1,0-1 1,0 0 0,0 1-1,0-1 1,0 0-1,0-1 1,1 1-1,5 0 1,43 3 329,8-3-106,-39 1-177,1-2-1,-1 0 1,1-1-1,-1-1 1,1-1-1,39-11 1,-26-2 17,-1-1 1,-1-2-1,57-41 0,-72 47-75,185-153 636,-42 14-392,-120 115-244,162-153 255,35-59-102,-222 234-102,118-127 213,-28 19-165,-6-4-39,-81 102-81,2 2-1,1 1 1,1 0-1,0 2 1,2 0 0,0 2-1,1 1 1,1 1-1,51-22 1,-41 22-10,0 1 0,1 3 1,1 0-1,0 3 0,0 1 1,1 2-1,-1 2 0,1 1 0,44 3 1,-63 5 10,0 0 1,0 1 0,0 2 0,-1 0 0,0 1-1,24 14 1,-8-5 12,0 2 0,-2 1 0,-1 2 0,47 40 0,117 117 136,-126-104-13,247 162 18,-252-188 74,83 47-1,-29-21 24,148 85 112,-179-113-277,-61-35 9,-1 2 1,35 25-1,-46-31-86,0 1 1,1-2-1,0 0 0,0-1 0,32 8 1,-6-1-1,0 4 3,-31-12-3,1-1 0,0 0 0,15 3 1,60 15 20,-61-15-16,1-1 1,-1-1 0,1-1 0,41 1 0,-64-5-24,-1-1-1,1-1 0,0 1 0,-1-1 1,1 0-1,0 0 0,-1 0 1,1-1-1,-1 0 0,0 1 0,8-6 1,8-16-2407,-19 20 1544,1 0 1,-1 0-1,0-1 0,0 1 1,-1 0-1,1-1 0,-1 1 1,0-6-1,0-11-8370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51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17 10709,'0'0'12683,"-3"-2"-11533,-10-13 827,2 18-230,11 525-866,11-303-633,-5-131-190,19 1077 1418,-40-928-1206,-2 83-41,-15 165-104,7-182-53,7 163 8,7-145 45,0 5 1,10-104-4,3 253 290,16-233-135,-16-246-846,3-10-984,3-17-3574,-7 3-2415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5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102 164 1281,'0'0'11282,"-10"0"-10055,1-1-947,0 0 481,0 0-1,0 1 0,-1 0 1,1 0-1,0 1 1,0 0-1,-9 6 4126,17-7-4814,16 2 874,21-1-597,403-19 1204,-94 19-968,502-6-97,-590-7-307,102-1-34,1173 13 1123,-1282-21-1054,-2-1 48,336 6 16,91-5-137,-250 4-235,-90 6 135,364-6 1000,-557 16-404,644 11-350,-622-8-316,-164-2-61,-4 1-1184,-139 19-9344,61-15 793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5:59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5554 42 8308,'0'0'15580,"-18"-18"-14288,12 16-1239,0 0 1,0 1 0,1 0 0,-1 0 0,0 0 0,-7 1 0,-24-5 193,8 1-206,0 0 1,0 2-1,-59 2 1,36 1-16,-18-2 23,0 3 1,1 3-1,-108 22 0,132-16-17,1 2-1,1 2 0,0 2 0,0 2 1,2 1-1,-66 45 0,63-34-4,-18 12 168,2 2 1,-106 105 0,124-99-82,1 2 1,3 1 0,2 3 0,3 0-1,-35 83 1,27-50-133,13-34 95,3 2-1,2 1 1,-29 117-1,-39 213 297,-15 88 111,28-55 166,4-20-103,-17 193-397,67-477-167,-4-1 0,-74 190 0,80-246 12,-15 31 36,-56 99 1,50-106 9,12-23-50,-2-2 0,-56 77 0,57-98 24,-3-1-1,-73 64 0,-92 54-29,179-141 1,-236 158 97,216-147-78,4-2-8,-2-1 1,0-2 0,-1-1 0,-1-3-1,-52 16 1,-40-12-43,27-5 26,42-3 20,-24 6-8,-145 11 0,-57 7 18,201-21-2,-166 6 0,-158-3-51,385-15 71,-60 4 67,88-8-165,13 0-6361,-4 0 4862,1-1 0,-1 0 0,0 0 1,0-1-1,9-3 0,23-11-9963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 10309,'0'0'7622,"-24"0"-5784,-50 0-876,19 0 4359,59 2-5078,23 3-21,0-1 0,-1-2 0,1-1 0,33-3 0,-5 1-124,382-9 461,211 3-379,-82 10 246,-427-4-5280,1 0-6114,-126 1 3821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210 209 10629,'0'0'4655,"-24"0"-3097,-83 0-81,36 0 1659,71 0-3099,-1 0-1,1 1 0,-1-1 1,1 0-1,0 0 1,-1 1-1,1-1 1,0 0-1,-1 0 0,1 1 1,0-1-1,-1 0 1,1 1-1,0-1 1,-1 1-1,1-1 0,0 0 1,0 1-1,-1-1 1,1 1-1,0-1 1,0 1-1,0-1 0,0 0 1,0 1-1,0-1 1,0 1-1,0-1 0,0 1 1,0-1-1,0 1 1,0-1-1,0 1 1,0-1-1,0 1 0,0-1 1,0 0-1,1 1 1,-1-1-1,0 1 1,0-1-1,1 1 0,-1-1 1,0 0-1,0 1 1,1-1-1,-1 0 1,1 1-1,5 2 99,0-1 0,1 0 1,-1 0-1,1 0 0,-1-1 0,1 0 0,-1 0 1,1 0-1,0-1 0,12-1 0,-1 1 19,819-32 1551,-551 14-1537,453-29 333,311-38-315,-705 52-54,593 6 756,-782 28-344,-230-1-5522,16 0-1121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10453,'0'0'3313,"-3"-5"-3665,3 12-2977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3570,'-3'38'14924,"-4"-37"-12089,-25 6-2773,14-4 112,1 1-94,33-3-2911,0-1-3353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74 10453,'0'0'10879,"-9"0"-10209,-28 0 104,28 0-142,13 0-80,18-3-351,0 0-1,0-2 0,-1-1 1,0 0-1,22-10 0,16-4-4,-46 16-126,11-3 5,-18 4-72,-9 3-33,-12 1 25,0 0 0,1 2 0,-1-1 0,1 2 0,0 0 0,-15 7 0,-89 42 15,83-36-9,3-2 4,31-15 376,6-1-146,47-11-92,66-23 0,-46 12-165,-71 23 113,-17 0-43,-12 2-439,1 2 0,0 1 0,0 1 0,1 1 0,0 1 0,0 1 0,-32 17-1,-3 0-4157,4-3-3044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30 13366,'0'0'8801,"-16"3"-8192,5-2-475,5 0-74,1-1 0,-1 1-1,0 1 1,1-1 0,-1 1 0,-6 2-1,10-3-26,0 0 0,0 1 0,0-1 0,1 0 0,-1 1 0,0-1 0,0 1 0,1 0 0,-1-1 0,1 1 0,0 0 0,-1 0-1,1 0 1,0 0 0,0 0 0,0 0 0,1 0 0,-1 0 0,0 1 0,1-1 0,-1 0 0,1 5 0,-3 25 220,1 1 0,2 0 1,2-1-1,8 51 1,-8-73-244,0 0 0,0 0 0,1 0 1,1-1-1,0 1 0,0-1 1,0 0-1,1 0 0,1-1 1,-1 1-1,1-1 0,1 0 0,0-1 1,0 0-1,0 0 0,1 0 1,0-1-1,0 0 0,9 5 0,-12-9 1,0 1 0,-1-1-1,1-1 1,0 1-1,0 0 1,0-1-1,0 0 1,0-1 0,0 1-1,0-1 1,1 0-1,-1 0 1,0 0-1,0-1 1,8-1 0,-10 1 0,0-1 0,0 1-1,0-1 1,0 0 0,0 1 0,0-2 0,0 1 0,0 0 0,-1 0 0,1-1 0,-1 1 0,0-1 0,0 0 0,0 0 0,0 0 0,0 0 0,0 0 0,-1 0 0,0 0 0,1-1 0,-1 1 0,1-7 0,3-14 10,-1 0-1,-1 0 1,-1 0 0,-1-1 0,-1 1-1,-1 0 1,-1 0 0,-7-29 0,8 44-17,-2 0 0,1 0 0,-1 0 0,0 0-1,-1 1 1,0-1 0,-1 1 0,1 0 0,-1 0 0,-1 1 0,0 0 0,0 0 0,0 0 0,-1 0 0,0 1 0,0 1 0,0-1 0,-1 1 0,0 0 0,0 0 0,-1 1 0,1 1-1,-1-1 1,-11-2 0,17 5-96,0 0 0,0 0 0,0 0 1,0 0-1,0 1 0,0-1 0,0 1 0,-1 0 0,1 0 0,0 0 0,0 1 0,0-1 0,0 1 0,0 0 0,0 0 0,-3 1 0,4-1-414,1 1 0,-1 0 0,1 0 1,0 0-1,-1 0 0,1 1 0,0-1 0,0 0 0,0 0 1,1 1-1,-1-1 0,1 0 0,-1 1 0,1-1 0,0 0 1,-1 1-1,1-1 0,1 1 0,-1 3 0,0 20-6828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12086,'0'0'13958,"18"-11"-13270,-15 11-1056,-1 0-1217,9 0-1680,-1 0-1313,4 0-4530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53 123 14150,'0'0'10592,"5"17"-9354,0 1-959,-3-10-171,0 1 0,0-1-1,1 1 1,1-1 0,-1 0 0,1 0-1,1-1 1,-1 1 0,1-1 0,9 11 0,-10-15-39,8 11 119,1 1 0,-1 0-1,-1 0 1,11 21 0,-20-33-184,-1 0 0,1 0 0,-1 0 0,1 1 0,-1-1 0,0 0 0,0 0 0,-1 1 0,1-1 0,-1 1 0,1-1 0,-1 0 0,0 1 0,0-1 0,-1 1 0,1-1 0,-1 0 0,0 1 0,1-1 0,-1 0 0,-1 0 0,1 1 0,0-1 0,-1 0 0,0 0 0,0-1 0,0 1 0,0 0 0,0 0 0,0-1 0,-3 3 0,-3 2-277,0-1 0,-1 0 0,1 0 0,-1-1 0,0 0 0,-19 7 0,20-9-873,0-1-1,-1 0 0,1-1 1,0 0-1,-14 0 0,-7-1-4925</inkml:trace>
  <inkml:trace contextRef="#ctx0" brushRef="#br0" timeOffset="1">16 85 7555,'0'0'15736,"113"-85"-15736,-94 85-208,2 0-193,0 17-1487,0-1-3059,13 1-5073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5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8 6499,'0'0'11037,"-24"0"-8612,-6-1-1799,11 0-59,0 1 0,0 1 1,-30 4-1,100 1 4025,48-5-4782,-12-10 425,-14 2-1822,-23 5-4438,-26 2-1722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5603,'0'0'10532,"-17"1"-8910,-11 2-753,-35 3 616,16-4 4445,47-2-5623,0 0-303,0 0-1,0 0 1,0 0 0,0 1-1,0-1 1,0 0 0,0 0-1,0 0 1,0 1 0,0-1-1,0 0 1,0 0 0,0 0-1,0 0 1,0 1 0,0-1-1,0 0 1,0 0 0,0 0-1,0 1 1,0-1 0,0 0-1,0 0 1,0 0 0,0 0-1,1 0 1,-1 1 0,0-1-1,0 0 1,0 0 0,0 0-1,0 0 1,1 0 0,-1 0-1,0 0 1,0 1 0,0-1-1,0 0 1,1 0 0,-1 0-1,0 0 1,0 0 0,0 0-1,1 0 1,-1 0 0,0 0-1,0 0 1,0 0 0,0 0-1,1 0 1,-1 0 0,0 0-1,0 0 1,0 0 0,1 0-1,-1-1 1,0 1 0,0 0-1,0 0 1,0 0 0,1 0-1,-1 0 1,0-1 0,84 9 191,160-6 0,-115-4-38,9 2-141,-137 0-8,-5 0-56,-59 3 18,0 4 1,-85 19 0,74-12 15,-88 7 1,103-19 96,45-2 199,45 0-177,111-4-466,178-27 1,-286 28-1692,-12 3-5373,-20 0 6884,10 0-9810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521 136 13126,'0'0'5584,"-2"-21"-3570,1 6-1724,0 0 0,-1 0 1,-9-27-1,10 40-256,1 0 0,-2 1 1,1-1-1,0 0 1,0 1-1,0-1 0,-1 1 1,1-1-1,-1 1 0,1 0 1,-1-1-1,0 1 0,1 0 1,-1 0-1,0 0 1,0 0-1,0 1 0,0-1 1,0 0-1,0 1 0,-2-1 1,-45 0 526,31 2-339,-4-1 6,1 2 0,-1 0 0,1 2 0,-1 0 0,1 1 0,0 2 0,0 0 0,1 1-1,-35 19 1,44-21-177,1 0 0,-1 1 0,1 1 0,0 0 0,1 0 0,0 1 0,0 0 0,1 1 0,0-1 0,1 2 0,0-1-1,1 1 1,0 0 0,0 0 0,1 1 0,1 0 0,0-1 0,-3 19 0,4-19-42,1 0 1,1 0-1,0 0 1,1 0-1,0 0 1,0 0-1,1 0 1,1 0-1,0 0 1,0-1 0,1 1-1,1 0 1,-1-1-1,2 0 1,-1 0-1,2 0 1,-1-1-1,1 1 1,0-1-1,1-1 1,0 1-1,9 7 1,24 19 74,0-2 1,47 28-1,31 26 55,-87-54-114,-30-32-23,0 0 0,0 0 0,-1-1 0,1 1 0,0 0 0,-1 0 1,1 0-1,-1 0 0,1 0 0,-1 0 0,0 0 0,1 0 0,-1 0 0,0 0 0,0 0 0,0 1 0,0-1 0,0 0 0,0 0 1,0 0-1,0 0 0,0 0 0,0 0 0,0 0 0,-1 0 0,1 0 0,0 0 0,-1 0 0,1 0 0,-1 0 0,1 0 0,-1 0 1,0 0-1,1 0 0,-1 0 0,0 0 0,-1 1 0,-8 3 13,1-1-1,-1 1 1,0-2 0,-1 1 0,1-2-1,0 1 1,-1-1 0,-16 1-1,-95-1 22,84-2-36,19 1-32,15 0-20,-1-1 1,0 1-1,0-1 0,0-1 0,0 1 1,0 0-1,-7-3 0,12 3-33,0-1 0,-1 0 0,1 1 0,0-1 0,0 1 0,0-1 0,0 1 0,0-1 0,0 0-1,0 1 1,0-1 0,0 1 0,0-1 0,0 1 0,1-1 0,-1 0 0,0 1 0,0-1 0,1 1-1,-1-1 1,0 1 0,0-1 0,1 1 0,-1-1 0,1 1 0,-1 0 0,0-1 0,1 1 0,-1-1-1,1 1 1,-1 0 0,1 0 0,-1-1 0,1 1 0,-1 0 0,1 0 0,-1-1 0,2 1 0,204-81-6433,-172 63 6418,33-25 0,-44 27 1099,2 0 1,-1 2 0,37-15 0,-58 28-836,0 0 0,0-1-1,0 2 1,0-1 0,1 0 0,-1 0 0,0 1 0,0 0 0,1 0-1,-1 0 1,0 0 0,1 0 0,-1 1 0,0-1 0,0 1-1,1 0 1,-1 0 0,0 0 0,0 0 0,4 3 0,-4-2-70,0 1 1,1 0 0,-1 0-1,0 1 1,-1-1 0,1 1-1,-1-1 1,1 1 0,-1 0 0,0 0-1,-1 0 1,1 0 0,1 6-1,2 12-174,-1 0 0,-1 1 0,-1 0 0,-1 35 0,-1-53 41,-6 35-2605,-9-20-4033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9732,'0'0'11446,"44"-47"-12647,-12 92-1888,2 7-513,-2 3-816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0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177 125 11909,'0'0'12041,"7"-20"-10721,19-61-586,-26 80-725,0 0 0,0 0 0,0 0 0,0 0 0,0 1 0,-1-1 0,1 0 0,0 0 0,0 0 0,-1 0 0,1 0 0,0 0 0,-1 1 0,1-1 0,-1 0 0,1 0 0,-1 0 0,0 1 0,1-1 0,-1 0 0,0 1 0,1-1 0,-1 1 0,0-1 0,0 1 0,0-1 0,1 1 0,-1-1 0,0 1 0,0 0 0,0 0 0,0-1 0,0 1 0,0 0 0,0 0 0,1 0 0,-1 0 0,0 0 0,0 0 0,0 0 0,0 0 0,0 0 0,0 0 0,0 1 0,-1 0 0,-4-1 9,0 1 0,0 0 0,0 1 1,1-1-1,-12 6 0,9-2 0,-1 1 0,1 0 0,0 1 0,1 0 0,-1 0 1,1 0-1,1 1 0,-1 0 0,2 1 0,-1-1 0,-6 14 0,8-14-25,0 0-1,1 0 0,0 0 0,1 0 1,-1 0-1,2 0 0,-1 1 0,1-1 1,0 1-1,1-1 0,0 1 0,0 0 1,1-1-1,2 13 0,-2-19 7,0 0 0,0 0 1,0 0-1,0-1 0,0 1 0,1 0 0,-1-1 0,0 1 0,1-1 0,-1 1 0,1-1 1,0 1-1,-1-1 0,1 0 0,0 0 0,0 0 0,0 0 0,0 0 0,0 0 1,0-1-1,0 1 0,0-1 0,0 1 0,0-1 0,0 0 0,0 0 0,0 0 0,1 0 1,-1 0-1,0 0 0,0-1 0,3 0 0,1 0 8,1 0 0,-1 0 1,0-1-1,0 0 0,0 0 0,-1-1 0,1 1 1,0-1-1,8-7 0,-2 1 9,-1-2 1,0 0 0,-1 0-1,0-1 1,-1 0-1,0 0 1,-1-1 0,11-22-1,-13 26 275,-3 17-129,-3 24-24,0-25-94,-5 268 1281,-49 330-1,53-593-1320,-2 10 9,0-1 0,-2 1 0,0-2 0,-9 22 0,13-37-5,-1-1 1,1 0-1,-1-1 0,0 1 1,-1 0-1,1-1 0,0 1 1,-1-1-1,0 1 0,0-1 1,0 0-1,0-1 0,-1 1 1,1 0-1,-1-1 0,1 0 1,-1 0-1,0 0 0,0 0 1,0 0-1,0-1 0,0 0 1,0 0-1,-1 0 0,1 0 1,-7 0-1,8-1 2,1 0 0,0-1 0,-1 1 0,1 0 0,-1-1-1,1 0 1,0 1 0,-1-1 0,1 0 0,0 0 0,0 0 0,-1 0 0,1-1 0,0 1 0,0-1 0,1 1 0,-1-1 0,-3-2 0,2-1 6,0 1 1,1 0 0,-1-1 0,1 1-1,0-1 1,0 0 0,0 0 0,-1-7 0,-1-9 18,1-1 1,1 1 0,2-30 0,0 42-36,1-19-1,1 0 0,2 0 0,1 0 0,1 0 0,2 1 0,0 0 0,2 0 1,1 1-1,15-27 0,0 9-12,1 1-1,1 1 1,3 2 0,44-45 0,-59 68 17,1 1-1,0 0 0,22-14 1,-32 25-7,1 1 1,-1 0-1,1 0 1,0 0-1,0 1 1,0 0-1,1 1 1,-1-1 0,1 2-1,-1-1 1,15 0-1,-20 2-1,-1 1 0,0-1 0,1 0 0,-1 1 0,1-1 0,-1 1 0,0-1 0,0 1 0,1 0 0,-1 0 0,0 0 0,0 0 0,0 1 0,0-1 0,0 1 0,0-1 0,0 1 0,-1-1 0,4 5 0,20 43-8,-23-44 14,0 1-1,0-1 1,1 1-1,-1-1 1,1 0 0,0 0-1,1-1 1,-1 1-1,1-1 1,8 8-1,-10-11 3,-1 0-1,1 0 0,0-1 1,0 1-1,0-1 0,0 1 1,0-1-1,-1 0 0,1 0 1,0 0-1,0 0 0,0 0 1,0 0-1,0 0 0,0-1 1,0 1-1,0-1 0,0 1 1,-1-1-1,1 0 0,2-1 1,38-24 73,-32 19-81,-3 3 5,5-5-11,1 1 0,1 0 0,18-7 0,-29 14 8,0-1 0,1 1 0,-1 0 0,1 0 0,-1 1 0,1-1 0,-1 1 0,1 0 0,0 0 0,-1 0-1,1 0 1,-1 0 0,1 1 0,0 0 0,-1 0 0,0 0 0,1 0 0,-1 0 0,6 3 0,0 1 5,1 0 1,0-1-1,0 0 1,0-1-1,1 0 0,-1-1 1,1 0-1,-1 0 0,1-1 1,0-1-1,0 0 1,-1 0-1,1-1 0,0-1 1,-1 1-1,1-2 0,-1 0 1,15-5-1,-23 7-21,0 0 0,0 0 0,1 0-1,-1 0 1,0 1 0,1-1 0,-1 1 0,1 0-1,-1-1 1,0 1 0,1 0 0,-1 0 0,1 1-1,-1-1 1,1 0 0,-1 1 0,0 0 0,1-1-1,-1 1 1,0 0 0,0 0 0,0 0 0,0 1-1,1-1 1,-1 0 0,-1 1 0,1-1 0,0 1-1,0 0 1,-1 0 0,1-1 0,-1 1 0,1 0-1,1 4 1,27 24-255,-28-29 255,0 0 0,0-1 0,0 1 0,0 0 1,0-1-1,0 1 0,0-1 0,0 1 0,0-1 0,0 0 0,0 0 0,0 0 0,0 0 0,0 0 0,0-1 0,0 1 0,0-1 0,0 1 0,0-1 0,0 0 0,0 1 0,0-1 0,0 0 0,0 0 0,0-1 0,-1 1 0,1 0 0,0-1 0,1-1 0,7-6 11,-1 0 0,-1-1 0,12-16-1,-12 15-27,-7 11 31,-1 0 0,0 0 0,1 0 0,-1-1-1,1 1 1,-1 0 0,0 0 0,1 0 0,-1 0-1,0 0 1,1 0 0,-1 0 0,0 0 0,1 0-1,-1 1 1,0-1 0,1 0 0,-1 0 0,0 0-1,1 0 1,-1 0 0,0 1 0,1-1 0,-1 0 0,0 0-1,1 0 1,-1 1 0,0-1 0,0 0 0,1 1-1,-1-1 1,0 0 0,0 0 0,0 1 0,0-1-1,1 0 1,-1 1 0,0-1 0,0 1 0,0-1-1,0 0 1,0 1 0,0-1 0,0 0 0,0 1-1,0-1 1,0 0 0,0 1 0,14 37-30,7 16 12,-18-47 24,2-1 0,-1 0 0,1 1 0,0-2 1,0 1-1,1-1 0,0 1 0,0-2 0,0 1 0,0-1 0,1 0 0,0 0 0,0 0 1,0-1-1,0 0 0,0-1 0,0 0 0,1 0 0,0 0 0,-1-1 0,1 0 0,0 0 1,8-1-1,-13-1 1,-1 1 1,1-1-1,-1 0 1,1 0 0,-1 0-1,0 0 1,0 0-1,1-1 1,-1 1 0,0-1-1,0 1 1,0-1-1,-1 0 1,1 1-1,0-1 1,-1 0 0,1 0-1,-1 0 1,1-1-1,-1 1 1,0 0 0,0 0-1,0-1 1,0 1-1,-1-1 1,1 1 0,-1-1-1,1 1 1,-1-4-1,2-5 16,-1 0 0,0 0 0,-1 0 0,0-1 0,-3-16 0,2 23-17,-1 0-1,1 0 0,-1 0 1,0 0-1,-1 0 1,1 0-1,-1 0 0,0 1 1,0 0-1,0-1 1,-1 1-1,0 0 1,0 1-1,0-1 0,0 1 1,0-1-1,-1 1 1,1 0-1,-1 1 0,-7-4 1,3 2-19,-1 0 1,1 1-1,-1 0 1,0 1-1,0-1 1,0 2-1,0 0 1,-1 0-1,1 1 1,-10 0-1,19 1 16,0-1 0,0 1 0,0 0 0,0-1 0,0 1 0,0 0-1,0-1 1,0 1 0,0 0 0,0 0 0,1 0 0,-1 0 0,0 0 0,1 0 0,-1 0 0,1 0 0,-1 0-1,1 0 1,-1 0 0,1 0 0,0 1 0,0-1 0,-1 0 0,1 0 0,0 0 0,0 0 0,0 1 0,0-1-1,1 0 1,-1 2 0,0-1-12,0 1-1,0-1 1,0 1 0,1-1-1,-1 1 1,1-1-1,0 1 1,-1-1 0,1 0-1,0 1 1,0-1-1,0 0 1,1 0 0,1 3-1,3-1-53,0 0 0,1-1 1,-1 0-1,1 0 0,0 0 0,0-1 0,-1 0 0,2-1 0,-1 0 0,0 0 0,0 0 1,0-1-1,9 0 0,-7 0 40,1 0 0,0-1 0,0-1 0,-1 0 0,1 0 0,0 0 0,-1-1 0,0-1 0,12-5 0,19-17 43,34-20-96,-68 43 122,0 0 1,0 1-1,0 0 0,0 0 0,1 0 1,-1 1-1,1 0 0,-1 0 0,1 1 0,10 0 1,-16 0-35,0 1 0,0-1 1,1 1-1,-1-1 0,0 1 1,0 0-1,0-1 0,0 1 1,0 0-1,0 0 0,0 0 1,0 0-1,-1 0 0,1 0 1,0 0-1,-1 0 1,1 0-1,0 0 0,-1 0 1,1 0-1,-1 1 0,1 0 1,9 34 114,-8-26-65,6 23-166,-2 1 0,-1 1 0,-1-1 0,-3 1 0,-2 45 0,1-80-97,0 1 1,0 0-1,0-1 1,0 1 0,0 0-1,0-1 1,0 1-1,0 0 1,-1-1-1,1 1 1,0 0 0,0-1-1,-1 1 1,1 0-1,0-1 1,-1 1-1,1-1 1,-1 1 0,1-1-1,-1 1 1,1-1-1,-1 1 1,1-1 0,-1 1-1,1-1 1,-1 0-1,0 1 1,1-1-1,-1 0 1,1 1 0,-2-1-1,-6 1-6419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14311,'0'0'1632,"124"126"-14598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191 425 9300,'0'0'12950,"-1"-11"-11482,1 9-1407,0 0 1,0-1 0,-1 1 0,1 0-1,-1-1 1,1 1 0,-1 0 0,0-1-1,0 1 1,0 0 0,0 0 0,0 0 0,0 0-1,-1 0 1,1 0 0,-1 0 0,1 1-1,-1-1 1,-3-2 0,2 3-22,0 0 0,0 0 0,0 0 0,0 0 0,0 1 0,-1 0 0,1-1 0,0 1 0,0 0 0,0 1 0,-1-1 0,1 0 0,0 1 0,0 0 0,0 0 0,0 0 0,0 0 0,0 0 0,-4 3 0,1-1-16,-1 1 0,1-1 0,1 1 0,-1 0 0,1 0 0,-1 1 0,1 0 0,0 0 1,1 0-1,-1 0 0,1 1 0,0 0 0,1 0 0,-1 0 0,-3 10 0,3-6-15,1 0 1,-1 1-1,2-1 1,0 1 0,0 0-1,1 0 1,0 0-1,1-1 1,1 15-1,0-23-11,0 1 0,0-1 0,0 0 0,0 0 0,0 0 0,0 0 0,0 0-1,1 0 1,-1 0 0,1 0 0,0-1 0,-1 1 0,1-1 0,0 1 0,0-1 0,0 1-1,0-1 1,0 0 0,0 0 0,1 0 0,-1 0 0,0-1 0,0 1 0,1-1 0,-1 1-1,0-1 1,1 0 0,-1 1 0,5-2 0,0 2-29,0-1 1,0 0 0,0 0-1,0-1 1,0 1-1,0-2 1,-1 1-1,1-1 1,11-4-1,-12 2-3,0 0 1,0-1-1,-1 1 0,0-1 0,0-1 1,0 1-1,0 0 0,-1-1 0,0 0 1,0 0-1,-1 0 0,1-1 0,-2 1 1,4-11-1,0 0-5,0-1 1,-2-1-1,0 1 1,1-28-1,-2-300 618,-3 330-459,1 13-53,-1 1 0,0-1-1,0 1 1,0-1 0,0 1 0,0-1-1,-1 0 1,1 1 0,-1-1-1,1 1 1,-1 0 0,0-1-1,-1-2 1,1 5-29,0 1 1,1-1-1,-1 0 1,0 0-1,1 0 1,-1 1-1,1-1 1,-1 0-1,0 1 1,1-1-1,-1 1 1,1-1-1,-1 1 1,1-1-1,-1 1 1,1-1-1,0 1 1,-1-1-1,1 1 1,-1-1-1,1 1 1,0 0-1,0-1 0,-1 1 1,1 0-1,0-1 1,0 1-1,0 0 1,0-1-1,0 1 1,0 0-1,0 1 1,-9 37 371,2 1 0,2 1 0,-1 40 0,7 133 39,1-89-452,-2-109-22,0 0 0,1 0-1,1 0 1,1 0 0,5 20 0,-7-32-231,1 1 1,0-1-1,0 1 1,1-1-1,-1 0 1,1 0-1,0 0 1,0 0-1,5 5 1,-5-7-325,0 1-1,0-1 1,1 0-1,-1 0 1,1 0 0,-1-1-1,1 1 1,-1-1-1,1 1 1,0-1 0,0 0-1,0-1 1,5 1-1,35 0-9506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1 933 14647,'0'0'4210,"31"-23"-2562,103-77-735,-110 82-664,-1-2-1,-1 0 1,-1-2 0,0 0 0,-2-1 0,-1-1-1,-1-1 1,-1 0 0,-1-2 0,-1 1-1,-1-2 1,-2 0 0,11-40 0,-7-2 502,-4-1 1,-3 1-1,-3-2 1,-4-78-1,-12 170-332,-1 41-348,2 0-1,3 0 0,1 123 1,5-106 82,-4 107 199,1 911 145,4-1064-498,2 1 0,2-1 0,1-1 0,1 1 0,2-1 0,1 0 0,22 52 0,-28-78 3,-1 1 0,1-1 1,0 0-1,1 0 0,-1 0 1,1 0-1,0-1 0,0 0 1,1 1-1,-1-1 0,10 6 1,-12-9-1,1 0 1,-1 0-1,1 0 1,0 0 0,0-1-1,-1 1 1,1-1 0,0 0-1,0 1 1,0-1-1,-1 0 1,1-1 0,0 1-1,0 0 1,-1-1-1,1 0 1,0 1 0,0-1-1,-1 0 1,1 0 0,-1-1-1,1 1 1,-1-1-1,1 1 1,-1-1 0,0 0-1,2-2 1,10-8-1,-2-1 1,0-1-1,0 0 0,-1 0 0,-1-1 1,-1-1-1,0 1 0,10-27 1,-5 9-5,-2 0 0,-2-1 0,10-53 0,-14 56 3,-2-1 1,-1 1-1,-2 0 0,-1-1 0,-1 1 0,-2-1 0,-1 1 0,-1 0 1,-2 0-1,-1 1 0,-1 0 0,-2 0 0,-16-31 0,3 19-5,-1 1 0,-3 1 0,-1 1 0,-2 2 0,-1 1 0,-2 1 0,-1 2 0,-2 1 0,-60-39 0,95 71 3,1-1-1,0 1 1,0-1-1,0 1 1,-1-1-1,1 0 1,0 0-1,0 1 1,0-1-1,0 0 1,0 0-1,0 0 1,0 0-1,1 0 1,-1 0-1,0 0 1,1 0-1,-1 0 1,0 0-1,1-1 1,-1 1-1,1-1 1,26 0-46,-7 2 59,32 1 20,-27 0-24,1 0-1,-1-1 1,1-2 0,-1 0-1,0-2 1,0 0 0,0-2 0,38-14-1,-44 11 18,-5 3-30,0-1 0,1 2 0,28-8 0,-38 12 2,-1 0-1,1 1 0,-1 0 1,1-1-1,-1 1 0,1 0 1,0 1-1,-1-1 1,1 1-1,-1 0 0,1-1 1,-1 1-1,1 1 1,-1-1-1,0 1 0,0-1 1,1 1-1,-1 0 0,0 0 1,0 0-1,3 4 1,-2-2-11,2 2 14,1 1-1,-1-1 0,2 0 1,-1 0-1,16 8 0,-19-12 7,-1-1-1,1 0 1,0 0 0,0 0-1,0 0 1,0-1-1,0 0 1,0 0-1,0 0 1,0 0-1,0 0 1,0-1 0,-1 0-1,1 0 1,0 0-1,0 0 1,6-3-1,25-14 29,-28 13-44,1 1 0,-1 0-1,1 1 1,0 0 0,0 0-1,0 0 1,0 1 0,1 0-1,11-1 1,-17 4 9,-1 0 1,1-1 0,-1 1-1,0 1 1,1-1-1,-1 0 1,0 0-1,0 1 1,0-1-1,0 1 1,0 0-1,0 0 1,0 0-1,-1 0 1,1 0-1,-1 0 1,2 3 0,-1-3 0,0 1 1,0 0-1,0 0 1,0-1-1,1 1 1,-1-1-1,1 0 0,-1 0 1,1 0-1,0 0 1,0 0-1,0 0 1,0-1-1,0 0 1,0 1-1,5 0 1,0-2 0,0 0 0,0-1 0,0 0-1,-1 0 1,1-1 0,0 0 0,0 0 0,-1-1 0,0 0 0,1 0 0,-1 0 0,0-1-1,-1-1 1,8-4 0,26-15 2,-38 23-6,0 0-1,0 0 1,0 1 0,0-1-1,0 0 1,0 1 0,0-1-1,0 1 1,0 0 0,0 0 0,0 0-1,0 0 1,0 0 0,0 0-1,0 0 1,1 1 0,-1-1-1,0 1 1,0-1 0,0 1-1,0 0 1,-1 0 0,1 0-1,0 0 1,0 0 0,0 0 0,-1 0-1,3 2 1,2 5-3,1-1 0,-1 1 0,0 0 0,9 17 0,10 12 25,-24-36-40,0 0-1,0-1 0,-1 1 1,1-1-1,0 1 0,0 0 1,0-1-1,0 0 0,0 1 1,0-1-1,1 0 0,-1 1 1,0-1-1,0 0 0,0 0 1,0 0-1,0 0 0,0 0 1,0 0-1,0 0 0,1 0 1,-1-1-1,0 1 1,0 0-1,0-1 0,0 1 1,0-1-1,0 1 0,0-1 1,0 1-1,0-1 0,-1 0 1,1 1-1,1-2 0,26-27-319,-10 1 179,-8 12 134,1 1 1,0 0-1,25-26 1,-35 41 21,-1 0 0,1-1 1,0 1-1,-1 0 0,1 0 0,-1 0 0,1 0 0,-1 0 1,1 0-1,-1 0 0,1 0 0,-1 0 0,1 0 1,-1 0-1,1 1 0,-1-1 0,1 0 0,-1 0 1,1 0-1,-1 1 0,1-1 0,-1 0 0,1 1 1,-1-1-1,1 0 0,-1 1 0,0-1 0,1 0 1,-1 1-1,0-1 0,1 1 0,-1-1 0,0 1 1,0-1-1,1 1 0,-1-1 0,0 1 0,0-1 1,0 1-1,0 0 0,10 22-15,-2 11 174,-6-25-560,0 0 0,0 0 0,1 0 0,6 13 0,-8-20-43,0 0-1,1 1 0,-1-1 1,1 0-1,-1 0 1,1-1-1,0 1 1,0 0-1,0 0 0,0-1 1,0 1-1,0-1 1,0 0-1,1 0 1,-1 1-1,0-2 1,1 1-1,-1 0 0,1 0 1,4 0-1,21 0-5453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3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181 488 11189,'0'0'13900,"-14"-11"-13305,6 4-527,4 2-36,-1 1-1,0 0 1,0 0 0,-1 1-1,1-1 1,-8-2 0,11 5-21,0 0 0,0 1 1,0-1-1,0 1 0,0-1 0,0 1 1,0 0-1,0 0 0,0 0 0,0 0 1,0 0-1,0 1 0,0-1 1,0 1-1,0-1 0,0 1 0,0-1 1,0 1-1,0 0 0,0 0 0,1 0 1,-1 0-1,0 1 0,1-1 1,-1 0-1,1 1 0,-3 2 0,-3 3 10,1 1 0,0 0 0,1 0-1,0 1 1,0-1 0,0 1 0,1 0 0,1 0-1,-1 1 1,2-1 0,-1 1 0,1 0 0,1 0-1,0-1 1,0 1 0,1 0 0,0 0-1,3 19 1,-2-27-24,-1 1-1,1-1 1,0 1 0,0-1-1,0 0 1,1 1 0,-1-1-1,1 0 1,-1 0 0,1 0-1,0 0 1,-1 0-1,1 0 1,0 0 0,0-1-1,1 1 1,-1-1 0,0 1-1,0-1 1,1 0 0,-1 0-1,1 0 1,-1 0-1,1-1 1,4 2 0,7 0-39,0 0 1,0-1 0,24-1 0,-21 0 10,-8-1 18,-1 0-1,0-1 1,0 0 0,0 0-1,0 0 1,0-1-1,0 0 1,-1-1-1,1 0 1,-1 0-1,0 0 1,0-1-1,0 0 1,-1-1-1,0 1 1,0-1 0,0 0-1,-1-1 1,0 1-1,8-15 1,-1 1 13,0 0 0,-2-1 1,-1 0-1,0 0 1,-2-1-1,8-35 0,-5-12 489,-3 0 0,-5-128 0,-2 117 2529,-13 117-2402,-1 50-584,5 1 0,2 173 0,8-204-48,-2-45-39,2 1 0,0-1-1,0 1 1,1-1 0,0 0-1,1 0 1,1 0 0,0 0-1,8 14 1,-10-21-5,1 0 0,0-1 0,1 1 0,-1-1 0,1 0 0,0 0 0,0 0 0,0-1 0,0 1 0,1-1 0,-1 0 0,1 0 0,0-1 0,0 1 0,0-1 0,0 0 0,0 0 0,1-1 0,-1 0 0,0 0 0,1 0 0,-1 0 0,7-1 0,-4 1 38,0-1-1,0 0 0,0 0 0,0-1 0,0 0 1,-1-1-1,1 1 0,0-1 0,0-1 1,-1 0-1,0 0 0,1 0 0,-1-1 0,0 0 1,-1 0-1,1-1 0,-1 0 0,0 0 0,0 0 1,0-1-1,-1 0 0,0 0 0,9-13 1,38-64 699,-53 91-632,0 1 0,1 0 0,-1-1 0,2 1-1,1 11 1,-1 6-12,-1-13-37,2 17-27,-1-29 30,-1-1 0,1 1 0,-1 0 0,1 0 0,0 0 0,-1 0 0,1-1 0,0 1-1,0 0 1,-1-1 0,1 1 0,0-1 0,0 1 0,0-1 0,0 1 0,0-1 0,0 0 0,0 1 0,0-1 0,0 0 0,0 0 0,0 1 0,0-1 0,0 0 0,0 0 0,0 0 0,1-1 0,15 2-22,1-2 0,-1 0 1,33-7-1,-41 5 19,0 0 1,-1 0-1,0-1 0,0 0 0,0 0 1,0-1-1,0 0 0,-1 0 0,9-9 1,-4 3 11,0-1 0,0 0 0,-2-1 0,1 0 0,11-20 0,-22 32 24,-21 33-78,17-23 38,-1 1 0,1 0 0,1 0-1,0 0 1,0 0 0,1 1 0,1-1 0,-1 1-1,2-1 1,-1 1 0,2-1 0,0 13-1,0-22 5,0 0 0,-1 0 0,1-1 0,0 1 0,0 0 0,-1 0 0,1 0 0,0-1 0,0 1 0,0 0 0,0-1 0,0 1 0,0-1 0,0 1 0,0-1 0,0 0 0,0 1-1,0-1 1,0 0 0,0 0 0,1 0 0,-1 0 0,0 0 0,0 0 0,2 0 0,0 0 2,-1 0 0,1 0 0,-1 0 0,0 0 1,1 0-1,-1-1 0,1 1 0,-1-1 0,0 0 0,1 0 0,3-2 0,-2-1 5,0-1 0,-1 0 0,0 0 0,0 0-1,0-1 1,-1 1 0,1-1 0,-1 1-1,2-12 1,-2 9-2,1 0-1,-1 0 0,2 0 0,-1 1 0,6-9 1,-8 14-7,1 0 1,0 0-1,-1 0 0,1 0 1,0 0-1,0 1 1,0-1-1,0 1 1,1-1-1,-1 1 0,0 0 1,0 0-1,1 0 1,-1 0-1,1 0 1,-1 1-1,1-1 0,-1 1 1,1-1-1,-1 1 1,5 0-1,2 1 4,1 0-1,0 1 1,-1-1-1,1 2 1,-1 0-1,0 0 1,10 5-1,-10-4 7,0-1-1,0 0 1,0 0-1,1 0 1,0-1-1,-1-1 1,12 1-1,-14-2 11,-1-1 1,1 0-1,0 0 0,0-1 0,-1 0 1,1 0-1,-1 0 0,1-1 1,-1 0-1,7-4 0,34-14 496,-45 21-506,-1 0 1,1-1-1,-1 1 1,1 0-1,-1 0 0,1 0 1,-1 0-1,1 0 1,-1 1-1,1-1 0,-1 0 1,1 1-1,-1-1 1,1 1-1,-1 0 0,1-1 1,-1 1-1,0 0 1,1 0-1,-1 0 0,0 0 1,0 0-1,0 0 1,0 0-1,0 0 0,0 0 1,0 0-1,0 1 1,0-1-1,0 0 0,-1 1 1,1-1-1,0 1 1,-1-1-1,1 1 0,-1-1 1,0 3-1,3 4-197,-1 1 0,0 0 0,-1 0 0,0 17 0,-5-25-627,-1 0 0,1-1 0,-1 1 0,1-1 0,-1 1 0,0-1-1,-6-1 1,6 1-604,-28 0-4805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52 16568,'0'0'7619,"-3"-52"-9876,3 62-1649,-16 11-3377</inkml:trace>
  <inkml:trace contextRef="#ctx0" brushRef="#br0" timeOffset="1">1 310 11109,'0'0'9444,"160"-2"-8819,-125-5-593,-1 2-32,0 3 0,6-1-577,-1 3-4081,3 0-7987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20489,'0'0'10053,"3"-2"-10005,-1-3-48,1 5-624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1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146 235 9364,'0'0'11683,"0"-15"-10253,-1-44-67,1 58-1275,0 0-1,0 0 0,0 0 1,0 0-1,0 0 0,0 0 1,0 0-1,-1 0 0,1 0 1,0 0-1,-1 0 0,1 0 1,-1 0-1,1 0 0,-1 0 1,0 0-1,1 0 0,-1 0 1,0 0-1,0 1 0,1-1 1,-1 0-1,0 1 0,0-1 1,0 1-1,0-1 0,0 1 1,0-1-1,0 1 0,0-1 1,-1 1-1,-28 0 478,24 1-513,2 0-27,0 0 0,1 0-1,-1 0 1,0 1 0,1-1-1,-1 1 1,1 0-1,0 0 1,0 0 0,0 1-1,0-1 1,0 1 0,0 0-1,0-1 1,1 1-1,-1 0 1,1 1 0,0-1-1,0 0 1,0 1 0,1-1-1,-1 1 1,1 0 0,0-1-1,-2 6 1,-1 8 77,0-1 0,0 1 0,2 0-1,-2 24 1,4-19-56,0 0 0,1 0 0,1-1 0,1 1 0,1-1 0,12 39 0,-13-53-38,-1 0 0,1-1 0,0 0 0,0 1 0,1-1 0,0 0 0,0 0-1,0-1 1,1 1 0,0-1 0,0 0 0,0 0 0,1-1 0,-1 0 0,1 0 0,0 0 0,0 0 0,1-1 0,-1 0 0,1 0 0,0-1 0,-1 0 0,1 0 0,14 1 0,-15-2-3,0-1 0,1 1 0,-1-1 0,0-1 0,0 1 0,0-1 0,0 0 1,0-1-1,0 1 0,0-1 0,-1 0 0,1-1 0,0 1 0,-1-1 0,0 0 0,0-1 1,6-4-1,-4 2 13,-1-1 1,0 0 0,0-1 0,-1 0 0,1 0-1,-2 0 1,1 0 0,-1-1 0,-1 1 0,5-16-1,-2-1 81,-1 1 0,-1-1 0,-1 0-1,-1-1 1,-1 1 0,-2 0-1,-5-39 1,2 49-79,0 0-1,-1 0 1,-1 1-1,0 0 1,-1 0-1,-1 0 1,0 1 0,0 0-1,-2 0 1,1 1-1,-2 1 1,0-1-1,0 2 1,-1-1 0,0 2-1,0-1 1,-22-11-1,30 19-31,1 1-1,-1-1 1,1 0 0,-1 1-1,0 0 1,0 0-1,1 0 1,-1 0-1,0 1 1,0-1 0,0 1-1,0 0 1,0 0-1,0 0 1,-5 2-1,7-1-127,-1 0 0,1 0 0,-1 0 0,1 0 0,0 0 0,0 0 0,-1 1-1,1-1 1,0 1 0,0 0 0,1 0 0,-1 0 0,0 0 0,1 0 0,-1 0 0,1 0-1,-1 0 1,1 0 0,0 1 0,0-1 0,0 1 0,0-1 0,0 3 0,-14 84-11690,13-42-1349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151 126 11157,'0'0'12993,"-7"-4"-12438,7 3-547,-1 1 1,0-1 0,0 0-1,0 0 1,0 1 0,0-1-1,0 1 1,0-1 0,0 1-1,0 0 1,0-1-1,0 1 1,0 0 0,0-1-1,0 1 1,-1 0 0,1 0-1,0 0 1,0 0 0,0 0-1,0 1 1,0-1 0,0 0-1,0 0 1,-1 1 0,1-1-1,0 0 1,0 1 0,-1 1-1,-1 1 76,1 0 0,0 0 0,0 1 1,1-1-1,-1 1 0,1 0 0,-1-1 0,0 5 0,-8 23 487,-36 70 704,45-98-1232,1-3-14,-1-4 9,0-1-1,1 0 1,-1 0-1,1 0 1,1 0-1,-1 0 0,1 0 1,-1 0-1,2 0 1,1-6-1,-1 2 2,5-17 26,1 0-1,1 1 1,19-36 0,8-20 453,-33 80 163,1 11-570,1 16-172,5 58 138,-2 113 1,-4-51-33,-3-134-26,0-7-21,-1 0-1,0 0 1,0 0-1,0 1 1,0-1-1,-1 0 1,-1 5 0,1-8 5,0-1 0,0 1 0,0-1 0,0 1 0,0-1 0,0 1 0,0-1 0,0 0 0,-1 0 0,1 0 0,0 0 0,-1 0 0,1 0 0,-1 0 0,0 0 0,1 0 0,-1-1 0,1 1 0,-1-1 0,0 1 0,0-1 0,1 0 0,-4 1 0,-23 3 24,-1-1 1,-41 0-1,69-3 3,37 0-36,2-2 158,73-14 0,-72 9-1125,76-4-1,-100 11-984,19 1-6065,-11 3 236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24 638 3794,'0'0'13942,"2"-22"-12373,0 2-1216,7-145 3605,-11 78-1327,-22-137-1,19 191-2560,-1-53-1,6 85-245,0 5-491,1 3-296,-1 0 0,1 1 0,0-1 0,1 0 1,0 0-1,0 0 0,0 0 0,1 0 0,0 0 0,5 6 0,12 23-7494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78 15959,'0'0'9381,"7"0"-9099,97-2 291,0-4-1,0-4 0,147-35 0,-226 35-573,-34 6-3,-44 5-1,-7 12 38,-68 22 1,-34 9 27,-91 2-72,312-40-11237,-8-6 849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8244,'0'0'11941,"-5"0"-10996,2 0-593,-2 0-176,-3 0-176,-5 2-112,2 3-400,1 2-1553,5 3-2369,2-1-1217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0 10917,'0'0'6771,"-137"0"-6355,92 0-416,3 3 0,-5 4-160,-1 0-672,6 0-129,-3-2-63,1 0-1137,-1-3-1025,-5 0-47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1657 12 8612,'0'0'2817,"-142"-7"-576,100 3-1056,2 4-433,3 0-240,3 0-272,-5 0-240,-3 0-16,-8 0-768,-8 0-3474,-6 7-6851</inkml:trace>
  <inkml:trace contextRef="#ctx0" brushRef="#br0" timeOffset="1">546 91 8932,'0'0'576,"-153"14"1313,85-9-16,5-3-864,15 0-721,9-2-288,7 0 80,8 0-80,3 0-80,0 0 64,3 0-1537,-9 0-1504,-4-2-5876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2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580 117 5827,'0'0'8660,"-142"-3"-8388,116-1-192,5 1-48,0-2 96,-1 3-256,4-5-16,0 2-1361,-1-4-3057</inkml:trace>
  <inkml:trace contextRef="#ctx0" brushRef="#br0" timeOffset="1">19 10 11333,'0'0'6211,"-18"-9"-9957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6835,'0'0'16224,"3"-4"-15680,0 0-495,0 1 1,1 0 0,-1 0-1,1 0 1,-1 1-1,1 0 1,0-1 0,0 1-1,0 0 1,1 1 0,-1-1-1,0 1 1,1 0-1,8-2 1,81-7 132,-65 7-134,173-8-1259,105 13-5266,-104 0 4870,153 1 3849,-4-1-3020,-167-18-790,0 1-356,75 13 6254,130-4-4894,0-1 1860,-130 6 6331,-253 0-6970,7 4-308,-13 6-6192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65 12854,'0'0'11450,"-13"-2"-10921,7 1-504,2 0-2,0 0-1,0 1 0,0-1 1,0 1-1,0 0 0,0 0 1,0 1-1,0-1 1,-8 3-1,9-2-3,1 0 0,0 1 1,0-1-1,1 1 0,-1-1 0,0 1 0,0 0 0,1 0 1,-1 0-1,1 0 0,0 0 0,-1 0 0,1 0 0,0 0 0,0 0 1,0 1-1,1-1 0,-1 0 0,1 1 0,-1-1 0,1 0 1,0 1-1,-1-1 0,2 5 0,-2 0 2,0 0 0,1 0 0,0 0-1,0 0 1,1 0 0,0 0 0,0 0 0,1 0 0,0-1 0,0 1-1,1 0 1,-1-1 0,6 8 0,-5-9-22,0-1 1,1-1-1,0 1 0,0 0 1,0-1-1,0 0 1,0 0-1,1 0 0,0 0 1,-1-1-1,1 0 1,0 0-1,0 0 0,0 0 1,0-1-1,0 0 0,1 0 1,6 0-1,-3 1 22,0-1 0,1-1 0,0 1 0,-1-1 0,1-1 0,-1 0 0,18-4 0,-23 4-11,-1-1 1,1 0-1,0 1 1,-1-1-1,0-1 1,1 1-1,-1 0 0,0-1 1,0 0-1,0 0 1,-1 0-1,1 0 1,-1 0-1,0 0 0,1 0 1,-1-1-1,-1 0 1,1 1-1,0-1 1,1-7-1,-1 6 11,0 0-1,-1-1 1,1 1-1,-1-1 1,0 0-1,-1 1 1,0-1-1,1 0 1,-2 1 0,1-1-1,-1 0 1,0 1-1,0-1 1,0 0-1,-1 1 1,0 0-1,0-1 1,0 1 0,-1 0-1,1 0 1,-1 0-1,-1 0 1,1 1-1,-1-1 1,1 1 0,-9-7-1,4 5-10,-1 0 0,0 0 0,0 1 0,-1 0 0,1 1-1,-1 0 1,0 0 0,0 1 0,-1 1 0,1 0 0,0 0 0,-1 1 0,-19 0 0,26 1 350,-16 2-2674,20-2 2088,-1 0 0,1 1 0,0-1 1,-1 0-1,1 1 0,0-1 0,0 1 0,-1-1 1,1 0-1,0 1 0,0-1 0,-1 1 1,1-1-1,0 1 0,0-1 0,0 1 0,0-1 1,0 1-1,0-1 0,0 1 0,0-1 1,0 1-1,0-1 0,0 1 0,0-1 0,0 1 1,0-1-1,0 0 0,0 1 0,1-1 1,-1 1-1,0-1 0,0 1 0,1-1 1,-1 1-1,9 11-8306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14935,'0'0'7939,"50"7"-9923,-31-7-2386,5 0-4354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13446,'0'0'8786,"24"7"-7698,4 1-729,41 18 0,-67-25-338,1 1 0,-1-1 0,0 0 0,0 1 0,0-1-1,0 1 1,-1 0 0,1 0 0,0 0 0,-1 0 0,0 0 0,1 0 0,-1 0 0,0 0 0,0 1 0,0-1 0,0 0 0,0 1 0,-1-1 0,1 0 0,-1 1 0,1-1 0,-1 1 0,0-1 0,0 1 0,0-1 0,0 1 0,-1-1 0,1 1 0,-1-1 0,-1 4 0,1 4 9,0-1-13,-1 0 1,-1 0-1,1 0 0,-1 0 0,-1-1 0,1 1 0,-2-1 0,1 0 0,-7 8 1,-56 66-42,2-3 108,65-79-79,-1 0 0,1 0 0,0 0 0,-1 1 0,1-1-1,0 0 1,-1 1 0,1-1 0,0 0 0,-1 1 0,1-1-1,0 0 1,0 1 0,-1-1 0,1 0 0,0 1 0,0-1 0,0 1-1,-1-1 1,1 0 0,0 1 0,0-1 0,0 1 0,0-1-1,0 1 1,0-1 0,0 0 0,0 1 0,0-1 0,0 1-1,0-1 1,0 1 0,0-1 0,1 0 0,-1 1 0,0-1-1,0 1 1,0-1 0,1 0 0,-1 1 0,0-1 0,0 0-1,1 1 1,-1-1 0,0 0 0,1 1 0,-1-1 0,0 0-1,1 1 1,-1-1 0,0 0 0,1 0 0,-1 0 0,1 0 0,-1 1-1,0-1 1,1 0 0,-1 0 0,1 0 0,-1 0 0,1 0-1,-1 0 1,1 0 0,-1 0 0,0 0 0,1 0 0,0 0-1,31-7 659,-30 6-635,40-15-204,-1-2 0,-1-2 1,0-2-1,51-38 0,-56 37-1242,-34 22 1346,30-19-4050,44-37-1,-68 51 3073,0 0 0,-1-1 0,1 1 0,-1-1 0,-1-1 0,1 1 0,-2-1 0,1 0 0,-1 0 0,0-1 0,6-16 0,-10 24 1306,0 1 0,0-1-1,1 1 1,-1 0 0,0-1 0,0 1-1,1-1 1,-1 0 0,0 1-1,0-1 1,0 1 0,0-1 0,0 1-1,0-1 1,0 1 0,0-1 0,0 1-1,0-1 1,0 1 0,0-1-1,0 0 1,0 1 0,-1-1 0,1 1-1,0-1 1,0 1 0,-1-1 0,1 1-1,0 0 1,0-1 0,-1 1-1,1-1 1,-1 1 0,1 0 0,0-1-1,-1 1 1,1 0 0,-1-1-1,1 1 1,-1 0 0,1-1 0,-1 1-1,1 0 1,-1 0 0,1 0 0,-1 0-1,1 0 1,-1-1 0,1 1-1,-1 0 1,-1 0 0,-11 10 6023,10 2-5927,3-6-70,1-1 0,0 0-1,0 0 1,0 0-1,0 0 1,1 0-1,0-1 1,0 1-1,0 0 1,1-1 0,-1 1-1,1-1 1,0 0-1,0 0 1,1 0-1,-1 0 1,7 5 0,8 5 9,1 0 1,36 20 0,0 0 391,-20 0-352,-34-33-332,0 0 0,-1-1 0,1 1 0,0 0 0,-1 1 0,1-1 0,0 0 0,-1 0-1,1 0 1,-1 0 0,0 0 0,1 1 0,-1-1 0,0 0 0,0 0 0,0 0 0,0 1 0,0-1 0,0 0-1,0 0 1,0 1 0,0-1 0,-1 0 0,1 0 0,0 0 0,-1 0 0,1 1 0,-1-1 0,1 0-1,-1 0 1,0 0 0,1 0 0,-1 0 0,0 0 0,0 0 0,0 0 0,0-1 0,-1 2 0,-3 2-240,-1-1 1,-1 0-1,1 0 1,0-1-1,-1 1 1,1-1-1,-1-1 1,0 1-1,-10 0 1,-37 1-6901,28-3-1378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3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13126,'0'0'11077,"139"-78"-9332,-91 66-1105,-9 5-288,-10 5-208,-8 2-144,-8 0-336,-7 2-2321,-4 17-3250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10277,'0'0'9948,"-21"3"-9273,-64 13-363,84-15-285,0-1-1,-1 0 1,1 1-1,0-1 1,-1 1-1,1-1 1,0 1-1,0-1 1,-1 1-1,1 0 1,0 0-1,0 0 1,0-1-1,0 1 1,0 0-1,-1 2 1,1-2-13,1-1 0,0 1 0,0 0 0,0-1 0,0 1 0,0 0 0,0-1-1,0 1 1,0 0 0,0-1 0,0 1 0,0 0 0,0-1 0,0 1 0,0-1 0,0 1 0,1 0 0,-1-1 0,0 1 0,0 0 0,1-1-1,0 1 1,21 20 437,-5-11-237,0-2 0,1 0 1,0-1-1,0-1 0,1-1 0,26 5 0,122 9 464,-134-16-587,856 64 803,1611 197-761,-2359-246-147,617 54-73,-749-71 91,-5-1 14,1 1 0,-1-1 0,0 0 1,1-1-1,-1 1 0,0-1 0,1 1 0,3-3 1,-6 2-10,-1 0 1,0 0 0,1 0-1,-1 0 1,0 0 0,0 0 0,0 0-1,0-1 1,0 1 0,0-1 0,0 1-1,0 0 1,-1-1 0,1 1-1,0-1 1,-1 0 0,0 1 0,1-1-1,-1 1 1,0-1 0,0 0-1,0 1 1,0-1 0,0-1 0,1-2 49,-1 0 1,0 1 0,-1-1 0,1 1 0,-1-1 0,0 1 0,0-1 0,0 1 0,-1 0 0,1 0 0,-1-1 0,0 1-1,0 0 1,-1 0 0,-3-5 0,-3 0-24,1 0-1,-1 1 1,-1 0-1,-12-8 0,-28-24 444,50 39-432,-1 1 0,1 0 0,-1-1 0,1 1 0,-1 0 0,1-1 0,0 1 0,-1-1 0,1 1 0,-1-1 0,1 1 0,0-1 0,-1 1 0,1-1 0,0 1 0,0-1 0,-1 1 0,1-1 0,0 1 0,0-1 0,0 0 0,0 1 0,0-1 0,0 1 0,0-1 0,0 0 0,0 1 0,0-1 0,0 1 0,0-1 0,0 1 0,1-1 0,-1 0 0,0 0 0,22-6 400,46 8-715,-55 0 445,-1-1-168,1 2 1,-1-1 0,0 2 0,0-1-1,0 2 1,0-1 0,-1 2 0,1-1-1,-1 2 1,0 0 0,0 0 0,14 11 0,-20-12-11,0-1 0,0 1 0,-1 0 0,1 0 0,-1 0 1,0 0-1,-1 1 0,1 0 0,-1 0 0,0 0 1,-1 0-1,1 0 0,-1 0 0,0 1 0,-1-1 1,0 1-1,0 0 0,0-1 0,-1 1 0,0 0 1,0-1-1,0 1 0,-1 0 0,-3 12 0,0-8-23,0 0-1,0 0 0,-1 0 0,-1-1 1,0 0-1,0 0 0,-1 0 0,0 0 1,-12 11-1,-13 11-945,-38 30 0,51-46 113,-29 21-3670,7-12-3415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296 724 8132,'0'0'10527,"-3"-20"-7862,-15-64-744,16 81-1821,1 0 0,-1 0 0,1 0 0,-1 0 0,0 0 0,0 1 0,0-1 0,0 1 0,-1-1 0,1 1 0,-1 0 0,1 0 0,-1 0 0,0 0 0,0 0 0,0 0 0,0 1 0,0 0 0,0-1 0,0 1 0,-1 1-1,1-1 1,0 0 0,-1 1 0,1-1 0,0 1 0,-1 0 0,1 0 0,0 0 0,-1 1 0,-2 0 0,-4-1 76,3 1-148,0 0-1,0 0 1,0 0-1,1 1 1,-1 0-1,0 0 1,1 0-1,0 1 1,-1 0-1,1 0 1,0 1-1,0 0 1,1 0-1,-1 0 1,1 1-1,0 0 1,0 0-1,1 0 1,-1 0-1,1 1 1,0 0-1,1 0 1,-1 0-1,1 0 1,-3 9-1,0-1-17,1 1 1,0 0-1,1 0 0,1 1 0,0-1 0,1 1 1,1 0-1,0-1 0,1 1 0,3 21 0,-2-32-12,0-1-1,0 1 0,1-1 1,0 0-1,0 0 0,0 1 1,0-1-1,1 0 0,-1-1 1,1 1-1,0 0 0,0-1 1,0 0-1,1 0 0,-1 0 1,1 0-1,0 0 0,0-1 1,0 1-1,0-1 0,0 0 1,0 0-1,1-1 0,-1 1 1,1-1-1,-1 0 0,1 0 1,-1-1-1,9 1 0,-3 0-1,0-1 1,-1 0-1,1 0 0,0-1 0,0 0 0,-1-1 1,1 0-1,-1 0 0,1-1 0,-1 0 0,0-1 0,0 0 1,12-8-1,-7 1 5,-1-1 0,0 0 0,-1-1 1,0-1-1,-1 0 0,-1 0 0,0-1 0,-1 0 1,13-30-1,-9 14 0,-1-1-1,-1-1 1,-2 1 0,6-42 0,-7-4 20,-4 0 1,-5-96-1,1 157 40,-1 1 0,0 0 0,-1-1 0,0 1 0,-2 0 1,0 0-1,-1 0 0,0 1 0,-1-1 0,-15-26 0,21 41 0,-1 0-1,0-1 1,1 1 0,-1 0-1,0 0 1,0-1 0,0 1-1,0 0 1,0 0 0,0 0-1,0 0 1,0 0 0,0 0-1,-1 0 1,1 1 0,0-1-1,0 0 1,-1 1 0,1-1-1,-1 1 1,1-1 0,0 1-1,-1 0 1,1-1 0,-3 1-1,3 1-34,-1 0 0,1 0 0,0 0 0,-1 0 0,1 0 0,0 0 0,0 0 0,0 0 0,0 1-1,0-1 1,0 0 0,0 1 0,1-1 0,-1 0 0,0 1 0,1-1 0,-1 1 0,0 2 0,-3 12 7,1 1 0,0-1-1,0 19 1,-2 47 16,3 1 0,13 117-1,-6-166-115,0 1-1,2-1 1,2 0-1,1 0 1,2-1-1,1-1 1,2 0-1,26 43 1,-36-66-316,0-1 0,1-1 0,0 1 0,1-1 0,0 0 0,0 0 0,0-1 0,1 0 0,16 10 0,-18-13-562,1-1-1,-1 1 1,1-1 0,0 0-1,0-1 1,0 1-1,0-1 1,0-1 0,7 1-1,20-1-6356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0 246 10309,'0'0'13507,"7"-14"-12434,-2 2-938,5-8 289,-1 0 0,-1-1 0,0 0 0,-2 0 0,-1-1 0,6-42-1,-16 39-13,5 25-390,0 0 0,-1-1 0,1 1 0,0-1 0,-1 1-1,1 0 1,0-1 0,-1 1 0,1 0 0,0-1 0,-1 1 0,1 0 0,0 0 0,-1-1 0,1 1 0,-1 0 0,1 0-1,-1 0 1,1-1 0,0 1 0,-1 0 0,1 0 0,-1 0 0,1 0 0,-1 0 0,1 0 0,-2 0 0,1 1 13,-1 0 1,0 0-1,1 0 0,-1 0 1,1 0-1,-1 1 1,1-1-1,-1 0 1,1 1-1,0-1 1,0 1-1,0 0 1,-1-1-1,2 1 1,-1 0-1,0-1 1,0 1-1,0 0 1,1 0-1,-1 2 1,-3 12-43,0 0 0,1 0 0,1 0 0,0 1 0,1-1 0,2 24 1,0-32 1,-1 0 0,1 0 1,0 0-1,1-1 0,0 1 1,0-1-1,1 1 1,-1-1-1,2 0 0,-1 0 1,1 0-1,0-1 0,0 1 1,1-1-1,8 9 1,-9-12 0,0 0 1,-1-1 0,1 1-1,0-1 1,0 0 0,0 0 0,0-1-1,1 1 1,-1-1 0,0 0 0,1 0-1,-1 0 1,1-1 0,-1 1-1,1-1 1,-1 0 0,1 0 0,-1-1-1,1 0 1,-1 1 0,1-2-1,4 0 1,9-5-24,-1-1 0,1 0 0,-2-2 0,18-11 0,31-16-17,-60 35 40,0 0-1,0 0 0,0 1 1,0-1-1,0 1 0,0 0 1,0 1-1,0-1 0,1 1 1,-1 0-1,0 0 0,0 1 1,1-1-1,-1 1 0,0 0 1,5 2-1,-7-1 2,1 0-1,-1 0 1,0 0 0,0 1 0,0-1-1,-1 1 1,1-1 0,0 1-1,-1 0 1,0 0 0,0 0 0,0 0-1,0 1 1,0-1 0,0 1 0,-1-1-1,0 1 1,0-1 0,0 1-1,0 0 1,0-1 0,-1 5 0,3 16 8,-1-1 0,-1 1 1,-4 41-1,3-70 11,-1-1 0,1 1 0,0-1-1,0 1 1,0 0 0,1-1 0,0 1 0,0-1 0,4-9 0,0 4-18,2 2 1,-1-1 0,1 1-1,1 0 1,-1 0 0,2 1-1,-1 0 1,1 0 0,12-8-1,-16 12 9,1 1-1,0-1 0,-1 1 0,1 0 1,0 1-1,0-1 0,1 1 1,-1 0-1,0 1 0,1-1 0,-1 1 1,1 1-1,-1-1 0,1 1 1,0 0-1,-1 1 0,1-1 0,6 3 1,-10-2-6,0 0 1,0 0 0,-1 1-1,1-1 1,0 1 0,-1-1-1,1 1 1,-1 0 0,0 0-1,1 1 1,-1-1 0,0 0-1,0 1 1,-1-1 0,1 1-1,0-1 1,-1 1 0,1 0-1,0 3 1,3 8 8,-2 0-1,1-1 1,1 18-1,-4-21-55,1 1-1,1 0 1,6 20-1,-9-31 40,0 0 0,1 1 0,-1-1 0,0 0 0,0 0 0,0 1 0,1-1 0,-1 0 0,0 0 1,0 0-1,1 0 0,-1 1 0,0-1 0,0 0 0,1 0 0,-1 0 0,0 0 0,0 0 0,1 0 0,-1 0 0,0 0 0,1 1 0,-1-1 0,0 0 0,0 0 0,1 0 0,-1 0 1,0-1-1,1 1 0,-1 0 0,0 0 0,1 0 0,-1 0 0,0 0 0,0 0 0,1 0 0,-1 0 0,0-1 0,0 1 0,1 0 0,-1 0 0,0 0 0,0-1 0,0 1 0,1 0 1,-1 0-1,0-1 0,0 1 0,0 0 0,0 0 0,1-1 0,-1 1 0,0 0 0,0 0 0,0-1 0,0 1 0,0 0 0,0-1 0,0 1 0,0 0 0,0 0 0,0-1 1,0 0-1,12-28-382,-8 19-276,27-65-13750,-23 55 5554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24 112 14423,'0'0'11845,"-23"-112"-11861,39 131-208,5 17-1553,2 7-1761,4 4-2384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8 149 18344,'0'0'10384,"-2"-9"-9899,-3-18-318,4 26-125,6 20-8,1 2-2,2 0 0,0-1-1,1 0 1,1-1 0,1 0-1,1 0 1,26 32 0,-37-51-33,-1 1 1,1 0 0,-1-1 0,1 1 0,0 0 0,-1-1 0,1 1 0,0-1-1,-1 1 1,1-1 0,0 1 0,0-1 0,0 0 0,-1 1 0,1-1 0,0 0-1,0 0 1,0 1 0,0-1 0,0 0 0,0 0 0,-1 0 0,1 0-1,0 0 1,0 0 0,0 0 0,0-1 0,0 1 0,1-1 0,0 0 9,1 0 1,-1-1-1,0 0 0,0 1 1,0-1-1,0 0 1,-1 0-1,1 0 0,0 0 1,1-3-1,27-57 108,-29 60-125,0-2-4,44-118 97,-40 105-201,0-1 1,0 1-1,-2-1 1,2-27-1,-6 96-1786,-1 28-2809,7-29-1951,4-20-176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196 768 11509,'0'0'10464,"-2"-22"-8407,-9-68-1148,11 89-886,0 0 0,0-1 0,-1 1 0,1-1 0,-1 1 0,1 0 0,-1-1 0,0 1 0,0 0 0,1 0 0,-1-1 0,0 1 0,0 0 0,0 0 0,0 0 0,0 0 0,0 0 0,-1 0 0,1 1 0,0-1 0,0 0 0,-1 1 0,1-1 0,0 0 0,-1 1 0,1 0 0,-1-1 0,1 1 0,0 0 0,-1 0 0,1-1 0,-1 1 0,1 0 0,-1 1 0,1-1 0,-1 0 0,1 0 0,-1 1 0,-1 0 0,-5 0 74,3-1-78,-1 1 1,1 0 0,0 0-1,0 1 1,-1 0-1,1-1 1,0 2 0,1-1-1,-1 0 1,0 1-1,1 0 1,-1 0-1,1 1 1,0-1 0,0 1-1,0 0 1,1 0-1,-1 0 1,1 0 0,0 1-1,-3 6 1,1-2-22,1-1 0,0 0 0,1 1 0,0 0 0,0 0 0,1 0 0,0 0 0,1 0 0,0 0 0,0 0 0,1 1 0,1 9 0,0-18-1,-1 0 0,1 0-1,0 0 1,0 0-1,0 0 1,0 0 0,0 0-1,0 0 1,1 0-1,-1-1 1,0 1 0,0 0-1,1-1 1,-1 1-1,0-1 1,0 0 0,1 1-1,-1-1 1,1 0-1,-1 0 1,0 1 0,1-1-1,-1 0 1,1-1-1,-1 1 1,2 0 0,41-5-31,-30-2 29,-1 0 0,0-1 1,0 0-1,-1-1 0,0 0 0,-1-1 1,15-17-1,27-21 11,-48 44-23,0 1-1,1 0 1,-1 0 0,1 0 0,0 0-1,0 1 1,0 0 0,0 0 0,0 1-1,0 0 1,0 0 0,0 0-1,1 0 1,-1 1 0,8 1 0,13-2-11,-20 0 34,1 0-1,-1-1 1,0 0 0,0 0-1,0-1 1,-1 0 0,1 0-1,-1-1 1,1 0 0,-1 0-1,0 0 1,-1-1 0,1 1-1,-1-1 1,0-1 0,0 1-1,0-1 1,-1 0 0,0 0-1,0 0 1,3-8 0,5-9 29,-2 0 0,0 0 1,-1-1-1,10-46 0,-7-2 417,-4 0-1,-2-1 1,-5-77-1,-1 128 8,0 21-374,0 0 0,0-1 0,0 1 1,0 0-1,0 0 0,-1-1 0,1 1 0,0 0 0,0 0 0,-1-1 0,1 1 0,-1 0 0,1 0 0,-1 0 0,0 0 0,-1-2 0,2 3-65,-1 0 0,0 0 0,1 1 0,-1-1 0,1 0 0,-1 0 0,1 0 0,-1 1 0,0-1 1,1 0-1,-1 0 0,1 1 0,-1-1 0,1 1 0,0-1 0,-1 0 0,1 1 0,-1-1 0,1 1 0,0-1 0,-1 1 0,1-1 0,0 1 0,-1-1 0,1 1 0,0-1 0,0 1 0,0 0 1,-1-1-1,1 1 0,0-1 0,0 1 0,0 0 0,0-1 0,0 1 0,0-1 0,0 1 0,1 0 0,-14 56 11,2 0-1,-4 89 1,10 121 29,5-253-60,-1 5-57,2 0-1,1 0 1,0 0-1,1 0 1,9 30-1,-10-44 42,-1 0 0,2 0 0,-1 0 0,0 0-1,1 0 1,0-1 0,0 1 0,0-1 0,1 1-1,-1-1 1,1 0 0,0-1 0,0 1 0,0-1-1,1 0 1,-1 0 0,1 0 0,0 0 0,0-1-1,0 0 1,0 0 0,0 0 0,0 0 0,8 0-1,-8-1 15,1 0-1,-1-1 0,0 0 1,0 0-1,1 0 1,-1-1-1,0 1 0,0-1 1,1-1-1,-1 1 0,0-1 1,0 1-1,-1-2 0,1 1 1,0 0-1,-1-1 0,9-6 1,-3-1 2,1-1 0,-1 0 1,-1 0-1,0-1 1,8-15-1,-2 5 4,-6 9 24,-1 0 1,0 0-1,10-24 0,-17 35 170,-1 28-206,-1-11 8,1-10-4,-1-1 0,1 1-1,0 0 1,0 0-1,1 0 1,-1 0-1,1-1 1,0 1 0,0 0-1,1-1 1,-1 1-1,1 0 1,3 4 0,-3-8 1,-1 0 1,0-1 0,1 1 0,-1 0 0,0-1 0,1 0 0,-1 1 0,1-1 0,-1 0-1,1 0 1,-1 0 0,1 0 0,-1 0 0,1 0 0,-1 0 0,0 0 0,1-1 0,-1 1-1,3-1 1,26-11-9,-13 0-43,-11 7 54,0 1 0,0 0 1,1 0-1,-1 1 0,9-4 0,-13 6-2,0 1 1,1-1-1,-1 1 0,0-1 0,1 1 0,-1 0 1,0 0-1,1 0 0,-1 0 0,1 1 0,-1-1 1,0 0-1,1 1 0,-1 0 0,0 0 0,0-1 1,1 1-1,-1 1 0,0-1 0,3 2 0,11 9-15,1-1-1,30 14 0,-40-22 22,0-1 1,0 1-1,0-1 1,1-1-1,-1 0 0,0 0 1,1 0-1,-1-1 0,1 0 1,12-2-1,-17 1-4,0 1 1,0-1-1,0-1 0,0 1 0,-1 0 1,1-1-1,0 1 0,-1-1 0,1 0 1,-1 0-1,1 0 0,-1 0 0,0 0 1,4-5-1,27-43-16,-6 9 7,-25 41-1,-1 0 1,1-1 0,-1 1-1,1 0 1,0 0 0,-1 0-1,1 0 1,-1 0 0,1 0-1,0 0 1,-1 1 0,1-1-1,-1 0 1,1 1-1,-1 0 1,1-1 0,-1 1-1,1 0 1,-1 0 0,1-1-1,-1 1 1,0 0 0,0 0-1,1 1 1,0 1 0,19 8-66,-2-8 100,-1 0 1,0-2-1,0 0 0,1-1 0,-1-1 0,20-4 0,-36 5-22,0-1-1,0 0 0,0 0 0,0 1 0,0-1 0,0 0 1,-1 0-1,1-1 0,0 1 0,-1 0 0,1-1 0,-1 1 1,1 0-1,-1-1 0,0 0 0,1 1 0,-1-1 1,0 0-1,0 0 0,0 0 0,-1 1 0,1-1 0,0 0 1,0-3-1,4-50 84,-5 52-83,0 2-2,0 0 0,0 0-1,-1 0 1,1 0-1,-1 0 1,1 0-1,0 0 1,-1 1-1,1-1 1,-1 0-1,0 0 1,1 0-1,-1 0 1,0 1 0,0-1-1,1 0 1,-1 1-1,0-1 1,0 1-1,0-1 1,0 0-1,0 1 1,0 0-1,1-1 1,-1 1-1,0 0 1,0-1 0,0 1-1,-1 0 1,1 0-1,0 0 1,0 0-1,0 0 1,0 0-1,0 0 1,0 0-1,0 1 1,-2-1-1,0 1 0,0-1 0,0 1-1,-1-1 1,1 1 0,0 0-1,0 0 1,0 1-1,0-1 1,0 1 0,0-1-1,0 1 1,-3 3-1,0 4 9,1-1 0,0 1 0,0 1 0,1-1 0,1 0 0,0 1-1,0 0 1,0 0 0,1 0 0,1 0 0,0 0 0,0 0-1,1 1 1,0-1 0,1 0 0,4 19 0,-4-26-7,0 0 0,0-1 1,0 1-1,1-1 0,-1 1 1,1-1-1,0 1 0,0-1 0,0 0 1,0 0-1,0 0 0,0 0 1,1 0-1,-1 0 0,0-1 0,1 1 1,0-1-1,-1 0 0,1 0 1,0 0-1,0 0 0,-1 0 0,1 0 1,0-1-1,0 1 0,0-1 1,0 0-1,0 0 0,5 0 0,1 0-34,1-1-1,-1 1 0,1-2 0,-1 1 0,0-1 0,1-1 0,-1 1 0,10-6 0,-10 4-318,0-2-1,0 1 1,-1-1-1,1 0 0,-1-1 1,-1 0-1,1 0 1,-1 0-1,8-12 1,-11 13-422,0 0 0,-1-1-1,1 1 1,-1-1 0,-1 0 0,1 0 0,-1 1 0,0-2 0,0-7 0,1-39-7454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4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564 136 19321,'0'0'7795,"-79"-128"-7651,79 121-144,-5 7-160,-8 0-1632,-16 16-3475,-6 22-5362</inkml:trace>
  <inkml:trace contextRef="#ctx0" brushRef="#br0" timeOffset="1">1 583 15943,'0'0'10453,"134"-21"-9973,-71 0-368,3 4-112,-3 1 0,-2 9-1280,-11 7-3314,-6 0-5779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145 608 17944,'0'0'7988,"-21"24"-7689,-65 83 88,81-99-371,0 0 0,0 1 1,1-1-1,1 1 1,-1 0-1,2 0 1,-1 1-1,1-1 1,0 0-1,1 1 1,0 0-1,1-1 1,0 1-1,1 10 1,0 5-6,-1-23-10,0 1-1,0-1 1,1 0-1,-1 1 0,1-1 1,0 0-1,0 0 1,0 0-1,0 1 1,0-1-1,0 0 1,0 0-1,1 0 0,-1-1 1,1 1-1,-1 0 1,1 0-1,0-1 1,0 1-1,0-1 0,-1 0 1,1 1-1,1-1 1,-1 0-1,0 0 1,0 0-1,0-1 0,0 1 1,1 0-1,-1-1 1,0 1-1,1-1 1,-1 0-1,0 0 1,1 0-1,2 0 0,3 0 3,-1 0-1,1-1 1,-1 0-1,1 0 0,-1 0 1,0-1-1,0 0 1,0-1-1,0 1 1,13-8-1,-11 3 2,0-1 0,0 0 0,-1 0 1,-1-1-1,1 0 0,-1-1 0,-1 1 0,0-1 0,0 0 1,-1-1-1,0 1 0,-1-1 0,0 0 0,-1 0 0,0-1 1,2-12-1,-3 8 0,0 0-1,0 0 1,-1-1 0,-2 1 0,1 0 0,-2 0 0,0-1 0,-1 1 0,0 1 0,-2-1-1,-6-18 1,-8-7-2,8 19 1,0 0-1,2-1 0,1 0 1,0-1-1,2 0 1,-6-46-1,10 47 9,2-1-1,0 1 1,2-1-1,6-34 1,-6 48-7,1 0 0,0 1 1,0 0-1,1-1 1,1 1-1,-1 0 0,1 1 1,1-1-1,0 1 0,0 0 1,0 1-1,15-14 0,-19 19-3,-1 0 0,1 0-1,0 0 1,0 1 0,0-1-1,1 1 1,-1-1-1,0 1 1,1 0 0,-1-1-1,0 1 1,1 0 0,-1 1-1,1-1 1,0 0 0,-1 1-1,1 0 1,0-1-1,-1 1 1,1 0 0,0 0-1,-1 1 1,1-1 0,-1 0-1,1 1 1,0 0-1,-1-1 1,1 1 0,-1 0-1,1 1 1,-1-1 0,0 0-1,1 1 1,-1-1 0,0 1-1,0-1 1,3 5-1,3 4 15,0 0 0,-1 1 0,0 0 0,-1 0 0,0 1 0,7 19-1,13 42 374,-4 2 0,-2 0 0,-4 1 0,11 130 0,-11 316 591,-16-503-976,-52 655 50,28-452-594,22-191 18,1-24-5569,1-27-796,0 15 6131,0-48-11011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1 425 21162,'0'0'5522,"34"-166"-4577,24 114-913,8 2 48,2 5-160,-2 12 80,-5 5-1329,-11 4-3569,-3-2-4194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0 671 17784,'0'0'6182,"12"-31"-4816,10-23-1092,3 1 1,56-92 0,-54 106-120,66-105 305,-83 126-389,-1 1-1,-1-2 0,-1 1 0,0-1 1,-1 0-1,4-24 0,-10 41-17,1 0-1,-1 0 1,1 0-1,-1 0 1,0-1-1,0 1 1,0 0-1,0 0 1,0 0-1,-1-1 1,1 1-1,0 0 1,-1 0-1,0 0 1,1 0-1,-1 0 1,0 0-1,0 0 1,0 0-1,-3-3 1,3 4-28,-1 1 0,1-1 1,0 0-1,-1 1 1,1-1-1,-1 1 0,1 0 1,-1 0-1,1-1 1,-1 1-1,1 0 0,-1 0 1,1 0-1,-1 0 0,1 1 1,-1-1-1,1 0 1,-1 1-1,1-1 0,-1 1 1,-2 1-1,-2 1-9,-1 0-1,1 1 1,0 0 0,0 0-1,0 0 1,0 1 0,1 0-1,0 0 1,0 1-1,-7 8 1,9-7-17,-1 0-1,1 1 1,0-1-1,0 1 1,1 0-1,0 0 1,1 0-1,0 0 1,0 0-1,0 0 1,1 0-1,0 0 1,1 0-1,0 0 1,0 0-1,1 0 1,0 0-1,0-1 1,1 1-1,0 0 1,0-1-1,1 0 1,0 0-1,0 0 1,1 0-1,10 11 1,88 67-1,-53-47-4,-48-37 0,0 1 0,0 0 0,0 0-1,0-1 1,0 1 0,0 0 0,0 1 0,-1-1 0,1 0 0,-1 0 0,0 1 0,1-1-1,-1 1 1,0-1 0,0 1 0,0 5 0,-1-7-4,0 1 0,0-1 0,-1 1 0,1-1 0,-1 0-1,1 1 1,-1-1 0,1 0 0,-1 1 0,0-1 0,0 0 0,0 0 0,0 0 0,0 0 0,0 0 0,0 0 0,0 0 0,0 0 0,0 0 0,0 0-1,-1 0 1,1-1 0,0 1 0,-1-1 0,1 1 0,0-1 0,-1 1 0,1-1 0,-1 0 0,-1 1 0,-13 2-23,0-1 0,0 0 0,-31-1 0,45-1 37,0 0-63,4-7 142,6 0-104,1 1 1,-1 0-1,1 0 1,0 0-1,0 1 0,0 1 1,1-1-1,0 1 1,0 1-1,10-2 1,21-10 8,20-13 21,-40 17 4,0 1 1,0 1-1,0 1 0,1 1 0,0 0 1,1 2-1,41-4 0,-61 9-9,-1 0 1,1 0-1,-1 0 1,0 1-1,1-1 0,-1 1 1,0-1-1,1 1 1,-1 0-1,0 0 0,0 0 1,0 1-1,0-1 0,0 0 1,0 1-1,0-1 1,0 1-1,2 3 0,-1-1 13,0 0-1,0 0 0,-1 0 1,0 1-1,0-1 0,0 1 1,0-1-1,1 10 0,1 8 45,-2 0 0,0 1-1,-2 29 1,-1-32-54,2-11-471,-1 21 1176,-4-19-2732,-3-9-3942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18152,'0'0'5411,"79"102"-10918,-42-34-63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92 2785,'0'0'23013,"-6"-15"-21996,1 3-913,0 0 0,0 1 0,-11-16 0,15 26-96,0-1-1,0 1 1,-1 0-1,1 0 0,0 0 1,-1 0-1,1 0 1,-1 0-1,1 0 1,-1 1-1,1-1 1,-1 1-1,1-1 1,-1 1-1,0-1 0,1 1 1,-1 0-1,0 0 1,1 0-1,-1 0 1,0 0-1,1 0 1,-1 0-1,0 0 1,1 1-1,-1-1 1,0 1-1,1-1 0,-1 1 1,1 0-1,-1-1 1,1 1-1,-1 0 1,1 0-1,0 0 1,-2 2-1,-4 2-3,0 1 1,1-1-1,0 1 0,1 1 0,-9 10 1,9-8-4,0 0 0,0 0 1,1 0-1,0 1 1,1-1-1,0 1 1,0 0-1,1 0 1,1 0-1,-1 0 0,2 0 1,-1 12-1,1-21-6,1 0-1,-1 0 0,0 0 1,0 0-1,1 1 1,-1-1-1,0 0 0,1 0 1,-1 0-1,1 0 0,0 0 1,-1 0-1,1 0 1,0 0-1,-1 0 0,1 0 1,0 0-1,0 0 1,0-1-1,0 1 0,0 0 1,0-1-1,0 1 0,0-1 1,0 1-1,0-1 1,0 1-1,1-1 0,-1 0 1,0 1-1,0-1 1,0 0-1,1 0 0,-1 0 1,0 0-1,0 0 0,0 0 1,1 0-1,-1-1 1,0 1-1,0 0 0,1-1 1,4 0-9,-1 0 0,1 0 0,-1-1 1,0 0-1,0 0 0,0 0 0,0 0 1,7-6-1,4-6 24,-1-2 1,0 0 0,-1-1-1,-1 0 1,-1-1 0,-1-1-1,17-34 1,-25 99 389,-16 253 1041,-56 314 0,37-419-1215,25-164-203,-1-2-1,-1 1 1,-1-1-1,-21 39 0,28-62-14,0 0-1,0 0 1,0-1-1,0 1 0,-1-1 1,0 0-1,1 0 1,-2-1-1,1 1 0,-7 4 1,9-7 0,0 0 0,1-1 0,-1 1-1,0-1 1,1 1 0,-1-1 0,0 0 0,0 0 0,0 1 0,1-1 0,-1 0 0,0-1-1,0 1 1,1 0 0,-1-1 0,0 1 0,0 0 0,1-1 0,-1 0 0,0 1 0,1-1 0,-1 0-1,1 0 1,-1 0 0,1 0 0,-1 0 0,1-1 0,0 1 0,0 0 0,-1 0 0,1-1 0,0 1-1,0-1 1,0 1 0,0-1 0,0-2 0,-7-10 29,0-1-1,1-1 1,1 1-1,1-1 1,0 0 0,1 0-1,0 0 1,-1-21-1,1-19 32,3-66-1,4 84-61,1-1 0,2 1 0,2 1 0,1-1 0,2 1 0,2 1 0,1 0 0,27-48 0,-11 29-1,3 2 0,3 1 1,1 2-1,64-66 0,-85 99 1,1 1 0,1 0-1,31-21 1,-41 32-12,0 1 0,0 0-1,1 0 1,0 0 0,-1 1-1,1 0 1,0 1 0,0 0 0,0 1-1,1 0 1,-1 0 0,10 1 0,-17 0 0,1 0 0,-1 0 0,0 1 0,1-1 0,-1 1 0,0 0 1,1 0-1,-1 0 0,0 0 0,0 0 0,0 0 0,0 0 0,0 1 0,0-1 1,0 1-1,0 0 0,-1-1 0,1 1 0,-1 0 0,2 3 0,22 48-55,-4-6 5,-20-46 53,0 0 0,0 0 0,0-1 0,0 1 0,0 0 0,0 0 0,1 0 0,-1-1 0,0 1 0,0-1 0,1 1 0,-1-1 0,0 1-1,0-1 1,1 0 0,-1 1 0,1-1 0,-1 0 0,0 0 0,1 0 0,-1 0 0,0 0 0,1 0 0,-1-1 0,1 1 0,-1 0 0,0-1-1,0 1 1,1-1 0,-1 1 0,0-1 0,0 0 0,2-1 0,42-29 48,-40 28-47,4-5 6,6-4-7,0 0 0,0 1-1,1 1 1,27-14-1,-38 22-7,-1 1-1,0-1 1,0 1-1,1 0 1,-1 0 0,1 0-1,-1 0 1,1 1-1,-1 0 1,1 0-1,0 0 1,-1 1 0,1-1-1,-1 1 1,0 0-1,1 1 1,-1-1-1,0 1 1,1-1-1,-1 1 1,0 0 0,0 1-1,-1-1 1,7 6-1,-6-5-7,0 1-1,1-1 0,-1 0 0,1 0 0,-1-1 1,1 1-1,0-1 0,0 0 0,0 0 1,1-1-1,-1 1 0,0-1 0,0 0 1,1-1-1,-1 1 0,1-1 0,-1 0 1,9-2-1,-3 0-20,-1-1 0,0-1 0,0 1 1,0-2-1,-1 1 0,1-1 0,-1-1 0,12-9 1,-17 12 28,38-21-141,-41 23 148,0 1 0,1-1 1,-1 1-1,0 0 0,1-1 0,-1 1 1,0 0-1,1 0 0,-1 0 0,1 0 0,-1 0 1,0 1-1,1-1 0,-1 0 0,0 0 0,1 1 1,-1-1-1,0 1 0,1 0 0,-1-1 0,0 1 1,0 0-1,0-1 0,0 1 0,0 0 0,0 0 1,0 0-1,0 0 0,0 0 0,1 2 0,3 3-35,-1-1 0,1 1 0,0-1-1,0-1 1,0 1 0,1-1 0,0 0-1,0 0 1,0 0 0,0-1-1,0 0 1,1 0 0,-1-1 0,9 3-1,-9-4-1,-1 0-1,1 0 1,-1 0-1,0-1 0,1 1 1,-1-1-1,1-1 1,-1 1-1,1-1 0,-1 0 1,1 0-1,-1 0 1,0-1-1,0 0 1,0 0-1,0 0 0,0-1 1,8-5-1,-4 1 42,1-1 1,-1 0-1,-1-1 0,0 0 1,0 0-1,-1-1 0,10-15 1,-16 23 52,-4 45-136,1-27 74,1-9 8,0 1-1,0 0 1,1 0-1,1 13 1,-1-19 1,0-1 0,0 0 0,1 1 0,-1-1 0,0 0 1,1 0-1,-1 1 0,1-1 0,0 0 0,-1 0 0,1 0 0,0 0 0,0 0 0,0 0 0,0 0 1,0 0-1,0 0 0,0 0 0,0 0 0,0 0 0,0-1 0,0 1 0,0 0 0,1-1 0,-1 1 0,0-1 1,0 1-1,1-1 0,-1 0 0,0 0 0,1 1 0,1-1 0,0 0 0,1 0 0,-1 1 0,1-1 0,-1 0 0,0-1 0,1 1 0,-1-1 0,0 1 0,1-1 0,-1 0-1,0 0 1,0-1 0,0 1 0,0-1 0,0 1 0,0-1 0,0 0 0,-1 0 0,1 0 0,3-4 0,-4 2 1,0 1 0,0-1 1,0 0-1,0 0 0,-1 0 1,0 0-1,0 0 0,0 0 1,0 0-1,-1 0 1,1 0-1,-1-1 0,0 1 1,-1 0-1,1 0 0,-2-8 1,1 7 4,-1 0 0,1 0 0,-1 1 0,0-1 0,-1 0 0,1 1 0,-1-1 0,0 1 1,0 0-1,0 0 0,0 0 0,-1 0 0,1 1 0,-1-1 0,0 1 0,0 0 0,-1 0 1,1 1-1,0-1 0,-1 1 0,0 0 0,-6-2 0,-4-2-3,-1 2 0,1 0-1,-1 0 1,0 2 0,0 0 0,-25 0 0,40 2-27,12 0-225,36 0 232,0-3-1,71-12 0,-100 11 25,0 1-1,0 1 1,34 0 0,-49 1-6,0 1 1,0 0-1,0 1 0,1-1 1,-1 1-1,0-1 1,0 1-1,0 0 1,0 0-1,0 0 0,-1 0 1,1 1-1,0-1 1,0 1-1,-1 0 1,1 0-1,-1 0 0,1 0 1,-1 0-1,0 0 1,0 1-1,0-1 1,0 1-1,0-1 0,-1 1 1,1 0-1,-1-1 1,0 1-1,2 5 0,-1 3-19,0 0-1,-1 0 0,0 0 1,-1 1-1,0-1 0,0 0 1,-1 0-1,-1 0 0,0 1 1,-1-2-1,0 1 0,0 0 1,-1 0-1,-1-1 0,1 0 1,-2 0-1,0 0 0,0-1 1,0 0-1,-1 0 0,-1 0 1,-14 13-1,3-9-2459,3-11-5836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15847,'0'0'7556,"29"57"-10630,-5 2-2640,5 3-8037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334 620 14215,'0'0'11021,"-31"-5"-9858,-5-1-812,-61-3-1,92 10-315,0-1 0,0 1-1,-1 0 1,1 0 0,0 0-1,0 1 1,0 0 0,0 0-1,1 0 1,-1 0 0,0 1-1,1 0 1,0 0 0,0 0-1,0 0 1,0 1 0,-4 4-1,0 3 42,0-1 0,1 1-1,0 0 1,-8 20 0,11-23-70,-3 6-7,1 0 0,1 0 0,-4 20 1,7-28-2,1-1 1,0 0 0,0 1 0,1-1 0,0 1-1,0-1 1,0 1 0,0-1 0,1 1 0,0-1 0,0 0-1,3 9 1,-2-12-13,0 0 0,0 0 0,0-1-1,0 1 1,0 0 0,1-1 0,-1 1 0,0-1 0,1 0-1,-1 0 1,1 0 0,-1 0 0,1 0 0,0 0-1,-1-1 1,1 1 0,0-1 0,-1 0 0,1 0 0,0 0-1,-1 0 1,1 0 0,0-1 0,3 0 0,2 0-44,1 0 0,-1-1-1,0 0 1,0 0 0,-1-1 0,1 0 0,11-6 0,-7 1-9,-1-1 1,0 0-1,0 0 0,0-2 1,-2 1-1,1-1 0,-1 0 0,-1-1 1,10-16-1,-8 7 39,0 1 0,-2-1 0,0 0 0,-2-1 0,6-29 0,-3-17 104,-3 0 1,-5-130 0,-1 177-69,0-16 334,-2 0 0,-1 0 0,-2 0 0,-13-49 0,9 73 788,9 13-1107,-1 0-1,1 0 1,-1 0-1,1 1 1,0-1 0,-1 0-1,1 0 1,-1 0-1,1 0 1,0 1-1,-1-1 1,1 0-1,-1 0 1,1 1-1,0-1 1,-1 0-1,1 1 1,0-1-1,-1 0 1,1 1-1,0-1 1,0 0-1,0 1 1,-1-1 0,1 1-1,0-1 1,0 1-1,0-1 1,0 0-1,0 1 1,-1 0-1,-8 31 145,1 1 0,1 0-1,-4 62 1,7-57-47,-22 497 571,26-305-3294,0-165 1015,3-55-3401,12-9-4306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1223 13574,'0'0'10704,"14"-19"-10243,54-66-166,-17 24 218,73-113 0,-103 135-443,-3-1-1,0 0 1,-3-1 0,-1-1 0,-3 0 0,-1-1-1,-2 0 1,-2 0 0,-1-1 0,-3 1-1,-2-1 1,-8-75 0,4 98 53,0 0 1,-2 0-1,0 0 0,-2 1 0,0 0 1,-1 0-1,-1 1 0,0 0 0,-19-24 1,4 16 469,25 26-576,-1 1 1,1-1-1,-1 1 0,1-1 0,-1 0 0,1 1 0,-1 0 0,1-1 1,-1 1-1,1-1 0,-1 1 0,0 0 0,1-1 0,-1 1 0,0 0 1,1 0-1,-1-1 0,0 1 0,0 0 0,1 0 0,-1 0 0,0 0 1,1 0-1,-1 0 0,0 0 0,0 0 0,1 0 0,-1 0 0,0 1 1,1-1-1,-1 0 0,0 0 0,1 1 0,-1-1 0,0 0 0,1 1 1,-1-1-1,0 1 0,1-1 0,-1 1 0,1-1 0,-1 1 0,1-1 1,-1 1-1,1 0 0,0-1 0,-1 2 0,-5 15-2,2 1-1,0 0 1,1 0-1,1 0 1,-1 29-1,2-27 3,-10 825 898,13-514-877,-1-146-48,8 1 1,9-2 0,52 240-1,-66-406-13,0 0-1,1 1 0,1-2 1,1 1-1,0-1 0,2 0 1,15 24-1,-22-38 18,0-1 0,0 1 0,0-1-1,1 1 1,-1-1 0,1 0 0,-1 0 0,1 0 0,0 0 0,0-1-1,0 1 1,0-1 0,0 1 0,0-1 0,0 0 0,1-1 0,-1 1 0,0 0-1,1-1 1,-1 0 0,0 0 0,1 0 0,-1 0 0,0 0 0,1-1-1,-1 1 1,0-1 0,1 0 0,4-2 0,0-1 4,-1 0 0,1 0 0,-1 0 0,0-1 0,0 0 0,0-1 0,0 0 0,-1 0 0,0 0 0,6-8 1,2-7 0,-1 1 0,0-2 0,-2 1 0,0-2 0,-1 1 0,-2-2 0,0 1 0,4-27 0,-4 5 7,-2 0 0,-1-1 0,-4-68 1,-3 84-7,-2-1 0,-1 1 0,-2 0 0,-1 1 0,-1-1 1,-1 2-1,-2-1 0,0 1 0,-2 1 0,-2 1 1,0 0-1,-21-25 0,-4 0-3,-2 2 0,-2 1 0,-2 3-1,-86-63 1,18 31 129,114 77-129,0-1 1,1 1-1,-1-1 1,0 1-1,1-1 1,-1 0-1,0 1 1,1-1-1,-1 0 1,1 1-1,-1-1 1,1 0-1,-1 0 1,1 1-1,0-1 1,-1 0-1,1 0 1,0 0-1,0 1 1,-1-1-1,1 0 1,0 0-1,0 0 1,0 0-1,0 0 1,0 0-1,0 1 1,0-1-1,0 0 1,1 0-1,-1 0 1,0 0-1,0 1 1,1-1-1,-1 0 1,1 0-1,-1 0 1,0 1-1,1-1 1,0 0-1,-1 1 1,2-2-1,30-22-6,-29 22 8,89-51 11,161-67-1,-243 116-15,-1 1 1,1 0 0,0 1-1,0 0 1,0 0-1,0 1 1,0 0-1,0 1 1,0 0-1,0 0 1,0 1-1,1 1 1,-1 0 0,-1 0-1,1 1 1,0 0-1,-1 1 1,1 0-1,-1 0 1,0 1-1,0 0 1,10 9-1,-13-10 7,0 0 0,0-1-1,1 0 1,-1 0 0,1 0-1,-1-1 1,1 0 0,0 0-1,0-1 1,0 0 0,-1 0-1,9 0 1,1-2 9,-1-1 0,1 0 0,-1-1 0,17-6 0,-23 7-12,-1 0-1,1 0 1,-1 1 0,1 0-1,0 0 1,-1 1 0,1 0-1,0 1 1,-1 0 0,1 0-1,-1 1 1,1 0 0,-1 0-1,0 1 1,1 0 0,10 7-1,-15-8 6,-1-1-1,1 1 1,0-1 0,0 1-1,-1-1 1,1 0 0,0-1-1,0 1 1,0-1 0,0 0-1,0 0 1,0 0 0,0 0-1,0-1 1,0 1 0,0-1-1,0 0 1,0 0 0,-1-1 0,1 1-1,0-1 1,-1 0 0,4-2-1,-4 3-1,0-1-1,-1 1 1,1 0 0,0 0-1,0 0 1,0 1 0,0-1-1,0 1 1,-1-1 0,1 1-1,0 0 1,0 0 0,5 1-1,44 5 2,-45-5-2,121 20-67,-108-16-1944,-2 1-8088,-15-5 8187,9 2-5065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5090,'0'0'21386,"-124"52"-20986,106-2-272,7-3-80,11-2-32,0-5-16,5-9 0,27-10-208,10-9-256,0-12-1073,6 0-1984,-4-14-1682,-2-22-3008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16167,'0'0'11760,"-4"10"-11581,-2 7-76,1 0 0,0 0-1,2 1 1,0 0 0,-1 30 0,4 107 367,1-73-418,7 97-34,-6-158-87,1 0 0,2-1 0,0 0 1,1 0-1,1 0 0,15 29 0,-21-45-22,1-1 0,0 0-1,0 0 1,1 0 0,-1 0 0,1 0 0,-1 0-1,1-1 1,0 1 0,0-1 0,0 0-1,0 1 1,0-2 0,1 1 0,-1 0-1,1-1 1,-1 1 0,1-1 0,-1 0 0,1 0-1,0 0 1,6 0 0,-5-1 15,0-1 0,0 1 0,1-1 0,-1 0 0,0 0 1,-1-1-1,1 1 0,0-1 0,0 0 0,-1 0 0,1-1 0,-1 1 0,1-1 1,-1 0-1,0 0 0,5-6 0,10-10 240,0-2-1,-1-1 1,-1 0 0,-1-1 0,-1-1-1,-1 0 1,19-44 0,-36 134 2755,3-59-2946,0 1-1,0-1 1,1 0-1,0 1 1,0-1-1,1 0 0,0 0 1,0 0-1,6 13 1,-5-17 18,0-1 0,0 1 0,0-1 1,1 0-1,-1 0 0,1 0 0,-1 0 0,1-1 1,-1 1-1,1-1 0,0 0 0,-1 0 0,1-1 1,0 1-1,0-1 0,0 0 0,0 1 0,0-2 1,0 1-1,-1 0 0,1-1 0,0 0 0,5-1 1,6-2-40,-1-1 1,1 0-1,-1-1 1,19-11 0,-11 5 2,-19 9 30,1 0 1,0 1 0,0-1-1,0 1 1,0 0-1,0 0 1,0 0 0,1 0-1,-1 1 1,1 0 0,-1 0-1,1 0 1,-1 0 0,1 1-1,0 0 1,-1 0 0,1 0-1,0 1 1,-1-1-1,1 1 1,-1 0 0,1 0-1,4 2 1,1 1 15,1 0 0,0-1 0,0-1 0,0 0-1,0 0 1,1-1 0,-1 0 0,0-1 0,1 0 0,-1-1 0,0-1 0,0 0 0,1 0-1,-1-1 1,-1 0 0,1-1 0,14-6 0,-17 6 1,0 1 1,0 1-1,1 0 0,-1 0 1,1 0-1,-1 1 0,1 1 1,0-1-1,0 1 0,11 2 1,0 2-16,0 1-1,38 13 1,-28-7 51,-27-10-638,19 6 1915,-12-7-2988,-15-20-12536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6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835 157 19961,'0'0'6947,"-71"-135"-5778,69 120-945,2 8-224,-8 7-64,-8 0-1361,-18 29-3105,-22 13-2145</inkml:trace>
  <inkml:trace contextRef="#ctx0" brushRef="#br0" timeOffset="1">1 647 14807,'0'0'8580,"163"12"-5971,-76-19-1857,5-10-736,0 1 0,3 1-16,0 8-1248,-6 7-2434,3 0-3089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6:5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29 22282,'0'0'10485,"-29"-24"-10485,29 19 0,-5 5 0,-16 0-1985,-14 0-2017,-7 7-7379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41 17864,'0'0'6547,"-21"29"-5968,3-7-413,8-11-91,0 0-1,1 1 1,1 0-1,0 1 1,0-1-1,1 2 1,1-1-1,0 1 1,1 0-1,1 0 1,0 1-1,1-1 0,0 1 1,0 15-1,2-6 11,3 207 364,-2-225-448,0 0 1,1-1-1,0 1 0,0-1 0,0 0 1,1 1-1,-1-1 0,1 0 1,1 0-1,-1 0 0,1 0 0,0 0 1,0-1-1,0 1 0,0-1 1,1 0-1,0 0 0,0 0 0,6 5 1,-3-6 4,-1 0 0,1 0-1,0 0 1,0-1 0,0 0 0,0 0 0,1-1 0,-1 1 0,0-2 0,1 1 0,-1-1 0,1 0 0,-1-1 0,9-1 0,-7 0 12,1-1 1,-1 0 0,0 0-1,0-1 1,-1 0-1,1-1 1,-1 0 0,0 0-1,0-1 1,0 0-1,-1 0 1,0-1 0,0 0-1,-1 0 1,0-1-1,0 0 1,0 0 0,7-15-1,-3 4 13,0 0 0,-1-1 0,-1-1 0,-1 0-1,0 0 1,-2 0 0,4-30 0,-7 29-19,0 0-1,-2 0 1,0 0-1,-2 0 1,-7-41 0,6 53-4,0 0 1,0 0 0,-1 1-1,0 0 1,0 0 0,-1 0 0,-1 0-1,0 0 1,0 1 0,0 0-1,-1 1 1,0-1 0,0 1-1,-16-10 1,13 9-140,-1 1-1,0 1 1,-1 0-1,0 0 1,0 1 0,0 1-1,-1 0 1,1 1-1,-1 0 1,0 1 0,-21-2-1,34 4 12,-1 0 0,1 0 0,-1 0 0,1 0 0,-1 0 0,0 0 0,1 1 0,-1-1 0,1 0 0,-1 0-1,1 0 1,-1 0 0,1 1 0,-1-1 0,1 0 0,-1 1 0,1-1 0,-1 0 0,1 1 0,-1-1 0,1 0 0,0 1 0,-1-1-1,1 1 1,0-1 0,-1 1 0,1-1 0,0 1 0,-1-1 0,1 1 0,0-1 0,0 1 0,0-1 0,0 1 0,-1-1 0,1 1-1,0 0 1,0-1 0,0 1 0,0-1 0,0 1 0,0-1 0,1 1 0,-1-1 0,0 1 0,0 0 0,1 0 0,-1 5-1203,0 24-4738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17800,'0'0'11544,"23"1"-10570,5 0-711,13 0 158,68-5-1,-46-4-182,-14 1-251,-1 2-1,1 2 1,93 7-1,-127-1-1399,0 0-1,27 12 0,-30-10-1076,1-1-1,0 0 1,0-1 0,20 3 0,20-5-10327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18681,'0'0'10196,"-8"11"-10148,2-3-24,0 0 0,0 1 0,1-1-1,0 1 1,1 0 0,0 0 0,1 1 0,-1-1-1,2 1 1,0 0 0,-2 13 0,0 171 213,4-188-240,0 0-1,1 0 0,-1 0 1,1 1-1,1-1 1,-1 0-1,1-1 0,0 1 1,0 0-1,1 0 1,-1-1-1,6 8 0,-5-10 2,0 1-1,0-1 0,0 0 1,1 0-1,-1 0 0,1 0 0,0 0 1,0-1-1,0 0 0,0 1 0,0-2 1,0 1-1,1 0 0,-1-1 0,1 0 1,-1 0-1,6 0 0,1 1 7,-1-1 0,1 0-1,0-1 1,0 0 0,0-1 0,-1 0-1,1 0 1,0-1 0,-1-1 0,0 0-1,1 0 1,-1-1 0,0-1 0,-1 1 0,1-2-1,-1 1 1,0-1 0,0 0 0,-1-1-1,0 0 1,0-1 0,0 0 0,-1 0-1,0 0 1,-1-1 0,0 0 0,0 0-1,-1 0 1,0-1 0,-1 0 0,0 0-1,-1 0 1,0-1 0,0 1 0,-1-1 0,0 1-1,-1-1 1,0-12 0,-1 15 12,-1 0 0,0 1 0,-1-1 0,0 0 1,0 1-1,0-1 0,-1 1 0,0 0 0,0 0 0,-1 0 1,0 0-1,0 1 0,-1-1 0,0 1 0,0 0 0,0 0 1,-10-8-1,6 7-164,0 0 0,-1 1-1,1 0 1,-1 0 0,0 1 0,-1 0 0,1 1 0,-1 0 0,0 0 0,0 2 0,-20-4 0,28 6-433,-2-1-1728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18472,'0'0'9045,"37"0"-11254,-24 0-2418,0 0-3456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8244,'0'0'9529,"26"-5"-7010,84-12-43,-106 17-2374,0-1-1,1 1 1,-1 0 0,0 0 0,0 1-1,0-1 1,1 1 0,-1 0 0,0 0-1,0 0 1,0 1 0,0-1 0,0 1-1,-1 0 1,1 0 0,0 0 0,-1 1-1,1-1 1,-1 1 0,0 0 0,0 0-1,0 0 1,0 0 0,-1 1 0,1-1-1,-1 1 1,0-1 0,0 1 0,2 5-1,-1 1-24,1 0 0,-2 0-1,1 1 1,-2-1 0,1 1 0,-1 0-1,-1-1 1,-1 22 0,-1-22-70,0 1 0,-1-1 0,0 0 1,0 0-1,-1 0 0,0-1 0,-1 1 0,0-1 1,-8 12-1,-10 9 46,-34 36-1,6-8 38,51-57-90,-1-1 0,1 0 1,0 0-1,-1 0 0,1 1 1,0-1-1,0 0 0,0 0 1,-1 1-1,1-1 0,0 0 1,0 1-1,0-1 1,0 0-1,-1 1 0,1-1 1,0 0-1,0 1 0,0-1 1,0 0-1,0 1 0,0-1 1,0 0-1,0 1 0,0-1 1,0 0-1,0 1 0,0-1 1,0 1-1,0-1 1,0 0-1,1 1 0,-1-1 1,0 0-1,0 0 0,0 1 1,1-1-1,-1 0 0,0 1 1,0-1-1,1 0 0,17 4 151,22-10 265,6-10-586,0-3 0,-1-2 0,81-51 0,-121 69 82,14-9-1161,-1 0 1,23-20-1,3-15-5695,-17 10-2426</inkml:trace>
  <inkml:trace contextRef="#ctx0" brushRef="#br0" timeOffset="1">635 1 15751,'0'0'10261,"1"20"-9151,0-8-939,-1 0-23,1 0 0,0 0 0,1 0 0,0 0 0,1 0 0,0-1 0,1 1 0,0-1 0,11 19 0,19 21 649,43 52 1,-8-14-573,-65-84-216,-1 1-1,1 0 1,-1-1 0,0 1 0,-1 1 0,3 6-1,-4-11-22,-1-1 0,1 1-1,-1-1 1,0 1-1,0-1 1,1 1-1,-1-1 1,0 1-1,-1-1 1,1 1-1,0 0 1,0-1-1,0 1 1,-1-1-1,1 0 1,-1 1-1,0-1 1,1 1-1,-1-1 1,0 0-1,0 1 1,1-1-1,-1 0 1,0 0-1,0 0 1,0 0-1,-1 0 1,1 0-1,0 0 1,0 0-1,-1 0 1,-2 1-1,-9 2-804,-1 0-1,1-1 0,-1 0 1,0-1-1,0-1 0,0 0 1,-17-2-1,-14 1-5767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14919,'0'0'4242,"182"-52"-2097,-121 43-1505,-3-1-640,-8 3-688,-8 0-3810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73 17416,'0'0'9514,"27"-12"-8861,86-37-285,-109 47-326,1 0 0,-1 0 0,1 1 0,0 0 0,0 0 0,-1 0 0,1 0 0,0 1 0,0 0 0,0 0 0,0 0 0,-1 1 0,1-1 0,7 3 0,-10-2-24,1 0 0,-1 1 0,1-1 0,-1 1 0,0 0 0,1-1 0,-1 1 0,0 0 0,0 0 0,-1 0 0,1 1 0,0-1 0,-1 0 0,1 1 0,-1-1 0,0 1 0,0-1 0,2 4 0,0 9 34,0 0 0,-1 0-1,-1 0 1,0 0 0,-1 0 0,-4 27-1,3-18 64,-4 22-24,-20 90 0,-1 1-54,16 3-3,9 177 1,3-222-32,0 91 5,-1-183 0,-1 0 1,0-1-1,0 1 1,0 0-1,0 0 1,-1-1-1,1 1 1,-1 0-1,0-1 1,0 1-1,1-1 1,-2 1-1,1-1 1,0 1-1,0-1 1,-1 0-1,1 1 1,-1-1-1,0 0 1,0 0-1,0 0 1,0 0-1,0-1 1,0 1-1,-3 1 1,-2 0-4,0-1 1,-1 0 0,1 0 0,0-1-1,-1 0 1,1-1 0,-1 1-1,-8-2 1,-166-12-3260,-4-18-6052,33-1-3511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47 13206,'0'0'5579,"-26"-8"-4918,-86-22-349,104 28-202,1 0-1,-1 1 0,0-1 1,1 2-1,-1-1 1,0 1-1,0 0 0,0 1 1,0 0-1,1 0 0,-1 0 1,0 1-1,1 0 1,-1 1-1,1 0 0,0 0 1,0 0-1,0 1 0,0 0 1,1 1-1,-1-1 1,1 1-1,0 0 0,1 1 1,-1-1-1,-7 12 0,-1 6 136,0 1 1,2 0-1,1 0 0,1 1 0,-13 52 0,11-37 118,-16 68 163,4 2 1,-15 198 0,12-69-101,23-214-406,-8 51 50,3 2 1,2 121 0,8-196-70,-1 1 0,0 0 0,1 0 0,-1-1 1,1 1-1,0 0 0,1-1 0,-1 1 0,0-1 0,1 0 0,0 1 0,0-1 1,0 0-1,0 0 0,0 0 0,1 0 0,-1 0 0,1-1 0,0 1 0,0-1 1,0 0-1,0 0 0,0 0 0,0 0 0,1 0 0,-1-1 0,1 1 0,4 0 1,8 2-115,0-1 1,0-1 0,1-1-1,-1 0 1,20-2 0,-9 0-448,44-1-2550,7-12-2298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7924,'0'0'20025,"-13"190"-19769,29-79-16,2 7-112,-7-2-128,2-16-48,3-17-624,2-19-1297,3-24-1569,-5-21-1264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0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0 505 12054,'0'0'3889,"24"-16"-1933,-20 13-1877,181-114 1493,-150 98-1428,-2-2-1,-1-1 1,0-2 0,38-37-1,-60 51 188,-1 0 1,0 0-1,0-1 0,-1 0 0,0-1 0,-1 0 0,-1 0 0,0 0 0,0-1 1,-1 0-1,-1 0 0,0 0 0,-1 0 0,0-1 0,1-27 0,-4 40 870,0 3-395,4 67-55,20 116-1,3 40-181,-27-166-607,-2-41-388,2 1 0,1 0 0,0 0 0,1-1 0,1 1 0,7 22 0,2-22-3888,4-16-2676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18008,'0'0'9781,"37"130"-9125,-16-85-480,-5 5-128,-6 0-48,-4-3-128,-6-4-1297,0-13-1664,0-13-2706</inkml:trace>
  <inkml:trace contextRef="#ctx0" brushRef="#br0" timeOffset="1">11 1 16392,'0'0'2257,"142"87"-4755,-79-42-815,0 5-657,-5-2-1793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170 392 880,'0'0'18382,"11"-18"-16208,26-52-143,-37 70-1993,0-1 0,1 1 0,-1-1 0,0 0 0,0 1 0,0-1-1,0 0 1,0 1 0,0-1 0,0 0 0,0 1 0,0-1 0,0 0 0,-1 1 0,1-1 0,0 0 0,0 1 0,0-1 0,-1 1 0,1-1 0,0 0 0,-1 1 0,1-1 0,-1 1 0,1-1 0,-1 1 0,1-1 0,-1 1 0,1 0 0,-1-1 0,1 1 0,-1 0 0,1-1 0,-1 1-1,0 0 1,1-1 0,-1 1 0,1 0 0,-1 0 0,0 0 0,1 0 0,-1 0 0,0 0 0,1 0 0,-1 0 0,0 0 0,1 0 0,-2 0 0,-34 5 852,28-2-842,0 0 0,1 1 0,-1 0 0,0 0-1,1 1 1,0 0 0,0 0 0,1 1 0,-1 0-1,1 0 1,1 0 0,-1 1 0,1 0-1,0 0 1,-5 10 0,2-3-29,0 1-1,2-1 0,-1 1 1,2 1-1,0-1 1,1 1-1,-3 21 1,5-26-17,1-1-1,0 1 1,1 0 0,1 0 0,-1 0 0,2-1-1,-1 1 1,5 12 0,-5-19-5,1 0 1,-1-1-1,1 1 0,0-1 0,0 0 0,1 1 1,-1-1-1,1 0 0,-1 0 0,1-1 0,0 1 1,0-1-1,0 1 0,0-1 0,1 0 1,-1 0-1,1 0 0,-1-1 0,1 1 0,0-1 1,-1 0-1,1 0 0,0 0 0,0 0 1,4 0-1,-3-1-6,-1 1 0,1 0 1,-1-1-1,1 0 1,0 0-1,-1-1 0,1 1 1,-1-1-1,1 0 0,-1 0 1,0-1-1,1 1 0,-1-1 1,0 0-1,0 0 1,7-5-1,-5 2 7,0-1 0,0 0 0,-1-1 0,0 1 0,0-1 0,-1 0-1,0 0 1,5-13 0,2-4 10,-2-1-1,-1 0 1,-2-1-1,0 1 0,5-51 1,-8 32 6,-2 0 1,-9-77-1,6 102 44,-1 1-1,-1-1 0,-1 1 0,0 0 0,-2 1 1,0-1-1,0 1 0,-12-17 0,19 33-3,-1 0 1,1 0-1,-1 0 0,1 0 0,-1 0 0,1 0 1,-1 0-1,0 0 0,0 0 0,1 0 0,-1 0 1,0 1-1,0-1 0,0 0 0,0 0 0,0 1 1,0-1-1,0 1 0,0-1 0,0 1 0,0-1 1,0 1-1,-1 0 0,1 0 0,0-1 0,0 1 1,0 0-1,0 0 0,-2 0 0,2 1-26,-1 0-1,1 1 0,-1-1 1,1 0-1,0 0 1,0 1-1,-1-1 1,1 1-1,0-1 1,0 1-1,1 0 0,-1-1 1,0 1-1,1 0 1,-1-1-1,0 3 1,-3 11-31,1 0 1,0 0 0,-1 18 0,2 21 41,2 0 0,2 0 0,12 75 1,-8-98-277,1 0 0,2-1-1,0 0 1,2 0 0,2-2 0,0 1 0,23 34 0,-30-55-208,-1-1 0,1 0 0,1 0 0,-1 0 0,1-1-1,0 0 1,1 0 0,-1-1 0,1 0 0,0-1-1,0 1 1,1-1 0,-1-1 0,1 0 0,0 0-1,0-1 1,0 0 0,0 0 0,0-1 0,0 0 0,1-1-1,-1 0 1,13-1 0,-13-1 299,1 1-1,-1-2 1,0 1-1,0-1 1,-1 0-1,1-1 1,0 0-1,14-10 1,-12 6 296,-1 1 1,0-2-1,0 0 1,-1 0 0,0 0-1,0-1 1,9-15-1,-14 17 232,1 0-1,-1 0 0,0-1 0,-1 1 0,0-1 0,0 0 1,-1 0-1,0 0 0,-1 0 0,0 0 0,0-10 0,-1 19-379,1-6 399,-1-1 0,0 1 1,-1-1-1,0 1 0,0 0 0,0-1 1,-3-6-1,3 11-301,0 0 0,0 0 0,-1 0 0,1 1 0,-1-1 0,1 0 0,-1 0 0,0 1 0,1-1 0,-1 1 0,0 0 0,0 0 0,0-1 0,0 1 0,-1 0 0,1 1 0,0-1 0,0 0 0,-1 1 0,1-1 0,0 1 0,-5-1 0,1 0-53,0 1 0,0-1 0,0 1-1,0 1 1,0-1 0,-1 1 0,1 0 0,0 0 0,0 1-1,1-1 1,-1 2 0,0-1 0,0 0 0,1 1 0,0 0-1,-1 0 1,1 1 0,0 0 0,1-1 0,-1 2 0,-5 6-1,4-5-39,1 2 1,0-1-1,0 1 0,1 0 0,0 0 0,0 0 0,1 0 0,0 0 0,1 1 0,-1 0 0,2-1 0,-1 1 0,1 0 1,1 12-1,-1-19-11,1 1 1,0-1 0,0 1-1,0-1 1,0 1 0,0-1 0,1 0-1,-1 1 1,1-1 0,0 1 0,0-1-1,-1 0 1,1 0 0,1 0-1,-1 1 1,0-1 0,0 0 0,1 0-1,0 0 1,-1-1 0,1 1-1,0 0 1,0-1 0,0 1 0,3 1-1,1-1 0,1 0-1,-1 0 1,0-1-1,1 0 1,0 0 0,-1-1-1,1 0 1,9-1-1,-9 0 3,0-1 0,0 1 0,0-1 0,-1-1 0,1 1 0,-1-1 0,0 0 0,1-1 0,-1 0 1,-1 0-1,1 0 0,-1 0 0,1-1 0,-1 0 0,-1 0 0,1 0 0,-1-1 0,0 0 0,0 0 0,6-11 0,1-3 8,-1 0 0,-1-1 0,-1 0 0,-1 0 0,6-31 0,-5 0 73,-3-1-1,-3-104 1,-2 88 800,-1 69-842,1 0-1,-1-1 1,1 1 0,-1 0-1,1 0 1,-1 0 0,1 0-1,0 0 1,-1 0 0,1 0-1,-1 0 1,1 0 0,-1 0-1,1 0 1,-1 0 0,1 0-1,-1 0 1,1 1 0,-1-1-1,1 0 1,-1 0 0,1 0-1,-1 1 1,1-1 0,0 0-1,-1 1 1,1-1 0,-1 0-1,1 1 1,0-1 0,0 0-1,-1 1 1,1-1 0,-1 1-1,-3 8-31,1 0-1,0 0 1,0 0 0,0 1-1,1-1 1,1 1-1,-2 15 1,3 77-4,1-58-9,-1-13 5,1 1 1,11 54 0,-10-74-7,1-1-1,0 1 1,1-1 0,0 0-1,1 0 1,0-1 0,1 1-1,0-1 1,1 0 0,12 13-1,-16-19-17,0-1 0,0 0 0,0-1 0,0 1 0,1-1 0,-1 1-1,1-1 1,0 0 0,-1 0 0,1 0 0,0-1 0,0 0 0,0 1 0,1-1-1,-1-1 1,0 1 0,9 0 0,-7-2 16,0 0-1,0 0 1,-1 0-1,1-1 1,0 1-1,0-2 1,-1 1-1,1 0 1,-1-1-1,1 0 0,5-5 1,3-3-2,-1 0 0,-1-1 1,0-1-1,0 0 0,-1 0 0,-1-1 1,16-27-1,-22 32 26,0 0 0,0-1 0,-1 1 0,0-1 0,-1 0 1,0 1-1,-1-1 0,0 0 0,0-1 0,-1-11 0,-1 21-6,1 1 1,0-1-1,-1 1 0,1-1 1,0 1-1,-1 0 0,1-1 0,-1 1 1,1 0-1,-1-1 0,1 1 1,0 0-1,-1 0 0,1-1 1,-1 1-1,0 0 0,1 0 0,-1 0 1,1 0-1,-1 0 0,1 0 1,-1 0-1,1 0 0,-1 0 1,1 0-1,-1 0 0,1 0 1,-1 0-1,1 0 0,-1 0 0,0 0 1,1 1-1,-1-1 0,1 0 1,0 0-1,-1 1 0,1-1 1,-1 1-1,-22 10-49,17-4 36,0 1-1,1 0 1,0 0 0,1 1-1,-1-1 1,2 1 0,-1 0 0,1 0-1,-3 18 1,3-14-1,1 0-1,0 0 1,1 0-1,1 0 1,0 1-1,3 21 1,-3-34 6,1 0-1,0 0 1,-1 0-1,1 0 1,0 0-1,0 0 1,0 0-1,0-1 1,0 1-1,0 0 1,0 0-1,0-1 1,0 1-1,0-1 1,0 1-1,0-1 1,0 1-1,1-1 1,-1 0-1,0 1 1,0-1-1,0 0 1,1 0-1,-1 0 1,0 0-1,0 0 1,2 0-1,38-3 44,-39 3-34,9-2 19,-1 0 1,0-1-1,1-1 0,-1 1 1,15-9-1,-17 8-26,0-1-1,1 2 1,0 0 0,0 0 0,0 0-1,0 1 1,0 0 0,14 0 0,-18 1-10,-1 1 0,1 0 0,-1 0 0,1 0 1,-1 0-1,1 1 0,-1 0 0,1 0 0,-1 0 0,0 0 1,1 1-1,-1 0 0,0-1 0,0 2 0,0-1 0,-1 0 0,1 1 1,4 3-1,-6-4 10,0 0 0,0-1 1,0 1-1,0-1 0,0 1 0,0-1 1,0 0-1,1 0 0,-1 0 0,0 0 1,1 0-1,-1-1 0,1 1 0,-1-1 1,1 1-1,-1-1 0,1 0 0,-1 0 1,1 0-1,-1 0 0,1-1 0,-1 1 1,1-1-1,-1 1 0,1-1 0,-1 0 1,0 0-1,1 0 0,2-2 0,3-3 14,0-1-1,-1 0 1,0 0-1,0-1 0,-1 1 1,7-10-1,19-21 43,-32 37-59,1 1 1,0-1 0,-1 1 0,1-1 0,0 1-1,-1 0 1,1-1 0,0 1 0,0 0 0,-1 0-1,1 0 1,0-1 0,0 1 0,0 0 0,-1 0 0,1 0-1,0 0 1,0 0 0,0 1 0,-1-1 0,1 0-1,0 0 1,0 0 0,-1 1 0,1-1 0,0 0 0,0 1-1,-1-1 1,1 1 0,-1-1 0,2 2 0,20 20-57,-14-14 47,5 3 16,1-1 0,0 0-1,0-1 1,1-1 0,1 0 0,-1-1 0,1 0 0,0-2 0,1 0-1,-1-1 1,1 0 0,0-1 0,0-1 0,0-1 0,0 0 0,25-3-1,-38 1-23,1 0 0,-1 0-1,0-1 1,1 1 0,-1-1-1,0 0 1,0 0-1,0 0 1,0-1 0,0 1-1,-1-1 1,1 0-1,-1 0 1,0-1 0,0 1-1,0-1 1,0 1 0,0-1-1,-1 0 1,4-7-1,-4 7-391,-1 0-1,1 0 1,-1 0-1,0 0 1,0 0-1,0 0 0,0 0 1,0-6-1,-14 9-10350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22 163 14615,'0'0'2454,"-2"-24"454,-8-75 307,3 60 929,5 58-1866,3 49-2071,3 0 0,3 0 0,30 126 0,-29-161-136,2 0 0,2-1-1,1 0 1,1-1 0,1-1 0,2 0 0,1-1 0,1-1-1,43 47 1,-54-67-96,0-1 0,0 0 0,1-1 0,-1 0 0,2 0 0,-1-1 0,0 0 0,21 6 0,-25-9 13,0-1-1,1 1 1,-1-1-1,0-1 0,1 1 1,-1-1-1,1 0 0,-1 0 1,1 0-1,-1-1 0,1 0 1,-1 0-1,1 0 1,-1-1-1,0 0 0,0 0 1,0 0-1,0-1 0,7-4 1,6-8-39,0 0 0,-2-1 0,1-1 0,-2-1 0,23-33 0,-11 9-75,37-77 0,-58 105 123,0 0 0,-1 0 0,-1-1-1,0 0 1,-1 1 0,-1-1 0,0-1 0,-1 1-1,-1-25 1,0 39 6,-1-1-1,1 1 1,0 0-1,0 0 1,-1-1 0,1 1-1,-1 0 1,1 0-1,-1 0 1,0-1-1,1 1 1,-1 0 0,0 0-1,0 0 1,0 0-1,0 0 1,0 0-1,0 1 1,0-1 0,0 0-1,0 0 1,0 1-1,0-1 1,0 1 0,-2-1-1,-2-1 1,0 1 1,1-1-1,-1 2 0,0-1 0,0 0 1,0 1-1,-6 0 0,2 0-7,1 1 0,0 0 0,0 0 0,0 1 0,0 0-1,0 0 1,0 1 0,-13 6 0,13-3-4,0 0 0,1 1 0,0 0 0,0 0 0,1 1 1,0 0-1,-8 13 0,11-17-3,0 1 1,1-1 0,0 1 0,0-1-1,1 1 1,-1 0 0,1 0 0,0 0 0,0 0-1,0 0 1,1 0 0,0 0 0,0 0-1,0 0 1,1 0 0,1 10 0,-1-14 2,0 0 0,0-1 0,1 1 0,-1 0 0,0 0 1,0 0-1,0-1 0,1 1 0,-1-1 0,0 1 0,1-1 0,-1 0 0,0 1 1,1-1-1,-1 0 0,1 0 0,-1 0 0,0 0 0,1 0 0,2 0 1,31-4-20,7-12 44,-35 13-29,-1 0 0,0 0 1,1 1-1,0 0 1,0 0-1,8-1 1,-12 3 8,0 0 1,-1 0 0,1 0 0,-1 1 0,1-1 0,0 1-1,-1 0 1,1 0 0,-1 0 0,1 0 0,-1 0-1,0 0 1,0 1 0,1-1 0,-1 1 0,0-1-1,0 1 1,0 0 0,-1 0 0,1 0 0,2 3 0,11 14-18,24 27 1,-36-43 19,0-1 1,0 0 0,-1 0-1,1 0 1,0 0 0,1-1-1,-1 1 1,0-1-1,0 0 1,1 0 0,-1 0-1,1 0 1,-1-1 0,7 1-1,-5-1 5,0 0-1,0 0 0,0-1 1,0 0-1,-1 0 1,1 0-1,0-1 0,-1 1 1,1-1-1,-1 0 1,1 0-1,-1-1 1,0 1-1,0-1 0,5-5 1,1-2 6,-1 0 0,0-1 0,-1 0-1,7-13 1,-7 12 12,0-1-1,1 1 1,1 1-1,10-11 1,-5 55 27,-11-26-51,0-1 0,1 1-1,0-1 1,0 1-1,0-2 1,1 1 0,0 0-1,0-1 1,1 0 0,-1-1-1,1 1 1,0-1-1,0-1 1,0 1 0,1-1-1,-1 0 1,1-1-1,0 0 1,0 0 0,0-1-1,0 0 1,0 0 0,0-1-1,0 0 1,0 0-1,9-2 1,-14 0-1,1 1 0,-1-1 0,0 0 1,1-1-1,-1 1 0,0 0 0,0-1 0,-1 0 0,1 1 1,0-1-1,-1 0 0,0 0 0,0-1 0,0 1 0,4-7 1,21-57 36,-26 66-36,9-33 121,-12 31-11,-2 8 5,-24 52 2,18-26-57,2 0 0,1 1 0,2 0 0,-3 39 0,4 134 494,5-143-152,0 118-173,1 35 169,-29 255 0,24-444-391,1-9-2,0-1 0,-1 1 0,0-1 1,-11 29-1,13-41 2,-1-1 0,0 0 0,1 0 0,-1 1 0,0-1 0,-1 0 0,1-1 0,0 1 0,-1 0 0,0-1 0,0 1 0,1-1 0,-1 0 0,-1 0 0,1 0 0,0 0 0,0-1 0,-1 1 0,1-1 0,-1 0 0,1 0 0,-1 0 0,1 0 0,-1-1 0,0 1 0,-6-1 0,0-1-4,1 0 0,-1-1-1,0 0 1,1-1 0,-1 0 0,1 0-1,0-1 1,0 0 0,0-1 0,1 0-1,-1 0 1,1-1 0,1 0 0,-1 0-1,1-1 1,-11-12 0,1-1-3,1 0 0,1 0 0,1-2 0,1 0 0,-14-31 0,16 28 1,2-1 0,1 1 0,1-2 0,1 1 0,1-1 0,2 0 0,-1-29 0,4 36 0,0 0 0,1 0 0,2 0 0,0 1 0,1-1 0,0 1 0,2 0 0,1 0 0,0 0 0,13-22 0,20-20-15,4 2 0,98-104 0,-59 72-33,135-134-257,-114 120 220,-93 95 78,-7 7 6,0 0-1,0-1 1,0 0-1,-1 0 1,1 0-1,-1 0 1,0-1-1,0 1 1,-1-1-1,1 1 1,-1-1-1,0 0 1,0 0 0,0 0-1,-1-1 1,1-4-1,-3 10-13,-1-1 0,0 1 0,1 0 0,-1 1 0,1-1 0,-1 0 0,0 0 0,1 1 0,-1-1 0,1 1 0,-1-1 0,1 1 0,0 0 0,-1-1 0,1 1 0,-1 0 0,1 0 0,-1 1 0,-2 3 4,1-1-1,0 1 1,0 0 0,1 0 0,-1 0 0,1 1 0,0-1 0,0 0-1,1 1 1,0-1 0,-1 7 0,-2 65-50,5-65 42,-1-9 11,0 0 0,0-1 0,1 1 0,-1 0 0,1-1 0,0 1 0,-1 0 0,1-1 0,1 1 0,-1-1-1,0 0 1,1 1 0,-1-1 0,1 0 0,-1 0 0,1 0 0,0 0 0,0 0 0,0 0 0,0 0 0,1-1 0,-1 1 0,0-1 0,1 0 0,-1 1 0,1-1-1,-1 0 1,1 0 0,-1-1 0,1 1 0,0-1 0,3 1 0,11 2-30,1-2 0,-1 0 0,0-1-1,18-2 1,-18 1-17,237-12-364,-252 13 414,-1 0 0,1 0 0,-1 0 1,1 1-1,-1-1 0,1 0 0,-1 1 0,1 0 0,-1-1 0,1 1 0,-1 0 0,0-1 1,1 1-1,-1 0 0,0 0 0,0 0 0,0 0 0,0 0 0,0 1 0,0-1 0,0 0 1,0 0-1,0 1 0,0-1 0,-1 1 0,1-1 0,0 0 0,-1 1 0,1-1 0,-1 1 1,0-1-1,1 1 0,-1 0 0,0-1 0,0 1 0,0-1 0,0 1 0,-1-1 0,1 1 0,-1 2 1,1 0-8,-1 0 0,1 0 0,-1 0 0,0 0 1,-1 0-1,1-1 0,0 1 0,-1 0 0,0-1 0,0 1 1,0-1-1,-1 0 0,1 0 0,-1 1 0,-4 3 1,6-6-6,-1 0 0,1 0 0,-1 0 0,1 0 1,-1 0-1,0 0 0,1 0 0,-1-1 0,0 1 1,0-1-1,0 1 0,1-1 0,-1 1 0,0-1 0,-3 0 1,4 0 11,0-1 1,1 1 0,-1 0 0,0-1 0,1 1 0,-1-1-1,0 1 1,1 0 0,-1-1 0,1 1 0,-1-1 0,1 0 0,-1 1-1,1-1 1,-1 1 0,1-1 0,-1 0 0,1 1 0,0-1-1,-1 0 1,1 1 0,0-1 0,0 0 0,0 0 0,-1-1-1,1-3-4,0 0-1,0 0 1,0 0-1,0 0 0,1 0 1,0 1-1,0-1 1,1 0-1,-1 0 0,4-8 1,11-16-2,0 1 1,2 1-1,38-47 1,76-65 33,-130 137-25,0 0-1,0 0 1,0 1-1,0-1 0,0 0 1,0 1-1,0 0 1,0-1-1,1 1 1,-1 0-1,4-1 1,-5 2 2,0 0-1,0 0 1,1 1 0,-1-1 0,0 0-1,0 1 1,0-1 0,0 0-1,0 1 1,0-1 0,0 1 0,0 0-1,0-1 1,-1 1 0,1 0-1,0-1 1,0 1 0,0 0 0,-1 0-1,1 0 1,0 0 0,-1 0 0,1 0-1,-1-1 1,1 3 0,8 8 41,0 1 0,1-1 0,0 0 0,1-1 0,23 17 1,-20-16-1,0 0 1,-1 1 0,14 15 0,-23-22-18,-1 0 0,1 0 0,-1 1 0,0-1 0,0 1 0,-1-1 0,0 1 0,0 0 0,0 0 0,-1 0 0,1 0-1,-2 0 1,2 7 0,-2-7 16,0-1 1,0 1-1,0 0 0,0-1 0,-1 1 0,0 0 0,0-1 0,-1 1 0,1-1 0,-5 8 0,4-9-25,0-1-1,-1 1 0,0-1 0,0 0 0,0 0 0,0 0 1,0 0-1,-1-1 0,0 1 0,1-1 0,-1 0 0,0 0 1,0 0-1,-5 1 0,-11 5-136,-1-2 0,1 0-1,-1-2 1,-29 3 0,37-5-858,0-2 0,-1 0-1,1-1 1,-22-3 0,34 4 647,0-1-1,0 1 1,0-1 0,0 0-1,0 1 1,0-1-1,0 0 1,0 1 0,0-1-1,0 0 1,0 0-1,1 0 1,-1 0 0,0 0-1,0 0 1,1 0-1,-1 0 1,1 0 0,-1 0-1,1 0 1,-1 0-1,1-1 1,0 1 0,0 0-1,-1 0 1,1 0-1,0 0 1,0-1 0,0-1-1,0-23-8710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1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396 767 12998,'0'0'12304,"-14"-19"-11650,-51-56-243,64 73-406,0 1 1,-1-1-1,1 1 1,-1-1 0,1 1-1,-1 0 1,0 0-1,1 0 1,-1 0-1,0 0 1,0 0-1,0 1 1,0-1 0,0 0-1,0 1 1,0 0-1,0-1 1,0 1-1,0 0 1,0 0-1,0 0 1,0 0-1,0 0 1,0 1 0,0-1-1,0 1 1,0-1-1,0 1 1,0 0-1,0 0 1,1 0-1,-1 0 1,0 0 0,0 0-1,1 0 1,-1 0-1,1 1 1,-3 2-1,-2 0 8,-5 6 10,-1 0-1,2 1 0,-1 0 1,1 0-1,1 1 0,0 0 1,1 1-1,0 0 1,1 0-1,1 1 0,-7 17 1,6-8 2,0-1 1,2 1 0,0 1-1,2-1 1,1 1 0,0 34-1,2-51-19,1 0 0,0 0-1,0 0 1,1 0 0,0 0-1,0 0 1,1 0 0,0 0-1,0-1 1,0 1 0,1-1-1,0 0 1,0 0 0,0-1-1,1 1 1,0-1 0,0 0 0,8 6-1,-6-5-7,1-1-1,1 1 1,-1-2-1,1 1 0,0-1 1,0-1-1,0 1 1,0-1-1,0-1 1,1 0-1,-1 0 1,1-1-1,12 0 0,-17-1 9,0-1-1,0 0 0,0 0 0,0 0 0,-1-1 1,1 1-1,0-1 0,-1 0 0,0-1 0,1 1 1,-1-1-1,0 1 0,0-1 0,0-1 0,-1 1 1,1 0-1,-1-1 0,0 0 0,0 0 0,0 0 1,0 0-1,3-8 0,5-10 35,0-1 0,-2 0 0,8-31 0,-17 54-39,15-55 154,-3 0-1,-1-1 1,3-77 0,-12 92-67,-2 0 0,-2-1 0,-1 1 0,-3 0 0,-13-56 0,9 68-58,0-1 1,-2 2 0,-1 0-1,-1 0 1,-2 1 0,-32-43-1,35 53-15,-1 1 0,-1 0 0,0 1 0,-1 1 0,0 0 0,-2 1 0,1 1 0,-1 0 0,-1 2 0,-28-13 0,39 20-67,-1 0 1,1 1 0,-1 0-1,1 0 1,-1 0 0,-14 1 0,21 1-42,0 0 1,0 0 0,0 0 0,-1 1 0,1-1 0,0 1 0,0-1 0,0 1 0,0 0 0,0 0 0,0 0 0,0 0-1,0 0 1,0 0 0,0 1 0,1-1 0,-1 1 0,0-1 0,1 1 0,-1-1 0,1 1 0,0 0 0,-1 0 0,1 0 0,0 0-1,0 0 1,0 0 0,1 0 0,-2 3 0,-1 12-1428,1-1 0,0 1-1,1 0 1,2 25 0,-1-9-1342,0 55-6985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1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32 9877,'0'0'12635,"-3"-8"-11389,-11-16-550,14 24-679,-1 0-1,1 0 1,0 0 0,-1 0-1,1 0 1,0 0-1,0 1 1,-1-1-1,1 0 1,0 0-1,0 0 1,-1 0-1,1 0 1,0 1-1,0-1 1,0 0-1,-1 0 1,1 0-1,0 1 1,0-1 0,0 0-1,0 0 1,-1 1-1,1-1 1,0 0-1,0 0 1,0 1-1,0-1 1,0 0-1,0 1 1,0-1-1,0 0 1,0 0-1,0 1 1,0-1 0,0 0-1,0 1 1,0-1-1,0 0 1,0 0-1,0 1 1,0-1-1,0 0 1,3 71 1343,-3-61-1212,36 342 1695,-35-336-1818,1-1 1,0 0-1,1 0 0,1 0 1,0 0-1,11 24 0,-12-35-25,-1 0-1,1 1 1,0-1 0,0 0-1,0 0 1,1-1-1,-1 1 1,1-1 0,0 0-1,0 0 1,0 0 0,0 0-1,1 0 1,-1-1-1,1 0 1,-1 0 0,1 0-1,0-1 1,0 0 0,0 0-1,-1 0 1,1 0 0,10-1-1,-6 1-37,0-1 1,0 0-1,0-1 0,0 0 0,0 0 0,-1-1 1,1 0-1,-1-1 0,1 0 0,-1 0 0,0-1 1,0 0-1,0 0 0,0-1 0,-1 0 0,0 0 1,0-1-1,0 0 0,-1 0 0,0-1 0,0 1 1,0-1-1,5-10 0,-3 6-561,-1 0 0,0-1 0,-1 1 0,0-1 1,-1-1-1,0 1 0,3-15 0,-5 12-1892,0 1-1,-1-1 1,0-23 0,-2 2-6129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1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26 197 12406,'0'0'7667,"-26"-130"-5730,29 106-896,23 3-849,8 6-112,3 8-80,0 7-176,-5 0-1329,-9 22-1040,-12 11-2177,-11 5-7188</inkml:trace>
  <inkml:trace contextRef="#ctx0" brushRef="#br0" timeOffset="1">19 422 10741,'0'0'12390,"152"-45"-12294,-104 33-16,-1 0-80,-7 5 0,-11 7-1825,-11 0-2033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17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17160,'0'0'9546,"17"-2"-9186,896-76 1040,23 63-1477,-935 15-24,-5 0-1031,-5 1 214,0 0-1,0 1 1,0 0-1,0 0 0,-10 5 1,-34 11-4031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1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380 611 12902,'0'0'10447,"-1"-16"-9115,-3-48-335,3 61-935,0 1 0,1 0-1,-1 0 1,0-1 0,0 1-1,0 0 1,-1 0 0,1 0-1,0 0 1,-1 0-1,1 0 1,-1 1 0,0-1-1,0 0 1,1 1 0,-1 0-1,0-1 1,0 1 0,0 0-1,-1 0 1,1 0 0,0 0-1,0 0 1,-4-1 0,-4 0 101,1 1 0,0 0 1,0 0-1,-13 1 0,17 0-111,-9-1 21,-1 2 1,1 0-1,0 0 1,0 2-1,0-1 1,-17 7 0,23-6-70,0 1 0,1 0 0,-1 0 0,1 1 0,0 0 0,0 0 0,0 0-1,1 1 1,0 0 0,0 1 0,-9 12 0,6-5-7,1 0-1,1 0 0,1 1 0,0 0 0,0 0 0,2 1 1,0-1-1,0 1 0,2 0 0,0 0 0,1 0 0,0 0 1,1 0-1,1 1 0,4 19 0,-4-30-4,1 0-1,0 0 1,0 0-1,1-1 1,-1 1-1,1-1 1,1 1-1,-1-1 1,1 0-1,0 0 1,0-1-1,0 1 1,0-1-1,1 0 1,0 0-1,5 4 1,-7-6 6,0 0 1,1 0-1,-1-1 0,0 1 0,1-1 1,-1 1-1,1-1 0,-1 0 1,1 0-1,-1-1 0,1 1 1,0-1-1,-1 0 0,1 0 1,0 0-1,-1 0 0,1-1 1,0 1-1,-1-1 0,1 0 1,-1 0-1,1 0 0,-1-1 0,1 1 1,-1-1-1,0 0 0,0 0 1,0 0-1,4-3 0,4-6 6,-1-1 0,0 0 0,0-1 0,-1 0-1,-1-1 1,0 1 0,-1-2 0,7-19 0,5-16 45,13-61 1,-22 68-39,-1-1 1,-2 0 0,-3 0-1,-1 0 1,-2-1 0,-2 1-1,-8-52 1,5 79-11,-1 0 0,0 1-1,-1-1 1,-1 1 0,-1 0-1,0 1 1,-1 0 0,-1 0 0,0 1-1,-24-25 1,33 37-35,-1 0-1,0 0 1,0 0 0,0 0 0,0 0-1,0 1 1,-1-1 0,1 1-1,0 0 1,-1-1 0,1 1-1,-1 0 1,1 0 0,-1 1-1,0-1 1,1 0 0,-1 1-1,0 0 1,1-1 0,-1 1-1,-3 1 1,4-1-120,0 1 0,0 0 0,0 0 0,1 1 0,-1-1 0,0 0 0,0 1 0,1-1 0,-1 1 0,1-1 0,-1 1 0,1 0 0,-1-1 0,1 1 0,0 0 0,0 0 0,0 0 0,0 0 0,0 0 0,1 0 0,-1 0 0,1 0 0,-1 1 0,1 2 0,-9 53-3890,4 9-1754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3 311 4738,'0'0'19636,"-1"-7"-18649,1 3-1055,-1-15 1247,0 31-345,1-4-754,0 0 0,1 0 1,0 1-1,0-1 0,1 0 0,0-1 0,0 1 1,1 0-1,0 0 0,0-1 0,1 0 1,0 0-1,9 13 0,-10-19-42,0 0 0,-1-1-1,1 1 1,0-1 0,0 1 0,-1-1-1,1 0 1,0 0 0,0 0 0,0 0-1,-1-1 1,1 1 0,0-1 0,0 1-1,-1-1 1,1 0 0,0 0 0,-1 0-1,4-3 1,24-14 202,-1-1 0,0-1 0,29-28 0,29-22-280,93-38-1882,-57 46-2822,-87 44 2452,46-27-5168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13718,'0'0'11224,"0"-7"-10800,1-7-291,3 14 50,7 25 279,14 62 462,6 51-228,12 45-514,-43-181-181,1-1 0,-1 0 0,0 0 1,1 1-1,-1-1 0,1 0 0,-1 0 0,1 0 0,0 0 0,0 0 0,-1 0 0,1 0 0,0 0 1,0 0-1,0 0 0,1 1 0,-2-2 1,1 0-1,-1 0 1,1 0 0,-1 0-1,1 0 1,-1 0 0,1 0-1,-1 0 1,1 0 0,-1-1 0,1 1-1,-1 0 1,1 0 0,-1 0-1,0-1 1,1 1 0,-1 0-1,1 0 1,-1-1 0,0 1 0,1 0-1,-1-1 1,0 1 0,1 0-1,-1-1 1,0 1 0,0 0-1,1-1 1,18-40 93,-16 32-90,6-17 5,23-45-28,-30 73 6,1 1 0,0-1 0,0 1-1,-1 0 1,0 0 0,1 0 0,-1 0-1,0 0 1,2 6 0,-3-7 9,5 8-3,1 0-1,-1-1 1,2 1 0,12 12-1,-17-19 6,0-1-1,0 0 0,0 1 0,0-1 0,0-1 0,0 1 0,1 0 1,-1-1-1,0 0 0,1 1 0,-1-1 0,1-1 0,0 1 0,-1 0 1,1-1-1,0 0 0,-1 0 0,8-1 0,-8 1 6,-1-1 0,0 0-1,0 0 1,0-1 0,1 1-1,-1 0 1,0-1 0,-1 1-1,1-1 1,0 0 0,0 0 0,-1 0-1,1 0 1,-1 0 0,1 0-1,-1 0 1,0 0 0,0 0-1,0 0 1,0-1 0,0 1 0,0-5-1,10-58 40,-10 51-40,1-21 54,-2-49-1,-1 75-35,0 0-1,0 0 1,-1 0-1,0 0 1,-1 0-1,0 0 1,0 1-1,-1-1 1,0 1-1,-8-12 1,12 20-75,0-1 1,0 1 0,0 0 0,0-1 0,0 1 0,0 0 0,-1 0-1,1-1 1,0 1 0,0 0 0,0 0 0,0-1 0,0 1-1,-1 0 1,1 0 0,0-1 0,0 1 0,0 0 0,-1 0 0,1 0-1,0 0 1,0-1 0,-1 1 0,1 0 0,0 0 0,0 0-1,-1 0 1,1 0 0,0 0 0,-1 0 0,1 0 0,0 0 0,0 0-1,-1 0 1,1 0 0,0 0 0,-1 0 0,1 0 0,0 0-1,0 0 1,-1 0 0,1 0 0,-1 0 0,1 16-2458,0-11 1715,1 1 0,1-1 0,-1 0 0,1 0 1,-1 0-1,5 7 0,20 19-5226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5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2945,'0'0'22114,"19"-3"-19510,2 3-2377,-1-1 0,0-1 0,0-1-1,32-9 1,-50 11-227,-1 0 0,0 1 0,0-1 0,1 1 0,-1-1 0,0 1 0,1 0 0,-1-1 0,0 1 0,1 0 0,-1 0 0,1 0-1,-1 0 1,0 0 0,1 1 0,-1-1 0,1 0 0,-1 0 0,0 1 0,1-1 0,-1 1 0,0 0 0,0-1 0,1 1 0,0 1 0,-1 0-2,0 1 0,0 0 1,0-1-1,-1 1 0,1 0 0,-1-1 0,1 1 1,-1 0-1,0 0 0,-1 5 0,1 5 13,-3 225 482,0-3-3905,4-234 3219,-1-1 0,0 0 1,0 1-1,1-1 0,-1 1 1,0-1-1,0 1 0,1-1 1,-1 0-1,1 1 0,-1-1 1,0 0-1,1 1 0,-1-1 0,1 0 1,-1 1-1,0-1 0,1 0 1,-1 0-1,1 0 0,-1 0 1,1 1-1,-1-1 0,1 0 1,-1 0-1,1 0 0,-1 0 0,1 0 1,-1 0-1,1 0 0,0 0 1,-1 0-1,1-1 0,-1 1 1,0 0-1,1 0 0,-1 0 1,1 0-1,-1-1 0,1 1 1,-1 0-1,1-1 0,0 1-411,24-10-7698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6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79 2049,'0'0'18022,"-19"-9"-12769,20 7-5214,-1 1 1,1-1 0,0 1 0,0-1 0,0 1 0,0-1-1,0 1 1,0 0 0,0-1 0,0 1 0,0 0-1,0 0 1,1 0 0,-1 0 0,1 0 0,-1 0 0,0 0-1,1 0 1,0 1 0,-1-1 0,1 1 0,-1-1-1,1 1 1,0-1 0,2 1 0,54-10-185,-48 8 194,17-1-322,30-6-3063,-20 0-4103,-13 0-4446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16087,'0'0'11205,"15"-9"-10884,33-8-241,7 3-80,-2 2-16,-6 7-497,-13 5-1215,-10 0-2418,-21 12-1089,-3 19-9203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16167,'0'0'7508,"163"-71"-7540,-97 45-128,-3 2-2946,-5 2-4257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211 792 15031,'0'0'6808,"-4"-22"-5007,-12-64-595,16 84-1166,-1 0-1,1 1 1,-1-1 0,0 0-1,1 1 1,-1-1 0,0 1-1,0-1 1,0 1 0,0-1-1,0 1 1,0 0 0,0-1-1,-1 1 1,1 0-1,0 0 1,-1 0 0,1 0-1,-1 0 1,1 0 0,-1 1-1,0-1 1,1 0 0,-1 1-1,0-1 1,1 1 0,-1 0-1,0-1 1,1 1 0,-1 0-1,0 0 1,0 0 0,1 0-1,-1 0 1,0 1 0,0-1-1,1 1 1,-1-1 0,0 1-1,1-1 1,-1 1-1,1 0 1,-1 0 0,1 0-1,-1 0 1,1 0 0,-1 0-1,1 0 1,0 0 0,-2 2-1,-4 5-31,0 0 1,0 0-1,0 1 0,1 0 0,0 0 0,1 1 0,0-1 1,1 1-1,-1 0 0,2 1 0,-4 13 0,1 5 18,0 0-1,2 0 1,-1 31-1,4-46-22,0 0 0,2 1 1,-1-1-1,2 0 0,0 0 0,1 0 0,5 18 0,-6-28-3,-1 0 1,1 0-1,1 0 1,-1-1-1,0 1 0,1-1 1,0 1-1,0-1 1,0 0-1,0 0 1,0 0-1,1 0 1,0-1-1,-1 1 1,1-1-1,0 0 1,0 0-1,0-1 1,0 1-1,0-1 0,0 0 1,1 0-1,-1 0 1,0 0-1,1-1 1,-1 0-1,9 0 1,-9-1 7,1 1 1,-1-1-1,1 0 1,-1 0-1,0 0 1,1-1-1,-1 0 1,0 0-1,0 0 1,0 0-1,0-1 1,-1 1-1,1-1 0,0 0 1,-1 0-1,0 0 1,0-1-1,0 1 1,0-1-1,-1 1 1,1-1-1,-1 0 1,3-5-1,5-13 26,-1 0 0,0 0 0,6-29 0,-14 45-32,14-54 95,-3-1 0,-3 0 0,-2-1 0,-3 1 0,-8-118 0,1 148-23,-2 0 0,-1 0 1,-1 1-1,-1 0 0,-2 0 1,-15-33-1,17 45-25,-1 1 0,0 0 0,-2 1 0,0 0 0,0 0-1,-1 2 1,-1-1 0,-1 2 0,0-1 0,-1 2 0,-19-13 0,29 21-48,0 1-1,-1 1 1,1-1 0,-1 1-1,0 0 1,0 0 0,0 0-1,0 1 1,0 0 0,0 0-1,-8 1 1,13 0-29,0 0 0,0 0 0,1 0 0,-1 0 0,0 0 0,1 1 1,-1-1-1,0 0 0,1 1 0,-1-1 0,0 0 0,1 1 0,-1-1 0,1 1 0,-1-1 0,0 1 0,1-1 0,-1 1 0,1-1 0,0 1 1,-1 0-1,1-1 0,-1 1 0,1 0 0,0-1 0,-1 2 0,-4 28-913,9 35-1352,-4-59 1932,7 30-2881,0-1 0,21 56 0,-27-88 2985,28 88-9641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44 5587,'0'0'17274,"0"-10"-15596,1-23-468,-4 66-464,-4 23-307,-3 12-216,4 1-1,3 130 1,4-194-221,-1 1-1,1-1 1,0 1-1,0-1 1,0 0 0,1 1-1,0-1 1,0 0-1,0 0 1,1 0-1,0 0 1,0-1 0,0 1-1,0-1 1,1 0-1,-1 1 1,1-2 0,0 1-1,0 0 1,1-1-1,-1 0 1,1 0 0,0 0-1,0 0 1,0-1-1,0 0 1,0 0-1,0 0 1,1-1 0,-1 0-1,0 0 1,1 0-1,-1 0 1,1-1 0,0 0-1,-1 0 1,1-1-1,-1 1 1,1-1 0,-1-1-1,0 1 1,1-1-1,-1 1 1,0-2 0,0 1-1,9-6 1,-2 1-401,1-2 0,-1 1 0,0-2 1,0 1-1,-1-2 0,13-16 0,-15 17-261,0-1 0,-2-1 0,1 1 0,-2-1 1,1-1-1,-2 1 0,1-1 0,-2 0 0,0 0 0,0 0 0,-1-1 0,1-13 0,-3-25-6714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14 232 12998,'0'0'4610,"-13"-125"-1729,21 92-1536,21 4-657,5 8 1,0 4-513,0 10-176,-5 7-96,-5 0-689,-8 24-1216,-11 14-2433,-5 2-2625</inkml:trace>
  <inkml:trace contextRef="#ctx0" brushRef="#br0" timeOffset="1">61 434 11445,'0'0'10981,"145"-36"-10981,-105 31-112,-6 5-352,-13 0-2641,-11 5-5715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18424,'0'0'7988,"28"-1"-7540,902 18 539,-303 5-1237,-642-21-438,0 1 0,0 0 1,-23 7-1,-10 2-1588,0-3-1179,9-1-2374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229 852 11045,'0'0'11184,"-10"-20"-9797,-33-57-384,43 76-981,-1-1 0,0 1 0,1 0 0,-1 0 0,0-1 0,0 1 0,0 0 0,0 0-1,0 0 1,0 0 0,-1 1 0,1-1 0,0 0 0,0 0 0,-1 1 0,1-1 0,0 0 0,-1 1-1,1 0 1,-1-1 0,1 1 0,-1 0 0,1-1 0,0 1 0,-1 0 0,1 0 0,-1 0 0,1 1-1,-1-1 1,1 0 0,-1 0 0,1 1 0,0-1 0,-1 1 0,1-1 0,0 1 0,-2 1 0,-2 1-4,1 0 1,0 1 0,0 0 0,0 0 0,0 0 0,-5 8 0,6-9-2,-8 13 66,-1 1 1,2 0-1,1 1 0,0 0 0,1 0 1,-8 29-1,12-33-71,0 0 0,2 0 0,-1 0 0,2 0 0,0 0 0,1 0 0,0 0 0,1 1 0,0-1 0,4 15 0,-3-25-12,0 1 0,0-1-1,0 0 1,1 0 0,0 0 0,-1 0 0,1 0-1,0 0 1,1-1 0,-1 0 0,1 1 0,0-1-1,-1 0 1,1-1 0,1 1 0,-1-1 0,0 0-1,0 0 1,1 0 0,-1 0 0,1-1 0,0 0-1,-1 0 1,1 0 0,7 0 0,-4 0 3,0 0 1,0-1-1,0 0 1,0 0 0,0-1-1,0 0 1,0-1-1,0 1 1,0-1-1,-1-1 1,1 1-1,-1-2 1,1 1 0,12-9-1,-6 0 4,-1-1 0,0-1 0,-1 0 0,-1-1 0,0 0 0,-1 0 0,0-2 0,-2 1 0,0-1 0,7-21-1,-2 2 20,-2-1-1,-2 0 0,-1-1 1,3-39-1,-7 26 67,-2 1 0,-2-1 0,-3 0 0,-14-84 0,10 103-43,-1 0 0,-2 1 0,-1 0-1,-1 0 1,-2 1 0,-1 1-1,-1 1 1,-24-33 0,35 53-52,0 1 0,0 0-1,0 1 1,-1-1 0,1 1 0,-2 0 0,1 1 0,-1 0-1,1 0 1,-2 0 0,1 0 0,0 1 0,-1 1 0,0-1-1,-9-2 1,16 6-49,0 0 0,0 1 0,0-1 0,0 0 0,0 0 0,0 1 0,0-1 0,0 1 0,0-1 0,0 1 0,0-1 0,0 1 0,0 0 0,0-1 0,1 1 0,-1 0 0,0 0 0,0 0 0,1-1 0,-1 1 0,1 0 0,-1 0-1,0 0 1,1 0 0,0 0 0,-1 0 0,1 0 0,0 0 0,-1 0 0,1 0 0,0 1 0,0-1 0,0 0 0,0 0 0,0 0 0,0 1 0,-1 54-2709,2-42 1783,-1 66-3661,0 10-2164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243 103 8996,'0'0'7444,"-150"-97"-6628,129 92-272,2 5-544,1 0-16,2 0-1280,-3 0-5011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13478,'0'0'11045,"3"0"-10525,35-2 188,-27 1-669,1 0 0,-1 0 1,1 1-1,-1 0 1,1 1-1,0 1 0,-1 0 1,13 4-1,-22-6-43,-1 1 0,0 0 1,1 0-1,-1 0 0,0 0 0,1 1 0,-1-1 0,0 0 0,0 0 0,0 1 0,0-1 0,0 0 0,0 1 0,-1-1 0,1 1 1,0 0-1,-1-1 0,1 1 0,-1-1 0,1 1 0,-1 0 0,0-1 0,0 1 0,0 0 0,0-1 0,0 1 0,0 0 0,0-1 0,-1 1 1,1 0-1,0-1 0,-1 1 0,0-1 0,1 1 0,-2 2 0,-1 3-11,-1 0 1,0 0-1,0 0 0,0 0 1,-11 11-1,13-15 15,-27 29-43,-28 41 1,51-65 36,0 1 1,1-1 0,0 1-1,0 0 1,1 1 0,0-1-1,1 1 1,0 0 0,1 0-1,0 0 1,-1 11-1,3-20 7,0-1 0,0 1-1,0 0 1,0 0-1,0-1 1,0 1 0,1 0-1,-1 0 1,0-1-1,0 1 1,1 0 0,-1-1-1,0 1 1,1 0-1,-1-1 1,1 1 0,-1-1-1,1 1 1,-1-1 0,1 1-1,-1-1 1,1 1-1,-1-1 1,1 1 0,0-1-1,-1 0 1,1 1-1,0-1 1,-1 0 0,1 1-1,1-1 1,25 1 18,-16-1-7,37-2-13,0-1-1,-1-2 0,1-3 1,86-25-1,2-16-8050,-91 30-733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11541,'0'0'8855,"25"-10"-8522,78-33-159,-98 41-133,0 0 0,0 1 0,0-1 0,0 1 0,0 0 0,1 1 0,-1-1 0,0 1 0,7 0 0,-10 1 15,-1-1-1,1 0 0,-1 1 0,1-1 0,-1 1 0,1-1 1,-1 1-1,1 0 0,-1 0 0,0 0 0,1-1 0,-1 1 1,0 0-1,0 1 0,0-1 0,0 0 0,0 0 0,0 0 1,0 1-1,1 1 0,0 3 168,0 1 0,0 0-1,-1 0 1,0-1 0,-1 1 0,1 0 0,-1 0-1,0 0 1,-3 12 0,2 12-181,-5 272-856,6-298 241,3 8-2158,9-11-2011,18-2-2896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17384,'0'0'10101,"71"38"-9093,-29 14-672,-2 7 80,-9 0-416,-7-4 0,-3-10-80,-5-10-32,-3-9-816,0-9-1153,-2-13-2049,2-4-384,0-9-3282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11797,'0'0'10629,"-19"73"-10020,19-28-593,0 2-16,-15 3-112,-4-5-865,1-9-1360,-1-15-2577,1-9-1281</inkml:trace>
  <inkml:trace contextRef="#ctx0" brushRef="#br0" timeOffset="1">0 294 11013,'0'0'11269,"140"-73"-10468,-88 52-497,4-3-288,4 3-16,6-1 0,3 6-1153,4-1-2096,4 0-4835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301 864 9636,'0'0'5424,"2"-23"-2823,6-72-333,-8 92-2142,0 1-1,0 0 1,0-1-1,0 1 1,0 0 0,0-1-1,-1 1 1,1 0-1,-1 0 1,1-1 0,-1 1-1,0 0 1,0 0-1,0 0 1,0 0-1,0 0 1,-1 0 0,1 0-1,0 0 1,-1 0-1,0 0 1,1 1 0,-1-1-1,0 1 1,0-1-1,0 1 1,0 0-1,-3-2 1,-1 2 132,0-1-1,0 1 1,-1 0-1,1 0 1,0 1-1,0-1 1,-10 2-1,4-1 36,4 0-235,0 1 0,0 0 0,0 0-1,0 0 1,0 1 0,0 0 0,1 1 0,-1 0 0,1 0 0,0 0 0,0 1 0,0 0-1,0 1 1,0-1 0,1 1 0,0 0 0,0 1 0,1 0 0,-1 0 0,-8 13 0,7-8-26,0 1 1,1 1 0,0-1 0,1 1-1,0 0 1,1 0 0,1 0 0,0 1-1,1-1 1,0 1 0,1 21 0,1-31-31,0 0 1,0 1-1,1-1 1,0 0 0,0 0-1,0 0 1,0 0-1,0 0 1,1 0 0,0 0-1,0 0 1,0 0-1,0-1 1,1 1 0,-1-1-1,1 0 1,0 0 0,4 4-1,-1-2 1,1 0-1,1 0 1,-1-1 0,1 0-1,0 0 1,0-1 0,0 0 0,13 3-1,3-1 4,0-1-1,0-1 1,0-1-1,0-1 1,42-5-1,-59 4-7,1-1-1,-1-1 1,0 0 0,0 0-1,0 0 1,0-1-1,0 0 1,0 0-1,-1 0 1,0-1-1,0 0 1,0-1 0,0 1-1,8-9 1,-7 5 3,0-1-1,-1 0 1,0 0 0,0-1 0,-1 0 0,0 0 0,-1 0 0,6-19 0,-2-10 21,-1 1 1,-2-1 0,-2-1 0,-2-51 0,-3 35-21,-2 1 0,-3 0 1,-3 1-1,-2-1 1,-2 2-1,-2 0 0,-3 1 1,-40-79-1,52 116-9,-22-36 21,27 48-14,0 0 0,0 0-1,0 0 1,-1 1 0,1-1-1,-1 1 1,0-1 0,0 1-1,0 0 1,0 0 0,0 0-1,0 1 1,-4-2 0,6 3-30,1-1 1,-1 1 0,0 0 0,0 0 0,0 0-1,0 0 1,1 0 0,-1 1 0,0-1 0,0 0-1,0 0 1,1 0 0,-1 1 0,0-1 0,0 0-1,1 1 1,-1-1 0,0 0 0,0 1 0,1-1-1,-1 1 1,1 0 0,-1-1 0,0 1 0,1-1-1,-1 1 1,1 0 0,-1-1 0,1 1 0,0 0-1,-1 0 1,1-1 0,0 1 0,0 0 0,-1 0-1,1 0 1,0-1 0,0 1 0,0 0 0,0 1-1,-4 40-1840,4-36 1427,0 132-9231,3-58 1513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3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36 15831,'0'0'11464,"-13"-2"-10800,3 1-542,-22-4 130,30 2-147,22 2-10,184-11 118,52 0-293,-256 13 73,1-1-1,-1 0 1,1 0-1,-1 1 0,0-1 1,1 0-1,-1 1 1,0-1-1,1 0 0,-1 1 1,0-1-1,1 0 0,-1 1 1,0-1-1,0 1 1,1-1-1,-1 0 0,0 1 1,0-1-1,0 1 1,0-1-1,0 1 0,0-1 1,0 1-1,0-1 0,0 1 1,0-1-1,0 1 1,0-1-1,0 1 0,0-1 1,0 1-1,0-1 1,0 0-1,0 1 0,-1-1 1,1 1-1,0-1 0,0 1 1,-1-1-1,1 0 1,0 1-1,-1-1 0,1 0 1,0 1-1,-1-1 1,0 1-1,-7 9-4,-1 1 0,0-1 0,0-1 0,-1 0 0,-1 0 0,1-1 0,-1-1 0,-15 9 0,-11 8 13,-8 8 9,2 1 0,-54 55 0,95-86-15,0 1 0,0-1 0,0 0 0,0 1 1,1 0-1,-1-1 0,1 1 0,-1 0 0,1 0 1,-1 3-1,2-5 6,0-1 0,0 1 0,0 0 1,0 0-1,0-1 0,0 1 0,0 0 0,1-1 0,-1 1 1,0 0-1,0-1 0,1 1 0,-1 0 0,0-1 0,1 1 1,-1-1-1,1 1 0,-1-1 0,1 1 0,-1-1 0,1 1 1,-1-1-1,1 1 0,-1-1 0,1 0 0,0 1 1,-1-1-1,1 0 0,0 1 0,-1-1 0,1 0 0,0 0 1,-1 0-1,1 0 0,0 0 0,-1 1 0,1-1 0,0 0 1,0-1-1,-1 1 0,1 0 0,0 0 0,-1 0 0,2-1 1,41-1-14,0-3-1,0-1 1,-1-3 0,0-1 0,50-19 0,-84 26-30,6-1-183,63-18-2225,-23 11-3799,-22 8-1843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0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15047,'0'0'10906,"78"-5"-9001,30 5-1654,-107 0-250,-1 1-1,1-1 1,0 1 0,-1-1-1,1 0 1,-1 1 0,1 0 0,-1-1-1,1 1 1,-1-1 0,1 1 0,-1 0-1,1-1 1,-1 1 0,0 0-1,1-1 1,-1 1 0,0 0 0,0 0-1,0-1 1,0 1 0,1 0 0,-1 0-1,0-1 1,0 1 0,0 0-1,0 0 1,-1 0 0,1 32 40,0-25-26,-1 30-89,-1 1 0,-2-1 1,-2 0-1,-1-1 0,-16 48 0,12-52-4452,-24 46 0,21-52-1295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13926,'0'0'11227,"1"0"-11206,-1 0 1,0 0 0,0 0-1,1-1 1,-1 1-1,0 0 1,0 0-1,0 0 1,1 0 0,-1 0-1,0 0 1,0 0-1,0-1 1,0 1 0,1 0-1,-1 0 1,0 0-1,0 0 1,0-1-1,0 1 1,0 0 0,1 0-1,-1 0 1,0-1-1,0 1 1,0 0 0,0 0-1,0-1 1,0 1-1,0 0 1,0 0-1,0-1 1,0 1 0,0 0-1,0 0 1,0 0-1,0-1 1,0 1 0,0 0-1,0 0 1,0-1-1,-1 1 1,1 0-1,0 0 1,0 0 0,0-1-1,0 1 1,0 0-1,0 0 1,-1 0-1,1 0 1,0-1 0,0 1-1,0 0 1,-1 0-1,23-2 381,-1 0 0,34 3-1,-7 0-152,909-34 500,13 0-1103,-970 33 170,-3 0-214,0-1-1,-1 1 0,1 0 1,-1-1-1,1 0 0,0 0 1,-1 0-1,1 0 1,0 0-1,0-1 0,0 1 1,0-1-1,0 0 0,0 0 1,0 0-1,1 0 1,-1-1-1,1 1 0,-1-1 1,1 1-1,0-1 0,0 0 1,-2-4-1,-4-29-7543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469 871 14391,'0'0'1680,"1"-25"631,2-86-233,-3 105-1912,0 1-1,0-1 1,-1 0-1,1 0 1,-1 1 0,0-1-1,-1 0 1,1 1-1,-1-1 1,0 1 0,-1 0-1,1 0 1,-1 0-1,0 0 1,0 0 0,-1 0-1,0 1 1,1-1-1,-1 1 1,-1 0 0,1 1-1,-1-1 1,1 1-1,-1-1 1,0 1 0,0 1-1,0-1 1,-10-3 0,-5 1 83,0 1 0,0 0 0,0 1 0,0 1 1,-1 1-1,-23 2 0,35 0-245,1 0 0,0 0 1,-1 0-1,1 1 0,0 0 0,0 1 0,0 0 0,0 0 1,0 0-1,1 1 0,-1 0 0,1 1 0,0 0 0,0 0 1,1 0-1,0 1 0,0 0 0,0 0 0,0 1 1,1 0-1,0 0 0,1 0 0,0 0 0,0 1 0,0-1 1,-4 14-1,0 3-4,1 0 0,1 1-1,1-1 1,2 1 0,0 0 0,1 1 0,4 45 0,-2-65 1,1-1-1,0 0 1,0 0 0,0 0-1,1 0 1,-1 0 0,1 0-1,0-1 1,1 1-1,-1-1 1,1 1 0,0-1-1,0 0 1,0 0 0,1 0-1,-1 0 1,1-1 0,0 1-1,0-1 1,0 0-1,1 0 1,-1-1 0,1 1-1,-1-1 1,1 0 0,0 0-1,0 0 1,0-1 0,0 0-1,0 0 1,7 0-1,-1 1 8,0-2-1,0 1 0,-1-1 0,1-1 0,0 0 1,-1 0-1,1-1 0,-1-1 0,1 0 0,-1 0 0,0-1 1,0 0-1,0-1 0,14-9 0,-11 3-6,0 0 1,-1-2-1,0 1 0,-1-2 0,0 1 0,-1-1 0,-1-1 1,0 0-1,-1 0 0,-1-1 0,0 0 0,-1 0 1,4-18-1,1-11-6,-1 1 0,-3-1 0,3-82 0,-13-48 21,1 153-13,-1 0 0,-2 0 0,0 0 1,-1 1-1,-15-36 0,11 34-4,-1 0 0,0 1 0,-2 1 0,0 0 0,-1 0 0,-2 2 0,-27-29 0,41 46-30,0 0 0,0 0 0,0 1 0,0-1 0,-1 0 0,1 1 0,0 0 0,-1 0 0,1-1 0,-1 2 0,1-1 0,-1 0 0,-4-1 0,6 2-57,0 1 1,0-1-1,0 0 0,0 0 1,0 1-1,0-1 0,0 0 1,1 1-1,-1-1 0,0 1 1,0-1-1,1 1 0,-1-1 1,0 1-1,0-1 0,1 1 1,-1 0-1,1-1 1,-1 1-1,1 0 0,-1 0 1,1 0-1,-1-1 0,1 1 1,0 0-1,-1 1 0,-1 8-780,0 0 0,0 1 0,1-1-1,1 0 1,0 17 0,1-10 445,-1 62-3822,0 6-1896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12934,'0'0'9257,"2"19"-8096,1 20-416,16 74 0,-16-101-689,0 1 1,0-1 0,2 0-1,-1 0 1,2 0-1,-1-1 1,1 1 0,1-1-1,0-1 1,1 0-1,16 18 1,-22-27-50,0 1 1,1-1-1,-1 1 0,0-1 1,1 0-1,-1 0 0,1 0 1,0 0-1,-1 0 0,1-1 1,0 1-1,-1-1 1,1 0-1,0 0 0,0 0 1,-1 0-1,1 0 0,0 0 1,0-1-1,-1 0 0,1 1 1,-1-1-1,1 0 0,0 0 1,-1 0-1,0-1 0,1 1 1,-1 0-1,0-1 0,1 0 1,-1 1-1,0-1 0,0 0 1,3-4-1,7-8 43,0 0-1,0-1 1,18-30 0,-23 33-63,2-8-11,-2 5 491,-4 27-254,-2-7-214,-1-1 1,1 1-1,0-1 0,0 1 1,0-1-1,1 0 0,-1 1 0,1-1 1,0 0-1,1 0 0,-1 0 0,0 0 1,1-1-1,0 1 0,0-1 0,0 1 1,1-1-1,-1 0 0,1 0 0,-1-1 1,1 1-1,6 3 0,-4-4 3,-1 1-1,0-1 1,1 1-1,0-1 1,-1-1-1,1 1 1,0-1 0,0 0-1,0-1 1,0 1-1,0-1 1,0 0-1,0-1 1,0 0-1,-1 1 1,1-2-1,11-3 1,-13 3 3,0 0 0,0-1 1,0 0-1,0 0 0,0 0 1,-1 0-1,0-1 0,1 1 1,-1-1-1,-1 0 0,1 0 1,0 0-1,-1 0 0,0 0 1,0-1-1,0 1 0,-1-1 1,1 1-1,-1-1 0,0-5 1,2-5 38,0-1 1,-2 0 0,0-1 0,-2-26 0,1 38-93,-1 1 0,0 0-1,0 0 1,0 0 0,-1 0 0,0 0 0,1 0 0,-1 0-1,0 0 1,-1 0 0,1 1 0,-1-1 0,0 1 0,1 0-1,-2 0 1,1 0 0,0 0 0,0 0 0,-1 1 0,0-1-1,1 1 1,-1 0 0,0 0 0,0 1 0,0-1 0,0 1-1,0 0 1,-1 0 0,1 0 0,0 0 0,0 1 0,-1 0-1,1 0 1,0 0 0,-9 2 0,12-1-338,0 0 0,-1 0 0,1 0-1,0 0 1,1 1 0,-1-1 0,0 0 0,0 1 0,0-1 0,1 1 0,-1-1 0,1 1-1,-1-1 1,1 1 0,0-1 0,0 1 0,-1 0 0,1-1 0,0 1 0,0-1 0,0 1-1,1-1 1,-1 1 0,1 1 0,-1 3-2225,0 14-7605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4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49 13702,'0'0'12894,"-2"-9"-11813,-1-20-475,1 18-195,1 27-270,2 4-58,2 0 1,1 0-1,0-1 1,2 1-1,0-1 1,11 23-1,-7-15-79,0 1 1,7 36-1,-14-48-356,8 44-44,1-34-2551,5-11-4013,-4-13-1188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95 9636,'0'0'10413,"25"-15"-9012,75-48-438,-96 60-864,-1 1 0,1 0 0,-1 1-1,1-1 1,-1 1 0,1-1 0,0 1 0,0 0 0,0 1 0,0-1 0,0 1 0,0-1-1,5 1 1,-7 1-76,-1-1 0,0 1 0,1-1 0,-1 1 0,0-1-1,0 1 1,0 0 0,0-1 0,1 1 0,-1 0 0,0 0 0,0 0-1,-1 0 1,1 0 0,0 0 0,0 0 0,0 0 0,-1 0 0,1 1-1,0-1 1,-1 0 0,1 0 0,-1 1 0,1 1 0,0 5 39,0 0 0,-1-1-1,0 1 1,0 0 0,-1 0 0,1 0 0,-2-1 0,-3 13 0,-8 18 94,10-31-119,0 1 0,1-1-1,0 1 1,0-1 0,0 1-1,1 0 1,0-1 0,1 1-1,0 10 1,0-17-33,0 0-1,0 0 1,1 0-1,-1 0 1,0 1-1,1-1 1,-1 0 0,1 0-1,-1 0 1,1 0-1,0 0 1,-1 0-1,1 0 1,0 0 0,0 0-1,-1 0 1,1 0-1,0-1 1,0 1-1,0 0 1,0-1 0,0 1-1,0 0 1,0-1-1,2 1 1,36 6 46,-2 0 76,-35-7-111,-1 0-1,0 1 1,1-1-1,-1 1 0,0 0 1,0-1-1,1 1 1,-1 0-1,0 0 1,0 0-1,0 0 1,0 0-1,0 0 0,0 0 1,0 0-1,-1 0 1,1 1-1,0-1 1,-1 0-1,1 0 0,0 3 1,0-3 22,-1 1 1,0 0-1,1 0 0,-1-1 0,0 1 1,0 0-1,0 0 0,0 0 1,0 0-1,0-1 0,0 1 1,-1 0-1,1 0 0,-1-1 0,1 1 1,-1 0-1,0 0 0,0-1 1,0 1-1,0-1 0,-1 3 1,-1-2-14,0 1 0,0-1 1,0 1-1,0-1 1,0 0-1,0 0 1,0 0-1,-1-1 1,1 1-1,-5 0 0,-12 4-107,0-2 0,-1 0-1,-25 0 1,19-1-70,-61 3-3233,29-5-4399,28-1-3105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17512,'0'0'9957,"127"92"-9429,-77-28-240,-3 7-112,-5 0-160,-5-7 80,-3-9-96,-5-15-176,-2-14-448,-6-12-1265,-3-11-2289,-2-3-1553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15399,'0'0'8724,"-102"119"-8452,91-77-272,-7 3 0,-4 0-96,-1-7-2017,4-7-864,4-17-2658</inkml:trace>
  <inkml:trace contextRef="#ctx0" brushRef="#br0" timeOffset="1">0 322 11829,'0'0'10741,"179"-64"-9460,-108 41-545,-2 1-304,2-1-319,-5 4-113,-8 5-49,-8 2-1311,-16 7-2978,-8 3-4738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746 941 1265,'0'0'17039,"9"-18"-14163,2-8-2694,-1 0-1,0-1 1,-3 0-1,0-1 0,-1 1 1,-2-1-1,1-33 1,-5 41-185,0 0 0,-1 1 0,-1-1 0,-1 0 0,-1 1 0,0 0 0,-2 0 0,0 0 1,-1 0-1,-11-19 0,3 8-12,-1 1 0,-2 1 0,-1 1 0,-26-30 0,36 48 2,1 0 1,-2 1 0,1 0 0,-1 1-1,0 0 1,-1 1 0,1 0 0,-1 1-1,0 0 1,-1 0 0,1 1 0,-1 1-1,0 0 1,-21-3 0,-52 1 3,-95 7 0,179-2 11,-4 0-3,-1 0 0,1 0 0,-1 1 0,1 0 0,-1 0 0,1 0 0,0 0 0,0 1 0,-1 0 0,1 0 0,0 1 0,1-1 1,-6 4-1,38-30 102,-11 11-101,-1-1 0,-1 0 0,0-1 0,-1-1 0,-1 0 0,0 0 0,-1-2 0,10-19 0,-22 37-3,1 0 1,-1-1-1,0 1 1,0 0-1,1-1 0,-1 1 1,0 0-1,0-1 1,0 1-1,0-1 0,0 1 1,0 0-1,1-1 1,-1 1-1,0-1 0,0 1 1,0 0-1,0-1 1,0 1-1,-1-1 1,1 1-1,0 0 0,0-1 1,0 1-1,0 0 1,0-1-1,0 1 0,-1-1 1,1 1-1,0 0 1,0-1-1,-1 1 0,1 0 1,0 0-1,0-1 1,-1 1-1,1 0 0,0-1 1,-1 1-1,1 0 1,0 0-1,-1-1 1,-22 4-35,-25 17 25,26-8 5,1 1 0,0 1 0,1 1 0,0 0 0,1 2 1,-17 19-1,30-28 1,-1 0 1,1 1-1,0 0 1,1 0-1,0 0 1,1 1-1,0 0 1,0 0-1,1 0 1,0 0-1,1 0 1,0 1 0,1-1-1,0 1 1,1-1-1,0 1 1,1 11-1,0-18 10,0-1-1,0 1 0,1 0 1,-1-1-1,1 1 1,0-1-1,0 0 0,0 1 1,0-1-1,0 0 1,1 0-1,-1 0 0,1-1 1,0 1-1,0-1 1,0 1-1,0-1 0,1 0 1,-1 0-1,0 0 1,8 2-1,10 4-40,0-1-1,36 9 1,-34-11-105,50 14-5482,-41-12-418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4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1163 13894,'0'0'6502,"-15"-20"-4864,-2-5-923,-30-32 0,44 54-640,1 1 0,-1 0 0,0 0 0,0 0 0,0 0 0,0 0 0,-1 0 0,1 1 0,0 0 0,-1 0 0,1 0 0,-1 0 0,1 0 0,-1 1 0,1-1 0,-1 1 0,1 0 0,-1 0 0,0 0 0,1 1 0,-1-1 0,1 1 0,-7 2 0,3-2 57,-2 2-68,0 0 1,0 0 0,0 0 0,1 1-1,-1 1 1,1-1 0,0 1-1,1 1 1,-1 0 0,1 0 0,0 0-1,0 1 1,1 0 0,0 0 0,0 0-1,1 1 1,0 0 0,0 0 0,-4 10-1,1 0-40,1 0-1,0 0 0,2 1 1,0 0-1,1 0 0,0 0 1,2 0-1,0 26 0,1-38-23,1 0 0,1-1 0,-1 1 0,1 0-1,0-1 1,1 1 0,-1-1 0,1 1 0,1-1 0,-1 0-1,1 0 1,0 0 0,1 0 0,-1 0 0,1-1 0,0 1-1,1-1 1,-1 0 0,1 0 0,0-1 0,0 0 0,0 1-1,1-2 1,-1 1 0,1-1 0,0 0 0,0 0-1,1 0 1,-1-1 0,8 2 0,-4 0 0,0-2-1,0 1 1,0-1 0,0-1-1,1 0 1,-1 0-1,0-1 1,0-1 0,1 1-1,-1-1 1,15-5 0,-17 4 2,-1-1 1,0 0 0,0-1 0,-1 0-1,1 0 1,-1 0 0,0-1 0,0 0 0,0 0-1,-1 0 1,0-1 0,0 0 0,0 0-1,-1 0 1,1-1 0,2-7 0,11-23 9,-1 0-1,-3-1 1,-1-1 0,-1-1 0,-3 1 0,6-47 0,-2-25 40,-3-111-1,-9 146-26,-4 0 0,-22-132-1,18 173-18,-1 1-1,-2-1 0,-1 2 0,-2 0 0,-1 0 0,-2 1 0,-1 1 0,-23-32 0,32 52-27,-1 0 0,0 0 0,-1 1 0,-21-17 0,26 23-26,0 0-1,0 1 0,-1 0 0,1 0 0,-1 1 1,0 0-1,1 0 0,-1 0 0,-1 1 1,1-1-1,0 1 0,-12 0 0,16 1-74,1 0 0,-1 1 0,0-1 1,0 0-1,0 1 0,0-1 0,1 1 0,-1-1 0,0 1 0,0 0 0,1 0 0,-1 0 1,0 0-1,1 0 0,-1 0 0,1 0 0,0 1 0,-1-1 0,1 0 0,0 1 0,0-1 0,0 1 1,0-1-1,0 1 0,0 0 0,0-1 0,0 1 0,1 0 0,-1 0 0,0 3 0,-1 7-738,0 0-1,1 0 0,0 0 0,1 13 0,0-6-538,0 65-5576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0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65 14102,'0'0'11934,"5"-5"-11529,1 1-349,0-1-1,0 1 1,1 0-1,0 1 1,0-1-1,0 1 1,0 1-1,0-1 1,0 1-1,11-1 1,90-11 110,-77 11-126,122-2 106,-144 5-145,-7-1-1,0 1 0,0 0 0,1 0 0,-1 0 0,0 1 0,0-1 0,0 0 0,0 1 0,0-1 0,0 1 0,1 0 0,-1 0 0,-1 0 0,1 0 0,0 0 1,0 0-1,0 0 0,-1 1 0,1-1 0,0 1 0,1 2 0,-1-2-2,-1 1 1,0 0 0,0 0-1,0 0 1,-1 0-1,1 0 1,-1 0 0,0 0-1,1 0 1,-1 0-1,-1 0 1,1 0-1,0 0 1,-1 0 0,-1 4-1,1-2 3,-1 1 0,0-1-1,0 0 1,0 0 0,-1 0 0,0 0 0,0 0-1,0-1 1,0 1 0,-1-1 0,-6 6-1,-53 41 42,39-34-21,-157 131-25,149-118-8,2 0 0,1 2-1,-34 50 1,61-80 13,0 0 0,1 0 0,-1 1 0,1-1 0,0 0 0,-1 1 1,1-1-1,0 1 0,1-1 0,-1 1 0,0 0 0,1-1 0,-1 1 0,1 0 0,0-1 0,0 1 1,1 5-1,-1-7 1,1 1-1,0-1 1,0 1 0,0-1 0,0 0 0,0 1 0,0-1 0,0 0 0,0 0-1,1 0 1,-1 1 0,0-1 0,1-1 0,-1 1 0,1 0 0,-1 0-1,1 0 1,-1-1 0,1 1 0,-1-1 0,3 1 0,12 1 14,-1 0-1,1 0 1,0-2 0,29-2 0,-19 0-9,4 1 0,-1-2 0,0-2 0,-1 0 0,44-15 0,109-49 44,-145 55-47,-11 1-6,5-3-204,-10 11-3182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69 9828,'0'0'10469,"0"-11"-9169,0-22-441,0 8 4036,0 25-4812,-1 1-79,-1 1 1,1-1-1,0 0 1,0 1-1,0-1 1,0 1-1,0-1 1,0 1-1,0-1 1,0 1-1,1 0 0,-1-1 1,1 1-1,-1 0 1,1 0-1,0-1 1,-1 1-1,1 0 1,0 0-1,0-1 1,1 3-1,-2 3 2,-6 53 14,3-1 1,3 70-1,2-60-6,-1-62-11,0 0 1,1 1 0,-1-1 0,2 0 0,-1-1 0,1 1 0,0 0-1,0 0 1,6 11 0,-7-16-2,1 0-1,-1 0 1,0 0 0,1 0-1,0 0 1,0-1 0,-1 1-1,1-1 1,0 1-1,0-1 1,0 0 0,0 1-1,1-1 1,-1 0 0,0-1-1,0 1 1,1 0 0,-1-1-1,0 1 1,1-1-1,-1 0 1,1 1 0,-1-1-1,0 0 1,1-1 0,-1 1-1,1 0 1,-1-1-1,0 1 1,1-1 0,3-2-1,-2 2 4,0-1 0,0 0 0,-1 0-1,1-1 1,-1 1 0,0-1 0,1 0-1,-1 0 1,0 0 0,-1 0 0,1 0-1,0-1 1,-1 1 0,0-1 0,3-7-1,25-68 68,-20 48-52,-4 17-10,5-18 116,-11 32-85,0 15-106,0-10 63,0-1 0,1 0 0,-1 0-1,1 0 1,0 0 0,0 0 0,0 0-1,0 0 1,1 0 0,0 0-1,0 0 1,0-1 0,0 1 0,0-1-1,1 1 1,0-1 0,-1 0 0,1 0-1,0 0 1,1-1 0,-1 1-1,0-1 1,1 1 0,-1-1 0,1 0-1,0 0 1,0-1 0,0 1-1,0-1 1,0 0 0,0 0 0,0 0-1,4 0 1,-3-1 6,1 0 0,-1-1 0,0 0 0,0 1 0,0-2 0,1 1 0,-1 0-1,-1-1 1,1 0 0,0 0 0,0-1 0,-1 1 0,1-1 0,-1 0 0,0 0 0,0-1 0,0 1 0,0-1 0,0 0-1,-1 0 1,0 0 0,0 0 0,0-1 0,0 1 0,-1-1 0,0 0 0,0 1 0,0-1 0,0 0 0,-1 0 0,2-7 0,-1-4 36,1 0 0,-2 0 0,0 0 1,-1 0-1,-3-24 0,2 32-35,-1-1-1,1 1 1,-1 0 0,-1 1-1,0-1 1,0 0-1,0 1 1,-1-1 0,0 1-1,0 0 1,-1 0-1,-8-9 1,-4 5-786,8 19-3368,6 28-6269,3-30 9102,0 18-9985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12230,'0'0'12982,"0"-9"-11766,0 0-1088,0-18 544,1 26-361,1 19-171,5 239-518,-7-214-1068,0-40 676,2 22-2832,8-15-4715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83 8676,'0'0'8961,"25"-13"-7835,76-40-229,-97 51-809,0 0-1,0 0 1,1 0 0,-1 0 0,0 1 0,1-1 0,-1 1-1,1 0 1,-1 1 0,1-1 0,-1 1 0,1 0 0,0 0-1,5 1 1,-8 0-68,-1 0 0,0 0 1,0 0-1,1 0 0,-1 0 0,0 0 0,0 0 0,0 0 0,0 1 0,0-1 0,0 0 0,0 1 0,-1-1 0,1 0 0,0 1 0,-1-1 0,1 1 1,-1-1-1,0 1 0,1 0 0,-1-1 0,0 1 0,0-1 0,0 1 0,0 0 0,-1 2 0,0 7 70,0 0 1,-1-1-1,0 1 0,-1-1 0,0 0 0,-8 16 0,7-15-34,0-1-1,0 1 1,1 0-1,0 0 1,1 1-1,-2 19 0,4-27-50,-1 0-1,1 0 1,0 0-1,1 0 1,-1 0-1,1 0 1,0 0-1,0 0 1,0 0-1,0-1 1,0 1-1,1 0 1,0-1-1,0 1 1,0-1-1,0 1 1,1-1-1,-1 0 1,1 0-1,0 0 1,0 0-1,0-1 1,0 1 0,0-1-1,0 0 1,1 0-1,-1 0 1,5 2-1,-4-2-34,38 27 330,-41-29-255,0 1 0,-1-1-1,1 0 1,0 1 0,-1-1 0,1 1 0,-1-1 0,1 1 0,-1 0 0,1-1 0,-1 1 0,1-1 0,-1 1 0,1 0 0,-1-1 0,0 1-1,1 0 1,-1 0 0,0-1 0,0 1 0,1 0 0,-1 0 0,0-1 0,0 1 0,0 0 0,0 0 0,0-1 0,0 1 0,0 0 0,0 0-1,-1-1 1,1 1 0,0 0 0,0 0 0,-1-1 0,1 1 0,0 0 0,-1-1 0,1 1 0,0 0 0,-1-1 0,1 1 0,-1-1 0,0 1 0,1 0-1,-1-1 1,1 1 0,-1-1 0,0 0 0,1 1 0,-1-1 0,0 0 0,1 1 0,-1-1 0,0 0 0,0 1 0,-34 10-300,0-2 0,0 0 1,-1-3-1,-40 3 1,-19 4-4057,15 0-798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8 14599,'0'0'3255,"-23"3"-1695,-69 6-170,66-4-97,26-5-1282,0 0 0,-1 0 1,1 0-1,0 0 0,0 0 1,0 0-1,0 0 0,0 0 1,0 0-1,0 0 0,-1 0 1,1 0-1,0 0 0,0 0 1,0 1-1,0-1 0,0 0 1,0 0-1,0 0 0,0 0 1,-1 0-1,1 0 0,0 0 1,0 0-1,0 0 0,0 0 1,0 0-1,0 0 0,0 1 1,0-1-1,0 0 0,0 0 1,0 0-1,0 0 0,0 0 1,0 0-1,0 0 0,0 1 1,0-1-1,0 0 0,0 0 1,0 0-1,0 0 0,0 0 1,0 0-1,0 0 0,0 1 1,0-1-1,0 0 0,0 0 1,0 0-1,0 0 0,0 0 1,0 0-1,0 0 0,0 0 1,0 1-1,0-1 0,0 0 1,0 0-1,1 0 0,-1 0 1,0 0-1,0 0 0,21 6 271,25-1 367,0-2 1,59-4-1,-21-1-348,1317-18 578,3 0-827,-1241 19-11,341 12-80,-490-9 9,-19 2-101,-23 2-172,-148 16-2980,-5 2-3652,139-19 4523,-85 12-9014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192 687 16119,'0'0'8404,"-17"-18"-7609,2 1-669,-1 1-1,-24-19 0,39 34-120,0 1 0,0-1 1,0 1-1,0-1 0,0 1 0,0-1 0,0 1 0,0 0 0,0-1 0,0 1 0,0 0 0,-1 0 0,1 0 0,0 0 0,0 0 0,0 0 0,0 0 0,-1 0 0,1 0 0,0 1 0,0-1 0,0 0 0,0 1 0,0-1 0,0 1 0,0-1 0,0 1 0,0-1 0,0 1 0,0 0 0,0 0 0,-1 0 0,-20 32 54,18-26-51,-2 6-4,0-1 0,0 1 0,1 0 0,1 1 0,0-1 1,1 1-1,0 0 0,1 0 0,0 0 0,2 0 1,-1 0-1,2 0 0,3 23 0,-3-34-4,1 0-1,0 0 0,0 0 1,0 0-1,0 0 0,1-1 1,-1 1-1,1-1 0,-1 1 1,1-1-1,0 0 1,0 0-1,0 0 0,0 0 1,0-1-1,1 1 0,-1-1 1,0 0-1,1 0 0,-1 0 1,1 0-1,-1-1 0,1 1 1,-1-1-1,1 0 1,3 0-1,2 0 3,-1 1 0,1-2 0,0 1 0,-1-1 0,1 0 0,-1-1 0,1 0 0,-1-1 0,0 1 0,10-6 1,-8 1 2,0 0 0,-1-1 0,0-1 1,0 1-1,0-2 0,-1 1 1,-1-1-1,0 0 0,0 0 1,10-22-1,-5 4 18,0 1 1,-2-1-1,9-43 1,-12 38-3,-1-1 0,-2 0 0,-1 0 1,-2 0-1,-2 0 0,-1-1 1,-7-42-1,6 60-16,-1-1 0,-1 1-1,0 0 1,-1 1 0,-1-1 0,-1 1 0,0 0 0,-1 1 0,0 0 0,-1 0-1,-1 1 1,-1 1 0,0 0 0,0 0 0,-23-16 0,30 24-33,-1 2 1,0-1-1,0 0 0,0 1 1,0 0-1,-1 1 1,1-1-1,-1 1 1,0 1-1,1-1 0,-1 1 1,0 0-1,0 0 1,0 1-1,0 0 1,0 1-1,-8 0 1,14 0-116,-1-1 0,0 1 0,0 0 1,1 0-1,-1-1 0,1 1 0,-1 0 1,1 1-1,-1-1 0,1 0 0,0 0 1,-1 0-1,1 1 0,0-1 0,0 1 1,0-1-1,0 1 0,0-1 1,0 1-1,1 0 0,-1-1 0,0 1 1,1 0-1,-1 2 0,-4 47-5100,5-42 3919,-1 42-6703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19 11189,'0'0'3442,"-25"9"-2220,-7 2-413,-38 20 1,65-29-733,1 1 0,0 0-1,-1 1 1,2-1 0,-1 1 0,0-1-1,1 1 1,-1 0 0,1 1 0,0-1-1,0 0 1,1 1 0,-1 0 0,1-1-1,0 1 1,1 0 0,-1 0 0,1 0-1,0 1 1,0-1 0,0 0 0,1 0-1,0 0 1,0 1 0,1 8 0,-1-11-55,1 0 1,-1 0-1,1 0 1,-1 0-1,1-1 1,0 1 0,0 0-1,0-1 1,1 1-1,-1-1 1,0 1-1,1-1 1,0 1 0,0-1-1,-1 0 1,1 0-1,1 0 1,-1 0-1,0 0 1,0-1-1,1 1 1,-1-1 0,1 1-1,-1-1 1,1 0-1,0 0 1,-1 0-1,1 0 1,0 0 0,0-1-1,-1 1 1,4-1-1,13 3 135,1-1 0,-1-1 0,32-3 0,-42 2-91,1-1-33,-1-1 0,0 1 0,0-2 0,0 1 1,-1-1-1,1-1 0,-1 1 0,1-1 1,-1-1-1,0 1 0,-1-2 0,1 1 0,12-13 1,-14 12 5,0 1 0,-1-1 0,0 0 0,0-1 1,0 0-1,-1 1 0,0-1 0,0 0 0,-1-1 1,0 1-1,0-1 0,-1 0 0,0 1 0,0-1 0,-1 0 1,1-10-1,-2 17-31,0 0 1,0 1-1,0-1 1,0 0-1,0 1 0,-1-1 1,1 0-1,0 0 1,0 1-1,-1-1 1,1 1-1,0-1 1,-1 0-1,1 1 0,-1-1 1,1 1-1,-1-1 1,1 1-1,-1-1 1,1 1-1,-1-1 1,1 1-1,-1-1 0,0 1 1,1 0-1,-1-1 1,0 1-1,1 0 1,-1 0-1,0-1 1,1 1-1,-1 0 0,0 0 1,1 0-1,-1 0 1,0 0-1,-1 0 1,-30 5 22,19-1-23,0 1 0,1 0 1,-1 1-1,1 0 0,1 1 0,-1 1 0,1 0 1,0 0-1,1 1 0,-13 14 0,2 0-1,0 0 0,2 2 0,-24 40-1,40-60-9,-1 0-5,1 0 0,0 0-1,0 0 1,0 0 0,1 1-1,-1-1 1,1 1 0,1-1-1,-1 1 1,1 0 0,0 0-1,0 0 1,1 0 0,-1 0 0,2 8-1,0-13 8,0 0 0,0-1-1,0 1 1,0 0 0,1 0-1,-1-1 1,0 1 0,1-1-1,-1 1 1,0-1 0,1 1 0,-1-1-1,0 0 1,1 0 0,-1 0-1,1 0 1,-1 0 0,0 0-1,1 0 1,-1 0 0,2-1-1,33-5 34,-21-2-21,0 0 1,-1-1-1,0 0 1,0-2-1,-1 1 1,-1-2-1,0 1 0,0-2 1,-1 0-1,-1 0 1,0-1-1,-1 0 1,9-17-1,-17 28-8,0 1 0,0 0 0,0 0 1,0-1-1,0 1 0,-1-1 0,1 1 0,-1 0 0,1-1 0,-1 1 0,0-1 1,0 1-1,0-1 0,-1-2 0,1 4-1,-1 0-1,1 0 1,0 1 0,-1-1-1,1 0 1,-1 1 0,1-1-1,-1 0 1,0 1 0,1-1-1,-1 0 1,0 1 0,1-1-1,-1 1 1,0-1 0,0 1-1,1 0 1,-1-1 0,0 1-1,0 0 1,0 0 0,1-1-1,-1 1 1,0 0 0,0 0-1,-1 0 1,-5 0-13,0 1 1,1 0-1,-1 0 1,1 1-1,-1 0 1,1 0-1,0 0 1,0 1-1,-8 5 1,-11 6 17,0 1 1,1 2 0,1 0 0,1 1 0,0 2-1,-33 38 1,46-46-10,-1-1-1,2 2 1,-1-1 0,2 1-1,0 1 1,0-1-1,1 1 1,1 0 0,1 1-1,0-1 1,0 1-1,2 0 1,-1 0 0,1 28-1,3-42 3,-1 1 0,1 0 0,0 0 0,-1 0 0,1-1 0,0 1 0,0 0 0,0-1 0,1 1 0,-1 0 0,0-1 0,1 0 0,-1 1 0,0-1 0,1 0 0,0 0 0,-1 0 0,1 0 0,0 0 0,-1 0 0,1 0 0,0 0 0,0-1 0,0 1 0,0-1 0,0 0 0,0 1 0,0-1 0,-1 0 0,1 0 0,4 0 0,7 0 1,-1 0 0,1 0-1,23-5 1,-23 1 4,-1 0 0,0 0 0,0-1 0,-1-1 0,0 0 0,0 0 0,0-1 0,-1-1 0,0 0 0,0 0 0,-1-1-1,9-10 1,-10 11 6,-1 0-1,0 0 0,-1-1 1,0 0-1,0-1 0,-1 0 0,0 1 1,0-2-1,-1 1 0,-1 0 1,0-1-1,0 0 0,-1 1 0,1-14 1,-4 23-15,-1 0 0,1 1 0,-1 0 0,1-1 1,-1 1-1,1 0 0,-1 0 0,1 0 0,-1 0 0,1 0 1,-1 0-1,0 0 0,1 1 0,-1-1 0,-1 1 0,-6 2 7,0 0-1,0 1 0,0 0 1,1 1-1,0 0 0,0 0 0,0 1 1,0-1-1,-7 9 0,-62 66 23,73-75-25,-11 12 3,1 0 0,-15 26-1,26-39-13,0 0 0,1 0-1,0 0 1,0 1 0,0-1 0,0 1-1,1 0 1,0-1 0,0 1 0,0 0-1,0 0 1,1 0 0,0 0 0,0 0-1,0-1 1,1 1 0,0 5 0,0-9 12,0 0 0,1 0 1,-1 0-1,0 0 0,0 0 1,1 0-1,-1-1 0,1 1 1,-1 0-1,0-1 1,1 1-1,-1-1 0,1 0 1,0 1-1,-1-1 0,1 0 1,-1 0-1,1 0 0,-1 0 1,1 0-1,-1 0 0,1-1 1,2 0-1,4 1 9,6-1 1,1 0-1,-1-1 1,1-1-1,-1 0 0,0 0 1,0-2-1,-1 0 1,1 0-1,-1-1 0,24-16 1,-26 15-14,-1 0 0,-1-1 0,1 0 0,-1 0 0,0-1 0,-1 0 0,0-1 0,-1 0 0,0 0-1,0 0 1,-1-1 0,-1 0 0,6-15 0,-9 22 7,-1 1 0,0-1-1,0 0 1,0 0 0,-1 1 0,1-1-1,-1 0 1,0 0 0,0 1-1,0-5 1,-1 6-3,1 1 0,-1 0 0,0 0 0,1 0 0,-1 0 0,0 0 0,1 0-1,-1 0 1,0 0 0,0 0 0,0 0 0,0 0 0,0 0 0,0 1 0,0-1 0,0 0 0,0 1 0,0-1 0,0 1 0,-1-1-1,1 1 1,0-1 0,0 1 0,-1 0 0,1 0 0,0 0 0,0 0 0,-1 0 0,1 0 0,-2 0 0,-10-1-4,0 1 1,0 0 0,0 1-1,0 0 1,0 1-1,1 0 1,-1 1 0,1 1-1,-1 0 1,1 1-1,0 0 1,0 1 0,1 0-1,0 0 1,0 2-1,1-1 1,-1 1 0,2 1-1,-13 12 1,15-7-38,13-12-14,18-13 68,-16 4-11,0 1 0,0-1 0,-1-1 1,1 0-1,-1 0 0,-1 0 0,0-1 1,0 1-1,-1-1 0,0-1 0,0 1 0,-1-1 1,-1 0-1,1 0 0,1-11 0,0-6 6,0 0 0,-2-1 0,-2 1 0,-2-46 0,1 66-3,0 0 0,-1-1 0,0 1 0,0 0 0,-1 0-1,0 0 1,0 0 0,-1 0 0,0 0 0,0 1 0,-1-1 0,1 1 0,-1 0 0,-1 0 0,1 0 0,-1 1 0,0 0 0,0 0 0,-1 0 0,0 0 0,1 1 0,-1 0 0,-1 0 0,1 0 0,-1 1 0,1 0 0,-1 1 0,0-1 0,0 1 0,0 0 0,0 1-1,0 0 1,-1 0 0,1 0 0,0 1 0,-1 0 0,1 1 0,0 0 0,0 0 0,0 0 0,-1 1 0,1 0 0,1 0 0,-1 1 0,0 0 0,-12 7 0,9-3 0,0 1 0,0-1 0,0 2 0,1 0 0,0 0 0,1 0 0,0 1-1,-10 17 1,14-21-13,0 1 0,0 0 0,1 1 0,0-1 0,0 1 0,1-1 0,0 1-1,0 0 1,1 0 0,0-1 0,0 1 0,1 0 0,0 0 0,1 13-1,0-19 6,0 0-1,0 0 1,0-1-1,1 1 0,-1 0 1,0-1-1,0 1 1,1-1-1,-1 1 0,1-1 1,0 0-1,-1 0 1,1 0-1,0 0 0,-1 0 1,1 0-1,0 0 1,0-1-1,0 1 0,0 0 1,0-1-1,0 0 1,0 1-1,0-1 0,2 0 1,63 2 37,-55-2-32,0 0-5,-1 0 0,1-1 0,-1-1 0,0 0 0,0 0 0,0-1 0,0-1 0,0 1 0,-1-2 0,1 0 0,-1 0 0,10-7 0,-14 8 10,0-1 0,-1 0 0,0 1 0,0-2 0,0 1 0,-1-1 0,0 1 0,0-1 0,0 0 0,-1-1 0,0 1 0,0 0 0,0-1 0,-1 0 0,0 0 0,-1 0 0,1 0 0,-1 0 0,0 0 0,-1-11 0,0 16-5,0-1 0,0 1 0,0 0 1,0-1-1,0 1 0,0 0 1,-1-1-1,0 1 0,1 0 1,-1-1-1,0 1 0,0 0 1,0 0-1,0 0 0,0 0 0,-1 0 1,1 0-1,-1 0 0,1 0 1,-1 1-1,0-1 0,1 0 1,-1 1-1,0 0 0,-3-2 1,1 1 1,-1 1 0,1 0 0,-1 0 0,0 0 0,1 0 0,-1 1 0,0 0 0,1 0 0,-1 0 0,0 0 0,1 1 1,-9 2-1,6-1-8,-1 1 0,1 0 0,-1 1 0,1 0 0,0 0 0,0 0 0,1 1 0,-1 0 0,1 0 0,0 1 0,1 0 0,-1 0 0,-5 8 0,1 0-10,0 0-1,0 1 1,1 0-1,1 1 0,-7 19 1,11-23-149,1-1 1,0 1-1,1 1 1,-1 16-1,2-23-372,1-1 0,0 0 1,0 0-1,1 1 0,-1-1 0,1 0 0,0 0 0,1 1 1,-1-1-1,1 0 0,0 0 0,5 8 0,19 14-5026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15687,'0'0'7230,"22"-3"-6365,39-6-385,98 0 0,-156 9-480,-1 0 1,1 0-1,0 0 0,-1 1 1,1-1-1,0 1 1,-1-1-1,1 1 0,-1 0 1,1 0-1,-1 0 0,1 0 1,-1 0-1,1 1 1,-1-1-1,0 1 0,0-1 1,0 1-1,0 0 0,0 0 1,0 0-1,0 0 0,-1 0 1,1 1-1,-1-1 1,0 0-1,1 1 0,-1-1 1,0 1-1,0-1 0,-1 1 1,1-1-1,0 1 0,-1 0 1,0 0-1,1-1 1,-1 1-1,0 0 0,-1-1 1,1 1-1,-1 4 0,-1 3 1,1-1 0,-2 0 0,1 0 0,-1 0-1,-1 0 1,1 0 0,-1-1 0,-1 0-1,0 1 1,-10 12 0,-95 88 96,71-74-23,-64 78 0,91-89 101,12-23-166,0-1 1,1 1 0,-1-1-1,0 1 1,0-1 0,0 1-1,0 0 1,1-1 0,-1 0 0,0 1-1,0-1 1,1 1 0,-1-1-1,0 1 1,1-1 0,-1 0-1,0 1 1,1-1 0,-1 1-1,1-1 1,-1 0 0,0 0-1,1 1 1,-1-1 0,1 0 0,-1 0-1,2 1 1,4 0 55,0 0 1,0-1-1,0 1 1,1-1-1,-1 0 0,6-2 1,7 1-44,10-1 188,0-2 1,0 0-1,0-3 0,-1 0 0,48-20 1,33-20-2367,-8-3-9622,-75 35 4452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12054,'0'0'9769,"0"13"-8798,0 0-772,-1-3-108,0-1 0,0 1 0,1 0 0,1 0-1,0-1 1,0 1 0,1-1 0,3 11 0,-3-17-78,0 0 0,0 0 1,1 0-1,-1 0 0,0-1 1,1 1-1,0-1 0,0 0 0,0 0 1,0 0-1,0 0 0,0 0 1,0-1-1,1 1 0,-1-1 0,0 0 1,1 0-1,-1 0 0,1-1 1,-1 1-1,8-1 0,-6 1 8,-1-1-1,1 0 1,0 0 0,-1 0-1,1-1 1,-1 0 0,1 0-1,0 0 1,-1 0-1,0-1 1,1 1 0,-1-1-1,0-1 1,0 1 0,0 0-1,7-6 1,-2-3 213,0 0-1,-1 0 1,-1-1 0,9-17-1,17-24 3641,-33 57-3684,-13 224 279,13-126-3414,2-87-440,6-11-2125,3-4-3409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16888,'0'0'10156,"-1"-4"-9582,13 8-427,36 34 96,-1 3 1,-2 1 0,-2 2-1,-2 3 1,52 74 0,-54-53-150,-30-51-847,0 0 1,1-1-1,21 27 1,-17-40-7300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5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15175,'0'0'9492,"-92"48"-9220,84-13-272,0 3 48,1-2-48,-1-3-656,0-2-1937,5-13-1521,-2-3-2545</inkml:trace>
  <inkml:trace contextRef="#ctx0" brushRef="#br0" timeOffset="1">1 175 15079,'0'0'10053,"184"-49"-9701,-118 35-208,2-5-112,1 0-32,-6-3-176,-3 6-2001,-12 2-2129,-9 2-2994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85 2769,'0'0'13169,"-4"-15"-11699,-14-42-315,18 57-1131,0-1 0,0 1 1,0-1-1,0 0 0,-1 1 0,1-1 0,0 1 0,0-1 0,-1 1 0,1-1 0,0 1 1,-1-1-1,1 1 0,-1-1 0,1 1 0,0-1 0,-1 1 0,1 0 0,-1-1 0,1 1 1,-1 0-1,1-1 0,-1 1 0,0 0 0,1 0 0,-1-1 0,1 1 0,-1 0 1,1 0-1,-1 0 0,0 0 0,1 0 0,-1 0 0,0 0 0,1 0 0,-1 0 0,0 0 1,-14 13 392,13-10-324,-144 179 1753,-41 45-1426,166-206-382,12-13-85,1 0 0,0 0 0,-11 16 0,19-24-43,0 0 1,0 1-1,0-1 1,0 0-1,1 0 0,-1 1 1,0-1-1,0 0 1,0 0-1,0 1 0,0-1 1,0 0-1,1 0 0,-1 1 1,0-1-1,0 0 1,0 0-1,1 0 0,-1 0 1,0 1-1,0-1 1,0 0-1,1 0 0,-1 0 1,0 0-1,1 0 0,-1 0 1,0 1-1,0-1 1,1 0-1,-1 0 0,0 0 1,0 0-1,1 0 0,-1 0 1,0 0-1,1 0 1,-1 0-1,0 0 0,0-1 1,1 1-1,-1 0 1,0 0-1,0 0 0,1 0 1,-1 0-1,0 0 0,0 0 1,1-1-1,-1 1 1,0 0-1,0 0 0,0 0 1,1-1-1,-1 1 0,0 0 1,1-1-251,29-6-4024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1098 8132,'0'0'10106,"1"-20"-8684,4-59-433,-5 77-907,1 0-1,-1 0 1,0 0-1,0 0 1,-1 1-1,1-1 0,0 0 1,0 0-1,-1 0 1,1 1-1,-1-1 1,0 0-1,1 0 0,-1 1 1,0-1-1,0 1 1,0-1-1,0 1 0,0-1 1,-1 1-1,1 0 1,0-1-1,-1 1 1,1 0-1,-1 0 0,1 0 1,-1 0-1,1 0 1,-1 0-1,0 1 1,1-1-1,-4 0 0,-2-1 90,-1 1 0,1 1 0,-1-1-1,1 1 1,0 1 0,-9 0-1,-2 1 73,10-2-208,0 1 0,0 0-1,0 0 1,0 1 0,0 0 0,0 0 0,1 1-1,-1 0 1,1 1 0,-1-1 0,1 1-1,0 1 1,1-1 0,-1 1 0,1 0 0,0 1-1,0 0 1,1 0 0,-1 0 0,-7 13 0,5-7-34,1 1 0,0-1 0,2 1 0,-1 0 0,1 1 0,1-1 1,1 1-1,0 0 0,0 0 0,1 0 0,1 19 0,1-30-1,0 0-1,0 1 0,1-1 0,0 0 0,-1 1 1,1-1-1,1 0 0,-1 0 0,0 0 0,1 0 0,-1 0 1,1 0-1,0 0 0,0 0 0,0-1 0,1 1 1,-1-1-1,0 1 0,1-1 0,0 0 0,-1 0 1,1 0-1,0 0 0,0-1 0,0 1 0,0-1 1,1 0-1,-1 0 0,6 1 0,-2 0 8,0-1 0,0 0-1,0 0 1,0 0 0,0-1 0,0-1 0,0 1-1,0-1 1,0 0 0,0 0 0,-1-1-1,1 0 1,0-1 0,8-3 0,-3-2 2,0 1 1,-1-1 0,-1-1-1,0 0 1,0-1-1,16-19 1,46-74 45,-45 57-38,-3-1-1,-1-1 0,-3 0 0,-1-2 1,-3 0-1,-2-1 0,-3-1 0,-1 0 0,-3 0 1,-2-1-1,-3 0 0,-7-94 0,2 124 26,0 1 0,-1 0 0,-2 0-1,0 1 1,-1 0 0,-1 0 0,-1 0 0,-1 1-1,-1 0 1,0 1 0,-1 0 0,-2 1 0,0 1-1,-18-18 1,29 31-35,0 1-1,-1 1 1,0-1 0,1 0-1,-1 1 1,0 0 0,0 0-1,0 0 1,0 0-1,-1 1 1,-4-2 0,8 3-54,-1 0 0,1 0 0,-1 0 0,1 1 0,0-1 0,-1 0 1,1 0-1,0 1 0,-1-1 0,1 1 0,0-1 0,0 1 0,-1 0 0,1-1 0,0 1 1,0 0-1,0 0 0,0 0 0,0 0 0,0 0 0,0 0 0,0 0 0,0 0 0,1 0 1,-1 1-1,0-1 0,1 0 0,-1 0 0,1 1 0,-1-1 0,1 0 0,0 1 0,-1-1 1,1 0-1,0 1 0,0-1 0,0 2 0,-11 129-7687,5-48 1067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 9204,'0'0'15869,"-14"-1"-14954,-1 1-790,-20-1 401,71 0 7,310-1 214,-344 2-748,-1-1-1,0 1 0,0 0 1,0 0-1,1 0 0,-1 0 1,0 0-1,0 0 0,0 0 0,1 1 1,-1-1-1,0 0 0,0 1 1,0-1-1,0 1 0,1-1 0,-1 1 1,0-1-1,0 1 0,0 0 1,0 0-1,0-1 0,-1 1 1,1 0-1,0 0 0,0 0 0,0 0 1,-1 0-1,1 0 0,-1 0 1,1 0-1,-1 0 0,1 1 1,-1-1-1,1 0 0,-1 0 0,0 0 1,0 0-1,0 1 0,1-1 1,-1 0-1,0 0 0,-1 1 1,1-1-1,0 1 0,-1 3-15,-1-1 0,1 1 0,-1-1 0,0 1 0,0-1 0,0 0 0,0 0 0,-1 0 0,0 0 0,0-1 0,-3 4 0,-155 136-81,99-92 136,-77 82 0,124-110-45,15-23 9,0 1 0,0-1 0,0 1 0,0-1 0,0 0-1,0 1 1,0-1 0,0 1 0,0-1 0,0 1 0,0-1 0,0 0 0,0 1 0,0-1 0,1 1 0,-1-1 0,0 0 0,0 1 0,0-1-1,1 0 1,-1 1 0,0-1 0,0 0 0,1 1 0,-1-1 0,0 0 0,1 1 0,-1-1 0,0 0 0,1 1 0,4 0 13,0 0 0,-1 0 0,1 0 0,0-1 0,-1 1 1,1-1-1,7-1 0,-5 1-15,17 2-7,-1-2 0,0-1 1,1-1-1,-1-1 0,0-1 1,0-1-1,0-1 0,-1-1 1,26-12-1,-20 5-363,23-12-3495,-16 12-4186,-22 9 2588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9668,'0'0'11243,"5"-8"-9346,14-27-208,-14 26-713,-4 13-892,0 0 0,-1 0 0,1 0 1,-1 0-1,0 0 0,0 0 0,0 0 0,-2 4 0,1 7-11,1 13 38,-1-17-89,1 1-1,0 0 1,0-1-1,2 1 1,-1-1 0,6 20-1,-5-27-25,-1-1 0,1 0 1,0-1-1,0 1 0,0 0 0,0 0 0,0-1 1,1 1-1,-1-1 0,1 0 0,-1 0 0,1 0 1,0 0-1,0 0 0,0-1 0,0 1 0,0-1 1,0 0-1,0 0 0,1 0 0,-1 0 0,0 0 1,1-1-1,-1 0 0,0 1 0,1-1 0,-1 0 1,4-1-1,-1 1 1,-1 0 0,1 0 0,-1-1 1,1 1-1,0-1 0,-1 0 0,1-1 0,-1 1 0,0-1 1,0-1-1,10-4 0,-9 2 10,-1 0-1,1 0 1,-1 0 0,0-1 0,0 0-1,-1 0 1,0 0 0,5-10-1,6-8 11,15-31 423,-28 118 686,-4-20-1325,-2 0 0,-2 0 0,-21 78 0,20-97-2020,-2 0-1,-14 26 0,6-21-4068,-3-4-4479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62 10805,'0'0'2353,"-27"-1"-525,-90-3 535,13 2 3096,100 4-3960,10 3-1082,21 5-156,31-3 358,1-2 0,92-5 0,-65-1-409,948-35 4,-357 5-105,471 16-213,-1122 16 66,-26-1 36,0 0 1,0 0-1,0 0 1,1 0-1,-1 0 1,0 0 0,0 0-1,0 0 1,0 0-1,0 0 1,1 0-1,-1 0 1,0 0-1,0 0 1,0 0-1,0 0 1,0 0-1,0 0 1,1 0-1,-1 0 1,0 1-1,0-1 1,0 0-1,0 0 1,0 0-1,0 0 1,0 0-1,0 0 1,1 0-1,-1 0 1,0 0-1,0 1 1,0-1-1,0 0 1,0 0-1,0 0 1,0 0-1,0 0 1,0 0-1,0 0 1,0 1-1,0-1 1,0 0-1,0 0 1,0 0-1,0 0 1,0 0-1,0 1 1,0-1-1,0 0 1,0 0-1,0 0 1,0 0-1,0 0 1,0 0-1,0 1 1,0-1-1,0 0 1,0 0-1,-1 0 1,-34 14-201,-235 45-2329,107-27-3438,31-1-2643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346 964 10789,'0'0'4669,"4"-25"-2364,16-79 80,-19 101-2260,-1 0-1,1 0 1,0 0 0,-1 0 0,0 1 0,1-1-1,-1 0 1,0 0 0,-1 0 0,1 0 0,0 0-1,-1 0 1,0 0 0,0 1 0,1-1 0,-2 0-1,1 1 1,0-1 0,0 0 0,-1 1 0,0 0-1,1-1 1,-1 1 0,0 0 0,0 0-1,0 0 1,0 0 0,-1 0 0,1 0 0,0 1-1,-1-1 1,-4-1 0,-3 0 125,1 1-1,-1 0 1,0 1-1,1 0 1,-1 1-1,0 0 1,-13 1 0,5 0-90,7 0-116,0 0 0,0 1 0,1 0 1,-1 0-1,1 1 0,-1 1 0,1 0 0,0 0 1,0 1-1,1 0 0,-1 1 0,-15 12 1,18-13-45,1 1 1,0-1-1,0 1 1,1 1-1,0-1 1,0 1-1,0-1 1,1 1-1,0 1 1,0-1-1,1 1 1,0-1-1,1 1 1,-1 0-1,1 0 1,1 0 0,-2 14-1,3-17-1,-1 1 1,1 0-1,1 0 0,-1 0 1,1-1-1,0 1 0,0 0 1,1-1-1,-1 1 1,1 0-1,0-1 0,4 7 1,-3-9-3,0 0 1,0 0 0,0 0-1,0 0 1,0-1 0,1 1-1,-1-1 1,1 0-1,0 0 1,-1 0 0,1 0-1,0-1 1,0 0 0,0 0-1,0 0 1,0 0 0,9 0-1,2 1-7,1-1-1,0 0 1,0-2-1,0 0 0,0 0 1,-1-2-1,1 0 0,-1 0 1,1-2-1,-1 0 1,-1 0-1,1-2 0,26-15 1,-22 9-1,0-1 0,-1-1 0,0 0 0,-1-2 0,-1 0-1,-1 0 1,0-2 0,23-39 0,-24 34 17,-2-1-1,0-1 1,-2 0-1,-1-1 1,-1 0-1,7-40 1,-9 20 31,-1-1 0,-4-92 0,-2 114-30,-2 1 0,-1-1 0,0 1 0,-2 0 0,-1 1 1,-1 0-1,-16-32 0,19 45-6,-1 1 0,0 0 0,-1 0 0,0 0 1,-1 1-1,0 0 0,-17-14 0,19 18-7,-1 1 1,1 0-1,-1 0 1,0 0-1,0 1 1,0 0-1,-1 1 1,1-1-1,-1 1 1,1 1-1,-1-1 1,-15 0-1,19 2-111,-1 0-1,1 1 0,0-1 0,0 1 0,0 0 1,0 0-1,0 0 0,0 0 0,0 1 1,0 0-1,1-1 0,-1 1 0,0 1 1,1-1-1,0 0 0,-1 1 0,1 0 1,0 0-1,0 0 0,1 0 0,-1 0 0,1 1 1,-1-1-1,1 1 0,-2 5 0,-3 6-974,1 0 0,1 0 0,1 1 0,0-1-1,-2 26 1,-3 49-5596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6467,'0'0'14303,"1"-13"-12567,2-39 239,-2 39-783,-1 26-554,-1 52-301,-1-34-237,1 0 0,1 0 0,2-1-1,2 1 1,11 50 0,-13-76-97,0-1 0,0 0 1,0 1-1,0-1 0,1 0 0,0-1 0,0 1 1,0 0-1,0-1 0,0 1 0,1-1 0,-1 0 0,1 0 1,0-1-1,0 1 0,0-1 0,0 0 0,1 0 1,-1 0-1,1-1 0,-1 1 0,1-1 0,-1 0 0,1 0 1,0-1-1,-1 1 0,1-1 0,0 0 0,0-1 1,-1 1-1,1-1 0,0 0 0,-1 0 0,1 0 0,-1 0 1,1-1-1,-1 0 0,0 0 0,0 0 0,0-1 1,0 1-1,0-1 0,0 0 0,0 0 0,-1 0 0,4-5 1,2-3 5,0-1 0,-1 0 1,0 0-1,-1-1 0,-1 0 1,0 0-1,8-26 0,-13 41-20,1-1 0,-1 0 0,0 1 0,1 0 0,-1-1 0,0 1 1,0 0-1,0-1 0,0 1 0,0 0 0,0 0 0,0 3 0,0-4 7,0 3 2,1 0 0,0 0 0,0 0 0,0 0 0,1-1 0,-1 1 1,1-1-1,0 1 0,0-1 0,0 0 0,0 0 0,1-1 0,-1 1 1,1-1-1,0 1 0,-1-1 0,1 0 0,0-1 0,0 1 0,0-1 1,1 1-1,-1-1 0,0 0 0,0-1 0,1 1 0,-1-1 0,0 0 1,1 0-1,-1 0 0,0-1 0,1 1 0,-1-1 0,5-1 0,-4 0 8,0 0-1,1-1 0,-1 1 0,0-1 0,0 0 1,-1 0-1,1 0 0,-1-1 0,1 0 0,-1 0 1,0 0-1,-1 0 0,1-1 0,-1 1 0,0-1 1,0 0-1,0 0 0,0 0 0,-1 0 0,0 0 1,0-1-1,-1 1 0,1-1 0,-1 1 0,0-7 1,0 7-50,0-1 1,-1 1 0,1-1-1,-1 0 1,-1 1 0,1-1 0,-1 1-1,0-1 1,0 1 0,-1 0-1,0-1 1,1 1 0,-2 0 0,1 0-1,-1 0 1,1 0 0,-2 0-1,1 1 1,0 0 0,-1-1 0,0 1-1,0 0 1,0 1 0,0-1-1,0 1 1,-1 0 0,0 0 0,0 0-1,0 0 1,0 1 0,0 0-1,0 0 1,0 0 0,-1 1 0,1 0-1,-1 0 1,1 0 0,-1 1-1,-10 0 1,14 8-5138,11 23-1294,22-13-1691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0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13094,'0'0'11427,"9"-1"-10360,35-3-224,172-10 171,-215 14-1004,-1 1 0,1-1 0,0 1 0,0-1 1,-1 1-1,1-1 0,0 1 0,-1 0 1,1-1-1,-1 1 0,1 0 0,-1 0 0,1-1 1,-1 1-1,1 0 0,-1 0 0,0 0 1,1 0-1,-1 0 0,0-1 0,0 1 0,0 0 1,1 0-1,-1 2 0,3 26 231,-1-10-217,-1 0 0,-1-1 1,-1 1-1,0 0 0,-1 0 0,-1-1 1,-1 1-1,-1-1 0,0 0 0,-9 19 1,-6 2-244,-3 6-1574,10-16-2999,6-14-845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1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1 313 12454,'0'0'9676,"7"18"-8753,7 22-370,-1 0 1,8 50-1,-20-80-483,9 24 316,-9-33-372,0 0-1,-1 0 1,1 0-1,0 0 1,0 0-1,0 0 1,1-1-1,-1 1 1,0 0-1,0-1 1,0 1-1,0-1 1,1 1-1,-1-1 1,0 0 0,1 1-1,-1-1 1,0 0-1,0 0 1,1 0-1,-1 0 1,0 0-1,1 0 1,-1 0-1,0-1 1,2 1-1,5-3 1,-1 0 0,0-1 0,1 1 0,-1-1 0,-1-1 0,1 1 0,-1-1 0,0 0 0,0 0 0,0-1 0,0 0 0,-1 0 0,6-10 0,11-9 17,30-32-152,167-169-766,-172 184-3549,67-47 1,-53 47-3988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0:5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15863,'0'0'7001,"0"7"-6049,0-5-906,0 0-1,0 0 0,1 0 1,-1 0-1,0 0 0,1 0 1,0 0-1,-1 0 0,1-1 1,0 1-1,0 0 0,0-1 1,0 1-1,1 0 0,-1-1 1,0 1-1,1-1 0,-1 0 1,1 1-1,-1-1 0,1 0 1,-1 0-1,1 0 0,0 0 1,0 0-1,-1 0 0,1-1 1,0 1-1,0-1 0,0 1 1,0-1-1,3 1 0,14 2 89,0-1-1,36 1 1,-16-2-46,173 11 41,158 14-122,-253-19 509,-41-4-1930,-25 2-3771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0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1 732 17288,'0'0'7953,"17"-7"-7734,118-44 0,458-185 503,296-129-519,-875 360-211,-10 4 4,0 0-1,0 0 1,0 0 0,0 0-1,-1-1 1,1 1 0,0-1-1,-1 0 1,0-1-1,1 1 1,-1 0 0,0-1-1,3-3 1,-9 5 17,-1 0 0,1 0 0,0 0 0,-1 0 0,1 0 0,-1 1 0,1-1 0,-1 1 0,1 0-1,-5 0 1,5 0-3,-44-2 1,-34-4 7,129-5-178,-46 11 158,35-6 47,1 1-1,0 3 1,52 2-1,-89 0-41,1 0 0,-1 0 0,0 0-1,0 1 1,1-1 0,-1 1 0,0-1 0,0 1-1,0-1 1,0 1 0,1 0 0,-1-1 0,0 1-1,0 0 1,0 0 0,-1 0 0,1 0 0,0 0-1,0 0 1,0 0 0,-1 0 0,1 0 0,0 0-1,-1 0 1,1 2 0,1 1 2,-2 1 0,1-1 0,0 0 0,-1 0 0,1 0 0,-1 1-1,-1-1 1,1 5 0,-2 2 4,0 0 1,0-1-1,-1 0 0,0 1 0,-1-1 0,-6 10 1,-11 13-70,-1-2 0,-27 29 0,-11 12-2566,48-54-394,0-1-1,-13 28 1,15-21-7033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0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12774,'0'0'6371,"-21"3"-6115,21-1-64,15 3-192,14-3 16,11-2-96,15 0-336,11 0-1121,8 0-1024,10 0-1105,3-12-560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0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9268,'0'0'7300,"94"19"-7300,-49-19-16,13 0-1361,8-2-1520,5-3-3154</inkml:trace>
  <inkml:trace contextRef="#ctx0" brushRef="#br0" timeOffset="1">1170 5 10421,'0'0'2513,"163"3"-2753,-121-3-2738,13 0-831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7411,'0'0'9733,"134"26"-8917,-116-26-336,-2 0-480,-5 0-112,2 0 96,0 0-16,11-4-1808,7-3-3475</inkml:trace>
  <inkml:trace contextRef="#ctx0" brushRef="#br0" timeOffset="1">1559 34 13718,'0'0'3106,"74"-34"-3122,-71 34-320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17640,'0'0'10517,"3"4"-10392,0-1-97,0-1-1,0 0 1,0 1 0,0-1-1,1-1 1,-1 1-1,1 0 1,-1-1 0,1 0-1,-1 0 1,1 0-1,0 0 1,0-1-1,0 1 1,-1-1 0,1 0-1,0 0 1,0 0-1,0-1 1,4 0 0,12 0 35,336-16-116,-342 16-622,-24-1 538,-26-1 90,33 4 46,0 0 0,0 0 1,1 1-1,-1-1 0,0 0 0,0 1 1,1 0-1,-1 0 0,1 0 0,-1 0 1,1 0-1,0 0 0,0 1 0,0-1 1,0 1-1,0-1 0,1 1 0,-1 0 1,-1 3-1,-3 7 13,0 0-1,1 1 1,-3 14 0,-2 16 46,2 0 1,-4 85-1,11 96 109,3-108-154,-2-113-7,0-1-1,0 1 1,0-1 0,-1 1 0,1-1 0,-1 1 0,0-1 0,0 0 0,0 0 0,0 1-1,-1-1 1,1 0 0,-1 0 0,0 0 0,0 0 0,0-1 0,0 1 0,0 0-1,-1-1 1,-4 4 0,1-2 8,0-1 0,0 0 0,0 0 0,0-1 0,-1 1 1,1-2-1,-1 1 0,0-1 0,-8 1 0,-90 2 151,77-4 137,27 0-65,27-6-63,-11 2-245,247-72 72,-225 61-849,52-28-1,-68 31-398,0-2 0,-1 0 0,27-24-1,-8-6-3082,-11-5-2056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9012,'0'0'19313,"-5"-4"-18782,5 4-522,0-1 1,-1 1-1,1 0 1,0-1-1,-1 1 1,1 0-1,0-1 1,-1 1-1,1 0 1,-1 0-1,1-1 1,0 1-1,-1 0 1,1 0-1,-1 0 1,1 0 0,-1 0-1,1 0 1,-1-1-1,1 1 1,-1 0-1,1 0 1,-1 0-1,1 0 1,-1 1-1,1-1 1,-1 0-1,1 0 1,-1 0-1,1 0 1,0 0-1,-1 1 1,1-1-1,-1 0 1,1 0-1,-1 1 1,1-1-1,0 0 1,-1 1-1,1-1 1,0 0-1,-1 1 1,-4 29 460,15 60 328,-8-71-685,39 624 505,-31-342-4811,-9-283 3101,2 28-2342,6-22-3789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8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1 462 18488,'0'0'8636,"1"23"-7766,16 196 600,-7-108-915,-7-87-324,-3-32-32,-13-172-114,-2-128-186,15 292 94,5-141-24,-3 138 29,1-1 0,1 0-1,0 1 1,2 0 0,13-31 0,-19 49 2,1-1 0,-1 1 0,1 0 0,0-1 0,-1 1 0,1 0 0,0 0 0,0-1 0,-1 1 0,1 0 0,0 0 0,0 0 1,0 0-1,1 0 0,-1 1 0,0-1 0,0 0 0,0 0 0,2 0 0,-2 1-5,0 0 1,0 0-1,0 0 1,-1 1-1,1-1 1,0 0-1,-1 1 1,1-1-1,0 0 0,0 1 1,-1-1-1,1 1 1,-1-1-1,1 1 1,-1-1-1,1 1 1,0-1-1,-1 1 1,0 0-1,1-1 1,-1 1-1,1 0 0,-1 0 1,1 0-1,2 7-16,0 0-1,-1-1 0,1 1 0,1 16 0,-2-8 14,0 0 0,-1 0 0,-1 0 0,0 1-1,-1-1 1,-1 0 0,-1-1 0,0 1 0,-1 0-1,0-1 1,-2 0 0,-8 20 0,5-20-157,-31 68-1168,37-75 90,1 0 1,0 1-1,0 0 1,-1 15 0,3 1-5159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32 408 8852,'0'0'13772,"-5"-14"-11934,-16-43-787,16 116 307,15 94-554,0-6-437,-9 392 84,-1-539-452,1 0-1,-1 0 0,1 0 1,-1 0-1,1 1 1,-1-1-1,1 0 1,0 0-1,-1 0 1,1 0-1,-1 0 1,1 0-1,-1 0 0,1 0 1,-1-1-1,1 1 1,0 0-1,-1 0 1,1 0-1,-1-1 1,1 1-1,-1 0 1,1 0-1,-1-1 1,1 0-1,57-23-32,0 2 0,2 3-1,0 2 1,1 3 0,83-8 0,324-5-219,-360 24 239,1797-143 91,-1047 50-194,5 53 266,-750 44-148,182-4-87,-219-1 214,136-26 0,-192 26 6,-1-1 0,0-1 0,0 0 0,34-18 0,-46 20-9,1-1-1,-1 0 0,-1 0 1,1 0-1,-1-1 1,0 0-1,0 0 0,0-1 1,-1 1-1,0-1 1,-1-1-1,1 1 0,6-16 1,-2-5 107,-1-1 1,-2 1 0,0-2 0,-2 1-1,-1-1 1,-1 1 0,-2-1-1,-6-54 1,2 65-233,-1 1 0,0 0 0,-1 0 0,-1 1 0,-1 0 0,0 0 0,-1 1 0,-1 0 0,-19-23 0,-27-51 0,53 83-280,-2-1-1487,-6 16-1258,-10 18-3660,-9 6-5393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158 153 15639,'0'0'9959,"-7"10"-9841,2-2-62,0 0 1,1 0-1,0 1 1,1-1-1,0 1 1,0 0-1,1 0 1,0 0-1,1 0 1,0 0-1,0 1 1,1-1-1,0 0 1,1 0-1,0 1 1,3 14-1,-1-14-47,0-1-1,0 1 1,1-1-1,0 0 1,0 0-1,1 0 1,0-1 0,1 0-1,7 9 1,-9-12-4,0-1 1,0 0 0,0 0-1,1-1 1,-1 1-1,1-1 1,0 0 0,0 0-1,0-1 1,1 1 0,-1-1-1,0 0 1,1-1 0,0 1-1,-1-1 1,12 0 0,-11 0 2,0-1 0,0 0 0,-1 0 0,1 0 1,0-1-1,-1 0 0,1 0 0,0-1 0,-1 1 1,0-1-1,1-1 0,-1 1 0,0-1 0,0 1 0,0-2 1,0 1-1,-1 0 0,1-1 0,-1 0 0,0 0 1,0 0-1,0 0 0,-1-1 0,1 0 0,-1 0 1,0 1-1,-1-2 0,4-6 0,1-5 23,0-1-1,-2 0 0,0 0 1,0-1-1,-2 1 1,0-1-1,-1 0 1,-1 0-1,-1 0 1,-1 0-1,-4-24 1,4 37-26,0-1 0,-1 1 0,1-1 0,-2 1 0,1 0 1,-1 0-1,0 0 0,0 0 0,0 0 0,-1 1 1,0-1-1,0 1 0,-1 0 0,1 0 0,-1 1 0,0-1 1,0 1-1,-1 0 0,1 1 0,-1-1 0,0 1 0,0 0 1,0 1-1,0-1 0,-1 1 0,-10-2 0,-5-1-25,0 1 0,0 2-1,0 0 1,-1 1 0,1 1-1,-38 5 1,50-3-74,0-1 0,1 2 0,-1-1 0,0 1 0,1 1 0,-16 8 0,22-11-148,1 0 0,-1 1 0,1-1 1,0 1-1,-1 0 0,1-1 0,0 1 1,0 0-1,0 0 0,0 0 0,0 1 1,1-1-1,-1 0 0,1 1 0,-1-1 1,1 1-1,0 0 0,0-1 0,0 1 1,1 0-1,-1 0 0,0-1 0,1 1 1,0 0-1,0 0 0,0 0 0,0 3 0,0-5-28,0 0 0,1 0-1,-1 1 1,0-1 0,1 0-1,-1 0 1,1 0-1,-1 0 1,1 0 0,-1 0-1,1 0 1,0 0-1,0 0 1,-1 0 0,1 0-1,0 0 1,0 0-1,0-1 1,1 2 0,39 13-6589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30 16135,'0'0'13174,"0"-9"-12541,0-12-333,0 58 64,0 84 415,1 106-263,-11 507-2112,6-535-4226,4-192 4763,0 0 0,0 0 0,0 0 0,1 0-1,3 11 1,-3-16 421,0 0 0,0 0 0,0-1-1,1 1 1,-1 0 0,0-1 0,1 1-1,-1-1 1,1 0 0,0 1 0,-1-1-1,1 0 1,0 0 0,2 1 0,-4-2 583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7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85 406 18024,'0'0'7582,"-1"27"-6621,-3 187 725,-2 187-157,-9-720-1116,15 288-408,-2-57 22,18-155 1,-12 216-25,1 1 0,1 0-1,1 0 1,2 0 0,0 1 0,2 0 0,0 1-1,2 1 1,1-1 0,22-27 0,-33 46-7,1 0 0,-1 1 0,1-1 0,1 1 0,-1 0 0,0 0 0,1 0 0,0 0 0,0 1 0,0 0 0,0 0 0,1 0 0,-1 1 0,1 0 0,0 0 0,0 0 0,-1 1 0,1 0 0,11-1 0,-15 2 0,0 0 1,0 1-1,0-1 0,0 1 1,0 0-1,0-1 0,0 1 1,0 0-1,0 0 0,0 0 1,-1 0-1,1 0 0,0 1 1,-1-1-1,1 1 0,-1-1 1,0 1-1,1-1 0,-1 1 1,0 0-1,0-1 0,0 1 1,0 0-1,0 0 0,0 0 1,-1 0-1,1 0 1,-1 0-1,1 0 0,-1 0 1,0 0-1,0 4 0,1 5-1,0 0-1,-1 0 0,0-1 0,-1 1 1,-3 14-1,1-14 4,0 0-1,-1 0 1,0-1 0,-1 1-1,0-1 1,-1 0-1,0-1 1,-1 0 0,-9 12-1,-15 13-203,-34 29-1,22-23-386,33-30 195,-71 76-3227,37-23-5886,31-32-3127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11557,'0'0'17272,"0"-19"-17272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7 111 14519,'0'0'12966,"-2"-7"-12460,-2-13-425,4 20-75,0 0 1,0 0-1,0 0 1,0 0 0,0 0-1,0 0 1,0 0-1,0 0 1,0 0 0,0 0-1,0 0 1,1-1 0,-1 1-1,0 0 1,0 0-1,0 0 1,0 0 0,0 0-1,0 0 1,0 0 0,0 0-1,0 0 1,0 0-1,0 0 1,0 0 0,0 0-1,13 35 483,8 21-68,20 57-37,-41-112-384,0-1-1,0 1 1,0-1 0,1 1-1,-1-1 1,0 1-1,0-1 1,0 0-1,1 1 1,-1-1 0,0 1-1,0-1 1,1 0-1,-1 1 1,0-1 0,1 0-1,-1 1 1,0-1-1,1 0 1,-1 0-1,1 1 1,-1-1 0,1 0-1,-1 0 1,0 0-1,1 1 1,-1-1 0,1 0-1,-1 0 1,1 0-1,-1 0 1,1 0 0,-1 0-1,1 0 1,-1 0-1,1 0 1,-1 0-1,1 0 1,-1 0 0,1-1-1,-1 1 1,0 0-1,1 0 1,-1 0 0,1-1-1,-1 1 1,1 0-1,-1 0 1,0-1-1,1 1 1,-1 0 0,0-1-1,1 1 1,-1-1-1,16-23 30,-11 14-18,3-7-2,1 1 0,1 0 0,19-26 1,-29 42-13,1 0 1,-1-1 0,0 1 0,1 0 0,-1-1 0,0 1 0,1 0-1,-1-1 1,0 1 0,1 0 0,-1 0 0,1-1 0,-1 1-1,1 0 1,-1 0 0,0 0 0,1 0 0,-1 0 0,1 0 0,-1 0-1,1 0 1,-1 0 0,1 0 0,-1 0 0,1 0 0,-1 0-1,1 0 1,-1 0 0,0 0 0,1 0 0,-1 1 0,1-1 0,-1 0-1,1 0 1,-1 0 0,0 1 0,1-1 0,-1 0 0,0 1 0,1-1-1,11 18-43,-10-14 42,6 9-9,0-1 1,0 0-1,1 0 1,1-1-1,20 19 1,-25-25 5,1-1 0,0 0 0,0-1 0,1 1 0,-1-1 0,1 0 0,0-1 1,-1 0-1,1 0 0,0 0 0,0-1 0,1 0 0,-1 0 0,9-1 0,-13-1 7,1 1-1,0-1 0,-1 0 1,1 0-1,-1-1 1,1 1-1,-1-1 1,0 1-1,1-1 1,-1 0-1,0-1 0,0 1 1,0 0-1,-1-1 1,1 0-1,0 1 1,-1-1-1,0 0 1,0 0-1,0-1 0,0 1 1,0 0-1,-1-1 1,1 1-1,-1-1 1,2-6-1,1-5 23,0 1 0,0-1 0,-2 0 0,0-1 0,0-20 0,-2 26-1,0-1 0,-1 0 0,0 0 0,0 1 0,-6-17 0,6 24-20,0 0-1,0 0 0,-1-1 1,1 1-1,-1 0 0,0 0 1,0 0-1,-1 1 0,1-1 1,0 0-1,-1 1 1,1 0-1,-1-1 0,0 1 1,0 0-1,0 0 0,0 1 1,0-1-1,0 1 0,-7-3 1,9 4-90,0 0 1,1-1-1,-1 1 1,0 0-1,1 0 1,-1 0-1,0 0 1,1 0-1,-1 0 1,0 0-1,0 0 1,1 0-1,-1 1 1,0-1-1,1 0 1,-1 0-1,0 0 1,1 1-1,-1-1 1,1 0-1,-1 1 1,0-1-1,1 1 1,-1-1-1,1 1 1,-1-1-1,1 1 1,-1-1-1,1 1 1,-8 25-2776,7-22 2062,1 0 0,0 0 0,0 1 0,1-1 1,-1 0-1,1 1 0,0-1 0,0 0 0,0 0 0,3 7 0,14 5-4304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12550,'0'0'13913,"-2"3"-13582,-3 7-226,1 0 0,0 0 0,1 0 0,0 0 0,1 1 0,0-1 0,-1 16 0,1 81 253,3-64-297,-1-37-63,0 0 0,1 0 0,-1 0 0,2 0 0,-1 0 0,1 0 0,-1-1 0,1 1 0,1 0 0,-1-1-1,1 0 1,0 0 0,1 0 0,-1 0 0,1 0 0,0 0 0,0-1 0,0 0 0,0 0 0,1 0 0,0 0 0,0-1 0,0 0 0,0 0 0,0 0 0,1-1 0,-1 0 0,1 0 0,0 0 0,0 0 0,-1-1 0,1 0 0,0 0 0,0-1 0,0 0 0,0 0 0,0 0 0,0-1 0,0 0 0,0 0-1,7-2 1,-9 1 6,-1 0-1,1-1 0,-1 1 0,0-1 0,0 0 0,0 0 0,0 0 0,0 0 0,-1-1 1,1 1-1,-1-1 0,0 0 0,0 1 0,0-1 0,0 0 0,-1 0 0,0 0 0,2-6 0,-1 3 11,-1 0 0,1 0-1,-1 0 1,0 0-1,-1 0 1,0-1-1,0 1 1,-1 0-1,1 0 1,-4-11 0,3 16-12,-1-1 1,0 1-1,0 0 1,0 0-1,0 0 1,0 0-1,0 0 1,-1 1-1,1-1 0,-1 1 1,1-1-1,-1 1 1,1 0-1,-1 0 1,0 0-1,0 0 1,1 1-1,-1-1 1,0 1-1,0 0 1,0-1-1,-5 2 1,-6-2-29,1 1-1,-1 1 1,-20 3 0,29-3-429,-1 1 0,1 0 1,0 0-1,0 1 0,0-1 1,0 1-1,-8 5 0,3-1-3332,2-3-3374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29 128 9973,'0'0'12579,"8"-13"-11176,29-54 2223,-38 70-3597,0 1 1,0-1-1,-1 1 1,1-1-1,-1 0 1,0 1-1,0-1 1,0 0-1,0 0 1,-4 3-1,-7 12 7,7-4 18,0 1 1,0-1-1,2 1 0,-1 0 1,2 0-1,0 0 1,0 17-1,1-21-46,2-1 0,-1 0 0,2 0 0,-1 0 0,1 1 0,1-1 0,0 0 0,0 0 0,1 0 0,0-1 0,8 17 0,-6-16-8,1 0 1,1 0 0,0-1-1,0 0 1,1 0 0,0-1-1,0 0 1,1 0 0,0-1-1,0 0 1,1 0 0,-1-1-1,2 0 1,-1-1 0,1 0-1,-1-1 1,1 0 0,1-1-1,-1 0 1,0-1 0,1 0-1,-1-1 1,16 1 0,-19-2-8,0 0 1,-1-1 0,1 1 0,0-1-1,0-1 1,0 0 0,0 0 0,-1 0-1,1-1 1,-1 0 0,11-6 0,-13 5 10,-1 0 0,0 0-1,1 0 1,-2 0 0,1-1 0,0 1 0,-1-1 0,0 0 0,0 0 0,0 0 0,0-1 0,-1 1 0,0-1 0,0 1 0,-1-1 0,2-9 0,0-3 35,0 0 0,-1 0 0,-1-1 1,-1 1-1,0 0 0,-6-35 0,3 41 47,0-1 0,-1 1 0,0 0 0,-1 0 0,-1 0-1,1 1 1,-2 0 0,0 0 0,0 0 0,-14-14 0,11 12-33,-2 2 0,0-1 0,0 2 1,-1 0-1,0 0 0,-20-11 0,29 19-94,1 0 0,-1 1 0,0-1 0,0 1 0,0-1 0,1 1 0,-1 1 0,0-1 0,0 0 0,-1 1 0,1 0 0,0 0 0,0 0 0,0 0 0,0 1 0,0 0 0,0 0 0,0 0 0,1 0 0,-1 0 0,0 1 0,0 0 0,1-1 0,-1 1 0,1 1 0,-1-1 0,1 0 0,0 1 0,0 0 0,-4 4 0,-46 62-6656,27-29 441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13638,'0'0'12547,"7"-14"-12187,30-46-82,-35 59-260,0-1 1,0 0-1,0 0 1,0 0-1,0 1 1,0-1-1,0 1 0,0 0 1,1 0-1,-1 0 1,1 0-1,-1 0 1,1 0-1,-1 0 0,1 1 1,-1-1-1,1 1 1,-1 0-1,1 0 1,0 0-1,-1 0 0,1 0 1,-1 1-1,1-1 1,-1 1-1,1-1 1,-1 1-1,1 0 1,-1 0-1,1 0 0,-1 1 1,0-1-1,0 0 1,0 1-1,1 0 1,-2-1-1,1 1 0,0 0 1,0 0-1,0 0 1,-1 0-1,1 0 1,1 4-1,2 7 50,-1 1 1,0 0-1,-1-1 0,-1 1 1,0 1-1,0 18 0,-6 87 204,-9-49-249,6-43-15,5-23 43,2-8 51,6-21-75,0 0 1,2 1 0,1 0-1,0 1 1,26-42 0,-14 24-32,-1 4-4,-13 25 6,0 0 0,-1-1 0,0 0 0,-1 0-1,6-23 1,-10 24 53,-1 9 45,-2 299 552,2-289-636,0 0 0,1 0 0,0 0 0,1-1 0,0 1 0,0 0 0,0-1 0,1 1 0,0-1 0,1 0 0,-1 0 0,1 0 0,1 0 0,8 10-1,-9-13-196,-1-1-1,2 1 0,-1-1 0,0 0 0,1 0 0,-1 0 1,1-1-1,0 0 0,8 3 0,-7-3-517,0 0 0,0-1-1,1 0 1,-1-1 0,1 1-1,-1-1 1,1-1 0,11-1-1,-14 1 113,0 0 0,1 0 0,-2-1 0,1 1 0,0-1 0,0 0 0,0 0 0,-1 0 0,1-1 0,-1 1 0,0-1 0,0 0 0,0 0 0,6-7 0,17-26-5508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63 7764,'0'0'19961,"0"-62"-18873,0 81-944,0 9 48,0 10 0,0 7-144,0 12-32,0 7-16,0 7-784,-5 3-1649,2-3-3938,3-10-5971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185 100 10645,'0'0'13686,"-9"-10"-12597,-30-31-316,38 40-751,0 0-1,1 1 1,-1-1-1,0 0 0,1 1 1,-1-1-1,0 0 1,0 1-1,0-1 0,1 1 1,-1 0-1,0-1 1,0 1-1,0-1 0,0 1 1,0 0-1,0 0 1,0 0-1,0 0 0,0-1 1,0 1-1,0 1 1,0-1-1,0 0 0,0 0 1,0 0-1,0 0 1,0 1-1,0-1 0,1 0 1,-1 1-1,0-1 1,0 1-1,0-1 0,0 1 1,1-1-1,-1 1 1,0-1-1,0 1 0,1 0 1,-2 1-1,-16 29-15,17-29 60,-6 17 26,2 0 1,0 0-1,0 0 0,2 0 0,1 0 0,0 1 0,2 0 0,0-1 0,1 1 0,1-1 0,7 33 0,-6-40-90,1 0 0,0-1 0,0 1-1,2-1 1,-1 0 0,1 0 0,1-1 0,0 0 0,1 0 0,-1-1-1,2 1 1,-1-2 0,2 1 0,12 9 0,-15-13 3,1-1 0,-1 1 0,1-1 0,0-1 1,0 0-1,1 0 0,-1 0 0,0-1 0,1 0 0,0-1 1,-1 1-1,1-2 0,0 1 0,0-2 0,-1 1 0,1-1 1,0 0-1,-1-1 0,1 0 0,-1 0 0,10-4 0,-7 1 1,-1 1 0,0-2 0,0 0 0,0 0 0,0-1 0,-1 0-1,0 0 1,-1-1 0,0 0 0,0-1 0,0 1 0,-1-2 0,-1 1 0,1-1-1,-2 0 1,1 0 0,-1-1 0,-1 1 0,0-1 0,-1 0 0,0-1-1,0 1 1,-1 0 0,0-14 0,-1 15 83,-1-1-1,-1 1 1,1-1 0,-2 1 0,0-1-1,0 1 1,-1 0 0,0 0-1,0 0 1,-1 0 0,-1 1 0,0-1-1,0 1 1,-1 0 0,-12-15-1,10 14-78,0 0 0,0 0-1,-1 1 1,0 0 0,-1 0 0,0 1-1,0 1 1,-1 0 0,0 0-1,0 1 1,0 0 0,-1 1-1,0 0 1,0 1 0,0 0-1,-1 1 1,1 1 0,-18-2-1,13 3-96,1 0-1,-1 1 0,0 1 1,-17 3-1,26-2-304,1 0-1,-1 0 1,1 1 0,0 0-1,0 0 1,0 0 0,0 1-1,1 0 1,-1 1 0,1-1-1,-6 7 1,-21 22-6214,-1 0-4150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5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12502,'0'0'13310,"0"-20"-12411,4-65-395,-3 82-485,-1 1-1,1 0 0,0-1 1,-1 1-1,1 0 1,0 0-1,0 0 0,1 0 1,-1 0-1,0 0 0,1 0 1,-1 0-1,1 0 1,0 1-1,-1-1 0,1 0 1,0 1-1,0 0 1,0-1-1,0 1 0,0 0 1,1 0-1,-1 0 1,0 0-1,0 1 0,1-1 1,2 0-1,4 0 32,0 0 1,0 1-1,-1 0 0,1 0 1,10 2-1,-15-1-50,0 0 3,0 0 1,-1 0 0,1 0 0,0 0 0,-1 1-1,1 0 1,-1 0 0,1 0 0,-1 0 0,0 0 0,0 1-1,0-1 1,0 1 0,0 0 0,0 0 0,-1 0-1,1 0 1,-1 0 0,0 1 0,0-1 0,0 1 0,-1-1-1,1 1 1,-1 0 0,0 0 0,0 0 0,0 5 0,3 12 22,0 1 0,-2 0 1,-1 36-1,-1-46-17,-1 5 7,-1 0 1,-1 0-1,0 0 0,-1-1 1,0 1-1,-2-1 0,-9 20 0,1 2-2,28-61-36,2 2-1,30-33 1,5-6-12,-29 31 53,1 2 69,-2 0-1,0-2 0,-2-1 1,-2 0-1,16-36 1,-33 65 496,0 15 64,-2 16-294,-1 0-1,-8 36 0,4-31-192,-4 55 0,10-65-465,0-7 216,0-1-1,2 1 1,2 20-1,-3-33-311,1-1 0,1 1 0,-1-1 0,1 1 0,-1-1 0,5 8 0,-4-9-79,-1-1-1,1 0 0,0 0 1,0 0-1,-1 0 1,1 0-1,1-1 0,-1 1 1,0-1-1,0 1 1,0-1-1,1 0 0,2 2 1,13-1-6588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11381,'0'0'10992,"23"4"-9893,-3-1-797,-1 1 1,33 12-1,-49-15-269,-1 1 0,0-1 0,0 1-1,0 0 1,-1 0 0,1 0 0,0 0 0,-1 0-1,1 1 1,-1-1 0,0 0 0,0 1 0,0-1-1,0 0 1,0 1 0,0 0 0,-1-1 0,1 1 0,-1-1-1,1 1 1,-1 0 0,0-1 0,0 1 0,-1 0-1,1-1 1,0 1 0,-1-1 0,-1 5 0,1 10 152,-2 5-21,0 0 0,-1 0-1,-2 0 1,0-1 0,-1 0 0,-1 0 0,-15 27 0,11-22 157,0 0 0,2 1 0,-13 54 1,23-80-297,-1 1 1,1-1 0,0 0 0,-1 1-1,1-1 1,0 1 0,0-1 0,0 1-1,0-1 1,0 0 0,0 1 0,0-1-1,0 1 1,1-1 0,-1 1 0,1-1-1,-1 0 1,1 1 0,-1-1 0,1 0-1,0 0 1,-1 1 0,1-1 0,0 0-1,0 0 1,0 0 0,1 1 0,1-1 17,0 0 0,0-1 0,0 1 1,0-1-1,0 0 0,0 0 0,0 0 1,0 0-1,0 0 0,0-1 0,0 1 1,6-3-1,23-7-4,-1-2 1,0-1-1,0-2 0,-1-1 1,36-25-1,4-2-566,19-5-4929,-56 29-1672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83 14615,'0'0'11021,"-10"27"-10680,-1 0-201,3-10-39,1 0-1,1 1 1,1 0 0,0 0 0,1 0 0,1 1 0,-1 33 0,3-26-20,1 0 0,1 0 0,2 0 0,0 0 0,13 47 0,-14-66-77,1 0-1,-1 0 1,2 0 0,-1-1-1,1 0 1,0 1-1,0-1 1,1 0-1,-1-1 1,1 1 0,1-1-1,-1 0 1,1 0-1,0-1 1,0 0-1,0 0 1,0 0 0,1-1-1,0 0 1,0 0-1,0 0 1,0-1 0,0 0-1,0-1 1,12 2-1,-5-1 16,0-1-1,0 0 0,0-1 0,0-1 1,19-3-1,-27 3-4,1-1 1,0 0-1,-1-1 0,1 1 1,-1-1-1,0 0 0,0 0 1,0-1-1,-1 0 0,1 0 1,-1-1-1,8-7 0,-2 0 31,-1 0-1,-1 0 1,0-1 0,-1-1-1,0 0 1,-1 0-1,0 0 1,-1-1-1,-1 0 1,-1 0-1,0 0 1,3-21 0,-6 23 23,0 0 0,-1 0 0,0 0 0,-1 0 0,0 0 0,-1 0 0,-1 0 0,0 1 0,0-1 0,-2 1 0,1 0 0,-2 0 0,1 0 0,-2 1 0,-9-15 0,3 8-30,-2 0-1,0 0 1,0 1 0,-2 2 0,0-1 0,-1 2-1,-22-15 1,34 25-121,0 1 1,0-1-1,-1 1 1,1 0-1,-1 1 0,0 0 1,0 0-1,0 0 0,0 1 1,0 0-1,0 0 0,0 1 1,-1 0-1,1 0 1,0 0-1,0 1 0,0 0 1,0 1-1,0 0 0,0 0 1,0 0-1,1 1 0,-1 0 1,1 0-1,-1 1 1,-10 7-1,-3 6-1432,1 1 0,0 1 0,1 1 1,-17 25-1,-14 24-5771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94 5394,'0'0'20626,"-17"-13"-19367,3 2-1052,0 1 1,-26-15-1,39 24-201,0 1 0,0 0 0,0-1 0,0 1 0,0 0 0,-1 0 1,1-1-1,0 1 0,0 0 0,0 0 0,0 0 0,0 0 0,-1 1 0,1-1 0,0 0 0,0 0 1,0 1-1,0-1 0,0 0 0,0 1 0,0-1 0,0 1 0,0 0 0,0-1 0,0 1 1,0 0-1,0-1 0,1 1 0,-1 0 0,0 0 0,0 0 0,1 0 0,-2 1 0,-12 35 93,12-31-74,-3 15 39,2 1 0,0 0 1,1 0-1,3 42 1,-1-28 2,1-17-48,0 0-1,2 0 1,0-1 0,1 1-1,1-1 1,0 0-1,1 0 1,2-1 0,-1 0-1,18 27 1,-21-37-28,1 1 0,0-1 0,0 0 0,1-1 0,0 1 1,0-1-1,0 0 0,1-1 0,0 1 0,0-1 0,1-1 0,-1 1 0,1-1 0,0-1 0,0 1 0,0-1 1,0-1-1,1 0 0,-1 0 0,1 0 0,0-1 0,-1 0 0,1-1 0,0 0 0,10-2 0,-12 0 11,1 0-1,-1-1 0,1 0 1,-1-1-1,0 1 0,0-1 0,0-1 1,-1 1-1,0-1 0,0 0 0,0-1 1,0 0-1,-1 0 0,0 0 1,0 0-1,0-1 0,4-9 0,3-4 21,-1-1 1,-1 0-1,-1 0 0,11-43 0,-15 47-14,-2 1 0,0-1 1,0-1-1,-2 1 0,0 0 0,-1 0 1,-1 0-1,0-1 0,-6-24 0,4 33-8,1 1 0,-2-1 0,1 1 0,-1 0 0,0 0 0,-1 1 0,0-1-1,0 1 1,-1 0 0,0 0 0,0 1 0,0 0 0,-1 0 0,0 0 0,0 1-1,-1 0 1,1 0 0,-1 1 0,0 0 0,-9-3 0,1 1-140,0 1-1,0 1 1,0 0 0,0 1 0,-1 1 0,0 0-1,1 1 1,-1 1 0,0 1 0,1 0 0,-26 6-1,28-4-628,0 1 0,0 0-1,1 1 1,0 1-1,-23 13 1,27-13-404,-1 0-1,1 1 0,1 1 1,-1-1-1,1 1 1,0 1-1,-11 15 1,-10 32-11132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29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290 179 12758,'0'0'12077,"-15"-18"-10876,-47-49-510,62 67-684,-1-1 0,1 1 0,-1-1-1,1 1 1,-1-1 0,1 1 0,-1 0 0,0-1 0,1 1 0,-1 0 0,0 0-1,1 0 1,-1-1 0,0 1 0,1 0 0,-1 0 0,0 0 0,0 0 0,1 0 0,-1 0-1,0 0 1,1 0 0,-1 1 0,0-1 0,1 0 0,-1 0 0,0 1 0,1-1-1,-1 0 1,0 0 0,1 1 0,-1-1 0,1 1 0,-1-1 0,1 1 0,-1-1-1,1 1 1,-1-1 0,1 1 0,-1-1 0,1 1 0,0 0 0,-1-1 0,1 1 0,-1 1-1,-11 36 95,9-28-57,-8 32 179,2 1 0,1 0 1,-2 48-1,8-68-176,2 1 0,0-1 0,2 0 0,0 0 1,2 0-1,1 0 0,11 36 0,-12-48-46,1-1-1,-1 0 1,2 0-1,-1 0 1,1-1-1,1 0 0,0 0 1,0 0-1,15 13 1,-16-17 7,0-1-1,1 0 1,-1-1 0,1 0-1,-1 0 1,1 0 0,0-1 0,0 0-1,0 0 1,1-1 0,-1 1 0,0-2-1,0 1 1,1-1 0,-1 0 0,10-2-1,-8 1 9,0-1-1,-1-1 0,1 0 1,0 0-1,-1-1 0,1 1 0,-1-2 1,0 1-1,-1-1 0,1-1 1,-1 1-1,0-1 0,0-1 0,-1 1 1,12-15-1,-3 1 3,-1-1 0,0-1-1,-2 1 1,17-42 0,-22 46-6,-1-1 1,-1-1 0,0 1-1,-2-1 1,0 0-1,-1 0 1,-1-29-1,-1 37-3,-1 0 0,0 0 0,0 0 0,-2 0-1,1 0 1,-1 1 0,-1-1 0,0 1-1,0-1 1,-1 2 0,-1-1 0,0 0-1,0 1 1,-8-9 0,3 6-14,-1 1-1,0 1 1,0 0-1,-1 0 1,-1 1-1,0 1 1,0 0 0,0 1-1,-1 1 1,0 0-1,0 1 1,-20-4-1,-12 1-1295,-1 2 1,-80 0-1,78 4-1033,-3-5-3935,23-11-3528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1342 7027,'0'0'6763,"-16"5"-5237,-47 14-16,43-12 3034,17-2-3195,18-3-647,4-4-505,1-1-1,-1-1 0,-1-1 1,1-1-1,-1 0 0,26-13 1,-8 4-70,969-370 564,-890 344-724,910-299 459,-570 217-269,217-60-5,123-23 865,-741 197-829,-38 7-139,0-1 0,0 0 1,-1-1-1,21-8 0,-31 11 38,1-1-1,-1 1 0,1 0 1,0 1-1,-1-1 1,7 1-1,14-1 107,7 0-353,-33 1 35,1 1 0,0-1-1,-1 1 1,1-1 0,0 1-1,-1-1 1,1 1 0,-1-1 0,1 1-1,-1 0 1,1 0 0,-1-1-1,1 1 1,-1 0 0,0-1-1,1 1 1,-1 0 0,0 0-1,0 0 1,1 0 0,-1-1-1,0 1 1,0 0 0,0 0-1,0 0 1,0 0 0,0-1-1,-1 1 1,1 0 0,0 0-1,-1 1 1,1-1-224,0 0-1,0 1 1,0-1-1,-1 0 1,1 0-1,0 0 1,-1 0-1,1 0 1,-1 0-1,0 0 1,1 0-1,-1 0 1,0 0-1,1 0 1,-1 0-1,-1 1 1,-30 15-9029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 8868,'0'0'9226,"-9"-1"-8781,-20-7 14,18 6 406,27 8 1061,316 130 2708,-101-37-4357,-26-14-142,146 52-235,-247-109 141,2-5 0,115 10 0,21 4 71,-79-7-41,287 63 15,-187-49 78,-194-36-96,0 2-1,128 38 0,51 24 167,-61-19 127,39 7 78,98 34 661,-257-69-871,1-3 1,0-2-1,2-4 1,136 15-1,-101-29-97,26 3-1176,-122-3 130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5426,'0'0'12894,"0"0"-12805,-1 0-1,1 0 0,-1 0 1,1 0-1,-1 0 0,1 0 1,-1 0-1,1 0 0,0 0 1,-1 1-1,1-1 0,-1 0 1,1 0-1,0 0 0,-1 1 1,1-1-1,-1 0 0,1 0 1,0 1-1,-1-1 0,1 0 1,0 1-1,0-1 0,-1 0 1,1 1-1,0-1 0,0 1 1,-1-1-1,1 0 1,0 1-1,0-1 0,0 1 1,0-1-1,0 1 0,0 0 1,67 72 3834,-12-16-2804,19 32-513,391 449 1394,-383-439-1826,124 199-1,-114-158-122,-22-46-37,4-4-1,88 83 1,-20-24 70,403 407 364,-90-146 11,-135-171-388,-56-45-134,162 106 66,-309-233 51,152 61 0,-227-109-50,-7-6 0,1-1 0,0-2-1,42 7 1,-35-9 66,73 25 0,-86-22-61,0-1 0,1-1-1,0-1 1,0-2 0,38 2 0,51 8-36,-84-9-13,73 3 0,-103-11 24,-5 1-16,1-1 0,-1 1 0,0 0 0,1 0 0,-1-1 0,1 1 0,-1 0 0,1 0 0,-1 1 0,0-1 0,1 0 0,-1 0 0,1 1 0,2 0 0,-8-16-5362,-13-5-1271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13302,'0'0'12697,"1"12"-12564,10 64 263,3 0 0,4-1 1,28 77-1,-44-145-344,0 1-29,2 1 1,-1 0 0,1-1 0,7 12 0,-11-19-16,1 0 0,-1 0 0,1 0 0,0 0 0,0 0 0,0 0 0,-1 0 0,1 0 0,0 0 0,0 0 0,0-1 0,0 1 0,0 0 0,0-1 0,1 1 0,-1-1 0,0 1 0,0-1 0,0 1 0,1-1 0,-1 0 0,0 0 0,0 0 0,1 0 0,-1 1 0,0-2 0,0 1 0,1 0 0,-1 0 0,0 0 0,0 0 0,1-1 0,-1 1 0,0-1 0,0 1 0,0-1 0,0 1 0,0-1 0,0 0 0,0 1 0,2-2 0,5-7 52,0 1 1,0-2-1,-1 1 0,0-1 1,0 0-1,-1 0 1,-1 0-1,7-16 1,22-37-10,-34 62-61,0 0 1,1 1 0,-1-1-1,1 1 1,-1-1 0,1 0-1,-1 1 1,1-1 0,0 1-1,-1 0 1,1-1 0,-1 1-1,1 0 1,0-1 0,-1 1-1,1 0 1,0-1 0,0 1-1,-1 0 1,1 0 0,0 0-1,0 0 1,-1 0 0,1 0-1,0 0 1,0 0 0,-1 0-1,1 0 1,0 0 0,-1 1-1,1-1 1,0 0 0,0 0-1,-1 1 1,1-1 0,0 0-1,-1 1 1,1-1 0,-1 1-1,1-1 1,-1 1 0,1-1-1,-1 1 1,1-1 0,-1 1-1,1 0 1,-1-1 0,1 1-1,-1 0 1,0-1 0,1 1-1,-1 0 1,1 0 15,12 15-64,25 26 173,-36-40-139,1 1 1,0-1-1,0 0 0,-1-1 1,1 1-1,0 0 0,0-1 0,0 0 1,1 0-1,-1 0 0,0 0 1,0 0-1,1 0 0,4-1 0,-6 0 29,0-1-1,0 0 1,1 0-1,-1 0 0,0 0 1,0-1-1,0 1 1,0 0-1,0-1 0,-1 1 1,1-1-1,0 0 0,-1 0 1,1 0-1,-1 0 1,1 0-1,-1 0 0,0 0 1,0 0-1,0 0 0,0 0 1,0-3-1,20-57 103,-20 59-104,3-14 57,0 0 0,-2-1 0,0 0 0,-1 1 0,0-1 0,-2 0 0,0 1 0,-1-1 1,-5-19-1,7 35-98,-1 0 0,0 0 1,1 1-1,-1-1 0,0 0 0,0 0 1,0 0-1,0 0 0,-1 1 1,1-1-1,0 1 0,-1-1 1,1 1-1,-1-1 0,0 1 1,1 0-1,-1 0 0,0 0 1,0 0-1,0 0 0,-3-1 1,4 2-183,0 0 0,0 0 1,0 0-1,0 0 0,0 0 1,0 0-1,0 0 0,0 1 1,-1-1-1,1 0 0,1 1 1,-1-1-1,0 1 1,0-1-1,0 1 0,0 0 1,0-1-1,0 1 0,1 0 1,-1-1-1,0 1 0,0 0 1,1 0-1,-1 0 0,1 0 1,-1 0-1,1 0 0,-1 0 1,1 0-1,-1 0 0,1 0 1,0 0-1,0 0 0,-1 0 1,1 0-1,0 0 0,0 0 1,0 0-1,0 1 0,0 18-6476,0-6-4859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6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15751,'0'0'12966,"61"100"-12342,-43-62-319,-2 0-225,-8 9-80,-3 0-176,-5 3-1233,0 2-1937,0-12-2720,0-4-4355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15927,'0'0'11894,"-3"11"-11801,-2 5-30,2 1 0,0 0 1,0-1-1,2 1 0,0 0 0,1 0 0,4 33 1,-2-36-50,0 0 0,1 0 0,0 0 0,1 0 1,1-1-1,0 1 0,1-1 0,1 0 0,0-1 1,14 20-1,-20-31-9,0 0 0,1 0 0,-1 0 0,0 0 0,1 0 0,-1 0 0,1 0 0,-1 0 1,1 0-1,-1-1 0,1 1 0,-1-1 0,1 1 0,0-1 0,-1 1 0,1-1 0,0 0 0,0 0 0,-1 0 0,1 0 1,0 0-1,-1 0 0,1-1 0,0 1 0,-1 0 0,1-1 0,0 0 0,-1 1 0,1-1 0,-1 0 0,1 0 0,-1 1 1,1-1-1,-1 0 0,0-1 0,1 1 0,1-2 0,6-5 44,0-1 0,0 0 0,13-19 0,-18 23-70,67-100 13,-70 104 0,-1 1 1,0 0-1,0 0 1,1 0-1,-1-1 1,0 1-1,1 0 1,-1 0-1,0 0 1,1 0-1,-1-1 0,0 1 1,1 0-1,-1 0 1,1 0-1,-1 0 1,0 0-1,1 0 1,-1 0-1,0 0 1,1 0-1,-1 0 1,0 0-1,1 1 0,-1-1 1,0 0-1,1 0 1,-1 0-1,0 0 1,1 1-1,-1-1 1,0 0-1,1 0 1,-1 0-1,0 1 1,0-1-1,1 0 0,-1 0 1,0 1-1,0-1 1,0 0-1,1 1 1,-1-1-1,0 0 1,0 1-1,0-1 1,0 0-1,1 1 0,9 18-15,-10-17 10,8 12 15,0-1-1,1 0 0,0 0 0,14 13 1,-21-24 1,0 1 0,0-1-1,0 0 1,0 0 0,0 0 0,1 0 0,-1 0 0,1-1 0,-1 1 0,1-1 0,0 1-1,-1-1 1,1 0 0,0 0 0,0-1 0,0 1 0,0 0 0,0-1 0,0 0 0,0 1-1,0-1 1,0-1 0,0 1 0,0 0 0,0-1 0,0 1 0,0-1 0,-1 0 0,1 0 0,5-2-1,-4-1 6,-1 1-1,1-1 0,-1 0 0,0 0 0,0 0 0,0 0 1,0 0-1,-1-1 0,0 0 0,0 1 0,0-1 0,0 0 1,-1 0-1,2-8 0,0-5 67,0 0 1,0-35-1,-2 44-30,-2-1 0,1 0 0,-1 0 0,-4-17-1,4 24-69,-1 0 1,1 0-1,0 0 0,-1 0 0,1 1 0,-1-1 0,0 0 1,0 1-1,0-1 0,0 1 0,0-1 0,-1 1 0,1 0 0,-1 0 1,1 0-1,-1 1 0,0-1 0,-4-1 0,9 22-16083,1-17 15481,0 0-1,0-1 1,0 1 0,0-1-1,0 0 1,0 1-1,0-2 1,0 1 0,0 0-1,1 0 1,5-1-1,52 2-277,-44-3 3156,26 0 2271,-25 0-3215,1 1-1,0 0 1,0 1-1,0 1 1,31 7-1,-46-7-1211,0-1-1,0 1 0,0 0 1,0 0-1,0 0 0,0 0 0,-1 1 1,1-1-1,-1 1 0,0 0 1,0 0-1,0 1 0,0-1 1,0 0-1,-1 1 0,0 0 1,1-1-1,-1 1 0,-1 0 0,1 0 1,-1 0-1,1 1 0,-1-1 1,0 0-1,0 0 0,-1 1 1,0-1-1,1 0 0,-2 9 1,0-2 37,0 0 1,-1 0 0,0-1-1,-1 1 1,0 0 0,-1-1-1,0 0 1,-1 0 0,0 0-1,-10 15 1,6-10 339,1 0 0,0 0 0,-7 26 0,14-40-398,1 0-1,-1-1 1,1 1 0,0 0 0,0 0 0,0 0 0,-1 0-1,1-1 1,0 1 0,0 0 0,0 0 0,0 0 0,0 0-1,1 0 1,-1-1 0,0 1 0,0 0 0,1 0 0,-1 0-1,0-1 1,1 1 0,-1 0 0,0 0 0,1-1 0,-1 1-1,1 0 1,1 0 0,-1 0-12,0 0-1,1-1 1,-1 1 0,1-1-1,-1 1 1,1-1-1,-1 0 1,1 0 0,0 1-1,-1-1 1,1 0 0,-1 0-1,4-1 1,53-16 559,29-30-370,3-2-941,-30 31-4585,-48 17-748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34 13670,'0'0'14015,"-1"-8"-13074,-1-17-728,1 51 23,3 71 607,-2-45-714,0 3-70,2 1 1,3 0 0,15 72 0,-20-128-58,0 1-1,0 0 1,0-1 0,0 1-1,0 0 1,0-1 0,0 1-1,0 0 1,1-1 0,-1 1-1,0 0 1,0-1 0,1 1-1,-1 0 1,0-1 0,1 1 0,-1-1-1,0 1 1,1-1 0,-1 1-1,1-1 1,-1 1 0,1-1-1,-1 1 1,1-1 0,-1 1-1,1-1 1,0 0 0,-1 0-1,1 1 1,-1-1 0,1 0-1,0 0 1,-1 1 0,1-1 0,0 0-1,-1 0 1,1 0 0,0 0-1,0 0 1,-1 0 0,1 0-1,0 0 1,-1-1 0,1 1-1,0 0 1,-1 0 0,1 0-1,-1-1 1,1 1 0,0 0 0,-1-1-1,1 1 1,-1 0 0,1-1-1,-1 1 1,1-1 0,-1 1-1,1-1 1,-1 1 0,1-1-1,-1 0 1,34-45 164,-25 32-134,3-3-15,-8 10-15,0 1-1,1 0 1,0 0 0,0 0 0,1 0 0,11-8-1,-16 14-13,-1 0-1,1 1 0,0-1 0,0 0 0,-1 1 0,1-1 1,0 1-1,0 0 0,-1-1 0,1 1 0,0-1 0,-1 1 0,1 0 1,-1-1-1,1 1 0,-1 0 0,0 0 0,1 0 0,-1-1 1,1 1-1,-1 0 0,0 0 0,0 0 0,1 1 0,-1 0-18,6 8 21,0 1 0,0-1 0,1 0 0,1 0 0,0 0 0,0-1 0,15 13 0,-19-19-7,0 0-1,0 0 1,0-1 0,0 1-1,0-1 1,0 0 0,1 0 0,-1 0-1,1 0 1,-1-1 0,1 0 0,0 0-1,-1 0 1,1 0 0,0-1 0,0 0-1,0 0 1,-1 0 0,1-1-1,0 0 1,0 0 0,8-2 0,-9 1 23,-1 0 0,1-1 1,0 1-1,-1-1 0,0 0 0,1 0 1,-1 0-1,0 0 0,0 0 1,-1-1-1,1 1 0,-1-1 0,0 0 1,0 0-1,0 0 0,0 0 1,-1 0-1,1 0 0,-1 0 0,0-1 1,0-4-1,3-12 43,-2-1-1,0-41 1,-2 53-40,0 0-58,-1-29 251,1 38-238,0 0 1,0 0-1,-1 0 0,1 0 1,0 0-1,0 0 0,-1 0 0,1 0 1,0 0-1,-1 0 0,1 1 1,-1-1-1,1 0 0,-1 0 0,1 0 1,-1 1-1,0-1 0,1 0 1,-1 1-1,0-1 0,0 0 0,1 1 1,-1-1-1,0 1 0,0-1 1,0 1-1,0 0 0,0-1 0,0 1 1,1 0-1,-3-1 0,0 22-9284,3-18 7726,0 16-6212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3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 4434,'0'0'18603,"17"-1"-18075,49 0-226,-65 1-296,0 0 1,0 0-1,0 1 1,0-1-1,0 0 1,0 1-1,0-1 0,0 1 1,0-1-1,-1 1 1,1-1-1,0 1 1,0 0-1,-1-1 1,1 1-1,0 0 0,-1 0 1,1 0-1,-1-1 1,1 1-1,-1 0 1,1 0-1,-1 0 1,1 0-1,-1 0 0,0 0 1,0 0-1,0 0 1,1 0-1,-1 0 1,0 0-1,0 0 0,0 0 1,0 0-1,-1 0 1,1 0-1,0 0 1,0 0-1,-1 2 1,-12 34 399,2-17-212,5-11-96,1 0-1,0 0 0,1 0 0,0 1 0,0-1 0,1 1 0,0 0 0,1 0 0,0 0 0,0 18 0,2-25-89,-1-1-1,2 0 0,-1 0 1,0 0-1,0 0 1,1 1-1,-1-1 0,1 0 1,-1 0-1,1 0 1,0 0-1,0 0 1,0 0-1,0 0 0,0 0 1,1-1-1,-1 1 1,0 0-1,1-1 0,0 1 1,-1-1-1,1 1 1,0-1-1,-1 0 1,1 0-1,0 0 0,0 0 1,3 1-1,3 1 209,1-1 0,-1-1 0,1 0 0,-1 0 0,1 0-1,9-2 1,-21 20 558,-2-15-798,0 0 0,-1 0 0,1-1 0,-1 0 0,0 0 0,0-1 0,0 1 0,-1-1 0,1-1 0,-11 3 0,-39 1-3698,25-5-2177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4269 5218,'0'0'8948,"11"-10"-4598,44-37-4375,33-35 219,93-78-20,248-189 136,-44 49 277,-260 199-45,133-139 1,-84 73-174,121-147 268,-49 69-215,-79 85-281,185-160 1115,35-37-1132,-248 184 325,-21 24 17,-50 70-332,112-164 1,-156 208-122,2 2 0,1 1 1,2 1-1,34-29 0,-45 42-4,59-66 6,-55 57-28,48-44 0,-1 10 36,-18 15 22,1 3 0,62-39 0,74-46 942,-174 119-1082,-12 8 71,0-1 1,-1 1-1,1 0 1,0 0-1,0 0 1,0 0-1,0 0 1,0 0-1,1 0 1,-1 1-1,0-1 1,3 0-1,-5 1-634,0 12-4484,-2 12 1103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1923 496,'0'0'13313,"-10"5"-11883,-32 14 355,31-14 3110,18-8-4433,148-84 627,96-48-561,428-178-675,-242 122 215,98-47 37,245-91 16,-629 269 97,115-60 281,12-8-287,127-48-130,-234 112 284,110-35-226,-273 97-538,20-5 979,-19 8-3762,-23 19-9735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 8740,'0'0'10306,"-4"-2"-9458,-9-6 177,25 9 701,33 14-397,-30-8-1163,73 33 258,1-3 0,146 39 0,-198-67-412,563 148-62,66 28 112,-202-64 174,-336-84-182,-9-8 7,225 22-1,-11-3-87,-233-34 8,2-4 1,196-8-1,-147-4 80,-34-2 363,173-30 1,-178 27-88,-16 1-77,-71 2-158,-1-1 0,26-9-1,27-7 173,189-42 276,-214 52-120,-42 10-352,0 0 0,0-1 1,0-1-1,0 0 0,-1 0 0,1-1 0,-1 0 0,13-7 1,-20 9-148,-1 0 0,1 1 0,-1-1 0,0 0 0,1 0 0,-1 0 0,0 0 0,0 0 0,-1 0 1,1 0-1,0-1 0,-1 1 0,1 0 0,-1 0 0,1-1 0,-1 1 0,0-3 0,-2-46-5356,1 37 2537,-3-35-6879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14 12966,'0'0'12115,"-4"1"-12054,3-1-55,0 1 0,0-1 0,0 0-1,0 1 1,0-1 0,0 1 0,0-1 0,0 1-1,1-1 1,-1 1 0,0 0 0,0-1 0,1 1-1,-1 0 1,0 0 0,1-1 0,-1 1 0,1 0-1,-1 0 1,1 0 0,-1 0 0,1 0 0,0 0-1,-1 0 1,1 0 0,0 1 0,1 38 374,25 50 302,-20-72-668,-4-9 1,-1-4-6,1 0 0,-1 0 0,1 1 0,-1-1 0,1 0 0,1-1 0,-1 1 0,1 0-1,0-1 1,0 1 0,5 5 0,-6-11 0,-1 1 0,1 0 0,-1 0 0,1-1-1,-1 1 1,1-1 0,-1 1 0,0-1 0,1 0-1,-1 1 1,1-1 0,-1 0 0,0 0 0,0 0-1,0 0 1,1 0 0,-1 0 0,0-1 0,0 1-1,-1 0 1,1 0 0,0-1 0,0 1 0,-1-1-1,1 1 1,0-1 0,0-1 0,-1 1 0,1 0 0,0 0 1,0 0-1,0 0 0,0 1 1,0-1-1,1 0 0,-1 0 0,0 1 1,1-1-1,-1 1 0,1 0 1,0-1-1,-1 1 0,1 0 0,0 0 1,0 0-1,0 0 0,4-1 1,43 11-133,-43-7 118,0-1 0,0 1 1,0-1-1,1 0 0,-1-1 0,12 0 1,-15 0 5,-1-1 0,0 1 0,0-1 0,0 0 0,0 0 0,0 0 0,0 0 1,0 0-1,0-1 0,0 1 0,0 0 0,-1-1 0,1 1 0,0-1 0,-1 0 1,0 0-1,1 1 0,-1-1 0,0 0 0,0 0 0,0 0 0,0 0 0,0-1 0,0-1 1,3-7 83,0-1 1,-2 0-1,1 0 1,-1 0 0,0-20-1,-1 28-14,-1-1 0,0 0 0,-1 0 0,1 1-1,-1-1 1,1 0 0,-2 0 0,1 1 0,0-1 0,-1 1 0,0-1-1,0 1 1,0 0 0,-1 0 0,1 0 0,-6-7 0,7 11-196,1 0 1,0 0-1,-1 0 0,1 0 1,0 0-1,0 1 1,-1-1-1,1 0 1,0 0-1,0 0 0,-1 0 1,1 1-1,0-1 1,0 0-1,0 0 1,-1 0-1,1 1 0,0-1 1,0 0-1,0 0 1,0 1-1,-1-1 1,1 0-1,0 0 0,0 1 1,0-1-1,0 0 1,0 1-1,0-1 1,0 0-1,0 0 0,0 1 1,0-1-1,0 0 1,0 1-1,0-1 1,0 0-1,0 0 0,0 1 1,0-1-1,0 0 1,1 1-1,-2 17-2751,1-17 2417,3 18-4824,13-4-2379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11669,'0'0'10189,"6"13"-9266,-4-6-842,3 6 109,1 0-1,0 0 1,0-1 0,12 17 0,-16-26-157,1 1 0,0 0 0,0-1 0,1 0 1,-1 0-1,1 0 0,-1 0 0,1 0 0,0-1 0,0 1 1,0-1-1,0 0 0,1-1 0,-1 1 0,0-1 0,1 0 1,-1 0-1,1 0 0,-1 0 0,6-1 0,-8 0 22,0-1 0,0 0 0,0 1 0,0-1 0,0 0 0,0 0 0,-1 0 0,1-1 0,0 1 0,-1 0 0,1-1 0,-1 1-1,1-1 1,-1 1 0,0-1 0,1 0 0,-1 0 0,0 0 0,0 1 0,0-1 0,-1 0 0,1 0 0,0 0 0,-1 0 0,1-4 0,13-57 1096,-14 60-1071,6-24 208,-6 27-282,0 0 1,0 0-1,0 0 0,0 0 1,0-1-1,0 1 0,0 0 0,0 0 1,1 0-1,-1 0 0,0 0 1,0 0-1,0 0 0,0-1 1,0 1-1,0 0 0,0 0 0,0 0 1,0 0-1,1 0 0,-1 0 1,0 0-1,0 0 0,0 0 1,0 0-1,0 0 0,0 0 1,1 0-1,-1 0 0,0-1 0,0 1 1,0 0-1,0 0 0,0 0 1,0 0-1,1 0 0,-1 1 1,0-1-1,0 0 0,0 0 0,0 0 1,0 0-1,0 0 0,1 0 1,-1 0-1,0 0 0,0 0 1,0 0-1,0 0 0,0 0 1,0 0-1,0 0 0,0 1 0,1-1 1,-1 0-1,0 0 0,0 0 1,0 0-1,0 0 0,0 0 1,0 0-1,0 1 0,0-1 0,0 0 1,0 0-1,12 43 828,-4-11-582,25 72-3368,-3 0-4655,-17-63-3688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7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 12726,'0'0'12096,"-6"-1"-11851,6 1-243,-1 0 0,0 0 0,0 0 0,0 0 0,0 0 1,1 0-1,-1 0 0,0 0 0,0 0 0,0 1 0,1-1 0,-1 0 0,0 0 0,0 1 0,0-1 0,1 1 0,-1-1 0,0 0 0,1 1 0,-1-1 0,0 1 0,1 0 0,-1-1 0,1 1 0,-1-1 0,1 1 0,-1 0 0,1 0 0,-1 1 0,0 0 17,1 1 1,-1-1 0,1 1-1,0 0 1,-1-1 0,1 1 0,1 0-1,-1-1 1,0 1 0,1 3 0,5 15 184,0-1 1,10 23 0,-6-17 3,-9-23-198,4 12 40,1 0 0,0 1 1,1-2-1,13 22 0,-20-35-42,1-1 0,-1 1 0,0-1 0,1 1-1,-1 0 1,1-1 0,-1 1 0,1-1 0,-1 1 0,1-1 0,-1 0-1,1 1 1,0-1 0,-1 1 0,1-1 0,0 0 0,-1 0 0,1 1 0,0-1-1,-1 0 1,1 0 0,0 0 0,0 0 0,-1 0 0,1 0 0,0 0-1,-1 0 1,1 0 0,0 0 0,0 0 0,-1 0 0,1 0 0,0-1-1,-1 1 1,1 0 0,0-1 0,-1 1 0,1 0 0,-1-1 0,1 1 0,0-1-1,-1 1 1,1-1 0,-1 1 0,1-1 0,0 0 0,20-32 539,-18 27-485,31-68 152,-34 73-216,1 1 1,-1 0-1,1 0 1,-1 0-1,1-1 1,-1 1-1,1 0 1,-1 0 0,1 0-1,-1 0 1,1 0-1,-1 0 1,1 0-1,-1 0 1,1 0-1,-1 0 1,1 0-1,-1 1 1,1-1 0,-1 0-1,1 0 1,-1 0-1,0 1 1,1-1-1,-1 0 1,1 0-1,-1 1 1,0-1-1,1 0 1,-1 1-1,1-1 1,-1 1 0,0-1-1,0 0 1,1 1-1,-1-1 1,1 2-1,14 18-87,-13-17 82,3 3 14,0 0 0,0 0 1,0-1-1,0 1 1,12 7-1,-16-12-5,0-1 0,0 1-1,0-1 1,0 1 0,0-1-1,0 1 1,0-1 0,0 0-1,0 1 1,0-1 0,0 0-1,1 0 1,-1 0 0,0 0-1,0 0 1,0 0 0,0 0 0,0 0-1,0 0 1,1-1 0,-1 1-1,0 0 1,0-1 0,0 1-1,0-1 1,0 1 0,0-1-1,0 0 1,0 1 0,0-1-1,-1 0 1,1 1 0,0-1-1,0 0 1,0 0 0,-1 0-1,1 0 1,-1 0 0,1 0 0,-1 0-1,1 0 1,-1 0 0,1 0-1,-1 0 1,0 0 0,1-1-1,-1 0 1,5-14 24,-1 1 0,0-1 1,-1 0-1,0 0 0,-1-31 0,-2 46-191,0 19-6043,0 3 2118,0-1-1609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4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6723,'0'0'16087,"12"6"-14291,5 3-1152,1 1 1,-2 0 0,1 2-1,24 22 1,-14-12-45,24 26-137,-49-45-464,1 0-1,-1 0 0,1 0 1,-1 1-1,0-1 0,0 1 0,-1-1 1,1 1-1,-1 0 0,0-1 0,0 1 1,0 0-1,0 0 0,0 5 1,-2-7-66,1 0 0,-1 0 0,0 1 0,0-1 1,0 0-1,0 0 0,0 0 0,0 0 1,-1 0-1,1 0 0,-1 0 0,1-1 0,-1 1 1,0 0-1,1-1 0,-1 1 0,0-1 1,0 0-1,0 0 0,0 0 0,0 0 0,-1 0 1,1 0-1,0 0 0,0 0 0,-1-1 1,1 0-1,0 1 0,-5-1 0,-9 3-2982,-1-1-1,-29-1 0,46-1 2821,-33 0-9781</inkml:trace>
  <inkml:trace contextRef="#ctx0" brushRef="#br0" timeOffset="1">32 126 8948,'0'0'17576,"143"-119"-17320,-114 112-256,-8 7-48,-3 0-848,-5 12-3234,-5 17-3970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114 197 8820,'0'0'14201,"-13"-8"-13579,6 4-554,-32-15 129,38 18-194,-1 1-1,1 0 1,0 0 0,0-1 0,0 1-1,0 0 1,0 0 0,-1 0-1,1 1 1,0-1 0,0 0 0,0 0-1,0 1 1,0-1 0,-1 0-1,1 1 1,0-1 0,0 1 0,0-1-1,0 1 1,0 0 0,0-1-1,1 1 1,-1 0 0,0 0-1,0 0 1,0 0 0,1 0 0,-1 0-1,0 0 1,1 0 0,-1 0-1,1 0 1,-1 0 0,1 0 0,0 0-1,-1 0 1,1 1 0,-5 15 41,1 0 1,0-1-1,2 1 1,0 1 0,0-1-1,2 0 1,0 0-1,1 0 1,6 33-1,-5-42-31,1 0-1,-1-1 0,1 1 1,0-1-1,1 0 0,0 0 1,0 0-1,0 0 0,1-1 1,0 1-1,0-1 0,1-1 1,0 1-1,0-1 0,0 0 1,1 0-1,-1-1 0,1 0 1,0 0-1,0 0 0,1-1 1,-1 0-1,11 2 0,-7-1 25,0-2 0,1 1-1,-1-2 1,0 1 0,1-2-1,-1 1 1,1-2 0,-1 1-1,1-2 1,11-2 0,-16 2 27,1-1 0,0 1 1,-1-2-1,1 1 0,-1-1 1,0 0-1,0-1 1,-1 1-1,1-1 0,-1-1 1,0 1-1,0-1 0,-1 0 1,9-12-1,-3 1 20,-1 0 0,-1-1 0,0 0 0,-1-1 0,-1 0 0,6-28 0,-9 32-59,-1 0 1,-1 0-1,0 0 1,-1 0 0,-1-1-1,-1 1 1,0 0-1,0 0 1,-6-19-1,5 27-20,-1 1 0,1-1 0,-2 1 0,1 0 0,-1-1 1,0 2-1,0-1 0,-1 0 0,1 1 0,-1 0 0,0 0 0,-1 0 0,1 1 0,-1 0 0,0 0 1,0 0-1,0 0 0,-13-4 0,3 2-84,0 1 0,0 1-1,0 0 1,0 1 0,0 0 0,-1 1 0,-17 1 0,30 1-86,-1 0 0,1 0 0,-1 1 0,1 0 0,-1-1 1,1 1-1,-1 1 0,1-1 0,0 1 0,0 0 0,0-1 0,0 2 0,0-1 1,-6 5-1,6-3-484,-1 1-1,1 0 1,0 0 0,0 1 0,0-1 0,1 1 0,0-1 0,0 1 0,-3 11 0,-12 41-6093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37 124 17160,'0'0'9596,"-4"12"-9574,0-5-17,1 1 1,1 0-1,-1 0 0,2 0 1,-1 0-1,1 0 1,0 0-1,0 1 1,1-1-1,1 0 1,-1 0-1,1 1 1,0-1-1,1 0 1,0 0-1,0 0 1,1 0-1,0-1 0,5 10 1,-1-7 3,0 0 0,1-1-1,0 0 1,0-1 0,1 0 0,0 0 0,0-1 0,1 0 0,0-1-1,0 0 1,1 0 0,0-1 0,-1 0 0,2-1 0,-1 0-1,0-1 1,1-1 0,0 1 0,0-2 0,-1 0 0,1 0-1,0-1 1,19-2 0,-20 1 11,-1 0-1,1-1 1,-1 0-1,1-1 1,-1 0-1,0 0 1,0-1-1,0-1 1,0 0 0,-1 0-1,0-1 1,0 0-1,0 0 1,-1-1-1,0 0 1,0-1-1,-1 1 1,1-2-1,-2 1 1,0-1 0,0 0-1,0 0 1,-1-1-1,0 1 1,6-21-1,-8 21 11,-1 0 0,0 0 0,0 0 0,-1 0 0,0 0 0,-1 0 0,0 0-1,0-1 1,-1 1 0,0 0 0,-1 0 0,0 0 0,-5-13 0,4 16-29,0-1 0,-1 1-1,0 0 1,0 1 0,-1-1 0,0 1 0,1-1 0,-2 2 0,1-1 0,-1 0 0,1 1 0,-1 0 0,-1 1-1,1-1 1,0 1 0,-1 0 0,-10-3 0,-8-1-186,-1 2-1,0 0 1,0 2-1,0 1 1,-1 1 0,1 1-1,-33 4 1,49-3-357,-1 0-1,1 1 1,-1 0 0,1 1 0,0 0-1,0 0 1,0 1 0,0 1 0,1-1-1,0 2 1,-14 9 0,-22 26-5328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124 173 15335,'0'0'7515,"-9"23"-6976,-3 0-324,7-12-88,-1 0 0,1 1 1,1-1-1,0 1 0,0 0 0,2 0 1,-1 0-1,1 1 0,1-1 0,0 13 0,0-14-79,1-1 0,0 1-1,1-1 1,0 0-1,0 1 1,1-1-1,1 0 1,0 0-1,0 0 1,0 0-1,2 0 1,-1-1-1,1 0 1,0 0 0,1 0-1,0-1 1,1 1-1,-1-1 1,2-1-1,-1 0 1,13 10-1,-14-12-40,-1-1-1,1 0 0,0 0 1,0 0-1,1-1 1,-1 0-1,1 0 0,0-1 1,-1 0-1,1 0 0,0-1 1,0 1-1,0-1 1,1-1-1,-1 0 0,0 0 1,0 0-1,0-1 1,0 1-1,0-2 0,0 1 1,0-1-1,0 0 0,0-1 1,-1 0-1,1 0 1,7-5-1,0-3 91,-1-1 0,0-1 0,-1 0 0,0-1 0,-2 0 0,1 0 0,-2-1 0,0-1 0,0 0 0,-2 0 0,8-23 0,-5 10 140,-2-1 0,-1 0 1,-1-1-1,-2 1 1,1-55-1,-5 79-218,0 0 0,-1-1 0,1 1 0,-1 0 0,0 0 0,-1 0 0,0 0 0,0 1 0,0-1 0,0 0 0,-1 1 0,0-1 0,0 1 0,0 0 0,-1 0 0,-8-9 0,6 9-21,-1-1-1,0 1 1,-1 1 0,1-1 0,-1 1-1,0 1 1,0-1 0,0 1 0,0 0-1,-1 1 1,-13-2 0,-4 0-251,0 1 0,1 1 1,-1 2-1,0 0 0,0 2 0,-31 5 0,-11 11-3264,2 8-3540,29-9-5453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84 8884,'0'0'6873,"-11"4"-5612,-37 16 3794,57-17-4208,16 1-578,464 7 1922,673 23-2143,-743-11 183,137 3-38,-444-27 210,172-24 0,98-11 71,-83 11 201,109-11-312,-198 20-208,-171 12-139,12 1 21,0-3 1,81-20-1,-107 20-34,48-18-606,-83 24-8113,-24 0 2353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 7619,'0'0'5993,"-23"0"-3969,-7-1-1225,-19 0-50,-7 1 4333,58 22-4703,0-18-346,0 1 0,0-1-1,1 0 1,0 0 0,-1 0 0,1 0-1,1 0 1,-1 0 0,0-1 0,1 0-1,0 0 1,8 6 0,58 29 595,-49-27-457,391 161 915,-19-8-286,-207-72-738,331 161 289,181 124 324,-603-322-580,152 64 0,113 20 47,-298-116-146,73 26 259,251 104 253,-268-97-354,4-4 0,171 48 0,-201-81 423,113 10-1,-171-25-512,21 1 181,56-3 0,-109-2-330,-13 0-1772,-46-1-4917,22-5 1265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9524,'0'0'8391,"-6"29"-6612,7-24-1581,0 1-1,0-1 0,1 0 1,-1 1-1,1-1 0,0 0 0,1 0 1,-1 0-1,1 0 0,0-1 1,0 1-1,0-1 0,1 1 0,4 3 1,65 59 964,-53-50-735,45 46-28,-2 3 0,86 118-1,-89-106-231,167 174 352,-2-2-200,202 293 695,-292-361-753,-44-55 10,114 119 0,97 93 227,-8-8-378,-198-232 8,130 104 1,313 224 164,-97-94-62,-257-197-155,-148-108-86,-21-14 4,1-1-1,0-1 0,1 0 0,0-2 1,1 1-1,0-2 0,0-1 0,1 0 1,21 4-1,12-1 49,-9-3-55,0 3 0,51 19 0,181 69 66,-212-75-1,111 27 0,-68-33-74,-65-12 4,-55 1-9560,-19-6 1062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7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2407 9764,'0'0'6137,"-9"10"-5132,-26 32 63,26-25 171,12-10 99,19-9 243,-17 1-1706,13-2 526,0-2-1,0 0 1,-1-1 0,33-16-1,68-44 186,-53 28-363,852-492 1133,-486 263-1217,205-112 565,-437 278-503,242-128 28,-14-27 288,-154 94 370,-162 100-681,111-80 0,-167 99 184,-36 26-309,1 1 0,1 1 0,0 1 1,1 1-1,0 1 0,33-12 0,-4 1-81,-43 19-6,1-1-1,0 1 0,0 0 0,0 1 1,0 0-1,1 1 0,18-3 0,-27 5-190,-2 7-1964,0-2 1758,0 0 1,-1-1-1,0 1 0,0-1 0,0 0 1,-1 1-1,1-1 0,-1 0 0,0 0 1,0-1-1,-1 1 0,1-1 0,-1 1 1,1-1-1,-1 0 0,0 0 0,-5 2 1,7-4 256,-72 54-6631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7:5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90 906 7523,'0'0'8314,"-15"5"-7111,-45 17-91,45-16 1423,19-6-2422,0 1 0,0-1 1,0 0-1,0 0 0,0 0 1,0-1-1,0 1 0,0-1 1,0 0-1,0 0 0,0-1 1,0 1-1,0-1 0,-1 0 1,5-2-1,5-2 187,201-80 1016,244-61 1,929-169 5,-1182 273-1219,-196 41-95,1095-211 781,-912 180-614,-21 2-184,343-16 1,-514 56-5541,-2 10-1740,-11 0-7526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10501,'0'0'7385,"-1"0"-7252,0 0 1,0 0 0,0 0-1,0 0 1,0 0 0,0 0-1,0 0 1,1 0 0,-1 1 0,0-1-1,0 0 1,0 1 0,0-1-1,0 0 1,0 1 0,-1 0 0,6 7 154,1-1 1,0-1-1,1 1 1,0-1 0,0 0-1,0 0 1,0 0 0,11 6-1,9 9 87,629 524 3061,-535-465-3075,154 76 0,-102-62 53,166 76 251,-145-77-412,-13-9-177,375 118-1,211-12 84,-378-89-106,-198-48 16,130 56 177,-300-103-196,-1 0 0,2-2 0,-1 0-1,0-2 1,1 0 0,34-2 0,-54 0-140,-7 0-2069,-26 0-1579,-20 0-2459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4768 4706,'0'0'7604,"-6"6"-6420,-26 18 6482,36-34-6299,11-14-1388,262-340 2338,-73 91-1896,-15 30-64,550-669 940,-672 838-1205,484-505 189,138-122 271,-342 352-405,-179 189-53,-128 117 71,35-50 1,-41 49-26,55-54-1,66-35-63,1-1-24,-128 107-25,0-2 0,-2-1-1,25-38 1,-44 56 61,0-1-1,-1 0 1,-1 0-1,7-23 1,-7 20-6,0 0 1,1 1 0,11-20 0,-2 7-104,2 0 1,2 1 0,0 1-1,2 1 1,0 0 0,2 2-1,39-32 1,-62 55-48,0 0 1,0 0-1,0-1 0,0 1 1,1 0-1,-1 0 1,0-1-1,0 1 0,0 0 1,1 0-1,-1 0 0,0 0 1,0-1-1,1 1 1,-1 0-1,0 0 0,1 0 1,-1 0-1,0 0 1,0 0-1,1 0 0,-1 0 1,0 0-1,1 0 1,-1 0-1,0 0 0,1 0 1,-1 0-1,0 0 0,0 0 1,1 0-1,-1 0 1,0 0-1,1 0 0,-1 0 1,0 1-1,0-1 1,1 0-1,-1 0 0,0 0 1,0 0-1,1 1 0,-1-1 1,0 0-1,0 0 1,0 1-1,0-1 0,1 0 1,-1 0-1,0 1 1,0-1-1,0 0 0,0 0 1,0 1-1,0-1 1,0 0-1,0 1 0,1-1 1,-1 1-1,-4 21-3748,3-18 3158,-1 1 1,0-1-1,0 0 0,-1 0 1,1 0-1,-1-1 0,-5 7 1,-44 38-8489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3016 11317,'0'0'5099,"-12"10"-4254,-35 33 36,35-32 407,17-13-906,33-16 422,-2-2 0,0-1 0,64-49 0,-51 35-557,595-452 1300,-48 34-170,254-99-590,17-12-390,-608 351-164,-177 140-83,3 4 0,146-92 0,-220 155-138,81-46 205,129-97 0,-142 97-103,-61 36-447,1 1-1,24-15 0,-4 8-4075,-42 37-5697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5 600 9941,'0'0'6739,"-1"0"-6644,1 1 0,-1 0 0,1-1 0,0 1 0,-1 0 1,1-1-1,0 1 0,-1 0 0,1 0 0,0 0 0,0-1 1,0 1-1,0 0 0,0 0 0,0 0 0,0-1 0,0 1 0,0 0 1,0 0-1,1-1 0,-1 1 0,0 0 0,1 1 0,10 2 233,0-1 0,1-1 0,-1 0 0,1 0 0,0-1-1,-1-1 1,1 0 0,17-2 0,4 1 158,-15 1-318,484-19 2163,549-155-749,-712 112-1453,427-22-1,-32 45 568,-401 6-272,-87 6-299,76-23 566,-218 32-506,-97 16-212,-10-2-140,-16-2-853,11 3-429,7 2 1174,0-1-1,1 1 1,-1 0-1,1-1 1,-1 1-1,1 0 1,0-1 0,-1 1-1,1-1 1,0 1-1,0 0 1,0-1-1,0 1 1,0-1 0,0 1-1,1-1 1,-1 1-1,0 0 1,1-1-1,-1 1 1,1 0 0,0-2-1,18-32-5446,-15 29 3837,14-29-8096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0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80 245 9957,'0'0'3841,"9"-21"-1066,30-64-361,-38 82-2097,1 0-1,-1-1 1,0 1-1,0 0 0,0 0 1,-1-1-1,1 1 1,-1 0-1,0-1 1,0-3-1,0 6-209,0 0 0,-1 1 0,1-1 1,0 0-1,0 0 0,-1 1 0,1-1 0,0 0 0,-1 1 1,1-1-1,-1 0 0,1 1 0,-1-1 0,1 0 1,-1 1-1,1-1 0,-1 1 0,0-1 0,1 1 0,-1-1 1,0 1-1,1 0 0,-1-1 0,0 1 0,-1-1 0,0 1-28,-1 0-1,0 0 1,1 0-1,-1 0 1,0 0-1,1 1 1,-1-1-1,1 1 1,-1 0-1,1-1 0,-1 1 1,1 0-1,-1 1 1,1-1-1,0 0 1,-3 2-1,-1 3-44,0-1 1,0 1-1,1 1 0,0-1 1,0 1-1,1-1 0,0 1 1,0 1-1,0-1 0,1 0 0,0 1 1,0 0-1,1 0 0,-2 12 1,-1 8 135,1 0 1,1 54 0,3-71-158,1 0 0,1 0 0,-1 0-1,2 0 1,0 0 0,0-1 0,1 1 0,0-1-1,1 0 1,0 0 0,0 0 0,1-1-1,1 0 1,-1 0 0,1 0 0,1-1 0,0 0-1,0 0 1,17 11 0,-10-8-6,1-2 0,0 1 0,0-2 0,1-1 0,0 0-1,0-1 1,0 0 0,1-2 0,0 0 0,0-1 0,28 2 0,-29-5-2,0 0-1,0 0 1,0-2-1,0 0 1,0-1-1,0-1 1,-1 0-1,23-10 1,-29 9-1,-1 0 0,1 0 1,-1-1-1,-1 0 0,1-1 0,-1 0 0,0 0 1,-1-1-1,0 0 0,0 0 0,0-1 1,-1 1-1,-1-2 0,8-14 0,-8 12 3,0-1 0,-1 0 0,0 0 0,-1-1 0,0 1 0,-1-1 0,-1 1 0,0-1 0,-1 0 0,0 0 0,-1 1 0,-1-1 0,0 0 0,-1 1 0,0 0 0,-1-1 0,0 2 0,-1-1 0,-1 0 0,0 1 0,-1 0 0,0 0 0,-1 1 0,0 0 0,-1 0 0,0 1 0,0 0 0,-22-16 0,17 14-26,-1 1 0,-1 1 1,1 1-1,-2 0 0,1 1 0,-1 1 1,0 0-1,-1 2 0,-22-5 0,12 4-984,0 3 1,-53-1-1,46 6-3084,12 10-3189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1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7684,'0'0'9799,"-8"-2"-7153,8 2-2593,0 0-1,0 0 0,0 0 1,0 0-1,0 0 0,0 1 1,0-1-1,0 0 1,0 0-1,0 0 0,0 0 1,0 0-1,0 0 0,0 0 1,0 1-1,0-1 1,-1 0-1,1 0 0,0 0 1,0 0-1,0 0 1,0 0-1,0 0 0,0 0 1,0 0-1,0 1 0,0-1 1,0 0-1,0 0 1,0 0-1,-1 0 0,1 0 1,0 0-1,0 0 0,0 0 1,0 0-1,0 0 1,0 0-1,0 0 0,0 0 1,-1 0-1,1 0 0,0 0 1,0 0-1,0 0 1,0 0-1,0 0 0,0 0 1,0 0-1,-1 0 1,1 0-1,0 0 0,0 0 1,0 0-1,0 0 0,0 0 1,0 0-1,0 0 1,-1 0-1,9 6 115,0 0-1,0-1 1,1 1-1,0-2 1,-1 1-1,1-1 1,12 3-1,6 5 63,285 104 752,-48-21-865,-209-71-81,-1 2 1,86 56-1,-66-31-44,183 113 15,-137-100 89,246 122-168,-193-107 45,296 183 0,-64-31 312,-97-61 272,-200-103-436,123 68 229,-142-91-219,19 9 71,181 119-1,-250-147-134,1-2 0,1-2-1,44 17 1,54 28 21,-49-31 44,-68-30 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43 7043,'0'0'8754,"-8"-5"-7991,-3-1-272,0 0 0,-1 1 0,1 1 0,-1 0 0,0 1 1,0 0-1,0 0 0,-1 1 0,-15 0 0,27 2-171,8 1-72,425 32 2923,-160-19-3055,622 3 376,-780-18-474,943-4 451,-673 24-186,-178-5-125,366 5 557,-447-15-377,0 4-1,182 37 1,-127-23-33,8 1-31,-166-15-588,-22-8 298,0 0-1,0 0 0,0 0 0,0 1 1,0-1-1,1 0 0,-1 0 0,0 0 1,0 0-1,0 1 0,0-1 1,0 0-1,0 0 0,0 0 0,0 0 1,0 1-1,0-1 0,0 0 0,0 0 1,0 0-1,0 1 0,0-1 0,0 0 1,0 0-1,0 0 0,0 1 1,0-1-1,0 0 0,0 0 0,0 0 1,0 1-1,0-1 0,0 0 0,0 0 1,0 0-1,0 0 0,-1 1 0,1-1 1,0 0-1,0 0 0,0 0 1,0 0-1,0 0 0,-1 0 0,1 1 1,0-1-1,0 0 0,-39 13-2225,-1-6-1992,-62 4 1,5-8-4062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137 104 5170,'0'0'5131,"-10"-11"-3776,4 3-1525,-1 0 779,1 0 0,-1 1 0,-1-1 0,1 1 0,-1 1 1,0 0-1,-1 0 0,1 0 0,-1 1 0,0 0 0,-18-6 0,20 9 654,9 2-495,24 4-310,61 8-959,40-9-4341,-59-3-214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2206 4882,'-3'1'10492,"-15"9"-8517,9 1-19,11-7-301,26-7 21,-18 1-1752,17-5 501,-1-2 0,1 0 1,-1-2-1,-1-1 0,32-20 1,19-8 31,141-58 175,366-110 1,535-171 424,-793 263-882,329-148 18,-547 219-159,85-40 83,343-210 1,-271 138 229,-179 113-343,-62 33-10,0 0 0,30-21 0,21-34 104,-35 29-244,-11 10 213,-2-1 0,-1-1-1,-1-1 1,30-50 0,-53 77-194,1 1 1,-1-1-1,0 1 1,0-1 0,1 1-1,-2-1 1,1 0-1,0 1 1,0-6-1,-1 7-307,0 0-1,0 0 0,0 0 0,-1 0 1,1 0-1,0 0 0,-1 0 0,1 0 0,0 0 1,-1 0-1,1 0 0,-1 0 0,0 0 1,1 0-1,-1 1 0,0-1 0,1 0 0,-1 0 1,0 1-1,0-1 0,0 0 0,0 1 1,1-1-1,-1 1 0,0-1 0,-2 0 0,-22-10-9705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98 109 6211,'0'0'10957,"0"-13"-8842,0-43-140,0 17 4281,-3 47-3425,-2 9-3050,-37 265 1040,24-184-617,4 1 0,-2 108-1,16-202-201,0-1 0,0 1 0,0-1 0,1 1 0,0-1 0,-1 0 0,1 1 0,1-1 0,-1 0-1,1 0 1,0 1 0,0-1 0,0 0 0,0-1 0,0 1 0,1 0 0,0-1 0,0 1-1,0-1 1,0 0 0,1 0 0,-1 0 0,1-1 0,-1 1 0,1-1 0,0 0 0,0 0 0,0 0-1,0 0 1,1-1 0,-1 1 0,0-1 0,1 0 0,-1-1 0,1 1 0,-1-1 0,7 0-1,13 0 14,0 0-1,0-2 1,0 0-1,0-2 0,-1 0 1,1-2-1,-1-1 0,40-17 1,-18 2-224,0-2 0,-2-1 0,48-39-1,-88 62-23,0 0-1,-1 0 1,1 0-1,-1 0 1,1-1-1,-1 1 1,0-1-1,0 1 1,0-1-1,-1 0 1,1 0-1,0 0 1,-1 0-1,0 0 1,2-4-1,-2-35-11143,-3 18 3042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12758,'0'0'12374,"45"-121"-11670,-13 97-96,7 3-368,1 0-208,2 4 0,-5 3-32,-6 9-80,-7 5-912,-8 0-1681,-8 5-1697,-8 19-1153,0 2-2785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6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12342,'0'0'14134,"87"15"-13269,-34-15-641,-1-7 0,-1-1-144,-4-1-80,-2 2-144,-8 2-1649,-8 5-3153,-3 0-2882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14343,'0'0'11413,"-8"0"-10287,96-2-639,-21 0-406,-1 3 1,92 13-1,-157-14-91,0 0 0,0 1 1,0-1-1,-1 0 0,1 1 1,0-1-1,0 0 0,0 1 1,0-1-1,-1 1 0,1 0 1,0-1-1,0 1 0,-1-1 1,1 1-1,0 0 0,-1 0 1,1-1-1,-1 1 0,1 0 1,-1 0-1,1 0 0,-1 0 1,0 0-1,1 0 0,-1-1 1,0 1-1,0 0 1,0 0-1,0 0 0,1 0 1,-1 0-1,-1 0 0,1 0 1,0 0-1,0 0 0,0 0 1,0 0-1,-1 0 0,0 1 1,0 2-8,0 1 1,-1-1-1,0 0 0,0 0 1,0 0-1,0 0 1,-6 6-1,-18 17 10,-48 39 0,53-50 5,0 2 0,1 0 0,1 1 0,1 1 0,-25 35 0,43-54 1,-1 0 1,1-1 0,-1 1-1,1-1 1,-1 1 0,1 0-1,0-1 1,-1 1-1,1 0 1,0 0 0,0-1-1,0 1 1,-1 0 0,1 0-1,0-1 1,0 1 0,0 0-1,0 0 1,0-1-1,0 1 1,1 0 0,-1 0-1,0-1 1,0 1 0,0 0-1,1-1 1,-1 1 0,0 0-1,1-1 1,-1 1-1,1 0 1,-1-1 0,0 1-1,1-1 1,0 1 0,-1-1-1,1 1 1,-1-1 0,1 1-1,-1-1 1,1 1-1,0-1 1,0 0 0,-1 1-1,1-1 1,0 0 0,-1 0-1,1 0 1,0 1 0,0-1-1,-1 0 1,1 0-1,0 0 1,0 0 0,0-1-1,58 1-7,-39-1 29,31-1-134,70-10 0,-47 0-5128,-49 8-906,-2 3-4375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2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16488,'0'0'11669,"-2"24"-11557,2 2 224,0 5-144,5 4-192,-2 5 48,-3 1-48,0 1-432,0 3-1537,0-7-3217,0-5-5203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 11605,'0'0'12217,"-5"0"-11430,-15 0-158,16 0-178,11 0 363,141-8 281,-91 2-1437,86 4 0,-146 17-245,-7-1 544,-1-1 0,0-1 1,0 0-1,-2 0 1,1-1-1,-27 17 0,16-11 40,-35 29-85,106-45 22,-27-3 39,1-2 1,-1 0 0,25-9 0,27-12-4153,-25 8-3519,-25 10 1364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3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9780,'0'0'11387,"1"0"-11225,0 0 0,0-1 0,1 1 0,-1 0 0,0 0 0,0 0 0,0 0 0,1 0 0,-1 0 0,0 1 0,0-1 0,0 0 0,1 0 0,-1 1 0,0-1 0,0 1 0,2 1 0,-3 8-89,0 0-1,0 1 1,-1-1 0,0 0 0,-1 0-1,-1 0 1,1 0 0,-1 0-1,-1 0 1,0-1 0,-7 12 0,-1 8-34,11-28-27,0 0-1,1-1 1,-1 1-1,1 0 0,0 0 1,-1 0-1,1-1 1,0 1-1,-1 0 0,1 0 1,0 0-1,0 0 0,0 0 1,0-1-1,0 1 1,0 0-1,0 0 0,0 0 1,0 0-1,0 0 1,0 0-1,0-1 0,1 1 1,-1 0-1,0 0 1,1 0-1,-1 0 0,0-1 1,1 1-1,-1 0 0,1-1 1,0 2-1,28 1 488,-15-4-469,8-1-46,-1-1 0,1-1 0,-1-1 0,1-1 0,-1-1 0,-1 0-1,22-12 1,16-5-3240,0 5-4313,-33 13-2447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3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 8292,'0'0'16474,"-8"0"-15652,-17 1-297,40-1-72,58-2 33,225-3-320,-296 5-171,-1 0 0,0 0 0,0 0-1,0 1 1,1-1 0,-1 1 0,0-1 0,0 1 0,0-1 0,0 1 0,1 0 0,-1-1 0,0 1 0,0 0 0,-1 0-1,1 0 1,0 0 0,0 0 0,0 0 0,-1 0 0,1 0 0,0 0 0,-1 0 0,1 0 0,-1 1 0,1-1 0,-1 0 0,0 0-1,1 1 1,-1-1 0,0 0 0,0 0 0,0 1 0,0-1 0,0 0 0,0 0 0,0 1 0,0-1 0,-1 0 0,1 0-1,0 1 1,-1-1 0,0 2 0,-1 4-5,0-1 0,0 0 0,-1 1 0,0-1 0,0 0 0,0 0 0,-6 7 0,-152 151-76,39-43 180,121-121-93,1 0 1,0 0 0,0 0 0,0 1 0,0-1-1,0 0 1,-1 0 0,1 0 0,0 1 0,0-1-1,0 0 1,0 0 0,0 1 0,0-1 0,0 0-1,0 1 1,0-1 0,0 0 0,0 0-1,0 1 1,0-1 0,0 0 0,0 0 0,0 1-1,0-1 1,0 0 0,0 0 0,0 1 0,1-1-1,-1 0 1,0 0 0,0 0 0,0 1 0,0-1-1,1 0 1,-1 0 0,0 0 0,0 1 0,0-1-1,1 0 1,-1 0 0,0 0 0,0 0-1,0 0 1,1 1 0,-1-1 0,0 0 0,0 0-1,1 0 1,-1 0 0,0 0 0,1 0 0,-1 0-1,0 0 1,0 0 0,1 0 0,-1 0 0,0 0-1,0 0 1,1 0 0,-1 0 0,0 0-1,1-1 1,22 2 212,-20-1-169,28-2 44,-1 0-1,0-2 1,0-2-1,-1 0 1,1-2 0,-1-1-1,37-18 1,-11 0-3826,-3-3-3960,-42 23 1244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3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31 1745,'0'0'19102,"12"-5"-18563,2-2-358,-9 4-102,-1 1 0,1-1 0,0 1 0,0 0 0,0 1 0,0-1 0,1 1 0,-1 0 0,0 0-1,1 1 1,9 0 0,-14 0-56,0 1-1,0 0 1,0 0-1,0 0 1,0 0 0,0 0-1,0 0 1,0 1-1,-1-1 1,1 0-1,-1 0 1,1 0-1,0 1 1,-1-1-1,0 0 1,1 1-1,-1-1 1,0 0 0,0 1-1,0-1 1,0 0-1,0 1 1,0-1-1,0 0 1,-1 3-1,-1 40 542,-8-5-419,8-32-136,0 0 0,0 1 1,1-1-1,-1 0 0,1 11 0,1-17-8,1 0 0,0 1 0,-1-1 0,1 0-1,0 0 1,0 0 0,-1 0 0,1-1 0,0 1 0,0 0-1,0 0 1,0 0 0,0-1 0,0 1 0,1-1 0,-1 1-1,0-1 1,0 1 0,0-1 0,2 1 0,35 10 1,-29-8 0,-7-3 26,0 1 1,0 0 0,-1-1 0,1 1 0,0 0 0,-1 0 0,1-1-1,-1 1 1,1 1 0,-1-1 0,1 0 0,-1 0 0,0 0 0,0 1-1,0-1 1,0 1 0,2 1 0,-3-2 1,0 0-1,0 0 1,0-1 0,0 1-1,0 0 1,0 0 0,0 0-1,0 0 1,-1 0 0,1 0-1,0-1 1,0 1 0,-1 0-1,1 0 1,0 0 0,-1-1-1,1 1 1,-1 0-1,1 0 1,-1-1 0,0 1-1,1 0 1,-1-1 0,1 1-1,-1-1 1,0 1 0,0-1-1,1 1 1,-1-1 0,0 1-1,0-1 1,0 0 0,0 0-1,1 1 1,-1-1 0,-2 0-1,-25 10 106,-1-2-1,-39 6 1,-17 4-6435,68-12 732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8980,'0'0'15028,"-1"0"-15022,1 0 0,0 0 0,-1 0 0,1 0 0,0 0 0,-1 0-1,1 0 1,0 0 0,-1 1 0,1-1 0,0 0 0,-1 0 0,1 0-1,0 0 1,-1 1 0,1-1 0,0 0 0,0 0 0,-1 1 0,1-1 0,0 0-1,0 0 1,-1 1 0,1-1 0,0 0 0,0 1 0,0-1 0,0 0 0,-1 1-1,1-1 1,0 0 0,0 1 0,0-1 0,0 1 0,-1 2 63,1 0-1,0 0 1,-1 0 0,1 0 0,0 0 0,1 0 0,-1 0-1,0 0 1,1 0 0,0 0 0,0 0 0,1 4-1,20 43 466,-11-26-359,2 9-3,-9-19-146,1 0-1,1-1 1,0 0 0,1 0 0,0 0 0,14 18-1,-20-30-12,0 0-1,0 0 1,0 0-1,0 0 1,0 0-1,0-1 1,0 1-1,0 0 1,0 0-1,0-1 1,0 1-1,1-1 1,-1 1-1,0-1 1,1 1-1,-1-1 1,0 0-1,0 0 1,1 1-1,-1-1 1,0 0-1,1 0 1,-1 0-1,0-1 1,1 1-1,-1 0 1,0 0-1,1-1 1,-1 1-1,0-1 1,0 1-1,2-2 1,2-1 14,0-1 1,-1 0-1,1 0 1,-1-1-1,8-9 1,15-13 187,-24 27-211,0 1 0,0-1 0,0 0 1,1 1-1,-1 0 0,0 0 0,0 0 0,-1 0 1,1 0-1,0 1 0,0-1 0,0 1 1,-1-1-1,1 1 0,-1 0 0,1 0 0,1 3 1,15 8 47,-11-9-46,0-1 0,0 0 1,0 0-1,0-1 0,1 0 0,-1 0 1,1-1-1,0 0 0,-1 0 1,1-1-1,0-1 0,-1 1 0,15-4 1,-21 3 28,0 0 1,-1 0-1,1 0 0,-1-1 1,1 1-1,-1-1 1,1 1-1,-1-1 0,0 0 1,0 1-1,0-1 0,0 0 1,0 0-1,0 0 1,0 0-1,-1 0 0,1 0 1,-1 0-1,1 0 1,-1 0-1,0-2 0,2-51 1183,-2 42-920,0 4-451,0 2 343,0-1 0,0 0-1,-1 1 1,0-1 0,-2-8 0,3 14-330,-1 1 0,1-1 0,-1 0 0,0 1 0,0-1 1,1 1-1,-1 0 0,0-1 0,0 1 0,0 0 0,0 0 1,-1-1-1,1 1 0,0 0 0,0 0 0,-1 0 0,1 0 1,-1 1-1,1-1 0,-1 0 0,1 0 0,-1 1 1,1-1-1,-1 1 0,0 0 0,1-1 0,-1 1 0,1 0 1,-4 0-1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12182,'0'0'8838,"25"0"-7824,134-2 472,-158 2-1482,1 0 0,-1 0 0,1 0-1,-1 0 1,1 1 0,-1-1 0,1 0 0,-1 1 0,1-1-1,-1 1 1,0-1 0,1 1 0,-1 0 0,0 0 0,1-1-1,-1 1 1,0 0 0,0 0 0,0 0 0,0 1 0,0-1-1,0 0 1,1 1 0,-1 1 3,1 0-1,-1 1 0,0-1 1,0 0-1,-1 0 1,1 1-1,0-1 1,-1 0-1,0 1 0,0 3 1,-1 11 11,-1-1 1,-1 1-1,-7 20 1,7-24-16,-11 75-190,12-29-7768,2-36-428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14311,'0'0'8366,"-1"13"-8217,-1 11-8,1 1-1,1-1 0,1 1 0,2-1 0,0 0 0,1 0 0,14 43 0,-18-66-108,1 0 0,-1 0 0,0 0 0,1 0 0,-1 0-1,0 0 1,1 0 0,-1 0 0,1 0 0,0 0 0,-1 0 0,1 0 0,0 0 0,-1-1 0,1 1 0,0 0-1,0 0 1,0-1 0,0 1 0,0-1 0,0 1 0,0-1 0,0 1 0,0-1 0,0 1 0,0-1 0,0 0 0,0 0-1,0 1 1,0-1 0,0 0 0,0 0 0,0 0 0,0 0 0,1 0 0,-1 0 0,0-1 0,0 1 0,0 0-1,0-1 1,0 1 0,0 0 0,0-1 0,0 1 0,0-1 0,0 0 0,0 1 0,0-1 0,-1 0 0,1 1 0,0-1-1,1-1 1,7-7 347,15-11 2,-23 19-388,0 1 0,0 0 0,-1-1-1,1 1 1,0 0 0,0 0 0,0 0-1,-1 0 1,1-1 0,0 1 0,0 0 0,0 1-1,-1-1 1,1 0 0,0 0 0,0 0-1,0 0 1,-1 1 0,1-1 0,0 0 0,0 1-1,-1-1 1,1 0 0,0 1 0,-1-1-1,1 1 1,0-1 0,-1 1 0,1-1-1,-1 1 1,1 0 0,-1-1 0,1 1 0,0 1-1,1 2-10,6 8 4,1 1 0,1-2 1,-1 1-1,23 19 0,-30-29 19,-1-1 0,1 1 1,0-1-1,0 0 1,0 0-1,0 1 0,0-1 1,0 0-1,0-1 0,0 1 1,0 0-1,0-1 1,0 1-1,0-1 0,1 0 1,-1 1-1,0-1 1,0 0-1,0 0 0,1-1 1,-1 1-1,0 0 1,0-1-1,0 1 0,0-1 1,0 0-1,1 0 0,-1 0 1,0 0-1,-1 0 1,1 0-1,0 0 0,0-1 1,0 1-1,-1-1 1,1 1-1,-1-1 0,1 0 1,-1 1-1,0-1 1,0 0-1,1 0 0,0-4 1,3-3 24,-1 0-1,0 0 1,-1 0 0,0 0 0,0-1 0,-1 1 0,0-1 0,0-14-1,0-1 86,-2 0-1,-4-29 0,4 54-149,0-1 1,0 1 0,0-1-1,0 1 1,0-1 0,0 1-1,-1-1 1,1 1 0,0-1-1,0 1 1,0-1 0,-1 1-1,1-1 1,0 1 0,-1 0-1,1-1 1,0 1-1,-1-1 1,1 1 0,0 0-1,-1-1 1,1 1 0,-1 0-1,1 0 1,-1-1 0,1 1-1,-1 0 1,1 0 0,-1 0-1,1-1 1,-1 1 0,1 0-1,-1 0 1,0 0 0,0 0-310,1 0 0,-1 0 0,0 0 0,0 1-1,0-1 1,0 0 0,1 0 0,-1 1 0,0-1 0,0 0 0,1 1 0,-1-1 0,0 1 0,1-1 0,-1 1 0,0-1 0,1 1 0,-1-1 0,1 1 0,-1 0 0,0-1 0,1 1 0,0 0 0,-1-1 0,1 1 0,-1 0 0,1 0 0,0-1 0,0 1 0,-1 0 0,1 0 0,0 1 0,0 15-7844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5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86 12086,'0'0'10588,"0"11"-9817,-1 12-464,1 55 857,1-71-1095,-1 0-1,1 0 1,1-1 0,-1 1 0,1 0 0,0-1-1,1 1 1,-1-1 0,6 9 0,24 22 209,-25-30-183,0 0 1,-1 0-1,0 1 0,0 0 0,-1 0 1,0 0-1,7 15 0,-12-22-89,0 1-1,0 0 1,0-1-1,0 1 0,0 0 1,0-1-1,0 1 1,-1 0-1,1-1 1,0 1-1,-1-1 1,0 1-1,1 0 1,-1-1-1,0 0 1,0 1-1,0-1 0,0 1 1,0-1-1,0 0 1,0 0-1,0 0 1,0 1-1,-1-1 1,1 0-1,0 0 1,-1-1-1,1 1 1,-1 0-1,1 0 0,-1-1 1,1 1-1,-1-1 1,-2 1-1,-9 3 8,0 0 1,-1-1-1,-15 2 0,20-4 2,-74 3-36,82-4 19,1-1 0,-1 1 0,1 0 0,0 0 0,-1 0 0,1 0 0,-1 0 0,1 0 0,-1 0 0,1-1 0,0 1 1,-1 0-1,1 0 0,0 0 0,-1-1 0,1 1 0,0 0 0,-1-1 0,1 1 0,0 0 0,-1-1 0,1 1 0,0 0 0,0-1 1,0 1-1,-1 0 0,1-1 0,0 1 0,0-1 0,0 1 0,0 0 0,0-1 0,0 1 0,0-1 0,2-22-111,14-19-40,52-42-191,-43 54 193,-1-1-1,23-37 0,-41 59 182,-1-1 0,-1 1-1,1-1 1,-2 0 0,1 0-1,-1 0 1,-1 0-1,0-1 1,0 1 0,-1-1-1,-1 0 1,0-15 0,-1 25-14,1 0 0,-1 0 0,0 0 1,1 0-1,-1 0 0,0 0 1,0 0-1,0 0 0,0 1 0,1-1 1,-1 0-1,0 1 0,0-1 0,-1 1 1,1-1-1,0 1 0,0-1 1,0 1-1,0 0 0,0-1 0,0 1 1,-1 0-1,1 0 0,0 0 0,0 0 1,0 0-1,-1 0 0,0 1 1,-40 1-129,37-1-46,0 0 0,0 1 0,0 0 0,0 0 1,0 0-1,0 0 0,1 1 0,-1 0 0,1 0 0,-1 0 1,1 0-1,0 1 0,-5 5 0,1 1-1595,-1 0 1,1 0-1,1 1 0,-9 17 1,-2 13-8328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41 8852,'0'0'13067,"0"-8"-11599,1-15-450,-3 14-336,-3 21-360,-5 37-31,3 0 1,1 0-1,3 0 0,3 58 0,0-77-330,9-33 172,68-77-5,-77 79-130,1 1 1,-1 0-1,0 0 1,1-1-1,-1 1 1,1 0-1,-1 0 1,0 0-1,1 0 0,-1 0 1,1-1-1,-1 1 1,0 0-1,1 0 1,-1 0-1,1 0 0,-1 0 1,1 0-1,-1 0 1,0 1-1,1-1 1,-1 0-1,1 0 0,-1 0 1,0 0-1,1 0 1,-1 1-1,1-1 1,-1 0-1,0 0 0,1 1 1,-1-1-1,0 0 1,1 0-1,-1 1 1,0-1-1,0 0 0,1 1 1,-1-1-1,0 1 1,0-1-1,1 1 1,9 19-112,-8-15 98,3 4 18,0 0 1,1 0-1,0-1 0,1 0 0,8 9 0,-14-16-3,0 0 1,0 0-1,0 0 1,0 0-1,0 0 0,0 0 1,0 0-1,0 0 0,0 0 1,0-1-1,1 1 1,-1 0-1,0-1 0,0 1 1,1-1-1,-1 1 1,1-1-1,-1 0 0,0 1 1,1-1-1,-1 0 1,1 0-1,-1 0 0,0 0 1,1 0-1,-1-1 0,1 1 1,-1 0-1,0-1 1,1 1-1,-1-1 0,0 1 1,0-1-1,1 1 1,-1-1-1,0 0 0,0 0 1,0 0-1,0 0 1,0 0-1,0 0 0,0 0 1,0 0-1,0 0 0,0 0 1,0 0-1,0-3 1,4-6 14,0 0 1,-2 0-1,1 0 1,-1 0-1,0-1 1,-1 1 0,-1-1-1,0 0 1,0 0-1,-1 1 1,-1-18-1,1 27-126,-1 1 0,1-1 1,0 0-1,-1 0 0,1 0 0,0 0 0,-1 0 0,1 1 0,-1-1 0,1 0 0,-1 0 0,0 1 0,1-1 0,-1 0 0,0 1 0,1-1 0,-1 1 0,-1-1 0,2 0 50,0 1 0,-1 0 0,1 0 0,0 0 0,0 0-1,-1 0 1,1 0 0,0-1 0,0 1 0,-1 0 0,1 0 0,0 0 0,0 0-1,-1 0 1,1 0 0,0 0 0,0 0 0,-1 0 0,1 0 0,0 0 0,0 0-1,-1 0 1,1 0 0,0 1 0,0-1 0,-1 0 0,1 0 0,0 0 0,0 0 0,-1 0-1,1 0 1,0 1 0,0-1 0,0 0 0,-1 0 0,1 0 0,0 1 0,0-1-1,0 0 1,0 0 0,0 1 0,-1-1 0,1 0 0,0 0 0,0 1 0,0-1 0,0 0-1,0 0 1,0 1 0,0-1 0,0 0 0,0 0 0,0 1 0,0-1 0,0 0-1,0 0 1,0 1 0,0 4-991,3 23-6110,13-14 844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33 6323,'0'0'15543,"-1"-6"-14887,2 4-646,-1 1 1,0 0-1,0 0 0,-1 0 0,1 0 0,0 0 1,0-1-1,-1 1 0,1 0 0,0 0 0,-1 0 0,1 0 1,-1 0-1,1 0 0,-1 0 0,0 0 0,1 0 0,-1 0 1,0 0-1,0 1 0,0-1 0,1 0 0,-1 0 0,-2 0 1,1 1-11,0 0 1,0 0 0,1 0 0,-1 0 0,0 0 0,0 1 0,1-1-1,-1 1 1,0-1 0,1 1 0,-1 0 0,0-1 0,1 1-1,-1 0 1,1 0 0,-1 0 0,1 0 0,0 1 0,-1-1 0,-1 2-1,-2 3-5,0-1-1,0 1 1,1 0-1,-1 0 1,1 0-1,-4 9 1,7-14-21,0 0-1,0 1 1,1-1 0,-1 1 0,0-1-1,1 1 1,-1-1 0,1 1-1,-1-1 1,1 1 0,0-1 0,0 1-1,0 0 1,0-1 0,0 1 0,0-1-1,0 1 1,0 0 0,1-1 0,-1 1-1,0-1 1,1 1 0,-1-1 0,1 1-1,0-1 1,0 1 0,-1-1 0,1 0-1,0 1 1,0-1 0,0 0-1,1 0 1,-1 0 0,2 2 0,1-1 20,0-1 1,0 1 0,-1 0 0,1 1-1,-1-1 1,1 0 0,-1 1 0,0 0-1,0 0 1,0 0 0,0 0 0,-1 0-1,1 1 1,-1-1 0,0 1 0,0-1 0,0 1-1,0 0 1,-1 0 0,0 0 0,1 0-1,-1 0 1,-1 0 0,1 0 0,-1 0-1,1 1 1,-1-1 0,-1 5 0,1 118 1660,0-75-9905,0-68-325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15175,'0'0'10431,"-3"3"-10332,2-1-92,0 0 0,-1 1-1,1-1 1,0 0 0,0 1 0,0-1 0,1 1-1,-1-1 1,1 1 0,-1-1 0,1 1 0,0-1-1,0 1 1,0-1 0,0 1 0,1-1 0,-1 1-1,0-1 1,1 1 0,0-1 0,1 5 0,28 71 245,-14-38-64,-15-38-179,-1 0 1,1-1-1,-1 1 0,1 0 1,0 0-1,-1-1 1,1 1-1,0-1 1,0 1-1,0-1 0,0 1 1,0-1-1,1 1 1,-1-1-1,0 0 1,1 0-1,-1 0 1,1 0-1,-1 0 0,1 0 1,-1 0-1,3 1 1,-2-2 2,0 0 1,0 0 0,0-1 0,0 1 0,0-1-1,0 1 1,-1-1 0,1 1 0,0-1 0,0 0-1,-1 0 1,1 0 0,0 0 0,-1 0 0,1 0-1,-1 0 1,1-1 0,-1 1 0,0-1-1,3-2 1,7-9 0,-9 10-16,-1 1-1,1 0 0,0-1 1,0 1-1,0 0 0,0 0 1,0 0-1,1 1 0,-1-1 1,0 0-1,1 1 0,0 0 1,-1-1-1,1 1 0,0 0 1,-1 0-1,1 1 0,0-1 1,0 0-1,0 1 1,0 0-1,-1 0 0,7 0 1,-3 0 52,1 1 0,-1-2 0,1 1 0,0-1 1,-1 0-1,1 0 0,10-4 0,-15 4-21,0-1 0,0 1 0,0-1 0,0 0 0,0 1-1,0-1 1,0 0 0,-1 0 0,1 0 0,-1-1 0,1 1 0,-1 0 0,0 0 0,0-1 0,0 1-1,0-1 1,0 1 0,-1-1 0,1 1 0,-1-1 0,0 1 0,1-6 0,-1 8-10,3-51 736,-3 48-748,1 1-1,-1-1 1,0 0-1,-1 0 1,1 0 0,0 0-1,-1 0 1,0 0 0,0 0-1,0 0 1,0 0-1,0 1 1,-3-5 0,-1 4 26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4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10757,'0'0'12550,"6"-5"-12278,-1 19-224,3 3-96,0-1-80,-6-1-1457,6-1-1328,0-2-3170,5-5-4002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8612,'130'6'3399,"-104"-5"3303,-26 4-6298,1 1 0,-1-1 0,1 0 0,1 1 0,-1-1 0,1 0 0,0 0 0,0 0 0,0 0 1,1 0-1,0-1 0,0 1 0,0-1 0,4 5 0,-2-4-369,-1 0 0,1 0 0,0 0-1,1-1 1,-1 0 0,1 0 0,0 0 0,0 0 0,0-1-1,1 0 1,-1-1 0,1 1 0,-1-1 0,1-1 0,0 1-1,11 0 1,-15-2-17,-1 0 1,1 0-1,0 0 0,0 0 0,-1-1 0,1 1 0,0-1 1,-1 0-1,1 0 0,-1 0 0,1 0 0,-1 0 0,1-1 0,-1 1 1,0-1-1,0 1 0,0-1 0,0 0 0,0 0 0,0 0 1,0 0-1,-1 0 0,1-1 0,-1 1 0,1 0 0,-1-1 0,0 1 1,1-4-1,1-3 143,-1 0 0,0 0 1,-1 0-1,0 0 0,-1 0 1,1 0-1,-3-14 0,2 21-146,-1 0 0,0-1 0,0 1 0,0 0 0,0 0-1,0 1 1,0-1 0,-1 0 0,1 0 0,-1 0 0,1 1 0,-1-1 0,0 1 0,1-1 0,-1 1-1,0 0 1,0 0 0,0 0 0,0 0 0,0 0 0,0 0 0,0 0 0,0 1 0,0-1-1,-1 1 1,1-1 0,-3 1 0,-65-6-1606,67 6 1154,1 0 0,-1 0 0,1 0 0,-1 0-1,0 1 1,1-1 0,-1 1 0,1-1 0,-1 1-1,1 0 1,-1 0 0,1 0 0,0 0 0,-4 3 0,-8 11-6289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 13030,'0'0'12694,"-5"-11"-12614,7 25-16,14 7-64,2 3 0,-2 2-16,0 2 16,-5 3-192,-9 2-1169,3 5-1984,-5-2-3843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20 171 13430,'0'0'13604,"-3"1"-13450,2 1-133,-1-1-1,0 1 1,1 0-1,-1 0 1,1 1-1,0-1 1,0 0-1,0 0 0,0 1 1,0-1-1,0 0 1,1 1-1,-1-1 1,1 1-1,0-1 1,-1 1-1,1-1 1,0 1-1,0-1 0,1 0 1,-1 1-1,1-1 1,-1 1-1,1-1 1,0 1-1,1 1 1,-1 2-12,0 0 1,1 0 0,0-1 0,0 1 0,0-1-1,1 1 1,0-1 0,0 0 0,0 0-1,1 0 1,5 6 0,-8-10-4,1 0 0,-1 0 0,1-1 1,0 1-1,-1 0 0,1-1 0,-1 1 0,1-1 0,0 0 0,0 1 0,-1-1 1,1 0-1,0 0 0,-1 0 0,1 0 0,0 0 0,0 0 0,-1-1 0,1 1 1,0-1-1,-1 1 0,1-1 0,0 0 0,-1 1 0,1-1 0,-1 0 0,1 0 1,-1 0-1,0 0 0,1 0 0,-1 0 0,0-1 0,2-1 0,5-6 5,0 0 0,0-1 1,9-16-1,-11 17-26,31-49 36,-37 58-23,0-1 1,0 1 0,1 0-1,-1-1 1,0 1 0,1 0-1,-1-1 1,0 1-1,1 0 1,-1 0 0,0 0-1,1-1 1,-1 1 0,1 0-1,-1 0 1,0 0-1,1 0 1,-1 0 0,1 0-1,-1 0 1,0 0-1,1 0 1,-1 0 0,1 0-1,-1 0 1,1 0 0,-1 0-1,0 0 1,1 0-1,-1 0 1,1 0 0,-1 1-1,0-1 1,1 0 0,-1 0-1,0 0 1,1 1-1,-1-1 1,0 0 0,1 1-1,-1-1 1,1 1 0,10 13-26,-10-13 27,2 4 2,1-1 0,0 1 0,0-1-1,0 0 1,1-1 0,-1 1-1,1-1 1,0 0 0,0 0-1,0 0 1,0-1 0,0 0 0,1 0-1,-1 0 1,1 0 0,0-1-1,-1 0 1,1 0 0,0-1-1,-1 0 1,12 0 0,-15-1 1,0 0-1,0 0 1,0 0 0,1 0-1,-1 0 1,0 0-1,0 0 1,-1-1 0,1 1-1,0-1 1,0 0 0,-1 1-1,1-1 1,-1 0 0,1 0-1,-1 0 1,0 0 0,0 0-1,0 0 1,0 0 0,0 0-1,0-1 1,0 1 0,-1 0-1,1 0 1,-1-5 0,3-8 203,-2 0 0,1-28 0,-2 38-96,0-1-6,-1 0 1,0 0-1,1 0 0,-2 0 0,1 1 0,-1-1 0,0 0 1,0 1-1,0 0 0,-1-1 0,0 1 0,-4-7 0,4 9-252,1 0 0,-1 0 0,0 0 0,1 1 0,-1-1 0,0 1-1,-1-1 1,1 1 0,0 0 0,-1 0 0,1 1 0,-1-1-1,1 0 1,-1 1 0,0 0 0,0 0 0,0 0 0,0 1 0,-6-1-1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7155,'0'0'20698,"8"78"-20218,-5-42-112,4-5-192,1 2-144,-2-5-32,1-4-624,-1-3-977,4-9-1872,6-7-1858,3-5-4241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14343,'0'0'14326,"45"71"-14070,-27-40-192,-4 2-64,-1 0-16,-8 3-752,0 0-1249,-2-6-2753,0-1-4242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18072,'0'0'10282,"2"13"-10138,4 17 13,1 0 0,2 0 0,1 0 0,2-1 1,0-1-1,24 39 0,-35-66-153,0 1 1,0-1-1,0 0 1,0 0-1,1 1 1,-1-1-1,0 0 1,1 0-1,-1 0 1,1 0-1,-1-1 1,1 1 0,-1 0-1,1-1 1,0 1-1,-1-1 1,1 1-1,0-1 1,-1 0-1,1 1 1,0-1-1,0 0 1,-1 0-1,1-1 1,0 1 0,0 0-1,-1 0 1,1-1-1,0 1 1,-1-1-1,1 0 1,-1 1-1,1-1 1,-1 0-1,1 0 1,-1 0-1,1 0 1,-1 0-1,0 0 1,1 0 0,-1-1-1,2-1 1,7-8 27,1-1 1,-1 1 0,14-24 0,-17 25-45,41-69 242,-47 79-49,21 17-114,-15-10-76,1 1-1,-1-1 1,2 0-1,-1-1 1,1 1 0,0-2-1,0 1 1,0-1-1,13 4 1,-19-8 7,1 0 0,-1 1 0,1-1 1,-1-1-1,1 1 0,-1-1 0,1 1 0,0-1 0,-1 0 0,1 0 0,0-1 1,-1 1-1,1-1 0,-1 0 0,1 1 0,-1-2 0,1 1 0,-1 0 0,1-1 1,-1 1-1,0-1 0,0 0 0,0 0 0,0-1 0,0 1 0,-1 0 0,1-1 0,-1 0 1,1 1-1,1-5 0,1 0 20,-1-1 1,0 0 0,0 0-1,-1 0 1,0 0-1,-1-1 1,0 1 0,0-1-1,0 0 1,-2 0-1,1 1 1,-1-1 0,0 0-1,-2-13 1,2 18-53,-1 0 1,1 0-1,-1 0 0,0 1 1,-1-1-1,1 0 0,0 0 1,-1 1-1,0-1 0,0 1 1,0 0-1,0-1 1,-1 1-1,1 0 0,-1 0 1,0 0-1,0 1 0,0-1 1,0 1-1,0-1 1,0 1-1,-1 0 0,1 0 1,-1 1-1,0-1 0,1 1 1,-1 0-1,0 0 1,0 0-1,0 0 0,0 1 1,0-1-1,-4 1 0,7 0-99,1 1 0,-1-1-1,0 0 1,1 1 0,-1-1-1,1 0 1,0 1 0,-1-1-1,1 1 1,-1-1 0,1 1-1,0-1 1,-1 1-1,1-1 1,0 1 0,-1-1-1,1 1 1,0-1 0,0 1-1,0 0 1,-1-1 0,1 1-1,0-1 1,0 1 0,0 0-1,0-1 1,0 1-1,0 0 1,0 24-3584,0-20 2079,0 16-5355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15959,'0'0'13575,"0"102"-13063,0-61-304,0-1-176,0 0-32,-8-2 0,3-7-784,5-3-1121,0-11-1281,0-10-2160,18-7-5331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8756,'0'0'13961,"16"2"-13433,47 11-141,-62-12-374,0 0-1,0-1 1,0 1-1,0-1 0,0 1 1,-1 0-1,1 0 1,0-1-1,0 1 1,0 0-1,-1 0 1,1 0-1,0 0 1,-1 0-1,1 0 1,-1 0-1,1 0 0,-1 0 1,0 0-1,1 0 1,-1 0-1,0 0 1,0 1-1,0-1 1,0 0-1,0 0 1,0 0-1,0 0 1,0 0-1,0 1 0,-1 0 1,-13 33 230,14-34-231,-28 45 222,22-38-64,0 1 1,0 0-1,1 0 0,0 0 0,1 1 0,0-1 0,0 1 0,1 0 0,1 0 0,-1 1 0,0 13 0,4-23-151,1 0-1,-1 0 0,1-1 0,-1 1 0,1-1 0,-1 0 0,1 1 0,0-1 0,-1 0 1,1 0-1,-1 0 0,1 0 0,0 0 0,2-1 0,0 1 31,11-2-25,-1 0 0,1-2 0,0 1 0,-1-2 0,0 0-1,0-1 1,0 0 0,-1-1 0,14-9 0,36-16-250,-37 21-294,37-17-2847,-20 8-2935,3-4-6082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16456,'0'0'10893,"0"14"-10779,0-9-116,4 106 39,-2-97-18,0-1 0,0 0 0,1 0 0,1 0 0,0-1 0,0 1 0,10 16 0,-13-28-13,0 0-1,0 0 1,0 0 0,0 0 0,0 0-1,1 0 1,-1 0 0,0 0-1,0-1 1,1 1 0,-1 0-1,0-1 1,1 1 0,-1-1 0,1 0-1,-1 1 1,1-1 0,-1 0-1,0 0 1,1 0 0,-1 0 0,1 0-1,-1 0 1,1 0 0,-1-1-1,1 1 1,-1 0 0,1-1-1,-1 1 1,0-1 0,1 0 0,1-1-1,50-30 190,-40 23-183,-7 5-9,13-7 22,-18 11-33,-1 0 1,1 0 0,-1 0 0,1 0-1,0 0 1,-1 0 0,1 0-1,-1 0 1,1 0 0,-1 0-1,1 0 1,-1 0 0,1 1-1,-1-1 1,1 0 0,-1 0-1,1 0 1,-1 1 0,1-1-1,-1 0 1,1 1 0,-1-1 0,1 0-1,-1 1 1,0-1 0,1 1-1,-1-1 1,0 0 0,1 1-1,-1-1 1,0 1 0,0-1-1,1 1 1,-1-1 0,0 1-1,0 0 1,2 4-7,5 16-2,0-1 0,2 0-1,0 0 1,1-1 0,2 0-1,20 28 1,-30-45 16,-1-1-1,0 1 1,0-1-1,1 1 1,-1-1 0,1 0-1,-1 0 1,1 0-1,0 0 1,-1 0 0,1 0-1,0 0 1,0-1 0,0 1-1,0-1 1,-1 1-1,1-1 1,0 1 0,0-1-1,0 0 1,0 0-1,0 0 1,0 0 0,0-1-1,3 0 1,-2 0 17,0-1 0,0 0 0,0 1-1,0-1 1,0-1 0,-1 1 0,1 0 0,-1-1 0,1 1 0,-1-1 0,0 0 0,0 0 0,2-3-1,2-5 180,0-1-1,-1 1 0,0-1 0,-1 0 0,0 0 1,4-24-1,-6 11 198,0 0 1,-2 1-1,-3-33 1,2 56-437,1 1 0,0-1 0,-1 1 0,1-1-1,-1 1 1,1 0 0,-1-1 0,1 1 0,-1-1 0,1 1 0,-1 0 0,1 0 0,-1-1 0,1 1 0,-1 0 0,0 0 0,1-1 0,-1 1 0,1 0-1,-1 0 1,0 0 0,1 0 0,-1 0 0,1 0 0,-1 0 0,0 0 0,1 0 0,-1 0 0,1 1 0,-1-1 0,0 0 0,1 0 0,-1 1 0,1-1-1,-1 0 1,1 0 0,-1 1 0,1-1 0,-1 1 0,1-1 0,-1 1 0,-2 5-846,1 0 0,0 0 0,0 1 0,0-1 0,1 1 0,0-1 0,0 1 0,0-1 0,1 1 0,1 11 0,-1-10-564,0 26-6070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13830,'0'0'13479,"8"38"-13111,-3-7 0,-5 7-128,0 4-208,0-2 32,0 3-64,0-3-592,-5-9-1009,5-5-2113,0-7-1952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13206,'0'0'10541,"9"3"-10397,-6-2-134,0 0-5,-1-1 0,1 1-1,-1 0 1,1 0 0,-1 0 0,0 0 0,0 0 0,1 0 0,-1 1 0,0-1 0,0 1 0,0-1 0,-1 1 0,1 0 0,0 0-1,-1 0 1,1 0 0,-1 0 0,1 0 0,-1 0 0,0 1 0,0-1 0,0 0 0,0 1 0,-1-1 0,1 0 0,0 1-1,-1-1 1,0 4 0,1 3 25,0 0 0,1 1 0,0-1 0,0 0-1,1 0 1,0-1 0,1 1 0,0-1-1,0 1 1,1-1 0,0-1 0,0 1 0,1-1-1,0 1 1,0-2 0,0 1 0,11 7 0,-16-13-21,1 0 1,-1 0 0,1 1-1,-1-1 1,0 0 0,1 1-1,-1-1 1,0 1 0,0-1-1,0 1 1,0 0 0,0-1-1,-1 1 1,2 3 0,-2-5 9,0 1 0,0 0 0,0-1 1,0 1-1,0 0 0,0 0 0,-1-1 0,1 1 1,0 0-1,0-1 0,-1 1 0,1-1 1,0 1-1,-1 0 0,1-1 0,-1 1 0,1-1 1,-1 1-1,1-1 0,-1 1 0,1-1 0,-1 1 1,1-1-1,-1 0 0,-1 1 0,-5 2 97,-1 0-1,1 0 1,-1-1-1,0-1 0,-11 2 1,8-1-210,-50 7 59,-43 8-1770,39 2-5482,36-5-2419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23 158 1777,'0'0'11586,"-2"-22"-6346,2-7-3969,0 15-394,0 0 0,-1 0 1,-1 0-1,0 1 0,-9-24 3218,10 47-2285,-2 34-1053,3 57-1161,4-46 116,3 0 0,19 73 0,-25-123-72,0-1-1,1 0 1,-1 0 0,1 0 0,0-1 0,0 1 0,1 0 0,3 4 0,-4-7-154,-1 1-1,1-1 1,-1 0 0,1 1-1,-1-1 1,1 0-1,0 0 1,0 0-1,0 0 1,-1-1 0,1 1-1,0-1 1,3 1-1,20 1-8307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14038,'0'0'10528,"5"13"-10008,17 42-322,-21-53-187,0 1 1,1 0-1,-1 0 1,1-1-1,-1 1 1,1-1-1,0 0 1,0 1 0,0-1-1,1 0 1,-1 0-1,0 0 1,1 0-1,-1-1 1,1 1-1,5 2 1,-6-4-6,0 1 0,0-1 0,1 0 1,-1 0-1,0 0 0,0 0 0,1 0 0,-1 0 0,0 0 0,0-1 1,1 1-1,-1-1 0,0 0 0,0 0 0,0 0 0,0 0 0,2-1 1,2-2 103,-1 1 1,0-2-1,0 1 1,0 0 0,-1-1-1,1 0 1,-1 0-1,0 0 1,-1-1 0,1 1-1,-1-1 1,3-6-1,-4 7 1192,-1-1-937,-11 7-2992,-3 2 695,-11 6-3270,0 4-2607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7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10309,'0'0'15505,"0"-8"-14291,0-18-719,0 35-104,1 59 57,41 269 531,-40-323-979,12 46 0,-14-60 8,0 1-1,0-1 1,1 1-1,-1-1 1,0 1-1,1-1 1,-1 1-1,1-1 1,-1 0-1,1 1 1,-1-1-1,1 0 1,-1 1-1,1-1 1,-1 0-1,1 1 1,-1-1-1,1 0 1,-1 0-1,1 0 1,0 0-1,-1 1 1,1-1-1,-1 0 1,1 0-1,-1 0 1,1 0-1,0 0 1,-1 0-1,1-1 1,-1 1-1,1 0 1,0 0-1,-1 0 1,1 0-1,-1-1 1,1 1-1,-1 0 1,1-1-1,-1 1 1,1 0-1,-1-1 1,1 1-1,-1-1 1,0 1-1,1 0 1,-1-1-1,1 0 1,19-22 219,6-18 12,-3-2-1,-2-1 1,-1 0-1,13-48 1,36 206 236,-66-111-474,0 1-1,0-1 1,0 0 0,0 0 0,1 0 0,-1 0 0,1-1 0,0 1-1,0-1 1,0 0 0,0 0 0,0-1 0,0 1 0,1-1-1,-1 0 1,0 0 0,1 0 0,-1 0 0,1-1 0,-1 0 0,1 0-1,-1 0 1,1 0 0,-1-1 0,6-1 0,-6 0 1,1 0 0,-1 0 0,0 0 0,0 0 0,0-1 0,0 0 0,0 0 0,0 0 1,-1 0-1,0 0 0,1-1 0,-1 0 0,-1 1 0,1-1 0,0 0 0,-1-1 0,0 1 0,0 0 0,0-1 0,0 1 1,-1-1-1,0 1 0,1-7 0,3-15 64,-2 0 0,0-1 1,-3-47-1,0 64-61,-1 0 0,0-1 0,-1 1-1,0 0 1,-1 0 0,0 0 0,-1 0 0,0 1 0,0-1-1,-1 1 1,0 0 0,-10-13 0,15 21-58,-1 0-1,0 0 1,1 0 0,-1 0 0,0 0-1,0 0 1,1 0 0,-1 1 0,0-1-1,0 0 1,0 0 0,0 1 0,0-1-1,0 0 1,0 1 0,-1-1 0,1 1-1,0 0 1,0-1 0,0 1 0,0 0-1,-1 0 1,1-1 0,0 1 0,0 0-1,-1 0 1,1 0 0,0 1 0,-2-1-1,2 1-129,-1 1 0,1-1 0,0 1 0,-1-1 0,1 1 0,0-1 0,0 1 0,0-1 0,0 1 0,0 0 0,0 0 0,1 0 0,-1-1 0,1 1 0,-1 0 0,0 2 0,0 4-911,0 0 0,0 1 0,0-1 0,1 0 1,0 0-1,0 0 0,1 0 0,2 9 1,19 15-5681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14070,'0'0'15213,"1"3"-14469,6 64-209,9 134-656,-17-188-496,1 26-574,5-22-1765,5-8-3299,5-8-2122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14519,'0'0'13267,"0"7"-12867,-1 22-389,0 52 116,1-76-130,0 0 0,1-1 0,0 1 0,0 0 0,0-1 0,0 1 0,1 0 0,-1-1 0,1 0 0,0 1 0,1-1 0,-1 0 0,5 5 0,-6-7-32,1-1 0,-1 0 0,1 1-1,-1-1 1,1 0 0,-1 0-1,1 0 1,0 0 0,0 0 0,0-1-1,-1 1 1,1-1 0,0 1 0,0-1-1,0 1 1,0-1 0,0 0 0,0 0-1,0 0 1,0 0 0,0 0 0,0-1-1,0 1 1,-1 0 0,1-1 0,0 0-1,3-1 1,-2 1 7,0-1 0,0 0 0,0 0 0,0 0 0,0 0 0,0-1 0,-1 1 0,1-1 0,-1 0 0,1 0 0,-1 0 0,0 0 0,2-3 0,4-14 54,0 1 0,7-33 0,4-8 3007,-16 94-2670,4-4-285,17 43 1,-16-54-455,-2 0 0,0 0 1,-1 1-1,-1 0 0,4 39 1,-8-28-3508,0-12-1863,0 5-7623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15463,'0'0'3660,"0"-21"86,0-72-624,0 69 2371,0 51-5475,2-1 0,1 0 0,1 1 0,1-1 0,1-1 0,1 1 0,1-1 0,18 36 0,-25-59-23,0-1 0,0 1 0,0 0 0,0 0 0,0 0 0,0-1 0,1 1 0,-1-1 0,1 1 0,-1-1 0,1 1 0,0-1 0,-1 0 0,1 0 0,0 0 0,0 0 0,0 0 0,0 0 0,0-1 0,0 1 0,0-1 0,3 1 0,-2-1-2,0 0 0,-1-1 1,1 0-1,0 1 0,-1-1 1,1 0-1,-1 0 0,0-1 1,1 1-1,-1 0 0,0-1 1,0 0-1,1 1 0,-1-1 1,2-3-1,8-9-14,0-1-1,-1 0 1,-1-1-1,9-18 1,-11 21 28,30-54-37,-37 66 28,-1 1 0,0-1 0,0 0 0,0 1-1,0-1 1,0 1 0,1-1 0,-1 0 0,0 1 0,1-1-1,-1 1 1,0-1 0,1 1 0,-1-1 0,0 1-1,1 0 1,-1-1 0,1 1 0,-1-1 0,1 1 0,-1 0-1,1-1 1,-1 1 0,1 0 0,0 0 0,-1-1-1,1 1 1,-1 0 0,1 0 0,0 0 0,-1 0 0,1 0-1,-1 0 1,1 0 0,0 0 0,4 11-195,-5-10 139,5 11 7,1 0 0,0 0 0,1-1 1,0 0-1,13 14 0,-18-22 46,0-1 0,0 1 0,0-1 0,1 1-1,-1-1 1,1 0 0,-1 0 0,1 0 0,0-1 0,0 1 0,0 0 0,0-1-1,0 0 1,0 0 0,1 0 0,-1 0 0,0 0 0,0-1 0,1 1 0,-1-1-1,0 0 1,1 0 0,-1 0 0,0-1 0,1 1 0,-1-1 0,5-1 0,-4 0 7,-1-1 1,0 1 0,0-1 0,0 1 0,0-1 0,-1 0 0,1 0-1,-1 0 1,0-1 0,0 1 0,0 0 0,0-1 0,0 1 0,-1-1-1,0 0 1,0 0 0,1-3 0,14-73 99,-15 74-85,3-37 153,-1 0 0,-5-76 0,-2 93-128,4 25-60,0-1 0,0 1 0,0 0 0,0 0 0,0 0 0,-1 0 0,1 0 0,0 0 0,-1 1 0,1-1 0,-1 0 1,1 0-1,-1 0 0,1 0 0,-1 0 0,0 1 0,1-1 0,-1 0 0,0 0 0,1 1 0,-1-1 0,-1 0 0,0 46-6846,6-15 1344,18-1-2193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13702,'0'0'15383,"10"137"-14614,-4-89-369,-4-1-384,1-4 48,-3-8-128,3-4-416,2-7-1249,8-8-1200,8-16-2914,11 0-4242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8:5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42 243 15799,'0'0'11816,"14"12"-10898,3 3-739,57 55 800,-66-62-875,0 1 0,-1 0 0,0 0 0,-1 0 0,0 1 0,-1 0 0,7 16 0,-11-25-120,-1 1-1,0-1 0,1 1 0,-1-1 1,0 1-1,0 0 0,0-1 1,0 1-1,0-1 0,-1 1 1,1-1-1,0 1 0,-1-1 0,1 1 1,-1-1-1,0 1 0,1-1 1,-1 1-1,0-1 0,0 0 1,0 1-1,0-1 0,0 0 0,0 0 1,0 0-1,0 0 0,-1 0 1,1 0-1,0 0 0,-1 0 1,1-1-1,0 1 0,-1 0 0,1-1 1,-1 1-1,1-1 0,-1 1 1,1-1-1,-1 0 0,-2 0 1,-10 3-735,1-1 0,-1 0 0,-22-1 1,26-1-202,-35 0-4269,5 0-2108</inkml:trace>
  <inkml:trace contextRef="#ctx0" brushRef="#br0" timeOffset="1">11 145 13622,'0'0'9381,"171"-78"-8549,-116 64-192,-5 2-592,-8 5-48,-2-2-880,-9-1-2530,1-4-6658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0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319 312 7395,'0'0'11472,"-10"-17"-9818,-32-54-269,39 67-1225,1 1 0,-1-1 1,0 1-1,0-1 0,0 1 0,0 0 0,-1 1 0,1-1 1,-1 0-1,0 1 0,0 0 0,0 0 0,0 0 1,0 0-1,0 1 0,0 0 0,-1-1 0,1 2 1,0-1-1,-1 0 0,1 1 0,-1 0 0,1 0 0,0 0 1,-1 1-1,-6 1 0,-11-1-35,17-1-107,0 0 1,1 0-1,-1 1 0,0-1 0,1 1 1,-1 0-1,1 1 0,-1-1 0,1 1 1,0 0-1,0 0 0,0 0 1,0 1-1,0-1 0,0 1 0,-4 4 1,3-2 6,1 1 1,-1-1 0,1 1-1,1 0 1,-1 0-1,1 0 1,0 1 0,0-1-1,-3 13 1,0 9 83,2 0 0,0 0 0,2 0 0,2 35 0,0-51-52,0 9-39,2-1 1,0 1-1,1-1 1,1 0 0,1 0-1,1 0 1,1-1-1,0 0 1,2 0-1,0-1 1,22 34 0,-23-41-8,0 0 0,1-1 0,0 0 0,1 0 0,0-1 0,0 0 0,1-1 0,0 0 0,1-1 0,0 0 0,0-1 0,0 0 0,1-1 0,-1 0 0,1-1 0,1 0 0,-1-1 0,25 2 0,-15-4 19,1 0 1,0-1-1,-1-2 1,29-5-1,-40 4-14,1 0-1,-1-1 0,0-1 0,0 0 0,-1 0 0,1-1 1,-1-1-1,0 0 0,12-11 0,-8 6 81,-1 0-1,-1-2 1,0 1 0,-1-1-1,-1-1 1,0 0-1,-1-1 1,0 0 0,-1-1-1,-1 0 1,-1 0 0,0 0-1,-1-1 1,-1 0 0,-1 0-1,-1-1 1,0 1 0,-1-1-1,-1-23 1,-1 19-34,0-1-1,-2 0 1,-1 1 0,0-1-1,-2 1 1,-1 0 0,0 0-1,-2 1 1,-1 0 0,0 0-1,-2 1 1,0 0 0,-2 1 0,0 0-1,-21-23 1,25 35-87,-1 0 1,1 0-1,-1 1 0,-1 1 0,1 0 1,-1 0-1,0 1 0,0 0 1,-1 1-1,1 1 0,-1-1 0,0 2 1,-16-2-1,16 2-241,-1 1 0,1 0 0,-1 1 1,1 1-1,-1 0 0,1 0 0,0 1 0,-1 1 1,1 0-1,0 1 0,1 0 0,-21 10 0,19-4-985,1-1-1,0 2 1,1 0-1,0 0 1,1 1 0,0 0-1,-12 20 1,4-6-3152,-19 22-8462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312 126 11861,'0'0'10290,"-14"-9"-9028,-44-26-328,54 34-859,1-1 0,0 0 0,-1 1 0,1 0 0,-1 0 0,0 0 0,1 0 0,-1 0 0,0 1 0,1-1 0,-1 1 0,0 0 0,0 0 0,1 1 0,-1-1 0,0 1 0,1 0 0,-1 0 0,0 0 0,1 0 0,-1 1 0,1-1 0,0 1-1,-4 2 1,-2 3-10,1 0 0,-1 0 0,2 1 0,-1 0 0,-11 16 0,15-19 19,-6 9 32,1 0 0,0 1 0,1 0 1,1 0-1,0 1 0,1 0 0,0 0 0,2 1 1,-5 28-1,5-12-48,1 0 0,2 1 0,2-1 0,4 36 0,-2-49-33,0-1-1,1 1 1,2-1 0,0 0 0,0-1-1,2 1 1,0-1 0,1-1 0,1 0-1,1 0 1,23 27 0,-24-33-22,0 0 0,0-1 1,1 0-1,1-1 0,-1-1 1,1 0-1,1 0 0,0-1 1,0-1-1,0 0 0,1-1 0,-1 0 1,1-1-1,1 0 0,-1-2 1,26 3-1,-23-4-8,-1-1 0,1-1-1,0-1 1,-1 0 0,0-1 0,0 0 0,22-9 0,-27 8 1,0-1 0,0-1-1,-1 0 1,0 0 0,0-1 0,0 0 0,-1-1 0,0 0 0,-1-1 0,0 1-1,9-13 1,-8 7 8,-1 0 0,0-1-1,-1 0 1,0 0 0,-1-1-1,-1 0 1,-1 0 0,0 0-1,-1 0 1,1-26 0,-2 16 112,-2-1 0,-1 1 0,-1-1 0,-1 1 0,-13-51 0,6 44-55,-2 0 0,-1 0 0,-32-56 0,34 71-85,0 1 0,-2-1 0,0 2 0,0 0-1,-2 0 1,0 2 0,-29-23 0,35 31-195,-1 1-1,1 0 1,-1 1-1,0 0 1,0 0-1,0 1 1,-1 0-1,1 1 1,-19-1-1,14 2-2131,-1 1 0,1 0 0,-22 4 1,-6 8-9778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1969,'0'0'16720,"-27"5"-2983,364-10-13404,-336 5-370,-10 23-580,-8-3 617,0-1 0,-1-1 0,-20 17-1,-32 33-11,47-42-1,1-3 7,-35 51 0,52-66 6,0 0 1,1 0 0,0 1 0,0-1 0,1 1-1,0 0 1,0 0 0,1 0 0,1 0-1,-1 0 1,1 11 0,1-19 1,0 0 1,1-1-1,-1 1 0,1 0 0,-1-1 1,1 1-1,-1 0 0,1-1 0,0 1 1,-1-1-1,1 1 0,0-1 0,-1 0 1,1 1-1,0-1 0,-1 1 0,1-1 1,0 0-1,0 0 0,-1 1 1,1-1-1,0 0 0,0 0 0,0 0 1,-1 0-1,3 0 0,27 1 70,-24 0-53,78 2 16,0-4-1,0-4 1,0-3 0,157-36 0,-236 43-246,27-12 643,-23 2-1930,-9-8-3650,-7-1-1748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4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13206,'0'0'11725,"13"0"-10809,43-1-324,-13 0-443,1 1-1,0 2 1,-1 2 0,51 12 0,-90-16-154,0 1-1,0 0 1,0 1 0,-1-1-1,1 1 1,-1 0-1,1-1 1,-1 2 0,0-1-1,0 0 1,1 1-1,-2-1 1,1 1 0,0 0-1,0 0 1,-1 0 0,0 0-1,0 0 1,0 1-1,3 4 1,-3-1-27,0 1 1,-1-1-1,0 1 0,0-1 1,0 1-1,-1 0 1,0-1-1,-1 1 0,-2 12 1,2-10 19,-2 1 1,0-1 0,0 0 0,0 0 0,-2 0 0,1 0 0,-1-1 0,-6 10 0,-57 67-96,9-11 108,55-69-5,3-5 7,0 0-1,0 0 1,1 0 0,-1 0 0,0 0-1,1 0 1,-1 0 0,1 0 0,0 1-1,-1-1 1,1 0 0,0 0 0,0 0-1,-1 1 1,1-1 0,0 0 0,0 0-1,1 2 1,1-1 26,1-1 1,0 0-1,0 0 0,0 0 0,0-1 0,0 1 0,0-1 1,0 1-1,0-1 0,0 0 0,3-1 0,-4 2-8,23-1-90,0-1 0,-1-1 0,1-1 0,-1-1 0,39-12 0,-36 9-1238,43-15-7462,-43 8 2457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6947,'0'0'14129,"1"5"-13985,0 4-65,1 0-1,1-1 0,0 1 0,0-1 0,1 0 1,0 0-1,0 0 0,1 0 0,0-1 0,0 0 0,1 0 1,11 11-1,-16-17-67,1 0-1,-1 0 1,0 0 0,1 0-1,-1-1 1,1 1 0,-1-1 0,1 1-1,0-1 1,-1 0 0,1 1 0,-1-1-1,1 0 1,0 0 0,-1 0-1,1 0 1,0-1 0,-1 1 0,1 0-1,-1-1 1,1 1 0,-1-1 0,1 1-1,-1-1 1,1 0 0,-1 1 0,1-1-1,-1 0 1,0 0 0,1 0-1,-1 0 1,0 0 0,0-1 0,0 1-1,0 0 1,0-1 0,0 1 0,1-3-1,5-6 261,0-1 1,-1-1-1,8-20 0,-9 21 488,-3 73 159,-2-46-917,1 7-948,-1 0 0,-2 0-1,0 0 1,-11 44-1,-13 6-4478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14999,'0'0'11664,"6"-3"-11400,9-2-191,0 0-1,0 1 1,1 0 0,-1 2 0,1 0-1,27-1 1,103 8 45,-145-5-125,1 1 1,-1-1-1,0 1 1,0 0-1,0 0 0,0-1 1,0 1-1,0 0 0,0 0 1,-1 0-1,1 0 1,0 0-1,0 0 0,-1 0 1,1 0-1,-1 0 1,1 0-1,-1 0 0,1 1 1,-1-1-1,0 0 1,1 0-1,-1 1 0,0-1 1,0 0-1,0 0 1,0 1-1,0-1 0,0 0 1,-1 2-1,-5 43-143,-2-32 151,1 1-1,-2-1 1,0-1 0,-1 0-1,-18 19 1,19-22 2,-1 0 1,1 1-1,1 0 0,0 0 1,0 1-1,2 0 0,-1 0 1,1 1-1,-7 24 0,13-37-4,0 1-1,0-1 0,0 1 1,0-1-1,0 1 1,0-1-1,0 1 0,0 0 1,0-1-1,0 1 0,0-1 1,0 1-1,0-1 0,0 1 1,1-1-1,-1 1 0,0-1 1,0 1-1,1-1 0,-1 0 1,0 1-1,1-1 0,-1 1 1,1-1-1,-1 0 0,0 1 1,1-1-1,-1 0 0,1 1 1,-1-1-1,1 0 1,-1 0-1,1 1 0,-1-1 1,1 0-1,-1 0 0,1 0 1,-1 0-1,1 0 0,0 0 1,27 0 53,-18-1-37,5 0-37,1 0 0,-1-1 0,0-1 0,0-1 0,0 0 0,20-9 0,-4-1-3193,55-32 0,-65 32 1217,9-14-5694,-9-6 5107,-16 9 13788,-5 35-9509,0 26-509,-1-16-823,1 0 1,1 0 0,3 21-1,-2-34-346,-1 0 1,1-1-1,0 1 0,1-1 0,-1 0 1,1 0-1,1 0 0,-1 0 0,1 0 0,0-1 1,0 0-1,1 0 0,5 6 0,37 24 73,-37-28-85,-1-1 0,1 2 1,-1-1-1,0 1 1,14 18-1,-22-25-5,0 0 0,-1 0-1,1-1 1,-1 1 0,1 0 0,-1 0-1,1 0 1,-1 0 0,0 0 0,1 0-1,-1 0 1,0 0 0,0 0 0,1 0-1,-1 0 1,0 0 0,0 0 0,0 0 0,-1 1-1,1-1 1,0 0 0,0 0 0,0 0-1,-1 0 1,1 0 0,-1 0 0,1 0-1,0 0 1,-1-1 0,0 1 0,1 0-1,-1 0 1,0 0 0,1 0 0,-1-1-1,0 1 1,0 0 0,1-1 0,-1 1-1,0-1 1,0 1 0,0-1 0,0 1 0,0-1-1,0 1 1,0-1 0,0 0 0,0 0-1,0 1 1,-1-1 0,-55 9-758,-31-8-5934,48-1-535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13334,'0'0'8900,"134"-45"-8900,-97 45-48,-8 0-640,-10 24-2225,-6 2-5956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13686,'0'0'12233,"3"1"-11625,15 1-463,1 0 0,0-1 0,0-1 1,0-1-1,0-1 0,0 0 0,34-10 0,34-3-79,-32 12-213,-55 22-218,-2-13 339,0-1 0,0 0 0,-1 1 0,0-1 0,0 0 0,0 0 0,0-1 0,-1 1 1,-5 5-1,-46 42-203,14-15-36,17-13 211,8-8 34,1 0 0,0 0 0,1 2 0,-16 26 0,29-44 19,1 1 1,-1 0 0,1-1 0,-1 1-1,1 0 1,-1 0 0,1-1-1,0 1 1,-1 0 0,1 0 0,0 0-1,0-1 1,0 1 0,-1 0-1,1 0 1,0 0 0,0 0 0,0-1-1,0 1 1,1 0 0,-1 0-1,0 0 1,0 0 0,0-1 0,1 1-1,-1 0 1,0 0 0,1 0-1,-1-1 1,1 1 0,-1 0 0,1-1-1,-1 1 1,1 0 0,-1-1-1,2 1 1,0 0 6,1 0 0,0 0 0,-1 0 0,1 0-1,0-1 1,0 0 0,-1 1 0,1-1 0,0 0 0,0 0 0,3-1 0,10-1 17,0-1 0,0-1 0,17-5 0,16-9-212,74-39 0,-88 37-3251,-2-4-3291,-15 10-1507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16327,'0'0'9253,"-19"20"-8925,-2 0-190,8-9-57,1 2 0,0-1 0,0 2 0,1 0 0,1 0 0,0 1 0,1 0 0,-9 20 0,8-9-46,0 1-1,2 0 1,1 0 0,1 1-1,1 0 1,2 0 0,-1 49-1,4-75-33,0-1 0,0 1-1,0 0 1,0-1-1,1 1 1,-1 0 0,0 0-1,1-1 1,-1 1-1,1-1 1,0 1 0,-1-1-1,1 1 1,0-1-1,0 1 1,0-1 0,0 1-1,0-1 1,0 0-1,1 0 1,-1 0 0,0 0-1,1 0 1,2 2-1,-1-2 3,1 1 0,-1-1 0,1 0-1,-1-1 1,1 1 0,0-1 0,-1 1-1,1-1 1,0 0 0,-1-1 0,6 0-1,0 0 4,1-1-1,0-1 0,-1 1 1,0-2-1,1 1 0,-1-1 1,-1-1-1,11-6 0,-10 4 4,0 0-1,-1-1 1,15-17-1,-21 23-3,0 0 0,-1 0 0,1 0 0,-1-1 0,1 1 0,-1 0 0,0 0 0,0-1 0,0 1 0,0-1 0,0 1-1,-1-1 1,1 1 0,-1-1 0,0 0 0,0 1 0,0-1 0,0 1 0,0-1 0,0 0 0,-1 1 0,1-1 0,-2-3-1,1 5 8,0 0-1,0 0 0,0 0 1,0 0-1,0 0 0,0 0 1,0 1-1,0-1 0,0 0 1,0 1-1,-1-1 0,1 1 1,0 0-1,0-1 0,-1 1 0,1 0 1,0 0-1,0 0 0,-3 0 1,-30-1-46,24 2 18,3-1 11,-1 0 0,1 1 0,-1 0 1,1 0-1,-13 5 0,-3 8-2212,22-13 1673,0 1 0,0-1 0,0 0 0,0 1 1,0-1-1,0 0 0,1 1 0,-1-1 1,1 1-1,-1-1 0,1 1 0,0-1 1,-1 1-1,1-1 0,0 3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19:0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69 10853,'0'0'14332,"-5"-1"-13262,-9-3-387,15 1 166,31-8-206,-30 11-671,10-4 74,27-8-26,0 2 0,1 2 1,0 1-1,52-2 0,-91 10-27,0-1 0,0 1-1,0 0 1,0-1 0,-1 1 0,1 0 0,0 0-1,-1 0 1,1 0 0,-1-1 0,1 1 0,-1 0-1,1 0 1,-1 0 0,1 0 0,-1 0-1,0 0 1,0 0 0,1 1 0,-1-1 0,0 0-1,0 0 1,0 0 0,0 0 0,0 0-1,-1 0 1,1 0 0,0 0 0,0 0 0,-1 0-1,1 1 1,-1 7-2,1 320-190,0-218-2764,0-2-4328,0-61-1777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2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1715 67 14038,'0'0'9111,"10"-14"-8236,9-10-675,4-5 977,-60 58-585,-135 111-34,-244 151 0,391-274-508,-621 363 524,294-183-265,309-170-212,-29 15-44,72-42-50,-1-1 0,1 1 0,0 0 1,0 0-1,-1-1 0,1 1 1,0 0-1,0 0 0,-1-1 1,1 1-1,0 0 0,0-1 1,0 1-1,0 0 0,0-1 0,-1 1 1,1 0-1,0-1 0,0 1 1,0 0-1,0-1 0,0 1 1,0-1-1,0 1 0,0 0 0,0-1 1,0 1-1,0 0 0,0-1 1,1 1-1,-1 0 0,0-1 1,0 1-1,0 0 0,0-1 1,1 1-1,-1 0 0,0-1 0,0 1 1,1 0-1,-1 0 0,0-1 1,0 1-1,1 0 0,10-23 150,16-9-182,56-51 0,3-2 10,-44 39 80,-70 76-60,-18 18 8,2 2-1,-52 78 1,91-119-10,0 0 0,0 0 1,1 1-1,1-1 0,-1 1 1,2 0-1,-1 0 0,1 0 1,1 1-1,0-1 0,0 20 1,1-28 0,0-1 0,1 0 1,-1 1-1,0-1 0,1 0 1,-1 1-1,1-1 0,-1 0 0,1 0 1,-1 0-1,1 1 0,0-1 1,0 0-1,0 0 0,-1 0 1,1 0-1,0 0 0,0 0 1,0-1-1,0 1 0,1 0 0,-1 0 1,0-1-1,0 1 0,0-1 1,1 1-1,-1-1 0,3 1 1,42 6-19,-41-7 19,209 5-1786,-185-7-931,1-1 0,51-13 0,-17-2-6347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2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1672 55 10549,'0'0'10042,"16"-9"-9012,45-28-33,-45 28 1300,-31 11-1616,-176 54-289,68-17-419,-175 48 65,-726 192 778,994-271-776,16-4-5,0-1-1,0 0 1,-27 2 0,40-5 77,2-2-105,0 0-1,0 0 1,0 0 0,0 0 0,1 0 0,-1 0 0,1 1-1,-1-1 1,1 1 0,-1-1 0,1 1 0,0-1 0,0 1-1,-1 0 1,1 0 0,3-1 0,0-2-6,286-207-90,-187 134 18,-93 66 127,-33 22-112,-23 21 31,-66 59-1,96-77 29,1 1 0,0 0-1,1 1 1,0 1 0,2 0-1,0 0 1,-15 33 0,24-46-3,0 0 1,1 0-1,-1 0 1,1 0-1,0 1 1,0-1-1,0 0 1,1 1-1,0-1 1,-1 1-1,2-1 1,-1 1 0,0-1-1,1 1 1,0-1-1,0 0 1,2 7-1,0-7 1,-1-1 1,1 1-1,0-1 0,0 0 0,0 0 1,0 0-1,1 0 0,-1 0 0,1-1 1,0 0-1,-1 0 0,1 0 0,0 0 1,0 0-1,1-1 0,-1 1 0,5 0 1,27 6-91,1-1 1,-1-2 0,71 0 0,-13-5-2601,-34-1-1286,-21 1-1731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2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1171 67 9989,'0'0'11013,"15"-9"-9890,69-41 1067,-84 50-2144,0 0 0,0-1-1,0 1 1,0 0 0,0 0-1,0 0 1,0 0 0,0 0-1,0-1 1,0 1 0,0 0-1,0 0 1,0 0 0,0 0-1,0-1 1,0 1 0,0 0 0,0 0-1,0 0 1,0 0 0,0-1-1,0 1 1,0 0 0,0 0-1,-1 0 1,1 0 0,0 0-1,0 0 1,0 0 0,0-1 0,0 1-1,0 0 1,-1 0 0,1 0-1,0 0 1,0 0 0,0 0-1,0 0 1,-1 0 0,1 0-1,0 0 1,0 0 0,0 0-1,0 0 1,-1 0 0,1 0 0,0 0-1,0 0 1,0 0 0,0 0-1,0 0 1,-1 0 0,1 0-1,0 0 1,0 0 0,0 0-1,0 0 1,-1 0 0,1 1 0,0-1-1,0 0 1,0 0 0,0 0-1,-20-1-72,-50 6 117,1 3-1,0 3 1,-88 26-1,74-17-78,-375 103 47,121-29-20,349-100-29,1 0 0,-2-1 0,1-1 1,-1 1-1,0-2 0,0 0 0,11-13 0,24-17 14,41-25-103,61-49-118,-148 113 200,0 0 0,0 0 0,0 0 0,1 0 0,-1 0 0,0 0 0,0-1-1,0 1 1,1 0 0,-1 0 0,0 0 0,0 0 0,0 0 0,1 0 0,-1 0 0,0-1 0,0 1 0,0 0-1,0 0 1,1 0 0,-1 0 0,0-1 0,0 1 0,0 0 0,0 0 0,0 0 0,0-1 0,0 1-1,1 0 1,-1 0 0,0 0 0,0-1 0,0 1 0,0 0 0,0 0 0,0 0 0,0-1 0,0 1 0,0 0-1,0 0 1,0-1 0,0 1 0,-1 0 0,1 0 0,0 0 0,0-1 0,0 1 0,0 0 0,0 0-1,0 0 1,0-1 0,-1 1 0,1 0 0,0 0 0,0 0 0,0 0 0,0 0 0,-1-1 0,1 1 0,0 0-1,0 0 1,0 0 0,-1 0 0,1 0 0,0 0 0,-25 1 25,-33 15-30,13 5-3,-52 32 1,82-43 3,1 0 1,-1 0-1,2 1 1,-1 1-1,2 1 1,-22 26-1,31-35 4,0-1-1,1 1 1,0 0-1,0 0 1,0 0 0,1 0-1,-1 0 1,1 1-1,0-1 1,0 0-1,0 1 1,1-1-1,0 0 1,0 1-1,0-1 1,0 1-1,0-1 1,2 6 0,0-3 3,1 0 1,0-1 0,0 1-1,0-1 1,1 0 0,0 0 0,0 0-1,0 0 1,1-1 0,7 7-1,11 8 11,1-2-1,1 0 1,0-2-1,33 16 0,-54-30-16,20 11-24,0-1-1,1-2 0,0 0 0,1-2 0,26 5 0,29-5-5776,-57-8-73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2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2080 37 10725,'0'0'10773,"1"0"-10701,-1-1 0,0 1 0,1-1 1,-1 1-1,0-1 0,0 1 0,1 0 0,-1-1 1,0 1-1,0-1 0,0 1 0,0-1 0,0 0 1,0 1-1,1-1 0,-1 1 0,0-1 0,0 1 1,-1-1-1,1 1 0,0-1 0,0 1 0,0-1 1,0 1-1,0-1 0,-1 1 0,1-1 0,0 1 1,0-1-1,-1 1 0,1 0 0,-1-2 0,-129 8 734,-164 29 1,119-11-534,-797 122 247,758-111-306,160-26 246,-1-2 1,0-2-1,-76-4 0,155-15-420,114-62-776,-120 64 513,0 0 0,0-1 0,-1-1 1,-1-1-1,16-18 0,-7-14 162,-22 41 58,-1 0 0,1 0 0,0 0 0,0 1 0,0-1 0,1 1 0,6-7 0,-14 41 96,-9-6-70,-2-1 0,0 0 0,-1-2 0,-1 0-1,-23 21 1,13-13-22,-33 43 0,54-62-5,1-1 0,0 2 0,0-1 0,1 0 0,0 1 0,-5 16 0,9-23 4,-1-1 1,0 1-1,1 0 1,-1 0-1,1-1 1,0 1-1,0 0 1,0 0-1,0 0 1,0-1-1,1 1 1,-1 0-1,1 0 1,0-1-1,0 1 1,0-1-1,0 1 1,0-1-1,1 1 1,-1-1-1,1 1 1,-1-1-1,1 0 1,0 0-1,0 0 1,0 0-1,0 0 0,0 0 1,5 2-1,20 7 16,0-1-1,1-2 1,0-1-1,0-1 1,1-1-1,39 1 1,-3 1-15,44 4-9,23 3-1364,-51 3-3985,-68-11-210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3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2141 284 15207,'0'0'8711,"-11"-8"-8322,3 3-370,0 0 0,0 1 0,0 0 0,-1 0 1,1 1-1,-1 0 0,0 0 0,0 1 0,-1 0 0,1 1 0,0 0 0,-16 1 0,-1513-1 1078,1451 2-964,1-5 1,-154-25-1,233 28-41,-21-7 201,28 8-262,-1-1 0,0 1 0,0 0 0,0 0 0,1-1 0,-1 1-1,0-1 1,0 1 0,1-1 0,-1 1 0,0-1 0,1 1 0,-1-1 0,0 1 0,1-1 0,-1 0 0,1 1-1,-1-1 1,1 0 0,0 0 0,-1 1 0,1-1 0,0 0 0,-1-1 0,2 1-28,1 0 1,0 0-1,-1 0 1,1 0-1,-1 0 1,1 0-1,0 0 1,0 1-1,0-1 1,-1 1-1,1 0 0,0-1 1,0 1-1,0 0 1,0 0-1,-1 0 1,1 0-1,3 1 1,-1-1-6,240-1-572,-206 4-538,-32-1 864,-1-1-1,1 0 1,0-1-1,0 0 1,0 0-1,0 0 1,-1 0-1,1-1 1,0 0-1,0 0 1,-1-1-1,1 0 1,-1 0-1,10-4 1,-2-3-135,0 0 0,-1-2 1,1 1-1,11-15 0,-20 20 444,0 0 0,-1 1-1,1-1 1,-1-1 0,-1 1-1,1 0 1,-1-1 0,0 0-1,0 1 1,0-1 0,-1 0-1,0 0 1,0 0 0,0-9 0,-2 15 3,1-1 1,-1 0 0,1 1 0,-1-1 0,0 1 0,1-1 0,-1 1 0,0-1 0,1 1 0,-1-1 0,0 1-1,0-1 1,1 1 0,-1 0 0,0 0 0,0-1 0,0 1 0,0 0 0,1 0 0,-1 0 0,0 0 0,0 0-1,0 0 1,0 0 0,-1 0 0,-31 1 336,25-1-158,-9 1-64,0 1 0,0 0-1,0 2 1,1 0 0,-1 0 0,1 2-1,-27 12 1,-2 5 380,-56 38 0,94-57-547,0 1 0,0 0 0,1 0-1,0 0 1,0 0 0,0 1 0,0 0 0,1 0-1,0 1 1,0 0 0,1 0 0,0 0 0,0 0-1,1 0 1,0 1 0,0-1 0,0 1 0,1 0-1,1 0 1,-1 0 0,1 0 0,0 0 0,1 1-1,0-1 1,2 16 0,0-16-10,0 0 1,0 0-1,1 0 1,0 0-1,0 0 0,1 0 1,0-1-1,0 1 1,1-1-1,0-1 0,0 1 1,0 0-1,1-1 1,0 0-1,1-1 0,-1 1 1,9 4-1,12 9 10,1-1 0,0-2 0,33 14 0,-25-14-212,1-2 0,59 16 0,-38-20-2824,0-6-3904,-35-4-1692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30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1857 868 14967,'0'0'6267,"-28"-10"-5560,-178-61 317,-450-159 1796,23-53-2169,610 271-569,-21-9 166,1-3 0,0-1-1,2-2 1,-53-46 0,90 70-206,0-1 1,0 1-1,0-1 1,1 0-1,0 0 1,0 0 0,0-1-1,0 1 1,1-1-1,0 1 1,0-1-1,0 0 1,0 0-1,1 0 1,0 0-1,0 0 1,0 0 0,0-7-1,1 12-77,48 3-342,1 1 166,55 14-1,24 2-1383,-24-1 110,-53-8-1113,-1-4-4284,-41-6 980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42 11941,'0'0'10595,"-15"-9"-9622,9 4-905,2 2-48,0 0 1,0 0 0,0 1 0,-1-1 0,1 1-1,-1 0 1,1 0 0,-1 0 0,0 1 0,1 0-1,-1 0 1,0 0 0,0 0 0,0 1 0,0 0-1,0 0 1,0 0 0,0 0 0,0 1-1,0 0 1,0 0 0,1 0 0,-1 1 0,-8 4-1,-116 58 279,-258 115-59,386-179-241,1 1-1,-1-1 0,1 1 1,-1-1-1,0 1 1,1-1-1,-1 1 1,1 0-1,0-1 0,-1 1 1,1 0-1,-1 0 1,1-1-1,0 1 0,0 0 1,-1 0-1,1-1 1,0 1-1,0 0 0,0 0 1,0 0-1,0-1 1,0 1-1,0 0 0,0 0 1,0 0-1,0-1 1,1 3-1,9 24-16,12 3 56,2 0 0,1-2 0,34 30 0,23 26 170,-32-24-58,-3 1-1,-3 3 1,43 80-1,-81-132-245,1 0-1,0-1 1,1 0 0,10 11-1,12 1-2460,8-11-3808,-12-11-2269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4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36 11189,'0'0'11750,"0"-6"-10625,0-18-202,0 18 395,-8 24 454,-18 1243 944,29-858-2308,-3-268-397,39 1374 1016,35-278-838,-31-526-25,-14-294-101,-20-85-73,3 47-1,14 687 97,-26-948-50,2-74-66,0-26-6,-1-28-138,0-125-2295,-1-116-6720,-6 98-752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47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6 278 12182,'0'0'8585,"-1"-14"-8014,-4-60 1878,6 73-2414,0 0 0,0-1 0,0 1-1,0 0 1,0 0 0,0 0 0,0 1 0,0-1 0,0 0 0,1 0 0,-1 1 0,0-1 0,0 0 0,1 1-1,-1-1 1,0 1 0,1 0 0,-1-1 0,0 1 0,1 0 0,1 0 0,2-1 29,298-61 114,-199 44-12,766-70 75,-441 82-131,-289 7-58,-138-1-51,-1 0 0,1 1 1,0-1-1,-1 1 0,1-1 0,0 1 0,-1 0 0,1 0 0,-1 0 0,1 0 0,-1 0 1,1 0-1,-1 0 0,0 0 0,0 1 0,1-1 0,-1 0 0,0 1 0,1 1 0,20 36 25,-11-19 33,-4-7-17,0 0-1,-1 1 1,-1 0-1,0 1 1,0-1-1,-2 1 1,3 20-1,3 110 544,-5-33-40,41 748 2142,-45-714-2452,8 0 0,5-1 0,7 0 1,41 154-1,33 133-3,-22-80 3,113 535 448,-161-742-585,99 754 396,-86-67-376,-34 2-18,-3-548-91,-11 167-9,11-161 0,-1-291-44,0 0 0,0 0 0,0 0 0,-1 0 0,1 0-1,0-1 1,-1 1 0,1 0 0,-1 0 0,1-1 0,-1 1 0,1-1 0,-1 0 0,1 1 0,-1-1 0,1 0 0,-1 0-1,1 0 1,-4 0 0,-1 1-421,-88 6-6066,28-5-62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4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13238,'0'0'9663,"-3"8"-9065,-1 1-222,0 1 0,1-1 1,1 1-1,-3 15 0,4-22-305,1-1 1,-1 1-1,1 0 0,0-1 0,0 1 0,0 0 0,1-1 0,-1 1 1,1 0-1,-1-1 0,1 1 0,0-1 0,0 1 0,0-1 1,0 0-1,0 1 0,1-1 0,-1 0 0,1 0 0,-1 0 0,1 0 1,0 0-1,0 0 0,0 0 0,0 0 0,0-1 0,3 2 1,13 5 91,1 0 0,0-2 1,1 0-1,-1-1 1,1-1-1,22 2 0,129 4 513,-157-9-647,367-3 522,422-57 0,-415-8-601,-350 60 60,89-14 121,-106 19-3335,-8 2-3495,-40-2-2863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5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143 157 10677,'0'0'11955,"1"-12"-10683,1-52 1292,-23 65-1505,17 1-1063,0 0-1,0-1 0,0 2 1,0-1-1,0 0 0,1 1 1,-1-1-1,1 1 0,-1 0 1,1 0-1,0 1 0,1-1 1,-1 1-1,0-1 0,1 1 1,-3 6-1,-30 67-94,27-54 93,2 1 0,0 0 0,2 0 0,1 1 0,0-1 0,2 1 0,3 37-1,-2-57 1,0 0 0,1 0 0,0-1 0,0 1 0,0 0 0,0-1 0,1 1 0,-1-1-1,1 0 1,0 1 0,1-1 0,-1 0 0,1 0 0,0 0 0,0-1 0,0 1 0,0-1-1,1 1 1,-1-1 0,1 0 0,6 3 0,-4-2 14,1-1 0,0 0 0,0-1 0,0 0-1,1 0 1,-1 0 0,0-1 0,1 0 0,-1 0 0,1-1 0,-1 0 0,1-1 0,7 0-1,-7-1 5,-1 0-1,0-1 0,0 0 1,-1 0-1,1 0 0,0-1 1,-1 0-1,0 0 0,0-1 1,0 1-1,-1-1 0,1-1 0,8-10 1,4-7 55,0-1 0,16-29 1,-18 23 121,-1 0 0,-2-1-1,0 0 1,-2-1 0,-2-1 0,-1 0 0,-1 0 0,-2 0 0,-1-1 0,-1-35 0,-3 67 513,0 6-409,-11 428-589,10-404 279,0-19 14,0-1 1,1 0-1,0 0 1,1 0-1,0 0 1,0 0-1,5 16 1,-6-23-7,0-1 0,1 1 0,-1 0 0,1 0 1,-1-1-1,1 1 0,-1 0 0,1 0 0,-1-1 0,1 1 1,-1-1-1,1 1 0,0-1 0,0 1 0,-1-1 1,1 1-1,0-1 0,0 1 0,-1-1 0,1 0 1,0 1-1,0-1 0,0 0 0,0 0 0,0 0 1,-1 0-1,3 0 0,25-9-63,19-28 102,-18 9 15,-15 14-36,0 0 0,1 1 0,24-17-1,-38 30-22,0-1 0,0 1-1,0 0 1,0-1 0,0 1-1,0 0 1,0 0-1,0 0 1,0 0 0,0 0-1,0 0 1,0 0-1,0 0 1,0 0 0,0 0-1,0 1 1,0-1-1,0 0 1,0 1 0,0-1-1,0 0 1,0 1-1,0-1 1,0 1 0,-1 0-1,1-1 1,0 1-1,0 0 1,-1-1 0,2 2-1,21 29-238,-16-21 251,-1 0-62,1-2 0,1 1 0,0-1 0,0 0 0,0-1 0,1 0 0,18 12 1,-23-17 35,0 0 1,0-1 0,1 1-1,-1-1 1,0 0 0,0 0 0,1 0-1,-1 0 1,1-1 0,-1 0 0,0 0-1,1 0 1,-1 0 0,1-1-1,-1 0 1,0 0 0,1 0 0,-1 0-1,0-1 1,0 1 0,0-1 0,0 0-1,7-5 1,1-2 28,0-1 1,0 0-1,-1-1 1,-1 0-1,13-16 0,-5 5 42,35-33-1,-37 107-447,-11-38 400,1 0 0,0 0 0,1 0-1,0-1 1,12 16 0,-16-24-28,0-1 0,1 0-1,-1-1 1,1 1 0,0-1 0,-1 1-1,2-1 1,-1 0 0,0 0-1,1-1 1,-1 0 0,1 1-1,-1-1 1,1-1 0,0 1 0,0-1-1,0 0 1,0 0 0,8 1-1,-9-2 33,0 0 0,-1 0-1,1 0 1,0 0-1,0 0 1,0-1-1,-1 0 1,1 1-1,0-1 1,-1-1-1,1 1 1,-1-1-1,1 1 1,-1-1 0,0 0-1,1 0 1,-1 0-1,0-1 1,0 1-1,-1-1 1,1 1-1,0-1 1,-1 0-1,0 0 1,0 0-1,0-1 1,0 1 0,0 0-1,0-1 1,0-3-1,1-1 30,0-1 0,-1 1 0,0-1 1,0 1-1,-1-1 0,0 0 0,-1 1 0,0-1 0,0 0 0,-1 0 0,0 1 0,0-1 1,-1 1-1,0-1 0,-1 1 0,0-1 0,0 1 0,-1 0 0,0 1 0,0-1 0,-1 1 0,0-1 1,0 1-1,-1 1 0,0-1 0,0 1 0,0 0 0,-1 0 0,0 1 0,0 0 0,0 0 1,-1 1-1,0 0 0,0 0 0,0 1 0,0 0 0,0 0 0,-1 1 0,1 0 0,-1 0 1,0 1-1,-12 0 0,20 0-40,-1 1 0,0 0 0,0 0 0,1 0 0,-1 0 0,0 0 1,0 1-1,1-1 0,-1 1 0,0-1 0,1 1 0,-1-1 0,0 1 0,1 0 0,-1 0 1,1 0-1,-2 1 0,2 0-25,0 0 1,0 0-1,0-1 0,1 1 1,-1 0-1,0 0 0,1 0 1,0 0-1,0 0 0,-1 0 1,1 0-1,0 0 0,1 0 1,-1 0-1,1 3 0,-1-4 3,0 0 0,1 0 0,-1 1 0,1-1 0,-1 0 0,1 0 0,-1 0 0,1 0 0,0 0 0,-1 0 0,1 0 0,0 0 0,0 0 0,0 0 0,0-1 0,0 1 0,0 0 0,0-1 0,0 1 0,0 0 0,0-1 0,0 1 0,1-1 0,-1 0 0,0 1 0,0-1 0,0 0 0,2 0 0,40 4-551,-35-4 473,21 1 25,1-1 0,-1-1 1,1-1-1,-1-2 0,0-1 1,0-1-1,47-17 0,-49 10 144,-22 10 36,0 0 1,0 0 0,1 0 0,-1 1-1,1 0 1,-1 0 0,1 0 0,0 1-1,0 0 1,0 0 0,0 0 0,8 1-1,-11 2-20,0 1 0,0 0 0,0 0 0,-1 0 0,1 1 0,-1-1 0,1 0 0,-1 1-1,0 0 1,-1-1 0,1 1 0,-1 0 0,1 0 0,-1 0 0,1 5 0,2 3 121,5 15-18,-1 0-1,-2 1 1,0 0-1,1 40 1,-4 11-3791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1:5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13238,'0'0'7764,"29"69"-17625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11781,'0'0'15013,"-10"9"-14853,-5 6-121,1 0 0,-20 26 0,28-32-31,1-1-1,0 1 1,0 0-1,0 0 1,1 0-1,1 0 0,0 1 1,0 0-1,-1 10 1,2-15-20,2 1 0,-1 0 0,1 0 0,-1 0 0,2 0 1,-1 0-1,1 0 0,0 0 0,0 0 0,0 0 0,1-1 0,2 7 1,-2-9-2,0 0 0,1-1 0,-1 1 1,0 0-1,1-1 0,0 1 0,0-1 1,0 0-1,0 0 0,0 0 0,0 0 1,0-1-1,0 1 0,1-1 1,-1 0-1,1 0 0,-1 0 0,1 0 1,-1-1-1,6 1 0,6 1-22,1 0 0,0-1-1,-1-1 1,1-1 0,27-3 0,-33 1 27,-1 1 1,1-1-1,-1-1 1,0 1-1,0-2 1,0 1 0,-1-1-1,0 0 1,1-1-1,6-7 1,-2 2-17,-2 0 1,0-1-1,0 0 0,15-23 1,-23 30 155,0 0 0,0 0 0,-1 0 1,1 0-1,-1 0 0,0 0 0,-1 0 0,1-1 0,-1 1 1,0-1-1,0 1 0,-1-1 0,0 0 0,0 1 0,0-1 1,-2-9-1,0 14-78,-1 1 1,1-1 0,-1 1 0,1 0-1,0 0 1,-1 0 0,1 0-1,-1 0 1,1 0 0,-1 1-1,1-1 1,0 1 0,-4 1-1,1 2-66,1-1-1,-1 1 0,1 0 0,0 0 0,1 0 0,-1 0 0,1 1 1,-1-1-1,1 1 0,1 0 0,-1 0 0,1 0 0,0 0 0,0 1 1,0-1-1,-1 11 0,-1 5-30,1 0 0,1 0 1,1 24-1,1-42 32,0-1 0,0 0 0,1 0 0,-1 0-1,1 1 1,0-1 0,0 0 0,-1 0 0,1 0 0,0 0 0,1 0 0,-1-1 0,0 1 0,1 0-1,-1 0 1,1-1 0,-1 1 0,1-1 0,0 1 0,-1-1 0,1 0 0,0 0 0,0 0 0,0 0-1,0 0 1,0 0 0,0 0 0,0-1 0,0 1 0,1-1 0,2 1 0,10 1-153,1 0 0,-1-1 1,25-1-1,-22 0-93,-3-1-306,0 0 1,0-1 0,0 0 0,0-1-1,14-6 1,71-30-9014,-45 13-2726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32 360 19177,'0'0'6104,"-1"9"-4848,-11 73-1062,5-46-216,-4 74 0,11-109 22,0 1 1,0-1-1,0 0 1,0 1-1,0-1 1,1 0-1,-1 0 1,1 1-1,-1-1 1,1 0-1,-1 0 1,1 0-1,0 0 1,-1 1-1,1-1 1,0 0-1,0 0 1,0-1-1,0 1 1,0 0-1,0 0 1,0 0-1,0-1 1,0 1-1,2 1 1,1-1-1,0 0 1,0 1 0,0-2-1,0 1 1,0 0-1,0-1 1,0 0 0,8 0-1,-4-1 3,0 1 0,0-2-1,0 1 1,0-1 0,0-1-1,0 1 1,0-1 0,12-7 0,-13 4 5,0 0 1,0-1-1,-1 0 1,0 0 0,0 0-1,0 0 1,-1-1-1,-1 0 1,1 0-1,-1-1 1,0 1 0,-1-1-1,0 0 1,-1 0-1,0 0 1,0 0 0,-1 0-1,0 0 1,0-11-1,-1 4 2,0 0 0,-2 0 0,0 1 0,0-1 0,-1 0-1,-1 1 1,-1 0 0,0 0 0,-1 0 0,-12-20 0,8 18-17,-1-2 83,0-1 0,-12-30 0,20 44-43,1 0 0,1-1 0,-1 1 1,1 0-1,0 0 0,0-1 0,1 1 0,0-1 0,0 1 1,0 0-1,1-1 0,0 1 0,3-10 0,-3 13-34,1 0 0,0 1 0,0-1 0,0 0-1,0 1 1,0-1 0,1 1 0,-1 0 0,1-1-1,0 1 1,-1 0 0,1 1 0,0-1 0,0 0-1,0 1 1,0 0 0,0 0 0,1 0 0,-1 0-1,0 0 1,1 1 0,-1-1 0,0 1 0,1 0-1,-1 0 1,0 0 0,1 0 0,-1 1 0,0-1-1,1 1 1,-1 0 0,0 0 0,0 0-1,0 0 1,0 1 0,0 0 0,0-1 0,0 1-1,4 3 1,4 9 17,-1 0 0,-1 0 0,0 1 0,-1 0 0,0 0 0,9 29 0,25 106 619,-22-51-109,-5 1 1,3 123-1,-18 206 894,-2-281-956,-3-24-361,1-58-190,9 121-1,-5-186 30,0 0 0,0-1 0,0 1 0,0-1 0,0 1 0,0 0 0,0-1 0,0 1 0,0 0 0,0-1 0,0 1 0,1-1 0,-1 1 0,0-1 0,0 1 0,1-1 0,-1 1 0,0-1 0,1 1 0,-1-1 0,1 1 0,-1-1 0,1 1 0,-1-1 0,0 0 0,1 1 0,0-1 0,-1 0 1,1 1-1,-1-1 0,1 0 0,-1 0 0,1 1 0,-1-1 0,1 0 0,0 0 0,-1 0 0,1 0 0,0 0 0,-1 0 0,1 0 0,-1 0 0,1 0 0,0 0 0,-1 0 0,1-1 0,-1 1 0,1 0 0,-1 0 0,1 0 0,0-1 0,0 1 0,1-2-341,1 0 0,0 0 0,0 0 0,-1 0 0,1 0 0,-1 0 0,0 0 0,5-6 0,15-43-6135,-5-21-4369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19897,'0'0'7460,"211"-130"-7460,-130 99 0,1 3-177,-6-5-2848,-12-8-5187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351 225 14150,'0'0'8839,"-13"-21"-7137,-46-65-522,58 84-1147,-1 0 1,1 0-1,-1 1 1,0-1 0,0 0-1,0 1 1,0-1 0,0 1-1,0 0 1,-1-1-1,1 1 1,0 0 0,-1 0-1,1 1 1,0-1 0,-1 0-1,1 1 1,-1 0-1,1-1 1,-1 1 0,1 0-1,-1 0 1,0 1 0,1-1-1,-1 0 1,1 1-1,0-1 1,-1 1 0,1 0-1,-1 0 1,-1 1 0,-4 3-8,1-1-1,1 1 1,-1 0 0,1 0 0,0 1 0,-8 9 0,11-12-14,-12 13-5,0 1 0,2 0 0,0 0 0,0 2 0,2 0 0,0 0 0,2 1 0,0 0 0,1 0 0,1 1 0,0 0 0,2 1 0,1-1 0,-3 40-1,7-57-11,-1 0-1,2 0 0,-1 0 0,0 0 1,1 0-1,0 0 0,0 0 0,0-1 1,0 1-1,0 0 0,1 0 0,0-1 1,0 1-1,0-1 0,4 6 0,-3-7 0,0 0 0,0 0-1,0 0 1,0 0 0,0 0-1,1 0 1,-1-1 0,1 1-1,-1-1 1,1 0 0,-1 0-1,1-1 1,0 1-1,-1-1 1,1 0 0,6 0-1,-2-1 7,-1 1 0,0-2-1,1 1 1,-1-1 0,0 0 0,0 0-1,-1-1 1,1 0 0,0-1-1,-1 1 1,0-1 0,0 0-1,0-1 1,0 1 0,0-1-1,5-7 1,9-11 68,-1 0 0,26-42 0,-32 46 6,84-134 806,-89 203-328,-4-24-542,2-1-1,0 0 1,17 39 0,-21-59-8,0 0 0,1 1-1,-1-1 1,1 0 0,0 0 0,1-1 0,-1 1 0,1-1 0,0 1 0,0-1 0,0 0 0,1-1 0,-1 1 0,1-1-1,0 0 1,0 0 0,0 0 0,0-1 0,1 0 0,-1 0 0,1 0 0,10 2 0,-8-4 5,-1 0 0,1 0-1,0-1 1,0 0 0,-1 0 0,1-1 0,-1 0 0,1-1-1,-1 1 1,0-1 0,0 0 0,11-8 0,5-4 45,-1-2 1,26-24-1,8-7-42,-35 32-10,51-36 31,-66 48-51,0 1 0,1 0-1,0 0 1,0 0 0,0 1 0,0 0 0,0 0 0,0 1-1,15-2 1,-21 3 546,-16 4-270,5 2-269,1 0 0,-1 1 0,1 1 0,1 0-1,0 0 1,0 0 0,0 1 0,1 1 0,0-1 0,1 1 0,0 0 0,1 0 0,0 1-1,0-1 1,1 1 0,1 0 0,-1 1 0,2-1 0,0 0 0,0 1 0,1-1 0,1 24-1,0-32 8,1 0-1,-1 0 0,1 0 0,0 0 1,-1 0-1,2 0 0,-1 0 0,0 0 0,0-1 1,1 1-1,0 0 0,-1-1 0,1 1 1,0-1-1,0 0 0,0 0 0,1 0 0,3 3 1,-1-1-10,1-1 1,0 0 0,0 0-1,0 0 1,0-1 0,1 0 0,-1 0-1,9 1 1,8 0-40,1-1 0,0-2 1,43-3-1,-56 2 44,-1-1 1,0-1-1,0 0 1,0 0-1,0-1 0,-1 0 1,1 0-1,-1-1 1,0-1-1,0 1 1,-1-2-1,0 1 0,0-1 1,0 0-1,-1-1 1,0 1-1,0-1 0,-1-1 1,0 0-1,5-10 1,1-3 28,-1 0 0,-1-1 0,-1 0 0,-1 0 0,-2-1 0,0 0 0,4-36 1,-2-164 1963,-8 208-1377,-13 67-311,7 26-244,4 111 0,3-168-49,-1-3-89,1 0 0,1 0 0,1 0 0,0 0-1,2-1 1,-1 1 0,2-1 0,0 0 0,1-1-1,1 1 1,0-1 0,1-1 0,1 0 0,0 0 0,1-1-1,0 0 1,1-1 0,1 0 0,14 11 0,-24-21-291,0 0 1,-1-1-1,1 1 1,0-1-1,0 1 1,0-1-1,0 0 1,0 0-1,0 0 1,5 0-1,-7-1-248,1 0 0,0 0 0,0 0 0,-1 0-1,1 0 1,0-1 0,-1 1 0,1 0-1,0-1 1,-1 0 0,1 1 0,-1-1-1,3-1 1,11-12-8830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15671,'0'0'8836,"171"-43"-8836,-121 43-64,0 0 16,3 0-1344,-1 0-2674,4 15-2737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17672,'0'0'13446,"34"-36"-13478,-31 34-656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306 327 10213,'0'0'7641,"3"-22"-4632,2-13-1764,1-15 171,3-6 2446,-5 11 415,-3 36-4268,-1 0 0,0 0 1,-1 1-1,0-1 1,0 0-1,-1 1 1,0-1-1,0 1 1,-1-1-1,-5-10 1,8 18-12,-1 1 0,1-1 0,-1 0 0,0 0 0,1 0 0,-1 0 0,0 1 0,1-1 0,-1 0 0,0 1 0,0-1 0,0 1 0,1-1 0,-1 1 1,0-1-1,0 1 0,0-1 0,0 1 0,0 0 0,-1-1 0,1 2 1,0-1 1,-1 0-1,1 1 1,0-1-1,0 1 1,0-1-1,1 1 1,-1-1-1,0 1 1,0 0-1,0-1 1,0 1-1,0 0 1,1 0-1,-1 0 0,0 0 1,1-1-1,-1 1 1,1 0-1,-1 0 1,1 0-1,-1 0 1,1 2-1,-29 71 26,4 0 0,4 2-1,-15 91 1,-1 33 214,7 1-1,10 2 1,10 352 0,27-487-631,-22-96-1707,-1 0 0,-1 0 0,-13-33 0,1 5-2012,-11-44-4840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4722,'0'0'15111,"30"-6"-14255,7-2-531,4-2 227,0 3-1,54-4 1,-27 2 654,-1-2 0,113-35 0,-124 30-859,-53 15-309,-1 1 1,1-1-1,0 1 1,-1 0-1,1 0 1,-1 0-1,1 0 1,0 1 0,-1-1-1,1 1 1,-1-1-1,1 1 1,-1 0-1,1 0 1,-1 0 0,0 0-1,1 0 1,-1 1-1,0-1 1,0 1-1,0 0 1,3 2-1,4 6 10,-1 0-1,1 0 0,9 17 1,9 11 71,-23-35-98,0 1-1,0-1 1,0 0 0,0 0 0,1-1 0,-1 1 0,1-1-1,0 0 1,0 0 0,-1 0 0,1-1 0,0 0 0,1 0-1,7 1 1,10-1 198,0 0 0,25-4 1,-2 1-192,146 4 567,-94-2-1777,-1 1-5523,-89-1 5501,1-1-1,-1 0 1,1 0-1,-1-1 0,0 0 1,1-1-1,-1 0 1,0 0-1,14-8 1,10-7-3356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55 164 1665,'0'0'22826,"3"-10"-20889,-3 8-1802,7-26 499,-9 20-346,-9 15 112,5 1-328,0 1 1,1-1 0,0 1-1,0 0 1,1 0-1,0 1 1,0-1 0,1 1-1,0 0 1,1 0-1,0 0 1,1 0 0,0 0-1,1 0 1,0 0-1,0 1 1,1-1-1,2 12 1,0-18-82,-1 1 0,1-1 0,0 0 0,0 0 0,0-1 1,0 1-1,1 0 0,0-1 0,-1 0 0,1 0 0,0 0 0,1-1 0,-1 1 0,0-1 0,1 0 0,-1 0 1,1-1-1,0 1 0,-1-1 0,10 2 0,-3-1-302,-1-1 1,0 1-1,1-2 1,-1 1-1,1-1 1,-1-1-1,1 0 1,-1-1-1,12-2 1,-13 0-356,0-1 0,-1 1 0,0-2 0,1 1 0,-2-1 0,1 0 0,-1 0 0,0-1 0,0 0 0,-1-1 0,0 1 0,8-14 0,9-15-2875,25-58 0,-43 84 3431,-4 9 111,37-79 1367,-14 27 6059,-23 52-7156,0 1 1,-1-1-1,1 0 1,-1 0-1,1 1 1,0-1-1,0 0 1,-1 1-1,1-1 1,0 1-1,0-1 1,0 1-1,0-1 1,-1 1-1,1 0 1,0-1-1,0 1 1,0 0-1,0 0 1,0 0-1,0-1 1,0 1-1,0 0 1,0 0-1,0 1 1,0-1-1,1 0 1,34 8-509,-13-3 620,-6-4-100,0-1 0,0 0 0,0-1 0,0-1 0,0-1 1,19-5-1,-34 7-427,0 1 0,0 0 0,0 0 0,0 0 1,0 0-1,0 1 0,0-1 0,0 1 0,0-1 0,0 1 1,0 0-1,0-1 0,0 1 0,0 0 0,-1 0 0,1 0 1,0 1-1,-1-1 0,1 0 0,-1 1 0,3 2 0,34 42-6271,-22-26 1812,19 19-6693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10837,'0'0'19737,"55"-19"-19577,-42 3-160,-5 2-832,-8 4-2066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172 121 17032,'0'0'1563,"-27"-4"531,-6 1-1111,-76-11 3146,107 13-2971,100 1-676,311-4 257,-6-32-746,-398 36 6,0-1 1,0 0-1,0-1 1,-1 1-1,1-1 1,-1 0-1,6-3 1,-10 5 0,1 0 1,-1 0-1,0-1 1,1 1-1,-1 0 0,0 0 1,0-1-1,1 1 1,-1 0-1,0 0 0,1-1 1,-1 1-1,0 0 1,0-1-1,0 1 0,1 0 1,-1-1-1,0 1 1,0-1-1,0 1 0,0 0 1,0-1-1,0 1 1,0-1-1,0 1 0,0 0 1,0-1-1,0 1 1,0-1-1,0 1 0,0-1 1,-20-12 6,3 8 9,-1 0 0,0 2 0,0 0 0,0 0 0,0 2 0,0 0 0,0 2 0,-21 2 0,33-2-10,-1 1 1,1 0-1,0 1 1,0-1-1,0 1 0,0 0 1,0 1-1,1-1 1,0 1-1,-1 0 0,1 1 1,1-1-1,-1 1 1,1 0-1,-1 0 0,1 0 1,1 1-1,-1-1 1,1 1-1,-3 7 0,-5 10 52,1 0 0,1 1 0,-10 46-1,5-3 91,4 0-1,-3 80 0,11 140-210,2-173-265,0-110 104,0 0 0,0 0 0,1 0 0,-1 0 0,1 0 0,0 0 0,-1 0 0,2 0 1,-1 0-1,3 5 0,-3-7-173,1 0 0,-1-1 0,1 1 0,-1-1 0,1 1 0,0-1 0,0 0 0,0 1 0,0-1 0,-1 0 0,2 0 0,-1 0 1,0-1-1,0 1 0,0 0 0,0-1 0,0 1 0,0-1 0,5 0 0,31 1-8218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319 147 16824,'0'0'7024,"1"-21"-4567,3-63-872,-4 82-1533,0 1-1,0-1 1,0 1-1,0-1 0,0 0 1,-1 1-1,1-1 1,0 1-1,-1-1 1,1 1-1,-1-1 1,1 1-1,-1-1 1,0 1-1,0 0 1,0-1-1,0 1 1,0 0-1,0 0 1,0-1-1,0 1 1,0 0-1,0 0 1,-1 0-1,1 0 1,0 1-1,-1-1 1,-2-1-1,0 1-14,0 0 0,0 1 0,0-1-1,0 1 1,-1 0 0,1 0 0,-7 2 0,0-2 83,1 1-110,0 0 1,0 1-1,1 0 1,-1 0 0,1 1-1,-1 0 1,1 1-1,0 0 1,0 0 0,0 1-1,1 0 1,0 1 0,0 0-1,0 0 1,1 0-1,0 1 1,0 0 0,0 1-1,-8 13 1,6-9-8,1 1 0,0 1 0,1-1 0,0 1 0,1 1 0,1-1 0,0 1 0,1 0 0,0 0-1,2 1 1,0-1 0,-1 16 0,4-28-6,-1 0 0,0 0 0,1 0 0,0 0 0,-1 0 1,1 0-1,1 0 0,-1 0 0,0 0 0,1 0 0,-1-1 0,1 1 0,0-1 0,0 1 0,0-1 0,0 0 0,0 0 0,0 0 0,1 0 0,-1 0 0,1 0 0,-1 0 0,1-1 0,0 0 0,0 1 0,0-1 0,-1 0 0,1 0 0,0-1 0,0 1 0,1 0 0,-1-1 0,0 0 0,3 0 0,4 1-16,1-1 0,-1 0 0,0 0 0,0-1 0,0 0 1,0-1-1,0 0 0,0-1 0,18-8 0,-11 2 14,0-1-1,-1 0 1,-1-2 0,0 0-1,16-16 1,64-75-18,-87 93 17,-7 10 8,-1-1 1,0 1 0,1 0 0,-1-1 0,0 1 0,1 0-1,-1-1 1,1 1 0,-1 0 0,1 0 0,-1-1-1,1 1 1,-1 0 0,1 0 0,-1 0 0,1 0 0,-1-1-1,1 1 1,-1 0 0,1 0 0,-1 0 0,1 0 0,-1 0-1,1 1 1,0-1 0,-1 0 0,1 0 0,-1 0-1,1 0 1,-1 0 0,1 1 0,-1-1 0,0 0 0,1 1-1,-1-1 1,1 0 0,-1 1 0,1-1 0,-1 0 0,0 1-1,1-1 1,-1 1 0,0-1 0,1 0 0,-1 1 0,0-1-1,1 2 1,15 30-40,-10-20 59,-3-6-13,0-1 1,0 0-1,1 0 1,-1 0-1,1 0 1,1-1-1,-1 1 1,0-1-1,1 0 1,0 0-1,10 5 1,-12-7 0,1-1 1,0 0-1,0 0 1,0 0-1,0-1 1,0 0 0,0 1-1,1-1 1,-1 0-1,0-1 1,0 1-1,0-1 1,0 0 0,0 0-1,0 0 1,0 0-1,-1-1 1,8-3-1,6-3-4,0 0 0,1 1-1,0 1 1,31-6-1,-42 11-7,0 0 0,0 1-1,0 0 1,-1 0 0,1 0 0,0 1-1,0 0 1,0 0 0,-1 1 0,1 0-1,-1 0 1,1 1 0,-1-1 0,0 1-1,0 1 1,7 4 0,-9-5 7,-1 0 0,1 0 0,0 0 0,0-1 0,0 0 0,0 1 0,0-2 0,0 1 0,0 0 1,1-1-1,-1 0 0,1 0 0,-1 0 0,1 0 0,-1-1 0,1 0 0,0 0 0,-1 0 0,1 0 0,-1-1 0,1 0 1,-1 0-1,1 0 0,-1 0 0,1-1 0,-1 0 0,0 1 0,0-2 0,0 1 0,6-5 0,-10 7-5,11-8 11,0 0 1,0 1-1,19-10 0,-27 15-15,0 1 0,-1 0 0,1 0 0,0 0 0,-1 0 0,1 1 0,0-1 0,0 1 0,0-1 0,-1 1 0,1 0 0,0 0 0,0 1 0,0-1-1,0 0 1,-1 1 0,1 0 0,0-1 0,0 1 0,-1 0 0,1 1 0,0-1 0,-1 0 0,3 3 0,26 24 146,-26-22-517,1-1 0,0 0 1,0 0-1,0 0 0,0 0 0,1-1 1,9 4-1,-11-6-450,0 0 0,0-1 0,1 0-1,-1 0 1,0-1 0,0 1 0,1-1 0,8-1 0,15-3-3921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13494,'0'0'15994,"0"14"-15796,0 28 100,6 272 527,-5-302-830,0 0 0,0 0 0,2-1 0,-1 1 0,2-1 0,4 13 0,-7-22-17,0 0 0,-1 0 0,1 0 0,0 0 0,0-1 0,1 1 0,-1 0 0,0-1 0,1 1 0,-1-1-1,1 1 1,-1-1 0,1 1 0,0-1 0,-1 0 0,1 0 0,0 0 0,0 0 0,0 0 0,0-1 0,0 1 0,0 0 0,0-1-1,0 0 1,0 1 0,0-1 0,0 0 0,0 0 0,0 0 0,0 0 0,0 0 0,0-1 0,0 1 0,0-1 0,0 1 0,0-1 0,0 0-1,0 0 1,0 0 0,0 0 0,0 0 0,-1 0 0,4-2 0,3-4 15,0 0-1,0 0 1,0 0 0,9-14-1,34-31 66,-48 49-63,0 1 1,0 0 0,-1 1 0,1-1-1,0 1 1,0-1 0,1 1 0,-1 0-1,0 0 1,0 0 0,1 0 0,-1 1-1,0-1 1,1 1 0,-1 0-1,1 0 1,4 1 0,-5 0-8,0 0-1,0 0 1,0 1-1,-1 0 1,1-1-1,-1 1 1,1 0-1,-1 0 1,0 0 0,1 1-1,-1-1 1,0 0-1,-1 1 1,1-1-1,2 4 1,-2-2-18,0-1 0,0 0 0,0 0 1,1 0-1,-1 0 0,1-1 0,0 1 0,0-1 0,0 1 1,0-1-1,0 0 0,5 2 0,3-2-1111,0 0 0,0-1 0,0 0 0,0-1 0,1 0 0,-1 0 0,0-2 0,11-1 0,23-13-6705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19849,'0'0'9754,"-5"16"-9581,-106 395 844,66-228-793,37-152-236,-124 537 249,108-436-566,6 1 1,-2 178 0,19-294-389,3 36 44,5-34-2288,-6-19 2655,-1 1 1,1-1-1,-1 1 1,1-1-1,0 1 1,-1-1 0,1 1-1,0-1 1,-1 0-1,1 1 1,0-1-1,-1 0 1,1 0 0,0 1-1,-1-1 1,1 0-1,0 0 1,0 0-1,-1 0 1,1 0 0,0 0-1,1 0 1,20-4-12557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7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1 695 16968,'0'0'3455,"13"-32"-1156,-10 26-2180,16-40 500,2 1 0,3 1 1,50-72-1,210-231 355,-258 306-660,-16 24 930,-17 39-790,-2 4-462,1 0 1,1 0 0,1 0 0,-4 46-1,9-59 13,1-1-1,0 1 0,1 0 0,0 0 1,1-1-1,0 1 0,1-1 0,1 1 0,0-1 1,1 0-1,0-1 0,8 15 0,21 19-44,-26-37 49,-2 0 1,1 0-1,-1 0 1,-1 1-1,1 0 1,-1 0 0,-1 0-1,6 18 1,-10-26-8,0-1 0,0 1 0,0-1 0,-1 1 1,1 0-1,0-1 0,-1 1 0,1-1 0,0 1 1,-1-1-1,1 0 0,-1 1 0,1-1 0,-1 1 1,1-1-1,-1 0 0,1 1 0,-1-1 1,1 0-1,-1 0 0,1 1 0,-1-1 0,0 0 1,1 0-1,-1 0 0,1 0 0,-1 0 0,0 0 1,1 0-1,-1 0 0,0 0 0,1 0 0,-1 0 1,-29 1 19,24-2-10,-59 1-49,67-15-43,0 10 50,1 0 1,0 0-1,1 1 0,-1-1 1,1 1-1,0-1 1,0 1-1,0 1 1,1-1-1,-1 0 0,1 1 1,10-5-1,71-33 14,-68 34-21,5-4 37,1 2-1,0 1 0,1 1 1,-1 1-1,1 1 1,0 1-1,1 1 0,45 2 1,-69 1 10,1 0 0,0 1 1,-1-1-1,1 1 0,-1 0 1,1 0-1,-1 0 0,1 0 1,-1 1-1,1-1 0,-1 1 1,0-1-1,0 1 1,0 0-1,0 0 0,0 0 1,3 4-1,-1-1 15,0 1 1,-1 0 0,0 1-1,0-1 1,0 1 0,3 11-1,-2 3 21,0-1 0,-1 1 0,0 37 0,-3-43-117,0-43-22481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10453,'0'0'6867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26 6979,'0'0'15090,"-18"-6"-14442,6 2-517,7 1-78,0 1 0,0 0-1,0 0 1,0 0 0,0 1 0,0 0-1,0 0 1,0 0 0,-1 1 0,1-1 0,0 1-1,0 1 1,-1-1 0,1 1 0,0 0-1,0 0 1,0 0 0,0 1 0,0-1-1,0 1 1,0 1 0,-5 2 0,5-2-32,0 1 0,0 0 1,0 0-1,1 1 0,-1-1 1,1 1-1,0 0 0,0 0 1,1 1-1,0-1 0,0 1 1,0-1-1,0 1 0,1 0 1,0 0-1,0 0 1,1 0-1,0 0 0,0 1 1,0-1-1,1 11 0,0-16-24,1 0-1,-1 0 0,1 0 0,0-1 1,0 1-1,-1 0 0,1-1 0,0 1 1,0 0-1,0-1 0,0 1 0,0-1 1,0 0-1,0 1 0,0-1 1,0 0-1,0 1 0,0-1 0,0 0 1,0 0-1,0 0 0,0 0 0,0 0 1,0 0-1,0 0 0,0 0 1,2-1-1,34-4 50,-25-1 46,0-1 1,0-1 0,-1 0-1,0 0 1,0-1 0,-1-1-1,-1 1 1,1-2 0,-1 1 0,-1-1-1,13-21 1,-19 60 1326,-30 484 451,6-225-656,13-132-412,-54 294 0,61-444-792,1 0 1,0 0 0,-1 1-1,0-1 1,0 0-1,-1-1 1,1 1 0,-1 0-1,-5 6 1,7-10-5,-1 0 1,1 0-1,0 0 1,0 0-1,-1-1 1,1 1-1,0 0 1,-1-1-1,1 1 1,-1-1-1,1 0 1,0 1-1,-1-1 1,1 0-1,-1 0 1,1 0-1,-1 0 1,1 0-1,-1 0 1,1 0-1,-1-1 1,1 1-1,-1-1 1,1 1-1,-1-1 1,1 1-1,0-1 0,-1 0 1,1 1-1,0-1 1,0 0-1,0 0 1,-1 0-1,1 0 1,0 0-1,0 0 1,0 0-1,1-1 1,-2 0-1,-6-7 11,1 0 0,0-1 0,1 0 0,0 0 0,0 0 0,1-1 0,0 0 0,1 0 0,0 0 0,1-1 0,-3-21 0,0-11-31,-1-82 0,8 79 0,2 1-1,3 0 0,1 0 0,2 1 0,2 0 1,30-76-1,-16 63 12,2 0 0,3 2 1,2 1-1,54-70 0,-72 106-37,2 0 1,24-23-1,-35 38 36,-1 0 1,1 0-1,0 0 0,0 1 1,0 0-1,1 0 1,-1 1-1,1-1 0,-1 1 1,1 0-1,0 0 0,0 1 1,0 0-1,10-1 1,-12 2 2,-1 1 1,1 0-1,-1 0 0,1 0 1,-1 0-1,1 0 1,-1 1-1,1-1 1,-1 1-1,0 0 1,0 0-1,0 0 1,0 1-1,0-1 1,-1 1-1,1-1 1,-1 1-1,4 6 0,6 7 5,-1 1-1,12 25 0,-6-9 30,-16-32-34,-1 0 1,1 0 0,0 0 0,-1 0-1,1 0 1,0-1 0,0 1-1,-1 0 1,1-1 0,0 1 0,0 0-1,0-1 1,0 1 0,0-1 0,0 1-1,0-1 1,0 0 0,0 1-1,0-1 1,0 0 0,0 0 0,0 0-1,0 0 1,0 0 0,1 0-1,-1 0 1,0 0 0,0 0 0,0 0-1,0-1 1,0 1 0,0 0 0,0-1-1,0 1 1,0-1 0,0 1-1,0-1 1,0 1 0,-1-1 0,1 0-1,1 0 1,38-38 35,-29 27-24,-6 7-16,0 1-1,0-1 0,0 1 0,0 0 0,1 0 1,0 1-1,-1 0 0,1 0 0,1 0 1,-1 1-1,0-1 0,1 1 0,-1 1 0,1 0 1,-1 0-1,1 0 0,11 0 0,-5 1-7,15 1-22,0-1 1,0-1-1,0-2 0,-1-1 1,46-12-1,-63 13 7,0 0 0,-1 1 1,1 0-1,16-1 0,-23 2 16,0 1-1,0 0 1,0 0-1,1 1 1,-1-1-1,0 1 1,0-1 0,0 1-1,0 0 1,0 0-1,0 1 1,0-1-1,-1 0 1,1 1-1,0 0 1,-1 0-1,5 3 1,2 5-443,0-1-1,1 0 1,21 15 0,-28-22 394,0 0 1,-1 0 0,1-1-1,0 0 1,0 1 0,0-1-1,1 0 1,-1 0 0,0-1-1,0 1 1,0-1-1,1 1 1,-1-1 0,0 0-1,0 0 1,1-1 0,-1 1-1,0-1 1,0 1 0,0-1-1,0 0 1,4-2 0,-3 0 119,0 0 0,-1 0 0,0 0 0,1 0 1,-1-1-1,-1 0 0,1 1 0,0-1 0,-1 0 0,0 0 1,0-1-1,0 1 0,0 0 0,-1-1 0,2-5 1,-3 10 145,0 22-290,-5 129 42,5-149 41,0-1 1,0 1-1,0-1 0,1 1 1,-1 0-1,0-1 0,1 1 1,0-1-1,-1 0 0,1 1 1,0-1-1,0 1 0,-1-1 1,1 0-1,0 0 0,0 1 1,1-1-1,-1 0 0,0 0 1,0 0-1,0 0 0,1 0 1,-1-1-1,1 1 0,-1 0 1,0-1-1,1 1 0,-1-1 1,1 1-1,-1-1 0,1 0 1,0 1-1,-1-1 0,1 0 1,-1 0-1,1 0 0,0 0 1,-1 0-1,2-1 0,2 1 9,-1-1 0,1 1 0,-1-1 0,1 0 0,-1 0 0,0-1 0,1 1 0,-1-1 0,0 0 0,0 0 0,0 0 0,6-6 0,-6 4 7,0-1-1,-1 0 1,0 0 0,0 0-1,0-1 1,-1 1 0,1-1-1,-1 0 1,-1 1 0,1-1-1,-1 0 1,0 0 0,0 0-1,-1 0 1,0-7 0,0 9-4,0 0 0,0-1 0,0 1 1,-1 0-1,1 0 0,-1 0 0,0 0 0,0 0 0,-1 0 1,1 0-1,-1 0 0,0 0 0,0 0 0,0 1 1,-1-1-1,1 1 0,-1 0 0,0 0 0,0 0 1,0 0-1,-5-4 0,3 4-10,0 1 0,-1 0 0,1 1 0,0-1 0,-1 1 1,1 0-1,0 0 0,-7 1 0,-24-6-44,35 3-230,9 0 125,11 0 65,4 3 89,0 0 0,1 2 0,-1 1 0,0 0 0,40 13 0,-57-14 0,-1 0-1,1 0 1,0 1 0,-1-1-1,1 1 1,-1 1-1,0-1 1,0 1-1,0 0 1,-1 0-1,1 0 1,-1 1-1,0-1 1,0 1 0,0 0-1,-1 0 1,0 1-1,0-1 1,0 1-1,-1-1 1,1 1-1,-1 0 1,-1 0 0,1 0-1,-1 0 1,0 0-1,0 8 1,0 2-755,0-2 1096,0 1 1,-1-1-1,-2 17 0,-9-1-3035,10-29 2259,0 0-1,0 0 1,0 0-1,0-1 0,0 1 1,0 0-1,0 0 1,0 0-1,0-1 0,-1 1 1,1-1-1,0 1 1,0-1-1,-1 1 1,1-1-1,0 0 0,0 1 1,-1-1-1,1 0 1,-2 0-1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11845,'0'0'10405,"18"104"-22234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185 504 10565,'0'0'13836,"-18"-8"-13154,9 3-574,2 1-51,0 0 0,0 1 0,0 0 0,0 0-1,-11-2 1,15 4-45,1 1 1,0 0-1,-1 0 0,1-1 1,0 1-1,-1 1 0,1-1 1,0 0-1,-1 1 0,1-1 0,0 1 1,-1-1-1,1 1 0,0 0 1,0 0-1,0 0 0,0 0 0,0 1 1,0-1-1,0 1 0,0-1 1,0 1-1,1-1 0,-1 1 1,-2 3-1,-2 5-11,0 0 0,0 0 0,1 0 0,1 1 0,0 0 0,0 0 0,1 0 0,0 0 0,1 0 0,1 1 0,-1-1 0,2 15 0,0-24-12,0 0 0,0 0 0,1-1 0,-1 1-1,1 0 1,0-1 0,-1 1 0,1 0 0,0-1 0,0 1 0,0-1-1,0 1 1,0-1 0,0 0 0,1 1 0,-1-1 0,0 0 0,1 0-1,-1 0 1,1 0 0,-1 0 0,1 0 0,-1 0 0,1-1 0,0 1-1,-1 0 1,1-1 0,0 1 0,0-1 0,-1 0 0,1 0 0,0 0-1,0 0 1,3 0 0,0 0-23,1 0-1,-1 0 1,0 0 0,1-1-1,-1 0 1,0 0-1,1 0 1,-1-1-1,0 0 1,0 0 0,6-3-1,-1-2 32,-2-1-1,1 0 0,-1 0 1,-1-1-1,1 0 1,-2 0-1,1-1 0,-1 1 1,0-1-1,-1-1 1,-1 1-1,1-1 1,-2 0-1,1 0 0,2-21 1,1-10 163,-1-1 1,-2-79-1,-4-155 1969,-3 267-469,-3 15-1124,-7 20-467,-3 20 17,2 0 0,2 1 0,-7 56 0,-8 149-30,22-191-95,2-2-267,1-27-921,-8 56-1,8-77 222,-1-1 0,0 1 0,0-1 0,-1 0 0,-8 14 0,-13 10-5263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09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19337,'0'0'3287,"49"1"-1428,-32-1-1723,456-8 1075,174-37-703,298-15 84,-186 42-510,-768 18-131,-12-1-287,0 1-1,0 1 1,-1 1 0,1 0-1,0 2 1,0 1 0,-21 7-1,21 0-5081</inkml:trace>
  <inkml:trace contextRef="#ctx0" brushRef="#br0" timeOffset="1">3550 291 21658,'0'0'6403,"24"-21"-7620,-21 9-4257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13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169 326 16199,'0'0'2193,"0"-22"128,0-116 4675,-12 271-6771,-57 258 0,36-240-34,-13 172 0,44-318-83,-1-20 24,0-28 23,21-349-294,-5 286 137,15-104-13,-20 169 12,1 1 0,2 0 0,17-39 0,-23 66-7,1 1 0,0-1 1,1 1-1,0 1 0,1-1 0,0 1 0,1 1 1,1 0-1,-1 0 0,1 0 0,1 1 0,0 1 1,0 0-1,1 1 0,-1 0 0,2 0 1,-1 1-1,1 1 0,0 0 0,0 1 0,0 0 1,1 1-1,-1 1 0,1 0 0,-1 0 0,24 2 1,-32 0 0,0 0 1,0 1 0,0 0-1,0 0 1,0 0-1,0 0 1,0 1 0,0-1-1,-1 1 1,1 1 0,-1-1-1,1 1 1,-1-1-1,0 1 1,0 0 0,0 1-1,-1-1 1,1 1 0,-1-1-1,0 1 1,0 0 0,0 1-1,0-1 1,-1 0-1,1 1 1,-1-1 0,2 8-1,-2-4 7,0 1 0,0 0 0,-1-1 0,0 1 0,-1 0 0,0 0 0,0 0 0,-1-1 0,0 1 0,-1 0 0,0-1 0,0 1 0,0-1 0,-1 1 0,-7 11 0,-1 0 4,-1-1 1,-2 0-1,0-1 0,0-1 0,-2 0 1,-32 26-1,8-10 6,-86 52 0,113-77-2,4-2 17,0 0 0,0-1 0,-1 0 0,1 0 0,-1-1 0,0 0 0,0-1 0,-1 0 0,1-1 0,-20 2 0,29 1-28,1-1 1,-1 1-1,1-1 1,0 0-1,1 1 1,-1-1-1,1 1 0,-1-1 1,4 9-1,11 22 42,29 52 0,14 29 220,-34-47-84,-4 1-1,20 122 0,-23-103-281,-17-86-48,1 0-1,-1 1 1,1-1-1,0 0 0,0 0 1,0 0-1,1 0 1,-1 0-1,1 0 0,0 0 1,0-1-1,0 1 1,4 4-1,-4-6-176,0 1 0,0-1 0,0 0 1,0 0-1,1-1 0,-1 1 0,0 0 0,0-1 0,1 1 0,-1-1 0,0 0 1,1 0-1,-1 0 0,1 0 0,-1 0 0,0 0 0,1-1 0,-1 1 1,0-1-1,3 0 0,28-13-5135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1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1 660 15687,'0'0'9148,"15"-8"-7987,23-12-558,36-27 0,-57 35-438,-1-1 1,0 0 0,-1-1 0,0 0 0,16-23 0,-25 31-70,-1-1 0,-1 0 1,1 0-1,-1 0 0,0-1 0,-1 1 0,0-1 1,0 0-1,0 0 0,-1 0 0,-1 0 0,1 0 1,-1-1-1,-1 1 0,1 0 0,-2-11 0,0 18-78,1 0 0,-1 0 0,0 0 0,1 1 0,-1-1 0,0 0 0,0 0 0,0 1 0,0-1 0,0 0 0,0 1 0,0-1 0,0 1 0,0-1 0,0 1 0,0 0 0,0-1 0,0 1 0,0 0 0,0 0 0,0 0 0,-1 0 0,1 0 0,0 0 0,0 0 0,-1 0 0,-34 4 91,28-2-109,0 1-1,1 0 1,-1 0-1,1 0 0,0 1 1,0 1-1,0-1 1,1 1-1,-1 0 1,1 0-1,0 1 1,1 0-1,-1 0 1,1 0-1,-7 13 0,1-3-14,2 1 0,0 0-1,0 0 1,2 1-1,-10 31 1,13-34 11,1 1 0,0-1 1,1 1-1,1 0 0,0 0 0,1 0 1,3 22-1,-2-31 3,0-1 0,1 0 0,-1 1-1,1-1 1,1 0 0,0 0 0,-1 0 0,2-1 0,-1 1 0,1-1 0,-1 0 0,2 0-1,-1 0 1,0 0 0,1-1 0,0 1 0,0-1 0,0 0 0,1-1 0,8 5 0,-4-3 2,1-1 0,0 0 0,0 0 1,0-2-1,1 1 0,-1-1 0,1-1 1,-1 0-1,1 0 0,0-1 0,-1-1 1,23-4-1,-19 2 10,0-1 0,0 0 0,0-1-1,-1-1 1,0-1 0,0 0 0,0 0 0,-1-1 0,13-11 0,-1-1 0,-2-1 0,0-1 0,-2-1 0,0-1 0,-1-1 0,-2 0 0,-1-2 0,-1 0 0,-1 0 0,-1-2 0,-2 0 0,0 0 0,-3-1 0,0 0 0,-2-1 0,5-42 0,-5-13 631,-3-86 1,-4 171-624,0 0-3,1 1 0,-1-1-1,0 1 1,0 0-1,0-1 1,0 1 0,0-1-1,0 1 1,0-1 0,0 1-1,0 0 1,0-1-1,0 1 1,0-1 0,-1 1-1,1 0 1,0-1 0,0 1-1,0-1 1,0 1-1,-1 0 1,1-1 0,0 1-1,0 0 1,-1-1-1,1 1 1,0 0 0,-1-1-1,1 1 1,0 0 0,-1 0-1,1-1 1,-1 1-1,1 0 1,0 0 0,-1 0-1,1 0 1,-1-1 0,0 1-1,-16 13 238,6 4-253,0 1 0,1 0 0,1 1 0,1 0 0,0 0 0,1 1 0,-4 24 0,4-19 0,-11 43 0,4 1 0,3 0 0,3 1 0,0 109 0,8-170 1,1 0-1,-1 0 1,2 0-1,-1 0 1,1 0 0,0 0-1,1 0 1,0-1-1,6 12 1,-7-16-2,0 0-1,1-1 1,-1 1 0,1-1-1,0 0 1,0 0-1,0 0 1,0 0 0,1 0-1,-1 0 1,1-1 0,0 0-1,-1 0 1,1 0 0,0 0-1,0-1 1,0 1-1,1-1 1,-1 0 0,0 0-1,8 0 1,-4-1-17,0 0 0,0-1-1,1 0 1,-1 0 0,-1-1 0,1 0 0,0 0 0,0-1-1,-1 0 1,1-1 0,-1 1 0,0-1 0,0-1 0,-1 1-1,1-1 1,5-6 0,13-12 31,-2-1-1,32-43 1,-34 41 18,-21 26-37,0-1 0,0 1 0,1 0 1,-1 0-1,0-1 0,0 1 0,0 0 0,1 0 1,-1-1-1,0 1 0,1 0 0,-1 0 0,0 0 1,0 0-1,1 0 0,-1-1 0,0 1 0,1 0 1,-1 0-1,0 0 0,0 0 0,1 0 0,-1 0 1,0 0-1,1 0 0,-1 0 0,0 0 0,1 0 1,-1 0-1,0 0 0,1 1 0,-1-1 0,0 0 1,0 0-1,1 0 0,-1 0 0,0 0 0,1 1 1,-1-1-1,0 0 0,0 0 0,0 0 0,1 1 1,-1-1-1,0 0 0,0 0 0,0 1 0,1-1 1,-1 0-1,0 1 0,0-1 0,0 0 0,0 0 1,0 1-1,0-1 0,0 0 0,0 1 0,0-1 1,0 0-1,0 1 0,0-1 0,0 0 0,0 1 1,0-1-1,6 33-51,-3-17 64,-1-8-7,0-1 1,0 0-1,1 0 0,0 0 0,0 0 1,0 0-1,1 0 0,1-1 0,-1 0 1,8 9-1,-9-13-2,0 1 0,1-1 0,-1 0 1,0 0-1,1 0 0,-1 0 0,1-1 0,-1 1 0,1-1 0,0 0 0,0 0 1,0 0-1,-1-1 0,1 1 0,0-1 0,0 0 0,0 0 0,0-1 1,0 1-1,0-1 0,-1 1 0,6-3 0,1-1 16,0 0 0,-1 0 0,1-1 0,-1-1 0,0 1 0,-1-2 1,1 1-1,-1-1 0,0 0 0,7-10 0,-4 6-14,1 0 0,1 0 0,16-10 0,-29 21-1,0 0-1,0 0 1,0 0 0,0 0 0,1 0 0,-1-1 0,0 1 0,0 0 0,0 0-1,0 0 1,1 0 0,-1 0 0,0 0 0,0 0 0,0 0 0,0 0 0,1 0-1,-1 0 1,0 0 0,0 0 0,0 0 0,1 0 0,-1 0 0,0 0 0,0 0-1,0 0 1,0 0 0,1 0 0,-1 0 0,0 1 0,0-1 0,0 0-1,0 0 1,0 0 0,1 0 0,-1 0 0,0 0 0,0 0 0,0 1 0,0-1-1,0 0 1,0 0 0,0 0 0,1 0 0,-1 1 0,0-1 0,0 0 0,0 0-1,0 0 1,0 0 0,0 1 0,0-1 0,0 0 0,0 0 0,0 0 0,0 1-1,0-1 1,0 0 0,0 0 0,0 0 0,0 0 0,0 1 0,0-1 0,-1 0-1,1 0 1,0 0 0,0 1 0,0-1-10,0 13-6,0-1 1,1 1 0,0-1-1,1 1 1,0-1 0,1 0-1,6 14 1,-7-21 12,0-1 0,0 0 0,1 0 0,-1 0 0,1 0-1,0 0 1,0-1 0,0 1 0,1-1 0,-1 0 0,1 0 0,0 0 0,0 0-1,0-1 1,0 0 0,0 1 0,1-1 0,-1-1 0,0 1 0,1-1 0,0 0 0,-1 0-1,6 1 1,4-1-35,1 1 0,-1-2 0,1 0 1,0 0-1,-1-1 0,26-6 0,-32 5-253,-1-1 1,0 1 0,0-1-1,0 0 1,0-1 0,8-5-1,-10 5-306,-1 1-1,1-1 1,-1 0-1,0-1 1,0 1-1,-1 0 1,1-1-1,-1 0 1,3-6-1,5-17-5817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1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2220 594 2913,'-16'-22'9952,"-28"-37"-7012,-3 2 1,-66-64 0,68 83-1932,-1 1 0,-2 3 0,-71-39-1,73 48-834,-1 3 0,-1 2 0,-1 3 0,0 1 0,-1 2 0,-1 3 0,-60-6 0,41 10-163,1 4 1,-1 3 0,0 2-1,0 4 1,1 3-1,-134 34 1,169-32-3,0 0-1,0 3 1,2 0 0,-1 3 0,2 0-1,0 2 1,2 1 0,0 2 0,1 0 0,1 2-1,1 1 1,2 2 0,0 0 0,2 1-1,-28 45 1,24-24 24,2 2 0,2 0 0,3 1 0,1 1 0,-17 94 0,19-44-9,4 1 0,2 119 0,10-174-26,2-1 0,3 0 0,1 0 1,2 0-1,16 47 0,-12-59-4,1-1 0,2 0 0,1-1 0,2-1 0,2-1 0,0 0 0,27 30 0,-6-16-1,2-2 0,1-2 0,3-1 1,1-3-1,2-1 0,2-3 0,1-3 0,1-1 0,111 41 1,-80-41 31,1-4 0,2-4 1,1-4-1,0-3 1,0-5-1,106 0 0,-131-11-12,1-3 1,-1-2-1,0-3 0,-1-3 0,0-3 0,-1-2 0,-1-4 0,0-1 0,-2-4 1,-1-2-1,56-36 0,-67 35-9,-1-3 0,-1-1 0,-2-3 0,-2-1 0,-1-2 1,-2-2-1,-2-1 0,-1-2 0,-3-1 0,-1-2 0,-3-1 1,-2-1-1,-2-2 0,-2 0 0,-2-1 0,-3-1 0,20-107 0,-29 105 49,-3 0-1,-2-1 1,-2 1-1,-14-109 1,7 128-16,-2 0 0,-1 0 0,-2 1 0,-1 1-1,-2 0 1,-2 0 0,0 2 0,-33-47 0,24 46-4,-2 1-1,-2 1 1,-1 1-1,-1 2 1,-1 1-1,-1 2 0,-1 0 1,-2 3-1,0 1 1,-2 2-1,0 1 1,-52-16-1,11 9-171,-2 3 1,-1 5-1,0 2 0,-1 5 0,-97-1 1,172 11 82,-25-2-747,0 1 0,1 1 1,-1 2-1,0 2 0,1 1 1,-51 14-1,60-9-998,0 0 0,-25 17 0,47-27 1759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2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59 13142,'0'0'8679,"-3"-11"-8042,-10-35-100,13 46-521,0 0 1,0 0 0,0 0 0,0 0-1,-1 0 1,1 0 0,0 1 0,0-1-1,0 0 1,0 0 0,-1 0-1,1 0 1,0 0 0,0 0 0,0 0-1,0 0 1,-1 0 0,1 0 0,0 0-1,0 0 1,0 0 0,0 0 0,-1 0-1,1 0 1,0 0 0,0 0 0,0-1-1,0 1 1,-1 0 0,1 0 0,0 0-1,0 0 1,0 0 0,0 0 0,0 0-1,0 0 1,-1-1 0,1 1 0,0 0-1,0 0 1,0 0 0,-3 17 13,-3 106 789,-3 118 144,9-150-644,4-1-1,19 108 0,231 1587 1921,-208-1040-1548,-38-544-611,-8-200-151,0 0-1,0-1 1,0 1 0,0 0 0,0 0 0,0 0-1,0-1 1,0 1 0,0 0 0,0 0 0,1 0-1,-1-1 1,0 1 0,1 0 0,-1 0 0,0-1-1,1 1 1,-1 0 0,1-1 0,-1 1 0,1 0-1,0-1 1,-1 1 0,1-1 0,0 1 0,-1-1-1,1 1 1,0-1 0,-1 1 0,1-1 0,0 0-1,0 0 1,-1 1 0,1-1 0,0 0 0,2 0-1,-1 0-521,0 0 0,0-1 0,0 1 0,0-1 0,0 0 0,0 0 0,-1 1 0,1-1 0,0 0 0,0-1 0,0 1-1,-1 0 1,1 0 0,1-3 0,15-16-10004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2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27 444 9524,'0'0'12003,"-4"6"-10690,2-4-1250,-15 27 1198,16-27-1207,1-1 0,-1 0 0,1 0-1,-1 1 1,1-1 0,0 0 0,0 0 0,0 1 0,-1-1 0,1 0-1,1 1 1,-1-1 0,0 0 0,0 1 0,0-1 0,1 0-1,-1 0 1,0 1 0,1-1 0,-1 0 0,1 0 0,0 0-1,-1 0 1,1 1 0,0-1 0,0 0 0,0 0 0,-1 0-1,1-1 1,2 2 0,4 3 45,0-1-1,1-1 1,-1 0-1,1 0 1,0 0 0,0-1-1,0 0 1,0 0-1,12 0 1,86 0 269,-74-2-236,136 0 126,253-34-1,240-71 83,272-41-224,5 33 26,1188-38 711,-2428 151-12986,134 0 712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24 5987,'0'0'5282,"-5"-19"-6066,5 14-1377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3344 8740,'0'0'6534,"-5"3"-5569,1 0-171,-9 5-931,0-5 8405,14 0-7179,-1 1-562,8-9-263,405-399 496,7-5-364,-172 186-283,1173-1031-8,-794 772 160,7-6-79,-609 467-156,-15 14 44,0-1 0,-1 0 0,1-1 0,-2 0 0,0 0 0,0-1 0,8-12 0,-14 30-499,-4 11-684,0-12 443,-2-1 0,1 0 0,-1 1 0,0-1 0,0 0 0,0-1 0,-10 10 0,-22 18-6161,-7 3-6126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2407 53 4898,'0'0'5341,"2"-4"-4111,0 0-869,0 1 0,0 0-1,0 0 1,1 0 0,-1 0-1,1 0 1,0 0 0,0 1 0,0-1-1,0 1 1,0 0 0,1 0-1,-1 0 1,0 0 0,1 1-1,0-1 1,-1 1 0,1 0 0,0 0-1,0 0 1,0 1 0,-1-1-1,1 1 1,6 0 2046,-32 4-924,-343 52 1602,122-23-2488,61-2-233,-761 96 795,205-98 202,738-29-1284,-1 1-346,1 0 183,0 0 0,0 0 1,0 0-1,0 1 0,0-1 1,1 0-1,-1 0 1,0 0-1,0 1 0,1-1 1,-1 0-1,1 0 0,-1 0 1,1 0-1,-1 0 1,1 0-1,0 0 0,-1 0 1,1 0-1,0 0 0,0 0 1,1 0-1,31 5-6576,-31-6 6159,18 1-4360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148 384 7459,'0'0'9498,"-23"4"-8108,-101 15 1438,187-21 4482,119-7-7254,550-107 350,-542 84-364,297-65 49,40-6-251,-385 81 237,239-4 1,-419 28-348,-1 1 1,1 2-1,-41 10 0,-116 39-5488,99-26 643,25-9-547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346 500 5282,'-26'0'6083,"-111"0"-2436,17 0 3853,182-2-5091,114-20 1,77-30-2399,-125 24 326,1386-253 205,-1462 272-540,13-3 7,1 2 0,75 0 0,-133 8 7,-10-2 44,-17-2 38,-152 8-950,-242 33 1,91-4 387,-951 107 523,975-84 747,268-47-226,32-5-246,19-1-280,386-31 506,6-36-25,-76 11-224,1252-121-175,-1559 173-132,-42 2-500,-42 1-2232,40 1 968,-3 0-5676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2622 2097,'0'0'6291,"-24"11"-4645,-75 34 718,89-41-1719,0 1 1,1 0 0,0 1-1,0 0 1,0 0-1,-8 9 1,15-13-279,-1 1 0,1-1 0,0 1 0,0 0 0,0 0 0,0 0 0,1 0-1,-1 0 1,1 0 0,-1 0 0,1 0 0,0 1 0,0-1 0,1 0 0,-1 1 0,1 4 699,14-16-218,41-40-11,80-90 0,-34 30-625,253-234 244,134-137-309,407-387 152,-250 336-67,-630 520-118,-2 0-1,1-1 1,-1-1-1,-1 0 1,0-1 0,-1-1-1,0 1 1,-1-2-1,-1 1 1,0-2 0,11-23-1,7-23-22,-11 42-306,-13 21-245,-13 15 49,-55 70-4692,-113 115-1,84-111-1222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2930 7267,'0'0'2687,"-23"15"-636,-123 78 2789,143-91-4528,2-1-156,-1-1 0,1 1 0,0 0 0,0-1 0,-1 1 0,1 0 0,0 0 0,0 0 0,0 0 0,0 0 0,0 0 0,1 1 0,-1-1 0,0 0 0,0 0 0,1 1 0,-1-1 0,1 0 0,-1 1 0,1-1 0,0 0 0,-1 3 1,24-4 1763,-15-1-1698,0 0 0,-1 0 0,1-1 0,-1 1 0,0-2-1,0 1 1,0-1 0,0 0 0,0-1 0,8-5 0,67-52 556,-68 50-672,370-339 1229,-262 233-1120,640-651 342,-62 59-547,50 60 212,-749 648-219,461-369 637,-638 502-2400,82-64-249,-224 158-8531,264-188 7129,-59 41-6273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3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2727 6019,'0'0'11907,"-20"14"-11457,-54 42 375,71-52-434,5-3-72,16-8 161,29-20 251,262-213 1977,-144 107-1953,1967-1679 474,-1940 1634-1169,175-166 390,-329 302 202,-20 23 491,-35 45-1033,-22 28-1241,-56 77-6689,51-76 451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0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11 263 11429,'0'0'12379,"-4"12"-11917,3-9-412,0 0 1,0 0-1,0 1 1,0-1 0,0 0-1,1 0 1,0 0-1,0 1 1,0-1-1,0 0 1,0 0-1,0 1 1,2 5-1,0-6-15,0 0 0,0 0 0,0 0 0,0 0 0,1-1 0,-1 1 0,1-1 0,-1 1 0,1-1 0,0 0 0,0 0 0,0 0 0,0 0 0,0-1 0,1 1 0,5 1 0,25 9 145,-1-2 0,1-1-1,1-1 1,-1-2 0,41 2 0,183-5 315,-177-4-378,-6-1-88,0-3 1,-1-4-1,0-2 1,-1-4-1,0-3 0,-1-4 1,-1-2-1,110-55 0,-136 58-17,-29 15-27,0 0-1,-1-2 1,0 0 0,0 0 0,-1-2 0,0 0-1,0 0 1,14-16 0,-26 25 21,-1-1-1,0 0 1,1 1-1,-1-1 1,0 0 0,0 0-1,0 0 1,0 0 0,-1 0-1,1 0 1,0 0-1,-1 0 1,0 0 0,1 0-1,-1 0 1,0 0 0,0 0-1,0 0 1,0 0-1,0 0 1,-1 0 0,0-4-1,-1 3 1,1 1 0,-1-1-1,0 1 1,0-1 0,0 1 0,0 0-1,0 0 1,0 0 0,0 0-1,-1 0 1,1 0 0,-1 1 0,-5-3-1,-8-3 3,0 1 1,-1 1-1,0 0 0,-20-2 0,32 6-10,-43-5 545,-64 0 0,168 6-476,55 9-1,-88-6-54,0 1 0,0 1 0,-1 1 0,1 1 0,28 14 0,-47-19-11,0 0 0,1 0 0,-1 0 0,0 1 0,0 0-1,-1 0 1,1 0 0,0 0 0,-1 0 0,0 1 0,0 0 0,0-1-1,0 1 1,-1 0 0,1 1 0,-1-1 0,0 0 0,0 1 0,-1-1-1,1 1 1,-1-1 0,0 1 0,0 0 0,-1 0 0,1-1 0,-1 1 0,0 0-1,0 0 1,-1-1 0,1 1 0,-3 8 0,-2 2-9,0-1 0,0 0-1,-1 0 1,-1-1 0,0 1 0,-1-2 0,-1 1 0,-16 19 0,-6 3-255,-45 56-1299,32-26-2749,25-21-2618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43 333 13686,'0'0'10381,"-7"-13"-9279,-23-37-465,29 49-622,0 0-1,1 0 0,-1 0 1,1 0-1,-1 0 0,1 0 1,0 0-1,-1 0 0,1 0 1,0 0-1,-1-1 0,1 1 0,0 0 1,0 0-1,0 0 0,0 0 1,0 0-1,1-1 0,-1 1 1,0 0-1,0 0 0,1 0 1,-1 0-1,0 0 0,1 0 0,0 0 1,-1 0-1,1 0 0,-1 0 1,1 0-1,0 0 0,0 0 1,-1 1-1,1-1 0,0 0 1,0 1-1,0-1 0,0 0 0,0 1 1,0-1-1,0 1 0,0-1 1,0 1-1,0 0 0,0-1 1,0 1-1,2 0 0,6-2-9,0 0 1,0 1-1,0 0 0,13 1 0,-16 0 32,33-2-5,-19 0-19,0 1 0,1 1 0,-1 1-1,21 3 1,-39-2-11,-1-1 0,0 0 0,0 0 0,1 0-1,-1 1 1,0-1 0,0 0 0,-1 1 0,1-1 0,0 1-1,0-1 1,-1 1 0,1 0 0,-1-1 0,1 1 0,-1 0 0,0-1-1,1 1 1,-1 0 0,0-1 0,0 1 0,0 0 0,-1-1-1,1 3 1,-6 44 56,-3-32-48,8-14-16,-1-1-1,1 1 0,0 0 0,0 0 1,0 0-1,0 0 0,1 0 1,-1 0-1,0 0 0,1 0 0,0 0 1,-1 0-1,1 1 0,0 1 1,0-3 62,13-38-5091,-12 33 5067,1 0 0,-1 0-1,0-1 1,0 1 0,0-1 0,-1 1-1,0-1 1,1 1 0,-1 0-1,-1-1 1,1 1 0,-1-1 0,-2-7-1,-24-58 3092,9 27-1383,14 55 922,2 34-2190,2 63-629,30 177 476,4 135 168,-34-291-533,13-262-180,-30-399-57,10 447 265,6-109 1,2 180 11,0 1 1,1 0-1,1 0 0,0-1 0,0 1 0,1 1 1,1-1-1,0 1 0,1 0 0,12-20 0,-15 27 4,0 0-1,0 0 0,0 1 0,0-1 1,0 1-1,1 0 0,0-1 0,-1 1 0,1 1 1,0-1-1,1 1 0,-1-1 0,0 1 1,1 1-1,-1-1 0,1 0 0,-1 1 1,1 0-1,0 0 0,0 1 0,-1-1 1,1 1-1,0 0 0,0 0 0,0 1 1,0-1-1,-1 1 0,1 0 0,0 0 0,8 4 1,-9-2 1,1 0 0,-1 0 1,0 0-1,-1 0 0,1 1 1,-1-1-1,1 1 1,-1 0-1,0 0 0,0 1 1,-1-1-1,1 0 0,-1 1 1,0 0-1,0-1 0,-1 1 1,1 0-1,-1 0 0,0 0 1,-1 0-1,1 0 0,-1 0 1,0 6-1,1 1-6,-1 1 0,-1-1 0,0 0-1,0 1 1,-1-1 0,-1 0 0,0 0 0,-8 20 0,-1-11-36,-1-1-1,-2 0 1,0 0 0,-33 32 0,-24 31-1382,72-82 1343,-1-1-1,1 0 1,-1 0 0,1 1-1,-1-1 1,1 0 0,0 1-1,-1-1 1,1 1 0,0-1-1,-1 1 1,1-1 0,0 0-1,0 1 1,-1-1 0,1 1-1,0-1 1,0 1 0,0-1-1,0 1 1,0 0 0,0-1-1,0 1 1,0-1 0,0 1-1,0-1 1,0 1 0,0-1-1,0 1 1,0-1 0,0 1-1,0-1 1,1 1 0,-1-1-1,0 1 1,22-6-1690,5-10 1183,-1-1 0,48-39 0,-56 40 613,1 0 1,0 1-1,1 1 1,0 1-1,1 0 1,1 2 0,22-8-1,-42 18 3,-1-1 0,1 1-1,-1-1 1,1 1 0,-1 0 0,0 0-1,1 0 1,-1 0 0,1 0 0,-1 0 0,1 0-1,-1 0 1,1 0 0,-1 1 0,1-1-1,-1 1 1,1-1 0,-1 1 0,0-1-1,1 1 1,-1 0 0,0 0 0,0 0 0,0 0-1,1 0 1,0 1 0,1 2 132,-1 1 0,1-1 0,-1 1 0,0-1 0,0 1 0,1 7 0,-2-7-94,0-1 1,0 0-1,1-1 1,-1 1-1,1 0 1,0 0 0,0 0-1,0-1 1,0 0-1,0 1 1,1-1-1,0 0 1,5 5-1,-4-5-58,0-1 0,0 0 0,1 0 0,-1 0 0,1 0 0,0-1 0,-1 1 0,1-1 0,0-1-1,0 1 1,0 0 0,0-1 0,5-1 0,-8 1 0,0 0 0,0 0 0,0-1 0,0 1 0,0-1-1,0 0 1,0 0 0,0 0 0,0 0 0,0 0 0,-1 0 0,1 0 0,0 0 0,-1-1 0,1 1-1,-1 0 1,1-1 0,-1 0 0,0 1 0,0-1 0,0 0 0,0 1 0,0-1 0,0 0 0,0 0-1,0 0 1,-1 0 0,1 0 0,-1 0 0,0 0 0,1-4 0,0 1 61,-1 0 1,1 0 0,-1 0 0,0 0-1,-1 0 1,1 0 0,-1-1-1,0 1 1,0 0 0,-1 0-1,1 1 1,-1-1 0,0 0-1,0 1 1,-1-1 0,0 1-1,-3-5 1,2 5-44,1 1 0,-1 0 1,0 0-1,0 0 0,-1 0 0,1 1 0,-1 0 0,1 0 0,-1 0 1,0 1-1,1-1 0,-1 1 0,0 0 0,0 0 0,0 1 0,0-1 0,-9 2 1,11-1-24,1 1 0,-1-1 0,0 1 0,0 0 0,0 0 0,0 0 0,1 0 0,-1 1 0,0-1 0,1 1 1,-1-1-1,1 1 0,0 0 0,-1 0 0,1 0 0,0 0 0,0 0 0,0 1 0,1-1 0,-1 1 0,1-1 1,-1 1-1,1 0 0,0-1 0,0 1 0,0 0 0,0 0 0,0 0 0,1 0 0,-1 0 0,1 0 0,0 0 1,0 0-1,0 0 0,0 0 0,1 5 0,0-7-2,0 1 0,-1 0 0,1-1-1,0 1 1,0-1 0,0 1 0,0-1 0,0 1 0,0-1 0,1 0 0,-1 0 0,0 1-1,1-1 1,-1 0 0,1 0 0,-1 0 0,1-1 0,-1 1 0,1 0 0,0-1-1,-1 1 1,1 0 0,0-1 0,-1 0 0,1 1 0,0-1 0,2 0 0,61 4 0,-54-4 0,3 2 0,0-2-1,-1 0 0,1-1 1,0 0-1,-1-1 0,1 0 1,-1-1-1,0-1 0,0 0 1,0-1-1,0 0 0,-1-1 1,0 0-1,0-1 0,19-15 1,111-113 168,-141 135-154,-1-1 0,1 1-1,0-1 1,-1 1 0,1 0 0,0-1 0,0 1 0,-1 0 0,1 0 0,0-1 0,0 1 0,-1 0 0,1 0 0,0 0 0,0 0 0,-1 0-1,1 0 1,0 0 0,0 0 0,-1 1 0,1-1 0,0 0 0,0 0 0,-1 1 0,1-1 0,0 0 0,-1 1 0,1-1 0,0 1 0,-1-1-1,1 1 1,0-1 0,-1 1 0,1-1 0,-1 1 0,1-1 0,-1 1 0,0 0 0,1-1 0,-1 1 0,0 0 0,1 0 0,16 38 202,-14-29-84,27 47 200,-22-45-281,-1 1-1,-1-1 0,0 2 1,0-1-1,4 19 1,-9-31-47,-1 0 0,0 0 1,0 0-1,0 0 0,1 0 0,-1 0 1,0 0-1,0 0 0,0 1 0,-1-1 1,1 0-1,0 0 0,0-1 0,-1 1 1,1 0-1,0 0 0,-1 0 1,1 0-1,-1 0 0,1 0 0,-1 0 1,1 0-1,-1-1 0,0 1 0,1 0 1,-1 0-1,0-1 0,0 1 1,1-1-1,-1 1 0,0 0 0,-1 0 1,0-1-2,-1 1 1,1-1 0,-1 1 0,1-1 0,-1 0 0,1 0 0,-1 0-1,1 0 1,-1 0 0,1-1 0,0 1 0,-1-1 0,-2 0 0,4 0-4,0 0 0,0 1 0,0-1 0,0 0 1,0 0-1,1 0 0,-1 0 0,0 0 0,0 0 1,1 0-1,-1 0 0,0 0 0,1 0 1,0 0-1,-1-1 0,1 1 0,-1 0 0,1 0 1,0 0-1,0-1 0,0 1 0,0 0 1,0 0-1,0-1 0,0 1 0,0 0 0,0 0 1,1-3-1,0 0-7,-1 1-1,1-1 1,0 0 0,0 1 0,0-1 0,1 1-1,-1-1 1,5-6 0,0 4 4,1-1 0,0 1 0,0 0 0,0 0 0,1 1 0,0 0 0,0 1 1,0-1-1,0 2 0,1-1 0,-1 1 0,1 0 0,0 1 0,0 0 0,0 1 0,1-1 0,-1 2 0,0-1 1,0 1-1,0 1 0,18 3 0,-24-3 8,-1 0-1,1 0 1,-1 0 0,1 0 0,-1 1 0,0-1 0,0 1 0,0 0-1,1 0 1,-2 0 0,1 0 0,0 0 0,0 0 0,-1 0 0,1 1-1,-1-1 1,1 1 0,-1-1 0,0 1 0,0-1 0,0 1 0,-1 0-1,1 3 1,2 6 1,-1 1-1,-1 0 1,-1 20-1,0-28-26,0-4-70,0 0 1,0 1-1,0-1 0,0 0 0,0 0 1,-1 0-1,1 1 0,0-1 0,-1 0 1,1 0-1,-1 0 0,1 0 0,-1 0 1,0 0-1,1 0 0,-1 0 0,0 0 1,0 0-1,0-1 0,0 1 0,-1 1 1,-7 2-3646,-1-3-3967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18296,'0'0'7092,"-15"54"-12007,33-4 193,3-5-2017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9332,'0'0'16242,"14"2"-15065,-9-2-1084,-2 0-45,0 1 1,1-1 0,-1 0 0,0 1 0,0-1 0,0 1 0,0 0-1,1 0 1,-1 0 0,0 0 0,-1 1 0,1-1 0,0 1-1,0 0 1,-1 0 0,1 0 0,-1 0 0,1 0 0,-1 1 0,0-1-1,0 1 1,0-1 0,0 1 0,-1 0 0,1-1 0,-1 1-1,1 0 1,-1 0 0,1 6 0,9 39 131,-5-17-106,1 0-1,2 0 1,1 0-1,1-2 1,28 54 0,-38-82-77,0 1 1,-1 0 0,1 0 0,1-1 0,-1 1 0,0 0 0,0-1-1,1 1 1,-1-1 0,1 0 0,-1 1 0,1-1 0,-1 0 0,1 0-1,0 0 1,0 0 0,-1 0 0,1-1 0,0 1 0,0 0 0,0-1-1,0 1 1,0-1 0,0 0 0,0 0 0,0 0 0,0 0-1,0 0 1,0 0 0,0 0 0,0 0 0,0-1 0,0 1 0,0-1-1,-1 0 1,1 0 0,0 1 0,0-1 0,0 0 0,-1 0 0,1-1-1,-1 1 1,1 0 0,2-3 0,7-7-25,0 0 1,-1-1-1,0 0 0,13-23 0,-11 16 15,-6 10 14,-5 6-7,1 0 0,0 0 0,0 0 0,0 0 0,0 0 0,0 1 1,0-1-1,1 1 0,0-1 0,-1 1 0,1 0 0,5-3 0,2 37 11,-8-29-7,-1 1 1,1-1-1,0 0 1,0 0 0,1 0-1,-1 0 1,0-1-1,1 1 1,0-1-1,0 1 1,0-1-1,0 0 1,0 0-1,0 0 1,0 0 0,1-1-1,-1 0 1,1 1-1,-1-1 1,1 0-1,-1 0 1,1-1-1,0 1 1,-1-1 0,8 0-1,5-1 8,-1-1-1,1-1 1,0-1-1,25-8 1,1 0 20,-38 11-32,0 1 0,-1 0 1,1 0-1,0 1 0,-1-1 1,1 1-1,-1 0 0,1-1 1,-1 2-1,6 1 0,27 6-2,105-9 28,-133-2-19,0 0 0,1 0 0,-1 0 0,0-1 0,0-1 0,0 1 0,-1-1 0,8-5 0,14-6 2,-24 13 14,-1 0 0,1-1 0,0 0-1,-1 0 1,1 0 0,-1 0 0,0-1 0,0 1 0,0-1 0,0 0 0,-1 0 0,0-1 0,0 1 0,0-1-1,0 0 1,-1 1 0,1-1 0,-1 0 0,-1-1 0,1 1 0,-1 0 0,0 0 0,0-1 0,0 1 0,-1 0 0,1-1-1,-2-9 1,0 15-19,1-1 0,0 0 0,-1 1 0,1 0 1,-1-1-1,1 1 0,-1-1 0,1 1 0,-1 0 0,1-1 0,-1 1 0,1 0 0,-1-1 0,1 1 0,-1 0 0,0 0 0,1 0 0,-1-1 0,1 1 0,-1 0 0,0 0 0,1 0 0,-1 0 0,0 0 0,1 0 0,-1 0 0,0 0 0,0 1 0,-22 2-51,19-1 54,1 0-1,0 1 1,-1-1-1,1 1 0,0 0 1,0 0-1,1 0 1,-1 0-1,1 0 1,-1 0-1,1 1 0,0-1 1,0 1-1,0-1 1,1 1-1,-1 0 1,1 0-1,0 0 0,0 0 1,0 5-1,-2 11 3,1 1-1,0 33 0,2-50-8,0-2 1,0 0 1,0 0-1,1-1 1,-1 1-1,1 0 1,-1 0-1,1 0 1,-1-1-1,1 1 0,0 0 1,0-1-1,0 1 1,0-1-1,0 1 1,0-1-1,0 1 1,1-1-1,-1 0 1,0 0-1,1 1 0,1 0 1,2 1 12,-1-1-1,0 0 1,1 0 0,-1-1 0,1 1 0,-1-1 0,1 0-1,7 1 1,-5-1-65,-1 0 0,1-1 0,0 0 0,-1 0 0,1-1 0,-1 0-1,1 0 1,-1 0 0,1-1 0,-1 0 0,0 0 0,0-1 0,8-3 0,-12 4-161,0 0 0,1 0 0,-1-1 0,0 1 1,0 0-1,0-1 0,0 1 0,0-1 0,-1 0 1,1 1-1,-1-1 0,2-5 0,3-41-5971,-6 8-719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90 19257,'0'0'9332,"-45"-90"-9524,45 93-1329,0 25-2561,0 10-2112,-21 9-8357</inkml:trace>
  <inkml:trace contextRef="#ctx0" brushRef="#br0" timeOffset="1">0 477 3714,'0'0'20665,"158"-27"-19896,-79-3-641,3 1-128,0-2-417,-6 5-2368,-10 0-3394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5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17368,'0'0'4031,"22"-22"-1825,-7 5-1792,-8 8-316,0 0-1,1 1 0,0 0 1,0 0-1,1 0 1,0 1-1,0 1 1,1 0-1,0 0 1,0 0-1,0 2 1,1-1-1,-1 1 0,1 1 1,0 0-1,12-2 1,-7 3-10,0 1 0,-1 0 1,1 2-1,0 0 0,-1 0 0,1 1 1,-1 1-1,30 10 0,-39-10-70,0 0 0,0 0 0,0 1 0,-1 0 0,1 0 0,-1 0 0,0 0 0,0 1 0,-1 0 0,1 0 0,-1 0 1,0 1-1,-1-1 0,1 1 0,-1 0 0,0 0 0,0 0 0,-1 0 0,0 1 0,0-1 0,0 1 0,-1-1 0,1 11 0,-1-4-7,0 1 1,-1-1-1,0 0 0,-1 1 1,0-1-1,-1 0 1,-1 0-1,0 0 0,-1 0 1,0 0-1,-1-1 0,0 1 1,-1-1-1,0-1 1,-1 1-1,-1-1 0,0 0 1,-16 17-1,23-44 37,9-17-13,1 0 1,1 0-1,2 1 0,19-37 0,13-37-21,-31 71 21,52-173 351,-74 252-49,2 0 0,1 1 1,3 0-1,3 84 0,1-122-360,0 0 1,1 0-1,0 0 0,0 0 1,0 0-1,1 0 0,0-1 1,0 1-1,1-1 0,-1 0 1,1 0-1,1 0 0,-1 0 1,1-1-1,0 0 0,0 0 1,1 0-1,0-1 0,0 1 1,0-1-1,0-1 0,0 1 1,1-1-1,-1 0 0,8 2 1,5 0-938,0 0 0,1-1 0,-1-2 1,0 1-1,1-2 0,0-1 0,38-4 0,-21-5-4826,-11-9-3109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16680,'0'0'8841,"24"0"-8441,65-4-51,89-15-1,115-28-363,-162 25 110,-70 13-77,-18 3-25,74-20 1,-106 20-56,-16 2-13,-21 1-13,25 3 89,-28-1-104,-75-8 5,95 8 101,0 0 0,0-1 0,1-1 0,-1 0 0,0 0 0,1 0 0,0-1 0,-15-9 0,22 12 19,0 1 1,0 0-1,1-1 0,-1 1 0,0-1 0,0 1 0,1-1 0,-1 1 0,0-1 0,0 1 1,1-1-1,-1 0 0,1 1 0,-1-1 0,1 0 0,-1 1 0,1-1 0,-1 0 0,1 0 1,0 0-1,-1 1 0,1-1 0,0 0 0,0 0 0,-1 0 0,1 0 0,0 0 0,0 0 1,0 1-1,0-1 0,0 0 0,0 0 0,1 0 0,-1 0 0,0 0 0,0 0 0,1 1 1,-1-1-1,0 0 0,1 0 0,-1 0 0,1 1 0,-1-1 0,2-1 0,0 0 14,0 1 1,1-1-1,-1 1 0,1 0 0,-1 0 0,1 0 0,0 0 0,-1 0 1,1 0-1,0 1 0,0-1 0,3 1 0,12-2-3,0 1 0,0 2 0,0-1 0,-1 2 0,32 7 0,-43-8-25,-1 1 1,1 0-1,-1 0 1,0 1 0,0 0-1,0-1 1,0 2-1,0-1 1,-1 0-1,0 1 1,1 0 0,-1 0-1,0 0 1,-1 1-1,1-1 1,-1 1-1,0 0 1,0 0 0,-1 0-1,1 0 1,-1 1-1,2 6 1,-1-1-26,-1 0 0,-1-1 0,0 1 1,0 0-1,-1 0 0,0 0 0,-1 0 0,-1 0 1,1-1-1,-2 1 0,1 0 0,-1-1 0,-1 0 0,0 0 1,-1 0-1,-9 17 0,-1-4-1091,0-1-1,-1-1 1,-1-1-1,-1 0 1,-38 31-1,-10-4-5744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62 15335,'0'0'5362,"-23"4"-3830,9-2-1331,6-2-121,-1 1 0,1 0 0,0 0 0,-1 1-1,1 0 1,0 1 0,0 0 0,1 0 0,-1 1 0,1-1-1,-1 2 1,1-1 0,0 1 0,1 0 0,-1 1-1,1-1 1,0 1 0,-9 12 0,-101 179 842,83-137-766,34-84 1493,-3 11-1377,4-11-246,1 1 1,1 0 0,1 0-1,1 0 1,1 1 0,0-1-1,2 2 1,1-1 0,1 1-1,0 1 1,2 0 0,0 1 0,1 0-1,20-20 1,-32 37-20,-1 0-1,1 0 1,0 1 0,0-1 0,0 0-1,0 1 1,0 0 0,1-1 0,-1 1-1,0 0 1,1 0 0,-1 0 0,0 0 0,1 1-1,-1-1 1,1 1 0,-1-1 0,1 1-1,0 0 1,-1 0 0,1 0 0,-1 0-1,1 1 1,-1-1 0,1 1 0,-1-1-1,1 1 1,-1 0 0,1 0 0,-1 0 0,0 0-1,0 0 1,1 1 0,-1-1 0,3 3-1,5 6 10,0 0 0,-1 0 0,-1 0-1,1 1 1,8 17 0,-9-17 6,30 50-66,-3 1-1,32 76 1,-24-20-2499,-40-107 994,0 0 0,-1 0 0,-1 0 0,2 20 0,-3-8-6212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16119,'0'0'5603,"-4"25"-5134,1-1-358,-4 19 290,0 79 0,7-112-349,1 1 0,0-1 1,1 1-1,0-1 0,1 1 1,6 14-1,-9-23-38,1 0 1,0 1-1,-1-1 1,1 0-1,0 0 1,0 0-1,0-1 0,1 1 1,-1 0-1,0 0 1,1 0-1,-1-1 1,1 1-1,0-1 1,-1 1-1,1-1 1,0 0-1,0 0 0,0 0 1,0 0-1,0 0 1,0 0-1,0 0 1,0 0-1,0-1 1,0 1-1,0-1 1,1 0-1,-1 0 0,0 0 1,0 0-1,1 0 1,-1 0-1,0 0 1,0-1-1,0 1 1,4-2-1,-1-2 57,0 0-1,-1 0 1,0-1 0,0 0-1,0 1 1,0-1 0,-1-1-1,1 1 1,-1 0 0,-1-1 0,1 0-1,-1 1 1,3-10 0,1-1-10,21-69 257,-14 40 477,-13 45-784,0 0 1,0 0-1,0 0 1,0-1-1,0 1 0,1 0 1,-1 0-1,0 0 1,0 0-1,0-1 1,0 1-1,0 0 1,0 0-1,1 0 1,-1 0-1,0 0 1,0 0-1,0 0 1,0 0-1,1-1 0,-1 1 1,0 0-1,0 0 1,0 0-1,1 0 1,-1 0-1,0 0 1,0 0-1,0 0 1,0 0-1,1 0 1,-1 0-1,0 0 1,0 0-1,0 0 1,1 0-1,-1 1 0,0-1 1,0 0-1,0 0 1,0 0-1,1 0 1,-1 0-1,0 0 1,0 0-1,0 0 1,0 1-1,0-1 1,1 0-1,-1 0 1,0 0-1,0 0 0,0 1 1,0-1-1,0 0 1,0 0-1,0 0 1,0 0-1,0 1 1,0-1-1,0 0 1,0 0-1,0 0 1,0 0-1,0 1 1,0-1-1,6 16 40,-2 0 0,0 1-1,-1-1 1,0 1 0,0 29 0,-1-10 98,5 274 652,-8-207-711,1-65-71,-2-1 0,-1 0 0,-16 64 0,15-84-18,-1 0 0,-1-1 0,0 0 0,-1 0 0,-1 0 0,-1-1 1,0 0-1,0-1 0,-2 0 0,-13 14 0,21-24 4,1-2 1,-1 1-1,0 0 1,0 0-1,0-1 1,0 0-1,-1 0 1,1 0-1,-1 0 1,1 0-1,-1-1 1,0 1-1,0-1 1,0 0-1,1 0 1,-1-1-1,0 1 1,-7-1-1,8 0 4,-1-1-1,1 0 0,-1 0 0,1 0 0,0-1 1,-1 1-1,1-1 0,0 0 0,0 0 0,0 0 0,1 0 1,-1 0-1,0-1 0,1 0 0,-1 1 0,-2-6 1,-3-3 6,1-1 1,1 1-1,0-1 1,1-1 0,0 1-1,1-1 1,1 1 0,0-1-1,-3-22 1,5 18 3,0 1-1,0-1 1,2 1 0,0-1 0,1 1-1,5-25 1,-4 33-17,0 0 0,1-1 0,-1 1-1,2 1 1,-1-1 0,1 0 0,0 1 0,1 0 0,-1 0 0,1 1 0,1 0 0,-1 0-1,13-9 1,-5 6-90,0 1-1,0 0 1,1 1 0,0 0-1,1 1 1,30-7-1,50-6-4167,-45 9-681,4-1-4107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4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0 10261,'0'0'12862,"-13"7"-12345,3-2-398,0 0 0,0 1-1,0 1 1,1 0 0,0 0-1,1 1 1,-1 0 0,2 0 0,-12 16-1,-84 132 1024,-65 89-720,163-242-329,6-11-76,6-15-7,27-37-22,3 2 0,2 2 0,51-55 0,-75 92 8,1 1-1,1 1 1,0 1 0,1 0 0,23-14 0,-36 26 1,0 1-1,0 0 1,1 0-1,-1 0 1,1 1 0,0-1-1,-1 1 1,1 1 0,0-1-1,0 1 1,0 0 0,0 1-1,1-1 1,-1 1 0,0 1-1,0-1 1,0 1 0,0 0-1,0 0 1,0 0-1,0 1 1,0 0 0,-1 0-1,1 1 1,7 4 0,8 10-44,0 1-1,-2 1 1,0 0 0,-1 2 0,-1 0-1,-1 1 1,21 38 0,-12-21-2836,41 50 0,-25-47-2557,1-3-3436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332 655 8644,'0'7'19107,"0"-12"-19091,-1 1 0,0-1 0,0 1-1,0-1 1,-1 1 0,1-1 0,-1 1-1,0 0 1,0 0 0,-1 0 0,1 0-1,-1 0 1,0 1 0,0-1 0,0 1-1,-1 0 1,1 0 0,-1 0 0,1 0-1,-1 0 1,0 1 0,0 0 0,0 0-1,-1 0 1,1 0 0,0 1 0,-1-1-1,1 1 1,-8-1 0,5 0-14,0 1-1,-1 0 1,1 0 0,-1 0 0,0 1-1,1 0 1,-1 0 0,1 1 0,-1 0-1,1 0 1,-1 1 0,1 0 0,0 0 0,0 1-1,0 0 1,0 0 0,-10 7 0,9-3-8,0 0-1,1 1 1,0 0 0,0 0 0,1 1 0,0 0 0,1 0 0,-1 0 0,2 0 0,-1 1 0,-5 19 0,5-7 8,1 1 0,0-1 1,2 1-1,0 33 0,2-52-3,0 0-1,1-1 0,-1 1 0,0 0 1,1-1-1,0 1 0,0-1 1,0 1-1,0-1 0,1 1 1,-1-1-1,1 0 0,0 1 1,0-1-1,0 0 0,0 0 1,1-1-1,-1 1 0,1 0 0,0-1 1,0 0-1,-1 1 0,1-1 1,1 0-1,-1 0 0,0-1 1,0 1-1,1-1 0,-1 0 1,1 0-1,-1 0 0,1 0 0,0 0 1,-1-1-1,7 1 0,-1-1-6,-1 0 0,1 0 0,-1-1 0,0 0-1,1-1 1,-1 1 0,0-2 0,0 1 0,0-1-1,-1 0 1,1-1 0,0 0 0,-1 0 0,0 0-1,9-8 1,2-5 11,-2 0-1,0-2 1,-1 1-1,0-2 0,-2 0 1,21-41-1,-18 26 10,-2-1 0,-2-1 0,14-63 1,-10-3 11,-5-1 0,-2-122 1,-9 151 317,0 63-103,0 46-124,38 644-214,-37-664-133,2 24-455,2 0 0,17 63 0,-18-89-58,0 0 0,1 0 0,1-1 0,-1 0 0,9 12 0,-9-17-254,-1 0 1,1-1-1,0 1 1,1-1-1,-1 0 1,1-1-1,0 1 1,0-1-1,11 6 0,19 2-8909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57 16888,'0'0'8782,"-14"5"-8509,-24 12-99,40-12 19,10-2 40,103-4 668,-76-1-783,328-29 284,-70 2-337,314 5 380,-609 24-399,-28 14-377,3 0-1740,-38 30 0,11 2-5470,23-14-1153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220 475 14919,'0'0'6237,"-23"-13"-4214,-75-36-1154,97 49-853,-1-1 0,0 0-1,1 1 1,-1-1-1,0 1 1,0-1 0,1 1-1,-1 0 1,0 0 0,0 0-1,0 0 1,1 0-1,-1 0 1,0 0 0,0 1-1,1-1 1,-1 1-1,0-1 1,1 1 0,-1-1-1,0 1 1,1 0 0,-1 0-1,1 0 1,-1 0-1,-1 2 1,1 0 13,0 0 1,-1 0-1,1 0 0,1 1 0,-1-1 1,0 1-1,1-1 0,-2 6 1,1-1 47,-6 18 50,1-1-1,2 1 0,0 1 0,2-1 0,1 1 0,1 37 0,1-61-123,0 1 0,0-1 0,0 0 0,0 1 0,1-1 0,-1 0-1,1 1 1,0-1 0,0 0 0,0 0 0,0 0 0,0 0 0,1 0 0,0 0-1,-1 0 1,1 0 0,0 0 0,0-1 0,1 1 0,4 3 0,-2-3 1,-1-1 1,1 0-1,0 0 0,0-1 1,-1 1-1,1-1 1,0 0-1,1-1 1,-1 1-1,0-1 1,0 0-1,0 0 1,6-1-1,-4-1 0,-1 0 1,1 0-1,-1 0 0,0-1 0,0 0 1,0 0-1,0 0 0,0-1 0,-1 0 1,0 0-1,1 0 0,-2-1 0,1 0 1,0 0-1,-1 0 0,0-1 0,0 1 1,4-10-1,7-10 34,-2-1 0,21-52 0,-25 47-49,0 1-1,-3-2 1,0 1 0,2-52-1,-6 24 151,-10-90 0,7 133 82,-1 1 0,-1 0 0,0 0-1,-1 0 1,0 1 0,-2-1 0,-9-20-1,15 36-195,0-1-1,0 0 1,0 0-1,0 1 0,0-1 1,-1 0-1,1 0 0,0 1 1,0-1-1,0 0 0,0 0 1,0 1-1,0-1 0,0 0 1,0 0-1,-1 0 0,1 1 1,0-1-1,0 0 0,0 0 1,0 0-1,-1 1 0,1-1 1,0 0-1,0 0 0,0 0 1,-1 0-1,1 0 0,0 1 1,0-1-1,-1 0 0,1 0 1,0 0-1,0 0 0,-1 0 1,1 0-1,0 0 0,0 0 1,-1 0-1,1 0 0,0 0 1,0 0-1,-1 0 0,1 0 1,0 0-1,0 0 1,-1-1-1,1 1 0,0 0 1,0 0-1,-1 0 0,1 0 1,0 0-1,0-1 0,0 1 1,-1 0-1,1 0 0,0 0 1,0 0-1,0-1 0,0 1 1,0 0-1,-1 0 0,1-1 1,0 1-1,0 0 0,0 0 1,0-1-1,0 1 0,-5 23-91,4-20 143,-6 56-23,2 1-1,3 0 1,11 110-1,3-76-78,43 159 0,-49-230-203,1 0 1,1 0 0,18 35 0,-22-51-115,0-1 0,0 0 1,0 0-1,1-1 1,0 1-1,11 9 0,-12-13-131,0 1-1,0 0 1,0-1-1,0 0 0,1 0 1,-1 0-1,0-1 0,1 1 1,0-1-1,-1 0 1,10 1-1,25-2-4415,3-2-1991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15911,'0'0'4661,"3"-25"-1977,1-3-1617,11-48 0,-14 72-1019,1 0 0,0 1-1,0-1 1,0 0 0,0 1 0,0-1-1,1 1 1,0 0 0,0 0 0,0 0-1,0 0 1,0 0 0,0 1-1,1-1 1,-1 1 0,1 0 0,0 0-1,-1 0 1,1 0 0,0 1-1,0 0 1,7-2 0,0 1-2,0 1 1,0 0-1,0 0 0,0 1 1,0 1-1,13 1 0,-21-1-39,-1-1-1,0 1 0,0 0 1,0 0-1,0-1 0,0 1 1,0 1-1,0-1 0,-1 0 1,1 0-1,0 1 0,-1-1 1,1 1-1,0-1 0,-1 1 1,0 0-1,1-1 0,-1 1 1,0 0-1,0 0 0,0 0 1,0 0-1,0 0 1,-1 0-1,1 0 0,-1 1 1,1-1-1,-1 4 0,2 7 33,-1 0-1,-1 0 1,-2 22 0,1-21 14,0-2-17,-1 0-1,-1-1 0,0 1 0,0-1 0,-1 0 0,-8 16 0,-2 8 0,115-281 1157,-101 245-784,0 6-136,-1 27-315,2 0-1,2 0 0,0 0 0,2 0 0,2-1 0,20 60 1,-26-87-204,1-1 1,-1 0 0,1 0-1,0 0 1,0 0 0,0 0-1,0 0 1,1-1 0,4 5-1,-5-5-241,1-1 0,-1 0 0,1 1 0,-1-1 0,1 0-1,-1 0 1,1-1 0,0 1 0,-1 0 0,1-1-1,0 0 1,0 0 0,0 0 0,-1 0 0,1 0-1,0 0 1,0-1 0,-1 1 0,1-1 0,2 0-1,31-15-6258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19609,'0'0'7542,"23"-9"-7400,1-3-140,-13 6-3,1 0 1,1 1-1,-1 0 0,1 1 0,-1 0 0,1 1 1,0 0-1,0 2 0,19-2 0,-20 3 291,-7-1-509,1 1 0,-1 0 1,0 0-1,0 0 1,0 1-1,0 0 1,1 0-1,5 2 0,-9-2 43,-1 0 0,0 0 0,1 0 0,-1 0 0,0 1-1,0-1 1,0 0 0,0 1 0,0-1 0,0 1-1,0-1 1,0 1 0,0-1 0,-1 1 0,1 0-1,-1 0 1,1-1 0,-1 1 0,0 0 0,0-1 0,1 1-1,-1 0 1,0 0 0,-1-1 0,1 1 0,0 0-1,0 0 1,-2 2 0,0 6-277,0 0-1,-1 0 1,0-1-1,0 0 1,-1 1-1,-1-1 0,0-1 1,-7 12-1,-56 67-433,24-32 942,30-37 118,-20 32 884,32-47-630,1 1-1,-1-1 1,1 1 0,0-1 0,0 1 0,1 0 0,-1-1 0,0 6-1,22-8 2859,-3-2-3001,-1 0 0,0-2-1,0 0 1,0-1 0,0-1 0,-1-1 0,26-11 0,-4-2-3044,71-48-1,-72 39-2884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17624,'0'0'10725,"18"76"-10341,-2 2-32,-5 7-192,-4 5-128,-7-2-32,0-5-128,0-5-784,0-14-1505,0-12-2289,0-21-1553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995 334 16984,'-28'-28'2433,"-98"-90"-1273,112 106-830,-1 0 0,0 1 0,-1 0 0,0 1 0,0 1 0,-1 0-1,-1 1 1,1 1 0,-1 1 0,0 1 0,-1 0 0,0 1 0,1 1-1,-1 1 1,-22 0 0,24 3-275,0 1 1,0 0-1,1 1 0,-1 1 1,1 0-1,0 2 0,0 0 1,1 0-1,0 2 0,0-1 1,0 2-1,1 0 0,1 1 1,-1 0-1,-21 23 0,8-1 35,0 0-1,2 2 0,2 1 0,1 1 1,1 1-1,3 0 0,1 2 0,1 0 1,3 1-1,1 0 0,-7 44 1,3 12-33,4 1 1,4 1 0,7 162-1,6-187-49,3 0 0,3-1 0,3 0 0,3 0 0,4-2 0,2 0 0,55 111 0,-53-134-6,2 0 0,2-2-1,2-2 1,60 66 0,-62-80-12,0-2 1,2-1-1,1-1 0,1-1 1,1-2-1,62 30 1,-71-41-24,0-1 0,1-2 0,0 0 0,0-1 1,1-2-1,-1-1 0,1-1 0,0-1 1,0-1-1,0-2 0,0 0 0,0-2 0,0-1 1,-1-1-1,1-1 0,-1-2 0,-1 0 1,1-2-1,-2-1 0,40-23 0,-19 2 13,-1-2 0,-2-2 1,-1-2-1,-2-1 0,-2-2 0,-1-2 0,-3-1 0,55-96 1,-51 69 31,-2-1 0,-4-2 0,-3-1-1,-3-2 1,23-125 0,-37 139 27,-3-1-1,-3 1 0,-2-1 0,-3 0 0,-3 0 0,-16-88 0,10 110 2,-1 0 1,-2 0-1,-3 1 0,-1 0 0,-1 2 1,-3 0-1,-1 1 0,-1 0 1,-3 2-1,-36-41 0,30 43-24,-2 2-1,-1 2 1,-1 0 0,-2 3-1,0 1 1,-2 2-1,-1 1 1,-1 3-1,-1 1 1,0 2 0,-56-15-1,57 22-410,0 1-1,-1 2 0,0 2 1,0 2-1,-50 3 0,57 2-709,1 2 0,-1 1-1,1 2 1,0 1-1,1 2 1,-52 22 0,-72 51-10194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2:5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0 668 19609,'0'0'6424,"4"21"-5837,4 16-229,17 52 0,-21-76-309,1-1 0,0 0 1,1 0-1,0 0 0,1-1 1,0 0-1,0 0 0,2 0 0,15 15 1,-19-23-29,-1 0 0,1 0 0,0-1 0,-1 1 0,1-1 0,1 0 0,-1-1 0,0 1 0,0-1 0,1 0 0,-1 0 0,0-1 0,1 0 0,-1 0 0,0 0 0,1 0 0,-1-1 0,1 0 0,-1 0 0,0-1 0,0 1 0,8-4 0,7-4 122,-1 0-1,0-1 0,-1 0 1,25-20-1,276-227 553,11-8-627,-44 69-1620,-88 76-5287,-105 67-615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9877,'0'0'9588,"-2"-3"-8790,-2 5 898,1 12-463,0 39 163,5 64-620,37 164 760,-28-199-1224,27 104 1,-30-136-143,-2 0 0,-2 1 0,-6 100 0,0-49-2,0 164 119,4 272 661,2-497-906,18 79 0,0-2 61,36 187 329,-39-226-341,3 18 28,68 178-1,-80-250-103,2-1-1,0 0 1,1-1-1,2-1 0,0 0 1,2-1-1,0 0 1,1-2-1,32 28 0,-4-5 12,-35-31-16,1 0-1,0 0 1,1-1-1,0-1 1,17 10-1,101 52 24,83 39 25,-180-98-66,0-2 1,1-2 0,49 7-1,2 0 54,135 25 25,48 11 7,-79-21-11,-74-14-11,426 35-103,-92-14-47,182 22 94,-520-50-38,73 1 236,200 9-128,-34-1-79,415-12-42,-552-19 210,-47 2-150,-143 10 90,-14 2 18,0-1 1,0 0 0,0-1 0,0 0 0,0-1 0,15-4-1,-25 6-149,1-1-1,-1 1 0,1 0 0,-1-1 1,1 1-1,-1 0 0,1-1 0,-1 1 0,1-1 1,-1 1-1,1-1 0,-1 1 0,0-1 0,1 0 1,-1 1-1,0-1 0,0 1 0,0-1 1,1 0-1,-1 1 0,0-1 0,0 1 0,0-1 1,0 0-1,0 1 0,0-1 0,0 0 0,0 1 1,0-1-1,0 0 0,0 1 0,-1-1 1,1 1-1,0-1 0,0 0 0,-1 1 0,1-1 1,0 1-1,-1-1 0,1 1 0,-1-1 0,1 1 1,0-1-1,-2 0 0,-74-7-8683,18 4-2249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1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5763,'3'1'16781,"6"0"-13361,45 9-3047,-43-6-310,0 1-1,-1 0 1,1 0-1,-1 1 1,0 0-1,-1 1 1,0 0-1,0 0 1,0 1-1,-1 0 1,0 1 0,10 14-1,7 13 38,-2 1 0,19 42-1,-10-18 105,139 306 548,-138-279-588,-3 0-1,26 146 1,-35-137 56,8 57 93,-21-98-209,26 338 459,-6-29-369,-10-204-179,-1 35 20,49 396-20,-13-201 9,-36-222 12,-5 185 0,-12-353 178,0-26-5235,1-6-2884,6-8-8361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1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104 105 6051,'0'0'9321,"-1"-7"-8085,-1-2-997,-15-46 3433,16 53-3456,0 0 0,0 0-1,0 0 1,0 0 0,0 0 0,-1 1-1,1-1 1,0 0 0,-1 1 0,0-1-1,1 1 1,-1-1 0,0 1 0,0 0 0,0-1-1,0 1 1,0 0 0,0 0 0,0 1-1,0-1 1,0 0 0,0 1 0,0-1-1,-4 1 1,6 0 8,-2 0-195,1 0-1,0 1 0,0-1 1,0 1-1,0-1 0,1 1 1,-1 0-1,0-1 1,0 1-1,0 0 0,0 0 1,1-1-1,-1 1 0,0 0 1,1 0-1,-1 0 0,1 0 1,-2 2-1,-4 23 117,0 0 0,2 0 0,1 0 0,1 0 0,1 1 0,4 38 0,-2-1 30,3 11 193,22 124 0,-3-37-2,6 441 232,-24-384-580,0 847 288,-7-581-198,-9 438 137,11-840-241,-1 17 98,18 159 0,-8-165-114,-4 159 0,-6-163-2010,5-104-9138,5-19-4596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1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3 373 11093,'0'0'9703,"-1"0"-9543,1 1 0,0 0-1,-1 0 1,1-1 0,0 1 0,0 0-1,0 0 1,0-1 0,0 1 0,0 0-1,0 0 1,0-1 0,0 1 0,0 0-1,0 0 1,0-1 0,1 1 0,-1 0-1,0-1 1,0 1 0,1 0 0,-1-1 0,0 1-1,2 1 1,4 1 1,1 0-1,0-1 1,-1 1 0,1-2 0,0 1-1,0-1 1,1 0 0,11 1-1,69-4 281,-40 0-258,664-19 415,982-67-22,14-9-290,-956 45-54,-420 30-157,873-42 106,-900 55 138,337-5 2014,-642 12-2388,-1 1-1,1 0 1,-1-1 0,0 1 0,0 0 0,1 0-1,-1-1 1,0 1 0,0 0 0,0 0 0,0 0 0,0 0-1,0 0 1,0 0 0,-1 0 0,1 1 0,0-1-1,-3-1 1,-7-2-783,0 1 0,-1 1 0,1-1-1,-1 2 1,-13-1 0,-32 1-5705,44 1 4296,-39 0-12232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1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24 15783,'0'0'11299,"-8"-4"-10363,-26-11-304,26 11-207,42 7-278,0 2 1,-1 1-1,0 1 1,0 2-1,62 26 1,-16-6-94,-32-16-54,-34-10-1,1 1 1,-1 0 0,0 1-1,0 0 1,0 1 0,0 0-1,13 10 1,-24-15 2,0 1-1,-1-1 0,1 1 1,0-1-1,-1 1 1,1 0-1,-1 0 1,0-1-1,0 1 1,0 0-1,0 0 0,0 0 1,0 1-1,0-1 1,0 0-1,-1 0 1,1 0-1,-1 0 1,0 1-1,0-1 0,0 0 1,0 0-1,0 1 1,0-1-1,0 0 1,-1 0-1,1 1 1,-1-1-1,0 0 0,1 0 1,-1 0-1,0 0 1,0 0-1,-2 3 1,-2 1 2,0 1 0,0-1 1,-1 0-1,0 0 0,0 0 1,0-1-1,-12 8 0,-90 60-1710,26-16-2401,0-4-3339,26-21-1531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6 13206,'0'0'6174,"-27"9"-5331,0-1-657,14-5-91,1 0 0,-1 1-1,1 1 1,0 0-1,0 1 1,0 0 0,1 0-1,0 1 1,1 1-1,-1 0 1,1 0 0,-9 11-1,-22 24 443,-35 34 320,-96 130 1,172-207-846,0 0 0,0 0 0,0 0 0,0 1 0,0-1 0,0 0 0,0 0 0,0 0 0,0 0 0,0 0 0,0 0 0,0 1 0,0-1 0,0 0 0,0 0 0,0 0 0,0 0 0,0 0 0,-1 1 0,1-1 0,0 0 0,0 0 0,0 0 0,0 0 0,0 0 0,0 0 0,0 0 0,0 1 0,0-1 0,-1 0 0,1 0 0,0 0 0,0 0 0,0 0 0,0 0 0,0 0 0,0 0 0,-1 0 0,1 0 0,0 0 0,0 0 0,0 0 0,0 0 0,0 0 0,-1 0 0,1 0 0,0 0 0,0 0 0,0 0 0,0 0 0,0 0 0,0 0 0,-1 0 0,1 0 0,0 0 0,0 0 0,0 0 0,0 0 0,0 0 0,0-1 0,-1 1 0,1 0 0,0 0 0,0 0 0,0 0 0,0 0 0,0 0 0,0-1 0,1-14 572,11-23-32,13-9-487,2 0 1,2 2 0,2 0 0,2 3 0,70-71-1,-98 108-52,38-30 63,-42 34-73,0 0 0,0 1 0,0-1 0,0 0 0,1 1 0,-1-1 0,0 0 0,0 1 0,1 0 0,-1-1 0,0 1 0,1 0 0,-1 0 0,0-1 0,1 1 0,-1 0 0,0 0 0,1 1 0,-1-1 0,0 0 0,1 0 0,-1 1 0,0-1 0,0 0 0,1 1 0,-1 0 0,0-1 0,0 1 0,0 0 0,0-1 0,0 1 0,1 0 0,-2 0 0,1 0 0,0 0 0,1 1 0,7 15 12,-1 0 0,-1 1 0,-1 0 0,0 0 0,6 35-1,-2-9 4,10 39-141,41 135-102,-51-190-1048,2 0 1,1-1-1,1-1 0,1 0 0,31 40 0,37 27-8334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3 407 16247,'0'0'7948,"-3"0"-6818,15-7-750,28-13 227,74-47 1,-96 54-583,-1 0 1,-1-1-1,0-1 0,-1 0 1,0-1-1,20-31 1,-32 44-11,-1-1 0,1 1 0,-1-1 0,0 0 0,0 0 0,-1 0 0,0 0-1,1-1 1,-1 1 0,0 0 0,-1 0 0,1-1 0,-1 1 0,0 0 0,0-1 0,0 1 0,-2-6 0,1 9-9,1 0-1,-1 0 1,0 0-1,0 0 1,-1 0-1,1 0 0,0 0 1,0 0-1,0 1 1,-1-1-1,1 0 1,0 1-1,-1-1 1,1 1-1,0 0 1,-1-1-1,1 1 1,-1 0-1,1 0 0,-1 0 1,1 0-1,0 0 1,-1 0-1,-2 0 1,-38 6-9,35-3 6,-1 0 1,1 0 0,0 1 0,0 1 0,0-1 0,0 1-1,1 0 1,0 1 0,0-1 0,0 1 0,1 0 0,0 1-1,-8 11 1,1 1 25,1 0 1,1 0-1,-15 41 0,19-38-28,0 0 0,1 0 0,2 1-1,0-1 1,1 1 0,3 36 0,-1-54-23,0 1 1,1-1-1,0 1 0,0-1 1,1 0-1,0 0 1,-1 1-1,2-1 0,-1 0 1,1 0-1,-1-1 1,1 1-1,1-1 1,-1 1-1,1-1 0,4 4 1,-2-2-62,1-1 0,0 0 0,0 0-1,1-1 1,-1 0 0,1 0 0,0-1 0,0 0 0,15 4 0,-10-4-20,1-1 0,-1 0 1,1-1-1,-1 0 0,1-1 1,0 0-1,-1-2 0,1 1 0,-1-2 1,1 0-1,-1 0 0,0-1 1,15-7-1,-13 2-2,0 0-1,-1-1 1,0 0 0,0-1 0,-2-1-1,1 0 1,-1-1 0,-1 0 0,-1-1 0,1 0-1,-2-1 1,11-21 0,-13 21 394,-1 1 1,-1-1-1,0 0 1,0 0 0,-2-1-1,0 1 1,-1-1-1,1-22 1,-3 36 561,0 7-296,-36 427 1370,14-237-1521,-2 35 43,-15 169-363,46-487-478,19-92 1,13-19 307,37-170 25,-48 257 0,52-131-1,-69 213 50,0 2 0,2-1-1,1 1 1,2 1 0,0 1 0,2 0-1,1 1 1,1 1 0,29-28-1,-45 49 8,0-1-1,0 1 0,0 0 0,1 0 0,-1 0 0,1 0 1,-1 1-1,1 0 0,0 0 0,0 0 0,0 0 0,0 1 1,0 0-1,1 0 0,8 0 0,-13 1 4,0 0 0,0 0 0,0 0 0,0 1 0,1-1 0,-1 0 0,0 0 1,0 1-1,0-1 0,0 1 0,0-1 0,0 1 0,-1-1 0,1 1 0,0 0 0,0-1 0,0 1 0,0 0 0,-1 0 0,1 0 0,0 0 0,-1-1 0,2 3 0,6 30-36,-11 40 23,3-72 16,-4 18 5,0 0 0,-1 0 0,-2 0 0,0 0-1,0-1 1,-2 0 0,0-1 0,-1 0-1,-22 28 1,-16 13-72,-65 63-1,86-93 1,-41 34-496,-12 14-4044,99-94-1928,17-7 3979,2-1 850,24-24-1528,6 0-1178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8180,'0'0'12320,"13"15"-11149,-2-3-950,-7-8-179,0 0 1,0 0-1,0 0 1,-1 1-1,0-1 0,1 1 1,-1 0-1,-1 0 1,1 0-1,-1 0 1,0 0-1,0 1 1,-1-1-1,1 1 1,-1-1-1,0 1 1,-1-1-1,1 1 1,-1 0-1,-1 6 1,-5 86 290,7-97-330,-1 0 0,0 0 0,0 0-1,1 0 1,-1-1 0,0 1 0,1 0 0,-1 0-1,1 0 1,-1-1 0,1 1 0,0 0 0,-1 0-1,1-1 1,0 1 0,-1 0 0,1-1 0,0 1-1,0-1 1,-1 1 0,1-1 0,0 1 0,0-1-1,0 0 1,0 0 0,0 1 0,0-1 0,0 0-1,0 0 1,-1 0 0,1 0 0,0 0 0,0 0-1,2 0 1,0 0 19,1 0 1,0 0-1,-1 0 0,1-1 1,0 0-1,-1 1 0,1-1 1,5-3-1,-4 1 29,0 0-1,-1 0 1,1-1-1,-1 1 1,1-1 0,-1 0-1,0-1 1,-1 1-1,1-1 1,-1 0 0,0 0-1,0 0 1,0 0-1,-1 0 1,1-1 0,-1 1-1,1-9 1,2-4 193,-2 0 0,0 0 0,-1 0 1,-1-24-1,-1 39-208,-1 1 0,1 0 1,0 0-1,-1-1 0,1 1 1,-1 0-1,1 0 0,-1 0 0,0 0 1,0 0-1,0 0 0,0 0 1,-1 0-1,1 0 0,0 0 1,-1 1-1,1-1 0,-1 0 0,0 1 1,0 0-1,1-1 0,-1 1 1,0 0-1,0 0 0,0 0 1,0 0-1,-3-1 0,1 1-15,0 0 0,0 0 1,0 0-1,0 0 0,0 1 0,0 0 0,0 0 0,-1 0 1,1 0-1,0 0 0,0 1 0,0 0 0,0 0 0,-6 2 1,7-1-28,1 0 0,0-1 0,0 1 0,0 0 0,0 0 0,0 0 0,1 0 0,-1 1 0,1-1 0,-1 0 0,1 1 0,0-1 0,0 1 1,0 0-1,0-1 0,0 1 0,0 4 0,0-5-35,1 0 0,-1 0 0,1 0 0,-1 0 0,1-1 0,0 1 0,0 0 1,0 0-1,0 0 0,1 0 0,-1 0 0,0 0 0,1 0 0,-1 0 0,1 0 0,0-1 0,-1 1 1,1 0-1,0 0 0,0-1 0,0 1 0,1 0 0,-1-1 0,0 1 0,0-1 0,3 2 0,5 1-232,0-1-1,0 0 0,0 0 0,1-1 0,-1 0 1,1-1-1,-1 0 0,1-1 0,0 1 0,14-3 1,-2 0-135,0-1 0,0-1 1,33-11-1,-7-1 52,84-43-1,-117 51 406,1 0 0,-2-2 1,1 0-1,-1 0 0,-1-1 0,0-1 0,-1 0 0,0-1 1,10-14-1,-19 22 269,0 0 0,0 1 0,0-1 0,-1 0 1,0 0-1,0-1 0,-1 1 0,1 0 0,-1-1 0,0 1 0,0-10 1,-1 15-239,-1-1 1,1 1 0,0-1 0,0 1 0,-1-1 0,1 1 0,-1-1-1,1 1 1,0 0 0,-1-1 0,1 1 0,-1-1 0,1 1-1,-1 0 1,1 0 0,-1-1 0,1 1 0,-1 0 0,1 0 0,-1-1-1,0 1 1,1 0 0,-1 0 0,1 0 0,-1 0 0,0 0-1,1 0 1,-1 0 0,1 0 0,-1 0 0,1 0 0,-1 1-1,0-1 1,-23 4 417,16-1-444,0 1 0,0-1 0,1 2 0,-1-1-1,1 1 1,0 0 0,0 1 0,0 0-1,1 0 1,0 0 0,0 1 0,1 0-1,0 0 1,0 0 0,1 1 0,-1-1 0,-4 14-1,1-3-34,1 2 1,1-1-1,0 1 0,2-1 0,0 1 0,-1 32 0,4-40-23,1-1-1,0 0 1,0 1-1,2-1 1,-1 0-1,1 0 0,1 1 1,6 15-1,-7-22 1,1 0-1,0 0 0,0 0 0,0-1 0,1 1 0,0-1 0,0 0 0,0 0 0,0 0 0,0-1 1,1 1-1,0-1 0,-1 0 0,1-1 0,0 1 0,1-1 0,-1 0 0,0 0 0,8 1 1,-7 0-14,1-1 1,-1-1 0,1 0 0,-1 0-1,1 0 1,0 0 0,0-1 0,-1 0 0,1-1-1,0 1 1,-1-1 0,1-1 0,-1 1-1,1-1 1,-1 0 0,0-1 0,1 1 0,-1-1-1,0-1 1,-1 1 0,8-6 0,10-15-6,34-46 1,-39 46 39,2 0 1,25-24 0,-44 48-14,-1-1 0,0 1 0,0 0 0,0 0 1,1-1-1,-1 1 0,0 0 0,0 0 0,1 0 0,-1 0 1,0-1-1,0 1 0,1 0 0,-1 0 0,0 0 0,0 0 1,1 0-1,-1 0 0,0 0 0,1 0 0,-1-1 0,0 1 1,1 0-1,-1 0 0,0 1 0,0-1 0,1 0 1,-1 0-1,0 0 0,1 0 0,-1 0 0,0 0 0,0 0 1,1 0-1,-1 0 0,0 1 0,1-1 0,-1 0 0,0 0 1,1 1-1,4 16 134,-3 40 79,-2-33-98,2-12-90,0-1 0,0 1-1,1-1 1,0 0-1,1 0 1,0 0 0,1 0-1,1-1 1,11 19 0,-14-25-29,-1-1-1,1 0 1,-1 1 0,1-1 0,0 0 0,1-1 0,-1 1 0,0 0 0,1-1-1,-1 0 1,1 0 0,0 0 0,0 0 0,0 0 0,0-1 0,0 0 0,0 0 0,0 0-1,0 0 1,1-1 0,-1 1 0,0-1 0,0 0 0,1 0 0,-1-1 0,0 0 0,0 1-1,0-1 1,0 0 0,8-4 0,-3 0 6,-1 0 1,1-1-1,-1 0 0,-1 0 1,1-1-1,-1 0 0,0-1 1,-1 1-1,0-1 0,9-15 1,-6 10 37,1 0 0,21-21 1,-31 34-42,1 0 1,-1-1-1,0 1 1,1 0-1,-1 0 0,1 0 1,-1 0-1,0 0 1,1 0-1,-1 1 1,0-1-1,1 0 0,-1 0 1,1 0-1,-1 0 1,0 0-1,1 0 1,-1 1-1,0-1 0,1 0 1,-1 0-1,0 0 1,0 1-1,1-1 0,-1 0 1,0 0-1,0 1 1,1-1-1,-1 0 1,0 1-1,0-1 0,0 0 1,1 1-1,-1-1 1,0 0-1,0 1 1,0-1-1,0 1 0,8 17 69,-7-15-42,10 27-114,12 29 114,-22-56-214,0-1 0,0 0 0,0 0 0,1 1 0,0-1 0,-1 0-1,1-1 1,0 1 0,0 0 0,0 0 0,0-1 0,0 1 0,0-1 0,0 0 0,0 1 0,1-1 0,-1 0 0,0-1 0,5 2 0,64-1-10384,-25-5-173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175 117 3682,'0'0'18787,"-4"-20"-16474,-14-60-686,12 64-150,1 16-1072,-2 17-488,6-16 235,-32 99 420,5 1 0,3 1 0,-10 107 1,27-145-628,4 0-1,5 124 1,-1-186-84,0 0-1,0 0 0,0 0 0,1 0 1,-1 0-1,1 0 0,-1 0 0,1 0 1,0 0-1,-1-1 0,1 1 1,0 0-1,0 0 0,0-1 0,0 1 1,1 0-1,-1-1 0,0 0 0,1 1 1,-1-1-1,1 0 0,-1 1 0,1-1 1,0 0-1,-1 0 0,4 1 1,1-1-772,-1 0 1,0 0-1,0-1 1,1 0-1,-1 0 0,0 0 1,0 0-1,1-1 1,5-1-1,32-10-7602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2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14 217 17368,'0'0'10207,"-11"0"-9665,8-1-442,12 0 59,699-98 569,-698 97-730,-5 2 2,-1 0 0,1-1 0,0 0 0,-1 0 0,1 0 0,-1 0 0,0-1 0,1 1-1,-1-1 1,0 0 0,5-4 0,-9 5-2,0 0 0,-1 0 0,1 0 0,-1 1 0,1-1 0,-1 0 0,1 0 0,-1 0 0,0 0 0,1 1 0,-1-1 0,0 0 0,0 1 0,1-1 0,-1 1-1,0-1 1,0 1 0,0-1 0,0 1 0,0-1 0,-1 1 0,-27-10-88,19 7 52,-14-5 7,16 5 46,-1 1 1,1-1-1,0 0 0,0-1 1,0 0-1,0 0 1,1-1-1,-1 0 0,-8-8 1,15 13-8,1 0 1,0 0-1,0-1 0,-1 1 1,1 0-1,0 0 1,0 0-1,0-1 1,0 1-1,-1 0 1,1 0-1,0-1 1,0 1-1,0 0 1,0 0-1,0-1 0,0 1 1,0 0-1,0 0 1,-1-1-1,1 1 1,0 0-1,0 0 1,0-1-1,0 1 1,0 0-1,1-1 1,-1 1-1,0 0 0,0 0 1,0-1-1,0 1 1,0 0-1,0 0 1,0-1-1,0 1 1,1 0-1,-1 0 1,0-1-1,0 1 1,0 0-1,0 0 0,1 0 1,-1-1-1,0 1 1,0 0-1,1 0 1,-1 0-1,0 0 1,0 0-1,1 0 1,-1-1-1,0 1 1,0 0-1,1 0 0,-1 0 1,0 0-1,1 0 1,-1 0-1,0 0 1,0 0-1,1 0 1,-1 0-1,24 0 30,-20 0-20,28-1 50,-8 1-22,1 0 1,33 5-1,-51-4-41,-1 0 0,1 1-1,0 0 1,-1 0 0,1 1-1,-1 0 1,0 0 0,1 0-1,-2 1 1,1 0-1,0 0 1,-1 0 0,6 6-1,-9-7-4,0-1 0,1 1-1,-2 0 1,1 0-1,0 0 1,0 0 0,-1 1-1,0-1 1,0 0-1,0 0 1,0 1 0,0-1-1,-1 1 1,1-1-1,-1 1 1,0-1 0,0 1-1,0-1 1,-1 1-1,1-1 1,-1 1 0,0-1-1,0 0 1,0 1-1,-3 4 1,1 1-35,-2-1-1,1 0 1,-1 0 0,-1 0-1,0-1 1,0 0 0,0 0 0,-10 8-1,-14 9-1352,-1-2-1,0-2 1,-2 0 0,-45 19-1,-9-5-4773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17720,'0'0'8607,"-4"21"-8332,-14 188 802,3-14-610,14-186-457,-6 46 22,2 2 1,3 103-1,2-157-35,1-1 0,-1 0 0,0 0 0,0 1 0,1-1 0,-1 0 0,1 0 0,0 0 0,0 0 0,0 0 0,0 0 0,0 0 0,0 0 0,0 0 0,1 0 0,-1 0 0,1-1 0,-1 1 0,1-1 0,-1 1 1,1-1-1,0 0 0,0 1 0,0-1 0,0 0 0,0 0 0,0 0 0,0 0 0,0-1 0,0 1 0,1-1 0,-1 1 0,0-1 0,0 0 0,0 0 0,1 0 0,3 0 0,0-1 3,0 0 0,1 0 0,-1-1-1,-1 0 1,1 0 0,0 0 0,0 0 0,-1-1 0,1 0 0,-1-1-1,0 1 1,9-8 0,10-13-20,-2-1 0,0-1 0,-2 0 0,0-2 0,-2 0 0,-1-1 0,23-58 0,-40 93 4,-1-1 0,1 0 0,0 1-1,0-1 1,1 0 0,0 0 0,0 1 0,0-1-1,0 0 1,3 5 0,0 3 7,0 6 4,2-1 0,0 0 0,1-1-1,0 1 1,14 20 0,-18-33-6,0 0-1,0 0 1,1-1 0,-1 1 0,1-1 0,0 0 0,1 0-1,-1-1 1,1 1 0,-1-1 0,1 0 0,0 0 0,0-1-1,1 1 1,-1-1 0,0 0 0,1 0 0,-1-1-1,1 0 1,0 0 0,10 1 0,-12-3 12,-1 0-1,1 1 1,-1-1 0,1 0 0,-1-1-1,0 1 1,1 0 0,-1-1 0,0 0 0,0 0-1,0 0 1,0 0 0,0-1 0,0 1-1,-1-1 1,1 1 0,-1-1 0,0 0-1,0 0 1,0 0 0,0 0 0,0 0-1,-1-1 1,1 1 0,-1 0 0,0-1-1,1-4 1,3-8 16,-1 1-1,-1-1 1,0 0-1,0-31 1,-2 34-13,-1-1 0,0 1-1,-1-1 1,-1 1 0,-6-26 0,6 34 2,0-1 0,-1 1 0,0 0 1,1 0-1,-2 0 0,1 1 0,0-1 0,-1 1 1,0 0-1,0 0 0,0 0 0,-1 0 0,1 1 0,-1-1 1,0 1-1,-8-3 0,4 1-7,-1 1 1,0 0-1,0 1 0,0 0 0,0 1 0,-1 0 1,1 0-1,-1 1 0,1 1 0,-1 0 1,0 0-1,1 1 0,-17 3 0,25-2-5,-1 0-1,1-1 0,0 2 1,0-1-1,0 0 0,0 0 1,0 1-1,0-1 0,1 0 1,-1 1-1,1 0 0,0-1 1,0 1-1,0 0 0,0 0 0,0 0 1,0 0-1,1 0 0,-1 0 1,1 4-1,-1-3-2,1-1-1,0 1 1,0 0 0,0 0-1,0 0 1,0-1 0,1 1-1,-1 0 1,1 0 0,0-1-1,0 1 1,1-1 0,-1 1 0,1-1-1,0 1 1,2 3 0,1-3 3,0-1 0,0 0 0,1 0 0,-1 0 0,0 0 0,1-1 1,0 0-1,-1 0 0,1-1 0,0 0 0,0 0 0,0 0 1,11 0-1,9-1-27,48-5 1,-57 3 11,0-2 0,-1 0 0,0-1 0,0-1 0,0 0 0,0-1 0,-1-1 0,0-1 0,-1 0 0,20-16 0,-22 16 21,0-1 0,-1-1-1,0 0 1,-1 0 0,-1-1 0,0 0 0,0-1 0,-1 0 0,-1 0 0,0 0 0,0-1 0,3-15 0,-9 42 346,-1 19-225,2-1-1,2 1 0,9 43 0,8-22-18,-14-37-80,0 1 1,0 0 0,-2 1-1,0 0 1,-1-1-1,-1 1 1,1 23 0,-4-35-14,0-1 1,0 1 0,0 0-1,-1-1 1,0 1 0,0 0-1,0-1 1,0 1 0,-4 5-1,4-9-4,-1 0 0,0 0 0,1 0-1,-1 0 1,0-1 0,0 1 0,0-1-1,0 1 1,0-1 0,0 0 0,-1 0-1,1 0 1,0 0 0,-1 0 0,1 0-1,-1-1 1,1 1 0,0-1 0,-1 0-1,1 1 1,-1-1 0,1-1 0,-5 1-1,6 0 1,0 0-1,0 0 0,-1 0 1,1 0-1,0 0 0,0 0 1,-1 0-1,1 0 0,0 0 0,0-1 1,0 1-1,-1 0 0,1-1 1,0 1-1,0-1 0,0 1 1,0-1-1,0 0 0,0 1 1,0-1-1,-1-1 0,-1-28-6,3 23 0,3-8-8,1 1-1,0 0 1,1-1-1,0 1 1,1 1-1,1-1 1,0 1-1,1 0 1,13-17-1,8-17 9,35-82 48,-30 57-38,-29 66 0,-4 39-176,-1-24 168,2 1 0,-1-1 1,1 0-1,0 0 1,1 0-1,0 0 0,0 0 1,1-1-1,0 1 1,1-1-1,0 0 0,0 0 1,1-1-1,0 1 1,10 9-1,31 45 154,-45-60-133,-1 0 0,1 0 0,-1 1 0,0-1 0,0 1 0,0-1 0,0 1 0,0 0 0,0-1 0,0 1 0,-1 0 0,0 0 0,1-1 0,-1 1 0,0 0 0,0 0 0,-1-1 0,1 1 0,0 0 0,-1 0 0,0-1 0,-2 6 0,1-5-3,0 1 0,-1-1 1,0 0-1,0 0 0,0 0 0,0 0 1,0-1-1,0 1 0,-1-1 0,1 0 0,-1 0 1,0 0-1,-6 2 0,-8 2-67,0-1 0,0 0 1,-1-2-1,1 0 0,-29 1 0,30-4-382,-43 0-1266,58 0 1312,0-1 0,0 1 0,0 0 0,0-1 0,1 0 0,-1 1 0,0-1 0,0 0 0,0 0 0,1 0 0,-1 0 1,0 0-1,1 0 0,-1 0 0,1-1 0,-1 1 0,1-1 0,0 1 0,-1-1 0,1 1 0,0-1 0,0 0 0,0 1 0,-1-4 0,-2-24-11041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67 6275,'0'0'16002,"0"-5"-14930,1 5-1060,-1 0-1,0 0 1,0-1-1,0 1 1,0 0-1,0 0 1,0-1 0,0 1-1,1 0 1,-1 0-1,0-1 1,0 1-1,0 0 1,0 0-1,0-1 1,0 1-1,0 0 1,0 0-1,-1-1 1,1 1-1,0 0 1,0 0-1,0-1 1,0 1-1,0 0 1,0 0-1,0-1 1,0 1-1,-1 0 1,1 0 0,0 0-1,0-1 1,0 1-1,-1 0 1,1 0-1,0 0 1,0 0-1,0-1 1,-1 1-1,1 0 1,0 0-1,0 0 1,-1 0-1,1 0 1,0 0-1,0 0 1,-1 0-1,1 0 1,0 0-1,0 0 1,-1 0-1,1 0 1,0 0-1,-1 0 1,1 0 0,0 0-1,0 0 1,-1 0-1,1 0 1,0 0-1,-1 1 1,-18 20 476,-28 52 265,39-60-540,-34 58 157,3 1-1,3 3 0,4 0 0,-25 88 1,62-189 1024,-2 10-1219,1 0 1,10-28-1,23-42-139,3 1-1,4 2 0,107-149 1,-150 229-25,1 1 1,0-1-1,0 1 1,0 0-1,0 0 1,1 0 0,-1 0-1,0 0 1,1 0-1,-1 1 1,1-1-1,4-1 1,-5 3-4,0 0 0,-1 0 0,1 0 0,0 0 0,-1 0 0,1 1 0,0-1 1,-1 1-1,1-1 0,-1 1 0,1-1 0,-1 1 0,1 0 0,-1 0 0,1 0 0,-1 0 0,0 0 0,1 0 1,-1 0-1,0 0 0,0 0 0,0 1 0,2 2 0,34 44 203,-2 2 0,38 73 0,-41-66-74,75 99 0,-80-123-358,35 31-1,-29-35-3663,3-5-5492,-18-16-3178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827 0 16087,'0'0'9845,"-19"27"-9512,-22 37 211,2 1-1,-48 113 0,-346 963 1857,421-1107-2393,-4 9-2,-99 294 63,97-270-106,2 0 1,3 1-1,-4 75 0,60-244-8235,-26 39 2858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17464,'0'0'7086,"2"14"-6344,2 52 314,-2 0 1,-14 126-1,4-125-833,4 1 0,6 112 1,-2-176-223,1 0 0,-1 0 0,1 0 0,0-1 1,0 1-1,0 0 0,0-1 0,0 1 0,1-1 1,0 1-1,0-1 0,0 0 0,0 0 0,0 0 0,1 0 1,-1 0-1,1 0 0,0-1 0,5 5 0,-3-5 9,-1 0 0,1 0 0,0 0 0,1 0 0,-1-1 0,0 1 0,0-1 0,1-1-1,-1 1 1,0-1 0,1 0 0,7-1 0,4-1 19,0-1-1,0-1 1,-1-1 0,0 0-1,0-1 1,0 0 0,25-16-1,-13 5-14,0-2 0,-2-1 0,0-1 0,36-38-1,-51 46-296,-1 0 0,1-1 0,-2 0-1,12-23 1,-17 28-266,0 0 0,-1-1-1,0 0 1,0 1 0,-1-1-1,0 0 1,0 0 0,-1-14-1,-1 22 207,0 0 0,0 0 0,0 0 0,0 0 0,0 0 0,-1 0 0,1 0 0,-1 0 0,1 0 0,-1 0 0,-1-3 0,-25-19-5188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58 221 13718,'0'0'6675,"61"-147"-5042,-17 119-1121,6 2-432,-5 12-80,-8 9-32,-11 5-1568,-15 12-1330,-11 19-2768</inkml:trace>
  <inkml:trace contextRef="#ctx0" brushRef="#br0" timeOffset="0.99">0 491 13606,'0'0'11157,"182"-57"-10308,-108 27-529,-3-1-288,-8 5-32,-3 7-32,-12 9-1825,-9 6-3505,-7 4-7300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3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71 9124,'0'0'9847,"-1"-11"-8731,-3-49 5281,4 89-5909,2-15-336,0 1 0,1-1 0,0 0 1,1 0-1,1 0 0,0-1 0,1 0 0,13 23 0,-8-16-16,-1 0 0,12 39 0,19 141 198,-11-42 2,2 70 194,-15-85-447,-12-116-29,2-1-1,1 0 0,16 36 1,-11-31 88,15 56 1,23 145-65,-24-134 32,-18-67-43,0 0 0,6 47 1,18 215 84,-24-244-78,32 94 0,-10-39 87,-10-28-95,2 0 0,4-2 0,43 84 0,-50-119-53,0 1-2,1-1 0,2-1 0,2-1-1,33 37 1,-25-35-12,-13-16 5,38 35 0,-50-51-3,1-1-1,-1 0 1,1 0 0,0-1 0,1 0-1,-1 0 1,1-1 0,18 5 0,35 3 23,106 7 0,4 0 8,472 82 69,-319-67-49,-179-23-136,-133-9 94,468 27-73,-395-29 89,465 21-20,-345 4 13,264 36 111,-359-50 17,155-5-1,-20-2-271,705 46 432,-848-48-206,-104-2-154,0-1-49,0 0 1,-1 0-1,1 0 0,0 0 1,-1 0-1,1 1 0,0-1 1,-1 0-1,0 0 1,1 0-1,-1 0 0,1 1 1,-1-1-1,0 0 0,1 1 1,-1-1-1,0 0 0,0 1 1,0-1-1,-1 0 1,-70-29-6195,40 19 2688,-51-21-8429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4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53 7491,'0'0'10851,"-3"-8"-10104,-12-25-219,5 22 76,4 17-45,0 15 97,5-3-325,0 1-1,2-1 0,0 1 1,1-1-1,0 1 0,2-1 1,6 19-1,6 10 223,31 59-1,-28-66-330,10 33-50,-3 2 0,18 88 0,-21-74-101,155 575 265,-110-365-133,4 13 139,-9 18 256,-10-40-313,-25-172-37,-5 0 0,11 186 0,-34-296-232,6 51 48,-5-55-44,0 0 0,0 0 0,0 0 0,0 0 0,1 0 1,-1-1-1,1 1 0,0-1 0,0 1 0,1-1 0,-1 0 0,5 4 1,-2-4 16,0-1 0,0 0 0,1 0 0,-1 0 0,1-1 0,-1 0 0,1 0 0,0 0 0,0-1 0,-1 0 0,1 0 0,0 0 0,5-2 0,16 2 34,304 6 386,127 9-274,-22 18 63,343 11-230,-695-41-16,182 0 14,161 8-1,228 53 152,-511-52-228,169-7 1,113 7 190,-162 29 80,15 1 77,-226-40-357,-46-2-1535,-34 0-1145,-19-2-2536,-8-8-3241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5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8452,'0'0'11168,"0"-6"-10264,2-18-328,-2 18-103,3 12 258,96 321 2384,-14-35-2450,-45-158-239,28 171 0,-36-144-168,46 106-87,5 20 258,-9-28 92,-6-32-290,-64-210-198,6 30 120,31 83 1,-36-117-118,1 0 1,1 0 0,0 0-1,0-1 1,1 0-1,1 0 1,0-1-1,1 0 1,0-1 0,17 14-1,151 92 500,-16-13-85,-11 2-201,216 112-1,-207-130-11,88 43 172,-182-100-340,1-3-1,2-2 0,0-4 1,83 14-1,17 0 243,118 18-69,236 37 170,-421-69-383,110 37-30,-22-4 0,6-3 0,-223-53-3121,23 3 2318,1-1-1,-1 0 1,1 0-1,-1 0 0,0 0 1,1-1-1,0 1 1,-1-1-1,1 0 1,-1 0-1,1 0 1,0-1-1,0 1 1,-1-1-1,1 1 1,-4-4-1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5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92 264 9524,'0'0'10018,"-15"2"-8294,-43 8 122,57-10-1737,1 0 0,-1 0 0,0 0 1,0 0-1,1 0 0,-1 0 0,0 0 0,1 0 0,-1 1 1,0-1-1,0 0 0,1 0 0,-1 1 0,1-1 1,-1 0-1,0 1 0,1-1 0,-1 1 0,1-1 0,-1 1 1,1-1-1,-1 1 0,1-1 0,-1 1 0,1-1 0,-1 1 1,1 0-1,0-1 0,-1 1 0,1 0 0,0-1 0,0 1 1,-1 1-1,10 10 760,5-7-660,1-1 1,0 0-1,0-1 0,0-1 1,0 0-1,0-1 1,1-1-1,21-2 1,-7 2-52,115-2 447,172-22-1,309-46 95,-64 9-430,-76-18-56,-179 26-132,-117 22-49,-291 30-4874,-49 24-3159,60-7 1363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56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25 9620,'0'0'11822,"-16"-3"-10872,-49-6-371,62 10 952,12 5-975,16 5-58,26 0 276,0-1 0,83 2 0,110-8 256,-164-5-738,30 1 31,679-24 645,543-18-130,-1401 41-2753,-132 4-6367,98 7 1284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5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169 134 11045,'0'0'3604,"-23"-1"-2150,-9-1-719,-20 1 172,-9 0 4684,61 2-5493,1 1 0,0-1 0,-1 0 0,1 1-1,0-1 1,0 0 0,0 0 0,0 0 0,0 0 0,0 0 0,0 0 0,0 0-1,1 0 1,-1 0 0,0 0 0,1-1 0,-1 1 0,0-1 0,1 1 0,-1-1-1,2 1 1,34 10 416,-36-10-460,48 7 451,0-2-1,0-2 1,0-2-1,64-6 1,-17 2-69,951-86 717,-257 9-1071,-668 76-84,-121 3-4,-24-2-559,-70-1-3913,0 4 0,-97 13 1,88 2-1155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4:5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81 14791,'0'0'2342,"-29"0"-1395,-24 1-380,-23-1 721,40 0 5483,1255-33-3222,-472 0-3251,-14 27 656,-698 6-943,-109 3-1855,40-1-1736,-1-2 0,-60-6 0,66-2-6086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794 105 3105,'0'0'4034,"-24"0"-3044,-77-3-283,84 2-194,1-1 1,-1 0-1,-19-7 1,-20 0 1114,21 7-441,0 2 1,-1 1-1,1 2 1,0 1-1,0 1 1,1 2 0,-58 20-1,31-4-309,-65 27 1179,123-45-1609,11-3-346,19 1-71,768-17 909,6-35-941,-160 8 282,-525 36-268,107-9 46,-338 14-135,34-3-537,-408 3-9296,-1 0 4413,2 0 5097,5 0 5783,437-1-4498,31 0-318,0 0-1,0 1 1,0 1-1,1 0 1,-1 1-1,0 1 1,-18 5-1,33-8-539,0 0 0,1 0 0,-1 0-1,0 0 1,0 0 0,1 0 0,-1 0 0,0 1 0,0-1-1,1 0 1,-1 0 0,0 0 0,0 0 0,1 1 0,-1-1 0,0 0-1,0 0 1,0 0 0,0 1 0,1-1 0,-1 0 0,0 0-1,0 1 1,0-1 0,0 0 0,0 0 0,0 1 0,0-1 0,1 0-1,-1 0 1,0 1 0,0-1 0,0 0 0,0 1 0,0-1-1,0 0 1,0 0 0,-1 1 0,1-1 0,0 0 0,0 0 0,0 1-1,0-1 1,0 0 0,0 0 0,0 1 0,-1-1 0,1 0-1,0 0 1,0 1 0,0-1 0,0 0 0,-1 0 0,1 0 0,0 1-1,0-1 1,-1 0 0,1 0 0,0 0 0,0 0 0,-1 0 0,1 0-1,0 1 1,15 2 284,1 1 0,0-2 0,1 0 0,28-1-1,-28 0-101,1251-30 2138,-650 2-2052,285 2 430,-860 23-729,-692 1-3711,-22 0-1838,424 8 6790,1 10 0,-326 65 0,552-77-614,17-5-226,11 0-123,12 0-99,786-16 1857,592-60-302,-1366 72-1555,-31 3-128,-11 1 24,-216-9-2128,150 0-1918,2-5-3525,18-1-5413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17192,'0'0'8751,"0"-10"-8261,4-17-435,-4 27-54,0 0 1,0 0-1,0 0 0,1 0 0,-1 0 0,0 0 0,0 0 0,0-1 0,0 1 1,0 0-1,1 0 0,-1 0 0,0 0 0,0 0 0,0 0 0,1 0 1,-1 0-1,0 0 0,0 0 0,0 0 0,0 0 0,1 0 0,-1 0 0,0 0 1,0 0-1,0 1 0,0-1 0,1 0 0,-1 0 0,0 0 0,0 0 1,0 0-1,0 0 0,0 0 0,1 0 0,-1 1 0,0-1 0,0 0 0,0 0 1,0 0-1,0 0 0,0 1 0,0-1 0,0 0 0,0 0 0,0 0 1,0 0-1,1 1 0,-1-1 0,0 0 0,0 0 0,0 0 0,0 0 0,0 1 1,0-1-1,0 0 0,-1 0 0,1 0 0,0 1 0,19 62 269,-8-21 4,6 18 92,36 87-1,-45-130-344,0-1 0,1 1 0,0-1 1,1-1-1,1 0 0,1 0 0,0-1 0,1-1 0,26 22 0,-38-34-12,1 0 0,0 0 0,0 0 0,-1 0 0,1 0 0,0-1 0,0 1 0,0-1 0,0 1 0,0-1 0,0 0 0,0 0 1,0 0-1,0 0 0,0 0 0,0 0 0,0 0 0,0-1 0,0 1 0,0-1 0,0 1 0,0-1 0,-1 0 0,1 0 0,0 0 0,0 0 0,-1 0 0,1 0 0,0 0 0,-1 0 0,1-1 0,-1 1 0,0-1 0,1 1 0,-1-1 0,0 0 0,0 1 0,0-1 0,1-2 0,7-11 71,-1 0 1,0 0-1,9-27 0,-11 27-65,25-75 54,-4-1 0,-4 0 1,22-189-1,-10 382-2873,13 7-2657,-7-41-2271,-15-36 188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6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54 12678,'0'0'10506,"-18"-12"-9732,8 5-644,3 2-73,1 0 1,-1 0 0,0 1 0,-1 0-1,-10-4 1,16 7-37,-1 1 0,0-1-1,1 0 1,-1 1 0,0-1-1,0 1 1,0 0 0,1 0 0,-1 0-1,0 1 1,0-1 0,0 0-1,1 1 1,-1 0 0,0 0 0,1 0-1,-1 0 1,0 0 0,1 0 0,0 1-1,-1-1 1,1 1 0,-3 2-1,-5 4 16,0 1 0,0 1-1,1-1 1,0 2 0,1-1-1,0 1 1,1 0 0,0 1-1,1 0 1,0 0 0,1 0-1,0 1 1,1-1 0,1 1-1,0 0 1,0 0 0,1 1-1,0 13 1,2-26-34,0 0 0,0-1-1,0 1 1,0 0 0,0-1 0,1 1-1,-1 0 1,0-1 0,0 1 0,0 0-1,1-1 1,-1 1 0,0-1 0,1 1-1,-1-1 1,0 1 0,1 0 0,-1-1-1,1 1 1,-1-1 0,1 0 0,-1 1-1,1-1 1,-1 1 0,1-1 0,-1 0-1,1 1 1,0-1 0,-1 0-1,1 0 1,0 1 0,0-1 0,29-3 86,-22 1-62,0-1 1,0 0-1,0 0 0,0-1 1,8-5-1,54-57 206,-52 47-49,42-32 0,-60 50-175,0 1 1,0 0-1,1 0 0,-1 0 1,0 0-1,0 0 1,1 0-1,-1 0 1,0 0-1,0 0 0,1 0 1,-1 0-1,0 0 1,1 0-1,-1 0 1,0 0-1,0 0 0,1 0 1,-1 0-1,0 0 1,0 0-1,1 0 1,-1 1-1,0-1 0,0 0 1,1 0-1,-1 0 1,0 0-1,0 1 1,0-1-1,1 0 0,-1 0 1,0 0-1,0 1 1,0-1-1,0 0 0,0 0 1,1 1-1,-1-1 1,0 0-1,0 0 1,0 1-1,0-1 0,0 1 1,5 15-81,-4-12 98,0 0-23,1 1 0,0-1 0,-1 1 0,2-1-1,-1 0 1,0 0 0,1 0 0,0 0 0,0 0-1,0 0 1,0-1 0,1 0 0,0 1 0,-1-1-1,7 3 1,-6-4 7,0 0 0,0-1 0,0 0 0,0 0 0,0 0 0,0-1 0,0 1 0,0-1 0,0 0 0,0 0 0,0 0 1,0-1-1,0 1 0,0-1 0,0 0 0,0 0 0,0-1 0,0 1 0,5-3 0,8-5 28,-1-1 0,27-21 0,-3 2 5,-38 28-43,-1 0 0,1 0 1,-1 1-1,1-1 0,-1 0 0,1 1 0,-1-1 0,1 1 1,-1 0-1,1 0 0,0-1 0,-1 1 0,1 0 0,-1 0 1,1 0-1,0 0 0,-1 1 0,1-1 0,-1 0 1,1 1-1,-1-1 0,1 1 0,-1 0 0,1-1 0,-1 1 1,2 1-1,34 33-59,-13-10 68,-20-23-5,-1 1 1,1-1 0,-1 0-1,1 0 1,0 0 0,-1-1-1,1 1 1,0-1 0,0 0-1,0 0 1,0 0 0,1-1-1,-1 1 1,0-1 0,0 0-1,0 0 1,0 0 0,0-1-1,0 0 1,1 1-1,-1-1 1,0-1 0,-1 1-1,1-1 1,5-2 0,4-4 28,0-1 0,0-1 0,-1 0 0,-1-1 0,15-17 0,29-25 528,-55 53-544,1 0-1,0-1 1,-1 1-1,1 0 1,0-1-1,-1 1 1,1 0-1,0 0 1,0 0-1,-1 0 1,1 0-1,0 0 1,-1 0-1,1 0 1,0 0-1,0 0 1,-1 0-1,1 0 1,0 0-1,-1 0 1,1 1-1,0-1 1,-1 0-1,1 1 1,0-1-1,-1 0 1,1 1-1,0-1 1,-1 1-1,1-1 1,-1 1-1,1-1 1,-1 1-1,1-1 1,-1 1-1,1 0 1,17 29-89,-12-19 120,-2-6-37,3 7-8,1-1 0,0-1 0,0 1 0,14 11 0,-20-20-3,0 0-1,-1-1 0,1 1 1,0-1-1,0 0 0,0 1 0,0-1 1,0 0-1,0 0 0,0 0 1,0-1-1,1 1 0,-1 0 1,0-1-1,0 1 0,1-1 1,-1 0-1,0 0 0,1 0 0,-1 0 1,0 0-1,1 0 0,-1-1 1,0 1-1,0-1 0,1 0 1,-1 1-1,0-1 0,0 0 1,0 0-1,0-1 0,0 1 0,3-2 1,2-5 10,0 0 0,0 0 0,0 0 0,-1-1 0,6-12 0,-8 14 2,1-1-1,-1 1 1,2-1 0,-1 1-1,1 1 1,0-1-1,0 1 1,0 0-1,12-8 1,-17 14-7,0 0 0,-1 0 0,1 0-1,0 0 1,0 0 0,-1 1 0,1-1 0,0 0 0,0 0 0,-1 1 0,1-1 0,0 0 0,-1 1 0,1-1-1,0 1 1,-1-1 0,1 0 0,-1 1 0,1 0 0,-1-1 0,1 1 0,-1-1 0,1 1 0,-1 0-1,0-1 1,1 1 0,-1 0 0,0-1 0,1 1 0,-1 0 0,0-1 0,0 1 0,0 0 0,1 0 0,-1-1-1,0 1 1,0 0 0,0 0 0,-1 0 0,9 44 134,-7-38-82,9 95 71,-9-58-2766,-1-44 2485,0 0 1,0 1 0,0-1-1,0 0 1,0 0 0,0 1 0,0-1-1,0 0 1,0 1 0,0-1-1,0 0 1,0 1 0,0-1-1,0 0 1,0 0 0,0 1 0,0-1-1,-1 0 1,1 1 0,0-1-1,0 0 1,0 0 0,0 0 0,-1 1-1,1-1 1,0 0 0,0 0-1,-1 1 1,1-1 0,0 0 0,0 0-1,-1 0 1,1 0 0,0 0-1,0 1 1,-1-1 0,1 0 0,0 0-1,-1 0 1,1 0 0,0 0-1,0 0 1,-1 0 0,1 0-1,0 0 1,-1 0 0,1 0 0,0 0-1,-1 0 1,1-1 0,-3 1-1123,-12 0-9130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16343,'0'0'6211,"44"81"-7667,-4-19-2306,-6 4-3345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1 596 3954,'0'0'18184,"24"-25"-16602,8-7-1138,-6 8-24,-2-2 1,0 0 0,34-53-1,-54 72-284,44-73 733,-45 75-750,-1 0 1,0 0 0,0-1-1,0 1 1,0 0-1,-1-1 1,0 1 0,0-1-1,-1 0 1,1 1-1,-1-1 1,-1 1-1,0-10 1,0 14-115,0 1 0,0 0 0,1-1 0,-1 1 0,0 0-1,0 0 1,0 0 0,0 0 0,1 0 0,-1-1 0,0 1 0,0 1 0,0-1 0,0 0-1,0 0 1,0 0 0,1 0 0,-1 1 0,0-1 0,0 0 0,0 1 0,1-1 0,-1 0-1,0 1 1,0-1 0,1 1 0,-1 0 0,1-1 0,-2 2 0,1 3-27,0 1 0,0 0 1,0 0-1,0 0 0,1 0 0,0 0 1,1-1-1,-1 1 0,1 0 0,0 0 1,1 0-1,-1-1 0,4 8 0,2 4 5,2-1 0,0-1-1,11 15 1,-10-14 28,0 0 1,16 33-1,-23-43-11,-1 0 0,-1 1 0,1-1 0,-1 0 0,0 1 0,0-1 0,0 1 1,-1 0-1,0-1 0,-1 1 0,0-1 0,-2 11 0,1-12 0,0-1 0,0 0 1,0 1-1,-1-1 0,0 0 0,0 0 0,0-1 1,0 1-1,-1-1 0,0 1 0,1-1 0,-1 0 1,0 0-1,0-1 0,-1 1 0,1-1 0,-5 2 1,0 0 9,-1 0-1,1 0 1,-1-1 0,1-1 0,-1 1 0,0-2 0,-17 2 0,44-16-34,41-34 58,-3-3 1,-1-2 0,-3-2-1,-3-3 1,-2-2 0,-2-2-1,-4-1 1,54-110 0,-83 154 1595,-17 48-1289,-3-1-353,-2 6 10,1 0 0,2 1-1,2 0 1,-4 61-1,10-76-1,-1-13-7,1-1 1,0 1 0,0 0 0,1 0-1,2 13 1,-2-20 1,-1 1 0,1 0 0,0-1 0,0 1 0,0-1 0,-1 1 0,1-1 0,1 1 0,-1-1 0,0 0-1,0 1 1,0-1 0,1 0 0,-1 0 0,0 0 0,1 0 0,0 0 0,-1 0 0,1 0 0,-1-1 0,1 1 0,0 0 0,-1-1 0,1 1 0,0-1 0,0 0 0,-1 0 0,1 0 0,0 0 0,2 0 0,5 0-5,1-2 0,-1 1 1,0-1-1,1 0 0,-1-1 1,0 0-1,-1 0 1,1-1-1,0-1 0,8-5 1,-6 4-11,1 0 0,0 0 0,0 1 0,26-7 0,-35 12 12,1 0-1,0 0 1,-1 0-1,1 0 1,0 0 0,-1 1-1,1 0 1,0 0-1,-1 0 1,1 0 0,-1 0-1,1 1 1,-1-1-1,0 1 1,0 0 0,0 0-1,0 0 1,0 1-1,0-1 1,0 1-1,-1-1 1,1 1 0,-1 0-1,3 4 1,-2-3-4,2 1 1,-1-1 0,0 0-1,1 0 1,0 0-1,0-1 1,0 1 0,0-1-1,8 3 1,-6-4 14,-1 0 1,1 0-1,0-1 0,0 0 1,0 0-1,0-1 0,0 0 1,0 0-1,0-1 0,0 0 1,0 0-1,9-3 0,3-3-4,-1 0-1,34-19 0,18-8-5,-61 32-20,0 1 1,0 0-1,0 0 0,0 1 1,0 1-1,0-1 1,0 1-1,0 1 1,0-1-1,11 5 1,33 3 48,-22-6-1,0-2 0,-1-2 0,48-5 0,-65 3-7,-1 0 0,1 0 0,-1-1 0,0 0 0,0-1 0,0-1-1,-1 0 1,0 0 0,0-1 0,0-1 0,10-9 0,-19 14-4,1 1 1,-1-1-1,0 0 0,0 0 1,0 0-1,-1 0 1,1 0-1,-1 0 0,1 0 1,-1-1-1,0 1 1,0-1-1,-1 1 0,1 0 1,-1-1-1,0 1 1,0-1-1,0 1 0,0-1 1,0 1-1,-1-1 1,0 1-1,0-1 0,0 1 1,0 0-1,-2-5 1,2 6-3,0-1 1,0 1-1,0 0 1,-1 0 0,1 0-1,-1 0 1,0 0 0,1 0-1,-1 0 1,0 0 0,0 0-1,0 1 1,0-1 0,0 1-1,-1 0 1,1 0 0,0-1-1,-1 2 1,1-1 0,-1 0-1,1 0 1,-1 1 0,1-1-1,-1 1 1,1 0-1,-1 0 1,1 0 0,-1 0-1,0 0 1,1 0 0,-1 1-1,1-1 1,-1 1 0,1 0-1,-1 0 1,1 0 0,-3 1-1,1 1 1,-1 0 0,1 1 0,-1-1 0,1 1 0,1 0 0,-1 0 0,0 0 0,1 1 0,0-1 0,0 1 0,0 0 0,1 0 0,-4 8 0,-25 79 126,27-78-110,-13 57 128,3 0-1,-7 138 1,-4 24 435,24-227-599,-6 28 50,7-33-45,-1 0 1,1 0-1,0 0 0,-1 0 1,1 0-1,-1 0 0,1 0 1,-1 0-1,0 0 1,1 0-1,-1 0 0,0 0 1,0 0-1,0-1 0,1 1 1,-1 0-1,0 0 1,0-1-1,0 1 0,0-1 1,0 1-1,0-1 0,-2 1 1,2-1-40,0 0 1,0-1-1,0 1 0,0 0 1,0-1-1,0 1 1,0-1-1,0 1 1,0-1-1,0 1 0,0-1 1,0 0-1,1 0 1,-1 1-1,0-1 1,0 0-1,1 0 0,-1 0 1,0 0-1,1 0 1,-1 0-1,1 0 1,-1 0-1,1 0 0,0 0 1,-1 0-1,1-2 1,-11-37-1556,10 32 1121,-12-66-3524,2-23-2636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1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114 150 15671,'0'0'5251,"-11"-121"-2162,11 102-752,0 9-1713,0 22-784,0 33-1120,-13 26-1265,-21 15-2402,-21 13-7763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2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245 375 9748,'0'0'6718,"2"-22"-3847,6-71-289,-7 89-2445,-1 1 0,0 0 0,-1-1 0,1 1 0,0-1 0,-1 1 0,0 0 0,0-1 0,0 1 0,0 0 0,-1 0 0,1 0 0,-1-1 0,0 2 0,1-1 0,-2 0 0,1 0 0,0 1-1,0-1 1,-1 1 0,1-1 0,-1 1 0,0 0 0,0 0 0,0 1 0,0-1 0,0 0 0,0 1 0,0 0 0,0 0 0,-1 0 0,1 0 0,0 0 0,-5 0 0,1 0-81,-1 0 0,1 0-1,-1 1 1,0 0 0,1 0 0,-1 1 0,1 0 0,-1 1 0,1-1 0,-1 1-1,1 1 1,-14 5 0,16-4-52,0-1-1,1 1 1,-1 0-1,1 0 1,0 0-1,0 1 1,0-1 0,0 1-1,1 0 1,0 0-1,0 0 1,0 1-1,1-1 1,-3 7-1,2 0-28,0 0 1,0 1-1,1-1 0,1 1 0,-1 21 0,3-32 25,-1 0 1,0 0-1,1 0 0,-1 0 1,1 0-1,0 0 0,0 0 0,0 0 1,0 0-1,0 0 0,0 0 1,0-1-1,0 1 0,1 0 0,-1-1 1,1 1-1,-1-1 0,1 0 0,0 1 1,-1-1-1,1 0 0,0 0 1,0 0-1,0 0 0,0 0 0,0-1 1,0 1-1,0-1 0,0 1 1,0-1-1,0 1 0,1-1 0,2 0 1,3 0 13,-1 1 1,1-1 0,0 0-1,-1-1 1,1 0 0,0 0-1,-1-1 1,12-4 0,-7 1-9,-1-1 0,0-1 0,-1 0 0,17-15 0,-18 15-4,0 0 1,0 0-1,0 1 1,0 0 0,1 0-1,21-7 1,-31 13-5,1 0 0,0 0 0,-1 0 0,1 0 0,-1 0 0,1 0 0,-1 1 0,1-1 0,-1 0 0,1 0 0,-1 1 0,1-1 0,-1 0 0,1 1 0,-1-1 0,1 0 0,-1 1 0,1-1 0,-1 1 1,0-1-1,1 1 0,-1-1 0,0 1 0,1-1 0,-1 1 0,0-1 0,0 1 0,1-1 0,-1 1 0,0 0 0,0-1 0,0 1 0,0-1 0,0 1 0,0 0 0,0-1 0,0 1 0,3 30-1,-3-26 3,1 468 1078,-2-450-1049,-2 1 1,-1 0-1,-1-1 0,-1 0 1,-1 0-1,-1-1 0,0 0 1,-2 0-1,-1-1 1,-1 0-1,-18 26 0,25-42-13,1 0 0,-1-1 0,0 1 1,0-1-1,0 0 0,0-1 0,-1 1 0,-6 2 0,11-5-7,-1 0-1,1-1 1,0 1 0,-1 0-1,1-1 1,-1 0 0,1 1-1,-1-1 1,1 0 0,-1 1-1,1-1 1,-1 0 0,0 0-1,1 0 1,-1-1-1,1 1 1,-1 0 0,1 0-1,-1-1 1,1 1 0,0-1-1,-1 0 1,1 1 0,-1-1-1,1 0 1,0 0 0,0 0-1,-1 0 1,1 0 0,0 0-1,0 0 1,0 0 0,0 0-1,0 0 1,0-1 0,0 1-1,1 0 1,-1-1-1,0-1 1,-3-8 87,1 0-1,0 0 0,1-1 1,0 1-1,1 0 1,0-19-1,8-74 152,-4 83-229,2 0 0,0 0 0,1 0 0,1 1-1,1 0 1,1 0 0,1 1 0,1 1 0,0-1 0,1 2-1,1-1 1,1 2 0,0 0 0,1 0 0,25-19 0,-20 19-27,0 1 1,0 1 0,1 1 0,1 1 0,1 1-1,-1 1 1,1 1 0,1 0 0,0 2 0,0 1-1,0 1 1,1 1 0,27-1 0,-39 5-4,-1-1-4,1 1 0,-1 0 0,1 1 0,-1 0 0,20 5 0,-29-5 5,0 0 1,-1 0-1,1 1 0,0-1 1,-1 0-1,1 1 0,-1 0 0,0-1 1,0 1-1,0 0 0,0 0 0,0 0 1,0 0-1,0 1 0,0-1 1,-1 0-1,1 1 0,-1 0 0,0-1 1,0 1-1,0-1 0,0 1 1,0 0-1,-1 0 0,1 0 0,-1-1 1,0 1-1,1 0 0,-2 5 0,-1 2-62,-4-11 95,-3-19 59,8 13-80,0 0 0,1 0 1,0 0-1,0-1 1,1 1-1,0 0 0,0 0 1,0 0-1,1 0 0,1 0 1,-1 0-1,1 0 0,0 1 1,0-1-1,1 1 0,5-7 1,-5 8-14,1 0 1,0 0 0,0 1 0,1 0-1,-1 0 1,1 0 0,0 1-1,0 0 1,0 0 0,0 0-1,1 1 1,-1 0 0,1 0-1,-1 1 1,1 0 0,0 0-1,0 0 1,7 1 0,-14 0 10,14-1-239,0 0-1,0 1 0,-1 0 0,1 1 0,0 1 0,0 0 0,-1 1 0,1 1 0,12 5 1,2 4-1463,52 15 1,-69-24 1424,0-2 0,0 0 0,0 0 0,1-1 0,-1 0 0,1-1 0,-1 0 0,14-3 0,-23 3 344,1-1 0,-1 0 0,0 0 1,0-1-1,1 1 0,-1 0 0,0-1 0,0 1 1,0-1-1,-1 1 0,1-1 0,0 0 0,-1 0 1,1 0-1,-1 0 0,1 0 0,-1 0 0,0 0 1,0-1-1,0 1 0,0 0 0,0-1 0,-1 1 1,1 0-1,-1-1 0,1 1 0,-1-1 0,0 1 1,0-1-1,0 1 0,-1-4 0,0 5 13,0 0 0,0 1 1,0-1-1,0 1 0,0-1 0,0 0 0,0 1 0,0 0 0,0-1 0,0 1 1,0 0-1,0-1 0,0 1 0,0 0 0,0 0 0,0 0 0,-1 0 1,1 0-1,0 0 0,0 0 0,-2 1 0,-28 1 29,25 0-104,-1-1 0,1 2 0,0-1 0,0 1 0,0 0 1,0 0-1,0 0 0,0 1 0,1 0 0,0 0 0,0 0 0,0 1 0,0 0 0,1 0 0,0 0 0,0 1 1,0-1-1,0 1 0,1 0 0,0 0 0,0 0 0,1 0 0,0 0 0,0 1 0,0-1 0,1 1 0,0 0 1,0-1-1,1 12 0,0-17-2,1 0 0,0 0 1,1 0-1,-1-1 0,0 1 0,0 0 1,0-1-1,0 1 0,0 0 1,1-1-1,-1 1 0,0-1 0,1 0 1,-1 0-1,0 1 0,1-1 0,-1 0 1,0 0-1,1 0 0,-1 0 1,0 0-1,1-1 0,0 1 0,39-3 93,-34 1-75,0 0 0,0-1 0,0 0 1,0 0-1,-1-1 0,8-4 0,22-11 10,-35 19-36,1-1 1,0 2 0,0-1-1,-1 0 1,1 0-1,0 0 1,0 1 0,-1-1-1,1 1 1,0 0-1,-1-1 1,1 1 0,-1 0-1,1 0 1,-1 0-1,1 0 1,-1 0 0,0 0-1,1 0 1,-1 1-1,0-1 1,0 0 0,0 1-1,0-1 1,0 1-1,0-1 1,0 1 0,0-1-1,0 4 1,11 11 7,-6-11 3,-1-1-1,1 0 1,-1 0 0,1-1-1,0 0 1,0 0 0,1 0-1,-1 0 1,0-1 0,1-1 0,0 1-1,9 1 1,10-1 2,-1-1 1,26-2-1,-12 0-13,-29 1-2,0 0-1,0-1 1,0-1-1,0 1 1,-1-1-1,1-1 1,-1 0-1,1 0 1,-1-1-1,0 0 1,15-10 0,-20 11 47,0 0 0,0-1 1,0 1-1,-1-1 0,1 1 1,-1-1-1,0 0 1,0-1-1,0 1 0,-1 0 1,1-1-1,-1 1 1,0-1-1,-1 0 0,1 0 1,-1 0-1,0 0 1,0 0-1,0 0 0,-1 0 1,0 0-1,0 0 0,0 0 1,-2-8-1,2 11 1,-1 1-1,1 0 1,-1-1-1,0 1 1,0-1-1,0 1 1,1 0-1,-1 0 1,-1-1-1,1 1 1,0 0-1,0 0 1,0 0-1,0 0 1,-1 0-1,1 1 1,-1-1-1,1 0 1,0 1-1,-1-1 1,1 0-1,-1 1 1,1 0-1,-1-1 1,0 1-1,1 0 1,-1 0-1,-1 0 1,-52 0 38,48 1-56,1 0-25,0 0-1,0 1 1,0 0-1,0 0 1,1 1-1,-1-1 1,1 1-1,0 0 0,0 1 1,0-1-1,0 1 1,0 0-1,1 0 1,0 0-1,-6 8 1,7-8-13,0-1 0,0 1 0,0 0-1,1 0 1,-1 0 0,1 0 0,0 0 0,1 0 0,-1 1 0,1-1 0,-1 1-1,1-1 1,1 1 0,-1-1 0,1 1 0,-1 0 0,1-1 0,1 1 0,-1-1 0,1 1-1,1 5 1,-1-9-1,0 0-1,0 0 0,0 0 1,0 0-1,0 0 0,1-1 1,-1 1-1,0 0 0,0-1 1,1 1-1,-1-1 0,0 1 1,1-1-1,-1 0 0,1 1 1,-1-1-1,1 0 0,-1 0 1,0 0-1,1 0 0,2-1 1,32-3-6,-28 2 24,0-1 0,0 0-1,-1-1 1,1 1 0,-1-1-1,0-1 1,0 1 0,0-1-1,-1-1 1,0 1 0,0-1-1,0 0 1,-1 0 0,6-9-1,1-2 6,-1 0 0,0-1 0,-2 0 0,14-33 0,-11 8 201,-2-1-1,-2 0 0,-1 0 0,-3 0 0,-1-1 1,-4-47-1,1 92-187,-1 0 0,1 0 1,0 0-1,0 0 0,0 0 0,-1 0 1,1 0-1,0-1 0,0 1 0,-1 0 1,1 0-1,0 0 0,0 0 0,0 0 1,-1 0-1,1 0 0,0 0 0,0 0 1,-1 1-1,1-1 0,0 0 0,0 0 1,0 0-1,-1 0 0,1 0 0,0 0 1,0 0-1,0 0 0,-1 1 1,1-1-1,0 0 0,0 0 0,0 0 1,0 0-1,0 1 0,-1-1 0,1 0 1,0 0-1,0 0 0,0 1 0,0-1 1,0 0-1,0 0 0,0 0 0,0 1 1,0-1-1,0 0 0,0 0 0,0 0 1,0 1-1,0-1 0,0 0 0,0 0 1,0 1-1,-12 20 22,1 0-1,0 1 1,2 1-1,1 0 1,1 0 0,1 0-1,0 1 1,-2 34-1,-1 203 137,9-207-215,0-47 23,0 0 0,0 0-1,1 0 1,0-1 0,0 1-1,1 0 1,0-1 0,0 1 0,0-1-1,7 12 1,-7-15-37,1 0 1,-1 1-1,1-1 1,0-1-1,0 1 0,0 0 1,0-1-1,1 1 0,-1-1 1,1 0-1,-1 0 1,1 0-1,0-1 0,-1 0 1,1 1-1,0-1 1,0 0-1,0-1 0,5 1 1,-2 0-103,0 0 1,0-1-1,0 0 1,0 0-1,1-1 1,-1 0-1,0 0 1,-1-1-1,1 0 1,0 0-1,0-1 1,-1 1-1,1-1 1,10-7-1,-3-1-160,0-1-1,-1 0 0,0-1 0,19-24 0,-20 22 202,4-3 116,-1-1-1,0-1 0,15-29 0,-41 116 3010,-26 90-2742,30-148-3990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2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17208,'0'0'4786,"44"66"-7619,-33-25-209,-3-1-1776,-6 0-336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2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1 374 8500,'0'0'10623,"19"-8"-9155,57-29-252,-74 36-1082,0 0-1,-1 0 1,1 0 0,0 0-1,-1 0 1,1-1-1,-1 1 1,1 0-1,-1-1 1,0 1-1,1-1 1,-1 0 0,0 1-1,0-1 1,0 0-1,0 0 1,1-3-1,-3-2 1111,-1 13-487,-2 14-792,3-13 16,0-1 1,0 0 0,0 1 0,1-1 0,1 11-1,-1-15 17,0-1 0,0 1 1,1-1-1,-1 0 0,1 1 0,-1-1 0,1 0 0,0 1 0,-1-1 0,1 0 0,0 0 0,0 0 0,0 0 0,0 0 0,0 0 0,0 0 0,0 0 0,0 0 0,0 0 0,1 0 0,-1 0 0,0-1 0,0 1 0,1-1 0,-1 1 0,1-1 0,-1 1 0,0-1 0,1 0 1,1 0-1,85 8 62,95-3 0,-177-5-51,-1-1 1,1 1-1,-1-1 1,1 0 0,-1-1-1,1 1 1,-1-1-1,0 0 1,0-1 0,0 1-1,0-1 1,0 0-1,6-5 1,-2 0 32,-1 0-1,0 0 1,-1 0-1,0-1 1,0 0-1,8-14 1,-5 4 48,0-1 0,-1-1 0,-1 0 1,-1 0-1,-1 0 0,5-31 0,-9 22 390,0-45 0,-2 49 505,-1 26-954,0-1 0,0 1 0,1 0 0,-1 0 0,0-1 0,0 1 0,0 0 0,1 0 0,-1 0 0,0 0 0,0 0 0,0 0 0,1 1 0,-1-1 0,0 0 0,0 0-1,0 0 1,1 1 0,-1-1 0,0 0 0,1 1 0,-2 0 0,-2 4-29,0 0-1,0 0 1,1 1-1,0-1 0,0 1 1,0 0-1,1 0 1,0 0-1,-2 7 0,-12 66 0,11-48 6,-28 226-331,30-146-4640,6-99-705,12-10-2591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5:2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15607,'0'0'12262,"129"-29"-12102,-89 24-96,-1 3-64,-4 0-576,1 2-1249,-9 0-2161,-9 0-1681</inkml:trace>
  <inkml:trace contextRef="#ctx0" brushRef="#br0" timeOffset="1">461 529 16760,'0'0'11909,"0"-81"-12453,0 58-2193,0-3-6532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18F48-4FF1-466B-831C-0CEF63E7965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45FF9-60EE-4348-BA2C-4A6FD9E99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9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6BDB1-8E0A-45C9-A0E9-4C66032D1C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885A-8002-0664-FDE3-598D7FF0E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BD612-87BD-E29C-785A-8E82E5D0E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9A84F-7740-0423-2E08-7F38F50F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E2CB6-9DA9-66A0-A303-28FE8DA0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7A0A1-81A0-6A67-42DD-52001F0E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495F-08EF-1E82-0D96-8166689E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9BD1-8C3E-B935-C72C-BD5FA142A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1738A-F0DB-420F-8D7F-06B5ED9C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42968-1C36-34FB-FABD-B09B252D9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F795A-912F-CE84-91BB-FCD4443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1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CCFD-4CC2-DE95-0573-4624A729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DCCA0-BE5C-021B-3DBC-F2F24CE9D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A1724-B5AC-4364-002F-BCB2480E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23DA1-D906-1F18-B7CF-115B02C6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44EB-5EC8-F541-FD68-576C6C7E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EFE1-1EA1-A244-D585-17BDFEF9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FE48-FBFC-6E36-F9D3-AD945DAE0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4ABA6-2889-58B3-7485-C0C45EAD9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84AA2-003E-1DAA-280D-0DB577FE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D0174-CFCA-FE7E-6105-DD67E1DC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859FD-BD1B-2FDD-6721-E3EDB547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3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7A57-B49B-6D61-1FC2-9C0B21D0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67A3-B1CA-01B6-5DD1-CBB7482CF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9D52D-887B-5006-0758-31E54D8B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87DC3-B170-0437-8D25-2EB292F79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4EA41-73C6-0D92-32FA-34947F7AE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DD148-DA5F-7BD7-6ABB-30B5B54D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B780B-D784-86A6-7327-BC89B7B8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84578-3E5D-4BB4-AF67-BA30CC33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2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306B-FDA3-C8BB-454E-2B32453B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F3AE4-D8BD-5E9F-FF1B-B5A4CFFA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3AB2F-8BA1-CCE6-EA04-EE3739CF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6B57B-C840-7B77-6041-8FCD849C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64BE2-6FE6-D79E-6AD4-E9C544BB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EF2D2-5B7B-1B60-4CAB-2E2ED0B8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2578D-A161-F50D-EF55-A615E22E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7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C275-FF29-3C7F-3080-353F3903D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39147-B5F4-6E18-936D-A7BC534EA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53105-E598-8015-3B28-BB3EF8EA3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23FBE-21E0-6274-267D-9A96EE9A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6CE51-35BB-2BF0-ECA1-FC8598A3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9F382-5418-A915-5DAB-CEF0A685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7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EA1-D6AF-98A7-83C2-BE7FFE9C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2D182-C1AF-C8E5-6526-B1A740B35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7F13D-7BFF-851C-AD59-790AD830E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BC6B6-DE29-49F0-98C6-58CBF15A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97DAA-09A1-CC32-A423-4096CD33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6A5B7-3D5E-6516-4540-A2A31F10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7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A73A4-3AEE-F800-36E1-0B9FB658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2090D-8174-22D8-BA45-F885399DE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5438C-228E-655A-6662-09A6C8A7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45788-E5E6-8898-682A-929A9125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E498A-6BCE-EFA9-4970-948E666F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3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3A4901-93A9-2E4A-0434-25109758C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10E25-1CE5-33D5-3187-BE666D1FC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C09F6-A4F1-EACC-D629-61952513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EA888-F909-B434-C4FD-FF3E7E71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01855-627F-BD0A-C375-BE000D60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09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1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943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33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613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59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327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4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45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8768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6191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9EC18-49F3-4631-FDAF-E2054270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D7273-26BF-ACA3-CDE4-6708ED26E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2680B-DCC5-DA9D-2989-81A71C1DE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83021-7386-4FE5-A3CE-DE79009FC8F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E1977-6B4A-069C-C4E5-DBC3885AB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6DD3-1A9F-2752-4658-ABC64CE08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62814-47F7-4F5A-BE43-54BDACE3A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4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11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13" Type="http://schemas.openxmlformats.org/officeDocument/2006/relationships/image" Target="../media/image43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7" Type="http://schemas.openxmlformats.org/officeDocument/2006/relationships/image" Target="../media/image40.png"/><Relationship Id="rId12" Type="http://schemas.openxmlformats.org/officeDocument/2006/relationships/customXml" Target="../ink/ink43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2" Type="http://schemas.openxmlformats.org/officeDocument/2006/relationships/customXml" Target="../ink/ink38.xml"/><Relationship Id="rId16" Type="http://schemas.openxmlformats.org/officeDocument/2006/relationships/customXml" Target="../ink/ink45.xml"/><Relationship Id="rId20" Type="http://schemas.openxmlformats.org/officeDocument/2006/relationships/customXml" Target="../ink/ink47.xml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../media/image42.png"/><Relationship Id="rId24" Type="http://schemas.openxmlformats.org/officeDocument/2006/relationships/customXml" Target="../ink/ink49.xml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51.xml"/><Relationship Id="rId10" Type="http://schemas.openxmlformats.org/officeDocument/2006/relationships/customXml" Target="../ink/ink42.xml"/><Relationship Id="rId19" Type="http://schemas.openxmlformats.org/officeDocument/2006/relationships/image" Target="../media/image46.png"/><Relationship Id="rId31" Type="http://schemas.openxmlformats.org/officeDocument/2006/relationships/image" Target="../media/image52.png"/><Relationship Id="rId4" Type="http://schemas.openxmlformats.org/officeDocument/2006/relationships/customXml" Target="../ink/ink39.xml"/><Relationship Id="rId9" Type="http://schemas.openxmlformats.org/officeDocument/2006/relationships/image" Target="../media/image41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../media/image50.png"/><Relationship Id="rId30" Type="http://schemas.openxmlformats.org/officeDocument/2006/relationships/customXml" Target="../ink/ink5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1.xml"/><Relationship Id="rId21" Type="http://schemas.openxmlformats.org/officeDocument/2006/relationships/image" Target="../media/image62.png"/><Relationship Id="rId42" Type="http://schemas.openxmlformats.org/officeDocument/2006/relationships/customXml" Target="../ink/ink73.xml"/><Relationship Id="rId63" Type="http://schemas.openxmlformats.org/officeDocument/2006/relationships/image" Target="../media/image83.png"/><Relationship Id="rId84" Type="http://schemas.openxmlformats.org/officeDocument/2006/relationships/customXml" Target="../ink/ink94.xml"/><Relationship Id="rId138" Type="http://schemas.openxmlformats.org/officeDocument/2006/relationships/customXml" Target="../ink/ink122.xml"/><Relationship Id="rId159" Type="http://schemas.openxmlformats.org/officeDocument/2006/relationships/image" Target="../media/image130.png"/><Relationship Id="rId170" Type="http://schemas.openxmlformats.org/officeDocument/2006/relationships/customXml" Target="../ink/ink138.xml"/><Relationship Id="rId191" Type="http://schemas.openxmlformats.org/officeDocument/2006/relationships/image" Target="../media/image146.png"/><Relationship Id="rId107" Type="http://schemas.openxmlformats.org/officeDocument/2006/relationships/customXml" Target="../ink/ink106.xml"/><Relationship Id="rId11" Type="http://schemas.openxmlformats.org/officeDocument/2006/relationships/image" Target="../media/image57.png"/><Relationship Id="rId32" Type="http://schemas.openxmlformats.org/officeDocument/2006/relationships/customXml" Target="../ink/ink68.xml"/><Relationship Id="rId53" Type="http://schemas.openxmlformats.org/officeDocument/2006/relationships/image" Target="../media/image78.png"/><Relationship Id="rId74" Type="http://schemas.openxmlformats.org/officeDocument/2006/relationships/customXml" Target="../ink/ink89.xml"/><Relationship Id="rId128" Type="http://schemas.openxmlformats.org/officeDocument/2006/relationships/customXml" Target="../ink/ink117.xml"/><Relationship Id="rId149" Type="http://schemas.openxmlformats.org/officeDocument/2006/relationships/image" Target="../media/image125.png"/><Relationship Id="rId5" Type="http://schemas.openxmlformats.org/officeDocument/2006/relationships/image" Target="../media/image54.png"/><Relationship Id="rId95" Type="http://schemas.openxmlformats.org/officeDocument/2006/relationships/customXml" Target="../ink/ink100.xml"/><Relationship Id="rId160" Type="http://schemas.openxmlformats.org/officeDocument/2006/relationships/customXml" Target="../ink/ink133.xml"/><Relationship Id="rId181" Type="http://schemas.openxmlformats.org/officeDocument/2006/relationships/image" Target="../media/image141.png"/><Relationship Id="rId22" Type="http://schemas.openxmlformats.org/officeDocument/2006/relationships/customXml" Target="../ink/ink63.xml"/><Relationship Id="rId43" Type="http://schemas.openxmlformats.org/officeDocument/2006/relationships/image" Target="../media/image73.png"/><Relationship Id="rId64" Type="http://schemas.openxmlformats.org/officeDocument/2006/relationships/customXml" Target="../ink/ink84.xml"/><Relationship Id="rId118" Type="http://schemas.openxmlformats.org/officeDocument/2006/relationships/image" Target="../media/image110.png"/><Relationship Id="rId139" Type="http://schemas.openxmlformats.org/officeDocument/2006/relationships/image" Target="../media/image120.png"/><Relationship Id="rId85" Type="http://schemas.openxmlformats.org/officeDocument/2006/relationships/image" Target="../media/image94.png"/><Relationship Id="rId150" Type="http://schemas.openxmlformats.org/officeDocument/2006/relationships/customXml" Target="../ink/ink128.xml"/><Relationship Id="rId171" Type="http://schemas.openxmlformats.org/officeDocument/2006/relationships/image" Target="../media/image136.png"/><Relationship Id="rId192" Type="http://schemas.openxmlformats.org/officeDocument/2006/relationships/customXml" Target="../ink/ink149.xml"/><Relationship Id="rId12" Type="http://schemas.openxmlformats.org/officeDocument/2006/relationships/customXml" Target="../ink/ink58.xml"/><Relationship Id="rId33" Type="http://schemas.openxmlformats.org/officeDocument/2006/relationships/image" Target="../media/image68.png"/><Relationship Id="rId108" Type="http://schemas.openxmlformats.org/officeDocument/2006/relationships/image" Target="../media/image105.png"/><Relationship Id="rId129" Type="http://schemas.openxmlformats.org/officeDocument/2006/relationships/image" Target="../media/image115.png"/><Relationship Id="rId54" Type="http://schemas.openxmlformats.org/officeDocument/2006/relationships/customXml" Target="../ink/ink79.xml"/><Relationship Id="rId75" Type="http://schemas.openxmlformats.org/officeDocument/2006/relationships/image" Target="../media/image89.png"/><Relationship Id="rId96" Type="http://schemas.openxmlformats.org/officeDocument/2006/relationships/image" Target="../media/image99.png"/><Relationship Id="rId140" Type="http://schemas.openxmlformats.org/officeDocument/2006/relationships/customXml" Target="../ink/ink123.xml"/><Relationship Id="rId161" Type="http://schemas.openxmlformats.org/officeDocument/2006/relationships/image" Target="../media/image131.png"/><Relationship Id="rId182" Type="http://schemas.openxmlformats.org/officeDocument/2006/relationships/customXml" Target="../ink/ink144.xml"/><Relationship Id="rId6" Type="http://schemas.openxmlformats.org/officeDocument/2006/relationships/customXml" Target="../ink/ink55.xml"/><Relationship Id="rId23" Type="http://schemas.openxmlformats.org/officeDocument/2006/relationships/image" Target="../media/image63.png"/><Relationship Id="rId119" Type="http://schemas.openxmlformats.org/officeDocument/2006/relationships/customXml" Target="../ink/ink112.xml"/><Relationship Id="rId44" Type="http://schemas.openxmlformats.org/officeDocument/2006/relationships/customXml" Target="../ink/ink74.xml"/><Relationship Id="rId65" Type="http://schemas.openxmlformats.org/officeDocument/2006/relationships/image" Target="../media/image84.png"/><Relationship Id="rId86" Type="http://schemas.openxmlformats.org/officeDocument/2006/relationships/customXml" Target="../ink/ink95.xml"/><Relationship Id="rId130" Type="http://schemas.openxmlformats.org/officeDocument/2006/relationships/customXml" Target="../ink/ink118.xml"/><Relationship Id="rId151" Type="http://schemas.openxmlformats.org/officeDocument/2006/relationships/image" Target="../media/image126.png"/><Relationship Id="rId172" Type="http://schemas.openxmlformats.org/officeDocument/2006/relationships/customXml" Target="../ink/ink139.xml"/><Relationship Id="rId193" Type="http://schemas.openxmlformats.org/officeDocument/2006/relationships/image" Target="../media/image147.png"/><Relationship Id="rId13" Type="http://schemas.openxmlformats.org/officeDocument/2006/relationships/image" Target="../media/image58.png"/><Relationship Id="rId109" Type="http://schemas.openxmlformats.org/officeDocument/2006/relationships/customXml" Target="../ink/ink107.xml"/><Relationship Id="rId34" Type="http://schemas.openxmlformats.org/officeDocument/2006/relationships/customXml" Target="../ink/ink69.xml"/><Relationship Id="rId55" Type="http://schemas.openxmlformats.org/officeDocument/2006/relationships/image" Target="../media/image79.png"/><Relationship Id="rId76" Type="http://schemas.openxmlformats.org/officeDocument/2006/relationships/customXml" Target="../ink/ink90.xml"/><Relationship Id="rId97" Type="http://schemas.openxmlformats.org/officeDocument/2006/relationships/customXml" Target="../ink/ink101.xml"/><Relationship Id="rId120" Type="http://schemas.openxmlformats.org/officeDocument/2006/relationships/image" Target="../media/image111.png"/><Relationship Id="rId141" Type="http://schemas.openxmlformats.org/officeDocument/2006/relationships/image" Target="../media/image121.png"/><Relationship Id="rId7" Type="http://schemas.openxmlformats.org/officeDocument/2006/relationships/image" Target="../media/image55.png"/><Relationship Id="rId162" Type="http://schemas.openxmlformats.org/officeDocument/2006/relationships/customXml" Target="../ink/ink134.xml"/><Relationship Id="rId183" Type="http://schemas.openxmlformats.org/officeDocument/2006/relationships/image" Target="../media/image142.png"/><Relationship Id="rId2" Type="http://schemas.openxmlformats.org/officeDocument/2006/relationships/customXml" Target="../ink/ink53.xml"/><Relationship Id="rId29" Type="http://schemas.openxmlformats.org/officeDocument/2006/relationships/image" Target="../media/image66.png"/><Relationship Id="rId24" Type="http://schemas.openxmlformats.org/officeDocument/2006/relationships/customXml" Target="../ink/ink64.xml"/><Relationship Id="rId40" Type="http://schemas.openxmlformats.org/officeDocument/2006/relationships/customXml" Target="../ink/ink72.xml"/><Relationship Id="rId45" Type="http://schemas.openxmlformats.org/officeDocument/2006/relationships/image" Target="../media/image74.png"/><Relationship Id="rId66" Type="http://schemas.openxmlformats.org/officeDocument/2006/relationships/customXml" Target="../ink/ink85.xml"/><Relationship Id="rId87" Type="http://schemas.openxmlformats.org/officeDocument/2006/relationships/image" Target="../media/image95.png"/><Relationship Id="rId110" Type="http://schemas.openxmlformats.org/officeDocument/2006/relationships/image" Target="../media/image106.png"/><Relationship Id="rId115" Type="http://schemas.openxmlformats.org/officeDocument/2006/relationships/customXml" Target="../ink/ink110.xml"/><Relationship Id="rId131" Type="http://schemas.openxmlformats.org/officeDocument/2006/relationships/image" Target="../media/image116.png"/><Relationship Id="rId136" Type="http://schemas.openxmlformats.org/officeDocument/2006/relationships/customXml" Target="../ink/ink121.xml"/><Relationship Id="rId157" Type="http://schemas.openxmlformats.org/officeDocument/2006/relationships/image" Target="../media/image129.png"/><Relationship Id="rId178" Type="http://schemas.openxmlformats.org/officeDocument/2006/relationships/customXml" Target="../ink/ink142.xml"/><Relationship Id="rId61" Type="http://schemas.openxmlformats.org/officeDocument/2006/relationships/image" Target="../media/image82.png"/><Relationship Id="rId82" Type="http://schemas.openxmlformats.org/officeDocument/2006/relationships/customXml" Target="../ink/ink93.xml"/><Relationship Id="rId152" Type="http://schemas.openxmlformats.org/officeDocument/2006/relationships/customXml" Target="../ink/ink129.xml"/><Relationship Id="rId173" Type="http://schemas.openxmlformats.org/officeDocument/2006/relationships/image" Target="../media/image137.png"/><Relationship Id="rId194" Type="http://schemas.openxmlformats.org/officeDocument/2006/relationships/customXml" Target="../ink/ink150.xml"/><Relationship Id="rId199" Type="http://schemas.openxmlformats.org/officeDocument/2006/relationships/customXml" Target="../ink/ink153.xml"/><Relationship Id="rId203" Type="http://schemas.openxmlformats.org/officeDocument/2006/relationships/customXml" Target="../ink/ink155.xml"/><Relationship Id="rId19" Type="http://schemas.openxmlformats.org/officeDocument/2006/relationships/image" Target="../media/image61.png"/><Relationship Id="rId14" Type="http://schemas.openxmlformats.org/officeDocument/2006/relationships/customXml" Target="../ink/ink59.xml"/><Relationship Id="rId30" Type="http://schemas.openxmlformats.org/officeDocument/2006/relationships/customXml" Target="../ink/ink67.xml"/><Relationship Id="rId35" Type="http://schemas.openxmlformats.org/officeDocument/2006/relationships/image" Target="../media/image69.png"/><Relationship Id="rId56" Type="http://schemas.openxmlformats.org/officeDocument/2006/relationships/customXml" Target="../ink/ink80.xml"/><Relationship Id="rId77" Type="http://schemas.openxmlformats.org/officeDocument/2006/relationships/image" Target="../media/image90.png"/><Relationship Id="rId100" Type="http://schemas.openxmlformats.org/officeDocument/2006/relationships/image" Target="../media/image101.png"/><Relationship Id="rId105" Type="http://schemas.openxmlformats.org/officeDocument/2006/relationships/customXml" Target="../ink/ink105.xml"/><Relationship Id="rId126" Type="http://schemas.openxmlformats.org/officeDocument/2006/relationships/customXml" Target="../ink/ink116.xml"/><Relationship Id="rId147" Type="http://schemas.openxmlformats.org/officeDocument/2006/relationships/image" Target="../media/image124.png"/><Relationship Id="rId168" Type="http://schemas.openxmlformats.org/officeDocument/2006/relationships/customXml" Target="../ink/ink137.xml"/><Relationship Id="rId8" Type="http://schemas.openxmlformats.org/officeDocument/2006/relationships/customXml" Target="../ink/ink56.xml"/><Relationship Id="rId51" Type="http://schemas.openxmlformats.org/officeDocument/2006/relationships/image" Target="../media/image77.png"/><Relationship Id="rId72" Type="http://schemas.openxmlformats.org/officeDocument/2006/relationships/customXml" Target="../ink/ink88.xml"/><Relationship Id="rId93" Type="http://schemas.openxmlformats.org/officeDocument/2006/relationships/image" Target="../media/image98.png"/><Relationship Id="rId98" Type="http://schemas.openxmlformats.org/officeDocument/2006/relationships/image" Target="../media/image100.png"/><Relationship Id="rId121" Type="http://schemas.openxmlformats.org/officeDocument/2006/relationships/customXml" Target="../ink/ink113.xml"/><Relationship Id="rId142" Type="http://schemas.openxmlformats.org/officeDocument/2006/relationships/customXml" Target="../ink/ink124.xml"/><Relationship Id="rId163" Type="http://schemas.openxmlformats.org/officeDocument/2006/relationships/image" Target="../media/image132.png"/><Relationship Id="rId184" Type="http://schemas.openxmlformats.org/officeDocument/2006/relationships/customXml" Target="../ink/ink145.xml"/><Relationship Id="rId189" Type="http://schemas.openxmlformats.org/officeDocument/2006/relationships/image" Target="../media/image145.png"/><Relationship Id="rId3" Type="http://schemas.openxmlformats.org/officeDocument/2006/relationships/image" Target="../media/image53.png"/><Relationship Id="rId25" Type="http://schemas.openxmlformats.org/officeDocument/2006/relationships/image" Target="../media/image64.png"/><Relationship Id="rId46" Type="http://schemas.openxmlformats.org/officeDocument/2006/relationships/customXml" Target="../ink/ink75.xml"/><Relationship Id="rId67" Type="http://schemas.openxmlformats.org/officeDocument/2006/relationships/image" Target="../media/image85.png"/><Relationship Id="rId116" Type="http://schemas.openxmlformats.org/officeDocument/2006/relationships/image" Target="../media/image109.png"/><Relationship Id="rId137" Type="http://schemas.openxmlformats.org/officeDocument/2006/relationships/image" Target="../media/image119.png"/><Relationship Id="rId158" Type="http://schemas.openxmlformats.org/officeDocument/2006/relationships/customXml" Target="../ink/ink132.xml"/><Relationship Id="rId20" Type="http://schemas.openxmlformats.org/officeDocument/2006/relationships/customXml" Target="../ink/ink62.xml"/><Relationship Id="rId41" Type="http://schemas.openxmlformats.org/officeDocument/2006/relationships/image" Target="../media/image72.png"/><Relationship Id="rId62" Type="http://schemas.openxmlformats.org/officeDocument/2006/relationships/customXml" Target="../ink/ink83.xml"/><Relationship Id="rId83" Type="http://schemas.openxmlformats.org/officeDocument/2006/relationships/image" Target="../media/image93.png"/><Relationship Id="rId88" Type="http://schemas.openxmlformats.org/officeDocument/2006/relationships/customXml" Target="../ink/ink96.xml"/><Relationship Id="rId111" Type="http://schemas.openxmlformats.org/officeDocument/2006/relationships/customXml" Target="../ink/ink108.xml"/><Relationship Id="rId132" Type="http://schemas.openxmlformats.org/officeDocument/2006/relationships/customXml" Target="../ink/ink119.xml"/><Relationship Id="rId153" Type="http://schemas.openxmlformats.org/officeDocument/2006/relationships/image" Target="../media/image127.png"/><Relationship Id="rId174" Type="http://schemas.openxmlformats.org/officeDocument/2006/relationships/customXml" Target="../ink/ink140.xml"/><Relationship Id="rId179" Type="http://schemas.openxmlformats.org/officeDocument/2006/relationships/image" Target="../media/image140.png"/><Relationship Id="rId195" Type="http://schemas.openxmlformats.org/officeDocument/2006/relationships/image" Target="../media/image148.png"/><Relationship Id="rId190" Type="http://schemas.openxmlformats.org/officeDocument/2006/relationships/customXml" Target="../ink/ink148.xml"/><Relationship Id="rId204" Type="http://schemas.openxmlformats.org/officeDocument/2006/relationships/image" Target="../media/image152.png"/><Relationship Id="rId15" Type="http://schemas.openxmlformats.org/officeDocument/2006/relationships/image" Target="../media/image59.png"/><Relationship Id="rId36" Type="http://schemas.openxmlformats.org/officeDocument/2006/relationships/customXml" Target="../ink/ink70.xml"/><Relationship Id="rId57" Type="http://schemas.openxmlformats.org/officeDocument/2006/relationships/image" Target="../media/image80.png"/><Relationship Id="rId106" Type="http://schemas.openxmlformats.org/officeDocument/2006/relationships/image" Target="../media/image104.png"/><Relationship Id="rId127" Type="http://schemas.openxmlformats.org/officeDocument/2006/relationships/image" Target="../media/image114.png"/><Relationship Id="rId10" Type="http://schemas.openxmlformats.org/officeDocument/2006/relationships/customXml" Target="../ink/ink57.xml"/><Relationship Id="rId31" Type="http://schemas.openxmlformats.org/officeDocument/2006/relationships/image" Target="../media/image67.png"/><Relationship Id="rId52" Type="http://schemas.openxmlformats.org/officeDocument/2006/relationships/customXml" Target="../ink/ink78.xml"/><Relationship Id="rId73" Type="http://schemas.openxmlformats.org/officeDocument/2006/relationships/image" Target="../media/image88.png"/><Relationship Id="rId78" Type="http://schemas.openxmlformats.org/officeDocument/2006/relationships/customXml" Target="../ink/ink91.xml"/><Relationship Id="rId94" Type="http://schemas.openxmlformats.org/officeDocument/2006/relationships/customXml" Target="../ink/ink99.xml"/><Relationship Id="rId99" Type="http://schemas.openxmlformats.org/officeDocument/2006/relationships/customXml" Target="../ink/ink102.xml"/><Relationship Id="rId101" Type="http://schemas.openxmlformats.org/officeDocument/2006/relationships/customXml" Target="../ink/ink103.xml"/><Relationship Id="rId122" Type="http://schemas.openxmlformats.org/officeDocument/2006/relationships/image" Target="../media/image112.png"/><Relationship Id="rId143" Type="http://schemas.openxmlformats.org/officeDocument/2006/relationships/image" Target="../media/image122.png"/><Relationship Id="rId148" Type="http://schemas.openxmlformats.org/officeDocument/2006/relationships/customXml" Target="../ink/ink127.xml"/><Relationship Id="rId164" Type="http://schemas.openxmlformats.org/officeDocument/2006/relationships/customXml" Target="../ink/ink135.xml"/><Relationship Id="rId169" Type="http://schemas.openxmlformats.org/officeDocument/2006/relationships/image" Target="../media/image135.png"/><Relationship Id="rId185" Type="http://schemas.openxmlformats.org/officeDocument/2006/relationships/image" Target="../media/image143.png"/><Relationship Id="rId4" Type="http://schemas.openxmlformats.org/officeDocument/2006/relationships/customXml" Target="../ink/ink54.xml"/><Relationship Id="rId9" Type="http://schemas.openxmlformats.org/officeDocument/2006/relationships/image" Target="../media/image56.png"/><Relationship Id="rId180" Type="http://schemas.openxmlformats.org/officeDocument/2006/relationships/customXml" Target="../ink/ink143.xml"/><Relationship Id="rId26" Type="http://schemas.openxmlformats.org/officeDocument/2006/relationships/customXml" Target="../ink/ink65.xml"/><Relationship Id="rId47" Type="http://schemas.openxmlformats.org/officeDocument/2006/relationships/image" Target="../media/image75.png"/><Relationship Id="rId68" Type="http://schemas.openxmlformats.org/officeDocument/2006/relationships/customXml" Target="../ink/ink86.xml"/><Relationship Id="rId89" Type="http://schemas.openxmlformats.org/officeDocument/2006/relationships/image" Target="../media/image96.png"/><Relationship Id="rId112" Type="http://schemas.openxmlformats.org/officeDocument/2006/relationships/image" Target="../media/image107.png"/><Relationship Id="rId133" Type="http://schemas.openxmlformats.org/officeDocument/2006/relationships/image" Target="../media/image117.png"/><Relationship Id="rId154" Type="http://schemas.openxmlformats.org/officeDocument/2006/relationships/customXml" Target="../ink/ink130.xml"/><Relationship Id="rId175" Type="http://schemas.openxmlformats.org/officeDocument/2006/relationships/image" Target="../media/image138.png"/><Relationship Id="rId196" Type="http://schemas.openxmlformats.org/officeDocument/2006/relationships/customXml" Target="../ink/ink151.xml"/><Relationship Id="rId200" Type="http://schemas.openxmlformats.org/officeDocument/2006/relationships/image" Target="../media/image150.png"/><Relationship Id="rId16" Type="http://schemas.openxmlformats.org/officeDocument/2006/relationships/customXml" Target="../ink/ink60.xml"/><Relationship Id="rId37" Type="http://schemas.openxmlformats.org/officeDocument/2006/relationships/image" Target="../media/image70.png"/><Relationship Id="rId58" Type="http://schemas.openxmlformats.org/officeDocument/2006/relationships/customXml" Target="../ink/ink81.xml"/><Relationship Id="rId79" Type="http://schemas.openxmlformats.org/officeDocument/2006/relationships/image" Target="../media/image91.png"/><Relationship Id="rId102" Type="http://schemas.openxmlformats.org/officeDocument/2006/relationships/image" Target="../media/image102.png"/><Relationship Id="rId123" Type="http://schemas.openxmlformats.org/officeDocument/2006/relationships/customXml" Target="../ink/ink114.xml"/><Relationship Id="rId144" Type="http://schemas.openxmlformats.org/officeDocument/2006/relationships/customXml" Target="../ink/ink125.xml"/><Relationship Id="rId90" Type="http://schemas.openxmlformats.org/officeDocument/2006/relationships/customXml" Target="../ink/ink97.xml"/><Relationship Id="rId165" Type="http://schemas.openxmlformats.org/officeDocument/2006/relationships/image" Target="../media/image133.png"/><Relationship Id="rId186" Type="http://schemas.openxmlformats.org/officeDocument/2006/relationships/customXml" Target="../ink/ink146.xml"/><Relationship Id="rId27" Type="http://schemas.openxmlformats.org/officeDocument/2006/relationships/image" Target="../media/image65.png"/><Relationship Id="rId48" Type="http://schemas.openxmlformats.org/officeDocument/2006/relationships/customXml" Target="../ink/ink76.xml"/><Relationship Id="rId69" Type="http://schemas.openxmlformats.org/officeDocument/2006/relationships/image" Target="../media/image86.png"/><Relationship Id="rId113" Type="http://schemas.openxmlformats.org/officeDocument/2006/relationships/customXml" Target="../ink/ink109.xml"/><Relationship Id="rId134" Type="http://schemas.openxmlformats.org/officeDocument/2006/relationships/customXml" Target="../ink/ink120.xml"/><Relationship Id="rId80" Type="http://schemas.openxmlformats.org/officeDocument/2006/relationships/customXml" Target="../ink/ink92.xml"/><Relationship Id="rId155" Type="http://schemas.openxmlformats.org/officeDocument/2006/relationships/image" Target="../media/image128.png"/><Relationship Id="rId176" Type="http://schemas.openxmlformats.org/officeDocument/2006/relationships/customXml" Target="../ink/ink141.xml"/><Relationship Id="rId197" Type="http://schemas.openxmlformats.org/officeDocument/2006/relationships/customXml" Target="../ink/ink152.xml"/><Relationship Id="rId201" Type="http://schemas.openxmlformats.org/officeDocument/2006/relationships/customXml" Target="../ink/ink154.xml"/><Relationship Id="rId17" Type="http://schemas.openxmlformats.org/officeDocument/2006/relationships/image" Target="../media/image60.png"/><Relationship Id="rId38" Type="http://schemas.openxmlformats.org/officeDocument/2006/relationships/customXml" Target="../ink/ink71.xml"/><Relationship Id="rId59" Type="http://schemas.openxmlformats.org/officeDocument/2006/relationships/image" Target="../media/image81.png"/><Relationship Id="rId103" Type="http://schemas.openxmlformats.org/officeDocument/2006/relationships/customXml" Target="../ink/ink104.xml"/><Relationship Id="rId124" Type="http://schemas.openxmlformats.org/officeDocument/2006/relationships/image" Target="../media/image113.png"/><Relationship Id="rId70" Type="http://schemas.openxmlformats.org/officeDocument/2006/relationships/customXml" Target="../ink/ink87.xml"/><Relationship Id="rId91" Type="http://schemas.openxmlformats.org/officeDocument/2006/relationships/image" Target="../media/image97.png"/><Relationship Id="rId145" Type="http://schemas.openxmlformats.org/officeDocument/2006/relationships/image" Target="../media/image123.png"/><Relationship Id="rId166" Type="http://schemas.openxmlformats.org/officeDocument/2006/relationships/customXml" Target="../ink/ink136.xml"/><Relationship Id="rId187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6.xml"/><Relationship Id="rId49" Type="http://schemas.openxmlformats.org/officeDocument/2006/relationships/image" Target="../media/image76.png"/><Relationship Id="rId114" Type="http://schemas.openxmlformats.org/officeDocument/2006/relationships/image" Target="../media/image108.png"/><Relationship Id="rId60" Type="http://schemas.openxmlformats.org/officeDocument/2006/relationships/customXml" Target="../ink/ink82.xml"/><Relationship Id="rId81" Type="http://schemas.openxmlformats.org/officeDocument/2006/relationships/image" Target="../media/image92.png"/><Relationship Id="rId135" Type="http://schemas.openxmlformats.org/officeDocument/2006/relationships/image" Target="../media/image118.png"/><Relationship Id="rId156" Type="http://schemas.openxmlformats.org/officeDocument/2006/relationships/customXml" Target="../ink/ink131.xml"/><Relationship Id="rId177" Type="http://schemas.openxmlformats.org/officeDocument/2006/relationships/image" Target="../media/image139.png"/><Relationship Id="rId198" Type="http://schemas.openxmlformats.org/officeDocument/2006/relationships/image" Target="../media/image149.png"/><Relationship Id="rId202" Type="http://schemas.openxmlformats.org/officeDocument/2006/relationships/image" Target="../media/image151.png"/><Relationship Id="rId18" Type="http://schemas.openxmlformats.org/officeDocument/2006/relationships/customXml" Target="../ink/ink61.xml"/><Relationship Id="rId39" Type="http://schemas.openxmlformats.org/officeDocument/2006/relationships/image" Target="../media/image71.png"/><Relationship Id="rId50" Type="http://schemas.openxmlformats.org/officeDocument/2006/relationships/customXml" Target="../ink/ink77.xml"/><Relationship Id="rId104" Type="http://schemas.openxmlformats.org/officeDocument/2006/relationships/image" Target="../media/image103.png"/><Relationship Id="rId125" Type="http://schemas.openxmlformats.org/officeDocument/2006/relationships/customXml" Target="../ink/ink115.xml"/><Relationship Id="rId146" Type="http://schemas.openxmlformats.org/officeDocument/2006/relationships/customXml" Target="../ink/ink126.xml"/><Relationship Id="rId167" Type="http://schemas.openxmlformats.org/officeDocument/2006/relationships/image" Target="../media/image134.png"/><Relationship Id="rId188" Type="http://schemas.openxmlformats.org/officeDocument/2006/relationships/customXml" Target="../ink/ink147.xml"/><Relationship Id="rId71" Type="http://schemas.openxmlformats.org/officeDocument/2006/relationships/image" Target="../media/image87.png"/><Relationship Id="rId92" Type="http://schemas.openxmlformats.org/officeDocument/2006/relationships/customXml" Target="../ink/ink9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0.png"/><Relationship Id="rId299" Type="http://schemas.openxmlformats.org/officeDocument/2006/relationships/image" Target="../media/image300.png"/><Relationship Id="rId21" Type="http://schemas.openxmlformats.org/officeDocument/2006/relationships/image" Target="../media/image162.png"/><Relationship Id="rId63" Type="http://schemas.openxmlformats.org/officeDocument/2006/relationships/image" Target="../media/image183.png"/><Relationship Id="rId159" Type="http://schemas.openxmlformats.org/officeDocument/2006/relationships/image" Target="../media/image230.png"/><Relationship Id="rId324" Type="http://schemas.openxmlformats.org/officeDocument/2006/relationships/customXml" Target="../ink/ink317.xml"/><Relationship Id="rId366" Type="http://schemas.openxmlformats.org/officeDocument/2006/relationships/customXml" Target="../ink/ink338.xml"/><Relationship Id="rId170" Type="http://schemas.openxmlformats.org/officeDocument/2006/relationships/customXml" Target="../ink/ink240.xml"/><Relationship Id="rId226" Type="http://schemas.openxmlformats.org/officeDocument/2006/relationships/customXml" Target="../ink/ink268.xml"/><Relationship Id="rId268" Type="http://schemas.openxmlformats.org/officeDocument/2006/relationships/customXml" Target="../ink/ink289.xml"/><Relationship Id="rId32" Type="http://schemas.openxmlformats.org/officeDocument/2006/relationships/customXml" Target="../ink/ink171.xml"/><Relationship Id="rId74" Type="http://schemas.openxmlformats.org/officeDocument/2006/relationships/customXml" Target="../ink/ink192.xml"/><Relationship Id="rId128" Type="http://schemas.openxmlformats.org/officeDocument/2006/relationships/customXml" Target="../ink/ink219.xml"/><Relationship Id="rId335" Type="http://schemas.openxmlformats.org/officeDocument/2006/relationships/image" Target="../media/image318.png"/><Relationship Id="rId377" Type="http://schemas.openxmlformats.org/officeDocument/2006/relationships/image" Target="../media/image85.png"/><Relationship Id="rId5" Type="http://schemas.openxmlformats.org/officeDocument/2006/relationships/image" Target="../media/image154.png"/><Relationship Id="rId181" Type="http://schemas.openxmlformats.org/officeDocument/2006/relationships/image" Target="../media/image241.png"/><Relationship Id="rId237" Type="http://schemas.openxmlformats.org/officeDocument/2006/relationships/image" Target="../media/image269.png"/><Relationship Id="rId279" Type="http://schemas.openxmlformats.org/officeDocument/2006/relationships/image" Target="../media/image290.png"/><Relationship Id="rId43" Type="http://schemas.openxmlformats.org/officeDocument/2006/relationships/image" Target="../media/image173.png"/><Relationship Id="rId139" Type="http://schemas.openxmlformats.org/officeDocument/2006/relationships/image" Target="../media/image221.png"/><Relationship Id="rId290" Type="http://schemas.openxmlformats.org/officeDocument/2006/relationships/customXml" Target="../ink/ink300.xml"/><Relationship Id="rId304" Type="http://schemas.openxmlformats.org/officeDocument/2006/relationships/customXml" Target="../ink/ink307.xml"/><Relationship Id="rId346" Type="http://schemas.openxmlformats.org/officeDocument/2006/relationships/customXml" Target="../ink/ink328.xml"/><Relationship Id="rId388" Type="http://schemas.openxmlformats.org/officeDocument/2006/relationships/customXml" Target="../ink/ink349.xml"/><Relationship Id="rId85" Type="http://schemas.openxmlformats.org/officeDocument/2006/relationships/image" Target="../media/image194.png"/><Relationship Id="rId150" Type="http://schemas.openxmlformats.org/officeDocument/2006/relationships/customXml" Target="../ink/ink230.xml"/><Relationship Id="rId192" Type="http://schemas.openxmlformats.org/officeDocument/2006/relationships/customXml" Target="../ink/ink251.xml"/><Relationship Id="rId206" Type="http://schemas.openxmlformats.org/officeDocument/2006/relationships/customXml" Target="../ink/ink258.xml"/><Relationship Id="rId248" Type="http://schemas.openxmlformats.org/officeDocument/2006/relationships/customXml" Target="../ink/ink279.xml"/><Relationship Id="rId12" Type="http://schemas.openxmlformats.org/officeDocument/2006/relationships/customXml" Target="../ink/ink161.xml"/><Relationship Id="rId108" Type="http://schemas.openxmlformats.org/officeDocument/2006/relationships/customXml" Target="../ink/ink209.xml"/><Relationship Id="rId315" Type="http://schemas.openxmlformats.org/officeDocument/2006/relationships/image" Target="../media/image308.png"/><Relationship Id="rId357" Type="http://schemas.openxmlformats.org/officeDocument/2006/relationships/image" Target="../media/image83.png"/><Relationship Id="rId54" Type="http://schemas.openxmlformats.org/officeDocument/2006/relationships/customXml" Target="../ink/ink182.xml"/><Relationship Id="rId96" Type="http://schemas.openxmlformats.org/officeDocument/2006/relationships/customXml" Target="../ink/ink203.xml"/><Relationship Id="rId161" Type="http://schemas.openxmlformats.org/officeDocument/2006/relationships/image" Target="../media/image231.png"/><Relationship Id="rId217" Type="http://schemas.openxmlformats.org/officeDocument/2006/relationships/image" Target="../media/image259.png"/><Relationship Id="rId259" Type="http://schemas.openxmlformats.org/officeDocument/2006/relationships/image" Target="../media/image280.png"/><Relationship Id="rId23" Type="http://schemas.openxmlformats.org/officeDocument/2006/relationships/image" Target="../media/image163.png"/><Relationship Id="rId119" Type="http://schemas.openxmlformats.org/officeDocument/2006/relationships/image" Target="../media/image211.png"/><Relationship Id="rId270" Type="http://schemas.openxmlformats.org/officeDocument/2006/relationships/customXml" Target="../ink/ink290.xml"/><Relationship Id="rId326" Type="http://schemas.openxmlformats.org/officeDocument/2006/relationships/customXml" Target="../ink/ink318.xml"/><Relationship Id="rId65" Type="http://schemas.openxmlformats.org/officeDocument/2006/relationships/image" Target="../media/image184.png"/><Relationship Id="rId130" Type="http://schemas.openxmlformats.org/officeDocument/2006/relationships/customXml" Target="../ink/ink220.xml"/><Relationship Id="rId368" Type="http://schemas.openxmlformats.org/officeDocument/2006/relationships/customXml" Target="../ink/ink339.xml"/><Relationship Id="rId172" Type="http://schemas.openxmlformats.org/officeDocument/2006/relationships/customXml" Target="../ink/ink241.xml"/><Relationship Id="rId228" Type="http://schemas.openxmlformats.org/officeDocument/2006/relationships/customXml" Target="../ink/ink269.xml"/><Relationship Id="rId281" Type="http://schemas.openxmlformats.org/officeDocument/2006/relationships/image" Target="../media/image291.png"/><Relationship Id="rId337" Type="http://schemas.openxmlformats.org/officeDocument/2006/relationships/image" Target="../media/image319.png"/><Relationship Id="rId34" Type="http://schemas.openxmlformats.org/officeDocument/2006/relationships/customXml" Target="../ink/ink172.xml"/><Relationship Id="rId76" Type="http://schemas.openxmlformats.org/officeDocument/2006/relationships/customXml" Target="../ink/ink193.xml"/><Relationship Id="rId141" Type="http://schemas.openxmlformats.org/officeDocument/2006/relationships/image" Target="../media/image222.png"/><Relationship Id="rId379" Type="http://schemas.openxmlformats.org/officeDocument/2006/relationships/image" Target="../media/image338.png"/><Relationship Id="rId7" Type="http://schemas.openxmlformats.org/officeDocument/2006/relationships/image" Target="../media/image155.png"/><Relationship Id="rId183" Type="http://schemas.openxmlformats.org/officeDocument/2006/relationships/image" Target="../media/image242.png"/><Relationship Id="rId239" Type="http://schemas.openxmlformats.org/officeDocument/2006/relationships/image" Target="../media/image270.png"/><Relationship Id="rId390" Type="http://schemas.openxmlformats.org/officeDocument/2006/relationships/customXml" Target="../ink/ink350.xml"/><Relationship Id="rId250" Type="http://schemas.openxmlformats.org/officeDocument/2006/relationships/customXml" Target="../ink/ink280.xml"/><Relationship Id="rId292" Type="http://schemas.openxmlformats.org/officeDocument/2006/relationships/customXml" Target="../ink/ink301.xml"/><Relationship Id="rId306" Type="http://schemas.openxmlformats.org/officeDocument/2006/relationships/customXml" Target="../ink/ink308.xml"/><Relationship Id="rId45" Type="http://schemas.openxmlformats.org/officeDocument/2006/relationships/image" Target="../media/image174.png"/><Relationship Id="rId87" Type="http://schemas.openxmlformats.org/officeDocument/2006/relationships/image" Target="../media/image195.png"/><Relationship Id="rId110" Type="http://schemas.openxmlformats.org/officeDocument/2006/relationships/customXml" Target="../ink/ink210.xml"/><Relationship Id="rId348" Type="http://schemas.openxmlformats.org/officeDocument/2006/relationships/customXml" Target="../ink/ink329.xml"/><Relationship Id="rId152" Type="http://schemas.openxmlformats.org/officeDocument/2006/relationships/customXml" Target="../ink/ink231.xml"/><Relationship Id="rId194" Type="http://schemas.openxmlformats.org/officeDocument/2006/relationships/customXml" Target="../ink/ink252.xml"/><Relationship Id="rId208" Type="http://schemas.openxmlformats.org/officeDocument/2006/relationships/customXml" Target="../ink/ink259.xml"/><Relationship Id="rId261" Type="http://schemas.openxmlformats.org/officeDocument/2006/relationships/image" Target="../media/image281.png"/><Relationship Id="rId14" Type="http://schemas.openxmlformats.org/officeDocument/2006/relationships/customXml" Target="../ink/ink162.xml"/><Relationship Id="rId56" Type="http://schemas.openxmlformats.org/officeDocument/2006/relationships/customXml" Target="../ink/ink183.xml"/><Relationship Id="rId317" Type="http://schemas.openxmlformats.org/officeDocument/2006/relationships/image" Target="../media/image309.png"/><Relationship Id="rId359" Type="http://schemas.openxmlformats.org/officeDocument/2006/relationships/image" Target="../media/image329.png"/><Relationship Id="rId98" Type="http://schemas.openxmlformats.org/officeDocument/2006/relationships/customXml" Target="../ink/ink204.xml"/><Relationship Id="rId121" Type="http://schemas.openxmlformats.org/officeDocument/2006/relationships/image" Target="../media/image212.png"/><Relationship Id="rId163" Type="http://schemas.openxmlformats.org/officeDocument/2006/relationships/image" Target="../media/image232.png"/><Relationship Id="rId219" Type="http://schemas.openxmlformats.org/officeDocument/2006/relationships/image" Target="../media/image260.png"/><Relationship Id="rId370" Type="http://schemas.openxmlformats.org/officeDocument/2006/relationships/customXml" Target="../ink/ink340.xml"/><Relationship Id="rId230" Type="http://schemas.openxmlformats.org/officeDocument/2006/relationships/customXml" Target="../ink/ink270.xml"/><Relationship Id="rId25" Type="http://schemas.openxmlformats.org/officeDocument/2006/relationships/image" Target="../media/image164.png"/><Relationship Id="rId67" Type="http://schemas.openxmlformats.org/officeDocument/2006/relationships/image" Target="../media/image185.png"/><Relationship Id="rId272" Type="http://schemas.openxmlformats.org/officeDocument/2006/relationships/customXml" Target="../ink/ink291.xml"/><Relationship Id="rId328" Type="http://schemas.openxmlformats.org/officeDocument/2006/relationships/customXml" Target="../ink/ink319.xml"/><Relationship Id="rId132" Type="http://schemas.openxmlformats.org/officeDocument/2006/relationships/customXml" Target="../ink/ink221.xml"/><Relationship Id="rId174" Type="http://schemas.openxmlformats.org/officeDocument/2006/relationships/customXml" Target="../ink/ink242.xml"/><Relationship Id="rId381" Type="http://schemas.openxmlformats.org/officeDocument/2006/relationships/image" Target="../media/image339.png"/><Relationship Id="rId241" Type="http://schemas.openxmlformats.org/officeDocument/2006/relationships/image" Target="../media/image271.png"/><Relationship Id="rId36" Type="http://schemas.openxmlformats.org/officeDocument/2006/relationships/customXml" Target="../ink/ink173.xml"/><Relationship Id="rId283" Type="http://schemas.openxmlformats.org/officeDocument/2006/relationships/image" Target="../media/image292.png"/><Relationship Id="rId339" Type="http://schemas.openxmlformats.org/officeDocument/2006/relationships/image" Target="../media/image320.png"/><Relationship Id="rId78" Type="http://schemas.openxmlformats.org/officeDocument/2006/relationships/customXml" Target="../ink/ink194.xml"/><Relationship Id="rId101" Type="http://schemas.openxmlformats.org/officeDocument/2006/relationships/image" Target="../media/image202.png"/><Relationship Id="rId143" Type="http://schemas.openxmlformats.org/officeDocument/2006/relationships/image" Target="../media/image14.png"/><Relationship Id="rId185" Type="http://schemas.openxmlformats.org/officeDocument/2006/relationships/image" Target="../media/image243.png"/><Relationship Id="rId350" Type="http://schemas.openxmlformats.org/officeDocument/2006/relationships/customXml" Target="../ink/ink330.xml"/><Relationship Id="rId9" Type="http://schemas.openxmlformats.org/officeDocument/2006/relationships/image" Target="../media/image156.png"/><Relationship Id="rId210" Type="http://schemas.openxmlformats.org/officeDocument/2006/relationships/customXml" Target="../ink/ink260.xml"/><Relationship Id="rId252" Type="http://schemas.openxmlformats.org/officeDocument/2006/relationships/customXml" Target="../ink/ink281.xml"/><Relationship Id="rId294" Type="http://schemas.openxmlformats.org/officeDocument/2006/relationships/customXml" Target="../ink/ink302.xml"/><Relationship Id="rId308" Type="http://schemas.openxmlformats.org/officeDocument/2006/relationships/customXml" Target="../ink/ink309.xml"/><Relationship Id="rId47" Type="http://schemas.openxmlformats.org/officeDocument/2006/relationships/image" Target="../media/image175.png"/><Relationship Id="rId89" Type="http://schemas.openxmlformats.org/officeDocument/2006/relationships/image" Target="../media/image196.png"/><Relationship Id="rId112" Type="http://schemas.openxmlformats.org/officeDocument/2006/relationships/customXml" Target="../ink/ink211.xml"/><Relationship Id="rId154" Type="http://schemas.openxmlformats.org/officeDocument/2006/relationships/customXml" Target="../ink/ink232.xml"/><Relationship Id="rId361" Type="http://schemas.openxmlformats.org/officeDocument/2006/relationships/image" Target="../media/image330.png"/><Relationship Id="rId196" Type="http://schemas.openxmlformats.org/officeDocument/2006/relationships/customXml" Target="../ink/ink253.xml"/><Relationship Id="rId200" Type="http://schemas.openxmlformats.org/officeDocument/2006/relationships/customXml" Target="../ink/ink255.xml"/><Relationship Id="rId382" Type="http://schemas.openxmlformats.org/officeDocument/2006/relationships/customXml" Target="../ink/ink346.xml"/><Relationship Id="rId16" Type="http://schemas.openxmlformats.org/officeDocument/2006/relationships/customXml" Target="../ink/ink163.xml"/><Relationship Id="rId221" Type="http://schemas.openxmlformats.org/officeDocument/2006/relationships/image" Target="../media/image261.png"/><Relationship Id="rId242" Type="http://schemas.openxmlformats.org/officeDocument/2006/relationships/customXml" Target="../ink/ink276.xml"/><Relationship Id="rId263" Type="http://schemas.openxmlformats.org/officeDocument/2006/relationships/image" Target="../media/image282.png"/><Relationship Id="rId284" Type="http://schemas.openxmlformats.org/officeDocument/2006/relationships/customXml" Target="../ink/ink297.xml"/><Relationship Id="rId319" Type="http://schemas.openxmlformats.org/officeDocument/2006/relationships/image" Target="../media/image310.png"/><Relationship Id="rId37" Type="http://schemas.openxmlformats.org/officeDocument/2006/relationships/image" Target="../media/image170.png"/><Relationship Id="rId58" Type="http://schemas.openxmlformats.org/officeDocument/2006/relationships/customXml" Target="../ink/ink184.xml"/><Relationship Id="rId79" Type="http://schemas.openxmlformats.org/officeDocument/2006/relationships/image" Target="../media/image191.png"/><Relationship Id="rId102" Type="http://schemas.openxmlformats.org/officeDocument/2006/relationships/customXml" Target="../ink/ink206.xml"/><Relationship Id="rId123" Type="http://schemas.openxmlformats.org/officeDocument/2006/relationships/image" Target="../media/image213.png"/><Relationship Id="rId144" Type="http://schemas.openxmlformats.org/officeDocument/2006/relationships/customXml" Target="../ink/ink227.xml"/><Relationship Id="rId330" Type="http://schemas.openxmlformats.org/officeDocument/2006/relationships/customXml" Target="../ink/ink320.xml"/><Relationship Id="rId90" Type="http://schemas.openxmlformats.org/officeDocument/2006/relationships/customXml" Target="../ink/ink200.xml"/><Relationship Id="rId165" Type="http://schemas.openxmlformats.org/officeDocument/2006/relationships/image" Target="../media/image233.png"/><Relationship Id="rId186" Type="http://schemas.openxmlformats.org/officeDocument/2006/relationships/customXml" Target="../ink/ink248.xml"/><Relationship Id="rId351" Type="http://schemas.openxmlformats.org/officeDocument/2006/relationships/image" Target="../media/image326.png"/><Relationship Id="rId372" Type="http://schemas.openxmlformats.org/officeDocument/2006/relationships/customXml" Target="../ink/ink341.xml"/><Relationship Id="rId211" Type="http://schemas.openxmlformats.org/officeDocument/2006/relationships/image" Target="../media/image256.png"/><Relationship Id="rId232" Type="http://schemas.openxmlformats.org/officeDocument/2006/relationships/customXml" Target="../ink/ink271.xml"/><Relationship Id="rId253" Type="http://schemas.openxmlformats.org/officeDocument/2006/relationships/image" Target="../media/image277.png"/><Relationship Id="rId274" Type="http://schemas.openxmlformats.org/officeDocument/2006/relationships/customXml" Target="../ink/ink292.xml"/><Relationship Id="rId295" Type="http://schemas.openxmlformats.org/officeDocument/2006/relationships/image" Target="../media/image298.png"/><Relationship Id="rId309" Type="http://schemas.openxmlformats.org/officeDocument/2006/relationships/image" Target="../media/image305.png"/><Relationship Id="rId27" Type="http://schemas.openxmlformats.org/officeDocument/2006/relationships/image" Target="../media/image165.png"/><Relationship Id="rId48" Type="http://schemas.openxmlformats.org/officeDocument/2006/relationships/customXml" Target="../ink/ink179.xml"/><Relationship Id="rId69" Type="http://schemas.openxmlformats.org/officeDocument/2006/relationships/image" Target="../media/image186.png"/><Relationship Id="rId113" Type="http://schemas.openxmlformats.org/officeDocument/2006/relationships/image" Target="../media/image208.png"/><Relationship Id="rId134" Type="http://schemas.openxmlformats.org/officeDocument/2006/relationships/customXml" Target="../ink/ink222.xml"/><Relationship Id="rId320" Type="http://schemas.openxmlformats.org/officeDocument/2006/relationships/customXml" Target="../ink/ink315.xml"/><Relationship Id="rId80" Type="http://schemas.openxmlformats.org/officeDocument/2006/relationships/customXml" Target="../ink/ink195.xml"/><Relationship Id="rId155" Type="http://schemas.openxmlformats.org/officeDocument/2006/relationships/image" Target="../media/image228.png"/><Relationship Id="rId176" Type="http://schemas.openxmlformats.org/officeDocument/2006/relationships/customXml" Target="../ink/ink243.xml"/><Relationship Id="rId197" Type="http://schemas.openxmlformats.org/officeDocument/2006/relationships/image" Target="../media/image249.png"/><Relationship Id="rId341" Type="http://schemas.openxmlformats.org/officeDocument/2006/relationships/image" Target="../media/image321.png"/><Relationship Id="rId362" Type="http://schemas.openxmlformats.org/officeDocument/2006/relationships/customXml" Target="../ink/ink336.xml"/><Relationship Id="rId383" Type="http://schemas.openxmlformats.org/officeDocument/2006/relationships/image" Target="../media/image340.png"/><Relationship Id="rId201" Type="http://schemas.openxmlformats.org/officeDocument/2006/relationships/image" Target="../media/image251.png"/><Relationship Id="rId222" Type="http://schemas.openxmlformats.org/officeDocument/2006/relationships/customXml" Target="../ink/ink266.xml"/><Relationship Id="rId243" Type="http://schemas.openxmlformats.org/officeDocument/2006/relationships/image" Target="../media/image272.png"/><Relationship Id="rId264" Type="http://schemas.openxmlformats.org/officeDocument/2006/relationships/customXml" Target="../ink/ink287.xml"/><Relationship Id="rId285" Type="http://schemas.openxmlformats.org/officeDocument/2006/relationships/image" Target="../media/image293.png"/><Relationship Id="rId17" Type="http://schemas.openxmlformats.org/officeDocument/2006/relationships/image" Target="../media/image160.png"/><Relationship Id="rId38" Type="http://schemas.openxmlformats.org/officeDocument/2006/relationships/customXml" Target="../ink/ink174.xml"/><Relationship Id="rId59" Type="http://schemas.openxmlformats.org/officeDocument/2006/relationships/image" Target="../media/image181.png"/><Relationship Id="rId103" Type="http://schemas.openxmlformats.org/officeDocument/2006/relationships/image" Target="../media/image203.png"/><Relationship Id="rId124" Type="http://schemas.openxmlformats.org/officeDocument/2006/relationships/customXml" Target="../ink/ink217.xml"/><Relationship Id="rId310" Type="http://schemas.openxmlformats.org/officeDocument/2006/relationships/customXml" Target="../ink/ink310.xml"/><Relationship Id="rId70" Type="http://schemas.openxmlformats.org/officeDocument/2006/relationships/customXml" Target="../ink/ink190.xml"/><Relationship Id="rId91" Type="http://schemas.openxmlformats.org/officeDocument/2006/relationships/image" Target="../media/image197.png"/><Relationship Id="rId145" Type="http://schemas.openxmlformats.org/officeDocument/2006/relationships/image" Target="../media/image223.png"/><Relationship Id="rId166" Type="http://schemas.openxmlformats.org/officeDocument/2006/relationships/customXml" Target="../ink/ink238.xml"/><Relationship Id="rId187" Type="http://schemas.openxmlformats.org/officeDocument/2006/relationships/image" Target="../media/image244.png"/><Relationship Id="rId331" Type="http://schemas.openxmlformats.org/officeDocument/2006/relationships/image" Target="../media/image316.png"/><Relationship Id="rId352" Type="http://schemas.openxmlformats.org/officeDocument/2006/relationships/customXml" Target="../ink/ink331.xml"/><Relationship Id="rId373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1.xml"/><Relationship Id="rId233" Type="http://schemas.openxmlformats.org/officeDocument/2006/relationships/image" Target="../media/image267.png"/><Relationship Id="rId254" Type="http://schemas.openxmlformats.org/officeDocument/2006/relationships/customXml" Target="../ink/ink282.xml"/><Relationship Id="rId28" Type="http://schemas.openxmlformats.org/officeDocument/2006/relationships/customXml" Target="../ink/ink169.xml"/><Relationship Id="rId49" Type="http://schemas.openxmlformats.org/officeDocument/2006/relationships/image" Target="../media/image176.png"/><Relationship Id="rId114" Type="http://schemas.openxmlformats.org/officeDocument/2006/relationships/customXml" Target="../ink/ink212.xml"/><Relationship Id="rId275" Type="http://schemas.openxmlformats.org/officeDocument/2006/relationships/image" Target="../media/image288.png"/><Relationship Id="rId296" Type="http://schemas.openxmlformats.org/officeDocument/2006/relationships/customXml" Target="../ink/ink303.xml"/><Relationship Id="rId300" Type="http://schemas.openxmlformats.org/officeDocument/2006/relationships/customXml" Target="../ink/ink305.xml"/><Relationship Id="rId60" Type="http://schemas.openxmlformats.org/officeDocument/2006/relationships/customXml" Target="../ink/ink185.xml"/><Relationship Id="rId81" Type="http://schemas.openxmlformats.org/officeDocument/2006/relationships/image" Target="../media/image192.png"/><Relationship Id="rId135" Type="http://schemas.openxmlformats.org/officeDocument/2006/relationships/image" Target="../media/image219.png"/><Relationship Id="rId156" Type="http://schemas.openxmlformats.org/officeDocument/2006/relationships/customXml" Target="../ink/ink233.xml"/><Relationship Id="rId177" Type="http://schemas.openxmlformats.org/officeDocument/2006/relationships/image" Target="../media/image239.png"/><Relationship Id="rId198" Type="http://schemas.openxmlformats.org/officeDocument/2006/relationships/customXml" Target="../ink/ink254.xml"/><Relationship Id="rId321" Type="http://schemas.openxmlformats.org/officeDocument/2006/relationships/image" Target="../media/image311.png"/><Relationship Id="rId342" Type="http://schemas.openxmlformats.org/officeDocument/2006/relationships/customXml" Target="../ink/ink326.xml"/><Relationship Id="rId363" Type="http://schemas.openxmlformats.org/officeDocument/2006/relationships/image" Target="../media/image331.png"/><Relationship Id="rId384" Type="http://schemas.openxmlformats.org/officeDocument/2006/relationships/customXml" Target="../ink/ink347.xml"/><Relationship Id="rId202" Type="http://schemas.openxmlformats.org/officeDocument/2006/relationships/customXml" Target="../ink/ink256.xml"/><Relationship Id="rId223" Type="http://schemas.openxmlformats.org/officeDocument/2006/relationships/image" Target="../media/image262.png"/><Relationship Id="rId244" Type="http://schemas.openxmlformats.org/officeDocument/2006/relationships/customXml" Target="../ink/ink277.xml"/><Relationship Id="rId18" Type="http://schemas.openxmlformats.org/officeDocument/2006/relationships/customXml" Target="../ink/ink164.xml"/><Relationship Id="rId39" Type="http://schemas.openxmlformats.org/officeDocument/2006/relationships/image" Target="../media/image171.png"/><Relationship Id="rId265" Type="http://schemas.openxmlformats.org/officeDocument/2006/relationships/image" Target="../media/image283.png"/><Relationship Id="rId286" Type="http://schemas.openxmlformats.org/officeDocument/2006/relationships/customXml" Target="../ink/ink298.xml"/><Relationship Id="rId50" Type="http://schemas.openxmlformats.org/officeDocument/2006/relationships/customXml" Target="../ink/ink180.xml"/><Relationship Id="rId104" Type="http://schemas.openxmlformats.org/officeDocument/2006/relationships/customXml" Target="../ink/ink207.xml"/><Relationship Id="rId125" Type="http://schemas.openxmlformats.org/officeDocument/2006/relationships/image" Target="../media/image214.png"/><Relationship Id="rId146" Type="http://schemas.openxmlformats.org/officeDocument/2006/relationships/customXml" Target="../ink/ink228.xml"/><Relationship Id="rId167" Type="http://schemas.openxmlformats.org/officeDocument/2006/relationships/image" Target="../media/image234.png"/><Relationship Id="rId188" Type="http://schemas.openxmlformats.org/officeDocument/2006/relationships/customXml" Target="../ink/ink249.xml"/><Relationship Id="rId311" Type="http://schemas.openxmlformats.org/officeDocument/2006/relationships/image" Target="../media/image306.png"/><Relationship Id="rId332" Type="http://schemas.openxmlformats.org/officeDocument/2006/relationships/customXml" Target="../ink/ink321.xml"/><Relationship Id="rId353" Type="http://schemas.openxmlformats.org/officeDocument/2006/relationships/image" Target="../media/image327.png"/><Relationship Id="rId374" Type="http://schemas.openxmlformats.org/officeDocument/2006/relationships/customXml" Target="../ink/ink342.xml"/><Relationship Id="rId71" Type="http://schemas.openxmlformats.org/officeDocument/2006/relationships/image" Target="../media/image187.png"/><Relationship Id="rId92" Type="http://schemas.openxmlformats.org/officeDocument/2006/relationships/customXml" Target="../ink/ink201.xml"/><Relationship Id="rId213" Type="http://schemas.openxmlformats.org/officeDocument/2006/relationships/image" Target="../media/image257.png"/><Relationship Id="rId234" Type="http://schemas.openxmlformats.org/officeDocument/2006/relationships/customXml" Target="../ink/ink272.xml"/><Relationship Id="rId2" Type="http://schemas.openxmlformats.org/officeDocument/2006/relationships/customXml" Target="../ink/ink156.xml"/><Relationship Id="rId29" Type="http://schemas.openxmlformats.org/officeDocument/2006/relationships/image" Target="../media/image166.png"/><Relationship Id="rId255" Type="http://schemas.openxmlformats.org/officeDocument/2006/relationships/image" Target="../media/image278.png"/><Relationship Id="rId276" Type="http://schemas.openxmlformats.org/officeDocument/2006/relationships/customXml" Target="../ink/ink293.xml"/><Relationship Id="rId297" Type="http://schemas.openxmlformats.org/officeDocument/2006/relationships/image" Target="../media/image299.png"/><Relationship Id="rId40" Type="http://schemas.openxmlformats.org/officeDocument/2006/relationships/customXml" Target="../ink/ink175.xml"/><Relationship Id="rId115" Type="http://schemas.openxmlformats.org/officeDocument/2006/relationships/image" Target="../media/image209.png"/><Relationship Id="rId136" Type="http://schemas.openxmlformats.org/officeDocument/2006/relationships/customXml" Target="../ink/ink223.xml"/><Relationship Id="rId157" Type="http://schemas.openxmlformats.org/officeDocument/2006/relationships/image" Target="../media/image229.png"/><Relationship Id="rId178" Type="http://schemas.openxmlformats.org/officeDocument/2006/relationships/customXml" Target="../ink/ink244.xml"/><Relationship Id="rId301" Type="http://schemas.openxmlformats.org/officeDocument/2006/relationships/image" Target="../media/image301.png"/><Relationship Id="rId322" Type="http://schemas.openxmlformats.org/officeDocument/2006/relationships/customXml" Target="../ink/ink316.xml"/><Relationship Id="rId343" Type="http://schemas.openxmlformats.org/officeDocument/2006/relationships/image" Target="../media/image322.png"/><Relationship Id="rId364" Type="http://schemas.openxmlformats.org/officeDocument/2006/relationships/customXml" Target="../ink/ink337.xml"/><Relationship Id="rId61" Type="http://schemas.openxmlformats.org/officeDocument/2006/relationships/image" Target="../media/image182.png"/><Relationship Id="rId82" Type="http://schemas.openxmlformats.org/officeDocument/2006/relationships/customXml" Target="../ink/ink196.xml"/><Relationship Id="rId199" Type="http://schemas.openxmlformats.org/officeDocument/2006/relationships/image" Target="../media/image250.png"/><Relationship Id="rId203" Type="http://schemas.openxmlformats.org/officeDocument/2006/relationships/image" Target="../media/image252.png"/><Relationship Id="rId385" Type="http://schemas.openxmlformats.org/officeDocument/2006/relationships/image" Target="../media/image341.png"/><Relationship Id="rId19" Type="http://schemas.openxmlformats.org/officeDocument/2006/relationships/image" Target="../media/image161.png"/><Relationship Id="rId224" Type="http://schemas.openxmlformats.org/officeDocument/2006/relationships/customXml" Target="../ink/ink267.xml"/><Relationship Id="rId245" Type="http://schemas.openxmlformats.org/officeDocument/2006/relationships/image" Target="../media/image273.png"/><Relationship Id="rId266" Type="http://schemas.openxmlformats.org/officeDocument/2006/relationships/customXml" Target="../ink/ink288.xml"/><Relationship Id="rId287" Type="http://schemas.openxmlformats.org/officeDocument/2006/relationships/image" Target="../media/image294.png"/><Relationship Id="rId30" Type="http://schemas.openxmlformats.org/officeDocument/2006/relationships/customXml" Target="../ink/ink170.xml"/><Relationship Id="rId105" Type="http://schemas.openxmlformats.org/officeDocument/2006/relationships/image" Target="../media/image204.png"/><Relationship Id="rId126" Type="http://schemas.openxmlformats.org/officeDocument/2006/relationships/customXml" Target="../ink/ink218.xml"/><Relationship Id="rId147" Type="http://schemas.openxmlformats.org/officeDocument/2006/relationships/image" Target="../media/image224.png"/><Relationship Id="rId168" Type="http://schemas.openxmlformats.org/officeDocument/2006/relationships/customXml" Target="../ink/ink239.xml"/><Relationship Id="rId312" Type="http://schemas.openxmlformats.org/officeDocument/2006/relationships/customXml" Target="../ink/ink311.xml"/><Relationship Id="rId333" Type="http://schemas.openxmlformats.org/officeDocument/2006/relationships/image" Target="../media/image317.png"/><Relationship Id="rId354" Type="http://schemas.openxmlformats.org/officeDocument/2006/relationships/customXml" Target="../ink/ink332.xml"/><Relationship Id="rId51" Type="http://schemas.openxmlformats.org/officeDocument/2006/relationships/image" Target="../media/image177.png"/><Relationship Id="rId72" Type="http://schemas.openxmlformats.org/officeDocument/2006/relationships/customXml" Target="../ink/ink191.xml"/><Relationship Id="rId93" Type="http://schemas.openxmlformats.org/officeDocument/2006/relationships/image" Target="../media/image198.png"/><Relationship Id="rId189" Type="http://schemas.openxmlformats.org/officeDocument/2006/relationships/image" Target="../media/image245.png"/><Relationship Id="rId375" Type="http://schemas.openxmlformats.org/officeDocument/2006/relationships/image" Target="../media/image337.png"/><Relationship Id="rId3" Type="http://schemas.openxmlformats.org/officeDocument/2006/relationships/image" Target="../media/image153.png"/><Relationship Id="rId214" Type="http://schemas.openxmlformats.org/officeDocument/2006/relationships/customXml" Target="../ink/ink262.xml"/><Relationship Id="rId235" Type="http://schemas.openxmlformats.org/officeDocument/2006/relationships/image" Target="../media/image268.png"/><Relationship Id="rId256" Type="http://schemas.openxmlformats.org/officeDocument/2006/relationships/customXml" Target="../ink/ink283.xml"/><Relationship Id="rId277" Type="http://schemas.openxmlformats.org/officeDocument/2006/relationships/image" Target="../media/image289.png"/><Relationship Id="rId298" Type="http://schemas.openxmlformats.org/officeDocument/2006/relationships/customXml" Target="../ink/ink304.xml"/><Relationship Id="rId116" Type="http://schemas.openxmlformats.org/officeDocument/2006/relationships/customXml" Target="../ink/ink213.xml"/><Relationship Id="rId137" Type="http://schemas.openxmlformats.org/officeDocument/2006/relationships/image" Target="../media/image220.png"/><Relationship Id="rId158" Type="http://schemas.openxmlformats.org/officeDocument/2006/relationships/customXml" Target="../ink/ink234.xml"/><Relationship Id="rId302" Type="http://schemas.openxmlformats.org/officeDocument/2006/relationships/customXml" Target="../ink/ink306.xml"/><Relationship Id="rId323" Type="http://schemas.openxmlformats.org/officeDocument/2006/relationships/image" Target="../media/image312.png"/><Relationship Id="rId344" Type="http://schemas.openxmlformats.org/officeDocument/2006/relationships/customXml" Target="../ink/ink327.xml"/><Relationship Id="rId20" Type="http://schemas.openxmlformats.org/officeDocument/2006/relationships/customXml" Target="../ink/ink165.xml"/><Relationship Id="rId41" Type="http://schemas.openxmlformats.org/officeDocument/2006/relationships/image" Target="../media/image172.png"/><Relationship Id="rId62" Type="http://schemas.openxmlformats.org/officeDocument/2006/relationships/customXml" Target="../ink/ink186.xml"/><Relationship Id="rId83" Type="http://schemas.openxmlformats.org/officeDocument/2006/relationships/image" Target="../media/image193.png"/><Relationship Id="rId179" Type="http://schemas.openxmlformats.org/officeDocument/2006/relationships/image" Target="../media/image240.png"/><Relationship Id="rId365" Type="http://schemas.openxmlformats.org/officeDocument/2006/relationships/image" Target="../media/image332.png"/><Relationship Id="rId386" Type="http://schemas.openxmlformats.org/officeDocument/2006/relationships/customXml" Target="../ink/ink348.xml"/><Relationship Id="rId190" Type="http://schemas.openxmlformats.org/officeDocument/2006/relationships/customXml" Target="../ink/ink250.xml"/><Relationship Id="rId204" Type="http://schemas.openxmlformats.org/officeDocument/2006/relationships/customXml" Target="../ink/ink257.xml"/><Relationship Id="rId225" Type="http://schemas.openxmlformats.org/officeDocument/2006/relationships/image" Target="../media/image263.png"/><Relationship Id="rId246" Type="http://schemas.openxmlformats.org/officeDocument/2006/relationships/customXml" Target="../ink/ink278.xml"/><Relationship Id="rId267" Type="http://schemas.openxmlformats.org/officeDocument/2006/relationships/image" Target="../media/image284.png"/><Relationship Id="rId288" Type="http://schemas.openxmlformats.org/officeDocument/2006/relationships/customXml" Target="../ink/ink299.xml"/><Relationship Id="rId106" Type="http://schemas.openxmlformats.org/officeDocument/2006/relationships/customXml" Target="../ink/ink208.xml"/><Relationship Id="rId127" Type="http://schemas.openxmlformats.org/officeDocument/2006/relationships/image" Target="../media/image215.png"/><Relationship Id="rId313" Type="http://schemas.openxmlformats.org/officeDocument/2006/relationships/image" Target="../media/image307.png"/><Relationship Id="rId10" Type="http://schemas.openxmlformats.org/officeDocument/2006/relationships/customXml" Target="../ink/ink160.xml"/><Relationship Id="rId31" Type="http://schemas.openxmlformats.org/officeDocument/2006/relationships/image" Target="../media/image167.png"/><Relationship Id="rId52" Type="http://schemas.openxmlformats.org/officeDocument/2006/relationships/customXml" Target="../ink/ink181.xml"/><Relationship Id="rId73" Type="http://schemas.openxmlformats.org/officeDocument/2006/relationships/image" Target="../media/image188.png"/><Relationship Id="rId94" Type="http://schemas.openxmlformats.org/officeDocument/2006/relationships/customXml" Target="../ink/ink202.xml"/><Relationship Id="rId148" Type="http://schemas.openxmlformats.org/officeDocument/2006/relationships/customXml" Target="../ink/ink229.xml"/><Relationship Id="rId169" Type="http://schemas.openxmlformats.org/officeDocument/2006/relationships/image" Target="../media/image235.png"/><Relationship Id="rId334" Type="http://schemas.openxmlformats.org/officeDocument/2006/relationships/customXml" Target="../ink/ink322.xml"/><Relationship Id="rId355" Type="http://schemas.openxmlformats.org/officeDocument/2006/relationships/image" Target="../media/image328.png"/><Relationship Id="rId376" Type="http://schemas.openxmlformats.org/officeDocument/2006/relationships/customXml" Target="../ink/ink343.xml"/><Relationship Id="rId4" Type="http://schemas.openxmlformats.org/officeDocument/2006/relationships/customXml" Target="../ink/ink157.xml"/><Relationship Id="rId180" Type="http://schemas.openxmlformats.org/officeDocument/2006/relationships/customXml" Target="../ink/ink245.xml"/><Relationship Id="rId215" Type="http://schemas.openxmlformats.org/officeDocument/2006/relationships/image" Target="../media/image258.png"/><Relationship Id="rId236" Type="http://schemas.openxmlformats.org/officeDocument/2006/relationships/customXml" Target="../ink/ink273.xml"/><Relationship Id="rId257" Type="http://schemas.openxmlformats.org/officeDocument/2006/relationships/image" Target="../media/image279.png"/><Relationship Id="rId278" Type="http://schemas.openxmlformats.org/officeDocument/2006/relationships/customXml" Target="../ink/ink294.xml"/><Relationship Id="rId303" Type="http://schemas.openxmlformats.org/officeDocument/2006/relationships/image" Target="../media/image302.png"/><Relationship Id="rId42" Type="http://schemas.openxmlformats.org/officeDocument/2006/relationships/customXml" Target="../ink/ink176.xml"/><Relationship Id="rId84" Type="http://schemas.openxmlformats.org/officeDocument/2006/relationships/customXml" Target="../ink/ink197.xml"/><Relationship Id="rId138" Type="http://schemas.openxmlformats.org/officeDocument/2006/relationships/customXml" Target="../ink/ink224.xml"/><Relationship Id="rId345" Type="http://schemas.openxmlformats.org/officeDocument/2006/relationships/image" Target="../media/image323.png"/><Relationship Id="rId387" Type="http://schemas.openxmlformats.org/officeDocument/2006/relationships/image" Target="../media/image342.png"/><Relationship Id="rId191" Type="http://schemas.openxmlformats.org/officeDocument/2006/relationships/image" Target="../media/image246.png"/><Relationship Id="rId205" Type="http://schemas.openxmlformats.org/officeDocument/2006/relationships/image" Target="../media/image253.png"/><Relationship Id="rId247" Type="http://schemas.openxmlformats.org/officeDocument/2006/relationships/image" Target="../media/image274.png"/><Relationship Id="rId107" Type="http://schemas.openxmlformats.org/officeDocument/2006/relationships/image" Target="../media/image205.png"/><Relationship Id="rId289" Type="http://schemas.openxmlformats.org/officeDocument/2006/relationships/image" Target="../media/image295.png"/><Relationship Id="rId11" Type="http://schemas.openxmlformats.org/officeDocument/2006/relationships/image" Target="../media/image157.png"/><Relationship Id="rId53" Type="http://schemas.openxmlformats.org/officeDocument/2006/relationships/image" Target="../media/image178.png"/><Relationship Id="rId149" Type="http://schemas.openxmlformats.org/officeDocument/2006/relationships/image" Target="../media/image225.png"/><Relationship Id="rId314" Type="http://schemas.openxmlformats.org/officeDocument/2006/relationships/customXml" Target="../ink/ink312.xml"/><Relationship Id="rId356" Type="http://schemas.openxmlformats.org/officeDocument/2006/relationships/customXml" Target="../ink/ink333.xml"/><Relationship Id="rId95" Type="http://schemas.openxmlformats.org/officeDocument/2006/relationships/image" Target="../media/image199.png"/><Relationship Id="rId160" Type="http://schemas.openxmlformats.org/officeDocument/2006/relationships/customXml" Target="../ink/ink235.xml"/><Relationship Id="rId216" Type="http://schemas.openxmlformats.org/officeDocument/2006/relationships/customXml" Target="../ink/ink263.xml"/><Relationship Id="rId258" Type="http://schemas.openxmlformats.org/officeDocument/2006/relationships/customXml" Target="../ink/ink284.xml"/><Relationship Id="rId22" Type="http://schemas.openxmlformats.org/officeDocument/2006/relationships/customXml" Target="../ink/ink166.xml"/><Relationship Id="rId64" Type="http://schemas.openxmlformats.org/officeDocument/2006/relationships/customXml" Target="../ink/ink187.xml"/><Relationship Id="rId118" Type="http://schemas.openxmlformats.org/officeDocument/2006/relationships/customXml" Target="../ink/ink214.xml"/><Relationship Id="rId325" Type="http://schemas.openxmlformats.org/officeDocument/2006/relationships/image" Target="../media/image313.png"/><Relationship Id="rId367" Type="http://schemas.openxmlformats.org/officeDocument/2006/relationships/image" Target="../media/image333.png"/><Relationship Id="rId171" Type="http://schemas.openxmlformats.org/officeDocument/2006/relationships/image" Target="../media/image236.png"/><Relationship Id="rId227" Type="http://schemas.openxmlformats.org/officeDocument/2006/relationships/image" Target="../media/image264.png"/><Relationship Id="rId269" Type="http://schemas.openxmlformats.org/officeDocument/2006/relationships/image" Target="../media/image285.png"/><Relationship Id="rId33" Type="http://schemas.openxmlformats.org/officeDocument/2006/relationships/image" Target="../media/image168.png"/><Relationship Id="rId129" Type="http://schemas.openxmlformats.org/officeDocument/2006/relationships/image" Target="../media/image216.png"/><Relationship Id="rId280" Type="http://schemas.openxmlformats.org/officeDocument/2006/relationships/customXml" Target="../ink/ink295.xml"/><Relationship Id="rId336" Type="http://schemas.openxmlformats.org/officeDocument/2006/relationships/customXml" Target="../ink/ink323.xml"/><Relationship Id="rId75" Type="http://schemas.openxmlformats.org/officeDocument/2006/relationships/image" Target="../media/image189.png"/><Relationship Id="rId140" Type="http://schemas.openxmlformats.org/officeDocument/2006/relationships/customXml" Target="../ink/ink225.xml"/><Relationship Id="rId182" Type="http://schemas.openxmlformats.org/officeDocument/2006/relationships/customXml" Target="../ink/ink246.xml"/><Relationship Id="rId378" Type="http://schemas.openxmlformats.org/officeDocument/2006/relationships/customXml" Target="../ink/ink344.xml"/><Relationship Id="rId6" Type="http://schemas.openxmlformats.org/officeDocument/2006/relationships/customXml" Target="../ink/ink158.xml"/><Relationship Id="rId238" Type="http://schemas.openxmlformats.org/officeDocument/2006/relationships/customXml" Target="../ink/ink274.xml"/><Relationship Id="rId291" Type="http://schemas.openxmlformats.org/officeDocument/2006/relationships/image" Target="../media/image296.png"/><Relationship Id="rId305" Type="http://schemas.openxmlformats.org/officeDocument/2006/relationships/image" Target="../media/image303.png"/><Relationship Id="rId347" Type="http://schemas.openxmlformats.org/officeDocument/2006/relationships/image" Target="../media/image324.png"/><Relationship Id="rId44" Type="http://schemas.openxmlformats.org/officeDocument/2006/relationships/customXml" Target="../ink/ink177.xml"/><Relationship Id="rId86" Type="http://schemas.openxmlformats.org/officeDocument/2006/relationships/customXml" Target="../ink/ink198.xml"/><Relationship Id="rId151" Type="http://schemas.openxmlformats.org/officeDocument/2006/relationships/image" Target="../media/image226.png"/><Relationship Id="rId389" Type="http://schemas.openxmlformats.org/officeDocument/2006/relationships/image" Target="../media/image343.png"/><Relationship Id="rId193" Type="http://schemas.openxmlformats.org/officeDocument/2006/relationships/image" Target="../media/image247.png"/><Relationship Id="rId207" Type="http://schemas.openxmlformats.org/officeDocument/2006/relationships/image" Target="../media/image254.png"/><Relationship Id="rId249" Type="http://schemas.openxmlformats.org/officeDocument/2006/relationships/image" Target="../media/image275.png"/><Relationship Id="rId13" Type="http://schemas.openxmlformats.org/officeDocument/2006/relationships/image" Target="../media/image158.png"/><Relationship Id="rId109" Type="http://schemas.openxmlformats.org/officeDocument/2006/relationships/image" Target="../media/image206.png"/><Relationship Id="rId260" Type="http://schemas.openxmlformats.org/officeDocument/2006/relationships/customXml" Target="../ink/ink285.xml"/><Relationship Id="rId316" Type="http://schemas.openxmlformats.org/officeDocument/2006/relationships/customXml" Target="../ink/ink313.xml"/><Relationship Id="rId55" Type="http://schemas.openxmlformats.org/officeDocument/2006/relationships/image" Target="../media/image179.png"/><Relationship Id="rId97" Type="http://schemas.openxmlformats.org/officeDocument/2006/relationships/image" Target="../media/image200.png"/><Relationship Id="rId120" Type="http://schemas.openxmlformats.org/officeDocument/2006/relationships/customXml" Target="../ink/ink215.xml"/><Relationship Id="rId358" Type="http://schemas.openxmlformats.org/officeDocument/2006/relationships/customXml" Target="../ink/ink334.xml"/><Relationship Id="rId162" Type="http://schemas.openxmlformats.org/officeDocument/2006/relationships/customXml" Target="../ink/ink236.xml"/><Relationship Id="rId218" Type="http://schemas.openxmlformats.org/officeDocument/2006/relationships/customXml" Target="../ink/ink264.xml"/><Relationship Id="rId271" Type="http://schemas.openxmlformats.org/officeDocument/2006/relationships/image" Target="../media/image286.png"/><Relationship Id="rId24" Type="http://schemas.openxmlformats.org/officeDocument/2006/relationships/customXml" Target="../ink/ink167.xml"/><Relationship Id="rId66" Type="http://schemas.openxmlformats.org/officeDocument/2006/relationships/customXml" Target="../ink/ink188.xml"/><Relationship Id="rId131" Type="http://schemas.openxmlformats.org/officeDocument/2006/relationships/image" Target="../media/image217.png"/><Relationship Id="rId327" Type="http://schemas.openxmlformats.org/officeDocument/2006/relationships/image" Target="../media/image314.png"/><Relationship Id="rId369" Type="http://schemas.openxmlformats.org/officeDocument/2006/relationships/image" Target="../media/image334.png"/><Relationship Id="rId173" Type="http://schemas.openxmlformats.org/officeDocument/2006/relationships/image" Target="../media/image237.png"/><Relationship Id="rId229" Type="http://schemas.openxmlformats.org/officeDocument/2006/relationships/image" Target="../media/image265.png"/><Relationship Id="rId380" Type="http://schemas.openxmlformats.org/officeDocument/2006/relationships/customXml" Target="../ink/ink345.xml"/><Relationship Id="rId240" Type="http://schemas.openxmlformats.org/officeDocument/2006/relationships/customXml" Target="../ink/ink275.xml"/><Relationship Id="rId35" Type="http://schemas.openxmlformats.org/officeDocument/2006/relationships/image" Target="../media/image169.png"/><Relationship Id="rId77" Type="http://schemas.openxmlformats.org/officeDocument/2006/relationships/image" Target="../media/image190.png"/><Relationship Id="rId100" Type="http://schemas.openxmlformats.org/officeDocument/2006/relationships/customXml" Target="../ink/ink205.xml"/><Relationship Id="rId282" Type="http://schemas.openxmlformats.org/officeDocument/2006/relationships/customXml" Target="../ink/ink296.xml"/><Relationship Id="rId338" Type="http://schemas.openxmlformats.org/officeDocument/2006/relationships/customXml" Target="../ink/ink324.xml"/><Relationship Id="rId8" Type="http://schemas.openxmlformats.org/officeDocument/2006/relationships/customXml" Target="../ink/ink159.xml"/><Relationship Id="rId142" Type="http://schemas.openxmlformats.org/officeDocument/2006/relationships/customXml" Target="../ink/ink226.xml"/><Relationship Id="rId184" Type="http://schemas.openxmlformats.org/officeDocument/2006/relationships/customXml" Target="../ink/ink247.xml"/><Relationship Id="rId391" Type="http://schemas.openxmlformats.org/officeDocument/2006/relationships/image" Target="../media/image344.png"/><Relationship Id="rId251" Type="http://schemas.openxmlformats.org/officeDocument/2006/relationships/image" Target="../media/image276.png"/><Relationship Id="rId46" Type="http://schemas.openxmlformats.org/officeDocument/2006/relationships/customXml" Target="../ink/ink178.xml"/><Relationship Id="rId293" Type="http://schemas.openxmlformats.org/officeDocument/2006/relationships/image" Target="../media/image297.png"/><Relationship Id="rId307" Type="http://schemas.openxmlformats.org/officeDocument/2006/relationships/image" Target="../media/image304.png"/><Relationship Id="rId349" Type="http://schemas.openxmlformats.org/officeDocument/2006/relationships/image" Target="../media/image325.png"/><Relationship Id="rId88" Type="http://schemas.openxmlformats.org/officeDocument/2006/relationships/customXml" Target="../ink/ink199.xml"/><Relationship Id="rId111" Type="http://schemas.openxmlformats.org/officeDocument/2006/relationships/image" Target="../media/image207.png"/><Relationship Id="rId153" Type="http://schemas.openxmlformats.org/officeDocument/2006/relationships/image" Target="../media/image227.png"/><Relationship Id="rId195" Type="http://schemas.openxmlformats.org/officeDocument/2006/relationships/image" Target="../media/image248.png"/><Relationship Id="rId209" Type="http://schemas.openxmlformats.org/officeDocument/2006/relationships/image" Target="../media/image255.png"/><Relationship Id="rId360" Type="http://schemas.openxmlformats.org/officeDocument/2006/relationships/customXml" Target="../ink/ink335.xml"/><Relationship Id="rId220" Type="http://schemas.openxmlformats.org/officeDocument/2006/relationships/customXml" Target="../ink/ink265.xml"/><Relationship Id="rId15" Type="http://schemas.openxmlformats.org/officeDocument/2006/relationships/image" Target="../media/image159.png"/><Relationship Id="rId57" Type="http://schemas.openxmlformats.org/officeDocument/2006/relationships/image" Target="../media/image180.png"/><Relationship Id="rId262" Type="http://schemas.openxmlformats.org/officeDocument/2006/relationships/customXml" Target="../ink/ink286.xml"/><Relationship Id="rId318" Type="http://schemas.openxmlformats.org/officeDocument/2006/relationships/customXml" Target="../ink/ink314.xml"/><Relationship Id="rId99" Type="http://schemas.openxmlformats.org/officeDocument/2006/relationships/image" Target="../media/image201.png"/><Relationship Id="rId122" Type="http://schemas.openxmlformats.org/officeDocument/2006/relationships/customXml" Target="../ink/ink216.xml"/><Relationship Id="rId164" Type="http://schemas.openxmlformats.org/officeDocument/2006/relationships/customXml" Target="../ink/ink237.xml"/><Relationship Id="rId371" Type="http://schemas.openxmlformats.org/officeDocument/2006/relationships/image" Target="../media/image335.png"/><Relationship Id="rId26" Type="http://schemas.openxmlformats.org/officeDocument/2006/relationships/customXml" Target="../ink/ink168.xml"/><Relationship Id="rId231" Type="http://schemas.openxmlformats.org/officeDocument/2006/relationships/image" Target="../media/image266.png"/><Relationship Id="rId273" Type="http://schemas.openxmlformats.org/officeDocument/2006/relationships/image" Target="../media/image287.png"/><Relationship Id="rId329" Type="http://schemas.openxmlformats.org/officeDocument/2006/relationships/image" Target="../media/image315.png"/><Relationship Id="rId68" Type="http://schemas.openxmlformats.org/officeDocument/2006/relationships/customXml" Target="../ink/ink189.xml"/><Relationship Id="rId133" Type="http://schemas.openxmlformats.org/officeDocument/2006/relationships/image" Target="../media/image218.png"/><Relationship Id="rId175" Type="http://schemas.openxmlformats.org/officeDocument/2006/relationships/image" Target="../media/image238.png"/><Relationship Id="rId340" Type="http://schemas.openxmlformats.org/officeDocument/2006/relationships/customXml" Target="../ink/ink32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3.xml"/><Relationship Id="rId117" Type="http://schemas.openxmlformats.org/officeDocument/2006/relationships/image" Target="../media/image401.png"/><Relationship Id="rId21" Type="http://schemas.openxmlformats.org/officeDocument/2006/relationships/image" Target="../media/image353.png"/><Relationship Id="rId42" Type="http://schemas.openxmlformats.org/officeDocument/2006/relationships/customXml" Target="../ink/ink371.xml"/><Relationship Id="rId47" Type="http://schemas.openxmlformats.org/officeDocument/2006/relationships/image" Target="../media/image366.png"/><Relationship Id="rId63" Type="http://schemas.openxmlformats.org/officeDocument/2006/relationships/image" Target="../media/image374.png"/><Relationship Id="rId68" Type="http://schemas.openxmlformats.org/officeDocument/2006/relationships/customXml" Target="../ink/ink384.xml"/><Relationship Id="rId84" Type="http://schemas.openxmlformats.org/officeDocument/2006/relationships/customXml" Target="../ink/ink392.xml"/><Relationship Id="rId89" Type="http://schemas.openxmlformats.org/officeDocument/2006/relationships/image" Target="../media/image387.png"/><Relationship Id="rId112" Type="http://schemas.openxmlformats.org/officeDocument/2006/relationships/customXml" Target="../ink/ink406.xml"/><Relationship Id="rId16" Type="http://schemas.openxmlformats.org/officeDocument/2006/relationships/customXml" Target="../ink/ink358.xml"/><Relationship Id="rId107" Type="http://schemas.openxmlformats.org/officeDocument/2006/relationships/image" Target="../media/image396.png"/><Relationship Id="rId11" Type="http://schemas.openxmlformats.org/officeDocument/2006/relationships/image" Target="../media/image348.png"/><Relationship Id="rId32" Type="http://schemas.openxmlformats.org/officeDocument/2006/relationships/customXml" Target="../ink/ink366.xml"/><Relationship Id="rId37" Type="http://schemas.openxmlformats.org/officeDocument/2006/relationships/image" Target="../media/image361.png"/><Relationship Id="rId53" Type="http://schemas.openxmlformats.org/officeDocument/2006/relationships/image" Target="../media/image369.png"/><Relationship Id="rId58" Type="http://schemas.openxmlformats.org/officeDocument/2006/relationships/customXml" Target="../ink/ink379.xml"/><Relationship Id="rId74" Type="http://schemas.openxmlformats.org/officeDocument/2006/relationships/customXml" Target="../ink/ink387.xml"/><Relationship Id="rId79" Type="http://schemas.openxmlformats.org/officeDocument/2006/relationships/image" Target="../media/image382.png"/><Relationship Id="rId102" Type="http://schemas.openxmlformats.org/officeDocument/2006/relationships/customXml" Target="../ink/ink401.xml"/><Relationship Id="rId5" Type="http://schemas.openxmlformats.org/officeDocument/2006/relationships/image" Target="../media/image346.png"/><Relationship Id="rId90" Type="http://schemas.openxmlformats.org/officeDocument/2006/relationships/customXml" Target="../ink/ink395.xml"/><Relationship Id="rId95" Type="http://schemas.openxmlformats.org/officeDocument/2006/relationships/image" Target="../media/image390.png"/><Relationship Id="rId22" Type="http://schemas.openxmlformats.org/officeDocument/2006/relationships/customXml" Target="../ink/ink361.xml"/><Relationship Id="rId27" Type="http://schemas.openxmlformats.org/officeDocument/2006/relationships/image" Target="../media/image356.png"/><Relationship Id="rId43" Type="http://schemas.openxmlformats.org/officeDocument/2006/relationships/image" Target="../media/image364.png"/><Relationship Id="rId48" Type="http://schemas.openxmlformats.org/officeDocument/2006/relationships/customXml" Target="../ink/ink374.xml"/><Relationship Id="rId64" Type="http://schemas.openxmlformats.org/officeDocument/2006/relationships/customXml" Target="../ink/ink382.xml"/><Relationship Id="rId69" Type="http://schemas.openxmlformats.org/officeDocument/2006/relationships/image" Target="../media/image377.png"/><Relationship Id="rId113" Type="http://schemas.openxmlformats.org/officeDocument/2006/relationships/image" Target="../media/image399.png"/><Relationship Id="rId118" Type="http://schemas.openxmlformats.org/officeDocument/2006/relationships/customXml" Target="../ink/ink409.xml"/><Relationship Id="rId80" Type="http://schemas.openxmlformats.org/officeDocument/2006/relationships/customXml" Target="../ink/ink390.xml"/><Relationship Id="rId85" Type="http://schemas.openxmlformats.org/officeDocument/2006/relationships/image" Target="../media/image385.png"/><Relationship Id="rId12" Type="http://schemas.openxmlformats.org/officeDocument/2006/relationships/customXml" Target="../ink/ink356.xml"/><Relationship Id="rId17" Type="http://schemas.openxmlformats.org/officeDocument/2006/relationships/image" Target="../media/image351.png"/><Relationship Id="rId33" Type="http://schemas.openxmlformats.org/officeDocument/2006/relationships/image" Target="../media/image359.png"/><Relationship Id="rId38" Type="http://schemas.openxmlformats.org/officeDocument/2006/relationships/customXml" Target="../ink/ink369.xml"/><Relationship Id="rId59" Type="http://schemas.openxmlformats.org/officeDocument/2006/relationships/image" Target="../media/image372.png"/><Relationship Id="rId103" Type="http://schemas.openxmlformats.org/officeDocument/2006/relationships/image" Target="../media/image394.png"/><Relationship Id="rId108" Type="http://schemas.openxmlformats.org/officeDocument/2006/relationships/customXml" Target="../ink/ink404.xml"/><Relationship Id="rId54" Type="http://schemas.openxmlformats.org/officeDocument/2006/relationships/customXml" Target="../ink/ink377.xml"/><Relationship Id="rId70" Type="http://schemas.openxmlformats.org/officeDocument/2006/relationships/customXml" Target="../ink/ink385.xml"/><Relationship Id="rId75" Type="http://schemas.openxmlformats.org/officeDocument/2006/relationships/image" Target="../media/image380.png"/><Relationship Id="rId91" Type="http://schemas.openxmlformats.org/officeDocument/2006/relationships/image" Target="../media/image388.png"/><Relationship Id="rId96" Type="http://schemas.openxmlformats.org/officeDocument/2006/relationships/customXml" Target="../ink/ink39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3.xml"/><Relationship Id="rId23" Type="http://schemas.openxmlformats.org/officeDocument/2006/relationships/image" Target="../media/image354.png"/><Relationship Id="rId28" Type="http://schemas.openxmlformats.org/officeDocument/2006/relationships/customXml" Target="../ink/ink364.xml"/><Relationship Id="rId49" Type="http://schemas.openxmlformats.org/officeDocument/2006/relationships/image" Target="../media/image367.png"/><Relationship Id="rId114" Type="http://schemas.openxmlformats.org/officeDocument/2006/relationships/customXml" Target="../ink/ink407.xml"/><Relationship Id="rId119" Type="http://schemas.openxmlformats.org/officeDocument/2006/relationships/image" Target="../media/image402.png"/><Relationship Id="rId44" Type="http://schemas.openxmlformats.org/officeDocument/2006/relationships/customXml" Target="../ink/ink372.xml"/><Relationship Id="rId60" Type="http://schemas.openxmlformats.org/officeDocument/2006/relationships/customXml" Target="../ink/ink380.xml"/><Relationship Id="rId65" Type="http://schemas.openxmlformats.org/officeDocument/2006/relationships/image" Target="../media/image375.png"/><Relationship Id="rId81" Type="http://schemas.openxmlformats.org/officeDocument/2006/relationships/image" Target="../media/image383.png"/><Relationship Id="rId86" Type="http://schemas.openxmlformats.org/officeDocument/2006/relationships/customXml" Target="../ink/ink393.xml"/><Relationship Id="rId4" Type="http://schemas.openxmlformats.org/officeDocument/2006/relationships/customXml" Target="../ink/ink352.xml"/><Relationship Id="rId9" Type="http://schemas.openxmlformats.org/officeDocument/2006/relationships/image" Target="../media/image347.png"/><Relationship Id="rId13" Type="http://schemas.openxmlformats.org/officeDocument/2006/relationships/image" Target="../media/image349.png"/><Relationship Id="rId18" Type="http://schemas.openxmlformats.org/officeDocument/2006/relationships/customXml" Target="../ink/ink359.xml"/><Relationship Id="rId39" Type="http://schemas.openxmlformats.org/officeDocument/2006/relationships/image" Target="../media/image362.png"/><Relationship Id="rId109" Type="http://schemas.openxmlformats.org/officeDocument/2006/relationships/image" Target="../media/image397.png"/><Relationship Id="rId34" Type="http://schemas.openxmlformats.org/officeDocument/2006/relationships/customXml" Target="../ink/ink367.xml"/><Relationship Id="rId50" Type="http://schemas.openxmlformats.org/officeDocument/2006/relationships/customXml" Target="../ink/ink375.xml"/><Relationship Id="rId55" Type="http://schemas.openxmlformats.org/officeDocument/2006/relationships/image" Target="../media/image370.png"/><Relationship Id="rId76" Type="http://schemas.openxmlformats.org/officeDocument/2006/relationships/customXml" Target="../ink/ink388.xml"/><Relationship Id="rId97" Type="http://schemas.openxmlformats.org/officeDocument/2006/relationships/image" Target="../media/image391.png"/><Relationship Id="rId104" Type="http://schemas.openxmlformats.org/officeDocument/2006/relationships/customXml" Target="../ink/ink402.xml"/><Relationship Id="rId120" Type="http://schemas.openxmlformats.org/officeDocument/2006/relationships/customXml" Target="../ink/ink410.xml"/><Relationship Id="rId7" Type="http://schemas.openxmlformats.org/officeDocument/2006/relationships/image" Target="../media/image14.png"/><Relationship Id="rId71" Type="http://schemas.openxmlformats.org/officeDocument/2006/relationships/image" Target="../media/image378.png"/><Relationship Id="rId92" Type="http://schemas.openxmlformats.org/officeDocument/2006/relationships/customXml" Target="../ink/ink396.xml"/><Relationship Id="rId2" Type="http://schemas.openxmlformats.org/officeDocument/2006/relationships/customXml" Target="../ink/ink351.xml"/><Relationship Id="rId29" Type="http://schemas.openxmlformats.org/officeDocument/2006/relationships/image" Target="../media/image357.png"/><Relationship Id="rId24" Type="http://schemas.openxmlformats.org/officeDocument/2006/relationships/customXml" Target="../ink/ink362.xml"/><Relationship Id="rId40" Type="http://schemas.openxmlformats.org/officeDocument/2006/relationships/customXml" Target="../ink/ink370.xml"/><Relationship Id="rId45" Type="http://schemas.openxmlformats.org/officeDocument/2006/relationships/image" Target="../media/image365.png"/><Relationship Id="rId66" Type="http://schemas.openxmlformats.org/officeDocument/2006/relationships/customXml" Target="../ink/ink383.xml"/><Relationship Id="rId87" Type="http://schemas.openxmlformats.org/officeDocument/2006/relationships/image" Target="../media/image386.png"/><Relationship Id="rId110" Type="http://schemas.openxmlformats.org/officeDocument/2006/relationships/customXml" Target="../ink/ink405.xml"/><Relationship Id="rId115" Type="http://schemas.openxmlformats.org/officeDocument/2006/relationships/image" Target="../media/image400.png"/><Relationship Id="rId61" Type="http://schemas.openxmlformats.org/officeDocument/2006/relationships/image" Target="../media/image373.png"/><Relationship Id="rId82" Type="http://schemas.openxmlformats.org/officeDocument/2006/relationships/customXml" Target="../ink/ink391.xml"/><Relationship Id="rId19" Type="http://schemas.openxmlformats.org/officeDocument/2006/relationships/image" Target="../media/image352.png"/><Relationship Id="rId14" Type="http://schemas.openxmlformats.org/officeDocument/2006/relationships/customXml" Target="../ink/ink357.xml"/><Relationship Id="rId30" Type="http://schemas.openxmlformats.org/officeDocument/2006/relationships/customXml" Target="../ink/ink365.xml"/><Relationship Id="rId35" Type="http://schemas.openxmlformats.org/officeDocument/2006/relationships/image" Target="../media/image360.png"/><Relationship Id="rId56" Type="http://schemas.openxmlformats.org/officeDocument/2006/relationships/customXml" Target="../ink/ink378.xml"/><Relationship Id="rId77" Type="http://schemas.openxmlformats.org/officeDocument/2006/relationships/image" Target="../media/image381.png"/><Relationship Id="rId100" Type="http://schemas.openxmlformats.org/officeDocument/2006/relationships/customXml" Target="../ink/ink400.xml"/><Relationship Id="rId105" Type="http://schemas.openxmlformats.org/officeDocument/2006/relationships/image" Target="../media/image395.png"/><Relationship Id="rId8" Type="http://schemas.openxmlformats.org/officeDocument/2006/relationships/customXml" Target="../ink/ink354.xml"/><Relationship Id="rId51" Type="http://schemas.openxmlformats.org/officeDocument/2006/relationships/image" Target="../media/image368.png"/><Relationship Id="rId72" Type="http://schemas.openxmlformats.org/officeDocument/2006/relationships/customXml" Target="../ink/ink386.xml"/><Relationship Id="rId93" Type="http://schemas.openxmlformats.org/officeDocument/2006/relationships/image" Target="../media/image389.png"/><Relationship Id="rId98" Type="http://schemas.openxmlformats.org/officeDocument/2006/relationships/customXml" Target="../ink/ink399.xml"/><Relationship Id="rId121" Type="http://schemas.openxmlformats.org/officeDocument/2006/relationships/image" Target="../media/image403.png"/><Relationship Id="rId3" Type="http://schemas.openxmlformats.org/officeDocument/2006/relationships/image" Target="../media/image345.png"/><Relationship Id="rId25" Type="http://schemas.openxmlformats.org/officeDocument/2006/relationships/image" Target="../media/image355.png"/><Relationship Id="rId46" Type="http://schemas.openxmlformats.org/officeDocument/2006/relationships/customXml" Target="../ink/ink373.xml"/><Relationship Id="rId67" Type="http://schemas.openxmlformats.org/officeDocument/2006/relationships/image" Target="../media/image376.png"/><Relationship Id="rId116" Type="http://schemas.openxmlformats.org/officeDocument/2006/relationships/customXml" Target="../ink/ink408.xml"/><Relationship Id="rId20" Type="http://schemas.openxmlformats.org/officeDocument/2006/relationships/customXml" Target="../ink/ink360.xml"/><Relationship Id="rId41" Type="http://schemas.openxmlformats.org/officeDocument/2006/relationships/image" Target="../media/image363.png"/><Relationship Id="rId62" Type="http://schemas.openxmlformats.org/officeDocument/2006/relationships/customXml" Target="../ink/ink381.xml"/><Relationship Id="rId83" Type="http://schemas.openxmlformats.org/officeDocument/2006/relationships/image" Target="../media/image384.png"/><Relationship Id="rId88" Type="http://schemas.openxmlformats.org/officeDocument/2006/relationships/customXml" Target="../ink/ink394.xml"/><Relationship Id="rId111" Type="http://schemas.openxmlformats.org/officeDocument/2006/relationships/image" Target="../media/image398.png"/><Relationship Id="rId15" Type="http://schemas.openxmlformats.org/officeDocument/2006/relationships/image" Target="../media/image350.png"/><Relationship Id="rId36" Type="http://schemas.openxmlformats.org/officeDocument/2006/relationships/customXml" Target="../ink/ink368.xml"/><Relationship Id="rId57" Type="http://schemas.openxmlformats.org/officeDocument/2006/relationships/image" Target="../media/image371.png"/><Relationship Id="rId106" Type="http://schemas.openxmlformats.org/officeDocument/2006/relationships/customXml" Target="../ink/ink403.xml"/><Relationship Id="rId10" Type="http://schemas.openxmlformats.org/officeDocument/2006/relationships/customXml" Target="../ink/ink355.xml"/><Relationship Id="rId31" Type="http://schemas.openxmlformats.org/officeDocument/2006/relationships/image" Target="../media/image358.png"/><Relationship Id="rId52" Type="http://schemas.openxmlformats.org/officeDocument/2006/relationships/customXml" Target="../ink/ink376.xml"/><Relationship Id="rId73" Type="http://schemas.openxmlformats.org/officeDocument/2006/relationships/image" Target="../media/image379.png"/><Relationship Id="rId78" Type="http://schemas.openxmlformats.org/officeDocument/2006/relationships/customXml" Target="../ink/ink389.xml"/><Relationship Id="rId94" Type="http://schemas.openxmlformats.org/officeDocument/2006/relationships/customXml" Target="../ink/ink397.xml"/><Relationship Id="rId99" Type="http://schemas.openxmlformats.org/officeDocument/2006/relationships/image" Target="../media/image392.png"/><Relationship Id="rId101" Type="http://schemas.openxmlformats.org/officeDocument/2006/relationships/image" Target="../media/image3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CSET301 – AI-ML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17 : Vanishing and exploding gradient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AFAF-3E0E-D0FF-B483-4EBECDA2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68"/>
            <a:ext cx="10515600" cy="774127"/>
          </a:xfrm>
        </p:spPr>
        <p:txBody>
          <a:bodyPr>
            <a:normAutofit/>
          </a:bodyPr>
          <a:lstStyle/>
          <a:p>
            <a:r>
              <a:rPr lang="en-US" sz="3200" dirty="0"/>
              <a:t>Vanishing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38AC5-2C91-0443-01A2-3C99156E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376"/>
            <a:ext cx="10515600" cy="107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Vanishing gradients occur when error gradients become very small during backpropagation, hindering convergence.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22C1B-956C-7A0C-63C2-DAFF50748CFD}"/>
              </a:ext>
            </a:extLst>
          </p:cNvPr>
          <p:cNvSpPr txBox="1"/>
          <p:nvPr/>
        </p:nvSpPr>
        <p:spPr>
          <a:xfrm>
            <a:off x="838200" y="4470439"/>
            <a:ext cx="10314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Exploding gradients occur when error gradients become very large, disrupting learning. It can be addressed through lower learning rates, gradient clipping, and gradient scaling.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8ABA24-69F1-8609-F721-5730974F43A9}"/>
              </a:ext>
            </a:extLst>
          </p:cNvPr>
          <p:cNvSpPr txBox="1">
            <a:spLocks/>
          </p:cNvSpPr>
          <p:nvPr/>
        </p:nvSpPr>
        <p:spPr>
          <a:xfrm>
            <a:off x="838200" y="3659394"/>
            <a:ext cx="10515600" cy="774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Exploding Gradient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608F10-1CDB-B6E9-F632-59A29DEA0949}"/>
                  </a:ext>
                </a:extLst>
              </p14:cNvPr>
              <p14:cNvContentPartPr/>
              <p14:nvPr/>
            </p14:nvContentPartPr>
            <p14:xfrm>
              <a:off x="4446844" y="1057568"/>
              <a:ext cx="395640" cy="171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608F10-1CDB-B6E9-F632-59A29DEA09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8204" y="1048928"/>
                <a:ext cx="413280" cy="18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764B813-4353-4F3C-5655-5CD812DF323E}"/>
              </a:ext>
            </a:extLst>
          </p:cNvPr>
          <p:cNvGrpSpPr/>
          <p:nvPr/>
        </p:nvGrpSpPr>
        <p:grpSpPr>
          <a:xfrm>
            <a:off x="5471044" y="804128"/>
            <a:ext cx="2084400" cy="633600"/>
            <a:chOff x="5471044" y="804128"/>
            <a:chExt cx="2084400" cy="63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7E8EE4-65AE-98D3-0C0E-455DBBB62D61}"/>
                    </a:ext>
                  </a:extLst>
                </p14:cNvPr>
                <p14:cNvContentPartPr/>
                <p14:nvPr/>
              </p14:nvContentPartPr>
              <p14:xfrm>
                <a:off x="5471044" y="894848"/>
                <a:ext cx="602640" cy="228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7E8EE4-65AE-98D3-0C0E-455DBBB62D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62404" y="886208"/>
                  <a:ext cx="620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DB3521-55FE-0A6F-A1B2-E3B0BDE4F8D1}"/>
                    </a:ext>
                  </a:extLst>
                </p14:cNvPr>
                <p14:cNvContentPartPr/>
                <p14:nvPr/>
              </p14:nvContentPartPr>
              <p14:xfrm>
                <a:off x="5928604" y="933008"/>
                <a:ext cx="115920" cy="2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DB3521-55FE-0A6F-A1B2-E3B0BDE4F8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19964" y="924008"/>
                  <a:ext cx="13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76874B-E6F9-9C94-F739-52DAD3E1877C}"/>
                    </a:ext>
                  </a:extLst>
                </p14:cNvPr>
                <p14:cNvContentPartPr/>
                <p14:nvPr/>
              </p14:nvContentPartPr>
              <p14:xfrm>
                <a:off x="6214084" y="1018328"/>
                <a:ext cx="20160" cy="1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76874B-E6F9-9C94-F739-52DAD3E187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05084" y="1009328"/>
                  <a:ext cx="37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F22A65-45F0-AB4B-D818-729785E4D288}"/>
                    </a:ext>
                  </a:extLst>
                </p14:cNvPr>
                <p14:cNvContentPartPr/>
                <p14:nvPr/>
              </p14:nvContentPartPr>
              <p14:xfrm>
                <a:off x="6402004" y="804128"/>
                <a:ext cx="61920" cy="633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F22A65-45F0-AB4B-D818-729785E4D2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93004" y="795488"/>
                  <a:ext cx="7956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83C43E-AA5D-CFF2-672E-7C2CD60BD0ED}"/>
                    </a:ext>
                  </a:extLst>
                </p14:cNvPr>
                <p14:cNvContentPartPr/>
                <p14:nvPr/>
              </p14:nvContentPartPr>
              <p14:xfrm>
                <a:off x="6358084" y="1060808"/>
                <a:ext cx="465840" cy="5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83C43E-AA5D-CFF2-672E-7C2CD60BD0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49084" y="1052168"/>
                  <a:ext cx="483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7338732-920A-98AC-8BBB-580E54D25115}"/>
                    </a:ext>
                  </a:extLst>
                </p14:cNvPr>
                <p14:cNvContentPartPr/>
                <p14:nvPr/>
              </p14:nvContentPartPr>
              <p14:xfrm>
                <a:off x="6831844" y="1050728"/>
                <a:ext cx="98280" cy="93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7338732-920A-98AC-8BBB-580E54D251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22844" y="1041728"/>
                  <a:ext cx="115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94A8C8-ED97-CA7E-33F2-41A9DA7DF78C}"/>
                    </a:ext>
                  </a:extLst>
                </p14:cNvPr>
                <p14:cNvContentPartPr/>
                <p14:nvPr/>
              </p14:nvContentPartPr>
              <p14:xfrm>
                <a:off x="6943804" y="989888"/>
                <a:ext cx="270360" cy="147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94A8C8-ED97-CA7E-33F2-41A9DA7DF7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35164" y="981248"/>
                  <a:ext cx="288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5106EC-E943-6C4C-3711-1B3FDDE4568A}"/>
                    </a:ext>
                  </a:extLst>
                </p14:cNvPr>
                <p14:cNvContentPartPr/>
                <p14:nvPr/>
              </p14:nvContentPartPr>
              <p14:xfrm>
                <a:off x="7238284" y="1012208"/>
                <a:ext cx="317160" cy="18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5106EC-E943-6C4C-3711-1B3FDDE456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29644" y="1003568"/>
                  <a:ext cx="33480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F68A01-628B-8C8D-7303-4BB656294EAE}"/>
                  </a:ext>
                </a:extLst>
              </p14:cNvPr>
              <p14:cNvContentPartPr/>
              <p14:nvPr/>
            </p14:nvContentPartPr>
            <p14:xfrm>
              <a:off x="5693164" y="5377928"/>
              <a:ext cx="1409760" cy="36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F68A01-628B-8C8D-7303-4BB656294E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84164" y="5368928"/>
                <a:ext cx="142740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781E5D7-1324-366E-3F62-BD16A476EFF9}"/>
              </a:ext>
            </a:extLst>
          </p:cNvPr>
          <p:cNvGrpSpPr/>
          <p:nvPr/>
        </p:nvGrpSpPr>
        <p:grpSpPr>
          <a:xfrm>
            <a:off x="7383724" y="2810408"/>
            <a:ext cx="801360" cy="310320"/>
            <a:chOff x="7383724" y="2810408"/>
            <a:chExt cx="80136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4E4363-C62C-1EB1-908C-2384A951A93E}"/>
                    </a:ext>
                  </a:extLst>
                </p14:cNvPr>
                <p14:cNvContentPartPr/>
                <p14:nvPr/>
              </p14:nvContentPartPr>
              <p14:xfrm>
                <a:off x="7383724" y="2810408"/>
                <a:ext cx="223920" cy="310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4E4363-C62C-1EB1-908C-2384A951A9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75084" y="2801408"/>
                  <a:ext cx="2415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693EE4-A6D3-52AA-075E-FC9F880F47FA}"/>
                    </a:ext>
                  </a:extLst>
                </p14:cNvPr>
                <p14:cNvContentPartPr/>
                <p14:nvPr/>
              </p14:nvContentPartPr>
              <p14:xfrm>
                <a:off x="7619524" y="2919128"/>
                <a:ext cx="565560" cy="197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693EE4-A6D3-52AA-075E-FC9F880F47F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10884" y="2910128"/>
                  <a:ext cx="5832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D1BDFE-3F5B-476C-9A26-802149754D9E}"/>
              </a:ext>
            </a:extLst>
          </p:cNvPr>
          <p:cNvGrpSpPr/>
          <p:nvPr/>
        </p:nvGrpSpPr>
        <p:grpSpPr>
          <a:xfrm>
            <a:off x="6457804" y="2874848"/>
            <a:ext cx="684360" cy="279000"/>
            <a:chOff x="6457804" y="2874848"/>
            <a:chExt cx="68436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C3E104-1C86-2CD2-79DB-225F7D43B1BE}"/>
                    </a:ext>
                  </a:extLst>
                </p14:cNvPr>
                <p14:cNvContentPartPr/>
                <p14:nvPr/>
              </p14:nvContentPartPr>
              <p14:xfrm>
                <a:off x="6457804" y="2913368"/>
                <a:ext cx="150120" cy="201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C3E104-1C86-2CD2-79DB-225F7D43B1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49164" y="2904728"/>
                  <a:ext cx="167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4349F00-EF8B-0154-B385-984960F51494}"/>
                    </a:ext>
                  </a:extLst>
                </p14:cNvPr>
                <p14:cNvContentPartPr/>
                <p14:nvPr/>
              </p14:nvContentPartPr>
              <p14:xfrm>
                <a:off x="6710524" y="3029648"/>
                <a:ext cx="360" cy="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4349F00-EF8B-0154-B385-984960F514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01884" y="3021008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35EF11-6AA9-B915-16AB-954A26C569BE}"/>
                    </a:ext>
                  </a:extLst>
                </p14:cNvPr>
                <p14:cNvContentPartPr/>
                <p14:nvPr/>
              </p14:nvContentPartPr>
              <p14:xfrm>
                <a:off x="6814924" y="2874848"/>
                <a:ext cx="28800" cy="279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35EF11-6AA9-B915-16AB-954A26C569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06284" y="2866208"/>
                  <a:ext cx="46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CD19B9-5A4F-0806-B49D-66919605CB60}"/>
                    </a:ext>
                  </a:extLst>
                </p14:cNvPr>
                <p14:cNvContentPartPr/>
                <p14:nvPr/>
              </p14:nvContentPartPr>
              <p14:xfrm>
                <a:off x="6966124" y="2972768"/>
                <a:ext cx="121680" cy="123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CD19B9-5A4F-0806-B49D-66919605CB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57484" y="2963768"/>
                  <a:ext cx="139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C6DB17-C65D-BE26-B246-1FF3C14868B4}"/>
                    </a:ext>
                  </a:extLst>
                </p14:cNvPr>
                <p14:cNvContentPartPr/>
                <p14:nvPr/>
              </p14:nvContentPartPr>
              <p14:xfrm>
                <a:off x="6972244" y="2977088"/>
                <a:ext cx="169920" cy="102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C6DB17-C65D-BE26-B246-1FF3C14868B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63604" y="2968088"/>
                  <a:ext cx="18756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21AB8F-5D0C-FBCD-A432-43ADF77646F3}"/>
              </a:ext>
            </a:extLst>
          </p:cNvPr>
          <p:cNvGrpSpPr/>
          <p:nvPr/>
        </p:nvGrpSpPr>
        <p:grpSpPr>
          <a:xfrm>
            <a:off x="8608444" y="3058808"/>
            <a:ext cx="190800" cy="105840"/>
            <a:chOff x="8608444" y="3058808"/>
            <a:chExt cx="19080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C1DCF1-8643-D6D1-A36F-7FD428DFA08A}"/>
                    </a:ext>
                  </a:extLst>
                </p14:cNvPr>
                <p14:cNvContentPartPr/>
                <p14:nvPr/>
              </p14:nvContentPartPr>
              <p14:xfrm>
                <a:off x="8643364" y="3058808"/>
                <a:ext cx="130320" cy="3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C1DCF1-8643-D6D1-A36F-7FD428DFA0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34724" y="3049808"/>
                  <a:ext cx="147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371656-050B-EA77-9FC6-53BAB1BB3ED4}"/>
                    </a:ext>
                  </a:extLst>
                </p14:cNvPr>
                <p14:cNvContentPartPr/>
                <p14:nvPr/>
              </p14:nvContentPartPr>
              <p14:xfrm>
                <a:off x="8608444" y="3138008"/>
                <a:ext cx="190800" cy="26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371656-050B-EA77-9FC6-53BAB1BB3E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9804" y="3129368"/>
                  <a:ext cx="20844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81EEAEE-C896-6A8F-FF08-EBBF689EB7E7}"/>
              </a:ext>
            </a:extLst>
          </p:cNvPr>
          <p:cNvGrpSpPr/>
          <p:nvPr/>
        </p:nvGrpSpPr>
        <p:grpSpPr>
          <a:xfrm>
            <a:off x="9324124" y="2941808"/>
            <a:ext cx="614520" cy="205200"/>
            <a:chOff x="9324124" y="2941808"/>
            <a:chExt cx="61452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76A3BE-B59F-6A7D-BA5A-FE5809DCA91F}"/>
                    </a:ext>
                  </a:extLst>
                </p14:cNvPr>
                <p14:cNvContentPartPr/>
                <p14:nvPr/>
              </p14:nvContentPartPr>
              <p14:xfrm>
                <a:off x="9324124" y="2941808"/>
                <a:ext cx="237240" cy="20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76A3BE-B59F-6A7D-BA5A-FE5809DCA9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15484" y="2932808"/>
                  <a:ext cx="254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D31054-52A5-829C-68A0-8053BEF1F588}"/>
                    </a:ext>
                  </a:extLst>
                </p14:cNvPr>
                <p14:cNvContentPartPr/>
                <p14:nvPr/>
              </p14:nvContentPartPr>
              <p14:xfrm>
                <a:off x="9618244" y="2968448"/>
                <a:ext cx="320400" cy="175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D31054-52A5-829C-68A0-8053BEF1F5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09604" y="2959808"/>
                  <a:ext cx="3380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A348518-5379-A9F1-1E7E-4597811C6C9B}"/>
              </a:ext>
            </a:extLst>
          </p:cNvPr>
          <p:cNvGrpSpPr/>
          <p:nvPr/>
        </p:nvGrpSpPr>
        <p:grpSpPr>
          <a:xfrm>
            <a:off x="6484084" y="3681608"/>
            <a:ext cx="1061280" cy="290160"/>
            <a:chOff x="6484084" y="3681608"/>
            <a:chExt cx="106128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3479CB-6734-1F41-A890-2740655FA263}"/>
                    </a:ext>
                  </a:extLst>
                </p14:cNvPr>
                <p14:cNvContentPartPr/>
                <p14:nvPr/>
              </p14:nvContentPartPr>
              <p14:xfrm>
                <a:off x="6484084" y="3730208"/>
                <a:ext cx="127440" cy="154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3479CB-6734-1F41-A890-2740655FA2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75084" y="3721208"/>
                  <a:ext cx="145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85358C-9CA7-0B98-4B17-84C34A69A692}"/>
                    </a:ext>
                  </a:extLst>
                </p14:cNvPr>
                <p14:cNvContentPartPr/>
                <p14:nvPr/>
              </p14:nvContentPartPr>
              <p14:xfrm>
                <a:off x="6718804" y="3756128"/>
                <a:ext cx="11160" cy="17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85358C-9CA7-0B98-4B17-84C34A69A6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9804" y="3747488"/>
                  <a:ext cx="28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FB57B6E-4A7A-EF21-2030-BAA8CB669C4C}"/>
                    </a:ext>
                  </a:extLst>
                </p14:cNvPr>
                <p14:cNvContentPartPr/>
                <p14:nvPr/>
              </p14:nvContentPartPr>
              <p14:xfrm>
                <a:off x="6913924" y="3719048"/>
                <a:ext cx="92880" cy="13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FB57B6E-4A7A-EF21-2030-BAA8CB669C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04924" y="3710048"/>
                  <a:ext cx="110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B4DD410-3610-6682-A320-EF5128042698}"/>
                    </a:ext>
                  </a:extLst>
                </p14:cNvPr>
                <p14:cNvContentPartPr/>
                <p14:nvPr/>
              </p14:nvContentPartPr>
              <p14:xfrm>
                <a:off x="7133884" y="3732368"/>
                <a:ext cx="92160" cy="12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B4DD410-3610-6682-A320-EF51280426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25244" y="3723728"/>
                  <a:ext cx="109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0D4E72-147E-4FAA-0B12-05FCCA421BF8}"/>
                    </a:ext>
                  </a:extLst>
                </p14:cNvPr>
                <p14:cNvContentPartPr/>
                <p14:nvPr/>
              </p14:nvContentPartPr>
              <p14:xfrm>
                <a:off x="7304164" y="3752528"/>
                <a:ext cx="97560" cy="113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0D4E72-147E-4FAA-0B12-05FCCA421B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95524" y="3743888"/>
                  <a:ext cx="115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538CC9-069C-7890-A638-E85901D05110}"/>
                    </a:ext>
                  </a:extLst>
                </p14:cNvPr>
                <p14:cNvContentPartPr/>
                <p14:nvPr/>
              </p14:nvContentPartPr>
              <p14:xfrm>
                <a:off x="7533484" y="3681608"/>
                <a:ext cx="11880" cy="290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538CC9-069C-7890-A638-E85901D051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24484" y="3672608"/>
                  <a:ext cx="2952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F1E31B-4488-AF05-FE58-46D38F00A0D9}"/>
              </a:ext>
            </a:extLst>
          </p:cNvPr>
          <p:cNvGrpSpPr/>
          <p:nvPr/>
        </p:nvGrpSpPr>
        <p:grpSpPr>
          <a:xfrm>
            <a:off x="7875844" y="3723008"/>
            <a:ext cx="1173960" cy="182520"/>
            <a:chOff x="7875844" y="3723008"/>
            <a:chExt cx="117396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6352D2-77E6-3DBB-B382-D2E27188A87F}"/>
                    </a:ext>
                  </a:extLst>
                </p14:cNvPr>
                <p14:cNvContentPartPr/>
                <p14:nvPr/>
              </p14:nvContentPartPr>
              <p14:xfrm>
                <a:off x="7875844" y="3723008"/>
                <a:ext cx="144720" cy="171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6352D2-77E6-3DBB-B382-D2E27188A87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66844" y="3714008"/>
                  <a:ext cx="162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A26651-5542-0AC6-3E43-E5B936EA217D}"/>
                    </a:ext>
                  </a:extLst>
                </p14:cNvPr>
                <p14:cNvContentPartPr/>
                <p14:nvPr/>
              </p14:nvContentPartPr>
              <p14:xfrm>
                <a:off x="7923364" y="3744248"/>
                <a:ext cx="203760" cy="11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A26651-5542-0AC6-3E43-E5B936EA21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14724" y="3735248"/>
                  <a:ext cx="221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7213691-54E3-D1FA-8FE5-449B07CB0509}"/>
                    </a:ext>
                  </a:extLst>
                </p14:cNvPr>
                <p14:cNvContentPartPr/>
                <p14:nvPr/>
              </p14:nvContentPartPr>
              <p14:xfrm>
                <a:off x="8391364" y="3728048"/>
                <a:ext cx="658440" cy="177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7213691-54E3-D1FA-8FE5-449B07CB05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82724" y="3719048"/>
                  <a:ext cx="67608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E554A57-29FB-3B73-ABB3-C937C6E54F4F}"/>
              </a:ext>
            </a:extLst>
          </p:cNvPr>
          <p:cNvGrpSpPr/>
          <p:nvPr/>
        </p:nvGrpSpPr>
        <p:grpSpPr>
          <a:xfrm>
            <a:off x="9417364" y="3500168"/>
            <a:ext cx="878400" cy="590400"/>
            <a:chOff x="9417364" y="3500168"/>
            <a:chExt cx="87840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4A8CF7-AC0B-184E-ED01-23AA145B7BDC}"/>
                    </a:ext>
                  </a:extLst>
                </p14:cNvPr>
                <p14:cNvContentPartPr/>
                <p14:nvPr/>
              </p14:nvContentPartPr>
              <p14:xfrm>
                <a:off x="9417364" y="3848648"/>
                <a:ext cx="168120" cy="93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4A8CF7-AC0B-184E-ED01-23AA145B7BD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08364" y="3839648"/>
                  <a:ext cx="185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5B0F5BB-A983-57E9-20CD-D9A227294FA0}"/>
                    </a:ext>
                  </a:extLst>
                </p14:cNvPr>
                <p14:cNvContentPartPr/>
                <p14:nvPr/>
              </p14:nvContentPartPr>
              <p14:xfrm>
                <a:off x="9822004" y="3764408"/>
                <a:ext cx="344160" cy="228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5B0F5BB-A983-57E9-20CD-D9A227294F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13364" y="3755768"/>
                  <a:ext cx="361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EB624D-6AEA-26B3-5C14-DA08424F9569}"/>
                    </a:ext>
                  </a:extLst>
                </p14:cNvPr>
                <p14:cNvContentPartPr/>
                <p14:nvPr/>
              </p14:nvContentPartPr>
              <p14:xfrm>
                <a:off x="9732004" y="3500168"/>
                <a:ext cx="563760" cy="59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EB624D-6AEA-26B3-5C14-DA08424F95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23004" y="3491528"/>
                  <a:ext cx="581400" cy="60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D312426-B577-2F42-A975-CB27FDBC58C9}"/>
                  </a:ext>
                </a:extLst>
              </p14:cNvPr>
              <p14:cNvContentPartPr/>
              <p14:nvPr/>
            </p14:nvContentPartPr>
            <p14:xfrm>
              <a:off x="2301964" y="4358408"/>
              <a:ext cx="829800" cy="32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D312426-B577-2F42-A975-CB27FDBC58C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292964" y="4349408"/>
                <a:ext cx="8474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DFAC546-AD9D-FF23-0EBB-D94003513730}"/>
                  </a:ext>
                </a:extLst>
              </p14:cNvPr>
              <p14:cNvContentPartPr/>
              <p14:nvPr/>
            </p14:nvContentPartPr>
            <p14:xfrm>
              <a:off x="6036244" y="5360648"/>
              <a:ext cx="921600" cy="10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DFAC546-AD9D-FF23-0EBB-D9400351373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27604" y="5352008"/>
                <a:ext cx="939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E6CCF99-6E87-A99E-6FD7-0708433D2A03}"/>
                  </a:ext>
                </a:extLst>
              </p14:cNvPr>
              <p14:cNvContentPartPr/>
              <p14:nvPr/>
            </p14:nvContentPartPr>
            <p14:xfrm>
              <a:off x="8767924" y="5385848"/>
              <a:ext cx="857520" cy="352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E6CCF99-6E87-A99E-6FD7-0708433D2A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59284" y="5377208"/>
                <a:ext cx="8751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25FBECE-A018-664D-D2C9-50F7B0B3B47B}"/>
                  </a:ext>
                </a:extLst>
              </p14:cNvPr>
              <p14:cNvContentPartPr/>
              <p14:nvPr/>
            </p14:nvContentPartPr>
            <p14:xfrm>
              <a:off x="1700764" y="5794808"/>
              <a:ext cx="1010160" cy="57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25FBECE-A018-664D-D2C9-50F7B0B3B47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692124" y="5785808"/>
                <a:ext cx="1027800" cy="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80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Vanishing Gradient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3054D0-234A-A304-4D7C-153A9A024E4E}"/>
              </a:ext>
            </a:extLst>
          </p:cNvPr>
          <p:cNvSpPr txBox="1"/>
          <p:nvPr/>
        </p:nvSpPr>
        <p:spPr>
          <a:xfrm>
            <a:off x="1007197" y="1325563"/>
            <a:ext cx="962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Vanishing means “disappearing”. Vanishing gradients means error gradients becoming so small that we barely see any update in weights. Hence, convergence is not achieved.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706123-D5CC-F8CD-F565-146D93579F83}"/>
                  </a:ext>
                </a:extLst>
              </p14:cNvPr>
              <p14:cNvContentPartPr/>
              <p14:nvPr/>
            </p14:nvContentPartPr>
            <p14:xfrm>
              <a:off x="2142000" y="2867760"/>
              <a:ext cx="9964440" cy="3878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706123-D5CC-F8CD-F565-146D93579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2640" y="2858400"/>
                <a:ext cx="9983160" cy="38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3099BF-5C42-CC79-DC7A-6043FA3D2A31}"/>
                  </a:ext>
                </a:extLst>
              </p14:cNvPr>
              <p14:cNvContentPartPr/>
              <p14:nvPr/>
            </p14:nvContentPartPr>
            <p14:xfrm>
              <a:off x="3548284" y="4193888"/>
              <a:ext cx="464040" cy="25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3099BF-5C42-CC79-DC7A-6043FA3D2A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9644" y="4184888"/>
                <a:ext cx="481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D13D69-1F36-D652-5B79-601D86B44826}"/>
                  </a:ext>
                </a:extLst>
              </p14:cNvPr>
              <p14:cNvContentPartPr/>
              <p14:nvPr/>
            </p14:nvContentPartPr>
            <p14:xfrm>
              <a:off x="5174764" y="4192088"/>
              <a:ext cx="369360" cy="19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D13D69-1F36-D652-5B79-601D86B448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5764" y="4183088"/>
                <a:ext cx="3870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CD31349-0019-872C-F664-740707B73F68}"/>
                  </a:ext>
                </a:extLst>
              </p14:cNvPr>
              <p14:cNvContentPartPr/>
              <p14:nvPr/>
            </p14:nvContentPartPr>
            <p14:xfrm>
              <a:off x="7074844" y="4079408"/>
              <a:ext cx="835920" cy="39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CD31349-0019-872C-F664-740707B73F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66204" y="4070768"/>
                <a:ext cx="85356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8A5BE1C-5505-C7E3-0812-39E192BA7F46}"/>
              </a:ext>
            </a:extLst>
          </p:cNvPr>
          <p:cNvGrpSpPr/>
          <p:nvPr/>
        </p:nvGrpSpPr>
        <p:grpSpPr>
          <a:xfrm>
            <a:off x="7922284" y="283208"/>
            <a:ext cx="577800" cy="218520"/>
            <a:chOff x="7922284" y="283208"/>
            <a:chExt cx="57780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D18A9B-513E-6E45-9E8E-A621682BFFDB}"/>
                    </a:ext>
                  </a:extLst>
                </p14:cNvPr>
                <p14:cNvContentPartPr/>
                <p14:nvPr/>
              </p14:nvContentPartPr>
              <p14:xfrm>
                <a:off x="7922284" y="283208"/>
                <a:ext cx="199080" cy="174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D18A9B-513E-6E45-9E8E-A621682BFF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13284" y="274208"/>
                  <a:ext cx="216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EA5BE9-9B07-F007-9A8B-79B6AD1F40F2}"/>
                    </a:ext>
                  </a:extLst>
                </p14:cNvPr>
                <p14:cNvContentPartPr/>
                <p14:nvPr/>
              </p14:nvContentPartPr>
              <p14:xfrm>
                <a:off x="8217844" y="381128"/>
                <a:ext cx="31680" cy="120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EA5BE9-9B07-F007-9A8B-79B6AD1F40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09204" y="372488"/>
                  <a:ext cx="49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F0ADAA-7D1C-EA44-C4F3-786D3812FCE8}"/>
                    </a:ext>
                  </a:extLst>
                </p14:cNvPr>
                <p14:cNvContentPartPr/>
                <p14:nvPr/>
              </p14:nvContentPartPr>
              <p14:xfrm>
                <a:off x="8384884" y="366728"/>
                <a:ext cx="115200" cy="88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F0ADAA-7D1C-EA44-C4F3-786D3812FC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75884" y="358088"/>
                  <a:ext cx="1328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03A5B9-9581-AC2A-C078-4D5903E4E576}"/>
              </a:ext>
            </a:extLst>
          </p:cNvPr>
          <p:cNvGrpSpPr/>
          <p:nvPr/>
        </p:nvGrpSpPr>
        <p:grpSpPr>
          <a:xfrm>
            <a:off x="8803564" y="239288"/>
            <a:ext cx="476640" cy="202680"/>
            <a:chOff x="8803564" y="239288"/>
            <a:chExt cx="47664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8487D8-0180-9F7D-CC0E-D83D743E6D90}"/>
                    </a:ext>
                  </a:extLst>
                </p14:cNvPr>
                <p14:cNvContentPartPr/>
                <p14:nvPr/>
              </p14:nvContentPartPr>
              <p14:xfrm>
                <a:off x="8803564" y="239288"/>
                <a:ext cx="54360" cy="180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8487D8-0180-9F7D-CC0E-D83D743E6D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94924" y="230648"/>
                  <a:ext cx="72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880B1C-6EC8-62AD-CC37-FC650A9D6849}"/>
                    </a:ext>
                  </a:extLst>
                </p14:cNvPr>
                <p14:cNvContentPartPr/>
                <p14:nvPr/>
              </p14:nvContentPartPr>
              <p14:xfrm>
                <a:off x="8913724" y="308048"/>
                <a:ext cx="120960" cy="133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880B1C-6EC8-62AD-CC37-FC650A9D68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04724" y="299048"/>
                  <a:ext cx="138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1A0140-34FA-C7C8-B1EE-474AC0E6ECE8}"/>
                    </a:ext>
                  </a:extLst>
                </p14:cNvPr>
                <p14:cNvContentPartPr/>
                <p14:nvPr/>
              </p14:nvContentPartPr>
              <p14:xfrm>
                <a:off x="9009484" y="273128"/>
                <a:ext cx="270720" cy="15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1A0140-34FA-C7C8-B1EE-474AC0E6EC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00484" y="264488"/>
                  <a:ext cx="288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2E80DB-56B6-F019-2AB6-FC52DB111424}"/>
              </a:ext>
            </a:extLst>
          </p:cNvPr>
          <p:cNvGrpSpPr/>
          <p:nvPr/>
        </p:nvGrpSpPr>
        <p:grpSpPr>
          <a:xfrm>
            <a:off x="8124964" y="780008"/>
            <a:ext cx="659160" cy="177840"/>
            <a:chOff x="8124964" y="780008"/>
            <a:chExt cx="65916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6A40A2-CBE3-334E-7552-3F5E7706AF34}"/>
                    </a:ext>
                  </a:extLst>
                </p14:cNvPr>
                <p14:cNvContentPartPr/>
                <p14:nvPr/>
              </p14:nvContentPartPr>
              <p14:xfrm>
                <a:off x="8124964" y="780008"/>
                <a:ext cx="188280" cy="135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6A40A2-CBE3-334E-7552-3F5E7706AF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16324" y="771368"/>
                  <a:ext cx="205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3B00FD-1A3F-E200-7B20-678A1FFD8143}"/>
                    </a:ext>
                  </a:extLst>
                </p14:cNvPr>
                <p14:cNvContentPartPr/>
                <p14:nvPr/>
              </p14:nvContentPartPr>
              <p14:xfrm>
                <a:off x="8430244" y="856328"/>
                <a:ext cx="28800" cy="10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3B00FD-1A3F-E200-7B20-678A1FFD81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21244" y="847688"/>
                  <a:ext cx="46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B9BA58-210A-C0FA-5930-2FF412FC0CDD}"/>
                    </a:ext>
                  </a:extLst>
                </p14:cNvPr>
                <p14:cNvContentPartPr/>
                <p14:nvPr/>
              </p14:nvContentPartPr>
              <p14:xfrm>
                <a:off x="8638684" y="822848"/>
                <a:ext cx="145440" cy="90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B9BA58-210A-C0FA-5930-2FF412FC0C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30044" y="814208"/>
                  <a:ext cx="1630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5EC7F5-39D1-2FBD-3A77-A6CA8095ACAC}"/>
              </a:ext>
            </a:extLst>
          </p:cNvPr>
          <p:cNvGrpSpPr/>
          <p:nvPr/>
        </p:nvGrpSpPr>
        <p:grpSpPr>
          <a:xfrm>
            <a:off x="9107044" y="682088"/>
            <a:ext cx="1252800" cy="201960"/>
            <a:chOff x="9107044" y="682088"/>
            <a:chExt cx="12528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D6315C-50BA-EB82-D7FF-06E7808A9FFE}"/>
                    </a:ext>
                  </a:extLst>
                </p14:cNvPr>
                <p14:cNvContentPartPr/>
                <p14:nvPr/>
              </p14:nvContentPartPr>
              <p14:xfrm>
                <a:off x="9107044" y="682088"/>
                <a:ext cx="1135080" cy="20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D6315C-50BA-EB82-D7FF-06E7808A9F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98404" y="673088"/>
                  <a:ext cx="1152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6CD0A7-6358-5897-8676-9EA575F87BB6}"/>
                    </a:ext>
                  </a:extLst>
                </p14:cNvPr>
                <p14:cNvContentPartPr/>
                <p14:nvPr/>
              </p14:nvContentPartPr>
              <p14:xfrm>
                <a:off x="10349044" y="797288"/>
                <a:ext cx="10800" cy="6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6CD0A7-6358-5897-8676-9EA575F87B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40044" y="788648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009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D138A30-0963-49E5-DDC2-7307A1CE25D1}"/>
              </a:ext>
            </a:extLst>
          </p:cNvPr>
          <p:cNvGrpSpPr/>
          <p:nvPr/>
        </p:nvGrpSpPr>
        <p:grpSpPr>
          <a:xfrm>
            <a:off x="1418164" y="649688"/>
            <a:ext cx="127080" cy="435240"/>
            <a:chOff x="1418164" y="649688"/>
            <a:chExt cx="1270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C5A677-5A8F-233D-60AE-6894CD8A2B35}"/>
                    </a:ext>
                  </a:extLst>
                </p14:cNvPr>
                <p14:cNvContentPartPr/>
                <p14:nvPr/>
              </p14:nvContentPartPr>
              <p14:xfrm>
                <a:off x="1418164" y="739328"/>
                <a:ext cx="12600" cy="257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C5A677-5A8F-233D-60AE-6894CD8A2B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09524" y="730688"/>
                  <a:ext cx="30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BFEE00-9533-DD51-3298-498BA8DBD45A}"/>
                    </a:ext>
                  </a:extLst>
                </p14:cNvPr>
                <p14:cNvContentPartPr/>
                <p14:nvPr/>
              </p14:nvContentPartPr>
              <p14:xfrm>
                <a:off x="1487284" y="649688"/>
                <a:ext cx="57960" cy="435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BFEE00-9533-DD51-3298-498BA8DBD4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8284" y="641048"/>
                  <a:ext cx="75600" cy="45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A90487-9461-8165-8BD7-9B7FE7A56439}"/>
              </a:ext>
            </a:extLst>
          </p:cNvPr>
          <p:cNvGrpSpPr/>
          <p:nvPr/>
        </p:nvGrpSpPr>
        <p:grpSpPr>
          <a:xfrm>
            <a:off x="1985164" y="748328"/>
            <a:ext cx="1315800" cy="358200"/>
            <a:chOff x="1985164" y="748328"/>
            <a:chExt cx="13158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838E05-6EBD-4D74-51FA-81F2F1D79BB6}"/>
                    </a:ext>
                  </a:extLst>
                </p14:cNvPr>
                <p14:cNvContentPartPr/>
                <p14:nvPr/>
              </p14:nvContentPartPr>
              <p14:xfrm>
                <a:off x="1985164" y="762368"/>
                <a:ext cx="183960" cy="245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838E05-6EBD-4D74-51FA-81F2F1D79B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6524" y="753728"/>
                  <a:ext cx="201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CDBBDA-36AB-0E44-1B43-DE5749A9F7BF}"/>
                    </a:ext>
                  </a:extLst>
                </p14:cNvPr>
                <p14:cNvContentPartPr/>
                <p14:nvPr/>
              </p14:nvContentPartPr>
              <p14:xfrm>
                <a:off x="2191084" y="750128"/>
                <a:ext cx="46440" cy="30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CDBBDA-36AB-0E44-1B43-DE5749A9F7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2444" y="741488"/>
                  <a:ext cx="64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B2FBAE-5290-21D7-C076-F4BFBC0A3D64}"/>
                    </a:ext>
                  </a:extLst>
                </p14:cNvPr>
                <p14:cNvContentPartPr/>
                <p14:nvPr/>
              </p14:nvContentPartPr>
              <p14:xfrm>
                <a:off x="2267764" y="823568"/>
                <a:ext cx="96480" cy="282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B2FBAE-5290-21D7-C076-F4BFBC0A3D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8764" y="814928"/>
                  <a:ext cx="114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6BB855-3ACD-84DD-DB14-4B502622292B}"/>
                    </a:ext>
                  </a:extLst>
                </p14:cNvPr>
                <p14:cNvContentPartPr/>
                <p14:nvPr/>
              </p14:nvContentPartPr>
              <p14:xfrm>
                <a:off x="2567284" y="839768"/>
                <a:ext cx="213480" cy="162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6BB855-3ACD-84DD-DB14-4B50262229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8284" y="830768"/>
                  <a:ext cx="231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F998B3-6D8A-FDA0-7B65-BBABE5856EFF}"/>
                    </a:ext>
                  </a:extLst>
                </p14:cNvPr>
                <p14:cNvContentPartPr/>
                <p14:nvPr/>
              </p14:nvContentPartPr>
              <p14:xfrm>
                <a:off x="2751604" y="748328"/>
                <a:ext cx="549360" cy="22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F998B3-6D8A-FDA0-7B65-BBABE5856E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2604" y="739688"/>
                  <a:ext cx="5670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46D25E-984A-DFD5-B41E-0A0CDF476F1D}"/>
              </a:ext>
            </a:extLst>
          </p:cNvPr>
          <p:cNvGrpSpPr/>
          <p:nvPr/>
        </p:nvGrpSpPr>
        <p:grpSpPr>
          <a:xfrm>
            <a:off x="3797764" y="706208"/>
            <a:ext cx="1242000" cy="270720"/>
            <a:chOff x="3797764" y="706208"/>
            <a:chExt cx="124200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B45EC9-6B3B-4A23-0448-0F8F2B76524F}"/>
                    </a:ext>
                  </a:extLst>
                </p14:cNvPr>
                <p14:cNvContentPartPr/>
                <p14:nvPr/>
              </p14:nvContentPartPr>
              <p14:xfrm>
                <a:off x="3797764" y="706208"/>
                <a:ext cx="1143720" cy="270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B45EC9-6B3B-4A23-0448-0F8F2B7652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764" y="697208"/>
                  <a:ext cx="11613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45CEFB-5363-0F23-21DA-64ED9E444E92}"/>
                    </a:ext>
                  </a:extLst>
                </p14:cNvPr>
                <p14:cNvContentPartPr/>
                <p14:nvPr/>
              </p14:nvContentPartPr>
              <p14:xfrm>
                <a:off x="5030044" y="914288"/>
                <a:ext cx="972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45CEFB-5363-0F23-21DA-64ED9E444E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21044" y="905288"/>
                  <a:ext cx="273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9B6AD7-F9F0-B9C1-A0B7-72191724C25C}"/>
              </a:ext>
            </a:extLst>
          </p:cNvPr>
          <p:cNvGrpSpPr/>
          <p:nvPr/>
        </p:nvGrpSpPr>
        <p:grpSpPr>
          <a:xfrm>
            <a:off x="1443364" y="1308128"/>
            <a:ext cx="332280" cy="409680"/>
            <a:chOff x="1443364" y="1308128"/>
            <a:chExt cx="3322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B89E81-8DD1-52BE-181E-37D9C174C24C}"/>
                    </a:ext>
                  </a:extLst>
                </p14:cNvPr>
                <p14:cNvContentPartPr/>
                <p14:nvPr/>
              </p14:nvContentPartPr>
              <p14:xfrm>
                <a:off x="1443364" y="1318208"/>
                <a:ext cx="176400" cy="34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B89E81-8DD1-52BE-181E-37D9C174C2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364" y="1309568"/>
                  <a:ext cx="194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77E8345-6010-9DA3-1CED-DB67A25AB160}"/>
                    </a:ext>
                  </a:extLst>
                </p14:cNvPr>
                <p14:cNvContentPartPr/>
                <p14:nvPr/>
              </p14:nvContentPartPr>
              <p14:xfrm>
                <a:off x="1656124" y="1308128"/>
                <a:ext cx="119520" cy="409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77E8345-6010-9DA3-1CED-DB67A25AB1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47484" y="1299488"/>
                  <a:ext cx="137160" cy="42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9A20E3-0FBE-E5AF-807B-3E0C259D53B5}"/>
              </a:ext>
            </a:extLst>
          </p:cNvPr>
          <p:cNvGrpSpPr/>
          <p:nvPr/>
        </p:nvGrpSpPr>
        <p:grpSpPr>
          <a:xfrm>
            <a:off x="2083804" y="1403168"/>
            <a:ext cx="1239120" cy="805320"/>
            <a:chOff x="2083804" y="1403168"/>
            <a:chExt cx="123912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3EF633-8BAB-A3BF-522F-31C760783374}"/>
                    </a:ext>
                  </a:extLst>
                </p14:cNvPr>
                <p14:cNvContentPartPr/>
                <p14:nvPr/>
              </p14:nvContentPartPr>
              <p14:xfrm>
                <a:off x="2083804" y="1403168"/>
                <a:ext cx="877320" cy="325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3EF633-8BAB-A3BF-522F-31C7607833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74804" y="1394168"/>
                  <a:ext cx="8949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A9B44A4-B701-5D8C-D242-B6A6AB1B5878}"/>
                    </a:ext>
                  </a:extLst>
                </p14:cNvPr>
                <p14:cNvContentPartPr/>
                <p14:nvPr/>
              </p14:nvContentPartPr>
              <p14:xfrm>
                <a:off x="2599324" y="1447088"/>
                <a:ext cx="45000" cy="1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A9B44A4-B701-5D8C-D242-B6A6AB1B58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0684" y="1438448"/>
                  <a:ext cx="62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A0606-83DB-E887-C2B9-A9FAE20F8BD1}"/>
                    </a:ext>
                  </a:extLst>
                </p14:cNvPr>
                <p14:cNvContentPartPr/>
                <p14:nvPr/>
              </p14:nvContentPartPr>
              <p14:xfrm>
                <a:off x="3141484" y="1509008"/>
                <a:ext cx="181440" cy="699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A0606-83DB-E887-C2B9-A9FAE20F8B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32484" y="1500008"/>
                  <a:ext cx="19908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9F5B226-71CC-E2DA-DFF1-FD9E2CE77279}"/>
                    </a:ext>
                  </a:extLst>
                </p14:cNvPr>
                <p14:cNvContentPartPr/>
                <p14:nvPr/>
              </p14:nvContentPartPr>
              <p14:xfrm>
                <a:off x="3181444" y="1826528"/>
                <a:ext cx="123480" cy="99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9F5B226-71CC-E2DA-DFF1-FD9E2CE772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72804" y="1817888"/>
                  <a:ext cx="1411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F50853-1387-88B7-2645-A6404619E904}"/>
              </a:ext>
            </a:extLst>
          </p:cNvPr>
          <p:cNvGrpSpPr/>
          <p:nvPr/>
        </p:nvGrpSpPr>
        <p:grpSpPr>
          <a:xfrm>
            <a:off x="3825124" y="1289048"/>
            <a:ext cx="2927520" cy="835920"/>
            <a:chOff x="3825124" y="1289048"/>
            <a:chExt cx="2927520" cy="83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7D9477-7DEF-A60A-FBCB-6C19D07C0E94}"/>
                    </a:ext>
                  </a:extLst>
                </p14:cNvPr>
                <p14:cNvContentPartPr/>
                <p14:nvPr/>
              </p14:nvContentPartPr>
              <p14:xfrm>
                <a:off x="3825124" y="1496768"/>
                <a:ext cx="1489320" cy="267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7D9477-7DEF-A60A-FBCB-6C19D07C0E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16484" y="1487768"/>
                  <a:ext cx="1506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C481B3-794D-C48E-74C6-64DAE88EAB39}"/>
                    </a:ext>
                  </a:extLst>
                </p14:cNvPr>
                <p14:cNvContentPartPr/>
                <p14:nvPr/>
              </p14:nvContentPartPr>
              <p14:xfrm>
                <a:off x="5002324" y="1417208"/>
                <a:ext cx="101880" cy="9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C481B3-794D-C48E-74C6-64DAE88EAB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93684" y="1408568"/>
                  <a:ext cx="119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206461-3183-8C5A-F492-B52FE7ED9907}"/>
                    </a:ext>
                  </a:extLst>
                </p14:cNvPr>
                <p14:cNvContentPartPr/>
                <p14:nvPr/>
              </p14:nvContentPartPr>
              <p14:xfrm>
                <a:off x="4559884" y="1407848"/>
                <a:ext cx="136800" cy="9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206461-3183-8C5A-F492-B52FE7ED99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50884" y="1399208"/>
                  <a:ext cx="154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281145-C829-2F64-6A60-94E5C046AD93}"/>
                    </a:ext>
                  </a:extLst>
                </p14:cNvPr>
                <p14:cNvContentPartPr/>
                <p14:nvPr/>
              </p14:nvContentPartPr>
              <p14:xfrm>
                <a:off x="5441524" y="1289048"/>
                <a:ext cx="541800" cy="83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281145-C829-2F64-6A60-94E5C046AD9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32524" y="1280408"/>
                  <a:ext cx="559440" cy="85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139CF3-D2A7-72D8-DEE5-D3E5AB8EA6F6}"/>
                    </a:ext>
                  </a:extLst>
                </p14:cNvPr>
                <p14:cNvContentPartPr/>
                <p14:nvPr/>
              </p14:nvContentPartPr>
              <p14:xfrm>
                <a:off x="6024364" y="1416488"/>
                <a:ext cx="728280" cy="258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139CF3-D2A7-72D8-DEE5-D3E5AB8EA6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5724" y="1407848"/>
                  <a:ext cx="745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2B76D8-000C-8567-AAC8-E4A3E004BEA3}"/>
                    </a:ext>
                  </a:extLst>
                </p14:cNvPr>
                <p14:cNvContentPartPr/>
                <p14:nvPr/>
              </p14:nvContentPartPr>
              <p14:xfrm>
                <a:off x="6308764" y="1359248"/>
                <a:ext cx="161640" cy="12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2B76D8-000C-8567-AAC8-E4A3E004BE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99764" y="1350608"/>
                  <a:ext cx="17928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6A69DF9-620D-1390-9691-845F4C85AD77}"/>
                  </a:ext>
                </a:extLst>
              </p14:cNvPr>
              <p14:cNvContentPartPr/>
              <p14:nvPr/>
            </p14:nvContentPartPr>
            <p14:xfrm>
              <a:off x="7383004" y="747608"/>
              <a:ext cx="171720" cy="1070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6A69DF9-620D-1390-9691-845F4C85AD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74004" y="738968"/>
                <a:ext cx="189360" cy="10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DC10329-A4AD-EC96-836E-D94758B960E4}"/>
              </a:ext>
            </a:extLst>
          </p:cNvPr>
          <p:cNvGrpSpPr/>
          <p:nvPr/>
        </p:nvGrpSpPr>
        <p:grpSpPr>
          <a:xfrm>
            <a:off x="8079964" y="866048"/>
            <a:ext cx="3582360" cy="1966680"/>
            <a:chOff x="8079964" y="866048"/>
            <a:chExt cx="3582360" cy="19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83E2EA-2126-404F-8055-E9141A08AB65}"/>
                    </a:ext>
                  </a:extLst>
                </p14:cNvPr>
                <p14:cNvContentPartPr/>
                <p14:nvPr/>
              </p14:nvContentPartPr>
              <p14:xfrm>
                <a:off x="8079964" y="953528"/>
                <a:ext cx="152640" cy="29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83E2EA-2126-404F-8055-E9141A08AB6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71324" y="944528"/>
                  <a:ext cx="170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8A1C93-E88A-B403-69B4-6A8B107C8EF7}"/>
                    </a:ext>
                  </a:extLst>
                </p14:cNvPr>
                <p14:cNvContentPartPr/>
                <p14:nvPr/>
              </p14:nvContentPartPr>
              <p14:xfrm>
                <a:off x="8295244" y="1092488"/>
                <a:ext cx="794880" cy="15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8A1C93-E88A-B403-69B4-6A8B107C8E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86604" y="1083488"/>
                  <a:ext cx="812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A58260-5FCF-7ED6-C624-B9CD8736668B}"/>
                    </a:ext>
                  </a:extLst>
                </p14:cNvPr>
                <p14:cNvContentPartPr/>
                <p14:nvPr/>
              </p14:nvContentPartPr>
              <p14:xfrm>
                <a:off x="9366964" y="866048"/>
                <a:ext cx="191880" cy="72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A58260-5FCF-7ED6-C624-B9CD873666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57964" y="857408"/>
                  <a:ext cx="20952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26A07E-B2B7-453D-6942-2D183D42B4B6}"/>
                    </a:ext>
                  </a:extLst>
                </p14:cNvPr>
                <p14:cNvContentPartPr/>
                <p14:nvPr/>
              </p14:nvContentPartPr>
              <p14:xfrm>
                <a:off x="9369844" y="1140728"/>
                <a:ext cx="429480" cy="103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26A07E-B2B7-453D-6942-2D183D42B4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61204" y="1132088"/>
                  <a:ext cx="447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1E7B17-8CF1-558F-2134-3B4F61015FED}"/>
                    </a:ext>
                  </a:extLst>
                </p14:cNvPr>
                <p14:cNvContentPartPr/>
                <p14:nvPr/>
              </p14:nvContentPartPr>
              <p14:xfrm>
                <a:off x="9704644" y="1608008"/>
                <a:ext cx="177120" cy="195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1E7B17-8CF1-558F-2134-3B4F61015F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96004" y="1599368"/>
                  <a:ext cx="194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04A279-58F8-F6AF-86B9-0E4D8F74B539}"/>
                    </a:ext>
                  </a:extLst>
                </p14:cNvPr>
                <p14:cNvContentPartPr/>
                <p14:nvPr/>
              </p14:nvContentPartPr>
              <p14:xfrm>
                <a:off x="9948364" y="1662728"/>
                <a:ext cx="424800" cy="114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04A279-58F8-F6AF-86B9-0E4D8F74B5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39724" y="1653728"/>
                  <a:ext cx="442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F2DAA0C-FC5E-31BA-0244-3EBC591AE084}"/>
                    </a:ext>
                  </a:extLst>
                </p14:cNvPr>
                <p14:cNvContentPartPr/>
                <p14:nvPr/>
              </p14:nvContentPartPr>
              <p14:xfrm>
                <a:off x="10339324" y="1579208"/>
                <a:ext cx="23040" cy="1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F2DAA0C-FC5E-31BA-0244-3EBC591AE0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30684" y="1570568"/>
                  <a:ext cx="40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69FFC5-C40A-E1D9-770A-E14EA5AA2769}"/>
                    </a:ext>
                  </a:extLst>
                </p14:cNvPr>
                <p14:cNvContentPartPr/>
                <p14:nvPr/>
              </p14:nvContentPartPr>
              <p14:xfrm>
                <a:off x="10463524" y="1638608"/>
                <a:ext cx="651600" cy="435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69FFC5-C40A-E1D9-770A-E14EA5AA27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54884" y="1629608"/>
                  <a:ext cx="6692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27CBF6F-EBEA-384B-EFBE-C90852A6D734}"/>
                    </a:ext>
                  </a:extLst>
                </p14:cNvPr>
                <p14:cNvContentPartPr/>
                <p14:nvPr/>
              </p14:nvContentPartPr>
              <p14:xfrm>
                <a:off x="11004964" y="1414688"/>
                <a:ext cx="10800" cy="15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27CBF6F-EBEA-384B-EFBE-C90852A6D7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5964" y="1406048"/>
                  <a:ext cx="284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AC96589-E04D-0B94-CCA2-A77F56D54997}"/>
                    </a:ext>
                  </a:extLst>
                </p14:cNvPr>
                <p14:cNvContentPartPr/>
                <p14:nvPr/>
              </p14:nvContentPartPr>
              <p14:xfrm>
                <a:off x="8777284" y="2059808"/>
                <a:ext cx="869400" cy="54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AC96589-E04D-0B94-CCA2-A77F56D549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68284" y="2051168"/>
                  <a:ext cx="88704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F05DB4A-3F24-C08C-C9BF-977A3894BFBC}"/>
                    </a:ext>
                  </a:extLst>
                </p14:cNvPr>
                <p14:cNvContentPartPr/>
                <p14:nvPr/>
              </p14:nvContentPartPr>
              <p14:xfrm>
                <a:off x="9638764" y="2117408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F05DB4A-3F24-C08C-C9BF-977A3894BF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30124" y="21084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E35BFD-C84B-32D1-55CC-CBB4137B8BBB}"/>
                    </a:ext>
                  </a:extLst>
                </p14:cNvPr>
                <p14:cNvContentPartPr/>
                <p14:nvPr/>
              </p14:nvContentPartPr>
              <p14:xfrm>
                <a:off x="9710764" y="2133608"/>
                <a:ext cx="375120" cy="212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E35BFD-C84B-32D1-55CC-CBB4137B8B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01764" y="2124968"/>
                  <a:ext cx="392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10043D-BDF8-34F1-B695-4A2AA356F5CE}"/>
                    </a:ext>
                  </a:extLst>
                </p14:cNvPr>
                <p14:cNvContentPartPr/>
                <p14:nvPr/>
              </p14:nvContentPartPr>
              <p14:xfrm>
                <a:off x="10090924" y="2207768"/>
                <a:ext cx="126360" cy="61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10043D-BDF8-34F1-B695-4A2AA356F5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82284" y="2199128"/>
                  <a:ext cx="144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0B5513-8524-3F7D-7343-209706EDB3A1}"/>
                    </a:ext>
                  </a:extLst>
                </p14:cNvPr>
                <p14:cNvContentPartPr/>
                <p14:nvPr/>
              </p14:nvContentPartPr>
              <p14:xfrm>
                <a:off x="10376404" y="2241968"/>
                <a:ext cx="248040" cy="590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0B5513-8524-3F7D-7343-209706EDB3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67404" y="2232968"/>
                  <a:ext cx="26568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A7CADE0-FF46-DE6A-4F89-F5440BEE3050}"/>
                    </a:ext>
                  </a:extLst>
                </p14:cNvPr>
                <p14:cNvContentPartPr/>
                <p14:nvPr/>
              </p14:nvContentPartPr>
              <p14:xfrm>
                <a:off x="10621924" y="2291648"/>
                <a:ext cx="407520" cy="168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A7CADE0-FF46-DE6A-4F89-F5440BEE30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12924" y="2283008"/>
                  <a:ext cx="425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47F7F6-4ABA-4FC3-C1A0-33973AF37934}"/>
                    </a:ext>
                  </a:extLst>
                </p14:cNvPr>
                <p14:cNvContentPartPr/>
                <p14:nvPr/>
              </p14:nvContentPartPr>
              <p14:xfrm>
                <a:off x="11102164" y="2227208"/>
                <a:ext cx="437760" cy="218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47F7F6-4ABA-4FC3-C1A0-33973AF379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93524" y="2218568"/>
                  <a:ext cx="455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273469A-A0F2-08A9-7000-5E71F76D82F2}"/>
                    </a:ext>
                  </a:extLst>
                </p14:cNvPr>
                <p14:cNvContentPartPr/>
                <p14:nvPr/>
              </p14:nvContentPartPr>
              <p14:xfrm>
                <a:off x="11645764" y="2451488"/>
                <a:ext cx="16560" cy="16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273469A-A0F2-08A9-7000-5E71F76D82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36764" y="2442848"/>
                  <a:ext cx="3420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7C24914-FF0D-0C47-A193-5E83297FE59E}"/>
                  </a:ext>
                </a:extLst>
              </p14:cNvPr>
              <p14:cNvContentPartPr/>
              <p14:nvPr/>
            </p14:nvContentPartPr>
            <p14:xfrm>
              <a:off x="3882004" y="5241848"/>
              <a:ext cx="331200" cy="1375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7C24914-FF0D-0C47-A193-5E83297FE59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73364" y="5232848"/>
                <a:ext cx="348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4B37A04-39D3-3C37-347C-C6456FDF7F0B}"/>
                  </a:ext>
                </a:extLst>
              </p14:cNvPr>
              <p14:cNvContentPartPr/>
              <p14:nvPr/>
            </p14:nvContentPartPr>
            <p14:xfrm>
              <a:off x="1905964" y="4515368"/>
              <a:ext cx="1765080" cy="5950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4B37A04-39D3-3C37-347C-C6456FDF7F0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96964" y="4506368"/>
                <a:ext cx="1782720" cy="61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21DD2EA-F31B-C767-AB6E-1EF47ED290CB}"/>
              </a:ext>
            </a:extLst>
          </p:cNvPr>
          <p:cNvGrpSpPr/>
          <p:nvPr/>
        </p:nvGrpSpPr>
        <p:grpSpPr>
          <a:xfrm>
            <a:off x="363724" y="2947928"/>
            <a:ext cx="8551080" cy="2595960"/>
            <a:chOff x="363724" y="2947928"/>
            <a:chExt cx="8551080" cy="259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B26321A-4C01-5438-004F-BF499270B091}"/>
                    </a:ext>
                  </a:extLst>
                </p14:cNvPr>
                <p14:cNvContentPartPr/>
                <p14:nvPr/>
              </p14:nvContentPartPr>
              <p14:xfrm>
                <a:off x="1646404" y="3130448"/>
                <a:ext cx="46800" cy="1973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B26321A-4C01-5438-004F-BF499270B0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37404" y="3121448"/>
                  <a:ext cx="64440" cy="19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73B3AB-1227-A189-6B9B-C96F3DBBAA5D}"/>
                    </a:ext>
                  </a:extLst>
                </p14:cNvPr>
                <p14:cNvContentPartPr/>
                <p14:nvPr/>
              </p14:nvContentPartPr>
              <p14:xfrm>
                <a:off x="363724" y="5083088"/>
                <a:ext cx="2930040" cy="62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73B3AB-1227-A189-6B9B-C96F3DBBAA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4724" y="5074088"/>
                  <a:ext cx="2947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5DDE2E-9B83-5784-E5ED-E04DF08BBD38}"/>
                    </a:ext>
                  </a:extLst>
                </p14:cNvPr>
                <p14:cNvContentPartPr/>
                <p14:nvPr/>
              </p14:nvContentPartPr>
              <p14:xfrm>
                <a:off x="1679884" y="3145208"/>
                <a:ext cx="1999440" cy="2060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5DDE2E-9B83-5784-E5ED-E04DF08BBD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71244" y="3136568"/>
                  <a:ext cx="2017080" cy="20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92B265-89F1-94C1-E55F-A641D1CA1494}"/>
                    </a:ext>
                  </a:extLst>
                </p14:cNvPr>
                <p14:cNvContentPartPr/>
                <p14:nvPr/>
              </p14:nvContentPartPr>
              <p14:xfrm>
                <a:off x="1674124" y="5139248"/>
                <a:ext cx="781560" cy="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92B265-89F1-94C1-E55F-A641D1CA14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65484" y="5130248"/>
                  <a:ext cx="799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2CFC94-DE74-DFFC-C36C-5878D53F6161}"/>
                    </a:ext>
                  </a:extLst>
                </p14:cNvPr>
                <p14:cNvContentPartPr/>
                <p14:nvPr/>
              </p14:nvContentPartPr>
              <p14:xfrm>
                <a:off x="2422564" y="5013968"/>
                <a:ext cx="1605240" cy="87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2CFC94-DE74-DFFC-C36C-5878D53F61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13924" y="5004968"/>
                  <a:ext cx="1622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CD08E6-0064-1423-E67B-52F9F8CF0EA0}"/>
                    </a:ext>
                  </a:extLst>
                </p14:cNvPr>
                <p14:cNvContentPartPr/>
                <p14:nvPr/>
              </p14:nvContentPartPr>
              <p14:xfrm>
                <a:off x="2991004" y="3955928"/>
                <a:ext cx="1440" cy="2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CD08E6-0064-1423-E67B-52F9F8CF0E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82004" y="3946928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E6A17A-FACB-407B-991F-DBB50C883F9A}"/>
                    </a:ext>
                  </a:extLst>
                </p14:cNvPr>
                <p14:cNvContentPartPr/>
                <p14:nvPr/>
              </p14:nvContentPartPr>
              <p14:xfrm>
                <a:off x="2964364" y="3957368"/>
                <a:ext cx="28080" cy="19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E6A17A-FACB-407B-991F-DBB50C883F9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55364" y="3948728"/>
                  <a:ext cx="45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12DC9F-37F7-7DCC-727C-19128F6AC8C8}"/>
                    </a:ext>
                  </a:extLst>
                </p14:cNvPr>
                <p14:cNvContentPartPr/>
                <p14:nvPr/>
              </p14:nvContentPartPr>
              <p14:xfrm>
                <a:off x="2855284" y="4035128"/>
                <a:ext cx="157320" cy="56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12DC9F-37F7-7DCC-727C-19128F6AC8C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46644" y="4026128"/>
                  <a:ext cx="174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8253B65-95AF-7329-5E35-26AE01EBC767}"/>
                    </a:ext>
                  </a:extLst>
                </p14:cNvPr>
                <p14:cNvContentPartPr/>
                <p14:nvPr/>
              </p14:nvContentPartPr>
              <p14:xfrm>
                <a:off x="1219804" y="3991208"/>
                <a:ext cx="102600" cy="176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8253B65-95AF-7329-5E35-26AE01EBC76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10804" y="3982208"/>
                  <a:ext cx="120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5D09F0-C5C6-FFF3-29CE-6B15C1BACD6A}"/>
                    </a:ext>
                  </a:extLst>
                </p14:cNvPr>
                <p14:cNvContentPartPr/>
                <p14:nvPr/>
              </p14:nvContentPartPr>
              <p14:xfrm>
                <a:off x="1359484" y="4051328"/>
                <a:ext cx="21240" cy="4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5D09F0-C5C6-FFF3-29CE-6B15C1BACD6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50844" y="4042688"/>
                  <a:ext cx="3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9C9748-115B-7DEB-8356-0C32447F7472}"/>
                    </a:ext>
                  </a:extLst>
                </p14:cNvPr>
                <p14:cNvContentPartPr/>
                <p14:nvPr/>
              </p14:nvContentPartPr>
              <p14:xfrm>
                <a:off x="1411684" y="3950888"/>
                <a:ext cx="88560" cy="185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9C9748-115B-7DEB-8356-0C32447F747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02684" y="3941888"/>
                  <a:ext cx="106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3C4A82-C262-E00C-ADDA-6475387D066C}"/>
                    </a:ext>
                  </a:extLst>
                </p14:cNvPr>
                <p14:cNvContentPartPr/>
                <p14:nvPr/>
              </p14:nvContentPartPr>
              <p14:xfrm>
                <a:off x="1632004" y="4012088"/>
                <a:ext cx="138600" cy="6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3C4A82-C262-E00C-ADDA-6475387D066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23004" y="4003448"/>
                  <a:ext cx="156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07C2774-63C9-37EB-8C4E-D0DD0483032A}"/>
                    </a:ext>
                  </a:extLst>
                </p14:cNvPr>
                <p14:cNvContentPartPr/>
                <p14:nvPr/>
              </p14:nvContentPartPr>
              <p14:xfrm>
                <a:off x="2821084" y="4029008"/>
                <a:ext cx="217440" cy="35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07C2774-63C9-37EB-8C4E-D0DD0483032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12444" y="4020368"/>
                  <a:ext cx="235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01A551-5835-667E-A4A2-8E183F9C5546}"/>
                    </a:ext>
                  </a:extLst>
                </p14:cNvPr>
                <p14:cNvContentPartPr/>
                <p14:nvPr/>
              </p14:nvContentPartPr>
              <p14:xfrm>
                <a:off x="4349644" y="3311888"/>
                <a:ext cx="228600" cy="311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01A551-5835-667E-A4A2-8E183F9C554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341004" y="3302888"/>
                  <a:ext cx="2462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1296A8-F64C-84BE-650C-9B9013E41FEA}"/>
                    </a:ext>
                  </a:extLst>
                </p14:cNvPr>
                <p14:cNvContentPartPr/>
                <p14:nvPr/>
              </p14:nvContentPartPr>
              <p14:xfrm>
                <a:off x="4576804" y="3392888"/>
                <a:ext cx="51480" cy="55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1296A8-F64C-84BE-650C-9B9013E41FE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68164" y="3384248"/>
                  <a:ext cx="69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E6DE275-65A6-664D-0443-39D3AEF4F470}"/>
                    </a:ext>
                  </a:extLst>
                </p14:cNvPr>
                <p14:cNvContentPartPr/>
                <p14:nvPr/>
              </p14:nvContentPartPr>
              <p14:xfrm>
                <a:off x="4654564" y="3459128"/>
                <a:ext cx="641520" cy="451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E6DE275-65A6-664D-0443-39D3AEF4F47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45924" y="3450488"/>
                  <a:ext cx="6591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F8CB28-AD89-DC7A-C24C-57E9CCC3F7FA}"/>
                    </a:ext>
                  </a:extLst>
                </p14:cNvPr>
                <p14:cNvContentPartPr/>
                <p14:nvPr/>
              </p14:nvContentPartPr>
              <p14:xfrm>
                <a:off x="5261164" y="3465608"/>
                <a:ext cx="45000" cy="45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F8CB28-AD89-DC7A-C24C-57E9CCC3F7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252524" y="3456608"/>
                  <a:ext cx="62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5E90B4-E8C3-7739-95C4-7AA7B0676B58}"/>
                    </a:ext>
                  </a:extLst>
                </p14:cNvPr>
                <p14:cNvContentPartPr/>
                <p14:nvPr/>
              </p14:nvContentPartPr>
              <p14:xfrm>
                <a:off x="5350084" y="3417728"/>
                <a:ext cx="121680" cy="268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5E90B4-E8C3-7739-95C4-7AA7B0676B5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41444" y="3408728"/>
                  <a:ext cx="1393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A36BAA1-3444-E52A-4585-6AB4AF8FCB96}"/>
                    </a:ext>
                  </a:extLst>
                </p14:cNvPr>
                <p14:cNvContentPartPr/>
                <p14:nvPr/>
              </p14:nvContentPartPr>
              <p14:xfrm>
                <a:off x="5674444" y="3307928"/>
                <a:ext cx="629640" cy="763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A36BAA1-3444-E52A-4585-6AB4AF8FCB9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65804" y="3299288"/>
                  <a:ext cx="64728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A8D7EE3-5880-FE0E-08E1-DEDC6C398B46}"/>
                    </a:ext>
                  </a:extLst>
                </p14:cNvPr>
                <p14:cNvContentPartPr/>
                <p14:nvPr/>
              </p14:nvContentPartPr>
              <p14:xfrm>
                <a:off x="6298684" y="3398288"/>
                <a:ext cx="538200" cy="26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A8D7EE3-5880-FE0E-08E1-DEDC6C398B4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290044" y="3389648"/>
                  <a:ext cx="555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1BBDC6-C56E-A87D-BDBE-0A82CAD76309}"/>
                    </a:ext>
                  </a:extLst>
                </p14:cNvPr>
                <p14:cNvContentPartPr/>
                <p14:nvPr/>
              </p14:nvContentPartPr>
              <p14:xfrm>
                <a:off x="6499204" y="3372728"/>
                <a:ext cx="138600" cy="111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1BBDC6-C56E-A87D-BDBE-0A82CAD7630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90564" y="3363728"/>
                  <a:ext cx="156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A360C4A-ED5C-C734-9217-38E310511868}"/>
                    </a:ext>
                  </a:extLst>
                </p14:cNvPr>
                <p14:cNvContentPartPr/>
                <p14:nvPr/>
              </p14:nvContentPartPr>
              <p14:xfrm>
                <a:off x="6992044" y="3638768"/>
                <a:ext cx="3240" cy="2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A360C4A-ED5C-C734-9217-38E3105118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83404" y="3629768"/>
                  <a:ext cx="20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7ADD19-B8BC-72A8-8C87-24A8394C9EEA}"/>
                    </a:ext>
                  </a:extLst>
                </p14:cNvPr>
                <p14:cNvContentPartPr/>
                <p14:nvPr/>
              </p14:nvContentPartPr>
              <p14:xfrm>
                <a:off x="1275964" y="4863128"/>
                <a:ext cx="128880" cy="224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7ADD19-B8BC-72A8-8C87-24A8394C9E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67324" y="4854128"/>
                  <a:ext cx="146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104822F-6E8D-2A93-8E54-5D94CBF35D92}"/>
                    </a:ext>
                  </a:extLst>
                </p14:cNvPr>
                <p14:cNvContentPartPr/>
                <p14:nvPr/>
              </p14:nvContentPartPr>
              <p14:xfrm>
                <a:off x="1250404" y="3068168"/>
                <a:ext cx="148320" cy="200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104822F-6E8D-2A93-8E54-5D94CBF35D9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41764" y="3059168"/>
                  <a:ext cx="165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F9458CD-5855-6F1F-6CE8-E4DD1038127E}"/>
                    </a:ext>
                  </a:extLst>
                </p14:cNvPr>
                <p14:cNvContentPartPr/>
                <p14:nvPr/>
              </p14:nvContentPartPr>
              <p14:xfrm>
                <a:off x="1618324" y="2947928"/>
                <a:ext cx="16560" cy="229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F9458CD-5855-6F1F-6CE8-E4DD1038127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09324" y="2938928"/>
                  <a:ext cx="342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9D1C6E-4FB4-95C3-5087-BCD038575C5E}"/>
                    </a:ext>
                  </a:extLst>
                </p14:cNvPr>
                <p14:cNvContentPartPr/>
                <p14:nvPr/>
              </p14:nvContentPartPr>
              <p14:xfrm>
                <a:off x="1557124" y="3096608"/>
                <a:ext cx="239760" cy="52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9D1C6E-4FB4-95C3-5087-BCD038575C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48124" y="3087968"/>
                  <a:ext cx="25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809847-7463-9680-2598-3866F7D32EB6}"/>
                    </a:ext>
                  </a:extLst>
                </p14:cNvPr>
                <p14:cNvContentPartPr/>
                <p14:nvPr/>
              </p14:nvContentPartPr>
              <p14:xfrm>
                <a:off x="3425884" y="3080768"/>
                <a:ext cx="23040" cy="12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809847-7463-9680-2598-3866F7D32E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17244" y="3072128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9E29B7-F906-32C6-2C02-4DD41664E30B}"/>
                    </a:ext>
                  </a:extLst>
                </p14:cNvPr>
                <p14:cNvContentPartPr/>
                <p14:nvPr/>
              </p14:nvContentPartPr>
              <p14:xfrm>
                <a:off x="3136804" y="3130448"/>
                <a:ext cx="196560" cy="14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9E29B7-F906-32C6-2C02-4DD41664E30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28164" y="3121448"/>
                  <a:ext cx="214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487AEC-8020-4E03-C7DF-480567DB1FE6}"/>
                    </a:ext>
                  </a:extLst>
                </p14:cNvPr>
                <p14:cNvContentPartPr/>
                <p14:nvPr/>
              </p14:nvContentPartPr>
              <p14:xfrm>
                <a:off x="2325364" y="3144848"/>
                <a:ext cx="596520" cy="41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487AEC-8020-4E03-C7DF-480567DB1FE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16724" y="3136208"/>
                  <a:ext cx="614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548E091-B6EE-8A2B-A48D-5CAAADFCF572}"/>
                    </a:ext>
                  </a:extLst>
                </p14:cNvPr>
                <p14:cNvContentPartPr/>
                <p14:nvPr/>
              </p14:nvContentPartPr>
              <p14:xfrm>
                <a:off x="1834324" y="3167888"/>
                <a:ext cx="208800" cy="42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548E091-B6EE-8A2B-A48D-5CAAADFCF57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25684" y="3159248"/>
                  <a:ext cx="226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87268D4-31EC-289F-5F17-70C96805C9F3}"/>
                    </a:ext>
                  </a:extLst>
                </p14:cNvPr>
                <p14:cNvContentPartPr/>
                <p14:nvPr/>
              </p14:nvContentPartPr>
              <p14:xfrm>
                <a:off x="2787964" y="4486208"/>
                <a:ext cx="1190160" cy="37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87268D4-31EC-289F-5F17-70C96805C9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79324" y="4477208"/>
                  <a:ext cx="1207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E89CD6-B301-7D4B-D885-0FC01432C1A4}"/>
                    </a:ext>
                  </a:extLst>
                </p14:cNvPr>
                <p14:cNvContentPartPr/>
                <p14:nvPr/>
              </p14:nvContentPartPr>
              <p14:xfrm>
                <a:off x="4243084" y="4446968"/>
                <a:ext cx="99720" cy="9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E89CD6-B301-7D4B-D885-0FC01432C1A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34084" y="4438328"/>
                  <a:ext cx="117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4B67FA-EAA5-57E3-9803-3E2028F9AF98}"/>
                    </a:ext>
                  </a:extLst>
                </p14:cNvPr>
                <p14:cNvContentPartPr/>
                <p14:nvPr/>
              </p14:nvContentPartPr>
              <p14:xfrm>
                <a:off x="4396804" y="4463888"/>
                <a:ext cx="33480" cy="2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4B67FA-EAA5-57E3-9803-3E2028F9AF9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87804" y="4455248"/>
                  <a:ext cx="51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6CB369-CA06-1F0A-8998-83FBFCF2E265}"/>
                    </a:ext>
                  </a:extLst>
                </p14:cNvPr>
                <p14:cNvContentPartPr/>
                <p14:nvPr/>
              </p14:nvContentPartPr>
              <p14:xfrm>
                <a:off x="4545844" y="4417088"/>
                <a:ext cx="259560" cy="142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6CB369-CA06-1F0A-8998-83FBFCF2E26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37204" y="4408448"/>
                  <a:ext cx="277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CAF7A8D-BFC3-C2C9-A869-070BA204117C}"/>
                    </a:ext>
                  </a:extLst>
                </p14:cNvPr>
                <p14:cNvContentPartPr/>
                <p14:nvPr/>
              </p14:nvContentPartPr>
              <p14:xfrm>
                <a:off x="4744564" y="4385768"/>
                <a:ext cx="107640" cy="36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CAF7A8D-BFC3-C2C9-A869-070BA20411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35924" y="4376768"/>
                  <a:ext cx="125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6B70A9-EE9B-D031-F2DF-051A6C424CC4}"/>
                    </a:ext>
                  </a:extLst>
                </p14:cNvPr>
                <p14:cNvContentPartPr/>
                <p14:nvPr/>
              </p14:nvContentPartPr>
              <p14:xfrm>
                <a:off x="3306004" y="4796528"/>
                <a:ext cx="1774080" cy="304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6B70A9-EE9B-D031-F2DF-051A6C424CC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97364" y="4787888"/>
                  <a:ext cx="17917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8B99F6-EDC7-67C2-9AD1-E9957837FA8F}"/>
                    </a:ext>
                  </a:extLst>
                </p14:cNvPr>
                <p14:cNvContentPartPr/>
                <p14:nvPr/>
              </p14:nvContentPartPr>
              <p14:xfrm>
                <a:off x="5362324" y="4742528"/>
                <a:ext cx="233640" cy="344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8B99F6-EDC7-67C2-9AD1-E9957837FA8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53684" y="4733528"/>
                  <a:ext cx="251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ADB4B4-C495-50CC-8C04-36D18C509C0F}"/>
                    </a:ext>
                  </a:extLst>
                </p14:cNvPr>
                <p14:cNvContentPartPr/>
                <p14:nvPr/>
              </p14:nvContentPartPr>
              <p14:xfrm>
                <a:off x="5645284" y="4936568"/>
                <a:ext cx="302760" cy="153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ADB4B4-C495-50CC-8C04-36D18C509C0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36284" y="4927568"/>
                  <a:ext cx="320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62F90F8-3877-0601-6D2E-7B9D37A41547}"/>
                    </a:ext>
                  </a:extLst>
                </p14:cNvPr>
                <p14:cNvContentPartPr/>
                <p14:nvPr/>
              </p14:nvContentPartPr>
              <p14:xfrm>
                <a:off x="5904844" y="4846928"/>
                <a:ext cx="31680" cy="52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62F90F8-3877-0601-6D2E-7B9D37A4154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96204" y="4837928"/>
                  <a:ext cx="49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69EE1-BBBA-38B9-3032-667A48347152}"/>
                    </a:ext>
                  </a:extLst>
                </p14:cNvPr>
                <p14:cNvContentPartPr/>
                <p14:nvPr/>
              </p14:nvContentPartPr>
              <p14:xfrm>
                <a:off x="6075844" y="4998128"/>
                <a:ext cx="96120" cy="118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69EE1-BBBA-38B9-3032-667A4834715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66844" y="4989488"/>
                  <a:ext cx="11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37B436-2C38-C969-CD7E-EBA4DD4949FE}"/>
                    </a:ext>
                  </a:extLst>
                </p14:cNvPr>
                <p14:cNvContentPartPr/>
                <p14:nvPr/>
              </p14:nvContentPartPr>
              <p14:xfrm>
                <a:off x="6236404" y="4802648"/>
                <a:ext cx="635760" cy="302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37B436-2C38-C969-CD7E-EBA4DD4949F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27764" y="4793648"/>
                  <a:ext cx="653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689BE3-6900-F5FC-9A49-D992820D95E8}"/>
                    </a:ext>
                  </a:extLst>
                </p14:cNvPr>
                <p14:cNvContentPartPr/>
                <p14:nvPr/>
              </p14:nvContentPartPr>
              <p14:xfrm>
                <a:off x="6437644" y="4701848"/>
                <a:ext cx="203400" cy="210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689BE3-6900-F5FC-9A49-D992820D95E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29004" y="4693208"/>
                  <a:ext cx="221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78219ED-897A-EA67-D9C3-2D177E64C0C4}"/>
                    </a:ext>
                  </a:extLst>
                </p14:cNvPr>
                <p14:cNvContentPartPr/>
                <p14:nvPr/>
              </p14:nvContentPartPr>
              <p14:xfrm>
                <a:off x="7110844" y="4788608"/>
                <a:ext cx="185040" cy="755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78219ED-897A-EA67-D9C3-2D177E64C0C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02204" y="4779608"/>
                  <a:ext cx="20268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4131E11-9742-D021-8326-D518D76BDABF}"/>
                    </a:ext>
                  </a:extLst>
                </p14:cNvPr>
                <p14:cNvContentPartPr/>
                <p14:nvPr/>
              </p14:nvContentPartPr>
              <p14:xfrm>
                <a:off x="7162684" y="5201528"/>
                <a:ext cx="162360" cy="153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4131E11-9742-D021-8326-D518D76BDAB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54044" y="5192888"/>
                  <a:ext cx="180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FFBB17-D6B6-3E2E-EED4-F76A23E8C677}"/>
                    </a:ext>
                  </a:extLst>
                </p14:cNvPr>
                <p14:cNvContentPartPr/>
                <p14:nvPr/>
              </p14:nvContentPartPr>
              <p14:xfrm>
                <a:off x="7676764" y="4919288"/>
                <a:ext cx="282240" cy="241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FFBB17-D6B6-3E2E-EED4-F76A23E8C6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667764" y="4910288"/>
                  <a:ext cx="299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9E0E69-51CF-8DB5-3E7B-F4013A2F878D}"/>
                    </a:ext>
                  </a:extLst>
                </p14:cNvPr>
                <p14:cNvContentPartPr/>
                <p14:nvPr/>
              </p14:nvContentPartPr>
              <p14:xfrm>
                <a:off x="7961164" y="4796528"/>
                <a:ext cx="42120" cy="61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9E0E69-51CF-8DB5-3E7B-F4013A2F878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52164" y="4787888"/>
                  <a:ext cx="59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7DFD632-1978-C684-0984-24BDFA0C7BC2}"/>
                    </a:ext>
                  </a:extLst>
                </p14:cNvPr>
                <p14:cNvContentPartPr/>
                <p14:nvPr/>
              </p14:nvContentPartPr>
              <p14:xfrm>
                <a:off x="8051524" y="4970048"/>
                <a:ext cx="665280" cy="510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7DFD632-1978-C684-0984-24BDFA0C7B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042524" y="4961408"/>
                  <a:ext cx="6829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2CE41B0-3A15-84DE-D9A0-4A475B6102F1}"/>
                    </a:ext>
                  </a:extLst>
                </p14:cNvPr>
                <p14:cNvContentPartPr/>
                <p14:nvPr/>
              </p14:nvContentPartPr>
              <p14:xfrm>
                <a:off x="8682244" y="4846208"/>
                <a:ext cx="29880" cy="64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2CE41B0-3A15-84DE-D9A0-4A475B6102F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73604" y="4837208"/>
                  <a:ext cx="47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7E783D-A936-C107-AA59-3A912E8BA75B}"/>
                    </a:ext>
                  </a:extLst>
                </p14:cNvPr>
                <p14:cNvContentPartPr/>
                <p14:nvPr/>
              </p14:nvContentPartPr>
              <p14:xfrm>
                <a:off x="8794564" y="4777448"/>
                <a:ext cx="120240" cy="389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7E783D-A936-C107-AA59-3A912E8BA7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85924" y="4768448"/>
                  <a:ext cx="137880" cy="40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AD20F2E-177F-7D84-08F0-074427B04864}"/>
              </a:ext>
            </a:extLst>
          </p:cNvPr>
          <p:cNvGrpSpPr/>
          <p:nvPr/>
        </p:nvGrpSpPr>
        <p:grpSpPr>
          <a:xfrm>
            <a:off x="9328804" y="4691768"/>
            <a:ext cx="1481400" cy="943560"/>
            <a:chOff x="9328804" y="4691768"/>
            <a:chExt cx="1481400" cy="94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5733E34-E26D-3F36-01F0-D86EDE391E1C}"/>
                    </a:ext>
                  </a:extLst>
                </p14:cNvPr>
                <p14:cNvContentPartPr/>
                <p14:nvPr/>
              </p14:nvContentPartPr>
              <p14:xfrm>
                <a:off x="9328804" y="4728128"/>
                <a:ext cx="509400" cy="907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5733E34-E26D-3F36-01F0-D86EDE391E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20164" y="4719488"/>
                  <a:ext cx="52704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C4D460B-FFEC-091E-C5D6-7033AEF5FBC6}"/>
                    </a:ext>
                  </a:extLst>
                </p14:cNvPr>
                <p14:cNvContentPartPr/>
                <p14:nvPr/>
              </p14:nvContentPartPr>
              <p14:xfrm>
                <a:off x="9917404" y="5023328"/>
                <a:ext cx="92160" cy="107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C4D460B-FFEC-091E-C5D6-7033AEF5FBC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08764" y="5014688"/>
                  <a:ext cx="109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6DCE454-4374-C1B3-5273-D71BE0538931}"/>
                    </a:ext>
                  </a:extLst>
                </p14:cNvPr>
                <p14:cNvContentPartPr/>
                <p14:nvPr/>
              </p14:nvContentPartPr>
              <p14:xfrm>
                <a:off x="10053484" y="4827128"/>
                <a:ext cx="424440" cy="281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6DCE454-4374-C1B3-5273-D71BE053893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044844" y="4818488"/>
                  <a:ext cx="442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521107-6227-6634-B3B7-9858814BFF09}"/>
                    </a:ext>
                  </a:extLst>
                </p14:cNvPr>
                <p14:cNvContentPartPr/>
                <p14:nvPr/>
              </p14:nvContentPartPr>
              <p14:xfrm>
                <a:off x="9964924" y="4691768"/>
                <a:ext cx="300960" cy="237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521107-6227-6634-B3B7-9858814BFF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56284" y="4682768"/>
                  <a:ext cx="318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D7BE66-1EC7-94C0-E2EC-E01C52D5311C}"/>
                    </a:ext>
                  </a:extLst>
                </p14:cNvPr>
                <p14:cNvContentPartPr/>
                <p14:nvPr/>
              </p14:nvContentPartPr>
              <p14:xfrm>
                <a:off x="10762324" y="5038808"/>
                <a:ext cx="47880" cy="10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D7BE66-1EC7-94C0-E2EC-E01C52D5311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753324" y="5029808"/>
                  <a:ext cx="655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905B093-F7B9-F6E1-A0DB-E9218490FE9B}"/>
              </a:ext>
            </a:extLst>
          </p:cNvPr>
          <p:cNvGrpSpPr/>
          <p:nvPr/>
        </p:nvGrpSpPr>
        <p:grpSpPr>
          <a:xfrm>
            <a:off x="9438244" y="3815528"/>
            <a:ext cx="1919160" cy="573120"/>
            <a:chOff x="9438244" y="3815528"/>
            <a:chExt cx="191916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CA8D0F9-D1F0-EB0E-FE85-0D9FBE450E82}"/>
                    </a:ext>
                  </a:extLst>
                </p14:cNvPr>
                <p14:cNvContentPartPr/>
                <p14:nvPr/>
              </p14:nvContentPartPr>
              <p14:xfrm>
                <a:off x="9618244" y="4018928"/>
                <a:ext cx="141120" cy="247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CA8D0F9-D1F0-EB0E-FE85-0D9FBE450E8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609244" y="4009928"/>
                  <a:ext cx="158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86DC143-2C3B-14CF-8623-A780F8C63613}"/>
                    </a:ext>
                  </a:extLst>
                </p14:cNvPr>
                <p14:cNvContentPartPr/>
                <p14:nvPr/>
              </p14:nvContentPartPr>
              <p14:xfrm>
                <a:off x="9895804" y="4129808"/>
                <a:ext cx="274320" cy="17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86DC143-2C3B-14CF-8623-A780F8C6361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886804" y="4120808"/>
                  <a:ext cx="291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C06CC4-3403-4954-5E4C-B502825B91B0}"/>
                    </a:ext>
                  </a:extLst>
                </p14:cNvPr>
                <p14:cNvContentPartPr/>
                <p14:nvPr/>
              </p14:nvContentPartPr>
              <p14:xfrm>
                <a:off x="10343284" y="4063208"/>
                <a:ext cx="140760" cy="164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C06CC4-3403-4954-5E4C-B502825B91B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34284" y="4054568"/>
                  <a:ext cx="158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7E13730-A40B-38DE-11C9-93F97B0AAB32}"/>
                    </a:ext>
                  </a:extLst>
                </p14:cNvPr>
                <p14:cNvContentPartPr/>
                <p14:nvPr/>
              </p14:nvContentPartPr>
              <p14:xfrm>
                <a:off x="10577284" y="4096688"/>
                <a:ext cx="23040" cy="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7E13730-A40B-38DE-11C9-93F97B0AAB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68644" y="4087688"/>
                  <a:ext cx="40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F454F90-9E2D-72C5-4546-BFEB1BEB9526}"/>
                    </a:ext>
                  </a:extLst>
                </p14:cNvPr>
                <p14:cNvContentPartPr/>
                <p14:nvPr/>
              </p14:nvContentPartPr>
              <p14:xfrm>
                <a:off x="10702564" y="4045208"/>
                <a:ext cx="316440" cy="18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F454F90-9E2D-72C5-4546-BFEB1BEB95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693564" y="4036568"/>
                  <a:ext cx="334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E6F9FF-4B39-0A0F-604E-0AFEB6AF4509}"/>
                    </a:ext>
                  </a:extLst>
                </p14:cNvPr>
                <p14:cNvContentPartPr/>
                <p14:nvPr/>
              </p14:nvContentPartPr>
              <p14:xfrm>
                <a:off x="11002084" y="4008848"/>
                <a:ext cx="141480" cy="30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E6F9FF-4B39-0A0F-604E-0AFEB6AF450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993084" y="3999848"/>
                  <a:ext cx="159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1EFF4D5-90B3-F9FC-07D3-38E5F7A423FB}"/>
                    </a:ext>
                  </a:extLst>
                </p14:cNvPr>
                <p14:cNvContentPartPr/>
                <p14:nvPr/>
              </p14:nvContentPartPr>
              <p14:xfrm>
                <a:off x="11107204" y="3908408"/>
                <a:ext cx="250200" cy="480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1EFF4D5-90B3-F9FC-07D3-38E5F7A423F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98564" y="3899768"/>
                  <a:ext cx="2678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BEAC58-C1F7-8EFC-4AA2-E0ADABFBA49D}"/>
                    </a:ext>
                  </a:extLst>
                </p14:cNvPr>
                <p14:cNvContentPartPr/>
                <p14:nvPr/>
              </p14:nvContentPartPr>
              <p14:xfrm>
                <a:off x="9438244" y="3815528"/>
                <a:ext cx="210600" cy="558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BEAC58-C1F7-8EFC-4AA2-E0ADABFBA49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29244" y="3806888"/>
                  <a:ext cx="228240" cy="57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76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22140C40-87FA-6DA8-1B44-BB719BD57708}"/>
              </a:ext>
            </a:extLst>
          </p:cNvPr>
          <p:cNvGrpSpPr/>
          <p:nvPr/>
        </p:nvGrpSpPr>
        <p:grpSpPr>
          <a:xfrm>
            <a:off x="4459444" y="4003448"/>
            <a:ext cx="1086480" cy="340920"/>
            <a:chOff x="4459444" y="4003448"/>
            <a:chExt cx="108648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9777481-7ACB-DD8E-E8F0-18B00229BD61}"/>
                    </a:ext>
                  </a:extLst>
                </p14:cNvPr>
                <p14:cNvContentPartPr/>
                <p14:nvPr/>
              </p14:nvContentPartPr>
              <p14:xfrm>
                <a:off x="4462324" y="4041248"/>
                <a:ext cx="46800" cy="303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9777481-7ACB-DD8E-E8F0-18B00229BD6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53324" y="4032248"/>
                  <a:ext cx="64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C59AE2-34A3-468D-B601-64201EF30730}"/>
                    </a:ext>
                  </a:extLst>
                </p14:cNvPr>
                <p14:cNvContentPartPr/>
                <p14:nvPr/>
              </p14:nvContentPartPr>
              <p14:xfrm>
                <a:off x="4459444" y="4053848"/>
                <a:ext cx="221400" cy="257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C59AE2-34A3-468D-B601-64201EF307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50444" y="4045208"/>
                  <a:ext cx="239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2FB2D0-11B6-0798-9021-7C1FC17E9AD0}"/>
                    </a:ext>
                  </a:extLst>
                </p14:cNvPr>
                <p14:cNvContentPartPr/>
                <p14:nvPr/>
              </p14:nvContentPartPr>
              <p14:xfrm>
                <a:off x="4751404" y="4033328"/>
                <a:ext cx="121680" cy="245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2FB2D0-11B6-0798-9021-7C1FC17E9A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42404" y="4024688"/>
                  <a:ext cx="139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5217F3-E29D-329C-F93F-1849F344D957}"/>
                    </a:ext>
                  </a:extLst>
                </p14:cNvPr>
                <p14:cNvContentPartPr/>
                <p14:nvPr/>
              </p14:nvContentPartPr>
              <p14:xfrm>
                <a:off x="4860844" y="4003448"/>
                <a:ext cx="685080" cy="274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5217F3-E29D-329C-F93F-1849F344D9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51844" y="3994448"/>
                  <a:ext cx="70272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F1E21EC-2740-4F9E-6582-EE764F60A5BC}"/>
                  </a:ext>
                </a:extLst>
              </p14:cNvPr>
              <p14:cNvContentPartPr/>
              <p14:nvPr/>
            </p14:nvContentPartPr>
            <p14:xfrm>
              <a:off x="4803244" y="4552088"/>
              <a:ext cx="829800" cy="712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F1E21EC-2740-4F9E-6582-EE764F60A5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94604" y="4543448"/>
                <a:ext cx="847440" cy="72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A6B3A96-879E-0C11-E280-89938ED85FC7}"/>
              </a:ext>
            </a:extLst>
          </p:cNvPr>
          <p:cNvGrpSpPr/>
          <p:nvPr/>
        </p:nvGrpSpPr>
        <p:grpSpPr>
          <a:xfrm>
            <a:off x="1429324" y="5158328"/>
            <a:ext cx="495720" cy="434880"/>
            <a:chOff x="1429324" y="5158328"/>
            <a:chExt cx="49572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6BC4F80-F23E-6BE9-9BA7-C4462E6778D1}"/>
                    </a:ext>
                  </a:extLst>
                </p14:cNvPr>
                <p14:cNvContentPartPr/>
                <p14:nvPr/>
              </p14:nvContentPartPr>
              <p14:xfrm>
                <a:off x="1429324" y="5158328"/>
                <a:ext cx="178200" cy="434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6BC4F80-F23E-6BE9-9BA7-C4462E6778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0324" y="5149688"/>
                  <a:ext cx="1958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7654DB-6F19-3C2E-6709-42443008E65D}"/>
                    </a:ext>
                  </a:extLst>
                </p14:cNvPr>
                <p14:cNvContentPartPr/>
                <p14:nvPr/>
              </p14:nvContentPartPr>
              <p14:xfrm>
                <a:off x="1745404" y="5313128"/>
                <a:ext cx="154800" cy="229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7654DB-6F19-3C2E-6709-42443008E6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36764" y="5304128"/>
                  <a:ext cx="172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3DC73F-1EE4-671C-9329-D1E7A54278AD}"/>
                    </a:ext>
                  </a:extLst>
                </p14:cNvPr>
                <p14:cNvContentPartPr/>
                <p14:nvPr/>
              </p14:nvContentPartPr>
              <p14:xfrm>
                <a:off x="1797604" y="5253728"/>
                <a:ext cx="127440" cy="152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3DC73F-1EE4-671C-9329-D1E7A54278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88604" y="5244728"/>
                  <a:ext cx="14508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123EF45-6EC9-A68C-B29C-663E63DCB03E}"/>
              </a:ext>
            </a:extLst>
          </p:cNvPr>
          <p:cNvGrpSpPr/>
          <p:nvPr/>
        </p:nvGrpSpPr>
        <p:grpSpPr>
          <a:xfrm>
            <a:off x="1348324" y="5773928"/>
            <a:ext cx="672480" cy="459360"/>
            <a:chOff x="1348324" y="5773928"/>
            <a:chExt cx="672480" cy="45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E78BF6B-7731-2669-3CBF-BEE61B446A69}"/>
                    </a:ext>
                  </a:extLst>
                </p14:cNvPr>
                <p14:cNvContentPartPr/>
                <p14:nvPr/>
              </p14:nvContentPartPr>
              <p14:xfrm>
                <a:off x="1348324" y="5773928"/>
                <a:ext cx="672480" cy="34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E78BF6B-7731-2669-3CBF-BEE61B446A6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39324" y="5764928"/>
                  <a:ext cx="690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BA00F4-8D87-F39C-EE1D-102F2EC3466A}"/>
                    </a:ext>
                  </a:extLst>
                </p14:cNvPr>
                <p14:cNvContentPartPr/>
                <p14:nvPr/>
              </p14:nvContentPartPr>
              <p14:xfrm>
                <a:off x="1530124" y="5892728"/>
                <a:ext cx="137160" cy="340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BA00F4-8D87-F39C-EE1D-102F2EC346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1124" y="5883728"/>
                  <a:ext cx="154800" cy="35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CBCA6B6-8379-0BBB-0586-D72E38878394}"/>
                  </a:ext>
                </a:extLst>
              </p14:cNvPr>
              <p14:cNvContentPartPr/>
              <p14:nvPr/>
            </p14:nvContentPartPr>
            <p14:xfrm>
              <a:off x="4922044" y="98168"/>
              <a:ext cx="270720" cy="1508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CBCA6B6-8379-0BBB-0586-D72E3887839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13044" y="89168"/>
                <a:ext cx="28836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9725436-15F7-B8EB-8426-4FA3A54213FC}"/>
              </a:ext>
            </a:extLst>
          </p:cNvPr>
          <p:cNvGrpSpPr/>
          <p:nvPr/>
        </p:nvGrpSpPr>
        <p:grpSpPr>
          <a:xfrm>
            <a:off x="1811644" y="6131048"/>
            <a:ext cx="306720" cy="262800"/>
            <a:chOff x="1811644" y="6131048"/>
            <a:chExt cx="30672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FE7E5E2-EC3E-7536-708B-3661D08BB338}"/>
                    </a:ext>
                  </a:extLst>
                </p14:cNvPr>
                <p14:cNvContentPartPr/>
                <p14:nvPr/>
              </p14:nvContentPartPr>
              <p14:xfrm>
                <a:off x="1811644" y="6131048"/>
                <a:ext cx="144360" cy="163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FE7E5E2-EC3E-7536-708B-3661D08BB3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03004" y="6122408"/>
                  <a:ext cx="162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C3716DB-0834-AB7D-5EDF-8113DF1FDAD5}"/>
                    </a:ext>
                  </a:extLst>
                </p14:cNvPr>
                <p14:cNvContentPartPr/>
                <p14:nvPr/>
              </p14:nvContentPartPr>
              <p14:xfrm>
                <a:off x="2034484" y="6200528"/>
                <a:ext cx="83880" cy="193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C3716DB-0834-AB7D-5EDF-8113DF1FDA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5484" y="6191528"/>
                  <a:ext cx="101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018DC33-E022-3BBC-842A-BB6BBBAD6ABD}"/>
                    </a:ext>
                  </a:extLst>
                </p14:cNvPr>
                <p14:cNvContentPartPr/>
                <p14:nvPr/>
              </p14:nvContentPartPr>
              <p14:xfrm>
                <a:off x="2019364" y="6195848"/>
                <a:ext cx="89640" cy="28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018DC33-E022-3BBC-842A-BB6BBBAD6A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10364" y="6187208"/>
                  <a:ext cx="107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C662359-4843-9C32-C2B3-6436E510B1AD}"/>
              </a:ext>
            </a:extLst>
          </p:cNvPr>
          <p:cNvGrpSpPr/>
          <p:nvPr/>
        </p:nvGrpSpPr>
        <p:grpSpPr>
          <a:xfrm>
            <a:off x="2370004" y="5593928"/>
            <a:ext cx="149040" cy="135000"/>
            <a:chOff x="2370004" y="5593928"/>
            <a:chExt cx="14904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6709B41-2BA7-4E4B-4663-5E4A37AFABC3}"/>
                    </a:ext>
                  </a:extLst>
                </p14:cNvPr>
                <p14:cNvContentPartPr/>
                <p14:nvPr/>
              </p14:nvContentPartPr>
              <p14:xfrm>
                <a:off x="2370004" y="5593928"/>
                <a:ext cx="100800" cy="20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6709B41-2BA7-4E4B-4663-5E4A37AFAB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61364" y="5584928"/>
                  <a:ext cx="118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95682AB-7EA4-0E0F-B924-83972AE5AACC}"/>
                    </a:ext>
                  </a:extLst>
                </p14:cNvPr>
                <p14:cNvContentPartPr/>
                <p14:nvPr/>
              </p14:nvContentPartPr>
              <p14:xfrm>
                <a:off x="2392684" y="5677448"/>
                <a:ext cx="126360" cy="51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95682AB-7EA4-0E0F-B924-83972AE5AA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84044" y="5668448"/>
                  <a:ext cx="1440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7EA9616-FEC2-6225-3437-9A05CCE85A25}"/>
              </a:ext>
            </a:extLst>
          </p:cNvPr>
          <p:cNvGrpSpPr/>
          <p:nvPr/>
        </p:nvGrpSpPr>
        <p:grpSpPr>
          <a:xfrm>
            <a:off x="3317164" y="5150408"/>
            <a:ext cx="375840" cy="435600"/>
            <a:chOff x="3317164" y="5150408"/>
            <a:chExt cx="37584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9FBFCBE-9153-B747-8BBA-B90266E9BA89}"/>
                    </a:ext>
                  </a:extLst>
                </p14:cNvPr>
                <p14:cNvContentPartPr/>
                <p14:nvPr/>
              </p14:nvContentPartPr>
              <p14:xfrm>
                <a:off x="3317164" y="5150408"/>
                <a:ext cx="118080" cy="408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9FBFCBE-9153-B747-8BBA-B90266E9BA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08524" y="5141768"/>
                  <a:ext cx="1357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08BFC0C-6D77-B708-8741-326585913510}"/>
                    </a:ext>
                  </a:extLst>
                </p14:cNvPr>
                <p14:cNvContentPartPr/>
                <p14:nvPr/>
              </p14:nvContentPartPr>
              <p14:xfrm>
                <a:off x="3559444" y="5388008"/>
                <a:ext cx="133560" cy="198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08BFC0C-6D77-B708-8741-3265859135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50444" y="5379368"/>
                  <a:ext cx="151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D934AC-EE6F-1255-2962-997F89AAB62F}"/>
                    </a:ext>
                  </a:extLst>
                </p14:cNvPr>
                <p14:cNvContentPartPr/>
                <p14:nvPr/>
              </p14:nvContentPartPr>
              <p14:xfrm>
                <a:off x="3573844" y="5258048"/>
                <a:ext cx="112320" cy="156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D934AC-EE6F-1255-2962-997F89AAB6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65204" y="5249048"/>
                  <a:ext cx="1299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4E1767F-7DA7-0199-810A-102CD6E031E3}"/>
              </a:ext>
            </a:extLst>
          </p:cNvPr>
          <p:cNvGrpSpPr/>
          <p:nvPr/>
        </p:nvGrpSpPr>
        <p:grpSpPr>
          <a:xfrm>
            <a:off x="3210964" y="5808488"/>
            <a:ext cx="817200" cy="611280"/>
            <a:chOff x="3210964" y="5808488"/>
            <a:chExt cx="81720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519A651-3478-F5AA-EB79-0E98E9A023A1}"/>
                    </a:ext>
                  </a:extLst>
                </p14:cNvPr>
                <p14:cNvContentPartPr/>
                <p14:nvPr/>
              </p14:nvContentPartPr>
              <p14:xfrm>
                <a:off x="3210964" y="5814248"/>
                <a:ext cx="570960" cy="28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519A651-3478-F5AA-EB79-0E98E9A023A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01964" y="5805608"/>
                  <a:ext cx="588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F369E61-0D63-7B68-B6D9-2143E16AFE30}"/>
                    </a:ext>
                  </a:extLst>
                </p14:cNvPr>
                <p14:cNvContentPartPr/>
                <p14:nvPr/>
              </p14:nvContentPartPr>
              <p14:xfrm>
                <a:off x="3409324" y="5808488"/>
                <a:ext cx="151920" cy="423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F369E61-0D63-7B68-B6D9-2143E16AFE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00684" y="5799488"/>
                  <a:ext cx="1695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3C7B0FB-0618-2679-FFCB-64DD2D0E2489}"/>
                    </a:ext>
                  </a:extLst>
                </p14:cNvPr>
                <p14:cNvContentPartPr/>
                <p14:nvPr/>
              </p14:nvContentPartPr>
              <p14:xfrm>
                <a:off x="3497164" y="6119888"/>
                <a:ext cx="87480" cy="37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3C7B0FB-0618-2679-FFCB-64DD2D0E24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8164" y="6111248"/>
                  <a:ext cx="105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838994B-DFF9-57A2-FF7A-904E650373F8}"/>
                    </a:ext>
                  </a:extLst>
                </p14:cNvPr>
                <p14:cNvContentPartPr/>
                <p14:nvPr/>
              </p14:nvContentPartPr>
              <p14:xfrm>
                <a:off x="3696244" y="6174248"/>
                <a:ext cx="202320" cy="132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838994B-DFF9-57A2-FF7A-904E650373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87244" y="6165608"/>
                  <a:ext cx="219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3307969-B035-D17B-707B-4A1E4B7ADB15}"/>
                    </a:ext>
                  </a:extLst>
                </p14:cNvPr>
                <p14:cNvContentPartPr/>
                <p14:nvPr/>
              </p14:nvContentPartPr>
              <p14:xfrm>
                <a:off x="3934924" y="6255968"/>
                <a:ext cx="93240" cy="163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3307969-B035-D17B-707B-4A1E4B7ADB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26284" y="6246968"/>
                  <a:ext cx="11088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9C1839B-9CD0-7081-EAAF-87C174E231A9}"/>
              </a:ext>
            </a:extLst>
          </p:cNvPr>
          <p:cNvGrpSpPr/>
          <p:nvPr/>
        </p:nvGrpSpPr>
        <p:grpSpPr>
          <a:xfrm>
            <a:off x="4351084" y="5624528"/>
            <a:ext cx="254520" cy="141120"/>
            <a:chOff x="4351084" y="5624528"/>
            <a:chExt cx="254520" cy="1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D9F83C2-5A92-91DE-3508-E2F7E9542FB1}"/>
                    </a:ext>
                  </a:extLst>
                </p14:cNvPr>
                <p14:cNvContentPartPr/>
                <p14:nvPr/>
              </p14:nvContentPartPr>
              <p14:xfrm>
                <a:off x="4351084" y="5624528"/>
                <a:ext cx="111240" cy="141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D9F83C2-5A92-91DE-3508-E2F7E9542F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2444" y="5615888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B0266A2-134A-F35A-10DD-3FF06A06679E}"/>
                    </a:ext>
                  </a:extLst>
                </p14:cNvPr>
                <p14:cNvContentPartPr/>
                <p14:nvPr/>
              </p14:nvContentPartPr>
              <p14:xfrm>
                <a:off x="4392124" y="5631368"/>
                <a:ext cx="213480" cy="118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B0266A2-134A-F35A-10DD-3FF06A0667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83124" y="5622728"/>
                  <a:ext cx="2311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1F7781A-24CE-2BC7-91DE-415A7B28C5BB}"/>
              </a:ext>
            </a:extLst>
          </p:cNvPr>
          <p:cNvGrpSpPr/>
          <p:nvPr/>
        </p:nvGrpSpPr>
        <p:grpSpPr>
          <a:xfrm>
            <a:off x="5114284" y="5260928"/>
            <a:ext cx="811440" cy="1107720"/>
            <a:chOff x="5114284" y="5260928"/>
            <a:chExt cx="811440" cy="11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5B09C3B-D690-3D7D-CD5E-6B735D50642B}"/>
                    </a:ext>
                  </a:extLst>
                </p14:cNvPr>
                <p14:cNvContentPartPr/>
                <p14:nvPr/>
              </p14:nvContentPartPr>
              <p14:xfrm>
                <a:off x="5114284" y="5260928"/>
                <a:ext cx="176760" cy="385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5B09C3B-D690-3D7D-CD5E-6B735D5064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644" y="5251928"/>
                  <a:ext cx="194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2706216-B6FA-5959-175E-71D1A78A2F47}"/>
                    </a:ext>
                  </a:extLst>
                </p14:cNvPr>
                <p14:cNvContentPartPr/>
                <p14:nvPr/>
              </p14:nvContentPartPr>
              <p14:xfrm>
                <a:off x="5436844" y="5538488"/>
                <a:ext cx="234000" cy="12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2706216-B6FA-5959-175E-71D1A78A2F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28204" y="5529488"/>
                  <a:ext cx="251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6909548-472D-2484-C090-C12C28588736}"/>
                    </a:ext>
                  </a:extLst>
                </p14:cNvPr>
                <p14:cNvContentPartPr/>
                <p14:nvPr/>
              </p14:nvContentPartPr>
              <p14:xfrm>
                <a:off x="5720884" y="5599688"/>
                <a:ext cx="70920" cy="171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6909548-472D-2484-C090-C12C285887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12244" y="5591048"/>
                  <a:ext cx="88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B36CCC9-C05F-7248-4291-3A5229937AA2}"/>
                    </a:ext>
                  </a:extLst>
                </p14:cNvPr>
                <p14:cNvContentPartPr/>
                <p14:nvPr/>
              </p14:nvContentPartPr>
              <p14:xfrm>
                <a:off x="5148484" y="5820728"/>
                <a:ext cx="747360" cy="56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B36CCC9-C05F-7248-4291-3A5229937A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39484" y="5811728"/>
                  <a:ext cx="765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1402E9C-0CD9-800E-6DF5-56DE7A2595D5}"/>
                    </a:ext>
                  </a:extLst>
                </p14:cNvPr>
                <p14:cNvContentPartPr/>
                <p14:nvPr/>
              </p14:nvContentPartPr>
              <p14:xfrm>
                <a:off x="5205364" y="5893448"/>
                <a:ext cx="170640" cy="387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1402E9C-0CD9-800E-6DF5-56DE7A2595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6364" y="5884448"/>
                  <a:ext cx="1882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FCE921C-75E3-891F-818E-00A1D1E6BF69}"/>
                    </a:ext>
                  </a:extLst>
                </p14:cNvPr>
                <p14:cNvContentPartPr/>
                <p14:nvPr/>
              </p14:nvContentPartPr>
              <p14:xfrm>
                <a:off x="5435764" y="6145448"/>
                <a:ext cx="190080" cy="122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FCE921C-75E3-891F-818E-00A1D1E6BF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26764" y="6136808"/>
                  <a:ext cx="207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EB9B4B-29E8-EE94-7657-4CEB2218D43D}"/>
                    </a:ext>
                  </a:extLst>
                </p14:cNvPr>
                <p14:cNvContentPartPr/>
                <p14:nvPr/>
              </p14:nvContentPartPr>
              <p14:xfrm>
                <a:off x="5701084" y="6202328"/>
                <a:ext cx="48600" cy="149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EB9B4B-29E8-EE94-7657-4CEB2218D4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92444" y="6193328"/>
                  <a:ext cx="66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9925D7C-1A1D-FE7A-450E-82797D33CC5D}"/>
                    </a:ext>
                  </a:extLst>
                </p14:cNvPr>
                <p14:cNvContentPartPr/>
                <p14:nvPr/>
              </p14:nvContentPartPr>
              <p14:xfrm>
                <a:off x="5795764" y="6230768"/>
                <a:ext cx="129960" cy="137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9925D7C-1A1D-FE7A-450E-82797D33CC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87124" y="6221768"/>
                  <a:ext cx="1476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B92F09D-41A0-2498-56B5-4E1E57DF7467}"/>
              </a:ext>
            </a:extLst>
          </p:cNvPr>
          <p:cNvGrpSpPr/>
          <p:nvPr/>
        </p:nvGrpSpPr>
        <p:grpSpPr>
          <a:xfrm>
            <a:off x="6319204" y="5557928"/>
            <a:ext cx="244080" cy="180360"/>
            <a:chOff x="6319204" y="5557928"/>
            <a:chExt cx="24408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A5AFF53-B08B-BA5F-867B-4044E065F66A}"/>
                    </a:ext>
                  </a:extLst>
                </p14:cNvPr>
                <p14:cNvContentPartPr/>
                <p14:nvPr/>
              </p14:nvContentPartPr>
              <p14:xfrm>
                <a:off x="6319204" y="5557928"/>
                <a:ext cx="161640" cy="180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A5AFF53-B08B-BA5F-867B-4044E065F6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10204" y="5549288"/>
                  <a:ext cx="179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5763F90-56CA-A717-2F33-19C6738ECD40}"/>
                    </a:ext>
                  </a:extLst>
                </p14:cNvPr>
                <p14:cNvContentPartPr/>
                <p14:nvPr/>
              </p14:nvContentPartPr>
              <p14:xfrm>
                <a:off x="6338284" y="5575208"/>
                <a:ext cx="225000" cy="120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5763F90-56CA-A717-2F33-19C6738ECD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9284" y="5566208"/>
                  <a:ext cx="24264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CCEA462-1BFD-80C0-7A2E-7D1724B3956C}"/>
                  </a:ext>
                </a:extLst>
              </p14:cNvPr>
              <p14:cNvContentPartPr/>
              <p14:nvPr/>
            </p14:nvContentPartPr>
            <p14:xfrm>
              <a:off x="6143524" y="60728"/>
              <a:ext cx="293760" cy="3387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CCEA462-1BFD-80C0-7A2E-7D1724B3956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34884" y="51728"/>
                <a:ext cx="31140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60BDA1E-A0BF-EFA1-C713-3C63570797E5}"/>
              </a:ext>
            </a:extLst>
          </p:cNvPr>
          <p:cNvGrpSpPr/>
          <p:nvPr/>
        </p:nvGrpSpPr>
        <p:grpSpPr>
          <a:xfrm>
            <a:off x="6957124" y="5149688"/>
            <a:ext cx="1856520" cy="1237680"/>
            <a:chOff x="6957124" y="5149688"/>
            <a:chExt cx="1856520" cy="12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F0BC012-5CD1-1091-1CED-F8B4F135B44E}"/>
                    </a:ext>
                  </a:extLst>
                </p14:cNvPr>
                <p14:cNvContentPartPr/>
                <p14:nvPr/>
              </p14:nvContentPartPr>
              <p14:xfrm>
                <a:off x="6957124" y="5149688"/>
                <a:ext cx="172800" cy="552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F0BC012-5CD1-1091-1CED-F8B4F135B4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48124" y="5140688"/>
                  <a:ext cx="19044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16150B-5B05-A204-D699-D6E1030D10D2}"/>
                    </a:ext>
                  </a:extLst>
                </p14:cNvPr>
                <p14:cNvContentPartPr/>
                <p14:nvPr/>
              </p14:nvContentPartPr>
              <p14:xfrm>
                <a:off x="7262404" y="5517968"/>
                <a:ext cx="232200" cy="217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16150B-5B05-A204-D699-D6E1030D10D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53764" y="5508968"/>
                  <a:ext cx="249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E3F7788-B4E7-7599-4473-B553D9F4D92B}"/>
                    </a:ext>
                  </a:extLst>
                </p14:cNvPr>
                <p14:cNvContentPartPr/>
                <p14:nvPr/>
              </p14:nvContentPartPr>
              <p14:xfrm>
                <a:off x="7647964" y="5572688"/>
                <a:ext cx="150480" cy="169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E3F7788-B4E7-7599-4473-B553D9F4D9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38964" y="5563688"/>
                  <a:ext cx="168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8D57A58-5C36-2CCE-9C07-36A1C61FD574}"/>
                    </a:ext>
                  </a:extLst>
                </p14:cNvPr>
                <p14:cNvContentPartPr/>
                <p14:nvPr/>
              </p14:nvContentPartPr>
              <p14:xfrm>
                <a:off x="7876564" y="5664848"/>
                <a:ext cx="8280" cy="128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8D57A58-5C36-2CCE-9C07-36A1C61FD5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67924" y="5656208"/>
                  <a:ext cx="25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3C8F5B9-B926-233E-CF27-0040D9B64B58}"/>
                    </a:ext>
                  </a:extLst>
                </p14:cNvPr>
                <p14:cNvContentPartPr/>
                <p14:nvPr/>
              </p14:nvContentPartPr>
              <p14:xfrm>
                <a:off x="7936324" y="5636768"/>
                <a:ext cx="146520" cy="165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3C8F5B9-B926-233E-CF27-0040D9B64B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27684" y="5628128"/>
                  <a:ext cx="164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46721E3-9286-6893-07F0-8668879814D8}"/>
                    </a:ext>
                  </a:extLst>
                </p14:cNvPr>
                <p14:cNvContentPartPr/>
                <p14:nvPr/>
              </p14:nvContentPartPr>
              <p14:xfrm>
                <a:off x="7063324" y="5875088"/>
                <a:ext cx="1364400" cy="33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46721E3-9286-6893-07F0-8668879814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4684" y="5866088"/>
                  <a:ext cx="1382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EE8D53-B951-B817-16DA-68DEC87FE805}"/>
                    </a:ext>
                  </a:extLst>
                </p14:cNvPr>
                <p14:cNvContentPartPr/>
                <p14:nvPr/>
              </p14:nvContentPartPr>
              <p14:xfrm>
                <a:off x="7366084" y="5954648"/>
                <a:ext cx="131400" cy="325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EE8D53-B951-B817-16DA-68DEC87FE8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57084" y="5945648"/>
                  <a:ext cx="1490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04BCD8-7A02-FEB9-7036-8EAD6DEB6C91}"/>
                    </a:ext>
                  </a:extLst>
                </p14:cNvPr>
                <p14:cNvContentPartPr/>
                <p14:nvPr/>
              </p14:nvContentPartPr>
              <p14:xfrm>
                <a:off x="7270684" y="5502848"/>
                <a:ext cx="202320" cy="239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04BCD8-7A02-FEB9-7036-8EAD6DEB6C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62044" y="5493848"/>
                  <a:ext cx="219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6C566C7-1436-37BE-D3B9-7D273AEE5480}"/>
                    </a:ext>
                  </a:extLst>
                </p14:cNvPr>
                <p14:cNvContentPartPr/>
                <p14:nvPr/>
              </p14:nvContentPartPr>
              <p14:xfrm>
                <a:off x="7607644" y="6180728"/>
                <a:ext cx="192600" cy="174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6C566C7-1436-37BE-D3B9-7D273AEE54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98644" y="6171728"/>
                  <a:ext cx="210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2E1F82-FF1D-3E67-5F46-DEB7F08B85DC}"/>
                    </a:ext>
                  </a:extLst>
                </p14:cNvPr>
                <p14:cNvContentPartPr/>
                <p14:nvPr/>
              </p14:nvContentPartPr>
              <p14:xfrm>
                <a:off x="7845244" y="6255608"/>
                <a:ext cx="91440" cy="131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2E1F82-FF1D-3E67-5F46-DEB7F08B85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36244" y="6246608"/>
                  <a:ext cx="109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F5C1F2D-7F00-B991-293C-B8F2A5B459A5}"/>
                    </a:ext>
                  </a:extLst>
                </p14:cNvPr>
                <p14:cNvContentPartPr/>
                <p14:nvPr/>
              </p14:nvContentPartPr>
              <p14:xfrm>
                <a:off x="8538964" y="5580248"/>
                <a:ext cx="159120" cy="181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F5C1F2D-7F00-B991-293C-B8F2A5B459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29964" y="5571608"/>
                  <a:ext cx="176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82506E-C18D-C812-5510-4D8F5854C5D7}"/>
                    </a:ext>
                  </a:extLst>
                </p14:cNvPr>
                <p14:cNvContentPartPr/>
                <p14:nvPr/>
              </p14:nvContentPartPr>
              <p14:xfrm>
                <a:off x="8598004" y="5598248"/>
                <a:ext cx="215640" cy="91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82506E-C18D-C812-5510-4D8F5854C5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89364" y="5589248"/>
                  <a:ext cx="2332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32A540B-6FB2-928B-C27A-0FE8A0944DB4}"/>
                    </a:ext>
                  </a:extLst>
                </p14:cNvPr>
                <p14:cNvContentPartPr/>
                <p14:nvPr/>
              </p14:nvContentPartPr>
              <p14:xfrm>
                <a:off x="8573164" y="5624168"/>
                <a:ext cx="163800" cy="180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32A540B-6FB2-928B-C27A-0FE8A0944D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64164" y="5615528"/>
                  <a:ext cx="1814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97F2F17-9E99-65FE-9BD9-0D3130EB4803}"/>
              </a:ext>
            </a:extLst>
          </p:cNvPr>
          <p:cNvGrpSpPr/>
          <p:nvPr/>
        </p:nvGrpSpPr>
        <p:grpSpPr>
          <a:xfrm>
            <a:off x="9324124" y="5229608"/>
            <a:ext cx="623160" cy="537120"/>
            <a:chOff x="9324124" y="5229608"/>
            <a:chExt cx="623160" cy="53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926163D-2E0B-7657-8C13-0C60682FED63}"/>
                    </a:ext>
                  </a:extLst>
                </p14:cNvPr>
                <p14:cNvContentPartPr/>
                <p14:nvPr/>
              </p14:nvContentPartPr>
              <p14:xfrm>
                <a:off x="9324124" y="5229608"/>
                <a:ext cx="186480" cy="467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926163D-2E0B-7657-8C13-0C60682FED6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15484" y="5220608"/>
                  <a:ext cx="2041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E382AFB-0A38-A2DE-8660-3C095DD5553F}"/>
                    </a:ext>
                  </a:extLst>
                </p14:cNvPr>
                <p14:cNvContentPartPr/>
                <p14:nvPr/>
              </p14:nvContentPartPr>
              <p14:xfrm>
                <a:off x="9608164" y="5544248"/>
                <a:ext cx="162720" cy="164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E382AFB-0A38-A2DE-8660-3C095DD5553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99524" y="5535248"/>
                  <a:ext cx="180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1CA6DB7-EB61-B10B-1D93-E17A69584513}"/>
                    </a:ext>
                  </a:extLst>
                </p14:cNvPr>
                <p14:cNvContentPartPr/>
                <p14:nvPr/>
              </p14:nvContentPartPr>
              <p14:xfrm>
                <a:off x="9841804" y="5572688"/>
                <a:ext cx="105480" cy="194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1CA6DB7-EB61-B10B-1D93-E17A695845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32804" y="5563688"/>
                  <a:ext cx="12312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9540A2-155D-7F99-0CF5-ED5D8838BB46}"/>
              </a:ext>
            </a:extLst>
          </p:cNvPr>
          <p:cNvGrpSpPr/>
          <p:nvPr/>
        </p:nvGrpSpPr>
        <p:grpSpPr>
          <a:xfrm>
            <a:off x="9163924" y="5904248"/>
            <a:ext cx="1180080" cy="519480"/>
            <a:chOff x="9163924" y="5904248"/>
            <a:chExt cx="118008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E4CEA3B-D078-B624-77D4-990B60715D49}"/>
                    </a:ext>
                  </a:extLst>
                </p14:cNvPr>
                <p14:cNvContentPartPr/>
                <p14:nvPr/>
              </p14:nvContentPartPr>
              <p14:xfrm>
                <a:off x="9163924" y="5904248"/>
                <a:ext cx="1180080" cy="51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E4CEA3B-D078-B624-77D4-990B60715D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55284" y="5895608"/>
                  <a:ext cx="119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09CA0C9-18FB-1DFA-97CF-392022C1FEBE}"/>
                    </a:ext>
                  </a:extLst>
                </p14:cNvPr>
                <p14:cNvContentPartPr/>
                <p14:nvPr/>
              </p14:nvContentPartPr>
              <p14:xfrm>
                <a:off x="9399004" y="5986328"/>
                <a:ext cx="216000" cy="381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09CA0C9-18FB-1DFA-97CF-392022C1FEB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90004" y="5977328"/>
                  <a:ext cx="2336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0EC02BB-5975-75CF-5B12-94E18FBF98F5}"/>
                    </a:ext>
                  </a:extLst>
                </p14:cNvPr>
                <p14:cNvContentPartPr/>
                <p14:nvPr/>
              </p14:nvContentPartPr>
              <p14:xfrm>
                <a:off x="9840724" y="6252008"/>
                <a:ext cx="182880" cy="139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0EC02BB-5975-75CF-5B12-94E18FBF98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32084" y="6243368"/>
                  <a:ext cx="200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FBE2B46-5BC2-B543-A380-68B6119120EC}"/>
                    </a:ext>
                  </a:extLst>
                </p14:cNvPr>
                <p14:cNvContentPartPr/>
                <p14:nvPr/>
              </p14:nvContentPartPr>
              <p14:xfrm>
                <a:off x="10111804" y="6279368"/>
                <a:ext cx="103680" cy="144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FBE2B46-5BC2-B543-A380-68B6119120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03164" y="6270728"/>
                  <a:ext cx="12132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807379AD-692F-444B-EE10-4B270B1B0306}"/>
                  </a:ext>
                </a:extLst>
              </p14:cNvPr>
              <p14:cNvContentPartPr/>
              <p14:nvPr/>
            </p14:nvContentPartPr>
            <p14:xfrm>
              <a:off x="3636484" y="4774568"/>
              <a:ext cx="256320" cy="20088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807379AD-692F-444B-EE10-4B270B1B030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27844" y="4765568"/>
                <a:ext cx="2739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6445247-A7AC-C6BF-1EB5-9674A58BF95D}"/>
                  </a:ext>
                </a:extLst>
              </p14:cNvPr>
              <p14:cNvContentPartPr/>
              <p14:nvPr/>
            </p14:nvContentPartPr>
            <p14:xfrm>
              <a:off x="5430724" y="6538568"/>
              <a:ext cx="360720" cy="414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6445247-A7AC-C6BF-1EB5-9674A58BF95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22084" y="6529928"/>
                <a:ext cx="3783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E5233C0-85BF-0406-E02B-E28CE5BF39E2}"/>
                  </a:ext>
                </a:extLst>
              </p14:cNvPr>
              <p14:cNvContentPartPr/>
              <p14:nvPr/>
            </p14:nvContentPartPr>
            <p14:xfrm>
              <a:off x="8577124" y="4783208"/>
              <a:ext cx="652680" cy="2635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E5233C0-85BF-0406-E02B-E28CE5BF39E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568484" y="4774568"/>
                <a:ext cx="6703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C91F37D-3C7C-9F23-8DDC-FFE365CB71AC}"/>
              </a:ext>
            </a:extLst>
          </p:cNvPr>
          <p:cNvGrpSpPr/>
          <p:nvPr/>
        </p:nvGrpSpPr>
        <p:grpSpPr>
          <a:xfrm>
            <a:off x="9515644" y="4694288"/>
            <a:ext cx="846000" cy="18360"/>
            <a:chOff x="9515644" y="4694288"/>
            <a:chExt cx="846000" cy="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17611F0-4C64-10FB-B9E5-5B90E04643A6}"/>
                    </a:ext>
                  </a:extLst>
                </p14:cNvPr>
                <p14:cNvContentPartPr/>
                <p14:nvPr/>
              </p14:nvContentPartPr>
              <p14:xfrm>
                <a:off x="9515644" y="4707968"/>
                <a:ext cx="162360" cy="4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17611F0-4C64-10FB-B9E5-5B90E04643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07004" y="4698968"/>
                  <a:ext cx="180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E1835C9-D523-3313-7028-F268ADE9D1AD}"/>
                    </a:ext>
                  </a:extLst>
                </p14:cNvPr>
                <p14:cNvContentPartPr/>
                <p14:nvPr/>
              </p14:nvContentPartPr>
              <p14:xfrm>
                <a:off x="9846484" y="4694288"/>
                <a:ext cx="515160" cy="7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E1835C9-D523-3313-7028-F268ADE9D1A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37484" y="4685288"/>
                  <a:ext cx="5328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CB060CF-3548-8440-2CED-BE85B525DA17}"/>
                  </a:ext>
                </a:extLst>
              </p14:cNvPr>
              <p14:cNvContentPartPr/>
              <p14:nvPr/>
            </p14:nvContentPartPr>
            <p14:xfrm>
              <a:off x="10701484" y="4701128"/>
              <a:ext cx="588960" cy="259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CB060CF-3548-8440-2CED-BE85B525DA1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92844" y="4692128"/>
                <a:ext cx="60660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8D7DA0D-BD1A-9D6C-2B21-01A3C17D2917}"/>
              </a:ext>
            </a:extLst>
          </p:cNvPr>
          <p:cNvGrpSpPr/>
          <p:nvPr/>
        </p:nvGrpSpPr>
        <p:grpSpPr>
          <a:xfrm>
            <a:off x="1323484" y="15368"/>
            <a:ext cx="6844680" cy="3740400"/>
            <a:chOff x="1323484" y="15368"/>
            <a:chExt cx="6844680" cy="37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AEE807-CE86-23C2-908A-76A7EE5F6706}"/>
                    </a:ext>
                  </a:extLst>
                </p14:cNvPr>
                <p14:cNvContentPartPr/>
                <p14:nvPr/>
              </p14:nvContentPartPr>
              <p14:xfrm>
                <a:off x="1855204" y="3380288"/>
                <a:ext cx="249840" cy="276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AEE807-CE86-23C2-908A-76A7EE5F67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46564" y="3371288"/>
                  <a:ext cx="267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5A182C-AF07-7A25-593F-4894343F5F1B}"/>
                    </a:ext>
                  </a:extLst>
                </p14:cNvPr>
                <p14:cNvContentPartPr/>
                <p14:nvPr/>
              </p14:nvContentPartPr>
              <p14:xfrm>
                <a:off x="2097484" y="3329528"/>
                <a:ext cx="27720" cy="423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5A182C-AF07-7A25-593F-4894343F5F1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88484" y="3320528"/>
                  <a:ext cx="453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C7AE90-B5CB-A9B5-0A1A-81DFA535BAF4}"/>
                    </a:ext>
                  </a:extLst>
                </p14:cNvPr>
                <p14:cNvContentPartPr/>
                <p14:nvPr/>
              </p14:nvContentPartPr>
              <p14:xfrm>
                <a:off x="2180284" y="3453728"/>
                <a:ext cx="36720" cy="302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C7AE90-B5CB-A9B5-0A1A-81DFA535BA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71644" y="3445088"/>
                  <a:ext cx="54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954DB7-E419-5C2A-8E02-8E14FF246BD0}"/>
                    </a:ext>
                  </a:extLst>
                </p14:cNvPr>
                <p14:cNvContentPartPr/>
                <p14:nvPr/>
              </p14:nvContentPartPr>
              <p14:xfrm>
                <a:off x="3623164" y="3214688"/>
                <a:ext cx="2027520" cy="444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954DB7-E419-5C2A-8E02-8E14FF246B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14524" y="3206048"/>
                  <a:ext cx="20451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DFD1EE-F121-4FB9-AF00-948F64CF5DAD}"/>
                    </a:ext>
                  </a:extLst>
                </p14:cNvPr>
                <p14:cNvContentPartPr/>
                <p14:nvPr/>
              </p14:nvContentPartPr>
              <p14:xfrm>
                <a:off x="7510084" y="3076448"/>
                <a:ext cx="160200" cy="171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DFD1EE-F121-4FB9-AF00-948F64CF5D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01444" y="3067808"/>
                  <a:ext cx="177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631DDA-1868-0C2E-169A-E088FB6A9A6F}"/>
                    </a:ext>
                  </a:extLst>
                </p14:cNvPr>
                <p14:cNvContentPartPr/>
                <p14:nvPr/>
              </p14:nvContentPartPr>
              <p14:xfrm>
                <a:off x="7797724" y="2968088"/>
                <a:ext cx="10800" cy="502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631DDA-1868-0C2E-169A-E088FB6A9A6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89084" y="2959088"/>
                  <a:ext cx="284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D86E581-A1C6-143C-0C93-270EA958C73A}"/>
                    </a:ext>
                  </a:extLst>
                </p14:cNvPr>
                <p14:cNvContentPartPr/>
                <p14:nvPr/>
              </p14:nvContentPartPr>
              <p14:xfrm>
                <a:off x="7900324" y="3091928"/>
                <a:ext cx="127080" cy="37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D86E581-A1C6-143C-0C93-270EA958C7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91684" y="3083288"/>
                  <a:ext cx="1447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F0BA46-F58B-CCA7-ACCD-E5B36DF0EE80}"/>
                    </a:ext>
                  </a:extLst>
                </p14:cNvPr>
                <p14:cNvContentPartPr/>
                <p14:nvPr/>
              </p14:nvContentPartPr>
              <p14:xfrm>
                <a:off x="8167804" y="3303608"/>
                <a:ext cx="360" cy="7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F0BA46-F58B-CCA7-ACCD-E5B36DF0EE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58804" y="3294608"/>
                  <a:ext cx="18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D50204-F61C-7439-514A-07342FCC61A8}"/>
                    </a:ext>
                  </a:extLst>
                </p14:cNvPr>
                <p14:cNvContentPartPr/>
                <p14:nvPr/>
              </p14:nvContentPartPr>
              <p14:xfrm>
                <a:off x="3258844" y="2523488"/>
                <a:ext cx="172440" cy="113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D50204-F61C-7439-514A-07342FCC61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50204" y="2514488"/>
                  <a:ext cx="190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9E8668-0FD7-A42E-B07C-CDE0E16F24B3}"/>
                    </a:ext>
                  </a:extLst>
                </p14:cNvPr>
                <p14:cNvContentPartPr/>
                <p14:nvPr/>
              </p14:nvContentPartPr>
              <p14:xfrm>
                <a:off x="3509404" y="2512328"/>
                <a:ext cx="84960" cy="140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9E8668-0FD7-A42E-B07C-CDE0E16F24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00404" y="2503328"/>
                  <a:ext cx="102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7D94E9-04C8-8F1A-3D0F-ED0A25B47D93}"/>
                    </a:ext>
                  </a:extLst>
                </p14:cNvPr>
                <p14:cNvContentPartPr/>
                <p14:nvPr/>
              </p14:nvContentPartPr>
              <p14:xfrm>
                <a:off x="1791844" y="796568"/>
                <a:ext cx="155160" cy="187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7D94E9-04C8-8F1A-3D0F-ED0A25B47D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82844" y="787928"/>
                  <a:ext cx="172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DF172A-F4CB-377B-0D43-2705AE3748FE}"/>
                    </a:ext>
                  </a:extLst>
                </p14:cNvPr>
                <p14:cNvContentPartPr/>
                <p14:nvPr/>
              </p14:nvContentPartPr>
              <p14:xfrm>
                <a:off x="1323484" y="856688"/>
                <a:ext cx="197640" cy="168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DF172A-F4CB-377B-0D43-2705AE3748F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14844" y="848048"/>
                  <a:ext cx="215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F4140C-9DB2-120A-5CD6-E3EAB0C9C485}"/>
                    </a:ext>
                  </a:extLst>
                </p14:cNvPr>
                <p14:cNvContentPartPr/>
                <p14:nvPr/>
              </p14:nvContentPartPr>
              <p14:xfrm>
                <a:off x="1535884" y="922568"/>
                <a:ext cx="3240" cy="19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F4140C-9DB2-120A-5CD6-E3EAB0C9C4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26884" y="913928"/>
                  <a:ext cx="20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678D70-C436-6319-3135-F1B2265DA306}"/>
                    </a:ext>
                  </a:extLst>
                </p14:cNvPr>
                <p14:cNvContentPartPr/>
                <p14:nvPr/>
              </p14:nvContentPartPr>
              <p14:xfrm>
                <a:off x="1859884" y="1875128"/>
                <a:ext cx="192960" cy="19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678D70-C436-6319-3135-F1B2265DA3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51244" y="1866128"/>
                  <a:ext cx="210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8271FE-F1A0-4CD0-3B25-A0EA11FB3423}"/>
                    </a:ext>
                  </a:extLst>
                </p14:cNvPr>
                <p14:cNvContentPartPr/>
                <p14:nvPr/>
              </p14:nvContentPartPr>
              <p14:xfrm>
                <a:off x="1346164" y="1906808"/>
                <a:ext cx="167040" cy="165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8271FE-F1A0-4CD0-3B25-A0EA11FB342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37524" y="1898168"/>
                  <a:ext cx="184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DD1411-9257-6F71-4722-51F60012FC68}"/>
                    </a:ext>
                  </a:extLst>
                </p14:cNvPr>
                <p14:cNvContentPartPr/>
                <p14:nvPr/>
              </p14:nvContentPartPr>
              <p14:xfrm>
                <a:off x="1567204" y="2024528"/>
                <a:ext cx="175680" cy="185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DD1411-9257-6F71-4722-51F60012FC6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58204" y="2015528"/>
                  <a:ext cx="193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3FA473-5DD9-FFDA-4857-AE6849F95D8C}"/>
                    </a:ext>
                  </a:extLst>
                </p14:cNvPr>
                <p14:cNvContentPartPr/>
                <p14:nvPr/>
              </p14:nvContentPartPr>
              <p14:xfrm>
                <a:off x="3619564" y="315608"/>
                <a:ext cx="201960" cy="231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3FA473-5DD9-FFDA-4857-AE6849F95D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10564" y="306968"/>
                  <a:ext cx="219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05A515-A1C9-1F15-6727-8C741552E9D9}"/>
                    </a:ext>
                  </a:extLst>
                </p14:cNvPr>
                <p14:cNvContentPartPr/>
                <p14:nvPr/>
              </p14:nvContentPartPr>
              <p14:xfrm>
                <a:off x="3672484" y="1247288"/>
                <a:ext cx="206280" cy="21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05A515-A1C9-1F15-6727-8C741552E9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63844" y="1238288"/>
                  <a:ext cx="223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6A4DC9-3B06-4E7A-B8E5-BE8CFF3DD9A7}"/>
                    </a:ext>
                  </a:extLst>
                </p14:cNvPr>
                <p14:cNvContentPartPr/>
                <p14:nvPr/>
              </p14:nvContentPartPr>
              <p14:xfrm>
                <a:off x="3736924" y="2104448"/>
                <a:ext cx="221040" cy="263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6A4DC9-3B06-4E7A-B8E5-BE8CFF3DD9A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28284" y="2095808"/>
                  <a:ext cx="238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5246C1-9BE3-C221-2693-06690781E65F}"/>
                    </a:ext>
                  </a:extLst>
                </p14:cNvPr>
                <p14:cNvContentPartPr/>
                <p14:nvPr/>
              </p14:nvContentPartPr>
              <p14:xfrm>
                <a:off x="1974004" y="420008"/>
                <a:ext cx="1635480" cy="497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5246C1-9BE3-C221-2693-06690781E65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65364" y="411368"/>
                  <a:ext cx="16531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DCB352-B7CF-43E6-D74F-1CF12D91A163}"/>
                    </a:ext>
                  </a:extLst>
                </p14:cNvPr>
                <p14:cNvContentPartPr/>
                <p14:nvPr/>
              </p14:nvContentPartPr>
              <p14:xfrm>
                <a:off x="2018644" y="894128"/>
                <a:ext cx="1702440" cy="439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DCB352-B7CF-43E6-D74F-1CF12D91A16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10004" y="885128"/>
                  <a:ext cx="17200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FF3271-FE2A-DCF5-24C7-89FC2A07BBBF}"/>
                    </a:ext>
                  </a:extLst>
                </p14:cNvPr>
                <p14:cNvContentPartPr/>
                <p14:nvPr/>
              </p14:nvContentPartPr>
              <p14:xfrm>
                <a:off x="2052124" y="922568"/>
                <a:ext cx="1724040" cy="1404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FF3271-FE2A-DCF5-24C7-89FC2A07BBB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043484" y="913928"/>
                  <a:ext cx="1741680" cy="14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AB5509-2780-45A5-C5F4-65443F18EEB9}"/>
                    </a:ext>
                  </a:extLst>
                </p14:cNvPr>
                <p14:cNvContentPartPr/>
                <p14:nvPr/>
              </p14:nvContentPartPr>
              <p14:xfrm>
                <a:off x="2766364" y="294368"/>
                <a:ext cx="169560" cy="16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AB5509-2780-45A5-C5F4-65443F18EE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757364" y="285368"/>
                  <a:ext cx="187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B4139A-FA44-C3F5-8499-7EE4B9A44EDC}"/>
                    </a:ext>
                  </a:extLst>
                </p14:cNvPr>
                <p14:cNvContentPartPr/>
                <p14:nvPr/>
              </p14:nvContentPartPr>
              <p14:xfrm>
                <a:off x="2991004" y="303728"/>
                <a:ext cx="39240" cy="161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B4139A-FA44-C3F5-8499-7EE4B9A44ED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82004" y="294728"/>
                  <a:ext cx="56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A7F10C-8BF9-E2D7-9243-E1283513E30D}"/>
                    </a:ext>
                  </a:extLst>
                </p14:cNvPr>
                <p14:cNvContentPartPr/>
                <p14:nvPr/>
              </p14:nvContentPartPr>
              <p14:xfrm>
                <a:off x="2962924" y="861368"/>
                <a:ext cx="379800" cy="15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A7F10C-8BF9-E2D7-9243-E1283513E3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54284" y="852368"/>
                  <a:ext cx="397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4D6115-16B9-4A57-4EE4-37CC1CDF9498}"/>
                    </a:ext>
                  </a:extLst>
                </p14:cNvPr>
                <p14:cNvContentPartPr/>
                <p14:nvPr/>
              </p14:nvContentPartPr>
              <p14:xfrm>
                <a:off x="2939524" y="1621688"/>
                <a:ext cx="151560" cy="177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4D6115-16B9-4A57-4EE4-37CC1CDF949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30524" y="1613048"/>
                  <a:ext cx="169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D63137-5E2C-F9EE-5C9E-272D444CEF04}"/>
                    </a:ext>
                  </a:extLst>
                </p14:cNvPr>
                <p14:cNvContentPartPr/>
                <p14:nvPr/>
              </p14:nvContentPartPr>
              <p14:xfrm>
                <a:off x="3155884" y="1759928"/>
                <a:ext cx="59760" cy="119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D63137-5E2C-F9EE-5C9E-272D444CEF0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47244" y="1751288"/>
                  <a:ext cx="77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193C45-6B5B-2CE0-1F62-13B05CB08CD3}"/>
                    </a:ext>
                  </a:extLst>
                </p14:cNvPr>
                <p14:cNvContentPartPr/>
                <p14:nvPr/>
              </p14:nvContentPartPr>
              <p14:xfrm>
                <a:off x="2036284" y="486248"/>
                <a:ext cx="1631880" cy="1536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193C45-6B5B-2CE0-1F62-13B05CB08CD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27644" y="477248"/>
                  <a:ext cx="1649520" cy="15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C738B4-54F7-3F30-311E-0D6A113C7036}"/>
                    </a:ext>
                  </a:extLst>
                </p14:cNvPr>
                <p14:cNvContentPartPr/>
                <p14:nvPr/>
              </p14:nvContentPartPr>
              <p14:xfrm>
                <a:off x="2043124" y="1316048"/>
                <a:ext cx="1598760" cy="703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C738B4-54F7-3F30-311E-0D6A113C70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034124" y="1307048"/>
                  <a:ext cx="161640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AB37EF-6B3F-4FAB-A3DE-9B10E2CFDA1D}"/>
                    </a:ext>
                  </a:extLst>
                </p14:cNvPr>
                <p14:cNvContentPartPr/>
                <p14:nvPr/>
              </p14:nvContentPartPr>
              <p14:xfrm>
                <a:off x="2009644" y="2055488"/>
                <a:ext cx="1818720" cy="302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AB37EF-6B3F-4FAB-A3DE-9B10E2CFDA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00644" y="2046848"/>
                  <a:ext cx="1836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62BCA3-9607-3097-307A-DA3183E5DCF1}"/>
                    </a:ext>
                  </a:extLst>
                </p14:cNvPr>
                <p14:cNvContentPartPr/>
                <p14:nvPr/>
              </p14:nvContentPartPr>
              <p14:xfrm>
                <a:off x="3586804" y="742928"/>
                <a:ext cx="106200" cy="92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62BCA3-9607-3097-307A-DA3183E5DCF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78164" y="734288"/>
                  <a:ext cx="123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6B723D-5E35-D41C-54CC-AC620904403C}"/>
                    </a:ext>
                  </a:extLst>
                </p14:cNvPr>
                <p14:cNvContentPartPr/>
                <p14:nvPr/>
              </p14:nvContentPartPr>
              <p14:xfrm>
                <a:off x="3748444" y="743648"/>
                <a:ext cx="105480" cy="121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6B723D-5E35-D41C-54CC-AC62090440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39444" y="735008"/>
                  <a:ext cx="123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50747C-6010-7734-588F-1D65F566E0EA}"/>
                    </a:ext>
                  </a:extLst>
                </p14:cNvPr>
                <p14:cNvContentPartPr/>
                <p14:nvPr/>
              </p14:nvContentPartPr>
              <p14:xfrm>
                <a:off x="3501844" y="1479128"/>
                <a:ext cx="112320" cy="9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50747C-6010-7734-588F-1D65F566E0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92844" y="1470488"/>
                  <a:ext cx="129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0F296E-6DB9-EFC9-38D7-37286582E6DD}"/>
                    </a:ext>
                  </a:extLst>
                </p14:cNvPr>
                <p14:cNvContentPartPr/>
                <p14:nvPr/>
              </p14:nvContentPartPr>
              <p14:xfrm>
                <a:off x="3666724" y="1455728"/>
                <a:ext cx="95040" cy="15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0F296E-6DB9-EFC9-38D7-37286582E6D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58084" y="1446728"/>
                  <a:ext cx="112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FF2F5E-2521-C424-44E1-A702052B7F7B}"/>
                    </a:ext>
                  </a:extLst>
                </p14:cNvPr>
                <p14:cNvContentPartPr/>
                <p14:nvPr/>
              </p14:nvContentPartPr>
              <p14:xfrm>
                <a:off x="5430724" y="333608"/>
                <a:ext cx="168840" cy="19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FF2F5E-2521-C424-44E1-A702052B7F7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22084" y="324608"/>
                  <a:ext cx="18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E74EF5-A3B8-554B-683E-658C0781FA88}"/>
                    </a:ext>
                  </a:extLst>
                </p14:cNvPr>
                <p14:cNvContentPartPr/>
                <p14:nvPr/>
              </p14:nvContentPartPr>
              <p14:xfrm>
                <a:off x="5459524" y="1097528"/>
                <a:ext cx="192960" cy="154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E74EF5-A3B8-554B-683E-658C0781FA8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50524" y="1088888"/>
                  <a:ext cx="210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26CC0B-8E06-9160-4EF3-AF78CBEE6629}"/>
                    </a:ext>
                  </a:extLst>
                </p14:cNvPr>
                <p14:cNvContentPartPr/>
                <p14:nvPr/>
              </p14:nvContentPartPr>
              <p14:xfrm>
                <a:off x="5564644" y="1987808"/>
                <a:ext cx="190800" cy="222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26CC0B-8E06-9160-4EF3-AF78CBEE662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555644" y="1979168"/>
                  <a:ext cx="208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DFF049-DC0E-AD87-660A-70CCCBEBC43A}"/>
                    </a:ext>
                  </a:extLst>
                </p14:cNvPr>
                <p14:cNvContentPartPr/>
                <p14:nvPr/>
              </p14:nvContentPartPr>
              <p14:xfrm>
                <a:off x="3832324" y="397328"/>
                <a:ext cx="1702080" cy="75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DFF049-DC0E-AD87-660A-70CCCBEBC4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23684" y="388688"/>
                  <a:ext cx="1719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FF02C73-09A6-D19B-EC3F-1908244D6540}"/>
                    </a:ext>
                  </a:extLst>
                </p14:cNvPr>
                <p14:cNvContentPartPr/>
                <p14:nvPr/>
              </p14:nvContentPartPr>
              <p14:xfrm>
                <a:off x="3770404" y="505688"/>
                <a:ext cx="1679040" cy="716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FF02C73-09A6-D19B-EC3F-1908244D654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61404" y="497048"/>
                  <a:ext cx="169668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1923538-F153-9AC0-CF21-E5064812D47D}"/>
                    </a:ext>
                  </a:extLst>
                </p14:cNvPr>
                <p14:cNvContentPartPr/>
                <p14:nvPr/>
              </p14:nvContentPartPr>
              <p14:xfrm>
                <a:off x="3823324" y="503168"/>
                <a:ext cx="1801800" cy="1603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1923538-F153-9AC0-CF21-E5064812D4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14324" y="494528"/>
                  <a:ext cx="1819440" cy="16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3D38D9-902E-57F7-E265-713095EB0F52}"/>
                    </a:ext>
                  </a:extLst>
                </p14:cNvPr>
                <p14:cNvContentPartPr/>
                <p14:nvPr/>
              </p14:nvContentPartPr>
              <p14:xfrm>
                <a:off x="3915844" y="435128"/>
                <a:ext cx="1573200" cy="89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3D38D9-902E-57F7-E265-713095EB0F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07204" y="426128"/>
                  <a:ext cx="159084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868E50F-3287-8FBA-24F3-E553640A17A8}"/>
                    </a:ext>
                  </a:extLst>
                </p14:cNvPr>
                <p14:cNvContentPartPr/>
                <p14:nvPr/>
              </p14:nvContentPartPr>
              <p14:xfrm>
                <a:off x="3880204" y="1093208"/>
                <a:ext cx="1560600" cy="338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868E50F-3287-8FBA-24F3-E553640A17A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71204" y="1084568"/>
                  <a:ext cx="1578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2E0B72-D9CB-300F-8FE2-12C491618D20}"/>
                    </a:ext>
                  </a:extLst>
                </p14:cNvPr>
                <p14:cNvContentPartPr/>
                <p14:nvPr/>
              </p14:nvContentPartPr>
              <p14:xfrm>
                <a:off x="3977044" y="1432688"/>
                <a:ext cx="1589760" cy="71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2E0B72-D9CB-300F-8FE2-12C491618D2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68404" y="1423688"/>
                  <a:ext cx="160740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74D0AB0-C96C-84C0-4766-E4A953F4E4D7}"/>
                    </a:ext>
                  </a:extLst>
                </p14:cNvPr>
                <p14:cNvContentPartPr/>
                <p14:nvPr/>
              </p14:nvContentPartPr>
              <p14:xfrm>
                <a:off x="3983164" y="458168"/>
                <a:ext cx="1516320" cy="1727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74D0AB0-C96C-84C0-4766-E4A953F4E4D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74164" y="449528"/>
                  <a:ext cx="1533960" cy="17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1E7FA5-69C1-9E68-B202-81C20F073D6A}"/>
                    </a:ext>
                  </a:extLst>
                </p14:cNvPr>
                <p14:cNvContentPartPr/>
                <p14:nvPr/>
              </p14:nvContentPartPr>
              <p14:xfrm>
                <a:off x="3891364" y="1205888"/>
                <a:ext cx="1584360" cy="110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1E7FA5-69C1-9E68-B202-81C20F073D6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882724" y="1196888"/>
                  <a:ext cx="1602000" cy="11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81D8C8-765C-D765-7D48-B18343B72C87}"/>
                    </a:ext>
                  </a:extLst>
                </p14:cNvPr>
                <p14:cNvContentPartPr/>
                <p14:nvPr/>
              </p14:nvContentPartPr>
              <p14:xfrm>
                <a:off x="3991444" y="2043248"/>
                <a:ext cx="1652040" cy="22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81D8C8-765C-D765-7D48-B18343B72C8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82804" y="2034248"/>
                  <a:ext cx="16696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E16873-7903-8597-DF90-737CAD4D3993}"/>
                    </a:ext>
                  </a:extLst>
                </p14:cNvPr>
                <p14:cNvContentPartPr/>
                <p14:nvPr/>
              </p14:nvContentPartPr>
              <p14:xfrm>
                <a:off x="7207324" y="1097528"/>
                <a:ext cx="240840" cy="228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E16873-7903-8597-DF90-737CAD4D399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98684" y="1088888"/>
                  <a:ext cx="258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009B0F-D22D-27B9-0363-D8B9D4297A6F}"/>
                    </a:ext>
                  </a:extLst>
                </p14:cNvPr>
                <p14:cNvContentPartPr/>
                <p14:nvPr/>
              </p14:nvContentPartPr>
              <p14:xfrm>
                <a:off x="5604604" y="429728"/>
                <a:ext cx="1578600" cy="82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009B0F-D22D-27B9-0363-D8B9D4297A6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95604" y="421088"/>
                  <a:ext cx="159624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EC6CCB-8BE4-BA0E-3768-1297A70E4363}"/>
                    </a:ext>
                  </a:extLst>
                </p14:cNvPr>
                <p14:cNvContentPartPr/>
                <p14:nvPr/>
              </p14:nvContentPartPr>
              <p14:xfrm>
                <a:off x="5714404" y="1165928"/>
                <a:ext cx="1759320" cy="95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EC6CCB-8BE4-BA0E-3768-1297A70E436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05404" y="1156928"/>
                  <a:ext cx="1776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B04FF6-601B-9C3C-9E79-E42CC2347D40}"/>
                    </a:ext>
                  </a:extLst>
                </p14:cNvPr>
                <p14:cNvContentPartPr/>
                <p14:nvPr/>
              </p14:nvContentPartPr>
              <p14:xfrm>
                <a:off x="5665084" y="1179608"/>
                <a:ext cx="111960" cy="3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B04FF6-601B-9C3C-9E79-E42CC2347D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656444" y="1170608"/>
                  <a:ext cx="129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6DCCD8-8EEE-53C0-CFD4-25DC8100DF7C}"/>
                    </a:ext>
                  </a:extLst>
                </p14:cNvPr>
                <p14:cNvContentPartPr/>
                <p14:nvPr/>
              </p14:nvContentPartPr>
              <p14:xfrm>
                <a:off x="5722324" y="1312448"/>
                <a:ext cx="1715400" cy="803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6DCCD8-8EEE-53C0-CFD4-25DC8100DF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713684" y="1303448"/>
                  <a:ext cx="173304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4A9F40-1229-DC35-8D7B-E5DC062044C4}"/>
                    </a:ext>
                  </a:extLst>
                </p14:cNvPr>
                <p14:cNvContentPartPr/>
                <p14:nvPr/>
              </p14:nvContentPartPr>
              <p14:xfrm>
                <a:off x="7707004" y="1046408"/>
                <a:ext cx="223920" cy="297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4A9F40-1229-DC35-8D7B-E5DC062044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698004" y="1037768"/>
                  <a:ext cx="241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D7BEFB-30A7-0378-6F4C-5595643411F7}"/>
                    </a:ext>
                  </a:extLst>
                </p14:cNvPr>
                <p14:cNvContentPartPr/>
                <p14:nvPr/>
              </p14:nvContentPartPr>
              <p14:xfrm>
                <a:off x="7766764" y="1011488"/>
                <a:ext cx="113040" cy="80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D7BEFB-30A7-0378-6F4C-5595643411F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57764" y="1002488"/>
                  <a:ext cx="130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342BCF1-E128-3F8C-30F2-A62E0572E503}"/>
                    </a:ext>
                  </a:extLst>
                </p14:cNvPr>
                <p14:cNvContentPartPr/>
                <p14:nvPr/>
              </p14:nvContentPartPr>
              <p14:xfrm>
                <a:off x="7777204" y="1136048"/>
                <a:ext cx="154080" cy="13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342BCF1-E128-3F8C-30F2-A62E0572E50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68204" y="1127048"/>
                  <a:ext cx="171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B631F0-3106-EA5E-B22E-548E6A71C9C4}"/>
                    </a:ext>
                  </a:extLst>
                </p14:cNvPr>
                <p14:cNvContentPartPr/>
                <p14:nvPr/>
              </p14:nvContentPartPr>
              <p14:xfrm>
                <a:off x="3754204" y="122648"/>
                <a:ext cx="187920" cy="12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B631F0-3106-EA5E-B22E-548E6A71C9C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45204" y="113648"/>
                  <a:ext cx="205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045540-1C21-9359-22D2-24F349A91165}"/>
                    </a:ext>
                  </a:extLst>
                </p14:cNvPr>
                <p14:cNvContentPartPr/>
                <p14:nvPr/>
              </p14:nvContentPartPr>
              <p14:xfrm>
                <a:off x="4005124" y="208328"/>
                <a:ext cx="3240" cy="128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045540-1C21-9359-22D2-24F349A911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96484" y="199328"/>
                  <a:ext cx="208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22BC04F-324B-FD13-1524-B6520F443666}"/>
                    </a:ext>
                  </a:extLst>
                </p14:cNvPr>
                <p14:cNvContentPartPr/>
                <p14:nvPr/>
              </p14:nvContentPartPr>
              <p14:xfrm>
                <a:off x="3757804" y="1065848"/>
                <a:ext cx="168120" cy="65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22BC04F-324B-FD13-1524-B6520F44366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49164" y="1057208"/>
                  <a:ext cx="185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A780F8-C1A7-D3BE-E94F-F1F9AE7ECCA6}"/>
                    </a:ext>
                  </a:extLst>
                </p14:cNvPr>
                <p14:cNvContentPartPr/>
                <p14:nvPr/>
              </p14:nvContentPartPr>
              <p14:xfrm>
                <a:off x="3931684" y="1103288"/>
                <a:ext cx="137520" cy="70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A780F8-C1A7-D3BE-E94F-F1F9AE7ECCA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23044" y="1094288"/>
                  <a:ext cx="155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E84026-6694-8211-CFF0-EC51133D5EFF}"/>
                    </a:ext>
                  </a:extLst>
                </p14:cNvPr>
                <p14:cNvContentPartPr/>
                <p14:nvPr/>
              </p14:nvContentPartPr>
              <p14:xfrm>
                <a:off x="3767164" y="1871888"/>
                <a:ext cx="189360" cy="142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E84026-6694-8211-CFF0-EC51133D5EF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58164" y="1863248"/>
                  <a:ext cx="2070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98433F8-1CFB-2FA8-7BD5-9CB2AD04676A}"/>
                    </a:ext>
                  </a:extLst>
                </p14:cNvPr>
                <p14:cNvContentPartPr/>
                <p14:nvPr/>
              </p14:nvContentPartPr>
              <p14:xfrm>
                <a:off x="3966244" y="1914368"/>
                <a:ext cx="88920" cy="108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98433F8-1CFB-2FA8-7BD5-9CB2AD04676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57604" y="1905728"/>
                  <a:ext cx="106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BC96E2-D5F5-AB38-502F-F9CF43E2E136}"/>
                    </a:ext>
                  </a:extLst>
                </p14:cNvPr>
                <p14:cNvContentPartPr/>
                <p14:nvPr/>
              </p14:nvContentPartPr>
              <p14:xfrm>
                <a:off x="4510564" y="221648"/>
                <a:ext cx="158760" cy="101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BC96E2-D5F5-AB38-502F-F9CF43E2E13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01564" y="213008"/>
                  <a:ext cx="176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2BBA589-5399-7171-2EA0-E36D43778788}"/>
                    </a:ext>
                  </a:extLst>
                </p14:cNvPr>
                <p14:cNvContentPartPr/>
                <p14:nvPr/>
              </p14:nvContentPartPr>
              <p14:xfrm>
                <a:off x="4737004" y="256568"/>
                <a:ext cx="81000" cy="120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2BBA589-5399-7171-2EA0-E36D437787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28364" y="247928"/>
                  <a:ext cx="98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3D8D8C-C887-977F-C376-F213F0914F99}"/>
                    </a:ext>
                  </a:extLst>
                </p14:cNvPr>
                <p14:cNvContentPartPr/>
                <p14:nvPr/>
              </p14:nvContentPartPr>
              <p14:xfrm>
                <a:off x="4399324" y="621608"/>
                <a:ext cx="114840" cy="122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3D8D8C-C887-977F-C376-F213F0914F9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390324" y="612968"/>
                  <a:ext cx="132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A655D0C-48C9-C5BD-FD3F-DA5CDC28CA68}"/>
                    </a:ext>
                  </a:extLst>
                </p14:cNvPr>
                <p14:cNvContentPartPr/>
                <p14:nvPr/>
              </p14:nvContentPartPr>
              <p14:xfrm>
                <a:off x="4560244" y="620888"/>
                <a:ext cx="79560" cy="162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A655D0C-48C9-C5BD-FD3F-DA5CDC28CA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1604" y="612248"/>
                  <a:ext cx="97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3E1A78-7902-A49B-4F46-BC14D1EB2AC5}"/>
                    </a:ext>
                  </a:extLst>
                </p14:cNvPr>
                <p14:cNvContentPartPr/>
                <p14:nvPr/>
              </p14:nvContentPartPr>
              <p14:xfrm>
                <a:off x="5152084" y="1708088"/>
                <a:ext cx="88200" cy="132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3E1A78-7902-A49B-4F46-BC14D1EB2AC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43444" y="1699448"/>
                  <a:ext cx="1058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4F53B9-0AE3-E132-6DB3-83BD3D9B774B}"/>
                    </a:ext>
                  </a:extLst>
                </p14:cNvPr>
                <p14:cNvContentPartPr/>
                <p14:nvPr/>
              </p14:nvContentPartPr>
              <p14:xfrm>
                <a:off x="5328124" y="1786928"/>
                <a:ext cx="33840" cy="142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4F53B9-0AE3-E132-6DB3-83BD3D9B774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19484" y="1778288"/>
                  <a:ext cx="51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0BE7C85-8C46-EF73-BDF2-5BBDCFA50762}"/>
                    </a:ext>
                  </a:extLst>
                </p14:cNvPr>
                <p14:cNvContentPartPr/>
                <p14:nvPr/>
              </p14:nvContentPartPr>
              <p14:xfrm>
                <a:off x="5298964" y="819248"/>
                <a:ext cx="104040" cy="81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0BE7C85-8C46-EF73-BDF2-5BBDCFA5076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90324" y="810248"/>
                  <a:ext cx="121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240EF9-7EB0-F9EF-D769-81BABA330F5B}"/>
                    </a:ext>
                  </a:extLst>
                </p14:cNvPr>
                <p14:cNvContentPartPr/>
                <p14:nvPr/>
              </p14:nvContentPartPr>
              <p14:xfrm>
                <a:off x="5464204" y="789008"/>
                <a:ext cx="21240" cy="34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240EF9-7EB0-F9EF-D769-81BABA330F5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455204" y="780008"/>
                  <a:ext cx="38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70EC5AE-751D-6060-11AD-F57763CE6C2F}"/>
                    </a:ext>
                  </a:extLst>
                </p14:cNvPr>
                <p14:cNvContentPartPr/>
                <p14:nvPr/>
              </p14:nvContentPartPr>
              <p14:xfrm>
                <a:off x="5464204" y="780368"/>
                <a:ext cx="134280" cy="62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70EC5AE-751D-6060-11AD-F57763CE6C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55204" y="771368"/>
                  <a:ext cx="151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855B5F-80D1-69D4-C8E4-330BF058789A}"/>
                    </a:ext>
                  </a:extLst>
                </p14:cNvPr>
                <p14:cNvContentPartPr/>
                <p14:nvPr/>
              </p14:nvContentPartPr>
              <p14:xfrm>
                <a:off x="5448004" y="799088"/>
                <a:ext cx="31680" cy="90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855B5F-80D1-69D4-C8E4-330BF058789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39364" y="790448"/>
                  <a:ext cx="49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1F0FCFB-92DA-6E26-6367-DF8F9F38FF78}"/>
                    </a:ext>
                  </a:extLst>
                </p14:cNvPr>
                <p14:cNvContentPartPr/>
                <p14:nvPr/>
              </p14:nvContentPartPr>
              <p14:xfrm>
                <a:off x="5223004" y="1529168"/>
                <a:ext cx="134280" cy="113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1F0FCFB-92DA-6E26-6367-DF8F9F38FF7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14004" y="1520168"/>
                  <a:ext cx="151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D1336E-A3FC-3D3B-18C1-D130451E6AF0}"/>
                    </a:ext>
                  </a:extLst>
                </p14:cNvPr>
                <p14:cNvContentPartPr/>
                <p14:nvPr/>
              </p14:nvContentPartPr>
              <p14:xfrm>
                <a:off x="5426044" y="1483088"/>
                <a:ext cx="32760" cy="96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D1336E-A3FC-3D3B-18C1-D130451E6AF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17404" y="1474088"/>
                  <a:ext cx="50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3D598EA-B1F5-74FD-04CD-5780EC1BB2CB}"/>
                    </a:ext>
                  </a:extLst>
                </p14:cNvPr>
                <p14:cNvContentPartPr/>
                <p14:nvPr/>
              </p14:nvContentPartPr>
              <p14:xfrm>
                <a:off x="5513524" y="1462568"/>
                <a:ext cx="38160" cy="107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3D598EA-B1F5-74FD-04CD-5780EC1BB2C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04524" y="1453568"/>
                  <a:ext cx="55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D5C0300-2703-B089-C7DC-74104AE68B6F}"/>
                    </a:ext>
                  </a:extLst>
                </p14:cNvPr>
                <p14:cNvContentPartPr/>
                <p14:nvPr/>
              </p14:nvContentPartPr>
              <p14:xfrm>
                <a:off x="4814764" y="2301728"/>
                <a:ext cx="189720" cy="124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D5C0300-2703-B089-C7DC-74104AE68B6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06124" y="2292728"/>
                  <a:ext cx="207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FB338D-EA46-2640-1F41-AEE64D2C7406}"/>
                    </a:ext>
                  </a:extLst>
                </p14:cNvPr>
                <p14:cNvContentPartPr/>
                <p14:nvPr/>
              </p14:nvContentPartPr>
              <p14:xfrm>
                <a:off x="5093404" y="2311808"/>
                <a:ext cx="6840" cy="12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FB338D-EA46-2640-1F41-AEE64D2C740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84764" y="2302808"/>
                  <a:ext cx="24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54A08FB-000C-CA6C-749A-BABDE7FED939}"/>
                    </a:ext>
                  </a:extLst>
                </p14:cNvPr>
                <p14:cNvContentPartPr/>
                <p14:nvPr/>
              </p14:nvContentPartPr>
              <p14:xfrm>
                <a:off x="5196724" y="2360408"/>
                <a:ext cx="154080" cy="94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54A08FB-000C-CA6C-749A-BABDE7FED93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188084" y="2351408"/>
                  <a:ext cx="17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CECF9B7-A7A7-46CA-A56A-0F67EED5AEB9}"/>
                    </a:ext>
                  </a:extLst>
                </p14:cNvPr>
                <p14:cNvContentPartPr/>
                <p14:nvPr/>
              </p14:nvContentPartPr>
              <p14:xfrm>
                <a:off x="6448084" y="525488"/>
                <a:ext cx="147240" cy="144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CECF9B7-A7A7-46CA-A56A-0F67EED5AEB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39444" y="516488"/>
                  <a:ext cx="164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B9D9720-B9CB-F88C-E503-DD23993F65D7}"/>
                    </a:ext>
                  </a:extLst>
                </p14:cNvPr>
                <p14:cNvContentPartPr/>
                <p14:nvPr/>
              </p14:nvContentPartPr>
              <p14:xfrm>
                <a:off x="6695404" y="649688"/>
                <a:ext cx="5040" cy="125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B9D9720-B9CB-F88C-E503-DD23993F65D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86764" y="641048"/>
                  <a:ext cx="22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83908A-016C-5C4B-973E-601C1AB19393}"/>
                    </a:ext>
                  </a:extLst>
                </p14:cNvPr>
                <p14:cNvContentPartPr/>
                <p14:nvPr/>
              </p14:nvContentPartPr>
              <p14:xfrm>
                <a:off x="6735364" y="693248"/>
                <a:ext cx="121680" cy="118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83908A-016C-5C4B-973E-601C1AB193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726364" y="684608"/>
                  <a:ext cx="139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DD16544-95A0-4FB9-FDB7-A97F01629D38}"/>
                    </a:ext>
                  </a:extLst>
                </p14:cNvPr>
                <p14:cNvContentPartPr/>
                <p14:nvPr/>
              </p14:nvContentPartPr>
              <p14:xfrm>
                <a:off x="6425764" y="1324688"/>
                <a:ext cx="39600" cy="16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DD16544-95A0-4FB9-FDB7-A97F01629D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17124" y="1316048"/>
                  <a:ext cx="57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CC0F728-58A1-D4A1-180A-0EB3F52D55AF}"/>
                    </a:ext>
                  </a:extLst>
                </p14:cNvPr>
                <p14:cNvContentPartPr/>
                <p14:nvPr/>
              </p14:nvContentPartPr>
              <p14:xfrm>
                <a:off x="6506044" y="1392728"/>
                <a:ext cx="61200" cy="39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CC0F728-58A1-D4A1-180A-0EB3F52D55A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97044" y="1383728"/>
                  <a:ext cx="78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44723DC-3A24-B68B-AC8D-54D8508D7534}"/>
                    </a:ext>
                  </a:extLst>
                </p14:cNvPr>
                <p14:cNvContentPartPr/>
                <p14:nvPr/>
              </p14:nvContentPartPr>
              <p14:xfrm>
                <a:off x="6456364" y="1300568"/>
                <a:ext cx="176040" cy="194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44723DC-3A24-B68B-AC8D-54D8508D753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47724" y="1291568"/>
                  <a:ext cx="193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C51EDEC-4027-64E1-F0F0-0CFEEFEEA54B}"/>
                    </a:ext>
                  </a:extLst>
                </p14:cNvPr>
                <p14:cNvContentPartPr/>
                <p14:nvPr/>
              </p14:nvContentPartPr>
              <p14:xfrm>
                <a:off x="6687124" y="1354928"/>
                <a:ext cx="19440" cy="126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C51EDEC-4027-64E1-F0F0-0CFEEFEEA54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678124" y="1346288"/>
                  <a:ext cx="37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A1E6332-E92B-5323-3CC2-F578D0E38134}"/>
                    </a:ext>
                  </a:extLst>
                </p14:cNvPr>
                <p14:cNvContentPartPr/>
                <p14:nvPr/>
              </p14:nvContentPartPr>
              <p14:xfrm>
                <a:off x="6765604" y="1361768"/>
                <a:ext cx="85680" cy="135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A1E6332-E92B-5323-3CC2-F578D0E3813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56964" y="1353128"/>
                  <a:ext cx="103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733027A-F3D7-673A-72C5-3C3E7D08E0BD}"/>
                    </a:ext>
                  </a:extLst>
                </p14:cNvPr>
                <p14:cNvContentPartPr/>
                <p14:nvPr/>
              </p14:nvContentPartPr>
              <p14:xfrm>
                <a:off x="6633124" y="1981688"/>
                <a:ext cx="173880" cy="174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733027A-F3D7-673A-72C5-3C3E7D08E0B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624124" y="1973048"/>
                  <a:ext cx="191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B593664-B84A-2F2D-3432-5DD1C0917696}"/>
                    </a:ext>
                  </a:extLst>
                </p14:cNvPr>
                <p14:cNvContentPartPr/>
                <p14:nvPr/>
              </p14:nvContentPartPr>
              <p14:xfrm>
                <a:off x="6909604" y="2009768"/>
                <a:ext cx="34560" cy="137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B593664-B84A-2F2D-3432-5DD1C091769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00964" y="2001128"/>
                  <a:ext cx="52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4BCF921-BB03-CE05-384D-E33A0D3A4953}"/>
                    </a:ext>
                  </a:extLst>
                </p14:cNvPr>
                <p14:cNvContentPartPr/>
                <p14:nvPr/>
              </p14:nvContentPartPr>
              <p14:xfrm>
                <a:off x="7010404" y="1944968"/>
                <a:ext cx="155880" cy="174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4BCF921-BB03-CE05-384D-E33A0D3A495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01404" y="1936328"/>
                  <a:ext cx="173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3A1F1A-6482-668E-F113-55098C22E61E}"/>
                    </a:ext>
                  </a:extLst>
                </p14:cNvPr>
                <p14:cNvContentPartPr/>
                <p14:nvPr/>
              </p14:nvContentPartPr>
              <p14:xfrm>
                <a:off x="7279324" y="1084208"/>
                <a:ext cx="274320" cy="316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3A1F1A-6482-668E-F113-55098C22E61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270684" y="1075208"/>
                  <a:ext cx="2919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367C5B6-333F-46C6-1C10-1AC20F090703}"/>
                    </a:ext>
                  </a:extLst>
                </p14:cNvPr>
                <p14:cNvContentPartPr/>
                <p14:nvPr/>
              </p14:nvContentPartPr>
              <p14:xfrm>
                <a:off x="7324684" y="1108688"/>
                <a:ext cx="250920" cy="325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367C5B6-333F-46C6-1C10-1AC20F09070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315684" y="1100048"/>
                  <a:ext cx="2685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9E9CD5E-72CE-CF21-6BA5-2EA0DBE6BEE9}"/>
                    </a:ext>
                  </a:extLst>
                </p14:cNvPr>
                <p14:cNvContentPartPr/>
                <p14:nvPr/>
              </p14:nvContentPartPr>
              <p14:xfrm>
                <a:off x="7488844" y="1659488"/>
                <a:ext cx="254880" cy="157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9E9CD5E-72CE-CF21-6BA5-2EA0DBE6BEE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479844" y="1650488"/>
                  <a:ext cx="272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2EB1B8E-8FC9-2C7A-3BE7-1D165D9269B5}"/>
                    </a:ext>
                  </a:extLst>
                </p14:cNvPr>
                <p14:cNvContentPartPr/>
                <p14:nvPr/>
              </p14:nvContentPartPr>
              <p14:xfrm>
                <a:off x="5674444" y="176648"/>
                <a:ext cx="209880" cy="165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2EB1B8E-8FC9-2C7A-3BE7-1D165D9269B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665804" y="168008"/>
                  <a:ext cx="227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A83E5A-8E5E-4614-80AF-46710F6BB653}"/>
                    </a:ext>
                  </a:extLst>
                </p14:cNvPr>
                <p14:cNvContentPartPr/>
                <p14:nvPr/>
              </p14:nvContentPartPr>
              <p14:xfrm>
                <a:off x="5907724" y="274568"/>
                <a:ext cx="58320" cy="122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A83E5A-8E5E-4614-80AF-46710F6BB65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99084" y="265928"/>
                  <a:ext cx="75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7E8D033-9BD4-9010-A82C-5AD68AF18E88}"/>
                    </a:ext>
                  </a:extLst>
                </p14:cNvPr>
                <p14:cNvContentPartPr/>
                <p14:nvPr/>
              </p14:nvContentPartPr>
              <p14:xfrm>
                <a:off x="5599564" y="1285448"/>
                <a:ext cx="248760" cy="191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7E8D033-9BD4-9010-A82C-5AD68AF18E8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90924" y="1276448"/>
                  <a:ext cx="266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6C23B2-309D-1CD9-4B78-61D582501B8C}"/>
                    </a:ext>
                  </a:extLst>
                </p14:cNvPr>
                <p14:cNvContentPartPr/>
                <p14:nvPr/>
              </p14:nvContentPartPr>
              <p14:xfrm>
                <a:off x="5811244" y="1321088"/>
                <a:ext cx="83880" cy="18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6C23B2-309D-1CD9-4B78-61D582501B8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802244" y="1312088"/>
                  <a:ext cx="101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7CD1C6-D59E-F464-0158-A076E8B5D203}"/>
                    </a:ext>
                  </a:extLst>
                </p14:cNvPr>
                <p14:cNvContentPartPr/>
                <p14:nvPr/>
              </p14:nvContentPartPr>
              <p14:xfrm>
                <a:off x="5793964" y="2351048"/>
                <a:ext cx="167040" cy="119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7CD1C6-D59E-F464-0158-A076E8B5D20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785324" y="2342048"/>
                  <a:ext cx="184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E80880-D666-BAAB-49C6-0364BDF95DDB}"/>
                    </a:ext>
                  </a:extLst>
                </p14:cNvPr>
                <p14:cNvContentPartPr/>
                <p14:nvPr/>
              </p14:nvContentPartPr>
              <p14:xfrm>
                <a:off x="5976124" y="2320448"/>
                <a:ext cx="82440" cy="178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E80880-D666-BAAB-49C6-0364BDF95DD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967124" y="2311448"/>
                  <a:ext cx="100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D1E6061-2148-5599-1D69-59534C9A5A19}"/>
                    </a:ext>
                  </a:extLst>
                </p14:cNvPr>
                <p14:cNvContentPartPr/>
                <p14:nvPr/>
              </p14:nvContentPartPr>
              <p14:xfrm>
                <a:off x="7830124" y="1684328"/>
                <a:ext cx="111240" cy="229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D1E6061-2148-5599-1D69-59534C9A5A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821124" y="1675328"/>
                  <a:ext cx="128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7D3F41A-8107-DA8E-DEE6-89BF065F0316}"/>
                    </a:ext>
                  </a:extLst>
                </p14:cNvPr>
                <p14:cNvContentPartPr/>
                <p14:nvPr/>
              </p14:nvContentPartPr>
              <p14:xfrm>
                <a:off x="6985564" y="2095088"/>
                <a:ext cx="636120" cy="459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7D3F41A-8107-DA8E-DEE6-89BF065F031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976564" y="2086088"/>
                  <a:ext cx="6537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FFA72B5-CCDE-B690-021F-697F20263619}"/>
                    </a:ext>
                  </a:extLst>
                </p14:cNvPr>
                <p14:cNvContentPartPr/>
                <p14:nvPr/>
              </p14:nvContentPartPr>
              <p14:xfrm>
                <a:off x="6069004" y="2660648"/>
                <a:ext cx="635400" cy="21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FFA72B5-CCDE-B690-021F-697F2026361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060004" y="2651648"/>
                  <a:ext cx="653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47867A4-583C-EEAD-4585-70D3573F79F5}"/>
                    </a:ext>
                  </a:extLst>
                </p14:cNvPr>
                <p14:cNvContentPartPr/>
                <p14:nvPr/>
              </p14:nvContentPartPr>
              <p14:xfrm>
                <a:off x="5347204" y="2900048"/>
                <a:ext cx="457200" cy="192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47867A4-583C-EEAD-4585-70D3573F79F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38564" y="2891408"/>
                  <a:ext cx="474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A0A9D3-5415-5BD1-84CC-EC555C12A748}"/>
                    </a:ext>
                  </a:extLst>
                </p14:cNvPr>
                <p14:cNvContentPartPr/>
                <p14:nvPr/>
              </p14:nvContentPartPr>
              <p14:xfrm>
                <a:off x="4320124" y="3028568"/>
                <a:ext cx="750600" cy="195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A0A9D3-5415-5BD1-84CC-EC555C12A74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11124" y="3019568"/>
                  <a:ext cx="768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1E4E8B7-96BD-6449-48DB-CB94F6D145C3}"/>
                    </a:ext>
                  </a:extLst>
                </p14:cNvPr>
                <p14:cNvContentPartPr/>
                <p14:nvPr/>
              </p14:nvContentPartPr>
              <p14:xfrm>
                <a:off x="3405364" y="3084728"/>
                <a:ext cx="771120" cy="218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1E4E8B7-96BD-6449-48DB-CB94F6D145C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96364" y="3076088"/>
                  <a:ext cx="788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671A87C-8C80-6B7A-BA2F-2C254EC306FC}"/>
                    </a:ext>
                  </a:extLst>
                </p14:cNvPr>
                <p14:cNvContentPartPr/>
                <p14:nvPr/>
              </p14:nvContentPartPr>
              <p14:xfrm>
                <a:off x="2567284" y="2821568"/>
                <a:ext cx="668520" cy="312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671A87C-8C80-6B7A-BA2F-2C254EC306F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58284" y="2812928"/>
                  <a:ext cx="6861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0345549-238E-FABD-CECB-4696DF292DDC}"/>
                    </a:ext>
                  </a:extLst>
                </p14:cNvPr>
                <p14:cNvContentPartPr/>
                <p14:nvPr/>
              </p14:nvContentPartPr>
              <p14:xfrm>
                <a:off x="2532364" y="2747048"/>
                <a:ext cx="241920" cy="348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0345549-238E-FABD-CECB-4696DF292DD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523724" y="2738408"/>
                  <a:ext cx="259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7D18622-EE18-7C5E-45C2-10B8FD1F8D41}"/>
                    </a:ext>
                  </a:extLst>
                </p14:cNvPr>
                <p14:cNvContentPartPr/>
                <p14:nvPr/>
              </p14:nvContentPartPr>
              <p14:xfrm>
                <a:off x="2448844" y="67568"/>
                <a:ext cx="87120" cy="2734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7D18622-EE18-7C5E-45C2-10B8FD1F8D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39844" y="58568"/>
                  <a:ext cx="104760" cy="27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2B4298E-9D0F-A2E7-38DA-C26CC4063651}"/>
                    </a:ext>
                  </a:extLst>
                </p14:cNvPr>
                <p14:cNvContentPartPr/>
                <p14:nvPr/>
              </p14:nvContentPartPr>
              <p14:xfrm>
                <a:off x="2458204" y="15368"/>
                <a:ext cx="966600" cy="2752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2B4298E-9D0F-A2E7-38DA-C26CC406365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49204" y="6368"/>
                  <a:ext cx="984240" cy="27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4C447D8-2880-8DF4-9C47-AC5199B18091}"/>
                    </a:ext>
                  </a:extLst>
                </p14:cNvPr>
                <p14:cNvContentPartPr/>
                <p14:nvPr/>
              </p14:nvContentPartPr>
              <p14:xfrm>
                <a:off x="2605444" y="2736608"/>
                <a:ext cx="772200" cy="691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4C447D8-2880-8DF4-9C47-AC5199B1809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596444" y="2727608"/>
                  <a:ext cx="7898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E6FF049-0912-FEC1-6A1B-C69C363EF976}"/>
              </a:ext>
            </a:extLst>
          </p:cNvPr>
          <p:cNvGrpSpPr/>
          <p:nvPr/>
        </p:nvGrpSpPr>
        <p:grpSpPr>
          <a:xfrm>
            <a:off x="9651004" y="348008"/>
            <a:ext cx="1441440" cy="771840"/>
            <a:chOff x="9651004" y="348008"/>
            <a:chExt cx="1441440" cy="77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708BBDA-96BF-433F-AD65-B4DDD81F9874}"/>
                    </a:ext>
                  </a:extLst>
                </p14:cNvPr>
                <p14:cNvContentPartPr/>
                <p14:nvPr/>
              </p14:nvContentPartPr>
              <p14:xfrm>
                <a:off x="9651004" y="389768"/>
                <a:ext cx="581760" cy="208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708BBDA-96BF-433F-AD65-B4DDD81F98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42004" y="381128"/>
                  <a:ext cx="599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070A1C9-8E3D-7AED-E8FF-25CB8BBD7F50}"/>
                    </a:ext>
                  </a:extLst>
                </p14:cNvPr>
                <p14:cNvContentPartPr/>
                <p14:nvPr/>
              </p14:nvContentPartPr>
              <p14:xfrm>
                <a:off x="10236004" y="348008"/>
                <a:ext cx="10800" cy="25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070A1C9-8E3D-7AED-E8FF-25CB8BBD7F5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227364" y="339008"/>
                  <a:ext cx="28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AF75716-E8AD-B45C-29C6-32C986CE6D51}"/>
                    </a:ext>
                  </a:extLst>
                </p14:cNvPr>
                <p14:cNvContentPartPr/>
                <p14:nvPr/>
              </p14:nvContentPartPr>
              <p14:xfrm>
                <a:off x="10356964" y="465008"/>
                <a:ext cx="254880" cy="1155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AF75716-E8AD-B45C-29C6-32C986CE6D5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47964" y="456008"/>
                  <a:ext cx="272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755F38B-4875-5B64-D52D-5A45D63AB3AC}"/>
                    </a:ext>
                  </a:extLst>
                </p14:cNvPr>
                <p14:cNvContentPartPr/>
                <p14:nvPr/>
              </p14:nvContentPartPr>
              <p14:xfrm>
                <a:off x="10840804" y="436928"/>
                <a:ext cx="176760" cy="609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755F38B-4875-5B64-D52D-5A45D63AB3A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832164" y="428288"/>
                  <a:ext cx="1944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238E035-6814-3519-238F-59923F8ADA2B}"/>
                    </a:ext>
                  </a:extLst>
                </p14:cNvPr>
                <p14:cNvContentPartPr/>
                <p14:nvPr/>
              </p14:nvContentPartPr>
              <p14:xfrm>
                <a:off x="10907404" y="754808"/>
                <a:ext cx="185040" cy="95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238E035-6814-3519-238F-59923F8ADA2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898404" y="745808"/>
                  <a:ext cx="202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BD35158-FEE7-2450-9A4C-E96EBEE89C90}"/>
                    </a:ext>
                  </a:extLst>
                </p14:cNvPr>
                <p14:cNvContentPartPr/>
                <p14:nvPr/>
              </p14:nvContentPartPr>
              <p14:xfrm>
                <a:off x="10093804" y="881168"/>
                <a:ext cx="556920" cy="238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BD35158-FEE7-2450-9A4C-E96EBEE89C9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84804" y="872168"/>
                  <a:ext cx="574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34A848C-DDDF-5C16-56EF-9F54B39F2EE1}"/>
                    </a:ext>
                  </a:extLst>
                </p14:cNvPr>
                <p14:cNvContentPartPr/>
                <p14:nvPr/>
              </p14:nvContentPartPr>
              <p14:xfrm>
                <a:off x="10543084" y="965408"/>
                <a:ext cx="155880" cy="158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34A848C-DDDF-5C16-56EF-9F54B39F2EE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34444" y="956408"/>
                  <a:ext cx="173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D07C4A7-400D-F467-EECB-E44F495D44E0}"/>
                    </a:ext>
                  </a:extLst>
                </p14:cNvPr>
                <p14:cNvContentPartPr/>
                <p14:nvPr/>
              </p14:nvContentPartPr>
              <p14:xfrm>
                <a:off x="10799044" y="1035968"/>
                <a:ext cx="13680" cy="14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D07C4A7-400D-F467-EECB-E44F495D44E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790404" y="1027328"/>
                  <a:ext cx="313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7AFA135-CB3A-485D-4CEE-B6BE226DC1F0}"/>
              </a:ext>
            </a:extLst>
          </p:cNvPr>
          <p:cNvGrpSpPr/>
          <p:nvPr/>
        </p:nvGrpSpPr>
        <p:grpSpPr>
          <a:xfrm>
            <a:off x="10205764" y="1403888"/>
            <a:ext cx="941400" cy="589320"/>
            <a:chOff x="10205764" y="1403888"/>
            <a:chExt cx="94140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09C9FA7-9D64-97CF-8DFC-BB7B3B7EE7A2}"/>
                    </a:ext>
                  </a:extLst>
                </p14:cNvPr>
                <p14:cNvContentPartPr/>
                <p14:nvPr/>
              </p14:nvContentPartPr>
              <p14:xfrm>
                <a:off x="10278844" y="1403888"/>
                <a:ext cx="120600" cy="5893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09C9FA7-9D64-97CF-8DFC-BB7B3B7EE7A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269844" y="1394888"/>
                  <a:ext cx="1382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569665D-5C19-715A-3138-F86AF241A0A2}"/>
                    </a:ext>
                  </a:extLst>
                </p14:cNvPr>
                <p14:cNvContentPartPr/>
                <p14:nvPr/>
              </p14:nvContentPartPr>
              <p14:xfrm>
                <a:off x="10205764" y="1629968"/>
                <a:ext cx="532080" cy="54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569665D-5C19-715A-3138-F86AF241A0A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96764" y="1621328"/>
                  <a:ext cx="549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E9DF547-C51F-B7A2-8262-F2F423D2EFDB}"/>
                    </a:ext>
                  </a:extLst>
                </p14:cNvPr>
                <p14:cNvContentPartPr/>
                <p14:nvPr/>
              </p14:nvContentPartPr>
              <p14:xfrm>
                <a:off x="10745404" y="1587128"/>
                <a:ext cx="290880" cy="138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E9DF547-C51F-B7A2-8262-F2F423D2EFD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36764" y="1578128"/>
                  <a:ext cx="308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DFA7044-A901-FC6B-6793-64F7E1EC810F}"/>
                    </a:ext>
                  </a:extLst>
                </p14:cNvPr>
                <p14:cNvContentPartPr/>
                <p14:nvPr/>
              </p14:nvContentPartPr>
              <p14:xfrm>
                <a:off x="11119444" y="1707368"/>
                <a:ext cx="27720" cy="21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DFA7044-A901-FC6B-6793-64F7E1EC81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10804" y="1698368"/>
                  <a:ext cx="453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9CC7507-222B-1E08-4DF7-D9DC5684524F}"/>
              </a:ext>
            </a:extLst>
          </p:cNvPr>
          <p:cNvGrpSpPr/>
          <p:nvPr/>
        </p:nvGrpSpPr>
        <p:grpSpPr>
          <a:xfrm>
            <a:off x="9711844" y="2321888"/>
            <a:ext cx="2319840" cy="1713960"/>
            <a:chOff x="9711844" y="2321888"/>
            <a:chExt cx="2319840" cy="17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38EE2AC-A39E-6D00-7796-4D8F287C986E}"/>
                    </a:ext>
                  </a:extLst>
                </p14:cNvPr>
                <p14:cNvContentPartPr/>
                <p14:nvPr/>
              </p14:nvContentPartPr>
              <p14:xfrm>
                <a:off x="9711844" y="2326568"/>
                <a:ext cx="345600" cy="355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38EE2AC-A39E-6D00-7796-4D8F287C986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03204" y="2317568"/>
                  <a:ext cx="3632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8A3555F-9356-B2F1-8C6C-7BA7F61EDE7D}"/>
                    </a:ext>
                  </a:extLst>
                </p14:cNvPr>
                <p14:cNvContentPartPr/>
                <p14:nvPr/>
              </p14:nvContentPartPr>
              <p14:xfrm>
                <a:off x="10020004" y="2509808"/>
                <a:ext cx="459000" cy="135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8A3555F-9356-B2F1-8C6C-7BA7F61EDE7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011004" y="2500808"/>
                  <a:ext cx="476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A45A1C8-6C76-3D07-5C13-144419CD71DB}"/>
                    </a:ext>
                  </a:extLst>
                </p14:cNvPr>
                <p14:cNvContentPartPr/>
                <p14:nvPr/>
              </p14:nvContentPartPr>
              <p14:xfrm>
                <a:off x="10524364" y="2473088"/>
                <a:ext cx="180360" cy="179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A45A1C8-6C76-3D07-5C13-144419CD71D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15364" y="2464088"/>
                  <a:ext cx="198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0E30C85-45C9-0A9E-9B1D-86EDB912143D}"/>
                    </a:ext>
                  </a:extLst>
                </p14:cNvPr>
                <p14:cNvContentPartPr/>
                <p14:nvPr/>
              </p14:nvContentPartPr>
              <p14:xfrm>
                <a:off x="10796164" y="2321888"/>
                <a:ext cx="131400" cy="677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0E30C85-45C9-0A9E-9B1D-86EDB912143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87164" y="2313248"/>
                  <a:ext cx="1490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DCDF894-BE79-B1D9-B318-671AD198BBBF}"/>
                    </a:ext>
                  </a:extLst>
                </p14:cNvPr>
                <p14:cNvContentPartPr/>
                <p14:nvPr/>
              </p14:nvContentPartPr>
              <p14:xfrm>
                <a:off x="10900564" y="2613488"/>
                <a:ext cx="345240" cy="2502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DCDF894-BE79-B1D9-B318-671AD198BBB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891924" y="2604848"/>
                  <a:ext cx="362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BB628B5-4C2A-DBED-1A88-6E199788A85E}"/>
                    </a:ext>
                  </a:extLst>
                </p14:cNvPr>
                <p14:cNvContentPartPr/>
                <p14:nvPr/>
              </p14:nvContentPartPr>
              <p14:xfrm>
                <a:off x="11274244" y="2581088"/>
                <a:ext cx="360" cy="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BB628B5-4C2A-DBED-1A88-6E199788A85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265244" y="2572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F704939-84EC-17C4-97D5-F6365E3A1C9B}"/>
                    </a:ext>
                  </a:extLst>
                </p14:cNvPr>
                <p14:cNvContentPartPr/>
                <p14:nvPr/>
              </p14:nvContentPartPr>
              <p14:xfrm>
                <a:off x="11324644" y="2704208"/>
                <a:ext cx="581400" cy="546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F704939-84EC-17C4-97D5-F6365E3A1C9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315644" y="2695208"/>
                  <a:ext cx="5990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0750438-59FD-EDE3-968E-9BCD81E061FD}"/>
                    </a:ext>
                  </a:extLst>
                </p14:cNvPr>
                <p14:cNvContentPartPr/>
                <p14:nvPr/>
              </p14:nvContentPartPr>
              <p14:xfrm>
                <a:off x="11908204" y="2709248"/>
                <a:ext cx="6840" cy="378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0750438-59FD-EDE3-968E-9BCD81E061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899564" y="2700248"/>
                  <a:ext cx="24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9F399AF-61A6-2FB7-11E0-0C1205863571}"/>
                    </a:ext>
                  </a:extLst>
                </p14:cNvPr>
                <p14:cNvContentPartPr/>
                <p14:nvPr/>
              </p14:nvContentPartPr>
              <p14:xfrm>
                <a:off x="11947084" y="2647328"/>
                <a:ext cx="84600" cy="309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9F399AF-61A6-2FB7-11E0-0C120586357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938444" y="2638688"/>
                  <a:ext cx="1022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39F4777-B138-AEDC-7B10-D45785317112}"/>
                    </a:ext>
                  </a:extLst>
                </p14:cNvPr>
                <p14:cNvContentPartPr/>
                <p14:nvPr/>
              </p14:nvContentPartPr>
              <p14:xfrm>
                <a:off x="10439764" y="3094088"/>
                <a:ext cx="1287720" cy="104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39F4777-B138-AEDC-7B10-D4578531711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431124" y="3085448"/>
                  <a:ext cx="1305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A034F26-F9DE-B27D-9FE3-F3171A75B470}"/>
                    </a:ext>
                  </a:extLst>
                </p14:cNvPr>
                <p14:cNvContentPartPr/>
                <p14:nvPr/>
              </p14:nvContentPartPr>
              <p14:xfrm>
                <a:off x="9978244" y="3320168"/>
                <a:ext cx="196560" cy="4770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A034F26-F9DE-B27D-9FE3-F3171A75B47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969604" y="3311168"/>
                  <a:ext cx="2142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D532278-7F14-EC65-A63D-A75F6EF3C498}"/>
                    </a:ext>
                  </a:extLst>
                </p14:cNvPr>
                <p14:cNvContentPartPr/>
                <p14:nvPr/>
              </p14:nvContentPartPr>
              <p14:xfrm>
                <a:off x="10195324" y="3431048"/>
                <a:ext cx="576720" cy="3060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D532278-7F14-EC65-A63D-A75F6EF3C49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186684" y="3422048"/>
                  <a:ext cx="5943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4BB12DE-A855-19D4-985D-71DD6E974172}"/>
                    </a:ext>
                  </a:extLst>
                </p14:cNvPr>
                <p14:cNvContentPartPr/>
                <p14:nvPr/>
              </p14:nvContentPartPr>
              <p14:xfrm>
                <a:off x="9995524" y="3155648"/>
                <a:ext cx="1060920" cy="880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4BB12DE-A855-19D4-985D-71DD6E97417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86524" y="3147008"/>
                  <a:ext cx="1078560" cy="89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533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FDFE-603C-54A8-6365-481E23BC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D96C-2D01-195E-7A68-B62A11C80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F49044-CC59-8C41-B100-114E1ABD5FFD}"/>
              </a:ext>
            </a:extLst>
          </p:cNvPr>
          <p:cNvGrpSpPr/>
          <p:nvPr/>
        </p:nvGrpSpPr>
        <p:grpSpPr>
          <a:xfrm>
            <a:off x="1686364" y="2713568"/>
            <a:ext cx="3573360" cy="1670760"/>
            <a:chOff x="1686364" y="2713568"/>
            <a:chExt cx="3573360" cy="167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AC91286-0F90-1BCB-8DFE-D9809370AC1B}"/>
                    </a:ext>
                  </a:extLst>
                </p14:cNvPr>
                <p14:cNvContentPartPr/>
                <p14:nvPr/>
              </p14:nvContentPartPr>
              <p14:xfrm>
                <a:off x="2459284" y="2761448"/>
                <a:ext cx="144360" cy="1265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AC91286-0F90-1BCB-8DFE-D9809370AC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50284" y="2752808"/>
                  <a:ext cx="162000" cy="12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2141C7-6891-115D-FA06-B779205EDA3B}"/>
                    </a:ext>
                  </a:extLst>
                </p14:cNvPr>
                <p14:cNvContentPartPr/>
                <p14:nvPr/>
              </p14:nvContentPartPr>
              <p14:xfrm>
                <a:off x="2596444" y="3829568"/>
                <a:ext cx="1975680" cy="198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2141C7-6891-115D-FA06-B779205EDA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87444" y="3820928"/>
                  <a:ext cx="1993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1673D6-A107-1C52-9941-B87CC4A7E010}"/>
                    </a:ext>
                  </a:extLst>
                </p14:cNvPr>
                <p14:cNvContentPartPr/>
                <p14:nvPr/>
              </p14:nvContentPartPr>
              <p14:xfrm>
                <a:off x="2586004" y="4041248"/>
                <a:ext cx="2160" cy="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1673D6-A107-1C52-9941-B87CC4A7E0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77364" y="4032248"/>
                  <a:ext cx="19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F3E25D-7966-F45F-575E-123E26DB161F}"/>
                    </a:ext>
                  </a:extLst>
                </p14:cNvPr>
                <p14:cNvContentPartPr/>
                <p14:nvPr/>
              </p14:nvContentPartPr>
              <p14:xfrm>
                <a:off x="2631724" y="2846768"/>
                <a:ext cx="1396440" cy="121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F3E25D-7966-F45F-575E-123E26DB16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2724" y="2837768"/>
                  <a:ext cx="141408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DFE797-25B5-6A18-6F85-CDF56A7E62F5}"/>
                    </a:ext>
                  </a:extLst>
                </p14:cNvPr>
                <p14:cNvContentPartPr/>
                <p14:nvPr/>
              </p14:nvContentPartPr>
              <p14:xfrm>
                <a:off x="1747204" y="4031528"/>
                <a:ext cx="898200" cy="11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DFE797-25B5-6A18-6F85-CDF56A7E62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38204" y="4022888"/>
                  <a:ext cx="91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893BDD-C267-FBE4-0E96-F8FA628C0F10}"/>
                    </a:ext>
                  </a:extLst>
                </p14:cNvPr>
                <p14:cNvContentPartPr/>
                <p14:nvPr/>
              </p14:nvContentPartPr>
              <p14:xfrm>
                <a:off x="1797604" y="3993368"/>
                <a:ext cx="974160" cy="146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893BDD-C267-FBE4-0E96-F8FA628C0F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8964" y="3984368"/>
                  <a:ext cx="991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EEAADE-316F-505A-2432-BC7C43152A2C}"/>
                    </a:ext>
                  </a:extLst>
                </p14:cNvPr>
                <p14:cNvContentPartPr/>
                <p14:nvPr/>
              </p14:nvContentPartPr>
              <p14:xfrm>
                <a:off x="1686364" y="3986528"/>
                <a:ext cx="1008000" cy="18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EEAADE-316F-505A-2432-BC7C43152A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7364" y="3977888"/>
                  <a:ext cx="1025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90F06B-BCBA-1E67-9622-9F8356514B5E}"/>
                    </a:ext>
                  </a:extLst>
                </p14:cNvPr>
                <p14:cNvContentPartPr/>
                <p14:nvPr/>
              </p14:nvContentPartPr>
              <p14:xfrm>
                <a:off x="2700844" y="3043688"/>
                <a:ext cx="1037880" cy="100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90F06B-BCBA-1E67-9622-9F8356514B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2204" y="3035048"/>
                  <a:ext cx="1055520" cy="10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DFE9E3-8C5C-F677-F3A5-14B2D6124771}"/>
                    </a:ext>
                  </a:extLst>
                </p14:cNvPr>
                <p14:cNvContentPartPr/>
                <p14:nvPr/>
              </p14:nvContentPartPr>
              <p14:xfrm>
                <a:off x="2715244" y="2960168"/>
                <a:ext cx="1220040" cy="110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DFE9E3-8C5C-F677-F3A5-14B2D61247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06244" y="2951528"/>
                  <a:ext cx="123768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4864F2-782E-9EE1-B949-D887D58B1D53}"/>
                    </a:ext>
                  </a:extLst>
                </p14:cNvPr>
                <p14:cNvContentPartPr/>
                <p14:nvPr/>
              </p14:nvContentPartPr>
              <p14:xfrm>
                <a:off x="2789044" y="2878088"/>
                <a:ext cx="1184040" cy="1009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4864F2-782E-9EE1-B949-D887D58B1D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0404" y="2869088"/>
                  <a:ext cx="120168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FA4B07-65E6-0547-A6F2-9C0DBC6FF261}"/>
                    </a:ext>
                  </a:extLst>
                </p14:cNvPr>
                <p14:cNvContentPartPr/>
                <p14:nvPr/>
              </p14:nvContentPartPr>
              <p14:xfrm>
                <a:off x="3471604" y="3320528"/>
                <a:ext cx="614880" cy="20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FA4B07-65E6-0547-A6F2-9C0DBC6FF2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62964" y="3311888"/>
                  <a:ext cx="632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507FF5-481A-B155-7F02-45E3E05437EC}"/>
                    </a:ext>
                  </a:extLst>
                </p14:cNvPr>
                <p14:cNvContentPartPr/>
                <p14:nvPr/>
              </p14:nvContentPartPr>
              <p14:xfrm>
                <a:off x="4265764" y="3233408"/>
                <a:ext cx="529560" cy="411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507FF5-481A-B155-7F02-45E3E05437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6764" y="3224768"/>
                  <a:ext cx="5472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BFFCB1-9667-4810-8843-71F5C28E23C4}"/>
                    </a:ext>
                  </a:extLst>
                </p14:cNvPr>
                <p14:cNvContentPartPr/>
                <p14:nvPr/>
              </p14:nvContentPartPr>
              <p14:xfrm>
                <a:off x="4775884" y="3161048"/>
                <a:ext cx="14400" cy="54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BFFCB1-9667-4810-8843-71F5C28E23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7244" y="3152408"/>
                  <a:ext cx="32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11375F-FA86-638A-9E83-229554291C1F}"/>
                    </a:ext>
                  </a:extLst>
                </p14:cNvPr>
                <p14:cNvContentPartPr/>
                <p14:nvPr/>
              </p14:nvContentPartPr>
              <p14:xfrm>
                <a:off x="4852564" y="3228368"/>
                <a:ext cx="407160" cy="134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11375F-FA86-638A-9E83-229554291C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43924" y="3219728"/>
                  <a:ext cx="424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DF871E-925A-2BD3-4B8C-A96B034966AB}"/>
                    </a:ext>
                  </a:extLst>
                </p14:cNvPr>
                <p14:cNvContentPartPr/>
                <p14:nvPr/>
              </p14:nvContentPartPr>
              <p14:xfrm>
                <a:off x="4856524" y="3058808"/>
                <a:ext cx="195480" cy="17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DF871E-925A-2BD3-4B8C-A96B034966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47524" y="3049808"/>
                  <a:ext cx="21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43B6E2-F062-8541-BF71-52700493C09A}"/>
                    </a:ext>
                  </a:extLst>
                </p14:cNvPr>
                <p14:cNvContentPartPr/>
                <p14:nvPr/>
              </p14:nvContentPartPr>
              <p14:xfrm>
                <a:off x="3970204" y="4056728"/>
                <a:ext cx="334080" cy="203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43B6E2-F062-8541-BF71-52700493C0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61204" y="4048088"/>
                  <a:ext cx="351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1BCA22-322D-6AA4-D5B1-7FE3214BBEB5}"/>
                    </a:ext>
                  </a:extLst>
                </p14:cNvPr>
                <p14:cNvContentPartPr/>
                <p14:nvPr/>
              </p14:nvContentPartPr>
              <p14:xfrm>
                <a:off x="3308524" y="4201808"/>
                <a:ext cx="345240" cy="182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1BCA22-322D-6AA4-D5B1-7FE3214BBE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9524" y="4192808"/>
                  <a:ext cx="362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8A90EC-52E3-02B9-CE2D-6A38552B0033}"/>
                    </a:ext>
                  </a:extLst>
                </p14:cNvPr>
                <p14:cNvContentPartPr/>
                <p14:nvPr/>
              </p14:nvContentPartPr>
              <p14:xfrm>
                <a:off x="2463964" y="2733008"/>
                <a:ext cx="180360" cy="20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8A90EC-52E3-02B9-CE2D-6A38552B00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54964" y="2724368"/>
                  <a:ext cx="198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917226-EC6D-B723-33D7-4E2336F2166E}"/>
                    </a:ext>
                  </a:extLst>
                </p14:cNvPr>
                <p14:cNvContentPartPr/>
                <p14:nvPr/>
              </p14:nvContentPartPr>
              <p14:xfrm>
                <a:off x="2103244" y="2713568"/>
                <a:ext cx="154440" cy="405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917226-EC6D-B723-33D7-4E2336F216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94244" y="2704568"/>
                  <a:ext cx="1720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A7D00B-C761-6611-4BDD-9099B81AC271}"/>
                    </a:ext>
                  </a:extLst>
                </p14:cNvPr>
                <p14:cNvContentPartPr/>
                <p14:nvPr/>
              </p14:nvContentPartPr>
              <p14:xfrm>
                <a:off x="2255524" y="2757848"/>
                <a:ext cx="299880" cy="178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A7D00B-C761-6611-4BDD-9099B81AC2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46524" y="2748848"/>
                  <a:ext cx="31752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F3AF5B-1E87-872C-3E31-3D64463DFB20}"/>
              </a:ext>
            </a:extLst>
          </p:cNvPr>
          <p:cNvGrpSpPr/>
          <p:nvPr/>
        </p:nvGrpSpPr>
        <p:grpSpPr>
          <a:xfrm>
            <a:off x="6751564" y="2190128"/>
            <a:ext cx="2292480" cy="998280"/>
            <a:chOff x="6751564" y="2190128"/>
            <a:chExt cx="2292480" cy="9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DA2B51-B0B9-5D2E-C634-C8462B05F00E}"/>
                    </a:ext>
                  </a:extLst>
                </p14:cNvPr>
                <p14:cNvContentPartPr/>
                <p14:nvPr/>
              </p14:nvContentPartPr>
              <p14:xfrm>
                <a:off x="6828244" y="2227208"/>
                <a:ext cx="238320" cy="37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DA2B51-B0B9-5D2E-C634-C8462B05F0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9244" y="2218568"/>
                  <a:ext cx="2559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DDB321-CB57-B2E4-4C19-509F9205D112}"/>
                    </a:ext>
                  </a:extLst>
                </p14:cNvPr>
                <p14:cNvContentPartPr/>
                <p14:nvPr/>
              </p14:nvContentPartPr>
              <p14:xfrm>
                <a:off x="6751564" y="2711768"/>
                <a:ext cx="520560" cy="54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DDB321-CB57-B2E4-4C19-509F9205D1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42924" y="2702768"/>
                  <a:ext cx="538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6FFA456-CA28-D48A-9A70-363066150664}"/>
                    </a:ext>
                  </a:extLst>
                </p14:cNvPr>
                <p14:cNvContentPartPr/>
                <p14:nvPr/>
              </p14:nvContentPartPr>
              <p14:xfrm>
                <a:off x="6916084" y="2836688"/>
                <a:ext cx="194760" cy="33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6FFA456-CA28-D48A-9A70-3630661506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7444" y="2827688"/>
                  <a:ext cx="2124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AF2822-3D5A-3739-7242-0538EC0B45C2}"/>
                    </a:ext>
                  </a:extLst>
                </p14:cNvPr>
                <p14:cNvContentPartPr/>
                <p14:nvPr/>
              </p14:nvContentPartPr>
              <p14:xfrm>
                <a:off x="7162684" y="2994368"/>
                <a:ext cx="162360" cy="12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AF2822-3D5A-3739-7242-0538EC0B45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54044" y="2985368"/>
                  <a:ext cx="180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B0607F7-5168-903A-022A-F568CC5390E3}"/>
                    </a:ext>
                  </a:extLst>
                </p14:cNvPr>
                <p14:cNvContentPartPr/>
                <p14:nvPr/>
              </p14:nvContentPartPr>
              <p14:xfrm>
                <a:off x="7498564" y="2714648"/>
                <a:ext cx="154800" cy="143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B0607F7-5168-903A-022A-F568CC5390E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89564" y="2706008"/>
                  <a:ext cx="172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DF265F4-A82F-8307-8524-B6748BC239A6}"/>
                    </a:ext>
                  </a:extLst>
                </p14:cNvPr>
                <p14:cNvContentPartPr/>
                <p14:nvPr/>
              </p14:nvContentPartPr>
              <p14:xfrm>
                <a:off x="8253844" y="2528528"/>
                <a:ext cx="19440" cy="26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DF265F4-A82F-8307-8524-B6748BC239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5204" y="2519528"/>
                  <a:ext cx="37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1FB0F3D-D2F6-F048-C881-6ED9AA6FECE7}"/>
                    </a:ext>
                  </a:extLst>
                </p14:cNvPr>
                <p14:cNvContentPartPr/>
                <p14:nvPr/>
              </p14:nvContentPartPr>
              <p14:xfrm>
                <a:off x="7907164" y="2190128"/>
                <a:ext cx="680040" cy="888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1FB0F3D-D2F6-F048-C881-6ED9AA6FEC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98164" y="2181128"/>
                  <a:ext cx="697680" cy="90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3BB8DD-938F-F7A1-FEF2-CB203F55F6A3}"/>
                    </a:ext>
                  </a:extLst>
                </p14:cNvPr>
                <p14:cNvContentPartPr/>
                <p14:nvPr/>
              </p14:nvContentPartPr>
              <p14:xfrm>
                <a:off x="8472004" y="2838848"/>
                <a:ext cx="572040" cy="349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3BB8DD-938F-F7A1-FEF2-CB203F55F6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63004" y="2829848"/>
                  <a:ext cx="58968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1030B71-BD2C-3AC5-7BD2-E3F596C7288D}"/>
                  </a:ext>
                </a:extLst>
              </p14:cNvPr>
              <p14:cNvContentPartPr/>
              <p14:nvPr/>
            </p14:nvContentPartPr>
            <p14:xfrm>
              <a:off x="8231524" y="3744248"/>
              <a:ext cx="2157480" cy="1413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1030B71-BD2C-3AC5-7BD2-E3F596C728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22884" y="3735248"/>
                <a:ext cx="2175120" cy="143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82BA4399-EA2D-E5B9-FA81-C3A489AD205F}"/>
              </a:ext>
            </a:extLst>
          </p:cNvPr>
          <p:cNvGrpSpPr/>
          <p:nvPr/>
        </p:nvGrpSpPr>
        <p:grpSpPr>
          <a:xfrm>
            <a:off x="6712684" y="3623288"/>
            <a:ext cx="4957200" cy="2462400"/>
            <a:chOff x="6712684" y="3623288"/>
            <a:chExt cx="4957200" cy="246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E7A98E-FE37-E3D8-DE25-DF3494CA3BB4}"/>
                    </a:ext>
                  </a:extLst>
                </p14:cNvPr>
                <p14:cNvContentPartPr/>
                <p14:nvPr/>
              </p14:nvContentPartPr>
              <p14:xfrm>
                <a:off x="8056924" y="3623288"/>
                <a:ext cx="332280" cy="145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E7A98E-FE37-E3D8-DE25-DF3494CA3B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47924" y="3614288"/>
                  <a:ext cx="349920" cy="14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D49A85-040B-1631-2977-B60938281712}"/>
                    </a:ext>
                  </a:extLst>
                </p14:cNvPr>
                <p14:cNvContentPartPr/>
                <p14:nvPr/>
              </p14:nvContentPartPr>
              <p14:xfrm>
                <a:off x="8124604" y="3635168"/>
                <a:ext cx="45360" cy="1769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D49A85-040B-1631-2977-B6093828171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15604" y="3626528"/>
                  <a:ext cx="63000" cy="17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9CEE6F1-7112-D993-026A-036820A1C300}"/>
                    </a:ext>
                  </a:extLst>
                </p14:cNvPr>
                <p14:cNvContentPartPr/>
                <p14:nvPr/>
              </p14:nvContentPartPr>
              <p14:xfrm>
                <a:off x="8137564" y="5220248"/>
                <a:ext cx="2723400" cy="147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9CEE6F1-7112-D993-026A-036820A1C3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28924" y="5211608"/>
                  <a:ext cx="2741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7FA566-0CA7-6E1E-34D3-99FB6754BB84}"/>
                    </a:ext>
                  </a:extLst>
                </p14:cNvPr>
                <p14:cNvContentPartPr/>
                <p14:nvPr/>
              </p14:nvContentPartPr>
              <p14:xfrm>
                <a:off x="10708324" y="5182808"/>
                <a:ext cx="190440" cy="180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7FA566-0CA7-6E1E-34D3-99FB6754BB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99324" y="5174168"/>
                  <a:ext cx="208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5AEC30-9056-D388-349E-7C8B96A87DB8}"/>
                    </a:ext>
                  </a:extLst>
                </p14:cNvPr>
                <p14:cNvContentPartPr/>
                <p14:nvPr/>
              </p14:nvContentPartPr>
              <p14:xfrm>
                <a:off x="8067364" y="3634808"/>
                <a:ext cx="247680" cy="285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5AEC30-9056-D388-349E-7C8B96A87D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58724" y="3625808"/>
                  <a:ext cx="265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630086B-5563-F6C8-AA5E-0B25BD9C7C3A}"/>
                    </a:ext>
                  </a:extLst>
                </p14:cNvPr>
                <p14:cNvContentPartPr/>
                <p14:nvPr/>
              </p14:nvContentPartPr>
              <p14:xfrm>
                <a:off x="9245644" y="5537768"/>
                <a:ext cx="374760" cy="54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630086B-5563-F6C8-AA5E-0B25BD9C7C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36644" y="5528768"/>
                  <a:ext cx="39240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39D064-D49A-0430-0BC7-529D15439031}"/>
                    </a:ext>
                  </a:extLst>
                </p14:cNvPr>
                <p14:cNvContentPartPr/>
                <p14:nvPr/>
              </p14:nvContentPartPr>
              <p14:xfrm>
                <a:off x="9617164" y="5598608"/>
                <a:ext cx="518040" cy="19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39D064-D49A-0430-0BC7-529D154390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08164" y="5589608"/>
                  <a:ext cx="535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D586A06-8502-3A15-F555-614BBF31B127}"/>
                    </a:ext>
                  </a:extLst>
                </p14:cNvPr>
                <p14:cNvContentPartPr/>
                <p14:nvPr/>
              </p14:nvContentPartPr>
              <p14:xfrm>
                <a:off x="9955204" y="5510048"/>
                <a:ext cx="63360" cy="322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D586A06-8502-3A15-F555-614BBF31B1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46564" y="5501408"/>
                  <a:ext cx="810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6B26F89-590F-E287-10ED-DFE2F5851B7E}"/>
                    </a:ext>
                  </a:extLst>
                </p14:cNvPr>
                <p14:cNvContentPartPr/>
                <p14:nvPr/>
              </p14:nvContentPartPr>
              <p14:xfrm>
                <a:off x="10259764" y="5652248"/>
                <a:ext cx="325080" cy="136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6B26F89-590F-E287-10ED-DFE2F5851B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50764" y="5643608"/>
                  <a:ext cx="342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1255A37-C35A-7BF2-CFB1-52C33E0CA569}"/>
                    </a:ext>
                  </a:extLst>
                </p14:cNvPr>
                <p14:cNvContentPartPr/>
                <p14:nvPr/>
              </p14:nvContentPartPr>
              <p14:xfrm>
                <a:off x="7374724" y="4421408"/>
                <a:ext cx="416520" cy="273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1255A37-C35A-7BF2-CFB1-52C33E0CA56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65724" y="4412408"/>
                  <a:ext cx="434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697F95-3FCA-9547-58CD-6D3B2C8EB06F}"/>
                    </a:ext>
                  </a:extLst>
                </p14:cNvPr>
                <p14:cNvContentPartPr/>
                <p14:nvPr/>
              </p14:nvContentPartPr>
              <p14:xfrm>
                <a:off x="8008684" y="3670088"/>
                <a:ext cx="298800" cy="222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697F95-3FCA-9547-58CD-6D3B2C8EB0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00044" y="3661448"/>
                  <a:ext cx="316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BD6428-3560-0DA1-8FB5-0C34B7B69AD9}"/>
                    </a:ext>
                  </a:extLst>
                </p14:cNvPr>
                <p14:cNvContentPartPr/>
                <p14:nvPr/>
              </p14:nvContentPartPr>
              <p14:xfrm>
                <a:off x="7033084" y="4185248"/>
                <a:ext cx="297720" cy="80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BD6428-3560-0DA1-8FB5-0C34B7B69A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4444" y="4176248"/>
                  <a:ext cx="31536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F55EA1-C8B1-8D20-931C-55E9166CB0B0}"/>
                    </a:ext>
                  </a:extLst>
                </p14:cNvPr>
                <p14:cNvContentPartPr/>
                <p14:nvPr/>
              </p14:nvContentPartPr>
              <p14:xfrm>
                <a:off x="6717004" y="4580888"/>
                <a:ext cx="190080" cy="266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F55EA1-C8B1-8D20-931C-55E9166CB0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08364" y="4571888"/>
                  <a:ext cx="207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91B0AD-B57D-5D83-DFFC-89CCB70AAB34}"/>
                    </a:ext>
                  </a:extLst>
                </p14:cNvPr>
                <p14:cNvContentPartPr/>
                <p14:nvPr/>
              </p14:nvContentPartPr>
              <p14:xfrm>
                <a:off x="6712684" y="4512488"/>
                <a:ext cx="205200" cy="176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91B0AD-B57D-5D83-DFFC-89CCB70AAB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03684" y="4503848"/>
                  <a:ext cx="222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956EB0-E23D-B391-4670-B995F8405112}"/>
                    </a:ext>
                  </a:extLst>
                </p14:cNvPr>
                <p14:cNvContentPartPr/>
                <p14:nvPr/>
              </p14:nvContentPartPr>
              <p14:xfrm>
                <a:off x="8188684" y="3819488"/>
                <a:ext cx="2181600" cy="1279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956EB0-E23D-B391-4670-B995F840511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79684" y="3810488"/>
                  <a:ext cx="2199240" cy="12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D7735C-E66D-C021-F728-89E9D72F9A7D}"/>
                    </a:ext>
                  </a:extLst>
                </p14:cNvPr>
                <p14:cNvContentPartPr/>
                <p14:nvPr/>
              </p14:nvContentPartPr>
              <p14:xfrm>
                <a:off x="8315764" y="3788528"/>
                <a:ext cx="2090520" cy="1312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D7735C-E66D-C021-F728-89E9D72F9A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06764" y="3779888"/>
                  <a:ext cx="2108160" cy="13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A2C9B8-E1E0-DF6E-6E43-D083526F1A90}"/>
                    </a:ext>
                  </a:extLst>
                </p14:cNvPr>
                <p14:cNvContentPartPr/>
                <p14:nvPr/>
              </p14:nvContentPartPr>
              <p14:xfrm>
                <a:off x="8253844" y="3775928"/>
                <a:ext cx="1497960" cy="1389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A2C9B8-E1E0-DF6E-6E43-D083526F1A9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45204" y="3766928"/>
                  <a:ext cx="15156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056BF7-8A42-7BD6-B24A-E51FF6CFB8B8}"/>
                    </a:ext>
                  </a:extLst>
                </p14:cNvPr>
                <p14:cNvContentPartPr/>
                <p14:nvPr/>
              </p14:nvContentPartPr>
              <p14:xfrm>
                <a:off x="9370924" y="5044568"/>
                <a:ext cx="1018800" cy="116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056BF7-8A42-7BD6-B24A-E51FF6CFB8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61924" y="5035568"/>
                  <a:ext cx="1036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FEF27AB-3909-9D78-8D27-115793136A03}"/>
                    </a:ext>
                  </a:extLst>
                </p14:cNvPr>
                <p14:cNvContentPartPr/>
                <p14:nvPr/>
              </p14:nvContentPartPr>
              <p14:xfrm>
                <a:off x="9622924" y="5065088"/>
                <a:ext cx="1017360" cy="2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FEF27AB-3909-9D78-8D27-115793136A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13924" y="5056088"/>
                  <a:ext cx="1035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B9F57FE-7A66-6E35-A162-8C845828C40B}"/>
                    </a:ext>
                  </a:extLst>
                </p14:cNvPr>
                <p14:cNvContentPartPr/>
                <p14:nvPr/>
              </p14:nvContentPartPr>
              <p14:xfrm>
                <a:off x="9638764" y="5047088"/>
                <a:ext cx="874440" cy="65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B9F57FE-7A66-6E35-A162-8C845828C4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30124" y="5038448"/>
                  <a:ext cx="892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F21817D-35B4-A990-21C5-24308698EE07}"/>
                    </a:ext>
                  </a:extLst>
                </p14:cNvPr>
                <p14:cNvContentPartPr/>
                <p14:nvPr/>
              </p14:nvContentPartPr>
              <p14:xfrm>
                <a:off x="9657844" y="5074448"/>
                <a:ext cx="984600" cy="29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F21817D-35B4-A990-21C5-24308698EE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49204" y="5065808"/>
                  <a:ext cx="1002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A7467A-E9E7-FC90-4607-231096757E12}"/>
                    </a:ext>
                  </a:extLst>
                </p14:cNvPr>
                <p14:cNvContentPartPr/>
                <p14:nvPr/>
              </p14:nvContentPartPr>
              <p14:xfrm>
                <a:off x="9634804" y="5051408"/>
                <a:ext cx="1167120" cy="7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A7467A-E9E7-FC90-4607-231096757E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25804" y="5042768"/>
                  <a:ext cx="1184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DE15628-BEF9-1A3F-5803-D5CA7DE4AD2C}"/>
                    </a:ext>
                  </a:extLst>
                </p14:cNvPr>
                <p14:cNvContentPartPr/>
                <p14:nvPr/>
              </p14:nvContentPartPr>
              <p14:xfrm>
                <a:off x="9812284" y="4226648"/>
                <a:ext cx="228960" cy="246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DE15628-BEF9-1A3F-5803-D5CA7DE4A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03644" y="4218008"/>
                  <a:ext cx="246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C83C11-AC32-F178-39B4-85C253B6DBCF}"/>
                    </a:ext>
                  </a:extLst>
                </p14:cNvPr>
                <p14:cNvContentPartPr/>
                <p14:nvPr/>
              </p14:nvContentPartPr>
              <p14:xfrm>
                <a:off x="10087324" y="4307648"/>
                <a:ext cx="430920" cy="96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C83C11-AC32-F178-39B4-85C253B6DBC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78324" y="4298648"/>
                  <a:ext cx="448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54F5EB-05D8-0A1A-6927-10E981172B14}"/>
                    </a:ext>
                  </a:extLst>
                </p14:cNvPr>
                <p14:cNvContentPartPr/>
                <p14:nvPr/>
              </p14:nvContentPartPr>
              <p14:xfrm>
                <a:off x="10481524" y="4139168"/>
                <a:ext cx="42840" cy="75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54F5EB-05D8-0A1A-6927-10E981172B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72884" y="4130168"/>
                  <a:ext cx="60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F99E30-17E7-4A67-1DB8-07C11DE096BA}"/>
                    </a:ext>
                  </a:extLst>
                </p14:cNvPr>
                <p14:cNvContentPartPr/>
                <p14:nvPr/>
              </p14:nvContentPartPr>
              <p14:xfrm>
                <a:off x="10563964" y="4178768"/>
                <a:ext cx="639720" cy="35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F99E30-17E7-4A67-1DB8-07C11DE096B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55324" y="4170128"/>
                  <a:ext cx="6573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68F886F-34CA-A78C-E4DD-40082083E6A7}"/>
                    </a:ext>
                  </a:extLst>
                </p14:cNvPr>
                <p14:cNvContentPartPr/>
                <p14:nvPr/>
              </p14:nvContentPartPr>
              <p14:xfrm>
                <a:off x="11035204" y="3928568"/>
                <a:ext cx="41040" cy="113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68F886F-34CA-A78C-E4DD-40082083E6A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26564" y="3919568"/>
                  <a:ext cx="58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2B15CD7-1667-8B0F-D196-8F58178D9D5A}"/>
                    </a:ext>
                  </a:extLst>
                </p14:cNvPr>
                <p14:cNvContentPartPr/>
                <p14:nvPr/>
              </p14:nvContentPartPr>
              <p14:xfrm>
                <a:off x="10500604" y="4399088"/>
                <a:ext cx="763920" cy="41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2B15CD7-1667-8B0F-D196-8F58178D9D5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91604" y="4390088"/>
                  <a:ext cx="7815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3F66AF2-02AC-AC21-3A07-2D235374254F}"/>
                    </a:ext>
                  </a:extLst>
                </p14:cNvPr>
                <p14:cNvContentPartPr/>
                <p14:nvPr/>
              </p14:nvContentPartPr>
              <p14:xfrm>
                <a:off x="11241844" y="4473248"/>
                <a:ext cx="24120" cy="67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3F66AF2-02AC-AC21-3A07-2D23537425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33204" y="4464608"/>
                  <a:ext cx="41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4B30A3-4969-BF16-9D45-D6DD848507B1}"/>
                    </a:ext>
                  </a:extLst>
                </p14:cNvPr>
                <p14:cNvContentPartPr/>
                <p14:nvPr/>
              </p14:nvContentPartPr>
              <p14:xfrm>
                <a:off x="11292964" y="4455608"/>
                <a:ext cx="223200" cy="201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4B30A3-4969-BF16-9D45-D6DD848507B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284324" y="4446608"/>
                  <a:ext cx="240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4C7888-814E-B4EA-E909-9314D2F43ED3}"/>
                    </a:ext>
                  </a:extLst>
                </p14:cNvPr>
                <p14:cNvContentPartPr/>
                <p14:nvPr/>
              </p14:nvContentPartPr>
              <p14:xfrm>
                <a:off x="11503564" y="4553528"/>
                <a:ext cx="166320" cy="19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74C7888-814E-B4EA-E909-9314D2F43E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94564" y="4544888"/>
                  <a:ext cx="183960" cy="20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955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90</Words>
  <Application>Microsoft Office PowerPoint</Application>
  <PresentationFormat>Widescreen</PresentationFormat>
  <Paragraphs>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Office 2013 - 2022 Theme</vt:lpstr>
      <vt:lpstr>PowerPoint Presentation</vt:lpstr>
      <vt:lpstr>Vanishing Gradient</vt:lpstr>
      <vt:lpstr>Vanishing Gradient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Vatsa</dc:creator>
  <cp:lastModifiedBy>Deepika Vatsa</cp:lastModifiedBy>
  <cp:revision>1</cp:revision>
  <dcterms:created xsi:type="dcterms:W3CDTF">2025-09-08T08:52:41Z</dcterms:created>
  <dcterms:modified xsi:type="dcterms:W3CDTF">2025-09-08T09:27:04Z</dcterms:modified>
</cp:coreProperties>
</file>