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9" r:id="rId2"/>
  </p:sldMasterIdLst>
  <p:notesMasterIdLst>
    <p:notesMasterId r:id="rId12"/>
  </p:notesMasterIdLst>
  <p:sldIdLst>
    <p:sldId id="605" r:id="rId3"/>
    <p:sldId id="606" r:id="rId4"/>
    <p:sldId id="581" r:id="rId5"/>
    <p:sldId id="582" r:id="rId6"/>
    <p:sldId id="585" r:id="rId7"/>
    <p:sldId id="583" r:id="rId8"/>
    <p:sldId id="587" r:id="rId9"/>
    <p:sldId id="588" r:id="rId10"/>
    <p:sldId id="58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3" autoAdjust="0"/>
    <p:restoredTop sz="77323" autoAdjust="0"/>
  </p:normalViewPr>
  <p:slideViewPr>
    <p:cSldViewPr snapToGrid="0">
      <p:cViewPr varScale="1">
        <p:scale>
          <a:sx n="82" d="100"/>
          <a:sy n="82" d="100"/>
        </p:scale>
        <p:origin x="96"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Vatsa" userId="f7100972-27fe-4ee6-8fb4-ec9b7931b409" providerId="ADAL" clId="{3291ADED-E722-4D72-B4E8-25130B6F1C00}"/>
    <pc:docChg chg="undo custSel addSld delSld modSld sldOrd">
      <pc:chgData name="Deepika Vatsa" userId="f7100972-27fe-4ee6-8fb4-ec9b7931b409" providerId="ADAL" clId="{3291ADED-E722-4D72-B4E8-25130B6F1C00}" dt="2022-08-04T09:36:26.211" v="13202" actId="20577"/>
      <pc:docMkLst>
        <pc:docMk/>
      </pc:docMkLst>
      <pc:sldChg chg="modSp mod">
        <pc:chgData name="Deepika Vatsa" userId="f7100972-27fe-4ee6-8fb4-ec9b7931b409" providerId="ADAL" clId="{3291ADED-E722-4D72-B4E8-25130B6F1C00}" dt="2022-08-03T07:51:45.010" v="7027" actId="113"/>
        <pc:sldMkLst>
          <pc:docMk/>
          <pc:sldMk cId="492309654" sldId="256"/>
        </pc:sldMkLst>
        <pc:spChg chg="mod">
          <ac:chgData name="Deepika Vatsa" userId="f7100972-27fe-4ee6-8fb4-ec9b7931b409" providerId="ADAL" clId="{3291ADED-E722-4D72-B4E8-25130B6F1C00}" dt="2022-08-02T04:23:47.475" v="176" actId="20577"/>
          <ac:spMkLst>
            <pc:docMk/>
            <pc:sldMk cId="492309654" sldId="256"/>
            <ac:spMk id="2" creationId="{E0C40C05-8385-48CA-92A2-DF37B0EE4230}"/>
          </ac:spMkLst>
        </pc:spChg>
        <pc:spChg chg="mod">
          <ac:chgData name="Deepika Vatsa" userId="f7100972-27fe-4ee6-8fb4-ec9b7931b409" providerId="ADAL" clId="{3291ADED-E722-4D72-B4E8-25130B6F1C00}" dt="2022-08-03T07:51:45.010" v="7027" actId="113"/>
          <ac:spMkLst>
            <pc:docMk/>
            <pc:sldMk cId="492309654" sldId="256"/>
            <ac:spMk id="3" creationId="{D11C1709-B620-47DC-9742-B9FB880F0527}"/>
          </ac:spMkLst>
        </pc:spChg>
      </pc:sldChg>
      <pc:sldChg chg="modSp mod">
        <pc:chgData name="Deepika Vatsa" userId="f7100972-27fe-4ee6-8fb4-ec9b7931b409" providerId="ADAL" clId="{3291ADED-E722-4D72-B4E8-25130B6F1C00}" dt="2022-08-02T05:22:27.112" v="717" actId="20577"/>
        <pc:sldMkLst>
          <pc:docMk/>
          <pc:sldMk cId="3472450693" sldId="257"/>
        </pc:sldMkLst>
        <pc:spChg chg="mod">
          <ac:chgData name="Deepika Vatsa" userId="f7100972-27fe-4ee6-8fb4-ec9b7931b409" providerId="ADAL" clId="{3291ADED-E722-4D72-B4E8-25130B6F1C00}" dt="2022-08-02T05:22:27.112" v="717" actId="20577"/>
          <ac:spMkLst>
            <pc:docMk/>
            <pc:sldMk cId="3472450693" sldId="257"/>
            <ac:spMk id="2" creationId="{62761FFB-B61B-4D55-81FD-2A4988EECDC9}"/>
          </ac:spMkLst>
        </pc:spChg>
        <pc:spChg chg="mod">
          <ac:chgData name="Deepika Vatsa" userId="f7100972-27fe-4ee6-8fb4-ec9b7931b409" providerId="ADAL" clId="{3291ADED-E722-4D72-B4E8-25130B6F1C00}" dt="2022-08-02T05:06:45.017" v="327" actId="20577"/>
          <ac:spMkLst>
            <pc:docMk/>
            <pc:sldMk cId="3472450693" sldId="257"/>
            <ac:spMk id="3" creationId="{80E36F94-92C5-49C4-89B0-FDCC3A53501B}"/>
          </ac:spMkLst>
        </pc:spChg>
      </pc:sldChg>
      <pc:sldChg chg="addSp modSp add mod modNotesTx">
        <pc:chgData name="Deepika Vatsa" userId="f7100972-27fe-4ee6-8fb4-ec9b7931b409" providerId="ADAL" clId="{3291ADED-E722-4D72-B4E8-25130B6F1C00}" dt="2022-08-02T10:04:30.526" v="5127" actId="20577"/>
        <pc:sldMkLst>
          <pc:docMk/>
          <pc:sldMk cId="0" sldId="260"/>
        </pc:sldMkLst>
        <pc:spChg chg="mod">
          <ac:chgData name="Deepika Vatsa" userId="f7100972-27fe-4ee6-8fb4-ec9b7931b409" providerId="ADAL" clId="{3291ADED-E722-4D72-B4E8-25130B6F1C00}" dt="2022-08-02T04:20:40.124" v="13" actId="1036"/>
          <ac:spMkLst>
            <pc:docMk/>
            <pc:sldMk cId="0" sldId="260"/>
            <ac:spMk id="9" creationId="{3FC51FE3-A4A7-458D-814C-D0DCC098464F}"/>
          </ac:spMkLst>
        </pc:spChg>
        <pc:spChg chg="mod">
          <ac:chgData name="Deepika Vatsa" userId="f7100972-27fe-4ee6-8fb4-ec9b7931b409" providerId="ADAL" clId="{3291ADED-E722-4D72-B4E8-25130B6F1C00}" dt="2022-08-02T04:21:39.212" v="44" actId="1036"/>
          <ac:spMkLst>
            <pc:docMk/>
            <pc:sldMk cId="0" sldId="260"/>
            <ac:spMk id="10" creationId="{BCB88034-3308-4C39-9DE6-E1200C70C5B9}"/>
          </ac:spMkLst>
        </pc:spChg>
        <pc:spChg chg="add mod">
          <ac:chgData name="Deepika Vatsa" userId="f7100972-27fe-4ee6-8fb4-ec9b7931b409" providerId="ADAL" clId="{3291ADED-E722-4D72-B4E8-25130B6F1C00}" dt="2022-08-02T04:22:03.721" v="93" actId="20577"/>
          <ac:spMkLst>
            <pc:docMk/>
            <pc:sldMk cId="0" sldId="260"/>
            <ac:spMk id="16" creationId="{CFB741DD-6D6A-4048-8211-A2948AF8B56B}"/>
          </ac:spMkLst>
        </pc:spChg>
        <pc:cxnChg chg="mod">
          <ac:chgData name="Deepika Vatsa" userId="f7100972-27fe-4ee6-8fb4-ec9b7931b409" providerId="ADAL" clId="{3291ADED-E722-4D72-B4E8-25130B6F1C00}" dt="2022-08-02T04:21:29.945" v="29" actId="13822"/>
          <ac:cxnSpMkLst>
            <pc:docMk/>
            <pc:sldMk cId="0" sldId="260"/>
            <ac:cxnSpMk id="11" creationId="{CB1315CC-DFEE-48D7-9E66-C3CD54A44B2B}"/>
          </ac:cxnSpMkLst>
        </pc:cxnChg>
        <pc:cxnChg chg="mod">
          <ac:chgData name="Deepika Vatsa" userId="f7100972-27fe-4ee6-8fb4-ec9b7931b409" providerId="ADAL" clId="{3291ADED-E722-4D72-B4E8-25130B6F1C00}" dt="2022-08-02T04:21:43.260" v="52" actId="1038"/>
          <ac:cxnSpMkLst>
            <pc:docMk/>
            <pc:sldMk cId="0" sldId="260"/>
            <ac:cxnSpMk id="13" creationId="{10A5614B-8041-438A-ADBE-CE3A4D27FA68}"/>
          </ac:cxnSpMkLst>
        </pc:cxnChg>
        <pc:cxnChg chg="mod">
          <ac:chgData name="Deepika Vatsa" userId="f7100972-27fe-4ee6-8fb4-ec9b7931b409" providerId="ADAL" clId="{3291ADED-E722-4D72-B4E8-25130B6F1C00}" dt="2022-08-02T04:20:40.124" v="13" actId="1036"/>
          <ac:cxnSpMkLst>
            <pc:docMk/>
            <pc:sldMk cId="0" sldId="260"/>
            <ac:cxnSpMk id="14" creationId="{143650B0-8620-4D0C-81AD-1E228DB707E3}"/>
          </ac:cxnSpMkLst>
        </pc:cxnChg>
      </pc:sldChg>
      <pc:sldChg chg="modSp add mod">
        <pc:chgData name="Deepika Vatsa" userId="f7100972-27fe-4ee6-8fb4-ec9b7931b409" providerId="ADAL" clId="{3291ADED-E722-4D72-B4E8-25130B6F1C00}" dt="2022-08-02T05:27:31.824" v="803" actId="20577"/>
        <pc:sldMkLst>
          <pc:docMk/>
          <pc:sldMk cId="0" sldId="444"/>
        </pc:sldMkLst>
        <pc:spChg chg="mod">
          <ac:chgData name="Deepika Vatsa" userId="f7100972-27fe-4ee6-8fb4-ec9b7931b409" providerId="ADAL" clId="{3291ADED-E722-4D72-B4E8-25130B6F1C00}" dt="2022-08-02T05:27:31.824" v="803" actId="20577"/>
          <ac:spMkLst>
            <pc:docMk/>
            <pc:sldMk cId="0" sldId="444"/>
            <ac:spMk id="3" creationId="{8742D992-CD80-4072-8891-5DE4E4E9A046}"/>
          </ac:spMkLst>
        </pc:spChg>
      </pc:sldChg>
      <pc:sldChg chg="addSp modSp add mod">
        <pc:chgData name="Deepika Vatsa" userId="f7100972-27fe-4ee6-8fb4-ec9b7931b409" providerId="ADAL" clId="{3291ADED-E722-4D72-B4E8-25130B6F1C00}" dt="2022-08-02T04:49:32.031" v="241" actId="1076"/>
        <pc:sldMkLst>
          <pc:docMk/>
          <pc:sldMk cId="0" sldId="446"/>
        </pc:sldMkLst>
        <pc:picChg chg="add mod ord">
          <ac:chgData name="Deepika Vatsa" userId="f7100972-27fe-4ee6-8fb4-ec9b7931b409" providerId="ADAL" clId="{3291ADED-E722-4D72-B4E8-25130B6F1C00}" dt="2022-08-02T04:49:32.031" v="241" actId="1076"/>
          <ac:picMkLst>
            <pc:docMk/>
            <pc:sldMk cId="0" sldId="446"/>
            <ac:picMk id="5" creationId="{C6A5244B-F656-4E88-A42A-3266EE91F6F3}"/>
          </ac:picMkLst>
        </pc:picChg>
        <pc:picChg chg="mod">
          <ac:chgData name="Deepika Vatsa" userId="f7100972-27fe-4ee6-8fb4-ec9b7931b409" providerId="ADAL" clId="{3291ADED-E722-4D72-B4E8-25130B6F1C00}" dt="2022-08-02T04:49:28.253" v="240" actId="1076"/>
          <ac:picMkLst>
            <pc:docMk/>
            <pc:sldMk cId="0" sldId="446"/>
            <ac:picMk id="10244" creationId="{33A2C098-77FB-498B-89C1-293A02B3BCFB}"/>
          </ac:picMkLst>
        </pc:picChg>
      </pc:sldChg>
      <pc:sldChg chg="modSp add mod ord">
        <pc:chgData name="Deepika Vatsa" userId="f7100972-27fe-4ee6-8fb4-ec9b7931b409" providerId="ADAL" clId="{3291ADED-E722-4D72-B4E8-25130B6F1C00}" dt="2022-08-02T10:15:49.873" v="6002"/>
        <pc:sldMkLst>
          <pc:docMk/>
          <pc:sldMk cId="0" sldId="454"/>
        </pc:sldMkLst>
        <pc:spChg chg="mod">
          <ac:chgData name="Deepika Vatsa" userId="f7100972-27fe-4ee6-8fb4-ec9b7931b409" providerId="ADAL" clId="{3291ADED-E722-4D72-B4E8-25130B6F1C00}" dt="2022-08-02T05:36:04.752" v="974" actId="20577"/>
          <ac:spMkLst>
            <pc:docMk/>
            <pc:sldMk cId="0" sldId="454"/>
            <ac:spMk id="3" creationId="{C205F30A-7C17-4484-8544-4186CC2C5D59}"/>
          </ac:spMkLst>
        </pc:spChg>
        <pc:spChg chg="mod">
          <ac:chgData name="Deepika Vatsa" userId="f7100972-27fe-4ee6-8fb4-ec9b7931b409" providerId="ADAL" clId="{3291ADED-E722-4D72-B4E8-25130B6F1C00}" dt="2022-08-02T05:35:35.807" v="972" actId="20577"/>
          <ac:spMkLst>
            <pc:docMk/>
            <pc:sldMk cId="0" sldId="454"/>
            <ac:spMk id="11266" creationId="{7D9174AF-1F1E-4E7D-A243-C1A8E99F08E4}"/>
          </ac:spMkLst>
        </pc:spChg>
      </pc:sldChg>
      <pc:sldChg chg="modSp add mod">
        <pc:chgData name="Deepika Vatsa" userId="f7100972-27fe-4ee6-8fb4-ec9b7931b409" providerId="ADAL" clId="{3291ADED-E722-4D72-B4E8-25130B6F1C00}" dt="2022-08-02T05:51:19.773" v="1476" actId="20577"/>
        <pc:sldMkLst>
          <pc:docMk/>
          <pc:sldMk cId="0" sldId="519"/>
        </pc:sldMkLst>
        <pc:spChg chg="mod">
          <ac:chgData name="Deepika Vatsa" userId="f7100972-27fe-4ee6-8fb4-ec9b7931b409" providerId="ADAL" clId="{3291ADED-E722-4D72-B4E8-25130B6F1C00}" dt="2022-08-02T05:51:19.773" v="1476" actId="20577"/>
          <ac:spMkLst>
            <pc:docMk/>
            <pc:sldMk cId="0" sldId="519"/>
            <ac:spMk id="13314" creationId="{CBAC7A8F-7EE2-476E-B83C-7B434D873662}"/>
          </ac:spMkLst>
        </pc:spChg>
      </pc:sldChg>
      <pc:sldChg chg="modSp add mod ord modNotesTx">
        <pc:chgData name="Deepika Vatsa" userId="f7100972-27fe-4ee6-8fb4-ec9b7931b409" providerId="ADAL" clId="{3291ADED-E722-4D72-B4E8-25130B6F1C00}" dt="2022-08-02T10:07:54.172" v="5433" actId="20577"/>
        <pc:sldMkLst>
          <pc:docMk/>
          <pc:sldMk cId="0" sldId="521"/>
        </pc:sldMkLst>
        <pc:spChg chg="mod">
          <ac:chgData name="Deepika Vatsa" userId="f7100972-27fe-4ee6-8fb4-ec9b7931b409" providerId="ADAL" clId="{3291ADED-E722-4D72-B4E8-25130B6F1C00}" dt="2022-08-02T10:05:28.796" v="5263" actId="20577"/>
          <ac:spMkLst>
            <pc:docMk/>
            <pc:sldMk cId="0" sldId="521"/>
            <ac:spMk id="9220" creationId="{91FFA14E-91B3-44B2-AF3A-49B6235ECEC6}"/>
          </ac:spMkLst>
        </pc:spChg>
      </pc:sldChg>
      <pc:sldChg chg="modSp add">
        <pc:chgData name="Deepika Vatsa" userId="f7100972-27fe-4ee6-8fb4-ec9b7931b409" providerId="ADAL" clId="{3291ADED-E722-4D72-B4E8-25130B6F1C00}" dt="2022-08-02T05:57:52.333" v="1653" actId="1036"/>
        <pc:sldMkLst>
          <pc:docMk/>
          <pc:sldMk cId="0" sldId="522"/>
        </pc:sldMkLst>
        <pc:spChg chg="mod">
          <ac:chgData name="Deepika Vatsa" userId="f7100972-27fe-4ee6-8fb4-ec9b7931b409" providerId="ADAL" clId="{3291ADED-E722-4D72-B4E8-25130B6F1C00}" dt="2022-08-02T05:57:45.673" v="1634" actId="1076"/>
          <ac:spMkLst>
            <pc:docMk/>
            <pc:sldMk cId="0" sldId="522"/>
            <ac:spMk id="14338" creationId="{FBD8693C-3A18-46C7-B80E-01E033CDECDC}"/>
          </ac:spMkLst>
        </pc:spChg>
        <pc:spChg chg="mod">
          <ac:chgData name="Deepika Vatsa" userId="f7100972-27fe-4ee6-8fb4-ec9b7931b409" providerId="ADAL" clId="{3291ADED-E722-4D72-B4E8-25130B6F1C00}" dt="2022-08-02T05:57:52.333" v="1653" actId="1036"/>
          <ac:spMkLst>
            <pc:docMk/>
            <pc:sldMk cId="0" sldId="522"/>
            <ac:spMk id="14344" creationId="{F3771709-78BD-404C-857F-78F9A6047677}"/>
          </ac:spMkLst>
        </pc:spChg>
        <pc:picChg chg="mod">
          <ac:chgData name="Deepika Vatsa" userId="f7100972-27fe-4ee6-8fb4-ec9b7931b409" providerId="ADAL" clId="{3291ADED-E722-4D72-B4E8-25130B6F1C00}" dt="2022-08-02T05:57:52.333" v="1653" actId="1036"/>
          <ac:picMkLst>
            <pc:docMk/>
            <pc:sldMk cId="0" sldId="522"/>
            <ac:picMk id="14342" creationId="{AED56A7C-E3E2-4205-BE15-2EBFD59166F0}"/>
          </ac:picMkLst>
        </pc:picChg>
      </pc:sldChg>
      <pc:sldChg chg="addSp modSp add">
        <pc:chgData name="Deepika Vatsa" userId="f7100972-27fe-4ee6-8fb4-ec9b7931b409" providerId="ADAL" clId="{3291ADED-E722-4D72-B4E8-25130B6F1C00}" dt="2022-08-02T05:57:34.884" v="1632" actId="1037"/>
        <pc:sldMkLst>
          <pc:docMk/>
          <pc:sldMk cId="0" sldId="523"/>
        </pc:sldMkLst>
        <pc:spChg chg="add mod">
          <ac:chgData name="Deepika Vatsa" userId="f7100972-27fe-4ee6-8fb4-ec9b7931b409" providerId="ADAL" clId="{3291ADED-E722-4D72-B4E8-25130B6F1C00}" dt="2022-08-02T05:57:34.884" v="1632" actId="1037"/>
          <ac:spMkLst>
            <pc:docMk/>
            <pc:sldMk cId="0" sldId="523"/>
            <ac:spMk id="9" creationId="{B17BC3F7-CA5E-4FEC-940A-2EC0774E93A3}"/>
          </ac:spMkLst>
        </pc:spChg>
        <pc:spChg chg="mod">
          <ac:chgData name="Deepika Vatsa" userId="f7100972-27fe-4ee6-8fb4-ec9b7931b409" providerId="ADAL" clId="{3291ADED-E722-4D72-B4E8-25130B6F1C00}" dt="2022-08-02T05:56:52.588" v="1477" actId="1076"/>
          <ac:spMkLst>
            <pc:docMk/>
            <pc:sldMk cId="0" sldId="523"/>
            <ac:spMk id="15362" creationId="{4733C1E2-24F3-4754-9834-2DBF479B7C27}"/>
          </ac:spMkLst>
        </pc:spChg>
        <pc:spChg chg="mod">
          <ac:chgData name="Deepika Vatsa" userId="f7100972-27fe-4ee6-8fb4-ec9b7931b409" providerId="ADAL" clId="{3291ADED-E722-4D72-B4E8-25130B6F1C00}" dt="2022-08-02T05:56:58.612" v="1501" actId="1035"/>
          <ac:spMkLst>
            <pc:docMk/>
            <pc:sldMk cId="0" sldId="523"/>
            <ac:spMk id="15367" creationId="{121C9651-2280-4086-A2C0-835AE7BDB729}"/>
          </ac:spMkLst>
        </pc:spChg>
        <pc:spChg chg="mod">
          <ac:chgData name="Deepika Vatsa" userId="f7100972-27fe-4ee6-8fb4-ec9b7931b409" providerId="ADAL" clId="{3291ADED-E722-4D72-B4E8-25130B6F1C00}" dt="2022-08-02T05:57:25.513" v="1611" actId="1036"/>
          <ac:spMkLst>
            <pc:docMk/>
            <pc:sldMk cId="0" sldId="523"/>
            <ac:spMk id="15368" creationId="{B2C3323A-ECE1-4DD1-BCE2-8341E5E14404}"/>
          </ac:spMkLst>
        </pc:spChg>
        <pc:picChg chg="add mod">
          <ac:chgData name="Deepika Vatsa" userId="f7100972-27fe-4ee6-8fb4-ec9b7931b409" providerId="ADAL" clId="{3291ADED-E722-4D72-B4E8-25130B6F1C00}" dt="2022-08-02T05:57:34.884" v="1632" actId="1037"/>
          <ac:picMkLst>
            <pc:docMk/>
            <pc:sldMk cId="0" sldId="523"/>
            <ac:picMk id="10" creationId="{FBA8AA4A-DF71-41F4-9D0A-AB3FBAB4F540}"/>
          </ac:picMkLst>
        </pc:picChg>
        <pc:picChg chg="mod">
          <ac:chgData name="Deepika Vatsa" userId="f7100972-27fe-4ee6-8fb4-ec9b7931b409" providerId="ADAL" clId="{3291ADED-E722-4D72-B4E8-25130B6F1C00}" dt="2022-08-02T05:56:58.612" v="1501" actId="1035"/>
          <ac:picMkLst>
            <pc:docMk/>
            <pc:sldMk cId="0" sldId="523"/>
            <ac:picMk id="15365" creationId="{831E7FDA-685A-491C-B34A-934B97194A84}"/>
          </ac:picMkLst>
        </pc:picChg>
        <pc:picChg chg="mod">
          <ac:chgData name="Deepika Vatsa" userId="f7100972-27fe-4ee6-8fb4-ec9b7931b409" providerId="ADAL" clId="{3291ADED-E722-4D72-B4E8-25130B6F1C00}" dt="2022-08-02T05:57:25.513" v="1611" actId="1036"/>
          <ac:picMkLst>
            <pc:docMk/>
            <pc:sldMk cId="0" sldId="523"/>
            <ac:picMk id="15366" creationId="{A1045A5C-B36F-4CE7-937A-5EFD0F56F6EC}"/>
          </ac:picMkLst>
        </pc:picChg>
      </pc:sldChg>
      <pc:sldChg chg="delSp add del">
        <pc:chgData name="Deepika Vatsa" userId="f7100972-27fe-4ee6-8fb4-ec9b7931b409" providerId="ADAL" clId="{3291ADED-E722-4D72-B4E8-25130B6F1C00}" dt="2022-08-02T05:57:39.918" v="1633" actId="47"/>
        <pc:sldMkLst>
          <pc:docMk/>
          <pc:sldMk cId="0" sldId="524"/>
        </pc:sldMkLst>
        <pc:spChg chg="del">
          <ac:chgData name="Deepika Vatsa" userId="f7100972-27fe-4ee6-8fb4-ec9b7931b409" providerId="ADAL" clId="{3291ADED-E722-4D72-B4E8-25130B6F1C00}" dt="2022-08-02T05:57:10.223" v="1531" actId="21"/>
          <ac:spMkLst>
            <pc:docMk/>
            <pc:sldMk cId="0" sldId="524"/>
            <ac:spMk id="16389" creationId="{A5E9E8B8-54AA-45CB-B630-7300EC928F5E}"/>
          </ac:spMkLst>
        </pc:spChg>
        <pc:picChg chg="del">
          <ac:chgData name="Deepika Vatsa" userId="f7100972-27fe-4ee6-8fb4-ec9b7931b409" providerId="ADAL" clId="{3291ADED-E722-4D72-B4E8-25130B6F1C00}" dt="2022-08-02T05:57:10.223" v="1531" actId="21"/>
          <ac:picMkLst>
            <pc:docMk/>
            <pc:sldMk cId="0" sldId="524"/>
            <ac:picMk id="16392" creationId="{DE8B858E-3707-4312-9838-072D5963F5C6}"/>
          </ac:picMkLst>
        </pc:picChg>
      </pc:sldChg>
      <pc:sldChg chg="modSp add mod">
        <pc:chgData name="Deepika Vatsa" userId="f7100972-27fe-4ee6-8fb4-ec9b7931b409" providerId="ADAL" clId="{3291ADED-E722-4D72-B4E8-25130B6F1C00}" dt="2022-08-02T05:37:15.306" v="989" actId="20577"/>
        <pc:sldMkLst>
          <pc:docMk/>
          <pc:sldMk cId="0" sldId="542"/>
        </pc:sldMkLst>
        <pc:spChg chg="mod">
          <ac:chgData name="Deepika Vatsa" userId="f7100972-27fe-4ee6-8fb4-ec9b7931b409" providerId="ADAL" clId="{3291ADED-E722-4D72-B4E8-25130B6F1C00}" dt="2022-08-02T05:37:15.306" v="989" actId="20577"/>
          <ac:spMkLst>
            <pc:docMk/>
            <pc:sldMk cId="0" sldId="542"/>
            <ac:spMk id="3" creationId="{73C816AA-8985-49DC-B97C-CF26B5B068D9}"/>
          </ac:spMkLst>
        </pc:spChg>
        <pc:spChg chg="mod">
          <ac:chgData name="Deepika Vatsa" userId="f7100972-27fe-4ee6-8fb4-ec9b7931b409" providerId="ADAL" clId="{3291ADED-E722-4D72-B4E8-25130B6F1C00}" dt="2022-08-02T05:36:58.583" v="984" actId="20577"/>
          <ac:spMkLst>
            <pc:docMk/>
            <pc:sldMk cId="0" sldId="542"/>
            <ac:spMk id="12290" creationId="{795297E3-61AF-419D-AA9F-FB176E051720}"/>
          </ac:spMkLst>
        </pc:spChg>
      </pc:sldChg>
      <pc:sldChg chg="addSp delSp modSp new mod modNotesTx">
        <pc:chgData name="Deepika Vatsa" userId="f7100972-27fe-4ee6-8fb4-ec9b7931b409" providerId="ADAL" clId="{3291ADED-E722-4D72-B4E8-25130B6F1C00}" dt="2022-08-02T09:58:53.141" v="5021" actId="20577"/>
        <pc:sldMkLst>
          <pc:docMk/>
          <pc:sldMk cId="2124192201" sldId="543"/>
        </pc:sldMkLst>
        <pc:spChg chg="del mod">
          <ac:chgData name="Deepika Vatsa" userId="f7100972-27fe-4ee6-8fb4-ec9b7931b409" providerId="ADAL" clId="{3291ADED-E722-4D72-B4E8-25130B6F1C00}" dt="2022-08-02T05:15:06.676" v="634" actId="478"/>
          <ac:spMkLst>
            <pc:docMk/>
            <pc:sldMk cId="2124192201" sldId="543"/>
            <ac:spMk id="2" creationId="{FB578C73-661F-4DC5-84B8-F64A212D389B}"/>
          </ac:spMkLst>
        </pc:spChg>
        <pc:spChg chg="del">
          <ac:chgData name="Deepika Vatsa" userId="f7100972-27fe-4ee6-8fb4-ec9b7931b409" providerId="ADAL" clId="{3291ADED-E722-4D72-B4E8-25130B6F1C00}" dt="2022-08-02T05:06:54.553" v="328" actId="478"/>
          <ac:spMkLst>
            <pc:docMk/>
            <pc:sldMk cId="2124192201" sldId="543"/>
            <ac:spMk id="3" creationId="{2B224D1B-5B72-4604-ACE4-DD246E53E398}"/>
          </ac:spMkLst>
        </pc:spChg>
        <pc:spChg chg="add mod">
          <ac:chgData name="Deepika Vatsa" userId="f7100972-27fe-4ee6-8fb4-ec9b7931b409" providerId="ADAL" clId="{3291ADED-E722-4D72-B4E8-25130B6F1C00}" dt="2022-08-02T09:50:59.852" v="4098" actId="6549"/>
          <ac:spMkLst>
            <pc:docMk/>
            <pc:sldMk cId="2124192201" sldId="543"/>
            <ac:spMk id="6" creationId="{47631036-3A0F-4E75-A879-957017069B49}"/>
          </ac:spMkLst>
        </pc:spChg>
        <pc:spChg chg="add mod">
          <ac:chgData name="Deepika Vatsa" userId="f7100972-27fe-4ee6-8fb4-ec9b7931b409" providerId="ADAL" clId="{3291ADED-E722-4D72-B4E8-25130B6F1C00}" dt="2022-08-02T09:51:03.842" v="4099" actId="6549"/>
          <ac:spMkLst>
            <pc:docMk/>
            <pc:sldMk cId="2124192201" sldId="543"/>
            <ac:spMk id="7" creationId="{8C8EC707-7EDD-44E3-9196-6FF5FB72B380}"/>
          </ac:spMkLst>
        </pc:spChg>
        <pc:spChg chg="add mod">
          <ac:chgData name="Deepika Vatsa" userId="f7100972-27fe-4ee6-8fb4-ec9b7931b409" providerId="ADAL" clId="{3291ADED-E722-4D72-B4E8-25130B6F1C00}" dt="2022-08-02T05:20:52.013" v="703" actId="1076"/>
          <ac:spMkLst>
            <pc:docMk/>
            <pc:sldMk cId="2124192201" sldId="543"/>
            <ac:spMk id="8" creationId="{4EDBCB09-D995-422D-87CD-70E194643C92}"/>
          </ac:spMkLst>
        </pc:spChg>
        <pc:spChg chg="add mod">
          <ac:chgData name="Deepika Vatsa" userId="f7100972-27fe-4ee6-8fb4-ec9b7931b409" providerId="ADAL" clId="{3291ADED-E722-4D72-B4E8-25130B6F1C00}" dt="2022-08-02T09:50:53.250" v="4097" actId="404"/>
          <ac:spMkLst>
            <pc:docMk/>
            <pc:sldMk cId="2124192201" sldId="543"/>
            <ac:spMk id="15" creationId="{BCBCDEEC-C4B5-4EB8-8B4B-EDA9E99D2F16}"/>
          </ac:spMkLst>
        </pc:spChg>
        <pc:picChg chg="add del mod ord modCrop">
          <ac:chgData name="Deepika Vatsa" userId="f7100972-27fe-4ee6-8fb4-ec9b7931b409" providerId="ADAL" clId="{3291ADED-E722-4D72-B4E8-25130B6F1C00}" dt="2022-08-02T05:08:51.252" v="333" actId="478"/>
          <ac:picMkLst>
            <pc:docMk/>
            <pc:sldMk cId="2124192201" sldId="543"/>
            <ac:picMk id="5" creationId="{EAA760CC-D0E1-431A-8755-A1CCFEED6C63}"/>
          </ac:picMkLst>
        </pc:picChg>
        <pc:picChg chg="add mod modCrop">
          <ac:chgData name="Deepika Vatsa" userId="f7100972-27fe-4ee6-8fb4-ec9b7931b409" providerId="ADAL" clId="{3291ADED-E722-4D72-B4E8-25130B6F1C00}" dt="2022-08-02T09:50:29.824" v="4070" actId="1076"/>
          <ac:picMkLst>
            <pc:docMk/>
            <pc:sldMk cId="2124192201" sldId="543"/>
            <ac:picMk id="10" creationId="{E22FD091-D2AC-48F7-854B-91EBD889B3F2}"/>
          </ac:picMkLst>
        </pc:picChg>
        <pc:picChg chg="add mod modCrop">
          <ac:chgData name="Deepika Vatsa" userId="f7100972-27fe-4ee6-8fb4-ec9b7931b409" providerId="ADAL" clId="{3291ADED-E722-4D72-B4E8-25130B6F1C00}" dt="2022-08-02T09:51:06.917" v="4100" actId="1076"/>
          <ac:picMkLst>
            <pc:docMk/>
            <pc:sldMk cId="2124192201" sldId="543"/>
            <ac:picMk id="12" creationId="{961DF107-8E6A-4173-8D7A-1EDDEDFF0A4D}"/>
          </ac:picMkLst>
        </pc:picChg>
        <pc:picChg chg="add mod">
          <ac:chgData name="Deepika Vatsa" userId="f7100972-27fe-4ee6-8fb4-ec9b7931b409" providerId="ADAL" clId="{3291ADED-E722-4D72-B4E8-25130B6F1C00}" dt="2022-08-02T05:22:06.922" v="710" actId="1076"/>
          <ac:picMkLst>
            <pc:docMk/>
            <pc:sldMk cId="2124192201" sldId="543"/>
            <ac:picMk id="14" creationId="{0DD799E7-7D4D-4C6B-92A7-A4277A6B985F}"/>
          </ac:picMkLst>
        </pc:picChg>
      </pc:sldChg>
      <pc:sldChg chg="addSp delSp modSp new del mod">
        <pc:chgData name="Deepika Vatsa" userId="f7100972-27fe-4ee6-8fb4-ec9b7931b409" providerId="ADAL" clId="{3291ADED-E722-4D72-B4E8-25130B6F1C00}" dt="2022-08-02T04:49:36.765" v="242" actId="47"/>
        <pc:sldMkLst>
          <pc:docMk/>
          <pc:sldMk cId="3812708689" sldId="543"/>
        </pc:sldMkLst>
        <pc:spChg chg="del">
          <ac:chgData name="Deepika Vatsa" userId="f7100972-27fe-4ee6-8fb4-ec9b7931b409" providerId="ADAL" clId="{3291ADED-E722-4D72-B4E8-25130B6F1C00}" dt="2022-08-02T04:48:59.826" v="233" actId="478"/>
          <ac:spMkLst>
            <pc:docMk/>
            <pc:sldMk cId="3812708689" sldId="543"/>
            <ac:spMk id="2" creationId="{27972EE3-664C-410B-AE5B-BD15536AEAB6}"/>
          </ac:spMkLst>
        </pc:spChg>
        <pc:picChg chg="add del mod modCrop">
          <ac:chgData name="Deepika Vatsa" userId="f7100972-27fe-4ee6-8fb4-ec9b7931b409" providerId="ADAL" clId="{3291ADED-E722-4D72-B4E8-25130B6F1C00}" dt="2022-08-02T04:49:11.965" v="236" actId="21"/>
          <ac:picMkLst>
            <pc:docMk/>
            <pc:sldMk cId="3812708689" sldId="543"/>
            <ac:picMk id="4" creationId="{8E850A99-AA6D-4EB0-9E72-CC82985C4DD4}"/>
          </ac:picMkLst>
        </pc:picChg>
      </pc:sldChg>
      <pc:sldChg chg="new del">
        <pc:chgData name="Deepika Vatsa" userId="f7100972-27fe-4ee6-8fb4-ec9b7931b409" providerId="ADAL" clId="{3291ADED-E722-4D72-B4E8-25130B6F1C00}" dt="2022-08-02T05:38:33.463" v="991" actId="47"/>
        <pc:sldMkLst>
          <pc:docMk/>
          <pc:sldMk cId="2707398985" sldId="544"/>
        </pc:sldMkLst>
      </pc:sldChg>
      <pc:sldChg chg="addSp modSp add mod modNotesTx">
        <pc:chgData name="Deepika Vatsa" userId="f7100972-27fe-4ee6-8fb4-ec9b7931b409" providerId="ADAL" clId="{3291ADED-E722-4D72-B4E8-25130B6F1C00}" dt="2022-08-02T10:25:31.588" v="6900" actId="20577"/>
        <pc:sldMkLst>
          <pc:docMk/>
          <pc:sldMk cId="3333838952" sldId="544"/>
        </pc:sldMkLst>
        <pc:spChg chg="add mod">
          <ac:chgData name="Deepika Vatsa" userId="f7100972-27fe-4ee6-8fb4-ec9b7931b409" providerId="ADAL" clId="{3291ADED-E722-4D72-B4E8-25130B6F1C00}" dt="2022-08-02T05:44:53.548" v="1437" actId="403"/>
          <ac:spMkLst>
            <pc:docMk/>
            <pc:sldMk cId="3333838952" sldId="544"/>
            <ac:spMk id="2" creationId="{876EC85A-9E98-431D-99DA-93047B6A1169}"/>
          </ac:spMkLst>
        </pc:spChg>
        <pc:spChg chg="mod">
          <ac:chgData name="Deepika Vatsa" userId="f7100972-27fe-4ee6-8fb4-ec9b7931b409" providerId="ADAL" clId="{3291ADED-E722-4D72-B4E8-25130B6F1C00}" dt="2022-08-02T10:17:30.436" v="6063" actId="20577"/>
          <ac:spMkLst>
            <pc:docMk/>
            <pc:sldMk cId="3333838952" sldId="544"/>
            <ac:spMk id="3" creationId="{73C816AA-8985-49DC-B97C-CF26B5B068D9}"/>
          </ac:spMkLst>
        </pc:spChg>
        <pc:spChg chg="add mod">
          <ac:chgData name="Deepika Vatsa" userId="f7100972-27fe-4ee6-8fb4-ec9b7931b409" providerId="ADAL" clId="{3291ADED-E722-4D72-B4E8-25130B6F1C00}" dt="2022-08-02T05:49:54.909" v="1466" actId="1037"/>
          <ac:spMkLst>
            <pc:docMk/>
            <pc:sldMk cId="3333838952" sldId="544"/>
            <ac:spMk id="7" creationId="{150361ED-11EB-47EB-B13D-82A3255775C2}"/>
          </ac:spMkLst>
        </pc:spChg>
        <pc:spChg chg="add mod">
          <ac:chgData name="Deepika Vatsa" userId="f7100972-27fe-4ee6-8fb4-ec9b7931b409" providerId="ADAL" clId="{3291ADED-E722-4D72-B4E8-25130B6F1C00}" dt="2022-08-02T05:44:42.431" v="1435" actId="403"/>
          <ac:spMkLst>
            <pc:docMk/>
            <pc:sldMk cId="3333838952" sldId="544"/>
            <ac:spMk id="8" creationId="{B24B5BFC-C5EC-4EEF-A678-F331A68AA639}"/>
          </ac:spMkLst>
        </pc:spChg>
        <pc:spChg chg="mod">
          <ac:chgData name="Deepika Vatsa" userId="f7100972-27fe-4ee6-8fb4-ec9b7931b409" providerId="ADAL" clId="{3291ADED-E722-4D72-B4E8-25130B6F1C00}" dt="2022-08-02T05:38:42.026" v="996" actId="20577"/>
          <ac:spMkLst>
            <pc:docMk/>
            <pc:sldMk cId="3333838952" sldId="544"/>
            <ac:spMk id="12290" creationId="{795297E3-61AF-419D-AA9F-FB176E051720}"/>
          </ac:spMkLst>
        </pc:spChg>
        <pc:picChg chg="add mod">
          <ac:chgData name="Deepika Vatsa" userId="f7100972-27fe-4ee6-8fb4-ec9b7931b409" providerId="ADAL" clId="{3291ADED-E722-4D72-B4E8-25130B6F1C00}" dt="2022-08-02T05:49:05.369" v="1440" actId="1076"/>
          <ac:picMkLst>
            <pc:docMk/>
            <pc:sldMk cId="3333838952" sldId="544"/>
            <ac:picMk id="5" creationId="{0633AD17-0538-493C-BF7B-FCBAD7595C07}"/>
          </ac:picMkLst>
        </pc:picChg>
        <pc:picChg chg="add mod">
          <ac:chgData name="Deepika Vatsa" userId="f7100972-27fe-4ee6-8fb4-ec9b7931b409" providerId="ADAL" clId="{3291ADED-E722-4D72-B4E8-25130B6F1C00}" dt="2022-08-02T05:50:01.106" v="1468" actId="1076"/>
          <ac:picMkLst>
            <pc:docMk/>
            <pc:sldMk cId="3333838952" sldId="544"/>
            <ac:picMk id="9" creationId="{22F66F09-6D24-4648-8D4B-04BBE4E1E515}"/>
          </ac:picMkLst>
        </pc:picChg>
        <pc:picChg chg="add mod">
          <ac:chgData name="Deepika Vatsa" userId="f7100972-27fe-4ee6-8fb4-ec9b7931b409" providerId="ADAL" clId="{3291ADED-E722-4D72-B4E8-25130B6F1C00}" dt="2022-08-02T05:51:06.210" v="1470" actId="1076"/>
          <ac:picMkLst>
            <pc:docMk/>
            <pc:sldMk cId="3333838952" sldId="544"/>
            <ac:picMk id="11" creationId="{9EF450B5-A787-4EA7-BA06-A5123E0609ED}"/>
          </ac:picMkLst>
        </pc:picChg>
      </pc:sldChg>
      <pc:sldChg chg="addSp delSp modSp new mod modNotesTx">
        <pc:chgData name="Deepika Vatsa" userId="f7100972-27fe-4ee6-8fb4-ec9b7931b409" providerId="ADAL" clId="{3291ADED-E722-4D72-B4E8-25130B6F1C00}" dt="2022-08-03T09:54:38.622" v="8918" actId="20577"/>
        <pc:sldMkLst>
          <pc:docMk/>
          <pc:sldMk cId="4255949818" sldId="545"/>
        </pc:sldMkLst>
        <pc:spChg chg="mod">
          <ac:chgData name="Deepika Vatsa" userId="f7100972-27fe-4ee6-8fb4-ec9b7931b409" providerId="ADAL" clId="{3291ADED-E722-4D72-B4E8-25130B6F1C00}" dt="2022-08-02T06:21:12.163" v="1857" actId="14100"/>
          <ac:spMkLst>
            <pc:docMk/>
            <pc:sldMk cId="4255949818" sldId="545"/>
            <ac:spMk id="2" creationId="{E198A5B3-AA77-4574-857A-B0BAF7ED7A51}"/>
          </ac:spMkLst>
        </pc:spChg>
        <pc:spChg chg="add mod">
          <ac:chgData name="Deepika Vatsa" userId="f7100972-27fe-4ee6-8fb4-ec9b7931b409" providerId="ADAL" clId="{3291ADED-E722-4D72-B4E8-25130B6F1C00}" dt="2022-08-02T06:03:15.895" v="1703" actId="14100"/>
          <ac:spMkLst>
            <pc:docMk/>
            <pc:sldMk cId="4255949818" sldId="545"/>
            <ac:spMk id="3" creationId="{7513A98B-7EE2-411B-9C45-C5B84E25262E}"/>
          </ac:spMkLst>
        </pc:spChg>
        <pc:spChg chg="add del mod">
          <ac:chgData name="Deepika Vatsa" userId="f7100972-27fe-4ee6-8fb4-ec9b7931b409" providerId="ADAL" clId="{3291ADED-E722-4D72-B4E8-25130B6F1C00}" dt="2022-08-02T06:25:40.535" v="1910" actId="478"/>
          <ac:spMkLst>
            <pc:docMk/>
            <pc:sldMk cId="4255949818" sldId="545"/>
            <ac:spMk id="6" creationId="{B521FFDF-D974-4507-AFF6-0CB68B7888C0}"/>
          </ac:spMkLst>
        </pc:spChg>
        <pc:spChg chg="add del mod">
          <ac:chgData name="Deepika Vatsa" userId="f7100972-27fe-4ee6-8fb4-ec9b7931b409" providerId="ADAL" clId="{3291ADED-E722-4D72-B4E8-25130B6F1C00}" dt="2022-08-02T06:25:40.535" v="1910" actId="478"/>
          <ac:spMkLst>
            <pc:docMk/>
            <pc:sldMk cId="4255949818" sldId="545"/>
            <ac:spMk id="7" creationId="{FA18092F-4840-404B-BFBD-0D6D40908BAF}"/>
          </ac:spMkLst>
        </pc:spChg>
        <pc:spChg chg="add del mod">
          <ac:chgData name="Deepika Vatsa" userId="f7100972-27fe-4ee6-8fb4-ec9b7931b409" providerId="ADAL" clId="{3291ADED-E722-4D72-B4E8-25130B6F1C00}" dt="2022-08-02T06:25:40.535" v="1910" actId="478"/>
          <ac:spMkLst>
            <pc:docMk/>
            <pc:sldMk cId="4255949818" sldId="545"/>
            <ac:spMk id="8" creationId="{E6C69D27-A4EF-4CC7-8D28-79879990C359}"/>
          </ac:spMkLst>
        </pc:spChg>
        <pc:spChg chg="add del mod">
          <ac:chgData name="Deepika Vatsa" userId="f7100972-27fe-4ee6-8fb4-ec9b7931b409" providerId="ADAL" clId="{3291ADED-E722-4D72-B4E8-25130B6F1C00}" dt="2022-08-02T06:25:40.535" v="1910" actId="478"/>
          <ac:spMkLst>
            <pc:docMk/>
            <pc:sldMk cId="4255949818" sldId="545"/>
            <ac:spMk id="9" creationId="{76E4AEF4-99F8-4669-84EB-1355F1DF246D}"/>
          </ac:spMkLst>
        </pc:spChg>
        <pc:picChg chg="add del mod">
          <ac:chgData name="Deepika Vatsa" userId="f7100972-27fe-4ee6-8fb4-ec9b7931b409" providerId="ADAL" clId="{3291ADED-E722-4D72-B4E8-25130B6F1C00}" dt="2022-08-02T06:25:33.173" v="1909" actId="478"/>
          <ac:picMkLst>
            <pc:docMk/>
            <pc:sldMk cId="4255949818" sldId="545"/>
            <ac:picMk id="5" creationId="{D39E487D-42BD-44B6-86D2-E1A0668F8BCA}"/>
          </ac:picMkLst>
        </pc:picChg>
        <pc:picChg chg="add del mod">
          <ac:chgData name="Deepika Vatsa" userId="f7100972-27fe-4ee6-8fb4-ec9b7931b409" providerId="ADAL" clId="{3291ADED-E722-4D72-B4E8-25130B6F1C00}" dt="2022-08-02T06:30:42.220" v="1918" actId="478"/>
          <ac:picMkLst>
            <pc:docMk/>
            <pc:sldMk cId="4255949818" sldId="545"/>
            <ac:picMk id="10" creationId="{88D4E2BA-BF81-4099-83C0-F70D1CCC3FFB}"/>
          </ac:picMkLst>
        </pc:picChg>
        <pc:picChg chg="add mod">
          <ac:chgData name="Deepika Vatsa" userId="f7100972-27fe-4ee6-8fb4-ec9b7931b409" providerId="ADAL" clId="{3291ADED-E722-4D72-B4E8-25130B6F1C00}" dt="2022-08-02T06:31:00.026" v="1925" actId="1076"/>
          <ac:picMkLst>
            <pc:docMk/>
            <pc:sldMk cId="4255949818" sldId="545"/>
            <ac:picMk id="12" creationId="{0582751B-1751-4F42-988E-8FD8C485FBDC}"/>
          </ac:picMkLst>
        </pc:picChg>
      </pc:sldChg>
      <pc:sldChg chg="addSp delSp modSp add del mod">
        <pc:chgData name="Deepika Vatsa" userId="f7100972-27fe-4ee6-8fb4-ec9b7931b409" providerId="ADAL" clId="{3291ADED-E722-4D72-B4E8-25130B6F1C00}" dt="2022-08-02T06:25:59.094" v="1917" actId="47"/>
        <pc:sldMkLst>
          <pc:docMk/>
          <pc:sldMk cId="1248345707" sldId="546"/>
        </pc:sldMkLst>
        <pc:picChg chg="del">
          <ac:chgData name="Deepika Vatsa" userId="f7100972-27fe-4ee6-8fb4-ec9b7931b409" providerId="ADAL" clId="{3291ADED-E722-4D72-B4E8-25130B6F1C00}" dt="2022-08-02T06:25:24.176" v="1906" actId="478"/>
          <ac:picMkLst>
            <pc:docMk/>
            <pc:sldMk cId="1248345707" sldId="546"/>
            <ac:picMk id="5" creationId="{D39E487D-42BD-44B6-86D2-E1A0668F8BCA}"/>
          </ac:picMkLst>
        </pc:picChg>
        <pc:picChg chg="add del mod">
          <ac:chgData name="Deepika Vatsa" userId="f7100972-27fe-4ee6-8fb4-ec9b7931b409" providerId="ADAL" clId="{3291ADED-E722-4D72-B4E8-25130B6F1C00}" dt="2022-08-02T06:25:44.813" v="1911" actId="21"/>
          <ac:picMkLst>
            <pc:docMk/>
            <pc:sldMk cId="1248345707" sldId="546"/>
            <ac:picMk id="10" creationId="{E485923E-3299-4004-A860-BA498B818011}"/>
          </ac:picMkLst>
        </pc:picChg>
      </pc:sldChg>
      <pc:sldChg chg="addSp delSp modSp new mod modNotesTx">
        <pc:chgData name="Deepika Vatsa" userId="f7100972-27fe-4ee6-8fb4-ec9b7931b409" providerId="ADAL" clId="{3291ADED-E722-4D72-B4E8-25130B6F1C00}" dt="2022-08-03T09:01:09.111" v="8136" actId="20577"/>
        <pc:sldMkLst>
          <pc:docMk/>
          <pc:sldMk cId="3134347243" sldId="546"/>
        </pc:sldMkLst>
        <pc:spChg chg="del mod">
          <ac:chgData name="Deepika Vatsa" userId="f7100972-27fe-4ee6-8fb4-ec9b7931b409" providerId="ADAL" clId="{3291ADED-E722-4D72-B4E8-25130B6F1C00}" dt="2022-08-02T07:15:45.072" v="1937" actId="478"/>
          <ac:spMkLst>
            <pc:docMk/>
            <pc:sldMk cId="3134347243" sldId="546"/>
            <ac:spMk id="2" creationId="{8A67B2D3-E82B-4A59-950C-83131B956037}"/>
          </ac:spMkLst>
        </pc:spChg>
        <pc:spChg chg="add mod">
          <ac:chgData name="Deepika Vatsa" userId="f7100972-27fe-4ee6-8fb4-ec9b7931b409" providerId="ADAL" clId="{3291ADED-E722-4D72-B4E8-25130B6F1C00}" dt="2022-08-03T08:59:32.327" v="8029"/>
          <ac:spMkLst>
            <pc:docMk/>
            <pc:sldMk cId="3134347243" sldId="546"/>
            <ac:spMk id="6" creationId="{4A2BBF6E-CEFD-4B3B-9213-771FB248BFDE}"/>
          </ac:spMkLst>
        </pc:spChg>
        <pc:picChg chg="add mod modCrop">
          <ac:chgData name="Deepika Vatsa" userId="f7100972-27fe-4ee6-8fb4-ec9b7931b409" providerId="ADAL" clId="{3291ADED-E722-4D72-B4E8-25130B6F1C00}" dt="2022-08-02T07:15:32.688" v="1935" actId="1076"/>
          <ac:picMkLst>
            <pc:docMk/>
            <pc:sldMk cId="3134347243" sldId="546"/>
            <ac:picMk id="4" creationId="{9E1038A7-A714-4537-AACF-317428CC9041}"/>
          </ac:picMkLst>
        </pc:picChg>
        <pc:picChg chg="add mod modCrop">
          <ac:chgData name="Deepika Vatsa" userId="f7100972-27fe-4ee6-8fb4-ec9b7931b409" providerId="ADAL" clId="{3291ADED-E722-4D72-B4E8-25130B6F1C00}" dt="2022-08-02T07:15:28.981" v="1934" actId="1076"/>
          <ac:picMkLst>
            <pc:docMk/>
            <pc:sldMk cId="3134347243" sldId="546"/>
            <ac:picMk id="5" creationId="{8BC749A2-F79D-459C-AFD0-819778A1F160}"/>
          </ac:picMkLst>
        </pc:picChg>
      </pc:sldChg>
      <pc:sldChg chg="addSp delSp modSp new mod">
        <pc:chgData name="Deepika Vatsa" userId="f7100972-27fe-4ee6-8fb4-ec9b7931b409" providerId="ADAL" clId="{3291ADED-E722-4D72-B4E8-25130B6F1C00}" dt="2022-08-03T10:11:14.517" v="9532" actId="1076"/>
        <pc:sldMkLst>
          <pc:docMk/>
          <pc:sldMk cId="1109385362" sldId="547"/>
        </pc:sldMkLst>
        <pc:spChg chg="add del">
          <ac:chgData name="Deepika Vatsa" userId="f7100972-27fe-4ee6-8fb4-ec9b7931b409" providerId="ADAL" clId="{3291ADED-E722-4D72-B4E8-25130B6F1C00}" dt="2022-08-02T07:29:45.273" v="1950" actId="478"/>
          <ac:spMkLst>
            <pc:docMk/>
            <pc:sldMk cId="1109385362" sldId="547"/>
            <ac:spMk id="2" creationId="{16647000-37EF-4977-9339-0B1B74C4DC3E}"/>
          </ac:spMkLst>
        </pc:spChg>
        <pc:spChg chg="add mod">
          <ac:chgData name="Deepika Vatsa" userId="f7100972-27fe-4ee6-8fb4-ec9b7931b409" providerId="ADAL" clId="{3291ADED-E722-4D72-B4E8-25130B6F1C00}" dt="2022-08-03T09:55:38.503" v="8932" actId="20577"/>
          <ac:spMkLst>
            <pc:docMk/>
            <pc:sldMk cId="1109385362" sldId="547"/>
            <ac:spMk id="3" creationId="{CE692883-A57E-4D91-884A-76AC513E9C94}"/>
          </ac:spMkLst>
        </pc:spChg>
        <pc:spChg chg="add mod">
          <ac:chgData name="Deepika Vatsa" userId="f7100972-27fe-4ee6-8fb4-ec9b7931b409" providerId="ADAL" clId="{3291ADED-E722-4D72-B4E8-25130B6F1C00}" dt="2022-08-03T10:11:14.517" v="9532" actId="1076"/>
          <ac:spMkLst>
            <pc:docMk/>
            <pc:sldMk cId="1109385362" sldId="547"/>
            <ac:spMk id="4" creationId="{2D57B701-10FD-461C-9863-7FD02A3164D8}"/>
          </ac:spMkLst>
        </pc:spChg>
      </pc:sldChg>
      <pc:sldChg chg="addSp delSp modSp new mod modNotesTx">
        <pc:chgData name="Deepika Vatsa" userId="f7100972-27fe-4ee6-8fb4-ec9b7931b409" providerId="ADAL" clId="{3291ADED-E722-4D72-B4E8-25130B6F1C00}" dt="2022-08-03T09:59:13.345" v="8976" actId="20577"/>
        <pc:sldMkLst>
          <pc:docMk/>
          <pc:sldMk cId="1888868402" sldId="548"/>
        </pc:sldMkLst>
        <pc:spChg chg="del">
          <ac:chgData name="Deepika Vatsa" userId="f7100972-27fe-4ee6-8fb4-ec9b7931b409" providerId="ADAL" clId="{3291ADED-E722-4D72-B4E8-25130B6F1C00}" dt="2022-08-02T07:34:38.295" v="2041" actId="478"/>
          <ac:spMkLst>
            <pc:docMk/>
            <pc:sldMk cId="1888868402" sldId="548"/>
            <ac:spMk id="2" creationId="{EEE392AC-8BD0-408E-A870-9EEFF6380150}"/>
          </ac:spMkLst>
        </pc:spChg>
        <pc:spChg chg="add mod">
          <ac:chgData name="Deepika Vatsa" userId="f7100972-27fe-4ee6-8fb4-ec9b7931b409" providerId="ADAL" clId="{3291ADED-E722-4D72-B4E8-25130B6F1C00}" dt="2022-08-03T09:59:13.345" v="8976" actId="20577"/>
          <ac:spMkLst>
            <pc:docMk/>
            <pc:sldMk cId="1888868402" sldId="548"/>
            <ac:spMk id="5" creationId="{0FDEED16-F3F7-444C-BA0B-6F43726B3E9D}"/>
          </ac:spMkLst>
        </pc:spChg>
        <pc:picChg chg="add mod modCrop">
          <ac:chgData name="Deepika Vatsa" userId="f7100972-27fe-4ee6-8fb4-ec9b7931b409" providerId="ADAL" clId="{3291ADED-E722-4D72-B4E8-25130B6F1C00}" dt="2022-08-03T09:17:01.925" v="8431" actId="14100"/>
          <ac:picMkLst>
            <pc:docMk/>
            <pc:sldMk cId="1888868402" sldId="548"/>
            <ac:picMk id="4" creationId="{0BA75463-27E0-4F69-A0DE-9CC524FCC1C3}"/>
          </ac:picMkLst>
        </pc:picChg>
      </pc:sldChg>
      <pc:sldChg chg="addSp delSp modSp new del mod">
        <pc:chgData name="Deepika Vatsa" userId="f7100972-27fe-4ee6-8fb4-ec9b7931b409" providerId="ADAL" clId="{3291ADED-E722-4D72-B4E8-25130B6F1C00}" dt="2022-08-03T10:17:50.603" v="9533" actId="47"/>
        <pc:sldMkLst>
          <pc:docMk/>
          <pc:sldMk cId="1000256191" sldId="549"/>
        </pc:sldMkLst>
        <pc:spChg chg="del">
          <ac:chgData name="Deepika Vatsa" userId="f7100972-27fe-4ee6-8fb4-ec9b7931b409" providerId="ADAL" clId="{3291ADED-E722-4D72-B4E8-25130B6F1C00}" dt="2022-08-02T07:34:58.188" v="2044" actId="478"/>
          <ac:spMkLst>
            <pc:docMk/>
            <pc:sldMk cId="1000256191" sldId="549"/>
            <ac:spMk id="2" creationId="{3330A2DE-C7D1-4794-A799-D99D78CBCF1B}"/>
          </ac:spMkLst>
        </pc:spChg>
        <pc:spChg chg="add mod">
          <ac:chgData name="Deepika Vatsa" userId="f7100972-27fe-4ee6-8fb4-ec9b7931b409" providerId="ADAL" clId="{3291ADED-E722-4D72-B4E8-25130B6F1C00}" dt="2022-08-02T07:35:19.257" v="2051" actId="404"/>
          <ac:spMkLst>
            <pc:docMk/>
            <pc:sldMk cId="1000256191" sldId="549"/>
            <ac:spMk id="4" creationId="{08D39C8E-BB5B-426A-99D1-448D577A44FE}"/>
          </ac:spMkLst>
        </pc:spChg>
      </pc:sldChg>
      <pc:sldChg chg="addSp modSp new del mod">
        <pc:chgData name="Deepika Vatsa" userId="f7100972-27fe-4ee6-8fb4-ec9b7931b409" providerId="ADAL" clId="{3291ADED-E722-4D72-B4E8-25130B6F1C00}" dt="2022-08-03T10:22:37.442" v="9655" actId="2696"/>
        <pc:sldMkLst>
          <pc:docMk/>
          <pc:sldMk cId="781658851" sldId="550"/>
        </pc:sldMkLst>
        <pc:spChg chg="mod">
          <ac:chgData name="Deepika Vatsa" userId="f7100972-27fe-4ee6-8fb4-ec9b7931b409" providerId="ADAL" clId="{3291ADED-E722-4D72-B4E8-25130B6F1C00}" dt="2022-08-02T07:40:47.077" v="2273" actId="20577"/>
          <ac:spMkLst>
            <pc:docMk/>
            <pc:sldMk cId="781658851" sldId="550"/>
            <ac:spMk id="2" creationId="{EC549642-0FBB-4ED8-92EA-65F7EBF2F73D}"/>
          </ac:spMkLst>
        </pc:spChg>
        <pc:spChg chg="add mod">
          <ac:chgData name="Deepika Vatsa" userId="f7100972-27fe-4ee6-8fb4-ec9b7931b409" providerId="ADAL" clId="{3291ADED-E722-4D72-B4E8-25130B6F1C00}" dt="2022-08-02T07:38:55.628" v="2092" actId="20577"/>
          <ac:spMkLst>
            <pc:docMk/>
            <pc:sldMk cId="781658851" sldId="550"/>
            <ac:spMk id="5" creationId="{05E18380-446B-4B6F-9EC6-98B449C15B4F}"/>
          </ac:spMkLst>
        </pc:spChg>
        <pc:picChg chg="add mod modCrop">
          <ac:chgData name="Deepika Vatsa" userId="f7100972-27fe-4ee6-8fb4-ec9b7931b409" providerId="ADAL" clId="{3291ADED-E722-4D72-B4E8-25130B6F1C00}" dt="2022-08-02T07:40:32.518" v="2265" actId="1076"/>
          <ac:picMkLst>
            <pc:docMk/>
            <pc:sldMk cId="781658851" sldId="550"/>
            <ac:picMk id="4" creationId="{BBFFEBB1-41B5-4F9C-B66C-FD24BDF1CEF6}"/>
          </ac:picMkLst>
        </pc:picChg>
      </pc:sldChg>
      <pc:sldChg chg="modSp add mod modNotesTx">
        <pc:chgData name="Deepika Vatsa" userId="f7100972-27fe-4ee6-8fb4-ec9b7931b409" providerId="ADAL" clId="{3291ADED-E722-4D72-B4E8-25130B6F1C00}" dt="2022-08-03T10:28:02.653" v="10199" actId="20577"/>
        <pc:sldMkLst>
          <pc:docMk/>
          <pc:sldMk cId="3934559713" sldId="550"/>
        </pc:sldMkLst>
        <pc:spChg chg="mod">
          <ac:chgData name="Deepika Vatsa" userId="f7100972-27fe-4ee6-8fb4-ec9b7931b409" providerId="ADAL" clId="{3291ADED-E722-4D72-B4E8-25130B6F1C00}" dt="2022-08-03T10:25:05.421" v="9755" actId="20577"/>
          <ac:spMkLst>
            <pc:docMk/>
            <pc:sldMk cId="3934559713" sldId="550"/>
            <ac:spMk id="5" creationId="{05E18380-446B-4B6F-9EC6-98B449C15B4F}"/>
          </ac:spMkLst>
        </pc:spChg>
      </pc:sldChg>
      <pc:sldChg chg="addSp modSp new del mod">
        <pc:chgData name="Deepika Vatsa" userId="f7100972-27fe-4ee6-8fb4-ec9b7931b409" providerId="ADAL" clId="{3291ADED-E722-4D72-B4E8-25130B6F1C00}" dt="2022-08-03T10:29:06.229" v="10200" actId="2696"/>
        <pc:sldMkLst>
          <pc:docMk/>
          <pc:sldMk cId="1474411663" sldId="551"/>
        </pc:sldMkLst>
        <pc:spChg chg="mod">
          <ac:chgData name="Deepika Vatsa" userId="f7100972-27fe-4ee6-8fb4-ec9b7931b409" providerId="ADAL" clId="{3291ADED-E722-4D72-B4E8-25130B6F1C00}" dt="2022-08-02T07:43:41.543" v="2375" actId="20577"/>
          <ac:spMkLst>
            <pc:docMk/>
            <pc:sldMk cId="1474411663" sldId="551"/>
            <ac:spMk id="2" creationId="{092D9BBE-F4BA-4CEA-9889-CD5E166FE24E}"/>
          </ac:spMkLst>
        </pc:spChg>
        <pc:spChg chg="add mod">
          <ac:chgData name="Deepika Vatsa" userId="f7100972-27fe-4ee6-8fb4-ec9b7931b409" providerId="ADAL" clId="{3291ADED-E722-4D72-B4E8-25130B6F1C00}" dt="2022-08-02T07:48:57.866" v="2493"/>
          <ac:spMkLst>
            <pc:docMk/>
            <pc:sldMk cId="1474411663" sldId="551"/>
            <ac:spMk id="5" creationId="{6246AC31-6A6E-4D74-9E39-0B2FA07C3FFF}"/>
          </ac:spMkLst>
        </pc:spChg>
        <pc:picChg chg="add mod modCrop">
          <ac:chgData name="Deepika Vatsa" userId="f7100972-27fe-4ee6-8fb4-ec9b7931b409" providerId="ADAL" clId="{3291ADED-E722-4D72-B4E8-25130B6F1C00}" dt="2022-08-02T07:44:30.224" v="2377" actId="14100"/>
          <ac:picMkLst>
            <pc:docMk/>
            <pc:sldMk cId="1474411663" sldId="551"/>
            <ac:picMk id="4" creationId="{E5F3E230-D84C-4FEF-9191-BA94AFF37035}"/>
          </ac:picMkLst>
        </pc:picChg>
      </pc:sldChg>
      <pc:sldChg chg="add modNotesTx">
        <pc:chgData name="Deepika Vatsa" userId="f7100972-27fe-4ee6-8fb4-ec9b7931b409" providerId="ADAL" clId="{3291ADED-E722-4D72-B4E8-25130B6F1C00}" dt="2022-08-03T10:32:29.907" v="10444" actId="20577"/>
        <pc:sldMkLst>
          <pc:docMk/>
          <pc:sldMk cId="2133940914" sldId="551"/>
        </pc:sldMkLst>
      </pc:sldChg>
      <pc:sldChg chg="addSp delSp modSp new del mod">
        <pc:chgData name="Deepika Vatsa" userId="f7100972-27fe-4ee6-8fb4-ec9b7931b409" providerId="ADAL" clId="{3291ADED-E722-4D72-B4E8-25130B6F1C00}" dt="2022-08-03T10:29:06.229" v="10200" actId="2696"/>
        <pc:sldMkLst>
          <pc:docMk/>
          <pc:sldMk cId="1618428373" sldId="552"/>
        </pc:sldMkLst>
        <pc:spChg chg="add del mod">
          <ac:chgData name="Deepika Vatsa" userId="f7100972-27fe-4ee6-8fb4-ec9b7931b409" providerId="ADAL" clId="{3291ADED-E722-4D72-B4E8-25130B6F1C00}" dt="2022-08-02T07:45:54.155" v="2477" actId="478"/>
          <ac:spMkLst>
            <pc:docMk/>
            <pc:sldMk cId="1618428373" sldId="552"/>
            <ac:spMk id="2" creationId="{5683F6F4-79F8-4442-8988-32A91B96D415}"/>
          </ac:spMkLst>
        </pc:spChg>
        <pc:spChg chg="add del">
          <ac:chgData name="Deepika Vatsa" userId="f7100972-27fe-4ee6-8fb4-ec9b7931b409" providerId="ADAL" clId="{3291ADED-E722-4D72-B4E8-25130B6F1C00}" dt="2022-08-02T07:45:57.269" v="2478" actId="478"/>
          <ac:spMkLst>
            <pc:docMk/>
            <pc:sldMk cId="1618428373" sldId="552"/>
            <ac:spMk id="3" creationId="{5271179C-A427-4F95-B6F9-C1731F04101D}"/>
          </ac:spMkLst>
        </pc:spChg>
        <pc:spChg chg="add del mod">
          <ac:chgData name="Deepika Vatsa" userId="f7100972-27fe-4ee6-8fb4-ec9b7931b409" providerId="ADAL" clId="{3291ADED-E722-4D72-B4E8-25130B6F1C00}" dt="2022-08-02T07:45:54.155" v="2477" actId="478"/>
          <ac:spMkLst>
            <pc:docMk/>
            <pc:sldMk cId="1618428373" sldId="552"/>
            <ac:spMk id="4" creationId="{DA53C79F-5592-4FE7-ADBC-F39F1B7A099A}"/>
          </ac:spMkLst>
        </pc:spChg>
        <pc:spChg chg="add mod">
          <ac:chgData name="Deepika Vatsa" userId="f7100972-27fe-4ee6-8fb4-ec9b7931b409" providerId="ADAL" clId="{3291ADED-E722-4D72-B4E8-25130B6F1C00}" dt="2022-08-02T07:48:59.431" v="2494"/>
          <ac:spMkLst>
            <pc:docMk/>
            <pc:sldMk cId="1618428373" sldId="552"/>
            <ac:spMk id="7" creationId="{923887D4-6EE8-4DE3-81C2-42ACFA588F0C}"/>
          </ac:spMkLst>
        </pc:spChg>
        <pc:picChg chg="add mod">
          <ac:chgData name="Deepika Vatsa" userId="f7100972-27fe-4ee6-8fb4-ec9b7931b409" providerId="ADAL" clId="{3291ADED-E722-4D72-B4E8-25130B6F1C00}" dt="2022-08-02T07:46:20.783" v="2487" actId="1076"/>
          <ac:picMkLst>
            <pc:docMk/>
            <pc:sldMk cId="1618428373" sldId="552"/>
            <ac:picMk id="6" creationId="{832F5D65-D7AA-4A3D-9AE9-7578A1DDFDCC}"/>
          </ac:picMkLst>
        </pc:picChg>
      </pc:sldChg>
      <pc:sldChg chg="add modNotesTx">
        <pc:chgData name="Deepika Vatsa" userId="f7100972-27fe-4ee6-8fb4-ec9b7931b409" providerId="ADAL" clId="{3291ADED-E722-4D72-B4E8-25130B6F1C00}" dt="2022-08-03T10:37:58.482" v="10958" actId="20577"/>
        <pc:sldMkLst>
          <pc:docMk/>
          <pc:sldMk cId="4272627569" sldId="552"/>
        </pc:sldMkLst>
      </pc:sldChg>
      <pc:sldChg chg="addSp delSp modSp new del mod">
        <pc:chgData name="Deepika Vatsa" userId="f7100972-27fe-4ee6-8fb4-ec9b7931b409" providerId="ADAL" clId="{3291ADED-E722-4D72-B4E8-25130B6F1C00}" dt="2022-08-03T10:29:06.229" v="10200" actId="2696"/>
        <pc:sldMkLst>
          <pc:docMk/>
          <pc:sldMk cId="900825494" sldId="553"/>
        </pc:sldMkLst>
        <pc:spChg chg="add del mod">
          <ac:chgData name="Deepika Vatsa" userId="f7100972-27fe-4ee6-8fb4-ec9b7931b409" providerId="ADAL" clId="{3291ADED-E722-4D72-B4E8-25130B6F1C00}" dt="2022-08-02T07:48:42.389" v="2492"/>
          <ac:spMkLst>
            <pc:docMk/>
            <pc:sldMk cId="900825494" sldId="553"/>
            <ac:spMk id="2" creationId="{32A92513-3495-4690-82EB-C3A07CA20CF9}"/>
          </ac:spMkLst>
        </pc:spChg>
        <pc:spChg chg="add del mod">
          <ac:chgData name="Deepika Vatsa" userId="f7100972-27fe-4ee6-8fb4-ec9b7931b409" providerId="ADAL" clId="{3291ADED-E722-4D72-B4E8-25130B6F1C00}" dt="2022-08-02T07:48:42.334" v="2490"/>
          <ac:spMkLst>
            <pc:docMk/>
            <pc:sldMk cId="900825494" sldId="553"/>
            <ac:spMk id="3" creationId="{09549FE9-176F-4809-BF15-685C8187CE43}"/>
          </ac:spMkLst>
        </pc:spChg>
        <pc:spChg chg="add mod">
          <ac:chgData name="Deepika Vatsa" userId="f7100972-27fe-4ee6-8fb4-ec9b7931b409" providerId="ADAL" clId="{3291ADED-E722-4D72-B4E8-25130B6F1C00}" dt="2022-08-02T07:49:00.989" v="2495"/>
          <ac:spMkLst>
            <pc:docMk/>
            <pc:sldMk cId="900825494" sldId="553"/>
            <ac:spMk id="4" creationId="{93C06BB6-9170-4357-A131-2DA4D117C6DE}"/>
          </ac:spMkLst>
        </pc:spChg>
      </pc:sldChg>
      <pc:sldChg chg="add">
        <pc:chgData name="Deepika Vatsa" userId="f7100972-27fe-4ee6-8fb4-ec9b7931b409" providerId="ADAL" clId="{3291ADED-E722-4D72-B4E8-25130B6F1C00}" dt="2022-08-03T10:29:12.558" v="10201"/>
        <pc:sldMkLst>
          <pc:docMk/>
          <pc:sldMk cId="3474017746" sldId="553"/>
        </pc:sldMkLst>
      </pc:sldChg>
      <pc:sldChg chg="addSp delSp modSp new mod modNotesTx">
        <pc:chgData name="Deepika Vatsa" userId="f7100972-27fe-4ee6-8fb4-ec9b7931b409" providerId="ADAL" clId="{3291ADED-E722-4D72-B4E8-25130B6F1C00}" dt="2022-08-04T08:57:53.348" v="11574" actId="20577"/>
        <pc:sldMkLst>
          <pc:docMk/>
          <pc:sldMk cId="3988423650" sldId="554"/>
        </pc:sldMkLst>
        <pc:spChg chg="del">
          <ac:chgData name="Deepika Vatsa" userId="f7100972-27fe-4ee6-8fb4-ec9b7931b409" providerId="ADAL" clId="{3291ADED-E722-4D72-B4E8-25130B6F1C00}" dt="2022-08-02T08:08:41.962" v="2539" actId="478"/>
          <ac:spMkLst>
            <pc:docMk/>
            <pc:sldMk cId="3988423650" sldId="554"/>
            <ac:spMk id="2" creationId="{84DCAB94-2473-4565-85CC-6C8E6775D491}"/>
          </ac:spMkLst>
        </pc:spChg>
        <pc:spChg chg="add mod">
          <ac:chgData name="Deepika Vatsa" userId="f7100972-27fe-4ee6-8fb4-ec9b7931b409" providerId="ADAL" clId="{3291ADED-E722-4D72-B4E8-25130B6F1C00}" dt="2022-08-02T08:11:28.132" v="2549" actId="20577"/>
          <ac:spMkLst>
            <pc:docMk/>
            <pc:sldMk cId="3988423650" sldId="554"/>
            <ac:spMk id="3" creationId="{5A68D9E4-772A-4335-A4B3-D5355BC8BB21}"/>
          </ac:spMkLst>
        </pc:spChg>
        <pc:spChg chg="add mod">
          <ac:chgData name="Deepika Vatsa" userId="f7100972-27fe-4ee6-8fb4-ec9b7931b409" providerId="ADAL" clId="{3291ADED-E722-4D72-B4E8-25130B6F1C00}" dt="2022-08-02T08:12:36.140" v="2643" actId="5793"/>
          <ac:spMkLst>
            <pc:docMk/>
            <pc:sldMk cId="3988423650" sldId="554"/>
            <ac:spMk id="8" creationId="{189FBF5D-5E19-4522-B903-7F6FD38BC976}"/>
          </ac:spMkLst>
        </pc:spChg>
        <pc:picChg chg="add del mod modCrop">
          <ac:chgData name="Deepika Vatsa" userId="f7100972-27fe-4ee6-8fb4-ec9b7931b409" providerId="ADAL" clId="{3291ADED-E722-4D72-B4E8-25130B6F1C00}" dt="2022-08-02T08:11:06.105" v="2543" actId="478"/>
          <ac:picMkLst>
            <pc:docMk/>
            <pc:sldMk cId="3988423650" sldId="554"/>
            <ac:picMk id="5" creationId="{F1ADB4E6-6A08-474C-B22E-44B99EE6D6AA}"/>
          </ac:picMkLst>
        </pc:picChg>
        <pc:picChg chg="add mod modCrop">
          <ac:chgData name="Deepika Vatsa" userId="f7100972-27fe-4ee6-8fb4-ec9b7931b409" providerId="ADAL" clId="{3291ADED-E722-4D72-B4E8-25130B6F1C00}" dt="2022-08-02T08:11:35.803" v="2551" actId="1076"/>
          <ac:picMkLst>
            <pc:docMk/>
            <pc:sldMk cId="3988423650" sldId="554"/>
            <ac:picMk id="7" creationId="{E07BF081-190D-44EE-B7F3-9C8DE7B14266}"/>
          </ac:picMkLst>
        </pc:picChg>
      </pc:sldChg>
      <pc:sldChg chg="addSp delSp modSp add mod modNotesTx">
        <pc:chgData name="Deepika Vatsa" userId="f7100972-27fe-4ee6-8fb4-ec9b7931b409" providerId="ADAL" clId="{3291ADED-E722-4D72-B4E8-25130B6F1C00}" dt="2022-08-04T09:10:34.445" v="12073" actId="20577"/>
        <pc:sldMkLst>
          <pc:docMk/>
          <pc:sldMk cId="2496126553" sldId="555"/>
        </pc:sldMkLst>
        <pc:spChg chg="mod">
          <ac:chgData name="Deepika Vatsa" userId="f7100972-27fe-4ee6-8fb4-ec9b7931b409" providerId="ADAL" clId="{3291ADED-E722-4D72-B4E8-25130B6F1C00}" dt="2022-08-02T08:31:34.707" v="2705" actId="20577"/>
          <ac:spMkLst>
            <pc:docMk/>
            <pc:sldMk cId="2496126553" sldId="555"/>
            <ac:spMk id="3" creationId="{5A68D9E4-772A-4335-A4B3-D5355BC8BB21}"/>
          </ac:spMkLst>
        </pc:spChg>
        <pc:picChg chg="add del mod modCrop">
          <ac:chgData name="Deepika Vatsa" userId="f7100972-27fe-4ee6-8fb4-ec9b7931b409" providerId="ADAL" clId="{3291ADED-E722-4D72-B4E8-25130B6F1C00}" dt="2022-08-04T09:08:37.290" v="11991" actId="478"/>
          <ac:picMkLst>
            <pc:docMk/>
            <pc:sldMk cId="2496126553" sldId="555"/>
            <ac:picMk id="4" creationId="{752A9B22-F617-44A3-91C5-FA700A0152F2}"/>
          </ac:picMkLst>
        </pc:picChg>
        <pc:picChg chg="add mod modCrop">
          <ac:chgData name="Deepika Vatsa" userId="f7100972-27fe-4ee6-8fb4-ec9b7931b409" providerId="ADAL" clId="{3291ADED-E722-4D72-B4E8-25130B6F1C00}" dt="2022-08-04T09:09:17.386" v="12000" actId="1076"/>
          <ac:picMkLst>
            <pc:docMk/>
            <pc:sldMk cId="2496126553" sldId="555"/>
            <ac:picMk id="5" creationId="{7FDC44E3-24BB-4DC5-A835-E1E563F0F38A}"/>
          </ac:picMkLst>
        </pc:picChg>
        <pc:picChg chg="del mod">
          <ac:chgData name="Deepika Vatsa" userId="f7100972-27fe-4ee6-8fb4-ec9b7931b409" providerId="ADAL" clId="{3291ADED-E722-4D72-B4E8-25130B6F1C00}" dt="2022-08-02T08:13:42.826" v="2646" actId="478"/>
          <ac:picMkLst>
            <pc:docMk/>
            <pc:sldMk cId="2496126553" sldId="555"/>
            <ac:picMk id="7" creationId="{E07BF081-190D-44EE-B7F3-9C8DE7B14266}"/>
          </ac:picMkLst>
        </pc:picChg>
      </pc:sldChg>
      <pc:sldChg chg="addSp delSp modSp add mod modNotesTx">
        <pc:chgData name="Deepika Vatsa" userId="f7100972-27fe-4ee6-8fb4-ec9b7931b409" providerId="ADAL" clId="{3291ADED-E722-4D72-B4E8-25130B6F1C00}" dt="2022-08-04T09:12:05.745" v="12117" actId="20577"/>
        <pc:sldMkLst>
          <pc:docMk/>
          <pc:sldMk cId="3542942855" sldId="556"/>
        </pc:sldMkLst>
        <pc:spChg chg="mod">
          <ac:chgData name="Deepika Vatsa" userId="f7100972-27fe-4ee6-8fb4-ec9b7931b409" providerId="ADAL" clId="{3291ADED-E722-4D72-B4E8-25130B6F1C00}" dt="2022-08-02T08:31:44.643" v="2732" actId="20577"/>
          <ac:spMkLst>
            <pc:docMk/>
            <pc:sldMk cId="3542942855" sldId="556"/>
            <ac:spMk id="3" creationId="{5A68D9E4-772A-4335-A4B3-D5355BC8BB21}"/>
          </ac:spMkLst>
        </pc:spChg>
        <pc:spChg chg="del mod">
          <ac:chgData name="Deepika Vatsa" userId="f7100972-27fe-4ee6-8fb4-ec9b7931b409" providerId="ADAL" clId="{3291ADED-E722-4D72-B4E8-25130B6F1C00}" dt="2022-08-02T08:31:47.956" v="2733" actId="478"/>
          <ac:spMkLst>
            <pc:docMk/>
            <pc:sldMk cId="3542942855" sldId="556"/>
            <ac:spMk id="8" creationId="{189FBF5D-5E19-4522-B903-7F6FD38BC976}"/>
          </ac:spMkLst>
        </pc:spChg>
        <pc:picChg chg="del">
          <ac:chgData name="Deepika Vatsa" userId="f7100972-27fe-4ee6-8fb4-ec9b7931b409" providerId="ADAL" clId="{3291ADED-E722-4D72-B4E8-25130B6F1C00}" dt="2022-08-02T08:14:53.066" v="2666" actId="478"/>
          <ac:picMkLst>
            <pc:docMk/>
            <pc:sldMk cId="3542942855" sldId="556"/>
            <ac:picMk id="4" creationId="{752A9B22-F617-44A3-91C5-FA700A0152F2}"/>
          </ac:picMkLst>
        </pc:picChg>
        <pc:picChg chg="add mod modCrop">
          <ac:chgData name="Deepika Vatsa" userId="f7100972-27fe-4ee6-8fb4-ec9b7931b409" providerId="ADAL" clId="{3291ADED-E722-4D72-B4E8-25130B6F1C00}" dt="2022-08-02T08:31:54.747" v="2736" actId="1076"/>
          <ac:picMkLst>
            <pc:docMk/>
            <pc:sldMk cId="3542942855" sldId="556"/>
            <ac:picMk id="5" creationId="{6BF35E3C-1F2B-42D7-BAD5-8F6472D5382C}"/>
          </ac:picMkLst>
        </pc:picChg>
      </pc:sldChg>
      <pc:sldChg chg="addSp delSp modSp new mod modNotesTx">
        <pc:chgData name="Deepika Vatsa" userId="f7100972-27fe-4ee6-8fb4-ec9b7931b409" providerId="ADAL" clId="{3291ADED-E722-4D72-B4E8-25130B6F1C00}" dt="2022-08-04T09:28:58.430" v="12726" actId="20577"/>
        <pc:sldMkLst>
          <pc:docMk/>
          <pc:sldMk cId="2762624031" sldId="557"/>
        </pc:sldMkLst>
        <pc:spChg chg="mod">
          <ac:chgData name="Deepika Vatsa" userId="f7100972-27fe-4ee6-8fb4-ec9b7931b409" providerId="ADAL" clId="{3291ADED-E722-4D72-B4E8-25130B6F1C00}" dt="2022-08-02T08:56:57.351" v="2826" actId="20577"/>
          <ac:spMkLst>
            <pc:docMk/>
            <pc:sldMk cId="2762624031" sldId="557"/>
            <ac:spMk id="2" creationId="{9888C39D-F166-4A1D-863D-8F9F17378625}"/>
          </ac:spMkLst>
        </pc:spChg>
        <pc:spChg chg="add mod">
          <ac:chgData name="Deepika Vatsa" userId="f7100972-27fe-4ee6-8fb4-ec9b7931b409" providerId="ADAL" clId="{3291ADED-E722-4D72-B4E8-25130B6F1C00}" dt="2022-08-02T08:55:50.311" v="2756" actId="20577"/>
          <ac:spMkLst>
            <pc:docMk/>
            <pc:sldMk cId="2762624031" sldId="557"/>
            <ac:spMk id="5" creationId="{B89011E9-2C6B-499A-90CC-F574276A9CCF}"/>
          </ac:spMkLst>
        </pc:spChg>
        <pc:picChg chg="add del mod modCrop">
          <ac:chgData name="Deepika Vatsa" userId="f7100972-27fe-4ee6-8fb4-ec9b7931b409" providerId="ADAL" clId="{3291ADED-E722-4D72-B4E8-25130B6F1C00}" dt="2022-08-02T08:59:09.163" v="2838" actId="478"/>
          <ac:picMkLst>
            <pc:docMk/>
            <pc:sldMk cId="2762624031" sldId="557"/>
            <ac:picMk id="4" creationId="{A91E4936-77DE-4AFB-A8D9-1A454EE8FF9D}"/>
          </ac:picMkLst>
        </pc:picChg>
        <pc:picChg chg="add del mod modCrop">
          <ac:chgData name="Deepika Vatsa" userId="f7100972-27fe-4ee6-8fb4-ec9b7931b409" providerId="ADAL" clId="{3291ADED-E722-4D72-B4E8-25130B6F1C00}" dt="2022-08-02T08:59:11.229" v="2839" actId="478"/>
          <ac:picMkLst>
            <pc:docMk/>
            <pc:sldMk cId="2762624031" sldId="557"/>
            <ac:picMk id="7" creationId="{AE59815B-A569-4C41-ABAF-29EDBAD9540E}"/>
          </ac:picMkLst>
        </pc:picChg>
        <pc:picChg chg="add mod modCrop">
          <ac:chgData name="Deepika Vatsa" userId="f7100972-27fe-4ee6-8fb4-ec9b7931b409" providerId="ADAL" clId="{3291ADED-E722-4D72-B4E8-25130B6F1C00}" dt="2022-08-02T08:59:38.896" v="2846" actId="14100"/>
          <ac:picMkLst>
            <pc:docMk/>
            <pc:sldMk cId="2762624031" sldId="557"/>
            <ac:picMk id="9" creationId="{C01BB7F5-2CA2-4385-9EFB-E4F3A1BBBBE3}"/>
          </ac:picMkLst>
        </pc:picChg>
      </pc:sldChg>
      <pc:sldChg chg="addSp delSp modSp new mod modNotesTx">
        <pc:chgData name="Deepika Vatsa" userId="f7100972-27fe-4ee6-8fb4-ec9b7931b409" providerId="ADAL" clId="{3291ADED-E722-4D72-B4E8-25130B6F1C00}" dt="2022-08-04T09:32:40.056" v="12908" actId="20577"/>
        <pc:sldMkLst>
          <pc:docMk/>
          <pc:sldMk cId="1537609984" sldId="558"/>
        </pc:sldMkLst>
        <pc:spChg chg="del">
          <ac:chgData name="Deepika Vatsa" userId="f7100972-27fe-4ee6-8fb4-ec9b7931b409" providerId="ADAL" clId="{3291ADED-E722-4D72-B4E8-25130B6F1C00}" dt="2022-08-02T08:58:33.400" v="2836" actId="22"/>
          <ac:spMkLst>
            <pc:docMk/>
            <pc:sldMk cId="1537609984" sldId="558"/>
            <ac:spMk id="2" creationId="{50158C4A-2F7F-4A25-A327-0C8428331654}"/>
          </ac:spMkLst>
        </pc:spChg>
        <pc:spChg chg="add mod">
          <ac:chgData name="Deepika Vatsa" userId="f7100972-27fe-4ee6-8fb4-ec9b7931b409" providerId="ADAL" clId="{3291ADED-E722-4D72-B4E8-25130B6F1C00}" dt="2022-08-02T08:59:43.356" v="2847" actId="478"/>
          <ac:spMkLst>
            <pc:docMk/>
            <pc:sldMk cId="1537609984" sldId="558"/>
            <ac:spMk id="6" creationId="{2C166842-AF8D-446D-BC43-0F1AAA1C25A1}"/>
          </ac:spMkLst>
        </pc:spChg>
        <pc:spChg chg="add mod">
          <ac:chgData name="Deepika Vatsa" userId="f7100972-27fe-4ee6-8fb4-ec9b7931b409" providerId="ADAL" clId="{3291ADED-E722-4D72-B4E8-25130B6F1C00}" dt="2022-08-02T09:00:50.460" v="2876" actId="20577"/>
          <ac:spMkLst>
            <pc:docMk/>
            <pc:sldMk cId="1537609984" sldId="558"/>
            <ac:spMk id="9" creationId="{45156CC4-0602-4FBE-89FF-A11A461B17F7}"/>
          </ac:spMkLst>
        </pc:spChg>
        <pc:picChg chg="add del mod ord modCrop">
          <ac:chgData name="Deepika Vatsa" userId="f7100972-27fe-4ee6-8fb4-ec9b7931b409" providerId="ADAL" clId="{3291ADED-E722-4D72-B4E8-25130B6F1C00}" dt="2022-08-02T08:59:43.356" v="2847" actId="478"/>
          <ac:picMkLst>
            <pc:docMk/>
            <pc:sldMk cId="1537609984" sldId="558"/>
            <ac:picMk id="4" creationId="{CFA671DB-3D7E-4D38-AEE2-4084AF349035}"/>
          </ac:picMkLst>
        </pc:picChg>
        <pc:picChg chg="add mod modCrop">
          <ac:chgData name="Deepika Vatsa" userId="f7100972-27fe-4ee6-8fb4-ec9b7931b409" providerId="ADAL" clId="{3291ADED-E722-4D72-B4E8-25130B6F1C00}" dt="2022-08-02T09:00:28.394" v="2854" actId="14100"/>
          <ac:picMkLst>
            <pc:docMk/>
            <pc:sldMk cId="1537609984" sldId="558"/>
            <ac:picMk id="8" creationId="{DA9EA2DD-7D88-4D1F-BAD8-F99317D38D5B}"/>
          </ac:picMkLst>
        </pc:picChg>
      </pc:sldChg>
      <pc:sldChg chg="addSp modSp new mod">
        <pc:chgData name="Deepika Vatsa" userId="f7100972-27fe-4ee6-8fb4-ec9b7931b409" providerId="ADAL" clId="{3291ADED-E722-4D72-B4E8-25130B6F1C00}" dt="2022-08-02T09:02:23.055" v="2978" actId="20577"/>
        <pc:sldMkLst>
          <pc:docMk/>
          <pc:sldMk cId="3962052602" sldId="559"/>
        </pc:sldMkLst>
        <pc:spChg chg="mod">
          <ac:chgData name="Deepika Vatsa" userId="f7100972-27fe-4ee6-8fb4-ec9b7931b409" providerId="ADAL" clId="{3291ADED-E722-4D72-B4E8-25130B6F1C00}" dt="2022-08-02T09:02:23.055" v="2978" actId="20577"/>
          <ac:spMkLst>
            <pc:docMk/>
            <pc:sldMk cId="3962052602" sldId="559"/>
            <ac:spMk id="2" creationId="{D3824733-69A3-4ABC-8F50-20BC8E4873AC}"/>
          </ac:spMkLst>
        </pc:spChg>
        <pc:spChg chg="add mod">
          <ac:chgData name="Deepika Vatsa" userId="f7100972-27fe-4ee6-8fb4-ec9b7931b409" providerId="ADAL" clId="{3291ADED-E722-4D72-B4E8-25130B6F1C00}" dt="2022-08-02T09:01:05.545" v="2894" actId="20577"/>
          <ac:spMkLst>
            <pc:docMk/>
            <pc:sldMk cId="3962052602" sldId="559"/>
            <ac:spMk id="3" creationId="{03FB8F68-31E1-4B1A-B435-DA5668BAF265}"/>
          </ac:spMkLst>
        </pc:spChg>
      </pc:sldChg>
      <pc:sldChg chg="modSp new mod">
        <pc:chgData name="Deepika Vatsa" userId="f7100972-27fe-4ee6-8fb4-ec9b7931b409" providerId="ADAL" clId="{3291ADED-E722-4D72-B4E8-25130B6F1C00}" dt="2022-08-04T04:06:12.018" v="10981" actId="20577"/>
        <pc:sldMkLst>
          <pc:docMk/>
          <pc:sldMk cId="2287077721" sldId="560"/>
        </pc:sldMkLst>
        <pc:spChg chg="mod">
          <ac:chgData name="Deepika Vatsa" userId="f7100972-27fe-4ee6-8fb4-ec9b7931b409" providerId="ADAL" clId="{3291ADED-E722-4D72-B4E8-25130B6F1C00}" dt="2022-08-04T04:06:12.018" v="10981" actId="20577"/>
          <ac:spMkLst>
            <pc:docMk/>
            <pc:sldMk cId="2287077721" sldId="560"/>
            <ac:spMk id="2" creationId="{1F066B02-0939-47B7-8058-E926BC315E43}"/>
          </ac:spMkLst>
        </pc:spChg>
      </pc:sldChg>
      <pc:sldChg chg="addSp delSp modSp add mod modNotesTx">
        <pc:chgData name="Deepika Vatsa" userId="f7100972-27fe-4ee6-8fb4-ec9b7931b409" providerId="ADAL" clId="{3291ADED-E722-4D72-B4E8-25130B6F1C00}" dt="2022-08-04T09:33:32.713" v="12973" actId="20577"/>
        <pc:sldMkLst>
          <pc:docMk/>
          <pc:sldMk cId="3322141314" sldId="561"/>
        </pc:sldMkLst>
        <pc:spChg chg="mod">
          <ac:chgData name="Deepika Vatsa" userId="f7100972-27fe-4ee6-8fb4-ec9b7931b409" providerId="ADAL" clId="{3291ADED-E722-4D72-B4E8-25130B6F1C00}" dt="2022-08-02T09:06:54.394" v="3139" actId="14100"/>
          <ac:spMkLst>
            <pc:docMk/>
            <pc:sldMk cId="3322141314" sldId="561"/>
            <ac:spMk id="6" creationId="{2C166842-AF8D-446D-BC43-0F1AAA1C25A1}"/>
          </ac:spMkLst>
        </pc:spChg>
        <pc:spChg chg="mod">
          <ac:chgData name="Deepika Vatsa" userId="f7100972-27fe-4ee6-8fb4-ec9b7931b409" providerId="ADAL" clId="{3291ADED-E722-4D72-B4E8-25130B6F1C00}" dt="2022-08-02T09:04:44.971" v="3017" actId="20577"/>
          <ac:spMkLst>
            <pc:docMk/>
            <pc:sldMk cId="3322141314" sldId="561"/>
            <ac:spMk id="9" creationId="{45156CC4-0602-4FBE-89FF-A11A461B17F7}"/>
          </ac:spMkLst>
        </pc:spChg>
        <pc:picChg chg="add mod modCrop">
          <ac:chgData name="Deepika Vatsa" userId="f7100972-27fe-4ee6-8fb4-ec9b7931b409" providerId="ADAL" clId="{3291ADED-E722-4D72-B4E8-25130B6F1C00}" dt="2022-08-02T09:04:30.607" v="2989" actId="1076"/>
          <ac:picMkLst>
            <pc:docMk/>
            <pc:sldMk cId="3322141314" sldId="561"/>
            <ac:picMk id="3" creationId="{A97908B4-0B7A-4239-9CC3-498D56B87664}"/>
          </ac:picMkLst>
        </pc:picChg>
        <pc:picChg chg="del">
          <ac:chgData name="Deepika Vatsa" userId="f7100972-27fe-4ee6-8fb4-ec9b7931b409" providerId="ADAL" clId="{3291ADED-E722-4D72-B4E8-25130B6F1C00}" dt="2022-08-02T09:04:01.292" v="2981" actId="478"/>
          <ac:picMkLst>
            <pc:docMk/>
            <pc:sldMk cId="3322141314" sldId="561"/>
            <ac:picMk id="8" creationId="{DA9EA2DD-7D88-4D1F-BAD8-F99317D38D5B}"/>
          </ac:picMkLst>
        </pc:picChg>
      </pc:sldChg>
      <pc:sldChg chg="addSp delSp modSp add mod modNotesTx">
        <pc:chgData name="Deepika Vatsa" userId="f7100972-27fe-4ee6-8fb4-ec9b7931b409" providerId="ADAL" clId="{3291ADED-E722-4D72-B4E8-25130B6F1C00}" dt="2022-08-04T09:36:26.211" v="13202" actId="20577"/>
        <pc:sldMkLst>
          <pc:docMk/>
          <pc:sldMk cId="3714429487" sldId="562"/>
        </pc:sldMkLst>
        <pc:spChg chg="mod">
          <ac:chgData name="Deepika Vatsa" userId="f7100972-27fe-4ee6-8fb4-ec9b7931b409" providerId="ADAL" clId="{3291ADED-E722-4D72-B4E8-25130B6F1C00}" dt="2022-08-02T09:06:22.208" v="3102" actId="14100"/>
          <ac:spMkLst>
            <pc:docMk/>
            <pc:sldMk cId="3714429487" sldId="562"/>
            <ac:spMk id="6" creationId="{2C166842-AF8D-446D-BC43-0F1AAA1C25A1}"/>
          </ac:spMkLst>
        </pc:spChg>
        <pc:spChg chg="mod">
          <ac:chgData name="Deepika Vatsa" userId="f7100972-27fe-4ee6-8fb4-ec9b7931b409" providerId="ADAL" clId="{3291ADED-E722-4D72-B4E8-25130B6F1C00}" dt="2022-08-02T09:05:52.078" v="3049" actId="20577"/>
          <ac:spMkLst>
            <pc:docMk/>
            <pc:sldMk cId="3714429487" sldId="562"/>
            <ac:spMk id="9" creationId="{45156CC4-0602-4FBE-89FF-A11A461B17F7}"/>
          </ac:spMkLst>
        </pc:spChg>
        <pc:picChg chg="del">
          <ac:chgData name="Deepika Vatsa" userId="f7100972-27fe-4ee6-8fb4-ec9b7931b409" providerId="ADAL" clId="{3291ADED-E722-4D72-B4E8-25130B6F1C00}" dt="2022-08-02T09:04:58.271" v="3031" actId="478"/>
          <ac:picMkLst>
            <pc:docMk/>
            <pc:sldMk cId="3714429487" sldId="562"/>
            <ac:picMk id="3" creationId="{A97908B4-0B7A-4239-9CC3-498D56B87664}"/>
          </ac:picMkLst>
        </pc:picChg>
        <pc:picChg chg="add mod modCrop">
          <ac:chgData name="Deepika Vatsa" userId="f7100972-27fe-4ee6-8fb4-ec9b7931b409" providerId="ADAL" clId="{3291ADED-E722-4D72-B4E8-25130B6F1C00}" dt="2022-08-02T09:05:41.930" v="3038" actId="1076"/>
          <ac:picMkLst>
            <pc:docMk/>
            <pc:sldMk cId="3714429487" sldId="562"/>
            <ac:picMk id="4" creationId="{FB326A48-5AF8-4D8A-A32C-1FBC456179CE}"/>
          </ac:picMkLst>
        </pc:picChg>
      </pc:sldChg>
      <pc:sldChg chg="addSp delSp modSp new mod modAnim modNotesTx">
        <pc:chgData name="Deepika Vatsa" userId="f7100972-27fe-4ee6-8fb4-ec9b7931b409" providerId="ADAL" clId="{3291ADED-E722-4D72-B4E8-25130B6F1C00}" dt="2022-08-02T09:48:46.839" v="4065" actId="404"/>
        <pc:sldMkLst>
          <pc:docMk/>
          <pc:sldMk cId="4122715105" sldId="563"/>
        </pc:sldMkLst>
        <pc:spChg chg="mod">
          <ac:chgData name="Deepika Vatsa" userId="f7100972-27fe-4ee6-8fb4-ec9b7931b409" providerId="ADAL" clId="{3291ADED-E722-4D72-B4E8-25130B6F1C00}" dt="2022-08-02T09:48:46.839" v="4065" actId="404"/>
          <ac:spMkLst>
            <pc:docMk/>
            <pc:sldMk cId="4122715105" sldId="563"/>
            <ac:spMk id="2" creationId="{C93A671A-1721-4DE1-B957-C07314B17682}"/>
          </ac:spMkLst>
        </pc:spChg>
        <pc:spChg chg="del">
          <ac:chgData name="Deepika Vatsa" userId="f7100972-27fe-4ee6-8fb4-ec9b7931b409" providerId="ADAL" clId="{3291ADED-E722-4D72-B4E8-25130B6F1C00}" dt="2022-08-02T09:27:42.049" v="3162"/>
          <ac:spMkLst>
            <pc:docMk/>
            <pc:sldMk cId="4122715105" sldId="563"/>
            <ac:spMk id="3" creationId="{19CAAA3D-2B4A-4B51-8B90-E09D9571968B}"/>
          </ac:spMkLst>
        </pc:spChg>
        <pc:picChg chg="add mod">
          <ac:chgData name="Deepika Vatsa" userId="f7100972-27fe-4ee6-8fb4-ec9b7931b409" providerId="ADAL" clId="{3291ADED-E722-4D72-B4E8-25130B6F1C00}" dt="2022-08-02T09:27:42.049" v="3162"/>
          <ac:picMkLst>
            <pc:docMk/>
            <pc:sldMk cId="4122715105" sldId="563"/>
            <ac:picMk id="4" creationId="{AFC9ED52-61E4-40D4-BF3A-6935F85E0C8E}"/>
          </ac:picMkLst>
        </pc:picChg>
      </pc:sldChg>
      <pc:sldChg chg="addSp delSp modSp add mod modNotesTx">
        <pc:chgData name="Deepika Vatsa" userId="f7100972-27fe-4ee6-8fb4-ec9b7931b409" providerId="ADAL" clId="{3291ADED-E722-4D72-B4E8-25130B6F1C00}" dt="2022-08-02T10:14:21.444" v="6000" actId="20577"/>
        <pc:sldMkLst>
          <pc:docMk/>
          <pc:sldMk cId="3320667722" sldId="564"/>
        </pc:sldMkLst>
        <pc:spChg chg="add mod">
          <ac:chgData name="Deepika Vatsa" userId="f7100972-27fe-4ee6-8fb4-ec9b7931b409" providerId="ADAL" clId="{3291ADED-E722-4D72-B4E8-25130B6F1C00}" dt="2022-08-02T10:08:48.046" v="5441" actId="1076"/>
          <ac:spMkLst>
            <pc:docMk/>
            <pc:sldMk cId="3320667722" sldId="564"/>
            <ac:spMk id="10" creationId="{95CD7F63-5203-405D-ACAB-5C3F8CC3A6C1}"/>
          </ac:spMkLst>
        </pc:spChg>
        <pc:spChg chg="del">
          <ac:chgData name="Deepika Vatsa" userId="f7100972-27fe-4ee6-8fb4-ec9b7931b409" providerId="ADAL" clId="{3291ADED-E722-4D72-B4E8-25130B6F1C00}" dt="2022-08-02T10:08:15.452" v="5435" actId="478"/>
          <ac:spMkLst>
            <pc:docMk/>
            <pc:sldMk cId="3320667722" sldId="564"/>
            <ac:spMk id="16" creationId="{62953A26-701A-418A-A04F-02F4B6603588}"/>
          </ac:spMkLst>
        </pc:spChg>
        <pc:spChg chg="del">
          <ac:chgData name="Deepika Vatsa" userId="f7100972-27fe-4ee6-8fb4-ec9b7931b409" providerId="ADAL" clId="{3291ADED-E722-4D72-B4E8-25130B6F1C00}" dt="2022-08-02T10:08:33.084" v="5438" actId="478"/>
          <ac:spMkLst>
            <pc:docMk/>
            <pc:sldMk cId="3320667722" sldId="564"/>
            <ac:spMk id="17" creationId="{66D4D783-0215-4CC2-80A7-8FD2F0FED8F0}"/>
          </ac:spMkLst>
        </pc:spChg>
        <pc:spChg chg="del">
          <ac:chgData name="Deepika Vatsa" userId="f7100972-27fe-4ee6-8fb4-ec9b7931b409" providerId="ADAL" clId="{3291ADED-E722-4D72-B4E8-25130B6F1C00}" dt="2022-08-02T10:08:33.084" v="5438" actId="478"/>
          <ac:spMkLst>
            <pc:docMk/>
            <pc:sldMk cId="3320667722" sldId="564"/>
            <ac:spMk id="9220" creationId="{91FFA14E-91B3-44B2-AF3A-49B6235ECEC6}"/>
          </ac:spMkLst>
        </pc:spChg>
        <pc:spChg chg="del">
          <ac:chgData name="Deepika Vatsa" userId="f7100972-27fe-4ee6-8fb4-ec9b7931b409" providerId="ADAL" clId="{3291ADED-E722-4D72-B4E8-25130B6F1C00}" dt="2022-08-02T10:08:33.084" v="5438" actId="478"/>
          <ac:spMkLst>
            <pc:docMk/>
            <pc:sldMk cId="3320667722" sldId="564"/>
            <ac:spMk id="9221" creationId="{79C111DE-5C2D-4864-B910-44A024C176B2}"/>
          </ac:spMkLst>
        </pc:spChg>
        <pc:spChg chg="del">
          <ac:chgData name="Deepika Vatsa" userId="f7100972-27fe-4ee6-8fb4-ec9b7931b409" providerId="ADAL" clId="{3291ADED-E722-4D72-B4E8-25130B6F1C00}" dt="2022-08-02T10:08:33.084" v="5438" actId="478"/>
          <ac:spMkLst>
            <pc:docMk/>
            <pc:sldMk cId="3320667722" sldId="564"/>
            <ac:spMk id="9222" creationId="{35B48C92-4549-4543-B46C-DE3FE2073E6F}"/>
          </ac:spMkLst>
        </pc:spChg>
        <pc:spChg chg="del">
          <ac:chgData name="Deepika Vatsa" userId="f7100972-27fe-4ee6-8fb4-ec9b7931b409" providerId="ADAL" clId="{3291ADED-E722-4D72-B4E8-25130B6F1C00}" dt="2022-08-02T10:08:26.472" v="5437" actId="478"/>
          <ac:spMkLst>
            <pc:docMk/>
            <pc:sldMk cId="3320667722" sldId="564"/>
            <ac:spMk id="9225" creationId="{DD6806A6-B1CD-43D6-8A30-7AF37D41D575}"/>
          </ac:spMkLst>
        </pc:spChg>
        <pc:graphicFrameChg chg="del mod">
          <ac:chgData name="Deepika Vatsa" userId="f7100972-27fe-4ee6-8fb4-ec9b7931b409" providerId="ADAL" clId="{3291ADED-E722-4D72-B4E8-25130B6F1C00}" dt="2022-08-02T10:08:33.084" v="5438" actId="478"/>
          <ac:graphicFrameMkLst>
            <pc:docMk/>
            <pc:sldMk cId="3320667722" sldId="564"/>
            <ac:graphicFrameMk id="13" creationId="{03F4E5F2-1679-4F98-A13A-11A90636D428}"/>
          </ac:graphicFrameMkLst>
        </pc:graphicFrameChg>
        <pc:graphicFrameChg chg="del">
          <ac:chgData name="Deepika Vatsa" userId="f7100972-27fe-4ee6-8fb4-ec9b7931b409" providerId="ADAL" clId="{3291ADED-E722-4D72-B4E8-25130B6F1C00}" dt="2022-08-02T10:08:33.084" v="5438" actId="478"/>
          <ac:graphicFrameMkLst>
            <pc:docMk/>
            <pc:sldMk cId="3320667722" sldId="564"/>
            <ac:graphicFrameMk id="15" creationId="{8DC750C3-D17D-4D48-922D-786C9EC08588}"/>
          </ac:graphicFrameMkLst>
        </pc:graphicFrameChg>
        <pc:picChg chg="add mod modCrop">
          <ac:chgData name="Deepika Vatsa" userId="f7100972-27fe-4ee6-8fb4-ec9b7931b409" providerId="ADAL" clId="{3291ADED-E722-4D72-B4E8-25130B6F1C00}" dt="2022-08-02T10:09:48.772" v="5449" actId="1076"/>
          <ac:picMkLst>
            <pc:docMk/>
            <pc:sldMk cId="3320667722" sldId="564"/>
            <ac:picMk id="3" creationId="{2F76B3E1-76DD-4B00-9FB5-4EDB963D9A44}"/>
          </ac:picMkLst>
        </pc:picChg>
      </pc:sldChg>
      <pc:sldChg chg="addSp modSp add mod">
        <pc:chgData name="Deepika Vatsa" userId="f7100972-27fe-4ee6-8fb4-ec9b7931b409" providerId="ADAL" clId="{3291ADED-E722-4D72-B4E8-25130B6F1C00}" dt="2022-08-03T09:15:02.740" v="8428" actId="27636"/>
        <pc:sldMkLst>
          <pc:docMk/>
          <pc:sldMk cId="2906569521" sldId="565"/>
        </pc:sldMkLst>
        <pc:spChg chg="add mod">
          <ac:chgData name="Deepika Vatsa" userId="f7100972-27fe-4ee6-8fb4-ec9b7931b409" providerId="ADAL" clId="{3291ADED-E722-4D72-B4E8-25130B6F1C00}" dt="2022-08-03T09:15:02.740" v="8428" actId="27636"/>
          <ac:spMkLst>
            <pc:docMk/>
            <pc:sldMk cId="2906569521" sldId="565"/>
            <ac:spMk id="3" creationId="{7CFE1DA2-F5A9-465D-9995-1C5AA292C499}"/>
          </ac:spMkLst>
        </pc:spChg>
        <pc:spChg chg="mod">
          <ac:chgData name="Deepika Vatsa" userId="f7100972-27fe-4ee6-8fb4-ec9b7931b409" providerId="ADAL" clId="{3291ADED-E722-4D72-B4E8-25130B6F1C00}" dt="2022-08-03T09:14:39.184" v="8380" actId="1076"/>
          <ac:spMkLst>
            <pc:docMk/>
            <pc:sldMk cId="2906569521" sldId="565"/>
            <ac:spMk id="4" creationId="{2D57B701-10FD-461C-9863-7FD02A3164D8}"/>
          </ac:spMkLst>
        </pc:spChg>
      </pc:sldChg>
      <pc:sldChg chg="addSp delSp modSp add del mod modNotesTx">
        <pc:chgData name="Deepika Vatsa" userId="f7100972-27fe-4ee6-8fb4-ec9b7931b409" providerId="ADAL" clId="{3291ADED-E722-4D72-B4E8-25130B6F1C00}" dt="2022-08-03T09:59:34.755" v="8977" actId="47"/>
        <pc:sldMkLst>
          <pc:docMk/>
          <pc:sldMk cId="2884417018" sldId="566"/>
        </pc:sldMkLst>
        <pc:spChg chg="mod">
          <ac:chgData name="Deepika Vatsa" userId="f7100972-27fe-4ee6-8fb4-ec9b7931b409" providerId="ADAL" clId="{3291ADED-E722-4D72-B4E8-25130B6F1C00}" dt="2022-08-03T09:47:05.540" v="8785" actId="27636"/>
          <ac:spMkLst>
            <pc:docMk/>
            <pc:sldMk cId="2884417018" sldId="566"/>
            <ac:spMk id="5" creationId="{0FDEED16-F3F7-444C-BA0B-6F43726B3E9D}"/>
          </ac:spMkLst>
        </pc:spChg>
        <pc:spChg chg="add mod">
          <ac:chgData name="Deepika Vatsa" userId="f7100972-27fe-4ee6-8fb4-ec9b7931b409" providerId="ADAL" clId="{3291ADED-E722-4D72-B4E8-25130B6F1C00}" dt="2022-08-03T09:51:48.407" v="8811" actId="113"/>
          <ac:spMkLst>
            <pc:docMk/>
            <pc:sldMk cId="2884417018" sldId="566"/>
            <ac:spMk id="6" creationId="{77BF17A9-34CD-4722-A21F-A29648B9496B}"/>
          </ac:spMkLst>
        </pc:spChg>
        <pc:picChg chg="del">
          <ac:chgData name="Deepika Vatsa" userId="f7100972-27fe-4ee6-8fb4-ec9b7931b409" providerId="ADAL" clId="{3291ADED-E722-4D72-B4E8-25130B6F1C00}" dt="2022-08-03T09:21:53.451" v="8694" actId="478"/>
          <ac:picMkLst>
            <pc:docMk/>
            <pc:sldMk cId="2884417018" sldId="566"/>
            <ac:picMk id="4" creationId="{0BA75463-27E0-4F69-A0DE-9CC524FCC1C3}"/>
          </ac:picMkLst>
        </pc:picChg>
      </pc:sldChg>
      <pc:sldChg chg="add del">
        <pc:chgData name="Deepika Vatsa" userId="f7100972-27fe-4ee6-8fb4-ec9b7931b409" providerId="ADAL" clId="{3291ADED-E722-4D72-B4E8-25130B6F1C00}" dt="2022-08-04T04:06:00.932" v="10968" actId="2696"/>
        <pc:sldMkLst>
          <pc:docMk/>
          <pc:sldMk cId="2784545357" sldId="567"/>
        </pc:sldMkLst>
      </pc:sldChg>
      <pc:sldChg chg="add">
        <pc:chgData name="Deepika Vatsa" userId="f7100972-27fe-4ee6-8fb4-ec9b7931b409" providerId="ADAL" clId="{3291ADED-E722-4D72-B4E8-25130B6F1C00}" dt="2022-08-04T04:06:06.118" v="10969"/>
        <pc:sldMkLst>
          <pc:docMk/>
          <pc:sldMk cId="3548862972" sldId="567"/>
        </pc:sldMkLst>
      </pc:sldChg>
      <pc:sldChg chg="add del">
        <pc:chgData name="Deepika Vatsa" userId="f7100972-27fe-4ee6-8fb4-ec9b7931b409" providerId="ADAL" clId="{3291ADED-E722-4D72-B4E8-25130B6F1C00}" dt="2022-08-03T10:10:27.433" v="9496" actId="2696"/>
        <pc:sldMkLst>
          <pc:docMk/>
          <pc:sldMk cId="3787983892" sldId="567"/>
        </pc:sldMkLst>
      </pc:sldChg>
      <pc:sldChg chg="addSp delSp modSp add mod">
        <pc:chgData name="Deepika Vatsa" userId="f7100972-27fe-4ee6-8fb4-ec9b7931b409" providerId="ADAL" clId="{3291ADED-E722-4D72-B4E8-25130B6F1C00}" dt="2022-08-03T10:20:09.479" v="9654"/>
        <pc:sldMkLst>
          <pc:docMk/>
          <pc:sldMk cId="903697734" sldId="568"/>
        </pc:sldMkLst>
        <pc:spChg chg="add del mod">
          <ac:chgData name="Deepika Vatsa" userId="f7100972-27fe-4ee6-8fb4-ec9b7931b409" providerId="ADAL" clId="{3291ADED-E722-4D72-B4E8-25130B6F1C00}" dt="2022-08-03T09:47:16.070" v="8787" actId="478"/>
          <ac:spMkLst>
            <pc:docMk/>
            <pc:sldMk cId="903697734" sldId="568"/>
            <ac:spMk id="4" creationId="{4AF1901C-45EE-42D2-BA5C-D3E229ABD086}"/>
          </ac:spMkLst>
        </pc:spChg>
        <pc:spChg chg="del">
          <ac:chgData name="Deepika Vatsa" userId="f7100972-27fe-4ee6-8fb4-ec9b7931b409" providerId="ADAL" clId="{3291ADED-E722-4D72-B4E8-25130B6F1C00}" dt="2022-08-03T09:47:19.126" v="8788" actId="478"/>
          <ac:spMkLst>
            <pc:docMk/>
            <pc:sldMk cId="903697734" sldId="568"/>
            <ac:spMk id="5" creationId="{0FDEED16-F3F7-444C-BA0B-6F43726B3E9D}"/>
          </ac:spMkLst>
        </pc:spChg>
        <pc:spChg chg="mod">
          <ac:chgData name="Deepika Vatsa" userId="f7100972-27fe-4ee6-8fb4-ec9b7931b409" providerId="ADAL" clId="{3291ADED-E722-4D72-B4E8-25130B6F1C00}" dt="2022-08-03T10:19:52.420" v="9640" actId="2711"/>
          <ac:spMkLst>
            <pc:docMk/>
            <pc:sldMk cId="903697734" sldId="568"/>
            <ac:spMk id="6" creationId="{77BF17A9-34CD-4722-A21F-A29648B9496B}"/>
          </ac:spMkLst>
        </pc:spChg>
        <pc:spChg chg="add mod">
          <ac:chgData name="Deepika Vatsa" userId="f7100972-27fe-4ee6-8fb4-ec9b7931b409" providerId="ADAL" clId="{3291ADED-E722-4D72-B4E8-25130B6F1C00}" dt="2022-08-03T10:20:09.479" v="9654"/>
          <ac:spMkLst>
            <pc:docMk/>
            <pc:sldMk cId="903697734" sldId="568"/>
            <ac:spMk id="7" creationId="{6E0E4260-E28C-412B-AD49-4D67840A5330}"/>
          </ac:spMkLst>
        </pc:spChg>
      </pc:sldChg>
      <pc:sldChg chg="modSp add del mod">
        <pc:chgData name="Deepika Vatsa" userId="f7100972-27fe-4ee6-8fb4-ec9b7931b409" providerId="ADAL" clId="{3291ADED-E722-4D72-B4E8-25130B6F1C00}" dt="2022-08-04T04:06:00.932" v="10968" actId="2696"/>
        <pc:sldMkLst>
          <pc:docMk/>
          <pc:sldMk cId="28580409" sldId="569"/>
        </pc:sldMkLst>
        <pc:spChg chg="mod">
          <ac:chgData name="Deepika Vatsa" userId="f7100972-27fe-4ee6-8fb4-ec9b7931b409" providerId="ADAL" clId="{3291ADED-E722-4D72-B4E8-25130B6F1C00}" dt="2022-08-03T10:10:46.895" v="9527" actId="20577"/>
          <ac:spMkLst>
            <pc:docMk/>
            <pc:sldMk cId="28580409" sldId="569"/>
            <ac:spMk id="7" creationId="{6E0E4260-E28C-412B-AD49-4D67840A5330}"/>
          </ac:spMkLst>
        </pc:spChg>
      </pc:sldChg>
      <pc:sldChg chg="modSp add del mod">
        <pc:chgData name="Deepika Vatsa" userId="f7100972-27fe-4ee6-8fb4-ec9b7931b409" providerId="ADAL" clId="{3291ADED-E722-4D72-B4E8-25130B6F1C00}" dt="2022-08-03T10:10:27.433" v="9496" actId="2696"/>
        <pc:sldMkLst>
          <pc:docMk/>
          <pc:sldMk cId="1672371624" sldId="569"/>
        </pc:sldMkLst>
        <pc:spChg chg="mod">
          <ac:chgData name="Deepika Vatsa" userId="f7100972-27fe-4ee6-8fb4-ec9b7931b409" providerId="ADAL" clId="{3291ADED-E722-4D72-B4E8-25130B6F1C00}" dt="2022-08-03T10:09:28.659" v="9495" actId="6549"/>
          <ac:spMkLst>
            <pc:docMk/>
            <pc:sldMk cId="1672371624" sldId="569"/>
            <ac:spMk id="6" creationId="{77BF17A9-34CD-4722-A21F-A29648B9496B}"/>
          </ac:spMkLst>
        </pc:spChg>
      </pc:sldChg>
      <pc:sldChg chg="add">
        <pc:chgData name="Deepika Vatsa" userId="f7100972-27fe-4ee6-8fb4-ec9b7931b409" providerId="ADAL" clId="{3291ADED-E722-4D72-B4E8-25130B6F1C00}" dt="2022-08-04T04:06:06.118" v="10969"/>
        <pc:sldMkLst>
          <pc:docMk/>
          <pc:sldMk cId="3078107687" sldId="569"/>
        </pc:sldMkLst>
      </pc:sldChg>
      <pc:sldChg chg="add del">
        <pc:chgData name="Deepika Vatsa" userId="f7100972-27fe-4ee6-8fb4-ec9b7931b409" providerId="ADAL" clId="{3291ADED-E722-4D72-B4E8-25130B6F1C00}" dt="2022-08-04T04:06:00.932" v="10968" actId="2696"/>
        <pc:sldMkLst>
          <pc:docMk/>
          <pc:sldMk cId="131134272" sldId="570"/>
        </pc:sldMkLst>
      </pc:sldChg>
      <pc:sldChg chg="add">
        <pc:chgData name="Deepika Vatsa" userId="f7100972-27fe-4ee6-8fb4-ec9b7931b409" providerId="ADAL" clId="{3291ADED-E722-4D72-B4E8-25130B6F1C00}" dt="2022-08-04T04:06:06.118" v="10969"/>
        <pc:sldMkLst>
          <pc:docMk/>
          <pc:sldMk cId="2887069432" sldId="570"/>
        </pc:sldMkLst>
      </pc:sldChg>
      <pc:sldChg chg="addSp delSp modSp add del mod">
        <pc:chgData name="Deepika Vatsa" userId="f7100972-27fe-4ee6-8fb4-ec9b7931b409" providerId="ADAL" clId="{3291ADED-E722-4D72-B4E8-25130B6F1C00}" dt="2022-08-03T10:10:27.433" v="9496" actId="2696"/>
        <pc:sldMkLst>
          <pc:docMk/>
          <pc:sldMk cId="3023373207" sldId="570"/>
        </pc:sldMkLst>
        <pc:spChg chg="add del">
          <ac:chgData name="Deepika Vatsa" userId="f7100972-27fe-4ee6-8fb4-ec9b7931b409" providerId="ADAL" clId="{3291ADED-E722-4D72-B4E8-25130B6F1C00}" dt="2022-08-03T09:48:10.099" v="8794"/>
          <ac:spMkLst>
            <pc:docMk/>
            <pc:sldMk cId="3023373207" sldId="570"/>
            <ac:spMk id="2" creationId="{C2AE34ED-4C01-4301-B2B5-CCCEBE8123EA}"/>
          </ac:spMkLst>
        </pc:spChg>
        <pc:spChg chg="add del">
          <ac:chgData name="Deepika Vatsa" userId="f7100972-27fe-4ee6-8fb4-ec9b7931b409" providerId="ADAL" clId="{3291ADED-E722-4D72-B4E8-25130B6F1C00}" dt="2022-08-03T09:48:14.035" v="8797"/>
          <ac:spMkLst>
            <pc:docMk/>
            <pc:sldMk cId="3023373207" sldId="570"/>
            <ac:spMk id="3" creationId="{A1901AD3-E555-4EF1-BB15-6A594A60EBA1}"/>
          </ac:spMkLst>
        </pc:spChg>
        <pc:spChg chg="add del mod">
          <ac:chgData name="Deepika Vatsa" userId="f7100972-27fe-4ee6-8fb4-ec9b7931b409" providerId="ADAL" clId="{3291ADED-E722-4D72-B4E8-25130B6F1C00}" dt="2022-08-03T09:48:37.869" v="8803"/>
          <ac:spMkLst>
            <pc:docMk/>
            <pc:sldMk cId="3023373207" sldId="570"/>
            <ac:spMk id="4" creationId="{BBE792CE-1A24-4E9E-B8F7-861563AFCE46}"/>
          </ac:spMkLst>
        </pc:spChg>
        <pc:spChg chg="add del">
          <ac:chgData name="Deepika Vatsa" userId="f7100972-27fe-4ee6-8fb4-ec9b7931b409" providerId="ADAL" clId="{3291ADED-E722-4D72-B4E8-25130B6F1C00}" dt="2022-08-03T09:48:45.723" v="8805"/>
          <ac:spMkLst>
            <pc:docMk/>
            <pc:sldMk cId="3023373207" sldId="570"/>
            <ac:spMk id="5" creationId="{5BCC875C-9B6B-49D8-849C-4FF92F2BFF9C}"/>
          </ac:spMkLst>
        </pc:spChg>
        <pc:spChg chg="add del mod">
          <ac:chgData name="Deepika Vatsa" userId="f7100972-27fe-4ee6-8fb4-ec9b7931b409" providerId="ADAL" clId="{3291ADED-E722-4D72-B4E8-25130B6F1C00}" dt="2022-08-03T09:48:45.777" v="8807"/>
          <ac:spMkLst>
            <pc:docMk/>
            <pc:sldMk cId="3023373207" sldId="570"/>
            <ac:spMk id="6" creationId="{77BF17A9-34CD-4722-A21F-A29648B9496B}"/>
          </ac:spMkLst>
        </pc:spChg>
      </pc:sldChg>
      <pc:sldChg chg="modSp add mod modNotesTx">
        <pc:chgData name="Deepika Vatsa" userId="f7100972-27fe-4ee6-8fb4-ec9b7931b409" providerId="ADAL" clId="{3291ADED-E722-4D72-B4E8-25130B6F1C00}" dt="2022-08-03T10:25:22.895" v="9830" actId="20577"/>
        <pc:sldMkLst>
          <pc:docMk/>
          <pc:sldMk cId="3015075479" sldId="571"/>
        </pc:sldMkLst>
        <pc:spChg chg="mod">
          <ac:chgData name="Deepika Vatsa" userId="f7100972-27fe-4ee6-8fb4-ec9b7931b409" providerId="ADAL" clId="{3291ADED-E722-4D72-B4E8-25130B6F1C00}" dt="2022-08-03T09:53:03.845" v="8834" actId="20577"/>
          <ac:spMkLst>
            <pc:docMk/>
            <pc:sldMk cId="3015075479" sldId="571"/>
            <ac:spMk id="5" creationId="{0FDEED16-F3F7-444C-BA0B-6F43726B3E9D}"/>
          </ac:spMkLst>
        </pc:spChg>
        <pc:spChg chg="mod">
          <ac:chgData name="Deepika Vatsa" userId="f7100972-27fe-4ee6-8fb4-ec9b7931b409" providerId="ADAL" clId="{3291ADED-E722-4D72-B4E8-25130B6F1C00}" dt="2022-08-03T09:57:35.051" v="8937" actId="113"/>
          <ac:spMkLst>
            <pc:docMk/>
            <pc:sldMk cId="3015075479" sldId="571"/>
            <ac:spMk id="6" creationId="{77BF17A9-34CD-4722-A21F-A29648B9496B}"/>
          </ac:spMkLst>
        </pc:spChg>
      </pc:sldChg>
      <pc:sldChg chg="modSp add del mod">
        <pc:chgData name="Deepika Vatsa" userId="f7100972-27fe-4ee6-8fb4-ec9b7931b409" providerId="ADAL" clId="{3291ADED-E722-4D72-B4E8-25130B6F1C00}" dt="2022-08-04T08:51:15.787" v="11030" actId="47"/>
        <pc:sldMkLst>
          <pc:docMk/>
          <pc:sldMk cId="3491494360" sldId="572"/>
        </pc:sldMkLst>
        <pc:spChg chg="mod">
          <ac:chgData name="Deepika Vatsa" userId="f7100972-27fe-4ee6-8fb4-ec9b7931b409" providerId="ADAL" clId="{3291ADED-E722-4D72-B4E8-25130B6F1C00}" dt="2022-08-03T10:20:04.244" v="9653" actId="20577"/>
          <ac:spMkLst>
            <pc:docMk/>
            <pc:sldMk cId="3491494360" sldId="572"/>
            <ac:spMk id="5" creationId="{0FDEED16-F3F7-444C-BA0B-6F43726B3E9D}"/>
          </ac:spMkLst>
        </pc:spChg>
      </pc:sldChg>
      <pc:sldChg chg="addSp delSp modSp add mod">
        <pc:chgData name="Deepika Vatsa" userId="f7100972-27fe-4ee6-8fb4-ec9b7931b409" providerId="ADAL" clId="{3291ADED-E722-4D72-B4E8-25130B6F1C00}" dt="2022-08-03T10:39:08.165" v="10967" actId="5793"/>
        <pc:sldMkLst>
          <pc:docMk/>
          <pc:sldMk cId="364232575" sldId="573"/>
        </pc:sldMkLst>
        <pc:spChg chg="mod">
          <ac:chgData name="Deepika Vatsa" userId="f7100972-27fe-4ee6-8fb4-ec9b7931b409" providerId="ADAL" clId="{3291ADED-E722-4D72-B4E8-25130B6F1C00}" dt="2022-08-03T10:39:08.165" v="10967" actId="5793"/>
          <ac:spMkLst>
            <pc:docMk/>
            <pc:sldMk cId="364232575" sldId="573"/>
            <ac:spMk id="2" creationId="{5683F6F4-79F8-4442-8988-32A91B96D415}"/>
          </ac:spMkLst>
        </pc:spChg>
        <pc:picChg chg="add mod modCrop">
          <ac:chgData name="Deepika Vatsa" userId="f7100972-27fe-4ee6-8fb4-ec9b7931b409" providerId="ADAL" clId="{3291ADED-E722-4D72-B4E8-25130B6F1C00}" dt="2022-08-03T10:39:02.130" v="10965" actId="1076"/>
          <ac:picMkLst>
            <pc:docMk/>
            <pc:sldMk cId="364232575" sldId="573"/>
            <ac:picMk id="4" creationId="{0FA52259-C317-4A3E-ABED-666C49EA67CB}"/>
          </ac:picMkLst>
        </pc:picChg>
        <pc:picChg chg="del">
          <ac:chgData name="Deepika Vatsa" userId="f7100972-27fe-4ee6-8fb4-ec9b7931b409" providerId="ADAL" clId="{3291ADED-E722-4D72-B4E8-25130B6F1C00}" dt="2022-08-03T10:38:56.581" v="10964" actId="478"/>
          <ac:picMkLst>
            <pc:docMk/>
            <pc:sldMk cId="364232575" sldId="573"/>
            <ac:picMk id="6" creationId="{832F5D65-D7AA-4A3D-9AE9-7578A1DDFDCC}"/>
          </ac:picMkLst>
        </pc:picChg>
      </pc:sldChg>
      <pc:sldChg chg="addSp delSp modSp new mod modNotesTx">
        <pc:chgData name="Deepika Vatsa" userId="f7100972-27fe-4ee6-8fb4-ec9b7931b409" providerId="ADAL" clId="{3291ADED-E722-4D72-B4E8-25130B6F1C00}" dt="2022-08-04T08:54:51.325" v="11221" actId="20577"/>
        <pc:sldMkLst>
          <pc:docMk/>
          <pc:sldMk cId="835221985" sldId="574"/>
        </pc:sldMkLst>
        <pc:spChg chg="del">
          <ac:chgData name="Deepika Vatsa" userId="f7100972-27fe-4ee6-8fb4-ec9b7931b409" providerId="ADAL" clId="{3291ADED-E722-4D72-B4E8-25130B6F1C00}" dt="2022-08-04T08:52:47.690" v="11032" actId="22"/>
          <ac:spMkLst>
            <pc:docMk/>
            <pc:sldMk cId="835221985" sldId="574"/>
            <ac:spMk id="2" creationId="{FB8C1725-BA1E-4BD6-A7FF-694DC61A0D45}"/>
          </ac:spMkLst>
        </pc:spChg>
        <pc:spChg chg="add mod">
          <ac:chgData name="Deepika Vatsa" userId="f7100972-27fe-4ee6-8fb4-ec9b7931b409" providerId="ADAL" clId="{3291ADED-E722-4D72-B4E8-25130B6F1C00}" dt="2022-08-04T08:54:10.817" v="11155" actId="5793"/>
          <ac:spMkLst>
            <pc:docMk/>
            <pc:sldMk cId="835221985" sldId="574"/>
            <ac:spMk id="5" creationId="{E9A6EA54-AA9E-4FC4-BE90-B990B93106FF}"/>
          </ac:spMkLst>
        </pc:spChg>
        <pc:picChg chg="add mod ord modCrop">
          <ac:chgData name="Deepika Vatsa" userId="f7100972-27fe-4ee6-8fb4-ec9b7931b409" providerId="ADAL" clId="{3291ADED-E722-4D72-B4E8-25130B6F1C00}" dt="2022-08-04T08:54:18.231" v="11157" actId="1076"/>
          <ac:picMkLst>
            <pc:docMk/>
            <pc:sldMk cId="835221985" sldId="574"/>
            <ac:picMk id="4" creationId="{946E8039-E9F5-4389-A5AB-23CFF355615D}"/>
          </ac:picMkLst>
        </pc:picChg>
      </pc:sldChg>
      <pc:sldChg chg="addSp delSp modSp add mod modNotesTx">
        <pc:chgData name="Deepika Vatsa" userId="f7100972-27fe-4ee6-8fb4-ec9b7931b409" providerId="ADAL" clId="{3291ADED-E722-4D72-B4E8-25130B6F1C00}" dt="2022-08-04T09:20:29.117" v="12392" actId="14100"/>
        <pc:sldMkLst>
          <pc:docMk/>
          <pc:sldMk cId="1570742894" sldId="575"/>
        </pc:sldMkLst>
        <pc:picChg chg="add del mod modCrop">
          <ac:chgData name="Deepika Vatsa" userId="f7100972-27fe-4ee6-8fb4-ec9b7931b409" providerId="ADAL" clId="{3291ADED-E722-4D72-B4E8-25130B6F1C00}" dt="2022-08-04T09:20:05.599" v="12386" actId="478"/>
          <ac:picMkLst>
            <pc:docMk/>
            <pc:sldMk cId="1570742894" sldId="575"/>
            <ac:picMk id="4" creationId="{52721FEC-A83D-4766-9442-DABEDA984876}"/>
          </ac:picMkLst>
        </pc:picChg>
        <pc:picChg chg="del">
          <ac:chgData name="Deepika Vatsa" userId="f7100972-27fe-4ee6-8fb4-ec9b7931b409" providerId="ADAL" clId="{3291ADED-E722-4D72-B4E8-25130B6F1C00}" dt="2022-08-04T09:13:54.607" v="12146" actId="478"/>
          <ac:picMkLst>
            <pc:docMk/>
            <pc:sldMk cId="1570742894" sldId="575"/>
            <ac:picMk id="5" creationId="{6BF35E3C-1F2B-42D7-BAD5-8F6472D5382C}"/>
          </ac:picMkLst>
        </pc:picChg>
        <pc:picChg chg="add mod modCrop">
          <ac:chgData name="Deepika Vatsa" userId="f7100972-27fe-4ee6-8fb4-ec9b7931b409" providerId="ADAL" clId="{3291ADED-E722-4D72-B4E8-25130B6F1C00}" dt="2022-08-04T09:20:29.117" v="12392" actId="14100"/>
          <ac:picMkLst>
            <pc:docMk/>
            <pc:sldMk cId="1570742894" sldId="575"/>
            <ac:picMk id="7" creationId="{6CDA8781-39A7-4E23-B58E-9126D96BA5B3}"/>
          </ac:picMkLst>
        </pc:picChg>
      </pc:sldChg>
      <pc:sldChg chg="addSp delSp modSp add mod modNotesTx">
        <pc:chgData name="Deepika Vatsa" userId="f7100972-27fe-4ee6-8fb4-ec9b7931b409" providerId="ADAL" clId="{3291ADED-E722-4D72-B4E8-25130B6F1C00}" dt="2022-08-04T09:21:13.806" v="12400" actId="14100"/>
        <pc:sldMkLst>
          <pc:docMk/>
          <pc:sldMk cId="1837020608" sldId="576"/>
        </pc:sldMkLst>
        <pc:picChg chg="del">
          <ac:chgData name="Deepika Vatsa" userId="f7100972-27fe-4ee6-8fb4-ec9b7931b409" providerId="ADAL" clId="{3291ADED-E722-4D72-B4E8-25130B6F1C00}" dt="2022-08-04T09:15:26.677" v="12273" actId="478"/>
          <ac:picMkLst>
            <pc:docMk/>
            <pc:sldMk cId="1837020608" sldId="576"/>
            <ac:picMk id="4" creationId="{52721FEC-A83D-4766-9442-DABEDA984876}"/>
          </ac:picMkLst>
        </pc:picChg>
        <pc:picChg chg="add del mod modCrop">
          <ac:chgData name="Deepika Vatsa" userId="f7100972-27fe-4ee6-8fb4-ec9b7931b409" providerId="ADAL" clId="{3291ADED-E722-4D72-B4E8-25130B6F1C00}" dt="2022-08-04T09:20:32.316" v="12393" actId="478"/>
          <ac:picMkLst>
            <pc:docMk/>
            <pc:sldMk cId="1837020608" sldId="576"/>
            <ac:picMk id="5" creationId="{2BB9F843-A737-45FB-A68D-73D398638239}"/>
          </ac:picMkLst>
        </pc:picChg>
        <pc:picChg chg="add mod modCrop">
          <ac:chgData name="Deepika Vatsa" userId="f7100972-27fe-4ee6-8fb4-ec9b7931b409" providerId="ADAL" clId="{3291ADED-E722-4D72-B4E8-25130B6F1C00}" dt="2022-08-04T09:21:13.806" v="12400" actId="14100"/>
          <ac:picMkLst>
            <pc:docMk/>
            <pc:sldMk cId="1837020608" sldId="576"/>
            <ac:picMk id="7" creationId="{F532A044-F3BB-4724-9436-B0EEBB7BCFB2}"/>
          </ac:picMkLst>
        </pc:picChg>
      </pc:sldChg>
      <pc:sldMasterChg chg="delSldLayout">
        <pc:chgData name="Deepika Vatsa" userId="f7100972-27fe-4ee6-8fb4-ec9b7931b409" providerId="ADAL" clId="{3291ADED-E722-4D72-B4E8-25130B6F1C00}" dt="2022-08-02T05:57:39.918" v="1633" actId="47"/>
        <pc:sldMasterMkLst>
          <pc:docMk/>
          <pc:sldMasterMk cId="3073119696" sldId="2147483648"/>
        </pc:sldMasterMkLst>
        <pc:sldLayoutChg chg="del">
          <pc:chgData name="Deepika Vatsa" userId="f7100972-27fe-4ee6-8fb4-ec9b7931b409" providerId="ADAL" clId="{3291ADED-E722-4D72-B4E8-25130B6F1C00}" dt="2022-08-02T05:57:39.918" v="1633" actId="47"/>
          <pc:sldLayoutMkLst>
            <pc:docMk/>
            <pc:sldMasterMk cId="3073119696" sldId="2147483648"/>
            <pc:sldLayoutMk cId="533581401" sldId="2147483669"/>
          </pc:sldLayoutMkLst>
        </pc:sldLayoutChg>
      </pc:sldMasterChg>
    </pc:docChg>
  </pc:docChgLst>
  <pc:docChgLst>
    <pc:chgData name="Deepika Vatsa" userId="f7100972-27fe-4ee6-8fb4-ec9b7931b409" providerId="ADAL" clId="{7DF3CB10-604D-4AF9-A25E-C11426117173}"/>
    <pc:docChg chg="undo custSel addSld delSld modSld">
      <pc:chgData name="Deepika Vatsa" userId="f7100972-27fe-4ee6-8fb4-ec9b7931b409" providerId="ADAL" clId="{7DF3CB10-604D-4AF9-A25E-C11426117173}" dt="2022-08-09T05:00:49.465" v="5549" actId="20577"/>
      <pc:docMkLst>
        <pc:docMk/>
      </pc:docMkLst>
      <pc:sldChg chg="modSp mod">
        <pc:chgData name="Deepika Vatsa" userId="f7100972-27fe-4ee6-8fb4-ec9b7931b409" providerId="ADAL" clId="{7DF3CB10-604D-4AF9-A25E-C11426117173}" dt="2022-08-04T09:45:47.241" v="38" actId="20577"/>
        <pc:sldMkLst>
          <pc:docMk/>
          <pc:sldMk cId="492309654" sldId="256"/>
        </pc:sldMkLst>
        <pc:spChg chg="mod">
          <ac:chgData name="Deepika Vatsa" userId="f7100972-27fe-4ee6-8fb4-ec9b7931b409" providerId="ADAL" clId="{7DF3CB10-604D-4AF9-A25E-C11426117173}" dt="2022-08-04T09:45:47.241" v="38" actId="20577"/>
          <ac:spMkLst>
            <pc:docMk/>
            <pc:sldMk cId="492309654" sldId="256"/>
            <ac:spMk id="3" creationId="{D11C1709-B620-47DC-9742-B9FB880F0527}"/>
          </ac:spMkLst>
        </pc:spChg>
      </pc:sldChg>
      <pc:sldChg chg="modSp mod">
        <pc:chgData name="Deepika Vatsa" userId="f7100972-27fe-4ee6-8fb4-ec9b7931b409" providerId="ADAL" clId="{7DF3CB10-604D-4AF9-A25E-C11426117173}" dt="2022-08-04T09:46:05.128" v="75" actId="20577"/>
        <pc:sldMkLst>
          <pc:docMk/>
          <pc:sldMk cId="3472450693" sldId="257"/>
        </pc:sldMkLst>
        <pc:spChg chg="mod">
          <ac:chgData name="Deepika Vatsa" userId="f7100972-27fe-4ee6-8fb4-ec9b7931b409" providerId="ADAL" clId="{7DF3CB10-604D-4AF9-A25E-C11426117173}" dt="2022-08-04T09:46:05.128" v="75" actId="20577"/>
          <ac:spMkLst>
            <pc:docMk/>
            <pc:sldMk cId="3472450693" sldId="257"/>
            <ac:spMk id="3" creationId="{80E36F94-92C5-49C4-89B0-FDCC3A53501B}"/>
          </ac:spMkLst>
        </pc:spChg>
      </pc:sldChg>
      <pc:sldChg chg="del">
        <pc:chgData name="Deepika Vatsa" userId="f7100972-27fe-4ee6-8fb4-ec9b7931b409" providerId="ADAL" clId="{7DF3CB10-604D-4AF9-A25E-C11426117173}" dt="2022-08-04T09:46:16.771" v="76" actId="47"/>
        <pc:sldMkLst>
          <pc:docMk/>
          <pc:sldMk cId="0" sldId="260"/>
        </pc:sldMkLst>
      </pc:sldChg>
      <pc:sldChg chg="del">
        <pc:chgData name="Deepika Vatsa" userId="f7100972-27fe-4ee6-8fb4-ec9b7931b409" providerId="ADAL" clId="{7DF3CB10-604D-4AF9-A25E-C11426117173}" dt="2022-08-04T09:46:16.771" v="76" actId="47"/>
        <pc:sldMkLst>
          <pc:docMk/>
          <pc:sldMk cId="0" sldId="444"/>
        </pc:sldMkLst>
      </pc:sldChg>
      <pc:sldChg chg="del">
        <pc:chgData name="Deepika Vatsa" userId="f7100972-27fe-4ee6-8fb4-ec9b7931b409" providerId="ADAL" clId="{7DF3CB10-604D-4AF9-A25E-C11426117173}" dt="2022-08-04T09:46:16.771" v="76" actId="47"/>
        <pc:sldMkLst>
          <pc:docMk/>
          <pc:sldMk cId="0" sldId="446"/>
        </pc:sldMkLst>
      </pc:sldChg>
      <pc:sldChg chg="del">
        <pc:chgData name="Deepika Vatsa" userId="f7100972-27fe-4ee6-8fb4-ec9b7931b409" providerId="ADAL" clId="{7DF3CB10-604D-4AF9-A25E-C11426117173}" dt="2022-08-04T09:46:16.771" v="76" actId="47"/>
        <pc:sldMkLst>
          <pc:docMk/>
          <pc:sldMk cId="0" sldId="454"/>
        </pc:sldMkLst>
      </pc:sldChg>
      <pc:sldChg chg="del">
        <pc:chgData name="Deepika Vatsa" userId="f7100972-27fe-4ee6-8fb4-ec9b7931b409" providerId="ADAL" clId="{7DF3CB10-604D-4AF9-A25E-C11426117173}" dt="2022-08-04T09:46:16.771" v="76" actId="47"/>
        <pc:sldMkLst>
          <pc:docMk/>
          <pc:sldMk cId="0" sldId="519"/>
        </pc:sldMkLst>
      </pc:sldChg>
      <pc:sldChg chg="del">
        <pc:chgData name="Deepika Vatsa" userId="f7100972-27fe-4ee6-8fb4-ec9b7931b409" providerId="ADAL" clId="{7DF3CB10-604D-4AF9-A25E-C11426117173}" dt="2022-08-04T09:46:16.771" v="76" actId="47"/>
        <pc:sldMkLst>
          <pc:docMk/>
          <pc:sldMk cId="0" sldId="521"/>
        </pc:sldMkLst>
      </pc:sldChg>
      <pc:sldChg chg="del">
        <pc:chgData name="Deepika Vatsa" userId="f7100972-27fe-4ee6-8fb4-ec9b7931b409" providerId="ADAL" clId="{7DF3CB10-604D-4AF9-A25E-C11426117173}" dt="2022-08-04T09:46:16.771" v="76" actId="47"/>
        <pc:sldMkLst>
          <pc:docMk/>
          <pc:sldMk cId="0" sldId="522"/>
        </pc:sldMkLst>
      </pc:sldChg>
      <pc:sldChg chg="del">
        <pc:chgData name="Deepika Vatsa" userId="f7100972-27fe-4ee6-8fb4-ec9b7931b409" providerId="ADAL" clId="{7DF3CB10-604D-4AF9-A25E-C11426117173}" dt="2022-08-04T09:46:16.771" v="76" actId="47"/>
        <pc:sldMkLst>
          <pc:docMk/>
          <pc:sldMk cId="0" sldId="523"/>
        </pc:sldMkLst>
      </pc:sldChg>
      <pc:sldChg chg="del">
        <pc:chgData name="Deepika Vatsa" userId="f7100972-27fe-4ee6-8fb4-ec9b7931b409" providerId="ADAL" clId="{7DF3CB10-604D-4AF9-A25E-C11426117173}" dt="2022-08-04T09:46:16.771" v="76" actId="47"/>
        <pc:sldMkLst>
          <pc:docMk/>
          <pc:sldMk cId="0" sldId="542"/>
        </pc:sldMkLst>
      </pc:sldChg>
      <pc:sldChg chg="del">
        <pc:chgData name="Deepika Vatsa" userId="f7100972-27fe-4ee6-8fb4-ec9b7931b409" providerId="ADAL" clId="{7DF3CB10-604D-4AF9-A25E-C11426117173}" dt="2022-08-04T09:46:16.771" v="76" actId="47"/>
        <pc:sldMkLst>
          <pc:docMk/>
          <pc:sldMk cId="2124192201" sldId="543"/>
        </pc:sldMkLst>
      </pc:sldChg>
      <pc:sldChg chg="del">
        <pc:chgData name="Deepika Vatsa" userId="f7100972-27fe-4ee6-8fb4-ec9b7931b409" providerId="ADAL" clId="{7DF3CB10-604D-4AF9-A25E-C11426117173}" dt="2022-08-04T09:46:16.771" v="76" actId="47"/>
        <pc:sldMkLst>
          <pc:docMk/>
          <pc:sldMk cId="3333838952" sldId="544"/>
        </pc:sldMkLst>
      </pc:sldChg>
      <pc:sldChg chg="del">
        <pc:chgData name="Deepika Vatsa" userId="f7100972-27fe-4ee6-8fb4-ec9b7931b409" providerId="ADAL" clId="{7DF3CB10-604D-4AF9-A25E-C11426117173}" dt="2022-08-04T09:46:16.771" v="76" actId="47"/>
        <pc:sldMkLst>
          <pc:docMk/>
          <pc:sldMk cId="4255949818" sldId="545"/>
        </pc:sldMkLst>
      </pc:sldChg>
      <pc:sldChg chg="del">
        <pc:chgData name="Deepika Vatsa" userId="f7100972-27fe-4ee6-8fb4-ec9b7931b409" providerId="ADAL" clId="{7DF3CB10-604D-4AF9-A25E-C11426117173}" dt="2022-08-04T09:46:16.771" v="76" actId="47"/>
        <pc:sldMkLst>
          <pc:docMk/>
          <pc:sldMk cId="3134347243" sldId="546"/>
        </pc:sldMkLst>
      </pc:sldChg>
      <pc:sldChg chg="del">
        <pc:chgData name="Deepika Vatsa" userId="f7100972-27fe-4ee6-8fb4-ec9b7931b409" providerId="ADAL" clId="{7DF3CB10-604D-4AF9-A25E-C11426117173}" dt="2022-08-04T09:46:16.771" v="76" actId="47"/>
        <pc:sldMkLst>
          <pc:docMk/>
          <pc:sldMk cId="1109385362" sldId="547"/>
        </pc:sldMkLst>
      </pc:sldChg>
      <pc:sldChg chg="del">
        <pc:chgData name="Deepika Vatsa" userId="f7100972-27fe-4ee6-8fb4-ec9b7931b409" providerId="ADAL" clId="{7DF3CB10-604D-4AF9-A25E-C11426117173}" dt="2022-08-04T09:46:16.771" v="76" actId="47"/>
        <pc:sldMkLst>
          <pc:docMk/>
          <pc:sldMk cId="1888868402" sldId="548"/>
        </pc:sldMkLst>
      </pc:sldChg>
      <pc:sldChg chg="del">
        <pc:chgData name="Deepika Vatsa" userId="f7100972-27fe-4ee6-8fb4-ec9b7931b409" providerId="ADAL" clId="{7DF3CB10-604D-4AF9-A25E-C11426117173}" dt="2022-08-04T09:46:16.771" v="76" actId="47"/>
        <pc:sldMkLst>
          <pc:docMk/>
          <pc:sldMk cId="3934559713" sldId="550"/>
        </pc:sldMkLst>
      </pc:sldChg>
      <pc:sldChg chg="del">
        <pc:chgData name="Deepika Vatsa" userId="f7100972-27fe-4ee6-8fb4-ec9b7931b409" providerId="ADAL" clId="{7DF3CB10-604D-4AF9-A25E-C11426117173}" dt="2022-08-04T09:46:16.771" v="76" actId="47"/>
        <pc:sldMkLst>
          <pc:docMk/>
          <pc:sldMk cId="2133940914" sldId="551"/>
        </pc:sldMkLst>
      </pc:sldChg>
      <pc:sldChg chg="del">
        <pc:chgData name="Deepika Vatsa" userId="f7100972-27fe-4ee6-8fb4-ec9b7931b409" providerId="ADAL" clId="{7DF3CB10-604D-4AF9-A25E-C11426117173}" dt="2022-08-04T09:46:16.771" v="76" actId="47"/>
        <pc:sldMkLst>
          <pc:docMk/>
          <pc:sldMk cId="4272627569" sldId="552"/>
        </pc:sldMkLst>
      </pc:sldChg>
      <pc:sldChg chg="del">
        <pc:chgData name="Deepika Vatsa" userId="f7100972-27fe-4ee6-8fb4-ec9b7931b409" providerId="ADAL" clId="{7DF3CB10-604D-4AF9-A25E-C11426117173}" dt="2022-08-04T09:46:16.771" v="76" actId="47"/>
        <pc:sldMkLst>
          <pc:docMk/>
          <pc:sldMk cId="3474017746" sldId="553"/>
        </pc:sldMkLst>
      </pc:sldChg>
      <pc:sldChg chg="del">
        <pc:chgData name="Deepika Vatsa" userId="f7100972-27fe-4ee6-8fb4-ec9b7931b409" providerId="ADAL" clId="{7DF3CB10-604D-4AF9-A25E-C11426117173}" dt="2022-08-04T09:46:16.771" v="76" actId="47"/>
        <pc:sldMkLst>
          <pc:docMk/>
          <pc:sldMk cId="3988423650" sldId="554"/>
        </pc:sldMkLst>
      </pc:sldChg>
      <pc:sldChg chg="del">
        <pc:chgData name="Deepika Vatsa" userId="f7100972-27fe-4ee6-8fb4-ec9b7931b409" providerId="ADAL" clId="{7DF3CB10-604D-4AF9-A25E-C11426117173}" dt="2022-08-04T09:46:16.771" v="76" actId="47"/>
        <pc:sldMkLst>
          <pc:docMk/>
          <pc:sldMk cId="2496126553" sldId="555"/>
        </pc:sldMkLst>
      </pc:sldChg>
      <pc:sldChg chg="del">
        <pc:chgData name="Deepika Vatsa" userId="f7100972-27fe-4ee6-8fb4-ec9b7931b409" providerId="ADAL" clId="{7DF3CB10-604D-4AF9-A25E-C11426117173}" dt="2022-08-04T09:46:16.771" v="76" actId="47"/>
        <pc:sldMkLst>
          <pc:docMk/>
          <pc:sldMk cId="3542942855" sldId="556"/>
        </pc:sldMkLst>
      </pc:sldChg>
      <pc:sldChg chg="del">
        <pc:chgData name="Deepika Vatsa" userId="f7100972-27fe-4ee6-8fb4-ec9b7931b409" providerId="ADAL" clId="{7DF3CB10-604D-4AF9-A25E-C11426117173}" dt="2022-08-04T09:46:16.771" v="76" actId="47"/>
        <pc:sldMkLst>
          <pc:docMk/>
          <pc:sldMk cId="2762624031" sldId="557"/>
        </pc:sldMkLst>
      </pc:sldChg>
      <pc:sldChg chg="del">
        <pc:chgData name="Deepika Vatsa" userId="f7100972-27fe-4ee6-8fb4-ec9b7931b409" providerId="ADAL" clId="{7DF3CB10-604D-4AF9-A25E-C11426117173}" dt="2022-08-04T09:46:16.771" v="76" actId="47"/>
        <pc:sldMkLst>
          <pc:docMk/>
          <pc:sldMk cId="1537609984" sldId="558"/>
        </pc:sldMkLst>
      </pc:sldChg>
      <pc:sldChg chg="del">
        <pc:chgData name="Deepika Vatsa" userId="f7100972-27fe-4ee6-8fb4-ec9b7931b409" providerId="ADAL" clId="{7DF3CB10-604D-4AF9-A25E-C11426117173}" dt="2022-08-04T09:46:20.647" v="77" actId="47"/>
        <pc:sldMkLst>
          <pc:docMk/>
          <pc:sldMk cId="2287077721" sldId="560"/>
        </pc:sldMkLst>
      </pc:sldChg>
      <pc:sldChg chg="addSp delSp modSp new mod modNotesTx">
        <pc:chgData name="Deepika Vatsa" userId="f7100972-27fe-4ee6-8fb4-ec9b7931b409" providerId="ADAL" clId="{7DF3CB10-604D-4AF9-A25E-C11426117173}" dt="2022-08-08T09:42:49.805" v="1250" actId="20577"/>
        <pc:sldMkLst>
          <pc:docMk/>
          <pc:sldMk cId="4184969250" sldId="560"/>
        </pc:sldMkLst>
        <pc:spChg chg="mod">
          <ac:chgData name="Deepika Vatsa" userId="f7100972-27fe-4ee6-8fb4-ec9b7931b409" providerId="ADAL" clId="{7DF3CB10-604D-4AF9-A25E-C11426117173}" dt="2022-08-04T09:48:05.432" v="101" actId="20577"/>
          <ac:spMkLst>
            <pc:docMk/>
            <pc:sldMk cId="4184969250" sldId="560"/>
            <ac:spMk id="2" creationId="{6167DC2D-0072-445E-8CB3-E53407061CE7}"/>
          </ac:spMkLst>
        </pc:spChg>
        <pc:spChg chg="del">
          <ac:chgData name="Deepika Vatsa" userId="f7100972-27fe-4ee6-8fb4-ec9b7931b409" providerId="ADAL" clId="{7DF3CB10-604D-4AF9-A25E-C11426117173}" dt="2022-08-04T09:50:26.660" v="309" actId="22"/>
          <ac:spMkLst>
            <pc:docMk/>
            <pc:sldMk cId="4184969250" sldId="560"/>
            <ac:spMk id="3" creationId="{D7DEA22E-3A1F-4DC7-9388-80145F29D1E6}"/>
          </ac:spMkLst>
        </pc:spChg>
        <pc:spChg chg="add mod">
          <ac:chgData name="Deepika Vatsa" userId="f7100972-27fe-4ee6-8fb4-ec9b7931b409" providerId="ADAL" clId="{7DF3CB10-604D-4AF9-A25E-C11426117173}" dt="2022-08-04T09:53:24.996" v="420" actId="20577"/>
          <ac:spMkLst>
            <pc:docMk/>
            <pc:sldMk cId="4184969250" sldId="560"/>
            <ac:spMk id="6" creationId="{98E0FE6E-8F22-4B9F-9E9F-E2B694DC96D4}"/>
          </ac:spMkLst>
        </pc:spChg>
        <pc:picChg chg="add mod ord modCrop">
          <ac:chgData name="Deepika Vatsa" userId="f7100972-27fe-4ee6-8fb4-ec9b7931b409" providerId="ADAL" clId="{7DF3CB10-604D-4AF9-A25E-C11426117173}" dt="2022-08-04T09:51:33.879" v="404" actId="1076"/>
          <ac:picMkLst>
            <pc:docMk/>
            <pc:sldMk cId="4184969250" sldId="560"/>
            <ac:picMk id="5" creationId="{D79DD659-0D69-439F-8DFB-E316F68747FE}"/>
          </ac:picMkLst>
        </pc:picChg>
      </pc:sldChg>
      <pc:sldChg chg="addSp delSp modSp add mod setBg modNotesTx">
        <pc:chgData name="Deepika Vatsa" userId="f7100972-27fe-4ee6-8fb4-ec9b7931b409" providerId="ADAL" clId="{7DF3CB10-604D-4AF9-A25E-C11426117173}" dt="2022-08-04T10:05:11.508" v="1023" actId="20577"/>
        <pc:sldMkLst>
          <pc:docMk/>
          <pc:sldMk cId="1127720626" sldId="561"/>
        </pc:sldMkLst>
        <pc:spChg chg="mod">
          <ac:chgData name="Deepika Vatsa" userId="f7100972-27fe-4ee6-8fb4-ec9b7931b409" providerId="ADAL" clId="{7DF3CB10-604D-4AF9-A25E-C11426117173}" dt="2022-08-04T10:05:11.508" v="1023" actId="20577"/>
          <ac:spMkLst>
            <pc:docMk/>
            <pc:sldMk cId="1127720626" sldId="561"/>
            <ac:spMk id="2" creationId="{6167DC2D-0072-445E-8CB3-E53407061CE7}"/>
          </ac:spMkLst>
        </pc:spChg>
        <pc:spChg chg="add del mod">
          <ac:chgData name="Deepika Vatsa" userId="f7100972-27fe-4ee6-8fb4-ec9b7931b409" providerId="ADAL" clId="{7DF3CB10-604D-4AF9-A25E-C11426117173}" dt="2022-08-04T09:55:28.382" v="449" actId="478"/>
          <ac:spMkLst>
            <pc:docMk/>
            <pc:sldMk cId="1127720626" sldId="561"/>
            <ac:spMk id="4" creationId="{23BA0E9F-8469-425C-890C-1CBE520B11DC}"/>
          </ac:spMkLst>
        </pc:spChg>
        <pc:spChg chg="mod ord">
          <ac:chgData name="Deepika Vatsa" userId="f7100972-27fe-4ee6-8fb4-ec9b7931b409" providerId="ADAL" clId="{7DF3CB10-604D-4AF9-A25E-C11426117173}" dt="2022-08-04T09:57:12.954" v="460" actId="26606"/>
          <ac:spMkLst>
            <pc:docMk/>
            <pc:sldMk cId="1127720626" sldId="561"/>
            <ac:spMk id="6" creationId="{98E0FE6E-8F22-4B9F-9E9F-E2B694DC96D4}"/>
          </ac:spMkLst>
        </pc:spChg>
        <pc:spChg chg="add">
          <ac:chgData name="Deepika Vatsa" userId="f7100972-27fe-4ee6-8fb4-ec9b7931b409" providerId="ADAL" clId="{7DF3CB10-604D-4AF9-A25E-C11426117173}" dt="2022-08-04T09:57:12.954" v="460" actId="26606"/>
          <ac:spMkLst>
            <pc:docMk/>
            <pc:sldMk cId="1127720626" sldId="561"/>
            <ac:spMk id="15" creationId="{A8384FB5-9ADC-4DDC-881B-597D56F5B15D}"/>
          </ac:spMkLst>
        </pc:spChg>
        <pc:spChg chg="add">
          <ac:chgData name="Deepika Vatsa" userId="f7100972-27fe-4ee6-8fb4-ec9b7931b409" providerId="ADAL" clId="{7DF3CB10-604D-4AF9-A25E-C11426117173}" dt="2022-08-04T09:57:12.954" v="460" actId="26606"/>
          <ac:spMkLst>
            <pc:docMk/>
            <pc:sldMk cId="1127720626" sldId="561"/>
            <ac:spMk id="17" creationId="{1199E1B1-A8C0-4FE8-A5A8-1CB41D69F857}"/>
          </ac:spMkLst>
        </pc:spChg>
        <pc:spChg chg="add">
          <ac:chgData name="Deepika Vatsa" userId="f7100972-27fe-4ee6-8fb4-ec9b7931b409" providerId="ADAL" clId="{7DF3CB10-604D-4AF9-A25E-C11426117173}" dt="2022-08-04T09:57:12.954" v="460" actId="26606"/>
          <ac:spMkLst>
            <pc:docMk/>
            <pc:sldMk cId="1127720626" sldId="561"/>
            <ac:spMk id="19" creationId="{84A8DE83-DE75-4B41-9DB4-A7EC0B0DEC0B}"/>
          </ac:spMkLst>
        </pc:spChg>
        <pc:spChg chg="add">
          <ac:chgData name="Deepika Vatsa" userId="f7100972-27fe-4ee6-8fb4-ec9b7931b409" providerId="ADAL" clId="{7DF3CB10-604D-4AF9-A25E-C11426117173}" dt="2022-08-04T09:57:12.954" v="460" actId="26606"/>
          <ac:spMkLst>
            <pc:docMk/>
            <pc:sldMk cId="1127720626" sldId="561"/>
            <ac:spMk id="21" creationId="{A7009A0A-BEF5-4EAC-AF15-E4F9F002E239}"/>
          </ac:spMkLst>
        </pc:spChg>
        <pc:picChg chg="del">
          <ac:chgData name="Deepika Vatsa" userId="f7100972-27fe-4ee6-8fb4-ec9b7931b409" providerId="ADAL" clId="{7DF3CB10-604D-4AF9-A25E-C11426117173}" dt="2022-08-04T09:54:54.018" v="447" actId="478"/>
          <ac:picMkLst>
            <pc:docMk/>
            <pc:sldMk cId="1127720626" sldId="561"/>
            <ac:picMk id="5" creationId="{D79DD659-0D69-439F-8DFB-E316F68747FE}"/>
          </ac:picMkLst>
        </pc:picChg>
        <pc:picChg chg="add mod modCrop">
          <ac:chgData name="Deepika Vatsa" userId="f7100972-27fe-4ee6-8fb4-ec9b7931b409" providerId="ADAL" clId="{7DF3CB10-604D-4AF9-A25E-C11426117173}" dt="2022-08-04T09:57:12.954" v="460" actId="26606"/>
          <ac:picMkLst>
            <pc:docMk/>
            <pc:sldMk cId="1127720626" sldId="561"/>
            <ac:picMk id="10" creationId="{01814F26-28FF-4083-AF5E-9A822C2993DA}"/>
          </ac:picMkLst>
        </pc:picChg>
      </pc:sldChg>
      <pc:sldChg chg="del">
        <pc:chgData name="Deepika Vatsa" userId="f7100972-27fe-4ee6-8fb4-ec9b7931b409" providerId="ADAL" clId="{7DF3CB10-604D-4AF9-A25E-C11426117173}" dt="2022-08-04T09:46:16.771" v="76" actId="47"/>
        <pc:sldMkLst>
          <pc:docMk/>
          <pc:sldMk cId="3322141314" sldId="561"/>
        </pc:sldMkLst>
      </pc:sldChg>
      <pc:sldChg chg="addSp delSp modSp add mod modNotesTx">
        <pc:chgData name="Deepika Vatsa" userId="f7100972-27fe-4ee6-8fb4-ec9b7931b409" providerId="ADAL" clId="{7DF3CB10-604D-4AF9-A25E-C11426117173}" dt="2022-08-08T09:46:10.326" v="1531" actId="20577"/>
        <pc:sldMkLst>
          <pc:docMk/>
          <pc:sldMk cId="1425229445" sldId="562"/>
        </pc:sldMkLst>
        <pc:spChg chg="mod">
          <ac:chgData name="Deepika Vatsa" userId="f7100972-27fe-4ee6-8fb4-ec9b7931b409" providerId="ADAL" clId="{7DF3CB10-604D-4AF9-A25E-C11426117173}" dt="2022-08-04T10:05:24.957" v="1024"/>
          <ac:spMkLst>
            <pc:docMk/>
            <pc:sldMk cId="1425229445" sldId="562"/>
            <ac:spMk id="2" creationId="{6167DC2D-0072-445E-8CB3-E53407061CE7}"/>
          </ac:spMkLst>
        </pc:spChg>
        <pc:picChg chg="add del mod modCrop">
          <ac:chgData name="Deepika Vatsa" userId="f7100972-27fe-4ee6-8fb4-ec9b7931b409" providerId="ADAL" clId="{7DF3CB10-604D-4AF9-A25E-C11426117173}" dt="2022-08-04T10:02:32.665" v="830" actId="478"/>
          <ac:picMkLst>
            <pc:docMk/>
            <pc:sldMk cId="1425229445" sldId="562"/>
            <ac:picMk id="4" creationId="{653EC175-E4F2-4CC2-9E03-D10C64FDE9CC}"/>
          </ac:picMkLst>
        </pc:picChg>
        <pc:picChg chg="add mod modCrop">
          <ac:chgData name="Deepika Vatsa" userId="f7100972-27fe-4ee6-8fb4-ec9b7931b409" providerId="ADAL" clId="{7DF3CB10-604D-4AF9-A25E-C11426117173}" dt="2022-08-04T10:02:57.964" v="835" actId="1076"/>
          <ac:picMkLst>
            <pc:docMk/>
            <pc:sldMk cId="1425229445" sldId="562"/>
            <ac:picMk id="7" creationId="{48E458B1-FD1A-49DC-879A-AF11C3B57A7F}"/>
          </ac:picMkLst>
        </pc:picChg>
        <pc:picChg chg="del">
          <ac:chgData name="Deepika Vatsa" userId="f7100972-27fe-4ee6-8fb4-ec9b7931b409" providerId="ADAL" clId="{7DF3CB10-604D-4AF9-A25E-C11426117173}" dt="2022-08-04T10:00:07.993" v="775" actId="478"/>
          <ac:picMkLst>
            <pc:docMk/>
            <pc:sldMk cId="1425229445" sldId="562"/>
            <ac:picMk id="10" creationId="{01814F26-28FF-4083-AF5E-9A822C2993DA}"/>
          </ac:picMkLst>
        </pc:picChg>
      </pc:sldChg>
      <pc:sldChg chg="del">
        <pc:chgData name="Deepika Vatsa" userId="f7100972-27fe-4ee6-8fb4-ec9b7931b409" providerId="ADAL" clId="{7DF3CB10-604D-4AF9-A25E-C11426117173}" dt="2022-08-04T09:46:16.771" v="76" actId="47"/>
        <pc:sldMkLst>
          <pc:docMk/>
          <pc:sldMk cId="3714429487" sldId="562"/>
        </pc:sldMkLst>
      </pc:sldChg>
      <pc:sldChg chg="addSp delSp modSp add mod modNotesTx">
        <pc:chgData name="Deepika Vatsa" userId="f7100972-27fe-4ee6-8fb4-ec9b7931b409" providerId="ADAL" clId="{7DF3CB10-604D-4AF9-A25E-C11426117173}" dt="2022-08-04T10:05:28.654" v="1025"/>
        <pc:sldMkLst>
          <pc:docMk/>
          <pc:sldMk cId="2638973260" sldId="563"/>
        </pc:sldMkLst>
        <pc:spChg chg="mod">
          <ac:chgData name="Deepika Vatsa" userId="f7100972-27fe-4ee6-8fb4-ec9b7931b409" providerId="ADAL" clId="{7DF3CB10-604D-4AF9-A25E-C11426117173}" dt="2022-08-04T10:05:28.654" v="1025"/>
          <ac:spMkLst>
            <pc:docMk/>
            <pc:sldMk cId="2638973260" sldId="563"/>
            <ac:spMk id="2" creationId="{6167DC2D-0072-445E-8CB3-E53407061CE7}"/>
          </ac:spMkLst>
        </pc:spChg>
        <pc:picChg chg="add mod modCrop">
          <ac:chgData name="Deepika Vatsa" userId="f7100972-27fe-4ee6-8fb4-ec9b7931b409" providerId="ADAL" clId="{7DF3CB10-604D-4AF9-A25E-C11426117173}" dt="2022-08-04T10:04:56.500" v="1006" actId="1076"/>
          <ac:picMkLst>
            <pc:docMk/>
            <pc:sldMk cId="2638973260" sldId="563"/>
            <ac:picMk id="4" creationId="{58143C11-1F00-4CE5-BE36-FD54215ACE5E}"/>
          </ac:picMkLst>
        </pc:picChg>
        <pc:picChg chg="del">
          <ac:chgData name="Deepika Vatsa" userId="f7100972-27fe-4ee6-8fb4-ec9b7931b409" providerId="ADAL" clId="{7DF3CB10-604D-4AF9-A25E-C11426117173}" dt="2022-08-04T10:04:26.967" v="999" actId="478"/>
          <ac:picMkLst>
            <pc:docMk/>
            <pc:sldMk cId="2638973260" sldId="563"/>
            <ac:picMk id="7" creationId="{48E458B1-FD1A-49DC-879A-AF11C3B57A7F}"/>
          </ac:picMkLst>
        </pc:picChg>
      </pc:sldChg>
      <pc:sldChg chg="del">
        <pc:chgData name="Deepika Vatsa" userId="f7100972-27fe-4ee6-8fb4-ec9b7931b409" providerId="ADAL" clId="{7DF3CB10-604D-4AF9-A25E-C11426117173}" dt="2022-08-04T09:45:51.237" v="39" actId="47"/>
        <pc:sldMkLst>
          <pc:docMk/>
          <pc:sldMk cId="4122715105" sldId="563"/>
        </pc:sldMkLst>
      </pc:sldChg>
      <pc:sldChg chg="del">
        <pc:chgData name="Deepika Vatsa" userId="f7100972-27fe-4ee6-8fb4-ec9b7931b409" providerId="ADAL" clId="{7DF3CB10-604D-4AF9-A25E-C11426117173}" dt="2022-08-04T09:46:16.771" v="76" actId="47"/>
        <pc:sldMkLst>
          <pc:docMk/>
          <pc:sldMk cId="3320667722" sldId="564"/>
        </pc:sldMkLst>
      </pc:sldChg>
      <pc:sldChg chg="addSp delSp modSp add mod modNotesTx">
        <pc:chgData name="Deepika Vatsa" userId="f7100972-27fe-4ee6-8fb4-ec9b7931b409" providerId="ADAL" clId="{7DF3CB10-604D-4AF9-A25E-C11426117173}" dt="2022-08-08T09:44:24.152" v="1398" actId="20577"/>
        <pc:sldMkLst>
          <pc:docMk/>
          <pc:sldMk cId="3588827055" sldId="564"/>
        </pc:sldMkLst>
        <pc:spChg chg="mod">
          <ac:chgData name="Deepika Vatsa" userId="f7100972-27fe-4ee6-8fb4-ec9b7931b409" providerId="ADAL" clId="{7DF3CB10-604D-4AF9-A25E-C11426117173}" dt="2022-08-04T10:05:39.451" v="1042" actId="20577"/>
          <ac:spMkLst>
            <pc:docMk/>
            <pc:sldMk cId="3588827055" sldId="564"/>
            <ac:spMk id="2" creationId="{6167DC2D-0072-445E-8CB3-E53407061CE7}"/>
          </ac:spMkLst>
        </pc:spChg>
        <pc:picChg chg="del">
          <ac:chgData name="Deepika Vatsa" userId="f7100972-27fe-4ee6-8fb4-ec9b7931b409" providerId="ADAL" clId="{7DF3CB10-604D-4AF9-A25E-C11426117173}" dt="2022-08-04T10:05:42.013" v="1043" actId="478"/>
          <ac:picMkLst>
            <pc:docMk/>
            <pc:sldMk cId="3588827055" sldId="564"/>
            <ac:picMk id="4" creationId="{58143C11-1F00-4CE5-BE36-FD54215ACE5E}"/>
          </ac:picMkLst>
        </pc:picChg>
        <pc:picChg chg="add mod modCrop">
          <ac:chgData name="Deepika Vatsa" userId="f7100972-27fe-4ee6-8fb4-ec9b7931b409" providerId="ADAL" clId="{7DF3CB10-604D-4AF9-A25E-C11426117173}" dt="2022-08-04T10:06:26.916" v="1048" actId="1076"/>
          <ac:picMkLst>
            <pc:docMk/>
            <pc:sldMk cId="3588827055" sldId="564"/>
            <ac:picMk id="5" creationId="{A86159EA-5C57-43E7-AC57-B8E131D6DB89}"/>
          </ac:picMkLst>
        </pc:picChg>
      </pc:sldChg>
      <pc:sldChg chg="addSp delSp modSp add mod modNotesTx">
        <pc:chgData name="Deepika Vatsa" userId="f7100972-27fe-4ee6-8fb4-ec9b7931b409" providerId="ADAL" clId="{7DF3CB10-604D-4AF9-A25E-C11426117173}" dt="2022-08-08T09:49:21.482" v="1647" actId="20577"/>
        <pc:sldMkLst>
          <pc:docMk/>
          <pc:sldMk cId="2324140379" sldId="565"/>
        </pc:sldMkLst>
        <pc:picChg chg="add mod modCrop">
          <ac:chgData name="Deepika Vatsa" userId="f7100972-27fe-4ee6-8fb4-ec9b7931b409" providerId="ADAL" clId="{7DF3CB10-604D-4AF9-A25E-C11426117173}" dt="2022-08-04T10:07:59.528" v="1147" actId="1076"/>
          <ac:picMkLst>
            <pc:docMk/>
            <pc:sldMk cId="2324140379" sldId="565"/>
            <ac:picMk id="4" creationId="{3A215E76-1486-48D1-A01E-9C5BAD8262B8}"/>
          </ac:picMkLst>
        </pc:picChg>
        <pc:picChg chg="del">
          <ac:chgData name="Deepika Vatsa" userId="f7100972-27fe-4ee6-8fb4-ec9b7931b409" providerId="ADAL" clId="{7DF3CB10-604D-4AF9-A25E-C11426117173}" dt="2022-08-04T10:07:39.044" v="1142" actId="478"/>
          <ac:picMkLst>
            <pc:docMk/>
            <pc:sldMk cId="2324140379" sldId="565"/>
            <ac:picMk id="5" creationId="{A86159EA-5C57-43E7-AC57-B8E131D6DB89}"/>
          </ac:picMkLst>
        </pc:picChg>
      </pc:sldChg>
      <pc:sldChg chg="del">
        <pc:chgData name="Deepika Vatsa" userId="f7100972-27fe-4ee6-8fb4-ec9b7931b409" providerId="ADAL" clId="{7DF3CB10-604D-4AF9-A25E-C11426117173}" dt="2022-08-04T09:46:16.771" v="76" actId="47"/>
        <pc:sldMkLst>
          <pc:docMk/>
          <pc:sldMk cId="2906569521" sldId="565"/>
        </pc:sldMkLst>
      </pc:sldChg>
      <pc:sldChg chg="addSp delSp modSp add del mod modNotesTx">
        <pc:chgData name="Deepika Vatsa" userId="f7100972-27fe-4ee6-8fb4-ec9b7931b409" providerId="ADAL" clId="{7DF3CB10-604D-4AF9-A25E-C11426117173}" dt="2022-08-08T10:35:12.898" v="3706" actId="2696"/>
        <pc:sldMkLst>
          <pc:docMk/>
          <pc:sldMk cId="275048096" sldId="566"/>
        </pc:sldMkLst>
        <pc:spChg chg="mod">
          <ac:chgData name="Deepika Vatsa" userId="f7100972-27fe-4ee6-8fb4-ec9b7931b409" providerId="ADAL" clId="{7DF3CB10-604D-4AF9-A25E-C11426117173}" dt="2022-08-08T10:31:58.182" v="3685" actId="20577"/>
          <ac:spMkLst>
            <pc:docMk/>
            <pc:sldMk cId="275048096" sldId="566"/>
            <ac:spMk id="2" creationId="{6167DC2D-0072-445E-8CB3-E53407061CE7}"/>
          </ac:spMkLst>
        </pc:spChg>
        <pc:picChg chg="del">
          <ac:chgData name="Deepika Vatsa" userId="f7100972-27fe-4ee6-8fb4-ec9b7931b409" providerId="ADAL" clId="{7DF3CB10-604D-4AF9-A25E-C11426117173}" dt="2022-08-08T09:49:36.221" v="1666" actId="478"/>
          <ac:picMkLst>
            <pc:docMk/>
            <pc:sldMk cId="275048096" sldId="566"/>
            <ac:picMk id="4" creationId="{3A215E76-1486-48D1-A01E-9C5BAD8262B8}"/>
          </ac:picMkLst>
        </pc:picChg>
        <pc:picChg chg="add mod modCrop">
          <ac:chgData name="Deepika Vatsa" userId="f7100972-27fe-4ee6-8fb4-ec9b7931b409" providerId="ADAL" clId="{7DF3CB10-604D-4AF9-A25E-C11426117173}" dt="2022-08-08T09:50:25.750" v="1672" actId="1076"/>
          <ac:picMkLst>
            <pc:docMk/>
            <pc:sldMk cId="275048096" sldId="566"/>
            <ac:picMk id="5" creationId="{3AF15D62-C287-4FF6-8A3E-345989DC418F}"/>
          </ac:picMkLst>
        </pc:picChg>
      </pc:sldChg>
      <pc:sldChg chg="add">
        <pc:chgData name="Deepika Vatsa" userId="f7100972-27fe-4ee6-8fb4-ec9b7931b409" providerId="ADAL" clId="{7DF3CB10-604D-4AF9-A25E-C11426117173}" dt="2022-08-08T10:35:26.201" v="3712"/>
        <pc:sldMkLst>
          <pc:docMk/>
          <pc:sldMk cId="1491287628" sldId="566"/>
        </pc:sldMkLst>
      </pc:sldChg>
      <pc:sldChg chg="addSp delSp add del setBg delDesignElem">
        <pc:chgData name="Deepika Vatsa" userId="f7100972-27fe-4ee6-8fb4-ec9b7931b409" providerId="ADAL" clId="{7DF3CB10-604D-4AF9-A25E-C11426117173}" dt="2022-08-08T10:35:26.120" v="3711"/>
        <pc:sldMkLst>
          <pc:docMk/>
          <pc:sldMk cId="2484627002" sldId="566"/>
        </pc:sldMkLst>
        <pc:spChg chg="add del">
          <ac:chgData name="Deepika Vatsa" userId="f7100972-27fe-4ee6-8fb4-ec9b7931b409" providerId="ADAL" clId="{7DF3CB10-604D-4AF9-A25E-C11426117173}" dt="2022-08-08T10:35:26.120" v="3711"/>
          <ac:spMkLst>
            <pc:docMk/>
            <pc:sldMk cId="2484627002" sldId="566"/>
            <ac:spMk id="15" creationId="{A8384FB5-9ADC-4DDC-881B-597D56F5B15D}"/>
          </ac:spMkLst>
        </pc:spChg>
        <pc:spChg chg="add del">
          <ac:chgData name="Deepika Vatsa" userId="f7100972-27fe-4ee6-8fb4-ec9b7931b409" providerId="ADAL" clId="{7DF3CB10-604D-4AF9-A25E-C11426117173}" dt="2022-08-08T10:35:26.120" v="3711"/>
          <ac:spMkLst>
            <pc:docMk/>
            <pc:sldMk cId="2484627002" sldId="566"/>
            <ac:spMk id="17" creationId="{1199E1B1-A8C0-4FE8-A5A8-1CB41D69F857}"/>
          </ac:spMkLst>
        </pc:spChg>
        <pc:spChg chg="add del">
          <ac:chgData name="Deepika Vatsa" userId="f7100972-27fe-4ee6-8fb4-ec9b7931b409" providerId="ADAL" clId="{7DF3CB10-604D-4AF9-A25E-C11426117173}" dt="2022-08-08T10:35:26.120" v="3711"/>
          <ac:spMkLst>
            <pc:docMk/>
            <pc:sldMk cId="2484627002" sldId="566"/>
            <ac:spMk id="19" creationId="{84A8DE83-DE75-4B41-9DB4-A7EC0B0DEC0B}"/>
          </ac:spMkLst>
        </pc:spChg>
        <pc:spChg chg="add del">
          <ac:chgData name="Deepika Vatsa" userId="f7100972-27fe-4ee6-8fb4-ec9b7931b409" providerId="ADAL" clId="{7DF3CB10-604D-4AF9-A25E-C11426117173}" dt="2022-08-08T10:35:26.120" v="3711"/>
          <ac:spMkLst>
            <pc:docMk/>
            <pc:sldMk cId="2484627002" sldId="566"/>
            <ac:spMk id="21" creationId="{A7009A0A-BEF5-4EAC-AF15-E4F9F002E239}"/>
          </ac:spMkLst>
        </pc:spChg>
      </pc:sldChg>
      <pc:sldChg chg="addSp delSp add del setBg delDesignElem">
        <pc:chgData name="Deepika Vatsa" userId="f7100972-27fe-4ee6-8fb4-ec9b7931b409" providerId="ADAL" clId="{7DF3CB10-604D-4AF9-A25E-C11426117173}" dt="2022-08-08T10:35:26.120" v="3711"/>
        <pc:sldMkLst>
          <pc:docMk/>
          <pc:sldMk cId="88701714" sldId="567"/>
        </pc:sldMkLst>
        <pc:spChg chg="add del">
          <ac:chgData name="Deepika Vatsa" userId="f7100972-27fe-4ee6-8fb4-ec9b7931b409" providerId="ADAL" clId="{7DF3CB10-604D-4AF9-A25E-C11426117173}" dt="2022-08-08T10:35:26.120" v="3711"/>
          <ac:spMkLst>
            <pc:docMk/>
            <pc:sldMk cId="88701714" sldId="567"/>
            <ac:spMk id="15" creationId="{A8384FB5-9ADC-4DDC-881B-597D56F5B15D}"/>
          </ac:spMkLst>
        </pc:spChg>
        <pc:spChg chg="add del">
          <ac:chgData name="Deepika Vatsa" userId="f7100972-27fe-4ee6-8fb4-ec9b7931b409" providerId="ADAL" clId="{7DF3CB10-604D-4AF9-A25E-C11426117173}" dt="2022-08-08T10:35:26.120" v="3711"/>
          <ac:spMkLst>
            <pc:docMk/>
            <pc:sldMk cId="88701714" sldId="567"/>
            <ac:spMk id="17" creationId="{1199E1B1-A8C0-4FE8-A5A8-1CB41D69F857}"/>
          </ac:spMkLst>
        </pc:spChg>
        <pc:spChg chg="add del">
          <ac:chgData name="Deepika Vatsa" userId="f7100972-27fe-4ee6-8fb4-ec9b7931b409" providerId="ADAL" clId="{7DF3CB10-604D-4AF9-A25E-C11426117173}" dt="2022-08-08T10:35:26.120" v="3711"/>
          <ac:spMkLst>
            <pc:docMk/>
            <pc:sldMk cId="88701714" sldId="567"/>
            <ac:spMk id="19" creationId="{84A8DE83-DE75-4B41-9DB4-A7EC0B0DEC0B}"/>
          </ac:spMkLst>
        </pc:spChg>
        <pc:spChg chg="add del">
          <ac:chgData name="Deepika Vatsa" userId="f7100972-27fe-4ee6-8fb4-ec9b7931b409" providerId="ADAL" clId="{7DF3CB10-604D-4AF9-A25E-C11426117173}" dt="2022-08-08T10:35:26.120" v="3711"/>
          <ac:spMkLst>
            <pc:docMk/>
            <pc:sldMk cId="88701714" sldId="567"/>
            <ac:spMk id="21" creationId="{A7009A0A-BEF5-4EAC-AF15-E4F9F002E239}"/>
          </ac:spMkLst>
        </pc:spChg>
      </pc:sldChg>
      <pc:sldChg chg="addSp delSp modSp add del mod modNotesTx">
        <pc:chgData name="Deepika Vatsa" userId="f7100972-27fe-4ee6-8fb4-ec9b7931b409" providerId="ADAL" clId="{7DF3CB10-604D-4AF9-A25E-C11426117173}" dt="2022-08-08T10:35:12.898" v="3706" actId="2696"/>
        <pc:sldMkLst>
          <pc:docMk/>
          <pc:sldMk cId="362831075" sldId="567"/>
        </pc:sldMkLst>
        <pc:spChg chg="del">
          <ac:chgData name="Deepika Vatsa" userId="f7100972-27fe-4ee6-8fb4-ec9b7931b409" providerId="ADAL" clId="{7DF3CB10-604D-4AF9-A25E-C11426117173}" dt="2022-08-08T10:32:32.641" v="3686" actId="478"/>
          <ac:spMkLst>
            <pc:docMk/>
            <pc:sldMk cId="362831075" sldId="567"/>
            <ac:spMk id="2" creationId="{6167DC2D-0072-445E-8CB3-E53407061CE7}"/>
          </ac:spMkLst>
        </pc:spChg>
        <pc:spChg chg="add del mod">
          <ac:chgData name="Deepika Vatsa" userId="f7100972-27fe-4ee6-8fb4-ec9b7931b409" providerId="ADAL" clId="{7DF3CB10-604D-4AF9-A25E-C11426117173}" dt="2022-08-08T10:32:39.113" v="3689" actId="478"/>
          <ac:spMkLst>
            <pc:docMk/>
            <pc:sldMk cId="362831075" sldId="567"/>
            <ac:spMk id="8" creationId="{7609A7C3-CB5A-452C-BE5D-B0C4FB7A6D17}"/>
          </ac:spMkLst>
        </pc:spChg>
        <pc:spChg chg="add mod">
          <ac:chgData name="Deepika Vatsa" userId="f7100972-27fe-4ee6-8fb4-ec9b7931b409" providerId="ADAL" clId="{7DF3CB10-604D-4AF9-A25E-C11426117173}" dt="2022-08-08T10:32:33.270" v="3688" actId="27636"/>
          <ac:spMkLst>
            <pc:docMk/>
            <pc:sldMk cId="362831075" sldId="567"/>
            <ac:spMk id="13" creationId="{1D4E646B-B48A-4751-B4FE-4A09DC06DD5F}"/>
          </ac:spMkLst>
        </pc:spChg>
        <pc:picChg chg="add mod modCrop">
          <ac:chgData name="Deepika Vatsa" userId="f7100972-27fe-4ee6-8fb4-ec9b7931b409" providerId="ADAL" clId="{7DF3CB10-604D-4AF9-A25E-C11426117173}" dt="2022-08-08T09:54:55.456" v="1931" actId="1076"/>
          <ac:picMkLst>
            <pc:docMk/>
            <pc:sldMk cId="362831075" sldId="567"/>
            <ac:picMk id="4" creationId="{BABDBA4B-489D-4B77-886E-BC192ABD938E}"/>
          </ac:picMkLst>
        </pc:picChg>
        <pc:picChg chg="del">
          <ac:chgData name="Deepika Vatsa" userId="f7100972-27fe-4ee6-8fb4-ec9b7931b409" providerId="ADAL" clId="{7DF3CB10-604D-4AF9-A25E-C11426117173}" dt="2022-08-08T09:54:34.775" v="1926" actId="478"/>
          <ac:picMkLst>
            <pc:docMk/>
            <pc:sldMk cId="362831075" sldId="567"/>
            <ac:picMk id="5" creationId="{3AF15D62-C287-4FF6-8A3E-345989DC418F}"/>
          </ac:picMkLst>
        </pc:picChg>
      </pc:sldChg>
      <pc:sldChg chg="add">
        <pc:chgData name="Deepika Vatsa" userId="f7100972-27fe-4ee6-8fb4-ec9b7931b409" providerId="ADAL" clId="{7DF3CB10-604D-4AF9-A25E-C11426117173}" dt="2022-08-08T10:35:26.201" v="3712"/>
        <pc:sldMkLst>
          <pc:docMk/>
          <pc:sldMk cId="382883145" sldId="567"/>
        </pc:sldMkLst>
      </pc:sldChg>
      <pc:sldChg chg="del">
        <pc:chgData name="Deepika Vatsa" userId="f7100972-27fe-4ee6-8fb4-ec9b7931b409" providerId="ADAL" clId="{7DF3CB10-604D-4AF9-A25E-C11426117173}" dt="2022-08-04T09:46:20.647" v="77" actId="47"/>
        <pc:sldMkLst>
          <pc:docMk/>
          <pc:sldMk cId="3548862972" sldId="567"/>
        </pc:sldMkLst>
      </pc:sldChg>
      <pc:sldChg chg="del">
        <pc:chgData name="Deepika Vatsa" userId="f7100972-27fe-4ee6-8fb4-ec9b7931b409" providerId="ADAL" clId="{7DF3CB10-604D-4AF9-A25E-C11426117173}" dt="2022-08-04T09:46:16.771" v="76" actId="47"/>
        <pc:sldMkLst>
          <pc:docMk/>
          <pc:sldMk cId="903697734" sldId="568"/>
        </pc:sldMkLst>
      </pc:sldChg>
      <pc:sldChg chg="addSp delSp add del setBg delDesignElem">
        <pc:chgData name="Deepika Vatsa" userId="f7100972-27fe-4ee6-8fb4-ec9b7931b409" providerId="ADAL" clId="{7DF3CB10-604D-4AF9-A25E-C11426117173}" dt="2022-08-08T10:35:26.120" v="3711"/>
        <pc:sldMkLst>
          <pc:docMk/>
          <pc:sldMk cId="1258238767" sldId="568"/>
        </pc:sldMkLst>
        <pc:spChg chg="add del">
          <ac:chgData name="Deepika Vatsa" userId="f7100972-27fe-4ee6-8fb4-ec9b7931b409" providerId="ADAL" clId="{7DF3CB10-604D-4AF9-A25E-C11426117173}" dt="2022-08-08T10:35:26.120" v="3711"/>
          <ac:spMkLst>
            <pc:docMk/>
            <pc:sldMk cId="1258238767" sldId="568"/>
            <ac:spMk id="15" creationId="{A8384FB5-9ADC-4DDC-881B-597D56F5B15D}"/>
          </ac:spMkLst>
        </pc:spChg>
        <pc:spChg chg="add del">
          <ac:chgData name="Deepika Vatsa" userId="f7100972-27fe-4ee6-8fb4-ec9b7931b409" providerId="ADAL" clId="{7DF3CB10-604D-4AF9-A25E-C11426117173}" dt="2022-08-08T10:35:26.120" v="3711"/>
          <ac:spMkLst>
            <pc:docMk/>
            <pc:sldMk cId="1258238767" sldId="568"/>
            <ac:spMk id="17" creationId="{1199E1B1-A8C0-4FE8-A5A8-1CB41D69F857}"/>
          </ac:spMkLst>
        </pc:spChg>
        <pc:spChg chg="add del">
          <ac:chgData name="Deepika Vatsa" userId="f7100972-27fe-4ee6-8fb4-ec9b7931b409" providerId="ADAL" clId="{7DF3CB10-604D-4AF9-A25E-C11426117173}" dt="2022-08-08T10:35:26.120" v="3711"/>
          <ac:spMkLst>
            <pc:docMk/>
            <pc:sldMk cId="1258238767" sldId="568"/>
            <ac:spMk id="19" creationId="{84A8DE83-DE75-4B41-9DB4-A7EC0B0DEC0B}"/>
          </ac:spMkLst>
        </pc:spChg>
        <pc:spChg chg="add del">
          <ac:chgData name="Deepika Vatsa" userId="f7100972-27fe-4ee6-8fb4-ec9b7931b409" providerId="ADAL" clId="{7DF3CB10-604D-4AF9-A25E-C11426117173}" dt="2022-08-08T10:35:26.120" v="3711"/>
          <ac:spMkLst>
            <pc:docMk/>
            <pc:sldMk cId="1258238767" sldId="568"/>
            <ac:spMk id="21" creationId="{A7009A0A-BEF5-4EAC-AF15-E4F9F002E239}"/>
          </ac:spMkLst>
        </pc:spChg>
      </pc:sldChg>
      <pc:sldChg chg="add">
        <pc:chgData name="Deepika Vatsa" userId="f7100972-27fe-4ee6-8fb4-ec9b7931b409" providerId="ADAL" clId="{7DF3CB10-604D-4AF9-A25E-C11426117173}" dt="2022-08-08T10:35:26.201" v="3712"/>
        <pc:sldMkLst>
          <pc:docMk/>
          <pc:sldMk cId="3914029419" sldId="568"/>
        </pc:sldMkLst>
      </pc:sldChg>
      <pc:sldChg chg="addSp delSp modSp add del mod modNotesTx">
        <pc:chgData name="Deepika Vatsa" userId="f7100972-27fe-4ee6-8fb4-ec9b7931b409" providerId="ADAL" clId="{7DF3CB10-604D-4AF9-A25E-C11426117173}" dt="2022-08-08T10:35:12.898" v="3706" actId="2696"/>
        <pc:sldMkLst>
          <pc:docMk/>
          <pc:sldMk cId="3987496133" sldId="568"/>
        </pc:sldMkLst>
        <pc:spChg chg="del">
          <ac:chgData name="Deepika Vatsa" userId="f7100972-27fe-4ee6-8fb4-ec9b7931b409" providerId="ADAL" clId="{7DF3CB10-604D-4AF9-A25E-C11426117173}" dt="2022-08-08T10:32:44.359" v="3690" actId="478"/>
          <ac:spMkLst>
            <pc:docMk/>
            <pc:sldMk cId="3987496133" sldId="568"/>
            <ac:spMk id="2" creationId="{6167DC2D-0072-445E-8CB3-E53407061CE7}"/>
          </ac:spMkLst>
        </pc:spChg>
        <pc:spChg chg="add del mod">
          <ac:chgData name="Deepika Vatsa" userId="f7100972-27fe-4ee6-8fb4-ec9b7931b409" providerId="ADAL" clId="{7DF3CB10-604D-4AF9-A25E-C11426117173}" dt="2022-08-08T10:32:48.102" v="3693" actId="478"/>
          <ac:spMkLst>
            <pc:docMk/>
            <pc:sldMk cId="3987496133" sldId="568"/>
            <ac:spMk id="8" creationId="{80B3EA73-2C6F-4391-B9C6-77FD62874D45}"/>
          </ac:spMkLst>
        </pc:spChg>
        <pc:spChg chg="add mod">
          <ac:chgData name="Deepika Vatsa" userId="f7100972-27fe-4ee6-8fb4-ec9b7931b409" providerId="ADAL" clId="{7DF3CB10-604D-4AF9-A25E-C11426117173}" dt="2022-08-08T10:32:45.576" v="3692" actId="27636"/>
          <ac:spMkLst>
            <pc:docMk/>
            <pc:sldMk cId="3987496133" sldId="568"/>
            <ac:spMk id="13" creationId="{83474153-1631-4E04-9DFE-9C390854F92F}"/>
          </ac:spMkLst>
        </pc:spChg>
        <pc:picChg chg="del">
          <ac:chgData name="Deepika Vatsa" userId="f7100972-27fe-4ee6-8fb4-ec9b7931b409" providerId="ADAL" clId="{7DF3CB10-604D-4AF9-A25E-C11426117173}" dt="2022-08-08T10:05:39.848" v="2079" actId="478"/>
          <ac:picMkLst>
            <pc:docMk/>
            <pc:sldMk cId="3987496133" sldId="568"/>
            <ac:picMk id="4" creationId="{BABDBA4B-489D-4B77-886E-BC192ABD938E}"/>
          </ac:picMkLst>
        </pc:picChg>
        <pc:picChg chg="add mod modCrop">
          <ac:chgData name="Deepika Vatsa" userId="f7100972-27fe-4ee6-8fb4-ec9b7931b409" providerId="ADAL" clId="{7DF3CB10-604D-4AF9-A25E-C11426117173}" dt="2022-08-08T10:05:59.892" v="2084" actId="1076"/>
          <ac:picMkLst>
            <pc:docMk/>
            <pc:sldMk cId="3987496133" sldId="568"/>
            <ac:picMk id="5" creationId="{F0E79B2C-F6C3-4453-9990-22A303EAFE7C}"/>
          </ac:picMkLst>
        </pc:picChg>
      </pc:sldChg>
      <pc:sldChg chg="delSp add del mod setBg delDesignElem">
        <pc:chgData name="Deepika Vatsa" userId="f7100972-27fe-4ee6-8fb4-ec9b7931b409" providerId="ADAL" clId="{7DF3CB10-604D-4AF9-A25E-C11426117173}" dt="2022-08-08T10:35:51.902" v="3719" actId="47"/>
        <pc:sldMkLst>
          <pc:docMk/>
          <pc:sldMk cId="1384638999" sldId="569"/>
        </pc:sldMkLst>
        <pc:spChg chg="del">
          <ac:chgData name="Deepika Vatsa" userId="f7100972-27fe-4ee6-8fb4-ec9b7931b409" providerId="ADAL" clId="{7DF3CB10-604D-4AF9-A25E-C11426117173}" dt="2022-08-08T10:33:14.653" v="3696"/>
          <ac:spMkLst>
            <pc:docMk/>
            <pc:sldMk cId="1384638999" sldId="569"/>
            <ac:spMk id="15" creationId="{A8384FB5-9ADC-4DDC-881B-597D56F5B15D}"/>
          </ac:spMkLst>
        </pc:spChg>
        <pc:spChg chg="del">
          <ac:chgData name="Deepika Vatsa" userId="f7100972-27fe-4ee6-8fb4-ec9b7931b409" providerId="ADAL" clId="{7DF3CB10-604D-4AF9-A25E-C11426117173}" dt="2022-08-08T10:33:14.653" v="3696"/>
          <ac:spMkLst>
            <pc:docMk/>
            <pc:sldMk cId="1384638999" sldId="569"/>
            <ac:spMk id="17" creationId="{1199E1B1-A8C0-4FE8-A5A8-1CB41D69F857}"/>
          </ac:spMkLst>
        </pc:spChg>
        <pc:spChg chg="del">
          <ac:chgData name="Deepika Vatsa" userId="f7100972-27fe-4ee6-8fb4-ec9b7931b409" providerId="ADAL" clId="{7DF3CB10-604D-4AF9-A25E-C11426117173}" dt="2022-08-08T10:33:14.653" v="3696"/>
          <ac:spMkLst>
            <pc:docMk/>
            <pc:sldMk cId="1384638999" sldId="569"/>
            <ac:spMk id="19" creationId="{84A8DE83-DE75-4B41-9DB4-A7EC0B0DEC0B}"/>
          </ac:spMkLst>
        </pc:spChg>
        <pc:spChg chg="del">
          <ac:chgData name="Deepika Vatsa" userId="f7100972-27fe-4ee6-8fb4-ec9b7931b409" providerId="ADAL" clId="{7DF3CB10-604D-4AF9-A25E-C11426117173}" dt="2022-08-08T10:33:14.653" v="3696"/>
          <ac:spMkLst>
            <pc:docMk/>
            <pc:sldMk cId="1384638999" sldId="569"/>
            <ac:spMk id="21" creationId="{A7009A0A-BEF5-4EAC-AF15-E4F9F002E239}"/>
          </ac:spMkLst>
        </pc:spChg>
        <pc:picChg chg="del">
          <ac:chgData name="Deepika Vatsa" userId="f7100972-27fe-4ee6-8fb4-ec9b7931b409" providerId="ADAL" clId="{7DF3CB10-604D-4AF9-A25E-C11426117173}" dt="2022-08-08T10:35:39.403" v="3714" actId="21"/>
          <ac:picMkLst>
            <pc:docMk/>
            <pc:sldMk cId="1384638999" sldId="569"/>
            <ac:picMk id="4" creationId="{CFAA9490-704E-46F6-A5F2-D9B7C8964714}"/>
          </ac:picMkLst>
        </pc:picChg>
      </pc:sldChg>
      <pc:sldChg chg="del">
        <pc:chgData name="Deepika Vatsa" userId="f7100972-27fe-4ee6-8fb4-ec9b7931b409" providerId="ADAL" clId="{7DF3CB10-604D-4AF9-A25E-C11426117173}" dt="2022-08-04T09:46:20.647" v="77" actId="47"/>
        <pc:sldMkLst>
          <pc:docMk/>
          <pc:sldMk cId="3078107687" sldId="569"/>
        </pc:sldMkLst>
      </pc:sldChg>
      <pc:sldChg chg="addSp delSp modSp add del mod modNotesTx">
        <pc:chgData name="Deepika Vatsa" userId="f7100972-27fe-4ee6-8fb4-ec9b7931b409" providerId="ADAL" clId="{7DF3CB10-604D-4AF9-A25E-C11426117173}" dt="2022-08-08T10:33:00.269" v="3694" actId="2696"/>
        <pc:sldMkLst>
          <pc:docMk/>
          <pc:sldMk cId="3092565799" sldId="569"/>
        </pc:sldMkLst>
        <pc:spChg chg="mod">
          <ac:chgData name="Deepika Vatsa" userId="f7100972-27fe-4ee6-8fb4-ec9b7931b409" providerId="ADAL" clId="{7DF3CB10-604D-4AF9-A25E-C11426117173}" dt="2022-08-08T10:09:22.234" v="2382" actId="20577"/>
          <ac:spMkLst>
            <pc:docMk/>
            <pc:sldMk cId="3092565799" sldId="569"/>
            <ac:spMk id="2" creationId="{6167DC2D-0072-445E-8CB3-E53407061CE7}"/>
          </ac:spMkLst>
        </pc:spChg>
        <pc:picChg chg="add mod modCrop">
          <ac:chgData name="Deepika Vatsa" userId="f7100972-27fe-4ee6-8fb4-ec9b7931b409" providerId="ADAL" clId="{7DF3CB10-604D-4AF9-A25E-C11426117173}" dt="2022-08-08T10:09:08.474" v="2344" actId="14100"/>
          <ac:picMkLst>
            <pc:docMk/>
            <pc:sldMk cId="3092565799" sldId="569"/>
            <ac:picMk id="4" creationId="{CFAA9490-704E-46F6-A5F2-D9B7C8964714}"/>
          </ac:picMkLst>
        </pc:picChg>
        <pc:picChg chg="del">
          <ac:chgData name="Deepika Vatsa" userId="f7100972-27fe-4ee6-8fb4-ec9b7931b409" providerId="ADAL" clId="{7DF3CB10-604D-4AF9-A25E-C11426117173}" dt="2022-08-08T10:08:45.584" v="2340" actId="478"/>
          <ac:picMkLst>
            <pc:docMk/>
            <pc:sldMk cId="3092565799" sldId="569"/>
            <ac:picMk id="5" creationId="{F0E79B2C-F6C3-4453-9990-22A303EAFE7C}"/>
          </ac:picMkLst>
        </pc:picChg>
      </pc:sldChg>
      <pc:sldChg chg="del">
        <pc:chgData name="Deepika Vatsa" userId="f7100972-27fe-4ee6-8fb4-ec9b7931b409" providerId="ADAL" clId="{7DF3CB10-604D-4AF9-A25E-C11426117173}" dt="2022-08-04T09:46:20.647" v="77" actId="47"/>
        <pc:sldMkLst>
          <pc:docMk/>
          <pc:sldMk cId="2887069432" sldId="570"/>
        </pc:sldMkLst>
      </pc:sldChg>
      <pc:sldChg chg="addSp delSp modSp add mod modNotesTx">
        <pc:chgData name="Deepika Vatsa" userId="f7100972-27fe-4ee6-8fb4-ec9b7931b409" providerId="ADAL" clId="{7DF3CB10-604D-4AF9-A25E-C11426117173}" dt="2022-08-08T10:34:53.871" v="3705" actId="1076"/>
        <pc:sldMkLst>
          <pc:docMk/>
          <pc:sldMk cId="2950905892" sldId="570"/>
        </pc:sldMkLst>
        <pc:spChg chg="mod">
          <ac:chgData name="Deepika Vatsa" userId="f7100972-27fe-4ee6-8fb4-ec9b7931b409" providerId="ADAL" clId="{7DF3CB10-604D-4AF9-A25E-C11426117173}" dt="2022-08-08T10:16:23.428" v="2522" actId="20577"/>
          <ac:spMkLst>
            <pc:docMk/>
            <pc:sldMk cId="2950905892" sldId="570"/>
            <ac:spMk id="2" creationId="{6167DC2D-0072-445E-8CB3-E53407061CE7}"/>
          </ac:spMkLst>
        </pc:spChg>
        <pc:spChg chg="del">
          <ac:chgData name="Deepika Vatsa" userId="f7100972-27fe-4ee6-8fb4-ec9b7931b409" providerId="ADAL" clId="{7DF3CB10-604D-4AF9-A25E-C11426117173}" dt="2022-08-08T10:33:29.415" v="3699" actId="478"/>
          <ac:spMkLst>
            <pc:docMk/>
            <pc:sldMk cId="2950905892" sldId="570"/>
            <ac:spMk id="6" creationId="{98E0FE6E-8F22-4B9F-9E9F-E2B694DC96D4}"/>
          </ac:spMkLst>
        </pc:spChg>
        <pc:picChg chg="del mod">
          <ac:chgData name="Deepika Vatsa" userId="f7100972-27fe-4ee6-8fb4-ec9b7931b409" providerId="ADAL" clId="{7DF3CB10-604D-4AF9-A25E-C11426117173}" dt="2022-08-08T10:15:38.557" v="2501" actId="478"/>
          <ac:picMkLst>
            <pc:docMk/>
            <pc:sldMk cId="2950905892" sldId="570"/>
            <ac:picMk id="4" creationId="{3A215E76-1486-48D1-A01E-9C5BAD8262B8}"/>
          </ac:picMkLst>
        </pc:picChg>
        <pc:picChg chg="add del mod modCrop">
          <ac:chgData name="Deepika Vatsa" userId="f7100972-27fe-4ee6-8fb4-ec9b7931b409" providerId="ADAL" clId="{7DF3CB10-604D-4AF9-A25E-C11426117173}" dt="2022-08-08T10:34:32.546" v="3700" actId="478"/>
          <ac:picMkLst>
            <pc:docMk/>
            <pc:sldMk cId="2950905892" sldId="570"/>
            <ac:picMk id="5" creationId="{7B53D12A-89A5-4757-9D04-7657F49E8EA9}"/>
          </ac:picMkLst>
        </pc:picChg>
        <pc:picChg chg="add mod modCrop">
          <ac:chgData name="Deepika Vatsa" userId="f7100972-27fe-4ee6-8fb4-ec9b7931b409" providerId="ADAL" clId="{7DF3CB10-604D-4AF9-A25E-C11426117173}" dt="2022-08-08T10:34:53.871" v="3705" actId="1076"/>
          <ac:picMkLst>
            <pc:docMk/>
            <pc:sldMk cId="2950905892" sldId="570"/>
            <ac:picMk id="8" creationId="{632B602B-3A99-4A31-AFBE-DC71A6406F35}"/>
          </ac:picMkLst>
        </pc:picChg>
      </pc:sldChg>
      <pc:sldChg chg="del">
        <pc:chgData name="Deepika Vatsa" userId="f7100972-27fe-4ee6-8fb4-ec9b7931b409" providerId="ADAL" clId="{7DF3CB10-604D-4AF9-A25E-C11426117173}" dt="2022-08-04T09:46:16.771" v="76" actId="47"/>
        <pc:sldMkLst>
          <pc:docMk/>
          <pc:sldMk cId="3015075479" sldId="571"/>
        </pc:sldMkLst>
      </pc:sldChg>
      <pc:sldChg chg="addSp delSp modSp add mod modNotesTx">
        <pc:chgData name="Deepika Vatsa" userId="f7100972-27fe-4ee6-8fb4-ec9b7931b409" providerId="ADAL" clId="{7DF3CB10-604D-4AF9-A25E-C11426117173}" dt="2022-08-08T10:18:49.768" v="2760" actId="20577"/>
        <pc:sldMkLst>
          <pc:docMk/>
          <pc:sldMk cId="3918142659" sldId="571"/>
        </pc:sldMkLst>
        <pc:picChg chg="add mod modCrop">
          <ac:chgData name="Deepika Vatsa" userId="f7100972-27fe-4ee6-8fb4-ec9b7931b409" providerId="ADAL" clId="{7DF3CB10-604D-4AF9-A25E-C11426117173}" dt="2022-08-08T10:18:13.428" v="2663" actId="1076"/>
          <ac:picMkLst>
            <pc:docMk/>
            <pc:sldMk cId="3918142659" sldId="571"/>
            <ac:picMk id="4" creationId="{09308707-0A5E-4464-A7C0-7172F662B14F}"/>
          </ac:picMkLst>
        </pc:picChg>
        <pc:picChg chg="del">
          <ac:chgData name="Deepika Vatsa" userId="f7100972-27fe-4ee6-8fb4-ec9b7931b409" providerId="ADAL" clId="{7DF3CB10-604D-4AF9-A25E-C11426117173}" dt="2022-08-08T10:17:03.595" v="2624" actId="478"/>
          <ac:picMkLst>
            <pc:docMk/>
            <pc:sldMk cId="3918142659" sldId="571"/>
            <ac:picMk id="5" creationId="{7B53D12A-89A5-4757-9D04-7657F49E8EA9}"/>
          </ac:picMkLst>
        </pc:picChg>
      </pc:sldChg>
      <pc:sldChg chg="addSp delSp modSp add mod modNotesTx">
        <pc:chgData name="Deepika Vatsa" userId="f7100972-27fe-4ee6-8fb4-ec9b7931b409" providerId="ADAL" clId="{7DF3CB10-604D-4AF9-A25E-C11426117173}" dt="2022-08-08T10:22:05.536" v="2997" actId="20577"/>
        <pc:sldMkLst>
          <pc:docMk/>
          <pc:sldMk cId="2848741207" sldId="572"/>
        </pc:sldMkLst>
        <pc:picChg chg="del">
          <ac:chgData name="Deepika Vatsa" userId="f7100972-27fe-4ee6-8fb4-ec9b7931b409" providerId="ADAL" clId="{7DF3CB10-604D-4AF9-A25E-C11426117173}" dt="2022-08-08T10:19:16.725" v="2762" actId="478"/>
          <ac:picMkLst>
            <pc:docMk/>
            <pc:sldMk cId="2848741207" sldId="572"/>
            <ac:picMk id="4" creationId="{09308707-0A5E-4464-A7C0-7172F662B14F}"/>
          </ac:picMkLst>
        </pc:picChg>
        <pc:picChg chg="add mod modCrop">
          <ac:chgData name="Deepika Vatsa" userId="f7100972-27fe-4ee6-8fb4-ec9b7931b409" providerId="ADAL" clId="{7DF3CB10-604D-4AF9-A25E-C11426117173}" dt="2022-08-08T10:19:40.852" v="2767" actId="1076"/>
          <ac:picMkLst>
            <pc:docMk/>
            <pc:sldMk cId="2848741207" sldId="572"/>
            <ac:picMk id="5" creationId="{019A47FE-767F-4C81-B39A-CD6B2BB2CFD6}"/>
          </ac:picMkLst>
        </pc:picChg>
      </pc:sldChg>
      <pc:sldChg chg="del">
        <pc:chgData name="Deepika Vatsa" userId="f7100972-27fe-4ee6-8fb4-ec9b7931b409" providerId="ADAL" clId="{7DF3CB10-604D-4AF9-A25E-C11426117173}" dt="2022-08-04T09:46:16.771" v="76" actId="47"/>
        <pc:sldMkLst>
          <pc:docMk/>
          <pc:sldMk cId="364232575" sldId="573"/>
        </pc:sldMkLst>
      </pc:sldChg>
      <pc:sldChg chg="addSp delSp modSp add mod modNotesTx">
        <pc:chgData name="Deepika Vatsa" userId="f7100972-27fe-4ee6-8fb4-ec9b7931b409" providerId="ADAL" clId="{7DF3CB10-604D-4AF9-A25E-C11426117173}" dt="2022-08-08T10:27:22.682" v="3335" actId="20577"/>
        <pc:sldMkLst>
          <pc:docMk/>
          <pc:sldMk cId="1559947821" sldId="573"/>
        </pc:sldMkLst>
        <pc:spChg chg="add mod">
          <ac:chgData name="Deepika Vatsa" userId="f7100972-27fe-4ee6-8fb4-ec9b7931b409" providerId="ADAL" clId="{7DF3CB10-604D-4AF9-A25E-C11426117173}" dt="2022-08-08T10:27:22.682" v="3335" actId="20577"/>
          <ac:spMkLst>
            <pc:docMk/>
            <pc:sldMk cId="1559947821" sldId="573"/>
            <ac:spMk id="9" creationId="{FDB2C1D4-0978-4D1B-AF76-F7F076E9E4EB}"/>
          </ac:spMkLst>
        </pc:spChg>
        <pc:picChg chg="del">
          <ac:chgData name="Deepika Vatsa" userId="f7100972-27fe-4ee6-8fb4-ec9b7931b409" providerId="ADAL" clId="{7DF3CB10-604D-4AF9-A25E-C11426117173}" dt="2022-08-08T10:23:35.911" v="2999" actId="478"/>
          <ac:picMkLst>
            <pc:docMk/>
            <pc:sldMk cId="1559947821" sldId="573"/>
            <ac:picMk id="5" creationId="{019A47FE-767F-4C81-B39A-CD6B2BB2CFD6}"/>
          </ac:picMkLst>
        </pc:picChg>
      </pc:sldChg>
      <pc:sldChg chg="modSp add mod">
        <pc:chgData name="Deepika Vatsa" userId="f7100972-27fe-4ee6-8fb4-ec9b7931b409" providerId="ADAL" clId="{7DF3CB10-604D-4AF9-A25E-C11426117173}" dt="2022-08-08T10:29:12.957" v="3518" actId="15"/>
        <pc:sldMkLst>
          <pc:docMk/>
          <pc:sldMk cId="167990248" sldId="574"/>
        </pc:sldMkLst>
        <pc:spChg chg="mod">
          <ac:chgData name="Deepika Vatsa" userId="f7100972-27fe-4ee6-8fb4-ec9b7931b409" providerId="ADAL" clId="{7DF3CB10-604D-4AF9-A25E-C11426117173}" dt="2022-08-08T10:29:12.957" v="3518" actId="15"/>
          <ac:spMkLst>
            <pc:docMk/>
            <pc:sldMk cId="167990248" sldId="574"/>
            <ac:spMk id="9" creationId="{FDB2C1D4-0978-4D1B-AF76-F7F076E9E4EB}"/>
          </ac:spMkLst>
        </pc:spChg>
      </pc:sldChg>
      <pc:sldChg chg="del">
        <pc:chgData name="Deepika Vatsa" userId="f7100972-27fe-4ee6-8fb4-ec9b7931b409" providerId="ADAL" clId="{7DF3CB10-604D-4AF9-A25E-C11426117173}" dt="2022-08-04T09:46:16.771" v="76" actId="47"/>
        <pc:sldMkLst>
          <pc:docMk/>
          <pc:sldMk cId="835221985" sldId="574"/>
        </pc:sldMkLst>
      </pc:sldChg>
      <pc:sldChg chg="modSp add mod">
        <pc:chgData name="Deepika Vatsa" userId="f7100972-27fe-4ee6-8fb4-ec9b7931b409" providerId="ADAL" clId="{7DF3CB10-604D-4AF9-A25E-C11426117173}" dt="2022-08-09T04:36:12.429" v="4283" actId="20577"/>
        <pc:sldMkLst>
          <pc:docMk/>
          <pc:sldMk cId="296850078" sldId="575"/>
        </pc:sldMkLst>
        <pc:spChg chg="mod">
          <ac:chgData name="Deepika Vatsa" userId="f7100972-27fe-4ee6-8fb4-ec9b7931b409" providerId="ADAL" clId="{7DF3CB10-604D-4AF9-A25E-C11426117173}" dt="2022-08-09T04:36:12.429" v="4283" actId="20577"/>
          <ac:spMkLst>
            <pc:docMk/>
            <pc:sldMk cId="296850078" sldId="575"/>
            <ac:spMk id="2" creationId="{6167DC2D-0072-445E-8CB3-E53407061CE7}"/>
          </ac:spMkLst>
        </pc:spChg>
        <pc:spChg chg="mod">
          <ac:chgData name="Deepika Vatsa" userId="f7100972-27fe-4ee6-8fb4-ec9b7931b409" providerId="ADAL" clId="{7DF3CB10-604D-4AF9-A25E-C11426117173}" dt="2022-08-09T04:35:48.519" v="4282" actId="20577"/>
          <ac:spMkLst>
            <pc:docMk/>
            <pc:sldMk cId="296850078" sldId="575"/>
            <ac:spMk id="9" creationId="{FDB2C1D4-0978-4D1B-AF76-F7F076E9E4EB}"/>
          </ac:spMkLst>
        </pc:spChg>
      </pc:sldChg>
      <pc:sldChg chg="del">
        <pc:chgData name="Deepika Vatsa" userId="f7100972-27fe-4ee6-8fb4-ec9b7931b409" providerId="ADAL" clId="{7DF3CB10-604D-4AF9-A25E-C11426117173}" dt="2022-08-04T09:46:16.771" v="76" actId="47"/>
        <pc:sldMkLst>
          <pc:docMk/>
          <pc:sldMk cId="1570742894" sldId="575"/>
        </pc:sldMkLst>
      </pc:sldChg>
      <pc:sldChg chg="addSp delSp modSp add mod modNotesTx">
        <pc:chgData name="Deepika Vatsa" userId="f7100972-27fe-4ee6-8fb4-ec9b7931b409" providerId="ADAL" clId="{7DF3CB10-604D-4AF9-A25E-C11426117173}" dt="2022-08-08T10:36:10.347" v="3762" actId="27636"/>
        <pc:sldMkLst>
          <pc:docMk/>
          <pc:sldMk cId="1530362619" sldId="576"/>
        </pc:sldMkLst>
        <pc:spChg chg="mod">
          <ac:chgData name="Deepika Vatsa" userId="f7100972-27fe-4ee6-8fb4-ec9b7931b409" providerId="ADAL" clId="{7DF3CB10-604D-4AF9-A25E-C11426117173}" dt="2022-08-08T10:36:10.347" v="3762" actId="27636"/>
          <ac:spMkLst>
            <pc:docMk/>
            <pc:sldMk cId="1530362619" sldId="576"/>
            <ac:spMk id="13" creationId="{83474153-1631-4E04-9DFE-9C390854F92F}"/>
          </ac:spMkLst>
        </pc:spChg>
        <pc:picChg chg="del mod">
          <ac:chgData name="Deepika Vatsa" userId="f7100972-27fe-4ee6-8fb4-ec9b7931b409" providerId="ADAL" clId="{7DF3CB10-604D-4AF9-A25E-C11426117173}" dt="2022-08-08T10:35:41.485" v="3716" actId="478"/>
          <ac:picMkLst>
            <pc:docMk/>
            <pc:sldMk cId="1530362619" sldId="576"/>
            <ac:picMk id="5" creationId="{F0E79B2C-F6C3-4453-9990-22A303EAFE7C}"/>
          </ac:picMkLst>
        </pc:picChg>
        <pc:picChg chg="add mod">
          <ac:chgData name="Deepika Vatsa" userId="f7100972-27fe-4ee6-8fb4-ec9b7931b409" providerId="ADAL" clId="{7DF3CB10-604D-4AF9-A25E-C11426117173}" dt="2022-08-08T10:35:42.018" v="3717"/>
          <ac:picMkLst>
            <pc:docMk/>
            <pc:sldMk cId="1530362619" sldId="576"/>
            <ac:picMk id="9" creationId="{8F1C50C3-A4CB-4815-AF13-10D269B0B5DD}"/>
          </ac:picMkLst>
        </pc:picChg>
      </pc:sldChg>
      <pc:sldChg chg="del">
        <pc:chgData name="Deepika Vatsa" userId="f7100972-27fe-4ee6-8fb4-ec9b7931b409" providerId="ADAL" clId="{7DF3CB10-604D-4AF9-A25E-C11426117173}" dt="2022-08-04T09:46:16.771" v="76" actId="47"/>
        <pc:sldMkLst>
          <pc:docMk/>
          <pc:sldMk cId="1837020608" sldId="576"/>
        </pc:sldMkLst>
      </pc:sldChg>
      <pc:sldChg chg="addSp delSp modSp add mod modNotesTx">
        <pc:chgData name="Deepika Vatsa" userId="f7100972-27fe-4ee6-8fb4-ec9b7931b409" providerId="ADAL" clId="{7DF3CB10-604D-4AF9-A25E-C11426117173}" dt="2022-08-09T04:55:20.135" v="5204" actId="1076"/>
        <pc:sldMkLst>
          <pc:docMk/>
          <pc:sldMk cId="2641734005" sldId="577"/>
        </pc:sldMkLst>
        <pc:spChg chg="mod">
          <ac:chgData name="Deepika Vatsa" userId="f7100972-27fe-4ee6-8fb4-ec9b7931b409" providerId="ADAL" clId="{7DF3CB10-604D-4AF9-A25E-C11426117173}" dt="2022-08-09T04:37:27.261" v="4284" actId="20577"/>
          <ac:spMkLst>
            <pc:docMk/>
            <pc:sldMk cId="2641734005" sldId="577"/>
            <ac:spMk id="2" creationId="{6167DC2D-0072-445E-8CB3-E53407061CE7}"/>
          </ac:spMkLst>
        </pc:spChg>
        <pc:spChg chg="mod">
          <ac:chgData name="Deepika Vatsa" userId="f7100972-27fe-4ee6-8fb4-ec9b7931b409" providerId="ADAL" clId="{7DF3CB10-604D-4AF9-A25E-C11426117173}" dt="2022-08-09T04:54:26.224" v="5198" actId="6549"/>
          <ac:spMkLst>
            <pc:docMk/>
            <pc:sldMk cId="2641734005" sldId="577"/>
            <ac:spMk id="9" creationId="{FDB2C1D4-0978-4D1B-AF76-F7F076E9E4EB}"/>
          </ac:spMkLst>
        </pc:spChg>
        <pc:picChg chg="add del mod modCrop">
          <ac:chgData name="Deepika Vatsa" userId="f7100972-27fe-4ee6-8fb4-ec9b7931b409" providerId="ADAL" clId="{7DF3CB10-604D-4AF9-A25E-C11426117173}" dt="2022-08-09T04:54:21.136" v="5197" actId="478"/>
          <ac:picMkLst>
            <pc:docMk/>
            <pc:sldMk cId="2641734005" sldId="577"/>
            <ac:picMk id="4" creationId="{E09EEA40-980F-4385-9D8A-96A4823B7FA0}"/>
          </ac:picMkLst>
        </pc:picChg>
        <pc:picChg chg="add mod modCrop">
          <ac:chgData name="Deepika Vatsa" userId="f7100972-27fe-4ee6-8fb4-ec9b7931b409" providerId="ADAL" clId="{7DF3CB10-604D-4AF9-A25E-C11426117173}" dt="2022-08-09T04:55:20.135" v="5204" actId="1076"/>
          <ac:picMkLst>
            <pc:docMk/>
            <pc:sldMk cId="2641734005" sldId="577"/>
            <ac:picMk id="7" creationId="{80BFCACC-746F-4C36-9BDB-AE268585A9C0}"/>
          </ac:picMkLst>
        </pc:picChg>
      </pc:sldChg>
      <pc:sldChg chg="modSp add mod modNotesTx">
        <pc:chgData name="Deepika Vatsa" userId="f7100972-27fe-4ee6-8fb4-ec9b7931b409" providerId="ADAL" clId="{7DF3CB10-604D-4AF9-A25E-C11426117173}" dt="2022-08-09T04:49:34.358" v="5062" actId="20577"/>
        <pc:sldMkLst>
          <pc:docMk/>
          <pc:sldMk cId="2988424122" sldId="578"/>
        </pc:sldMkLst>
        <pc:spChg chg="mod">
          <ac:chgData name="Deepika Vatsa" userId="f7100972-27fe-4ee6-8fb4-ec9b7931b409" providerId="ADAL" clId="{7DF3CB10-604D-4AF9-A25E-C11426117173}" dt="2022-08-09T04:49:34.358" v="5062" actId="20577"/>
          <ac:spMkLst>
            <pc:docMk/>
            <pc:sldMk cId="2988424122" sldId="578"/>
            <ac:spMk id="9" creationId="{FDB2C1D4-0978-4D1B-AF76-F7F076E9E4EB}"/>
          </ac:spMkLst>
        </pc:spChg>
      </pc:sldChg>
      <pc:sldChg chg="addSp delSp modSp add mod">
        <pc:chgData name="Deepika Vatsa" userId="f7100972-27fe-4ee6-8fb4-ec9b7931b409" providerId="ADAL" clId="{7DF3CB10-604D-4AF9-A25E-C11426117173}" dt="2022-08-09T04:56:38.026" v="5212" actId="1076"/>
        <pc:sldMkLst>
          <pc:docMk/>
          <pc:sldMk cId="3800443747" sldId="579"/>
        </pc:sldMkLst>
        <pc:spChg chg="mod">
          <ac:chgData name="Deepika Vatsa" userId="f7100972-27fe-4ee6-8fb4-ec9b7931b409" providerId="ADAL" clId="{7DF3CB10-604D-4AF9-A25E-C11426117173}" dt="2022-08-09T04:56:33.703" v="5211" actId="6549"/>
          <ac:spMkLst>
            <pc:docMk/>
            <pc:sldMk cId="3800443747" sldId="579"/>
            <ac:spMk id="9" creationId="{FDB2C1D4-0978-4D1B-AF76-F7F076E9E4EB}"/>
          </ac:spMkLst>
        </pc:spChg>
        <pc:picChg chg="del mod">
          <ac:chgData name="Deepika Vatsa" userId="f7100972-27fe-4ee6-8fb4-ec9b7931b409" providerId="ADAL" clId="{7DF3CB10-604D-4AF9-A25E-C11426117173}" dt="2022-08-09T04:55:24.299" v="5205" actId="478"/>
          <ac:picMkLst>
            <pc:docMk/>
            <pc:sldMk cId="3800443747" sldId="579"/>
            <ac:picMk id="4" creationId="{E09EEA40-980F-4385-9D8A-96A4823B7FA0}"/>
          </ac:picMkLst>
        </pc:picChg>
        <pc:picChg chg="add mod modCrop">
          <ac:chgData name="Deepika Vatsa" userId="f7100972-27fe-4ee6-8fb4-ec9b7931b409" providerId="ADAL" clId="{7DF3CB10-604D-4AF9-A25E-C11426117173}" dt="2022-08-09T04:56:38.026" v="5212" actId="1076"/>
          <ac:picMkLst>
            <pc:docMk/>
            <pc:sldMk cId="3800443747" sldId="579"/>
            <ac:picMk id="5" creationId="{81862486-D611-4033-BF1E-8BC2C7F5453C}"/>
          </ac:picMkLst>
        </pc:picChg>
      </pc:sldChg>
      <pc:sldChg chg="delSp modSp add mod modNotesTx">
        <pc:chgData name="Deepika Vatsa" userId="f7100972-27fe-4ee6-8fb4-ec9b7931b409" providerId="ADAL" clId="{7DF3CB10-604D-4AF9-A25E-C11426117173}" dt="2022-08-09T05:00:49.465" v="5549" actId="20577"/>
        <pc:sldMkLst>
          <pc:docMk/>
          <pc:sldMk cId="1721693448" sldId="580"/>
        </pc:sldMkLst>
        <pc:spChg chg="mod">
          <ac:chgData name="Deepika Vatsa" userId="f7100972-27fe-4ee6-8fb4-ec9b7931b409" providerId="ADAL" clId="{7DF3CB10-604D-4AF9-A25E-C11426117173}" dt="2022-08-09T05:00:49.465" v="5549" actId="20577"/>
          <ac:spMkLst>
            <pc:docMk/>
            <pc:sldMk cId="1721693448" sldId="580"/>
            <ac:spMk id="9" creationId="{FDB2C1D4-0978-4D1B-AF76-F7F076E9E4EB}"/>
          </ac:spMkLst>
        </pc:spChg>
        <pc:picChg chg="del">
          <ac:chgData name="Deepika Vatsa" userId="f7100972-27fe-4ee6-8fb4-ec9b7931b409" providerId="ADAL" clId="{7DF3CB10-604D-4AF9-A25E-C11426117173}" dt="2022-08-09T04:57:35.795" v="5215" actId="478"/>
          <ac:picMkLst>
            <pc:docMk/>
            <pc:sldMk cId="1721693448" sldId="580"/>
            <ac:picMk id="5" creationId="{81862486-D611-4033-BF1E-8BC2C7F5453C}"/>
          </ac:picMkLst>
        </pc:picChg>
      </pc:sldChg>
      <pc:sldMasterChg chg="delSldLayout">
        <pc:chgData name="Deepika Vatsa" userId="f7100972-27fe-4ee6-8fb4-ec9b7931b409" providerId="ADAL" clId="{7DF3CB10-604D-4AF9-A25E-C11426117173}" dt="2022-08-04T09:46:16.771" v="76" actId="47"/>
        <pc:sldMasterMkLst>
          <pc:docMk/>
          <pc:sldMasterMk cId="3073119696" sldId="2147483648"/>
        </pc:sldMasterMkLst>
        <pc:sldLayoutChg chg="del">
          <pc:chgData name="Deepika Vatsa" userId="f7100972-27fe-4ee6-8fb4-ec9b7931b409" providerId="ADAL" clId="{7DF3CB10-604D-4AF9-A25E-C11426117173}" dt="2022-08-04T09:46:16.771" v="76" actId="47"/>
          <pc:sldLayoutMkLst>
            <pc:docMk/>
            <pc:sldMasterMk cId="3073119696" sldId="2147483648"/>
            <pc:sldLayoutMk cId="2128605074" sldId="2147483660"/>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804072144" sldId="2147483661"/>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3534519941" sldId="2147483662"/>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607036142" sldId="2147483663"/>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4247484041" sldId="2147483664"/>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640320616" sldId="2147483665"/>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251238540" sldId="2147483666"/>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532045955" sldId="2147483667"/>
          </pc:sldLayoutMkLst>
        </pc:sldLayoutChg>
      </pc:sldMasterChg>
    </pc:docChg>
  </pc:docChgLst>
  <pc:docChgLst>
    <pc:chgData name="Deepika Vatsa" userId="f7100972-27fe-4ee6-8fb4-ec9b7931b409" providerId="ADAL" clId="{E44DFE66-F329-406B-B92A-E2248DFDC9D0}"/>
    <pc:docChg chg="delSld">
      <pc:chgData name="Deepika Vatsa" userId="f7100972-27fe-4ee6-8fb4-ec9b7931b409" providerId="ADAL" clId="{E44DFE66-F329-406B-B92A-E2248DFDC9D0}" dt="2023-02-27T08:44:39.902" v="0" actId="47"/>
      <pc:docMkLst>
        <pc:docMk/>
      </pc:docMkLst>
      <pc:sldChg chg="del">
        <pc:chgData name="Deepika Vatsa" userId="f7100972-27fe-4ee6-8fb4-ec9b7931b409" providerId="ADAL" clId="{E44DFE66-F329-406B-B92A-E2248DFDC9D0}" dt="2023-02-27T08:44:39.902" v="0" actId="47"/>
        <pc:sldMkLst>
          <pc:docMk/>
          <pc:sldMk cId="3962052602" sldId="559"/>
        </pc:sldMkLst>
      </pc:sldChg>
      <pc:sldChg chg="del">
        <pc:chgData name="Deepika Vatsa" userId="f7100972-27fe-4ee6-8fb4-ec9b7931b409" providerId="ADAL" clId="{E44DFE66-F329-406B-B92A-E2248DFDC9D0}" dt="2023-02-27T08:44:39.902" v="0" actId="47"/>
        <pc:sldMkLst>
          <pc:docMk/>
          <pc:sldMk cId="2142725904" sldId="584"/>
        </pc:sldMkLst>
      </pc:sldChg>
      <pc:sldChg chg="del">
        <pc:chgData name="Deepika Vatsa" userId="f7100972-27fe-4ee6-8fb4-ec9b7931b409" providerId="ADAL" clId="{E44DFE66-F329-406B-B92A-E2248DFDC9D0}" dt="2023-02-27T08:44:39.902" v="0" actId="47"/>
        <pc:sldMkLst>
          <pc:docMk/>
          <pc:sldMk cId="4178212524" sldId="594"/>
        </pc:sldMkLst>
      </pc:sldChg>
      <pc:sldChg chg="del">
        <pc:chgData name="Deepika Vatsa" userId="f7100972-27fe-4ee6-8fb4-ec9b7931b409" providerId="ADAL" clId="{E44DFE66-F329-406B-B92A-E2248DFDC9D0}" dt="2023-02-27T08:44:39.902" v="0" actId="47"/>
        <pc:sldMkLst>
          <pc:docMk/>
          <pc:sldMk cId="1734510123" sldId="595"/>
        </pc:sldMkLst>
      </pc:sldChg>
      <pc:sldChg chg="del">
        <pc:chgData name="Deepika Vatsa" userId="f7100972-27fe-4ee6-8fb4-ec9b7931b409" providerId="ADAL" clId="{E44DFE66-F329-406B-B92A-E2248DFDC9D0}" dt="2023-02-27T08:44:39.902" v="0" actId="47"/>
        <pc:sldMkLst>
          <pc:docMk/>
          <pc:sldMk cId="1867896786" sldId="596"/>
        </pc:sldMkLst>
      </pc:sldChg>
      <pc:sldChg chg="del">
        <pc:chgData name="Deepika Vatsa" userId="f7100972-27fe-4ee6-8fb4-ec9b7931b409" providerId="ADAL" clId="{E44DFE66-F329-406B-B92A-E2248DFDC9D0}" dt="2023-02-27T08:44:39.902" v="0" actId="47"/>
        <pc:sldMkLst>
          <pc:docMk/>
          <pc:sldMk cId="3441028822" sldId="597"/>
        </pc:sldMkLst>
      </pc:sldChg>
      <pc:sldChg chg="del">
        <pc:chgData name="Deepika Vatsa" userId="f7100972-27fe-4ee6-8fb4-ec9b7931b409" providerId="ADAL" clId="{E44DFE66-F329-406B-B92A-E2248DFDC9D0}" dt="2023-02-27T08:44:39.902" v="0" actId="47"/>
        <pc:sldMkLst>
          <pc:docMk/>
          <pc:sldMk cId="166715966" sldId="598"/>
        </pc:sldMkLst>
      </pc:sldChg>
      <pc:sldChg chg="del">
        <pc:chgData name="Deepika Vatsa" userId="f7100972-27fe-4ee6-8fb4-ec9b7931b409" providerId="ADAL" clId="{E44DFE66-F329-406B-B92A-E2248DFDC9D0}" dt="2023-02-27T08:44:39.902" v="0" actId="47"/>
        <pc:sldMkLst>
          <pc:docMk/>
          <pc:sldMk cId="3192749011" sldId="599"/>
        </pc:sldMkLst>
      </pc:sldChg>
      <pc:sldChg chg="del">
        <pc:chgData name="Deepika Vatsa" userId="f7100972-27fe-4ee6-8fb4-ec9b7931b409" providerId="ADAL" clId="{E44DFE66-F329-406B-B92A-E2248DFDC9D0}" dt="2023-02-27T08:44:39.902" v="0" actId="47"/>
        <pc:sldMkLst>
          <pc:docMk/>
          <pc:sldMk cId="829392238" sldId="600"/>
        </pc:sldMkLst>
      </pc:sldChg>
      <pc:sldChg chg="del">
        <pc:chgData name="Deepika Vatsa" userId="f7100972-27fe-4ee6-8fb4-ec9b7931b409" providerId="ADAL" clId="{E44DFE66-F329-406B-B92A-E2248DFDC9D0}" dt="2023-02-27T08:44:39.902" v="0" actId="47"/>
        <pc:sldMkLst>
          <pc:docMk/>
          <pc:sldMk cId="573867450" sldId="601"/>
        </pc:sldMkLst>
      </pc:sldChg>
      <pc:sldChg chg="del">
        <pc:chgData name="Deepika Vatsa" userId="f7100972-27fe-4ee6-8fb4-ec9b7931b409" providerId="ADAL" clId="{E44DFE66-F329-406B-B92A-E2248DFDC9D0}" dt="2023-02-27T08:44:39.902" v="0" actId="47"/>
        <pc:sldMkLst>
          <pc:docMk/>
          <pc:sldMk cId="2339495179" sldId="602"/>
        </pc:sldMkLst>
      </pc:sldChg>
      <pc:sldChg chg="del">
        <pc:chgData name="Deepika Vatsa" userId="f7100972-27fe-4ee6-8fb4-ec9b7931b409" providerId="ADAL" clId="{E44DFE66-F329-406B-B92A-E2248DFDC9D0}" dt="2023-02-27T08:44:39.902" v="0" actId="47"/>
        <pc:sldMkLst>
          <pc:docMk/>
          <pc:sldMk cId="4267505518" sldId="603"/>
        </pc:sldMkLst>
      </pc:sldChg>
      <pc:sldChg chg="del">
        <pc:chgData name="Deepika Vatsa" userId="f7100972-27fe-4ee6-8fb4-ec9b7931b409" providerId="ADAL" clId="{E44DFE66-F329-406B-B92A-E2248DFDC9D0}" dt="2023-02-27T08:44:39.902" v="0" actId="47"/>
        <pc:sldMkLst>
          <pc:docMk/>
          <pc:sldMk cId="2585325527" sldId="604"/>
        </pc:sldMkLst>
      </pc:sldChg>
      <pc:sldChg chg="del">
        <pc:chgData name="Deepika Vatsa" userId="f7100972-27fe-4ee6-8fb4-ec9b7931b409" providerId="ADAL" clId="{E44DFE66-F329-406B-B92A-E2248DFDC9D0}" dt="2023-02-27T08:44:39.902" v="0" actId="47"/>
        <pc:sldMkLst>
          <pc:docMk/>
          <pc:sldMk cId="248992767" sldId="620"/>
        </pc:sldMkLst>
      </pc:sldChg>
      <pc:sldChg chg="del">
        <pc:chgData name="Deepika Vatsa" userId="f7100972-27fe-4ee6-8fb4-ec9b7931b409" providerId="ADAL" clId="{E44DFE66-F329-406B-B92A-E2248DFDC9D0}" dt="2023-02-27T08:44:39.902" v="0" actId="47"/>
        <pc:sldMkLst>
          <pc:docMk/>
          <pc:sldMk cId="1702655801" sldId="621"/>
        </pc:sldMkLst>
      </pc:sldChg>
      <pc:sldChg chg="del">
        <pc:chgData name="Deepika Vatsa" userId="f7100972-27fe-4ee6-8fb4-ec9b7931b409" providerId="ADAL" clId="{E44DFE66-F329-406B-B92A-E2248DFDC9D0}" dt="2023-02-27T08:44:39.902" v="0" actId="47"/>
        <pc:sldMkLst>
          <pc:docMk/>
          <pc:sldMk cId="907509912" sldId="622"/>
        </pc:sldMkLst>
      </pc:sldChg>
      <pc:sldChg chg="del">
        <pc:chgData name="Deepika Vatsa" userId="f7100972-27fe-4ee6-8fb4-ec9b7931b409" providerId="ADAL" clId="{E44DFE66-F329-406B-B92A-E2248DFDC9D0}" dt="2023-02-27T08:44:39.902" v="0" actId="47"/>
        <pc:sldMkLst>
          <pc:docMk/>
          <pc:sldMk cId="3272656368" sldId="624"/>
        </pc:sldMkLst>
      </pc:sldChg>
      <pc:sldChg chg="del">
        <pc:chgData name="Deepika Vatsa" userId="f7100972-27fe-4ee6-8fb4-ec9b7931b409" providerId="ADAL" clId="{E44DFE66-F329-406B-B92A-E2248DFDC9D0}" dt="2023-02-27T08:44:39.902" v="0" actId="47"/>
        <pc:sldMkLst>
          <pc:docMk/>
          <pc:sldMk cId="2388679423" sldId="625"/>
        </pc:sldMkLst>
      </pc:sldChg>
      <pc:sldChg chg="del">
        <pc:chgData name="Deepika Vatsa" userId="f7100972-27fe-4ee6-8fb4-ec9b7931b409" providerId="ADAL" clId="{E44DFE66-F329-406B-B92A-E2248DFDC9D0}" dt="2023-02-27T08:44:39.902" v="0" actId="47"/>
        <pc:sldMkLst>
          <pc:docMk/>
          <pc:sldMk cId="1407846560" sldId="626"/>
        </pc:sldMkLst>
      </pc:sldChg>
      <pc:sldMasterChg chg="delSldLayout">
        <pc:chgData name="Deepika Vatsa" userId="f7100972-27fe-4ee6-8fb4-ec9b7931b409" providerId="ADAL" clId="{E44DFE66-F329-406B-B92A-E2248DFDC9D0}" dt="2023-02-27T08:44:39.902" v="0" actId="47"/>
        <pc:sldMasterMkLst>
          <pc:docMk/>
          <pc:sldMasterMk cId="3073119696" sldId="2147483648"/>
        </pc:sldMasterMkLst>
        <pc:sldLayoutChg chg="del">
          <pc:chgData name="Deepika Vatsa" userId="f7100972-27fe-4ee6-8fb4-ec9b7931b409" providerId="ADAL" clId="{E44DFE66-F329-406B-B92A-E2248DFDC9D0}" dt="2023-02-27T08:44:39.902" v="0" actId="47"/>
          <pc:sldLayoutMkLst>
            <pc:docMk/>
            <pc:sldMasterMk cId="3073119696" sldId="2147483648"/>
            <pc:sldLayoutMk cId="3411849254" sldId="2147483668"/>
          </pc:sldLayoutMkLst>
        </pc:sldLayoutChg>
      </pc:sldMasterChg>
    </pc:docChg>
  </pc:docChgLst>
  <pc:docChgLst>
    <pc:chgData name="Deepika Vatsa" userId="f7100972-27fe-4ee6-8fb4-ec9b7931b409" providerId="ADAL" clId="{18AEA20C-BEAA-445F-A420-7499542A0D43}"/>
    <pc:docChg chg="undo redo custSel addSld delSld modSld">
      <pc:chgData name="Deepika Vatsa" userId="f7100972-27fe-4ee6-8fb4-ec9b7931b409" providerId="ADAL" clId="{18AEA20C-BEAA-445F-A420-7499542A0D43}" dt="2022-08-13T12:19:49.501" v="6363" actId="20577"/>
      <pc:docMkLst>
        <pc:docMk/>
      </pc:docMkLst>
      <pc:sldChg chg="modSp mod">
        <pc:chgData name="Deepika Vatsa" userId="f7100972-27fe-4ee6-8fb4-ec9b7931b409" providerId="ADAL" clId="{18AEA20C-BEAA-445F-A420-7499542A0D43}" dt="2022-08-13T12:19:49.501" v="6363" actId="20577"/>
        <pc:sldMkLst>
          <pc:docMk/>
          <pc:sldMk cId="492309654" sldId="256"/>
        </pc:sldMkLst>
        <pc:spChg chg="mod">
          <ac:chgData name="Deepika Vatsa" userId="f7100972-27fe-4ee6-8fb4-ec9b7931b409" providerId="ADAL" clId="{18AEA20C-BEAA-445F-A420-7499542A0D43}" dt="2022-08-13T12:19:49.501" v="6363" actId="20577"/>
          <ac:spMkLst>
            <pc:docMk/>
            <pc:sldMk cId="492309654" sldId="256"/>
            <ac:spMk id="3" creationId="{D11C1709-B620-47DC-9742-B9FB880F0527}"/>
          </ac:spMkLst>
        </pc:spChg>
      </pc:sldChg>
      <pc:sldChg chg="modSp mod">
        <pc:chgData name="Deepika Vatsa" userId="f7100972-27fe-4ee6-8fb4-ec9b7931b409" providerId="ADAL" clId="{18AEA20C-BEAA-445F-A420-7499542A0D43}" dt="2022-08-09T10:34:57.342" v="3644" actId="20577"/>
        <pc:sldMkLst>
          <pc:docMk/>
          <pc:sldMk cId="3472450693" sldId="257"/>
        </pc:sldMkLst>
        <pc:spChg chg="mod">
          <ac:chgData name="Deepika Vatsa" userId="f7100972-27fe-4ee6-8fb4-ec9b7931b409" providerId="ADAL" clId="{18AEA20C-BEAA-445F-A420-7499542A0D43}" dt="2022-08-09T10:34:57.342" v="3644" actId="20577"/>
          <ac:spMkLst>
            <pc:docMk/>
            <pc:sldMk cId="3472450693" sldId="257"/>
            <ac:spMk id="3" creationId="{80E36F94-92C5-49C4-89B0-FDCC3A53501B}"/>
          </ac:spMkLst>
        </pc:spChg>
      </pc:sldChg>
      <pc:sldChg chg="modSp mod">
        <pc:chgData name="Deepika Vatsa" userId="f7100972-27fe-4ee6-8fb4-ec9b7931b409" providerId="ADAL" clId="{18AEA20C-BEAA-445F-A420-7499542A0D43}" dt="2022-08-13T12:15:03.298" v="6334" actId="404"/>
        <pc:sldMkLst>
          <pc:docMk/>
          <pc:sldMk cId="3962052602" sldId="559"/>
        </pc:sldMkLst>
        <pc:spChg chg="mod">
          <ac:chgData name="Deepika Vatsa" userId="f7100972-27fe-4ee6-8fb4-ec9b7931b409" providerId="ADAL" clId="{18AEA20C-BEAA-445F-A420-7499542A0D43}" dt="2022-08-13T12:15:03.298" v="6334" actId="404"/>
          <ac:spMkLst>
            <pc:docMk/>
            <pc:sldMk cId="3962052602" sldId="559"/>
            <ac:spMk id="2" creationId="{D3824733-69A3-4ABC-8F50-20BC8E4873AC}"/>
          </ac:spMkLst>
        </pc:spChg>
        <pc:spChg chg="mod">
          <ac:chgData name="Deepika Vatsa" userId="f7100972-27fe-4ee6-8fb4-ec9b7931b409" providerId="ADAL" clId="{18AEA20C-BEAA-445F-A420-7499542A0D43}" dt="2022-08-13T12:14:53.088" v="6330" actId="20577"/>
          <ac:spMkLst>
            <pc:docMk/>
            <pc:sldMk cId="3962052602" sldId="559"/>
            <ac:spMk id="3" creationId="{03FB8F68-31E1-4B1A-B435-DA5668BAF265}"/>
          </ac:spMkLst>
        </pc:spChg>
      </pc:sldChg>
      <pc:sldChg chg="addSp delSp modSp mod modNotesTx">
        <pc:chgData name="Deepika Vatsa" userId="f7100972-27fe-4ee6-8fb4-ec9b7931b409" providerId="ADAL" clId="{18AEA20C-BEAA-445F-A420-7499542A0D43}" dt="2022-08-09T05:16:52.773" v="1130" actId="20577"/>
        <pc:sldMkLst>
          <pc:docMk/>
          <pc:sldMk cId="4184969250" sldId="560"/>
        </pc:sldMkLst>
        <pc:spChg chg="mod">
          <ac:chgData name="Deepika Vatsa" userId="f7100972-27fe-4ee6-8fb4-ec9b7931b409" providerId="ADAL" clId="{18AEA20C-BEAA-445F-A420-7499542A0D43}" dt="2022-08-09T05:07:40.290" v="192" actId="20577"/>
          <ac:spMkLst>
            <pc:docMk/>
            <pc:sldMk cId="4184969250" sldId="560"/>
            <ac:spMk id="2" creationId="{6167DC2D-0072-445E-8CB3-E53407061CE7}"/>
          </ac:spMkLst>
        </pc:spChg>
        <pc:spChg chg="add del mod">
          <ac:chgData name="Deepika Vatsa" userId="f7100972-27fe-4ee6-8fb4-ec9b7931b409" providerId="ADAL" clId="{18AEA20C-BEAA-445F-A420-7499542A0D43}" dt="2022-08-09T05:09:07.297" v="259" actId="478"/>
          <ac:spMkLst>
            <pc:docMk/>
            <pc:sldMk cId="4184969250" sldId="560"/>
            <ac:spMk id="4" creationId="{6E4E6CCF-E14E-417B-9C04-C29E5EEED8D4}"/>
          </ac:spMkLst>
        </pc:spChg>
        <pc:spChg chg="mod">
          <ac:chgData name="Deepika Vatsa" userId="f7100972-27fe-4ee6-8fb4-ec9b7931b409" providerId="ADAL" clId="{18AEA20C-BEAA-445F-A420-7499542A0D43}" dt="2022-08-09T05:09:09.843" v="260" actId="5793"/>
          <ac:spMkLst>
            <pc:docMk/>
            <pc:sldMk cId="4184969250" sldId="560"/>
            <ac:spMk id="6" creationId="{98E0FE6E-8F22-4B9F-9E9F-E2B694DC96D4}"/>
          </ac:spMkLst>
        </pc:spChg>
        <pc:picChg chg="del">
          <ac:chgData name="Deepika Vatsa" userId="f7100972-27fe-4ee6-8fb4-ec9b7931b409" providerId="ADAL" clId="{18AEA20C-BEAA-445F-A420-7499542A0D43}" dt="2022-08-09T05:08:27.595" v="251" actId="478"/>
          <ac:picMkLst>
            <pc:docMk/>
            <pc:sldMk cId="4184969250" sldId="560"/>
            <ac:picMk id="5" creationId="{D79DD659-0D69-439F-8DFB-E316F68747FE}"/>
          </ac:picMkLst>
        </pc:picChg>
        <pc:picChg chg="add mod modCrop">
          <ac:chgData name="Deepika Vatsa" userId="f7100972-27fe-4ee6-8fb4-ec9b7931b409" providerId="ADAL" clId="{18AEA20C-BEAA-445F-A420-7499542A0D43}" dt="2022-08-09T05:08:55.149" v="257" actId="1076"/>
          <ac:picMkLst>
            <pc:docMk/>
            <pc:sldMk cId="4184969250" sldId="560"/>
            <ac:picMk id="8" creationId="{DFE7DFCE-8DE5-4ACA-8112-DF2E5EE032CE}"/>
          </ac:picMkLst>
        </pc:picChg>
      </pc:sldChg>
      <pc:sldChg chg="addSp delSp modSp mod modNotesTx">
        <pc:chgData name="Deepika Vatsa" userId="f7100972-27fe-4ee6-8fb4-ec9b7931b409" providerId="ADAL" clId="{18AEA20C-BEAA-445F-A420-7499542A0D43}" dt="2022-08-09T10:29:09.375" v="3483" actId="20577"/>
        <pc:sldMkLst>
          <pc:docMk/>
          <pc:sldMk cId="1127720626" sldId="561"/>
        </pc:sldMkLst>
        <pc:spChg chg="mod">
          <ac:chgData name="Deepika Vatsa" userId="f7100972-27fe-4ee6-8fb4-ec9b7931b409" providerId="ADAL" clId="{18AEA20C-BEAA-445F-A420-7499542A0D43}" dt="2022-08-09T06:53:31.267" v="3074" actId="20577"/>
          <ac:spMkLst>
            <pc:docMk/>
            <pc:sldMk cId="1127720626" sldId="561"/>
            <ac:spMk id="2" creationId="{6167DC2D-0072-445E-8CB3-E53407061CE7}"/>
          </ac:spMkLst>
        </pc:spChg>
        <pc:spChg chg="add mod">
          <ac:chgData name="Deepika Vatsa" userId="f7100972-27fe-4ee6-8fb4-ec9b7931b409" providerId="ADAL" clId="{18AEA20C-BEAA-445F-A420-7499542A0D43}" dt="2022-08-09T10:29:09.375" v="3483" actId="20577"/>
          <ac:spMkLst>
            <pc:docMk/>
            <pc:sldMk cId="1127720626" sldId="561"/>
            <ac:spMk id="9" creationId="{55A5BFD8-4962-4C89-86F0-4A582AD35F41}"/>
          </ac:spMkLst>
        </pc:spChg>
        <pc:picChg chg="del">
          <ac:chgData name="Deepika Vatsa" userId="f7100972-27fe-4ee6-8fb4-ec9b7931b409" providerId="ADAL" clId="{18AEA20C-BEAA-445F-A420-7499542A0D43}" dt="2022-08-09T05:17:24.679" v="1151" actId="478"/>
          <ac:picMkLst>
            <pc:docMk/>
            <pc:sldMk cId="1127720626" sldId="561"/>
            <ac:picMk id="10" creationId="{01814F26-28FF-4083-AF5E-9A822C2993DA}"/>
          </ac:picMkLst>
        </pc:picChg>
      </pc:sldChg>
      <pc:sldChg chg="del">
        <pc:chgData name="Deepika Vatsa" userId="f7100972-27fe-4ee6-8fb4-ec9b7931b409" providerId="ADAL" clId="{18AEA20C-BEAA-445F-A420-7499542A0D43}" dt="2022-08-09T05:58:25.624" v="2957" actId="47"/>
        <pc:sldMkLst>
          <pc:docMk/>
          <pc:sldMk cId="1425229445" sldId="562"/>
        </pc:sldMkLst>
      </pc:sldChg>
      <pc:sldChg chg="del">
        <pc:chgData name="Deepika Vatsa" userId="f7100972-27fe-4ee6-8fb4-ec9b7931b409" providerId="ADAL" clId="{18AEA20C-BEAA-445F-A420-7499542A0D43}" dt="2022-08-09T05:58:25.624" v="2957" actId="47"/>
        <pc:sldMkLst>
          <pc:docMk/>
          <pc:sldMk cId="2638973260" sldId="563"/>
        </pc:sldMkLst>
      </pc:sldChg>
      <pc:sldChg chg="del">
        <pc:chgData name="Deepika Vatsa" userId="f7100972-27fe-4ee6-8fb4-ec9b7931b409" providerId="ADAL" clId="{18AEA20C-BEAA-445F-A420-7499542A0D43}" dt="2022-08-09T05:58:25.624" v="2957" actId="47"/>
        <pc:sldMkLst>
          <pc:docMk/>
          <pc:sldMk cId="3588827055" sldId="564"/>
        </pc:sldMkLst>
      </pc:sldChg>
      <pc:sldChg chg="del">
        <pc:chgData name="Deepika Vatsa" userId="f7100972-27fe-4ee6-8fb4-ec9b7931b409" providerId="ADAL" clId="{18AEA20C-BEAA-445F-A420-7499542A0D43}" dt="2022-08-09T05:58:25.624" v="2957" actId="47"/>
        <pc:sldMkLst>
          <pc:docMk/>
          <pc:sldMk cId="2324140379" sldId="565"/>
        </pc:sldMkLst>
      </pc:sldChg>
      <pc:sldChg chg="del">
        <pc:chgData name="Deepika Vatsa" userId="f7100972-27fe-4ee6-8fb4-ec9b7931b409" providerId="ADAL" clId="{18AEA20C-BEAA-445F-A420-7499542A0D43}" dt="2022-08-09T05:58:25.624" v="2957" actId="47"/>
        <pc:sldMkLst>
          <pc:docMk/>
          <pc:sldMk cId="1491287628" sldId="566"/>
        </pc:sldMkLst>
      </pc:sldChg>
      <pc:sldChg chg="del">
        <pc:chgData name="Deepika Vatsa" userId="f7100972-27fe-4ee6-8fb4-ec9b7931b409" providerId="ADAL" clId="{18AEA20C-BEAA-445F-A420-7499542A0D43}" dt="2022-08-09T05:58:25.624" v="2957" actId="47"/>
        <pc:sldMkLst>
          <pc:docMk/>
          <pc:sldMk cId="382883145" sldId="567"/>
        </pc:sldMkLst>
      </pc:sldChg>
      <pc:sldChg chg="del">
        <pc:chgData name="Deepika Vatsa" userId="f7100972-27fe-4ee6-8fb4-ec9b7931b409" providerId="ADAL" clId="{18AEA20C-BEAA-445F-A420-7499542A0D43}" dt="2022-08-09T05:58:25.624" v="2957" actId="47"/>
        <pc:sldMkLst>
          <pc:docMk/>
          <pc:sldMk cId="3914029419" sldId="568"/>
        </pc:sldMkLst>
      </pc:sldChg>
      <pc:sldChg chg="del">
        <pc:chgData name="Deepika Vatsa" userId="f7100972-27fe-4ee6-8fb4-ec9b7931b409" providerId="ADAL" clId="{18AEA20C-BEAA-445F-A420-7499542A0D43}" dt="2022-08-09T05:58:25.624" v="2957" actId="47"/>
        <pc:sldMkLst>
          <pc:docMk/>
          <pc:sldMk cId="2950905892" sldId="570"/>
        </pc:sldMkLst>
      </pc:sldChg>
      <pc:sldChg chg="del">
        <pc:chgData name="Deepika Vatsa" userId="f7100972-27fe-4ee6-8fb4-ec9b7931b409" providerId="ADAL" clId="{18AEA20C-BEAA-445F-A420-7499542A0D43}" dt="2022-08-09T05:58:25.624" v="2957" actId="47"/>
        <pc:sldMkLst>
          <pc:docMk/>
          <pc:sldMk cId="3918142659" sldId="571"/>
        </pc:sldMkLst>
      </pc:sldChg>
      <pc:sldChg chg="del">
        <pc:chgData name="Deepika Vatsa" userId="f7100972-27fe-4ee6-8fb4-ec9b7931b409" providerId="ADAL" clId="{18AEA20C-BEAA-445F-A420-7499542A0D43}" dt="2022-08-09T05:58:25.624" v="2957" actId="47"/>
        <pc:sldMkLst>
          <pc:docMk/>
          <pc:sldMk cId="2848741207" sldId="572"/>
        </pc:sldMkLst>
      </pc:sldChg>
      <pc:sldChg chg="del">
        <pc:chgData name="Deepika Vatsa" userId="f7100972-27fe-4ee6-8fb4-ec9b7931b409" providerId="ADAL" clId="{18AEA20C-BEAA-445F-A420-7499542A0D43}" dt="2022-08-09T05:58:25.624" v="2957" actId="47"/>
        <pc:sldMkLst>
          <pc:docMk/>
          <pc:sldMk cId="1559947821" sldId="573"/>
        </pc:sldMkLst>
      </pc:sldChg>
      <pc:sldChg chg="del">
        <pc:chgData name="Deepika Vatsa" userId="f7100972-27fe-4ee6-8fb4-ec9b7931b409" providerId="ADAL" clId="{18AEA20C-BEAA-445F-A420-7499542A0D43}" dt="2022-08-09T05:58:25.624" v="2957" actId="47"/>
        <pc:sldMkLst>
          <pc:docMk/>
          <pc:sldMk cId="167990248" sldId="574"/>
        </pc:sldMkLst>
      </pc:sldChg>
      <pc:sldChg chg="del">
        <pc:chgData name="Deepika Vatsa" userId="f7100972-27fe-4ee6-8fb4-ec9b7931b409" providerId="ADAL" clId="{18AEA20C-BEAA-445F-A420-7499542A0D43}" dt="2022-08-09T05:58:25.624" v="2957" actId="47"/>
        <pc:sldMkLst>
          <pc:docMk/>
          <pc:sldMk cId="296850078" sldId="575"/>
        </pc:sldMkLst>
      </pc:sldChg>
      <pc:sldChg chg="del">
        <pc:chgData name="Deepika Vatsa" userId="f7100972-27fe-4ee6-8fb4-ec9b7931b409" providerId="ADAL" clId="{18AEA20C-BEAA-445F-A420-7499542A0D43}" dt="2022-08-09T05:58:25.624" v="2957" actId="47"/>
        <pc:sldMkLst>
          <pc:docMk/>
          <pc:sldMk cId="1530362619" sldId="576"/>
        </pc:sldMkLst>
      </pc:sldChg>
      <pc:sldChg chg="del">
        <pc:chgData name="Deepika Vatsa" userId="f7100972-27fe-4ee6-8fb4-ec9b7931b409" providerId="ADAL" clId="{18AEA20C-BEAA-445F-A420-7499542A0D43}" dt="2022-08-09T05:58:25.624" v="2957" actId="47"/>
        <pc:sldMkLst>
          <pc:docMk/>
          <pc:sldMk cId="2641734005" sldId="577"/>
        </pc:sldMkLst>
      </pc:sldChg>
      <pc:sldChg chg="del">
        <pc:chgData name="Deepika Vatsa" userId="f7100972-27fe-4ee6-8fb4-ec9b7931b409" providerId="ADAL" clId="{18AEA20C-BEAA-445F-A420-7499542A0D43}" dt="2022-08-09T05:58:25.624" v="2957" actId="47"/>
        <pc:sldMkLst>
          <pc:docMk/>
          <pc:sldMk cId="2988424122" sldId="578"/>
        </pc:sldMkLst>
      </pc:sldChg>
      <pc:sldChg chg="del">
        <pc:chgData name="Deepika Vatsa" userId="f7100972-27fe-4ee6-8fb4-ec9b7931b409" providerId="ADAL" clId="{18AEA20C-BEAA-445F-A420-7499542A0D43}" dt="2022-08-09T05:58:25.624" v="2957" actId="47"/>
        <pc:sldMkLst>
          <pc:docMk/>
          <pc:sldMk cId="3800443747" sldId="579"/>
        </pc:sldMkLst>
      </pc:sldChg>
      <pc:sldChg chg="del">
        <pc:chgData name="Deepika Vatsa" userId="f7100972-27fe-4ee6-8fb4-ec9b7931b409" providerId="ADAL" clId="{18AEA20C-BEAA-445F-A420-7499542A0D43}" dt="2022-08-09T05:58:25.624" v="2957" actId="47"/>
        <pc:sldMkLst>
          <pc:docMk/>
          <pc:sldMk cId="1721693448" sldId="580"/>
        </pc:sldMkLst>
      </pc:sldChg>
      <pc:sldChg chg="add del">
        <pc:chgData name="Deepika Vatsa" userId="f7100972-27fe-4ee6-8fb4-ec9b7931b409" providerId="ADAL" clId="{18AEA20C-BEAA-445F-A420-7499542A0D43}" dt="2022-08-09T05:17:13.561" v="1132" actId="2890"/>
        <pc:sldMkLst>
          <pc:docMk/>
          <pc:sldMk cId="854580351" sldId="581"/>
        </pc:sldMkLst>
      </pc:sldChg>
      <pc:sldChg chg="addSp modSp add mod modNotesTx">
        <pc:chgData name="Deepika Vatsa" userId="f7100972-27fe-4ee6-8fb4-ec9b7931b409" providerId="ADAL" clId="{18AEA20C-BEAA-445F-A420-7499542A0D43}" dt="2022-08-09T05:33:58.021" v="1759" actId="1076"/>
        <pc:sldMkLst>
          <pc:docMk/>
          <pc:sldMk cId="4266152413" sldId="581"/>
        </pc:sldMkLst>
        <pc:spChg chg="mod">
          <ac:chgData name="Deepika Vatsa" userId="f7100972-27fe-4ee6-8fb4-ec9b7931b409" providerId="ADAL" clId="{18AEA20C-BEAA-445F-A420-7499542A0D43}" dt="2022-08-09T05:28:59.092" v="1394" actId="20577"/>
          <ac:spMkLst>
            <pc:docMk/>
            <pc:sldMk cId="4266152413" sldId="581"/>
            <ac:spMk id="2" creationId="{6167DC2D-0072-445E-8CB3-E53407061CE7}"/>
          </ac:spMkLst>
        </pc:spChg>
        <pc:spChg chg="mod">
          <ac:chgData name="Deepika Vatsa" userId="f7100972-27fe-4ee6-8fb4-ec9b7931b409" providerId="ADAL" clId="{18AEA20C-BEAA-445F-A420-7499542A0D43}" dt="2022-08-09T05:33:52.843" v="1758" actId="21"/>
          <ac:spMkLst>
            <pc:docMk/>
            <pc:sldMk cId="4266152413" sldId="581"/>
            <ac:spMk id="9" creationId="{55A5BFD8-4962-4C89-86F0-4A582AD35F41}"/>
          </ac:spMkLst>
        </pc:spChg>
        <pc:picChg chg="add mod modCrop">
          <ac:chgData name="Deepika Vatsa" userId="f7100972-27fe-4ee6-8fb4-ec9b7931b409" providerId="ADAL" clId="{18AEA20C-BEAA-445F-A420-7499542A0D43}" dt="2022-08-09T05:33:58.021" v="1759" actId="1076"/>
          <ac:picMkLst>
            <pc:docMk/>
            <pc:sldMk cId="4266152413" sldId="581"/>
            <ac:picMk id="4" creationId="{91EEECDA-1D61-4EBB-8842-01E837FB89F1}"/>
          </ac:picMkLst>
        </pc:picChg>
      </pc:sldChg>
      <pc:sldChg chg="addSp delSp modSp add mod modNotesTx">
        <pc:chgData name="Deepika Vatsa" userId="f7100972-27fe-4ee6-8fb4-ec9b7931b409" providerId="ADAL" clId="{18AEA20C-BEAA-445F-A420-7499542A0D43}" dt="2022-08-09T06:01:51.357" v="2982" actId="1076"/>
        <pc:sldMkLst>
          <pc:docMk/>
          <pc:sldMk cId="3109505439" sldId="582"/>
        </pc:sldMkLst>
        <pc:spChg chg="mod">
          <ac:chgData name="Deepika Vatsa" userId="f7100972-27fe-4ee6-8fb4-ec9b7931b409" providerId="ADAL" clId="{18AEA20C-BEAA-445F-A420-7499542A0D43}" dt="2022-08-09T05:36:22.819" v="1805" actId="6549"/>
          <ac:spMkLst>
            <pc:docMk/>
            <pc:sldMk cId="3109505439" sldId="582"/>
            <ac:spMk id="9" creationId="{55A5BFD8-4962-4C89-86F0-4A582AD35F41}"/>
          </ac:spMkLst>
        </pc:spChg>
        <pc:picChg chg="del">
          <ac:chgData name="Deepika Vatsa" userId="f7100972-27fe-4ee6-8fb4-ec9b7931b409" providerId="ADAL" clId="{18AEA20C-BEAA-445F-A420-7499542A0D43}" dt="2022-08-09T05:34:05.990" v="1762" actId="478"/>
          <ac:picMkLst>
            <pc:docMk/>
            <pc:sldMk cId="3109505439" sldId="582"/>
            <ac:picMk id="4" creationId="{91EEECDA-1D61-4EBB-8842-01E837FB89F1}"/>
          </ac:picMkLst>
        </pc:picChg>
        <pc:picChg chg="add mod modCrop">
          <ac:chgData name="Deepika Vatsa" userId="f7100972-27fe-4ee6-8fb4-ec9b7931b409" providerId="ADAL" clId="{18AEA20C-BEAA-445F-A420-7499542A0D43}" dt="2022-08-09T06:01:51.357" v="2982" actId="1076"/>
          <ac:picMkLst>
            <pc:docMk/>
            <pc:sldMk cId="3109505439" sldId="582"/>
            <ac:picMk id="5" creationId="{7C2DA91B-1EFF-45D4-AA81-8DD42B6DEAFC}"/>
          </ac:picMkLst>
        </pc:picChg>
        <pc:picChg chg="add del mod modCrop">
          <ac:chgData name="Deepika Vatsa" userId="f7100972-27fe-4ee6-8fb4-ec9b7931b409" providerId="ADAL" clId="{18AEA20C-BEAA-445F-A420-7499542A0D43}" dt="2022-08-09T06:01:46.841" v="2981" actId="478"/>
          <ac:picMkLst>
            <pc:docMk/>
            <pc:sldMk cId="3109505439" sldId="582"/>
            <ac:picMk id="8" creationId="{60A5C98E-2DCB-4A57-AC25-7403C64CB1FE}"/>
          </ac:picMkLst>
        </pc:picChg>
      </pc:sldChg>
      <pc:sldChg chg="addSp delSp modSp add mod modNotesTx">
        <pc:chgData name="Deepika Vatsa" userId="f7100972-27fe-4ee6-8fb4-ec9b7931b409" providerId="ADAL" clId="{18AEA20C-BEAA-445F-A420-7499542A0D43}" dt="2022-08-09T06:03:52.032" v="2995" actId="1076"/>
        <pc:sldMkLst>
          <pc:docMk/>
          <pc:sldMk cId="2722501262" sldId="583"/>
        </pc:sldMkLst>
        <pc:spChg chg="mod">
          <ac:chgData name="Deepika Vatsa" userId="f7100972-27fe-4ee6-8fb4-ec9b7931b409" providerId="ADAL" clId="{18AEA20C-BEAA-445F-A420-7499542A0D43}" dt="2022-08-09T05:37:32.279" v="1936" actId="20577"/>
          <ac:spMkLst>
            <pc:docMk/>
            <pc:sldMk cId="2722501262" sldId="583"/>
            <ac:spMk id="2" creationId="{6167DC2D-0072-445E-8CB3-E53407061CE7}"/>
          </ac:spMkLst>
        </pc:spChg>
        <pc:spChg chg="del mod">
          <ac:chgData name="Deepika Vatsa" userId="f7100972-27fe-4ee6-8fb4-ec9b7931b409" providerId="ADAL" clId="{18AEA20C-BEAA-445F-A420-7499542A0D43}" dt="2022-08-09T05:55:27.533" v="2760" actId="478"/>
          <ac:spMkLst>
            <pc:docMk/>
            <pc:sldMk cId="2722501262" sldId="583"/>
            <ac:spMk id="9" creationId="{55A5BFD8-4962-4C89-86F0-4A582AD35F41}"/>
          </ac:spMkLst>
        </pc:spChg>
        <pc:spChg chg="add mod">
          <ac:chgData name="Deepika Vatsa" userId="f7100972-27fe-4ee6-8fb4-ec9b7931b409" providerId="ADAL" clId="{18AEA20C-BEAA-445F-A420-7499542A0D43}" dt="2022-08-09T05:38:39.257" v="2043" actId="20577"/>
          <ac:spMkLst>
            <pc:docMk/>
            <pc:sldMk cId="2722501262" sldId="583"/>
            <ac:spMk id="11" creationId="{9F5D1653-CA60-43A9-B8A2-156757479F5A}"/>
          </ac:spMkLst>
        </pc:spChg>
        <pc:picChg chg="add del mod modCrop">
          <ac:chgData name="Deepika Vatsa" userId="f7100972-27fe-4ee6-8fb4-ec9b7931b409" providerId="ADAL" clId="{18AEA20C-BEAA-445F-A420-7499542A0D43}" dt="2022-08-09T05:54:58.350" v="2754" actId="478"/>
          <ac:picMkLst>
            <pc:docMk/>
            <pc:sldMk cId="2722501262" sldId="583"/>
            <ac:picMk id="4" creationId="{BB562E27-5254-4178-BD82-F1012FF27FC6}"/>
          </ac:picMkLst>
        </pc:picChg>
        <pc:picChg chg="del">
          <ac:chgData name="Deepika Vatsa" userId="f7100972-27fe-4ee6-8fb4-ec9b7931b409" providerId="ADAL" clId="{18AEA20C-BEAA-445F-A420-7499542A0D43}" dt="2022-08-09T05:37:35.870" v="1937" actId="478"/>
          <ac:picMkLst>
            <pc:docMk/>
            <pc:sldMk cId="2722501262" sldId="583"/>
            <ac:picMk id="5" creationId="{7C2DA91B-1EFF-45D4-AA81-8DD42B6DEAFC}"/>
          </ac:picMkLst>
        </pc:picChg>
        <pc:picChg chg="del">
          <ac:chgData name="Deepika Vatsa" userId="f7100972-27fe-4ee6-8fb4-ec9b7931b409" providerId="ADAL" clId="{18AEA20C-BEAA-445F-A420-7499542A0D43}" dt="2022-08-09T05:37:35.870" v="1937" actId="478"/>
          <ac:picMkLst>
            <pc:docMk/>
            <pc:sldMk cId="2722501262" sldId="583"/>
            <ac:picMk id="8" creationId="{60A5C98E-2DCB-4A57-AC25-7403C64CB1FE}"/>
          </ac:picMkLst>
        </pc:picChg>
        <pc:picChg chg="add del mod modCrop">
          <ac:chgData name="Deepika Vatsa" userId="f7100972-27fe-4ee6-8fb4-ec9b7931b409" providerId="ADAL" clId="{18AEA20C-BEAA-445F-A420-7499542A0D43}" dt="2022-08-09T06:02:28.187" v="2984" actId="478"/>
          <ac:picMkLst>
            <pc:docMk/>
            <pc:sldMk cId="2722501262" sldId="583"/>
            <ac:picMk id="10" creationId="{B0866FBD-F951-4829-9956-0F28839A1160}"/>
          </ac:picMkLst>
        </pc:picChg>
        <pc:picChg chg="add mod modCrop">
          <ac:chgData name="Deepika Vatsa" userId="f7100972-27fe-4ee6-8fb4-ec9b7931b409" providerId="ADAL" clId="{18AEA20C-BEAA-445F-A420-7499542A0D43}" dt="2022-08-09T06:03:52.032" v="2995" actId="1076"/>
          <ac:picMkLst>
            <pc:docMk/>
            <pc:sldMk cId="2722501262" sldId="583"/>
            <ac:picMk id="13" creationId="{A27E30B4-4B2C-440A-8755-A201E687B108}"/>
          </ac:picMkLst>
        </pc:picChg>
      </pc:sldChg>
      <pc:sldChg chg="addSp delSp modSp add mod modNotesTx">
        <pc:chgData name="Deepika Vatsa" userId="f7100972-27fe-4ee6-8fb4-ec9b7931b409" providerId="ADAL" clId="{18AEA20C-BEAA-445F-A420-7499542A0D43}" dt="2022-08-10T05:40:34.715" v="6212" actId="1076"/>
        <pc:sldMkLst>
          <pc:docMk/>
          <pc:sldMk cId="2142725904" sldId="584"/>
        </pc:sldMkLst>
        <pc:spChg chg="mod">
          <ac:chgData name="Deepika Vatsa" userId="f7100972-27fe-4ee6-8fb4-ec9b7931b409" providerId="ADAL" clId="{18AEA20C-BEAA-445F-A420-7499542A0D43}" dt="2022-08-09T05:56:28.668" v="2768" actId="20577"/>
          <ac:spMkLst>
            <pc:docMk/>
            <pc:sldMk cId="2142725904" sldId="584"/>
            <ac:spMk id="2" creationId="{6167DC2D-0072-445E-8CB3-E53407061CE7}"/>
          </ac:spMkLst>
        </pc:spChg>
        <pc:spChg chg="add mod">
          <ac:chgData name="Deepika Vatsa" userId="f7100972-27fe-4ee6-8fb4-ec9b7931b409" providerId="ADAL" clId="{18AEA20C-BEAA-445F-A420-7499542A0D43}" dt="2022-08-09T05:57:18.273" v="2783" actId="20577"/>
          <ac:spMkLst>
            <pc:docMk/>
            <pc:sldMk cId="2142725904" sldId="584"/>
            <ac:spMk id="3" creationId="{00E19117-BCAB-4527-9C32-ED111B23F178}"/>
          </ac:spMkLst>
        </pc:spChg>
        <pc:spChg chg="del mod">
          <ac:chgData name="Deepika Vatsa" userId="f7100972-27fe-4ee6-8fb4-ec9b7931b409" providerId="ADAL" clId="{18AEA20C-BEAA-445F-A420-7499542A0D43}" dt="2022-08-09T05:59:28.700" v="2966" actId="478"/>
          <ac:spMkLst>
            <pc:docMk/>
            <pc:sldMk cId="2142725904" sldId="584"/>
            <ac:spMk id="11" creationId="{9F5D1653-CA60-43A9-B8A2-156757479F5A}"/>
          </ac:spMkLst>
        </pc:spChg>
        <pc:spChg chg="add mod">
          <ac:chgData name="Deepika Vatsa" userId="f7100972-27fe-4ee6-8fb4-ec9b7931b409" providerId="ADAL" clId="{18AEA20C-BEAA-445F-A420-7499542A0D43}" dt="2022-08-10T05:40:29.521" v="6211" actId="1076"/>
          <ac:spMkLst>
            <pc:docMk/>
            <pc:sldMk cId="2142725904" sldId="584"/>
            <ac:spMk id="12" creationId="{96F74A69-DF63-4903-B517-88476B4C3420}"/>
          </ac:spMkLst>
        </pc:spChg>
        <pc:spChg chg="add mod">
          <ac:chgData name="Deepika Vatsa" userId="f7100972-27fe-4ee6-8fb4-ec9b7931b409" providerId="ADAL" clId="{18AEA20C-BEAA-445F-A420-7499542A0D43}" dt="2022-08-10T05:40:15.108" v="6207" actId="1076"/>
          <ac:spMkLst>
            <pc:docMk/>
            <pc:sldMk cId="2142725904" sldId="584"/>
            <ac:spMk id="13" creationId="{43AF77B1-ABD0-43F8-8FEF-77B21989A747}"/>
          </ac:spMkLst>
        </pc:spChg>
        <pc:picChg chg="del">
          <ac:chgData name="Deepika Vatsa" userId="f7100972-27fe-4ee6-8fb4-ec9b7931b409" providerId="ADAL" clId="{18AEA20C-BEAA-445F-A420-7499542A0D43}" dt="2022-08-09T05:56:30.569" v="2769" actId="478"/>
          <ac:picMkLst>
            <pc:docMk/>
            <pc:sldMk cId="2142725904" sldId="584"/>
            <ac:picMk id="10" creationId="{B0866FBD-F951-4829-9956-0F28839A1160}"/>
          </ac:picMkLst>
        </pc:picChg>
        <pc:picChg chg="add mod modCrop">
          <ac:chgData name="Deepika Vatsa" userId="f7100972-27fe-4ee6-8fb4-ec9b7931b409" providerId="ADAL" clId="{18AEA20C-BEAA-445F-A420-7499542A0D43}" dt="2022-08-09T05:58:52.391" v="2962" actId="1076"/>
          <ac:picMkLst>
            <pc:docMk/>
            <pc:sldMk cId="2142725904" sldId="584"/>
            <ac:picMk id="14" creationId="{5B6DE97F-AE13-4566-B788-0C242F45B6FE}"/>
          </ac:picMkLst>
        </pc:picChg>
        <pc:picChg chg="add mod">
          <ac:chgData name="Deepika Vatsa" userId="f7100972-27fe-4ee6-8fb4-ec9b7931b409" providerId="ADAL" clId="{18AEA20C-BEAA-445F-A420-7499542A0D43}" dt="2022-08-10T05:40:04.468" v="6203" actId="1076"/>
          <ac:picMkLst>
            <pc:docMk/>
            <pc:sldMk cId="2142725904" sldId="584"/>
            <ac:picMk id="16" creationId="{6C240AD0-E74A-4794-AD9B-3D7B20ED838E}"/>
          </ac:picMkLst>
        </pc:picChg>
        <pc:picChg chg="add mod modCrop">
          <ac:chgData name="Deepika Vatsa" userId="f7100972-27fe-4ee6-8fb4-ec9b7931b409" providerId="ADAL" clId="{18AEA20C-BEAA-445F-A420-7499542A0D43}" dt="2022-08-10T05:40:34.715" v="6212" actId="1076"/>
          <ac:picMkLst>
            <pc:docMk/>
            <pc:sldMk cId="2142725904" sldId="584"/>
            <ac:picMk id="18" creationId="{7FF919E1-3F23-4CC5-A407-0C569E0EBFBD}"/>
          </ac:picMkLst>
        </pc:picChg>
        <pc:picChg chg="add mod">
          <ac:chgData name="Deepika Vatsa" userId="f7100972-27fe-4ee6-8fb4-ec9b7931b409" providerId="ADAL" clId="{18AEA20C-BEAA-445F-A420-7499542A0D43}" dt="2022-08-10T05:40:24.625" v="6209" actId="1076"/>
          <ac:picMkLst>
            <pc:docMk/>
            <pc:sldMk cId="2142725904" sldId="584"/>
            <ac:picMk id="20" creationId="{4252B299-8687-4623-811E-DCF415577EB3}"/>
          </ac:picMkLst>
        </pc:picChg>
      </pc:sldChg>
      <pc:sldChg chg="delSp modSp add mod">
        <pc:chgData name="Deepika Vatsa" userId="f7100972-27fe-4ee6-8fb4-ec9b7931b409" providerId="ADAL" clId="{18AEA20C-BEAA-445F-A420-7499542A0D43}" dt="2022-08-09T06:01:43.499" v="2980" actId="1076"/>
        <pc:sldMkLst>
          <pc:docMk/>
          <pc:sldMk cId="3681918962" sldId="585"/>
        </pc:sldMkLst>
        <pc:picChg chg="del">
          <ac:chgData name="Deepika Vatsa" userId="f7100972-27fe-4ee6-8fb4-ec9b7931b409" providerId="ADAL" clId="{18AEA20C-BEAA-445F-A420-7499542A0D43}" dt="2022-08-09T06:01:34.783" v="2979" actId="478"/>
          <ac:picMkLst>
            <pc:docMk/>
            <pc:sldMk cId="3681918962" sldId="585"/>
            <ac:picMk id="5" creationId="{7C2DA91B-1EFF-45D4-AA81-8DD42B6DEAFC}"/>
          </ac:picMkLst>
        </pc:picChg>
        <pc:picChg chg="mod">
          <ac:chgData name="Deepika Vatsa" userId="f7100972-27fe-4ee6-8fb4-ec9b7931b409" providerId="ADAL" clId="{18AEA20C-BEAA-445F-A420-7499542A0D43}" dt="2022-08-09T06:01:43.499" v="2980" actId="1076"/>
          <ac:picMkLst>
            <pc:docMk/>
            <pc:sldMk cId="3681918962" sldId="585"/>
            <ac:picMk id="8" creationId="{60A5C98E-2DCB-4A57-AC25-7403C64CB1FE}"/>
          </ac:picMkLst>
        </pc:picChg>
      </pc:sldChg>
      <pc:sldChg chg="add">
        <pc:chgData name="Deepika Vatsa" userId="f7100972-27fe-4ee6-8fb4-ec9b7931b409" providerId="ADAL" clId="{18AEA20C-BEAA-445F-A420-7499542A0D43}" dt="2022-08-09T06:02:06.564" v="2983" actId="2890"/>
        <pc:sldMkLst>
          <pc:docMk/>
          <pc:sldMk cId="3136226123" sldId="586"/>
        </pc:sldMkLst>
      </pc:sldChg>
      <pc:sldChg chg="addSp delSp modSp add mod">
        <pc:chgData name="Deepika Vatsa" userId="f7100972-27fe-4ee6-8fb4-ec9b7931b409" providerId="ADAL" clId="{18AEA20C-BEAA-445F-A420-7499542A0D43}" dt="2022-08-09T06:05:06.158" v="3003" actId="1076"/>
        <pc:sldMkLst>
          <pc:docMk/>
          <pc:sldMk cId="2576216198" sldId="587"/>
        </pc:sldMkLst>
        <pc:picChg chg="add mod modCrop">
          <ac:chgData name="Deepika Vatsa" userId="f7100972-27fe-4ee6-8fb4-ec9b7931b409" providerId="ADAL" clId="{18AEA20C-BEAA-445F-A420-7499542A0D43}" dt="2022-08-09T06:05:06.158" v="3003" actId="1076"/>
          <ac:picMkLst>
            <pc:docMk/>
            <pc:sldMk cId="2576216198" sldId="587"/>
            <ac:picMk id="4" creationId="{10003914-DEA4-4E32-B10E-311FA2A656F4}"/>
          </ac:picMkLst>
        </pc:picChg>
        <pc:picChg chg="del">
          <ac:chgData name="Deepika Vatsa" userId="f7100972-27fe-4ee6-8fb4-ec9b7931b409" providerId="ADAL" clId="{18AEA20C-BEAA-445F-A420-7499542A0D43}" dt="2022-08-09T06:03:18.413" v="2990" actId="478"/>
          <ac:picMkLst>
            <pc:docMk/>
            <pc:sldMk cId="2576216198" sldId="587"/>
            <ac:picMk id="13" creationId="{A27E30B4-4B2C-440A-8755-A201E687B108}"/>
          </ac:picMkLst>
        </pc:picChg>
      </pc:sldChg>
      <pc:sldChg chg="addSp delSp modSp add mod">
        <pc:chgData name="Deepika Vatsa" userId="f7100972-27fe-4ee6-8fb4-ec9b7931b409" providerId="ADAL" clId="{18AEA20C-BEAA-445F-A420-7499542A0D43}" dt="2022-08-09T06:05:15.145" v="3004" actId="1076"/>
        <pc:sldMkLst>
          <pc:docMk/>
          <pc:sldMk cId="3660427837" sldId="588"/>
        </pc:sldMkLst>
        <pc:picChg chg="del">
          <ac:chgData name="Deepika Vatsa" userId="f7100972-27fe-4ee6-8fb4-ec9b7931b409" providerId="ADAL" clId="{18AEA20C-BEAA-445F-A420-7499542A0D43}" dt="2022-08-09T06:04:32.892" v="2998" actId="478"/>
          <ac:picMkLst>
            <pc:docMk/>
            <pc:sldMk cId="3660427837" sldId="588"/>
            <ac:picMk id="4" creationId="{10003914-DEA4-4E32-B10E-311FA2A656F4}"/>
          </ac:picMkLst>
        </pc:picChg>
        <pc:picChg chg="add mod modCrop">
          <ac:chgData name="Deepika Vatsa" userId="f7100972-27fe-4ee6-8fb4-ec9b7931b409" providerId="ADAL" clId="{18AEA20C-BEAA-445F-A420-7499542A0D43}" dt="2022-08-09T06:05:15.145" v="3004" actId="1076"/>
          <ac:picMkLst>
            <pc:docMk/>
            <pc:sldMk cId="3660427837" sldId="588"/>
            <ac:picMk id="5" creationId="{F4F68D8E-5AE0-44F4-9339-C057624557E8}"/>
          </ac:picMkLst>
        </pc:picChg>
      </pc:sldChg>
      <pc:sldChg chg="delSp modSp add mod modNotesTx">
        <pc:chgData name="Deepika Vatsa" userId="f7100972-27fe-4ee6-8fb4-ec9b7931b409" providerId="ADAL" clId="{18AEA20C-BEAA-445F-A420-7499542A0D43}" dt="2022-08-09T06:55:10.775" v="3149" actId="20577"/>
        <pc:sldMkLst>
          <pc:docMk/>
          <pc:sldMk cId="4154716115" sldId="589"/>
        </pc:sldMkLst>
        <pc:spChg chg="mod">
          <ac:chgData name="Deepika Vatsa" userId="f7100972-27fe-4ee6-8fb4-ec9b7931b409" providerId="ADAL" clId="{18AEA20C-BEAA-445F-A420-7499542A0D43}" dt="2022-08-09T06:47:46.340" v="3018" actId="20577"/>
          <ac:spMkLst>
            <pc:docMk/>
            <pc:sldMk cId="4154716115" sldId="589"/>
            <ac:spMk id="2" creationId="{6167DC2D-0072-445E-8CB3-E53407061CE7}"/>
          </ac:spMkLst>
        </pc:spChg>
        <pc:spChg chg="mod">
          <ac:chgData name="Deepika Vatsa" userId="f7100972-27fe-4ee6-8fb4-ec9b7931b409" providerId="ADAL" clId="{18AEA20C-BEAA-445F-A420-7499542A0D43}" dt="2022-08-09T06:55:10.775" v="3149" actId="20577"/>
          <ac:spMkLst>
            <pc:docMk/>
            <pc:sldMk cId="4154716115" sldId="589"/>
            <ac:spMk id="6" creationId="{98E0FE6E-8F22-4B9F-9E9F-E2B694DC96D4}"/>
          </ac:spMkLst>
        </pc:spChg>
        <pc:picChg chg="del">
          <ac:chgData name="Deepika Vatsa" userId="f7100972-27fe-4ee6-8fb4-ec9b7931b409" providerId="ADAL" clId="{18AEA20C-BEAA-445F-A420-7499542A0D43}" dt="2022-08-09T06:47:56.355" v="3022" actId="478"/>
          <ac:picMkLst>
            <pc:docMk/>
            <pc:sldMk cId="4154716115" sldId="589"/>
            <ac:picMk id="8" creationId="{DFE7DFCE-8DE5-4ACA-8112-DF2E5EE032CE}"/>
          </ac:picMkLst>
        </pc:picChg>
      </pc:sldChg>
      <pc:sldChg chg="addSp delSp modSp add mod">
        <pc:chgData name="Deepika Vatsa" userId="f7100972-27fe-4ee6-8fb4-ec9b7931b409" providerId="ADAL" clId="{18AEA20C-BEAA-445F-A420-7499542A0D43}" dt="2022-08-09T06:49:52.563" v="3045" actId="14100"/>
        <pc:sldMkLst>
          <pc:docMk/>
          <pc:sldMk cId="2174576397" sldId="590"/>
        </pc:sldMkLst>
        <pc:spChg chg="del">
          <ac:chgData name="Deepika Vatsa" userId="f7100972-27fe-4ee6-8fb4-ec9b7931b409" providerId="ADAL" clId="{18AEA20C-BEAA-445F-A420-7499542A0D43}" dt="2022-08-09T06:49:25.270" v="3038" actId="478"/>
          <ac:spMkLst>
            <pc:docMk/>
            <pc:sldMk cId="2174576397" sldId="590"/>
            <ac:spMk id="6" creationId="{98E0FE6E-8F22-4B9F-9E9F-E2B694DC96D4}"/>
          </ac:spMkLst>
        </pc:spChg>
        <pc:picChg chg="add mod modCrop">
          <ac:chgData name="Deepika Vatsa" userId="f7100972-27fe-4ee6-8fb4-ec9b7931b409" providerId="ADAL" clId="{18AEA20C-BEAA-445F-A420-7499542A0D43}" dt="2022-08-09T06:49:52.563" v="3045" actId="14100"/>
          <ac:picMkLst>
            <pc:docMk/>
            <pc:sldMk cId="2174576397" sldId="590"/>
            <ac:picMk id="4" creationId="{62AFE5BE-ADFC-49B8-BDFB-C642CCC9552A}"/>
          </ac:picMkLst>
        </pc:picChg>
      </pc:sldChg>
      <pc:sldChg chg="add">
        <pc:chgData name="Deepika Vatsa" userId="f7100972-27fe-4ee6-8fb4-ec9b7931b409" providerId="ADAL" clId="{18AEA20C-BEAA-445F-A420-7499542A0D43}" dt="2022-08-09T06:53:20.284" v="3046" actId="2890"/>
        <pc:sldMkLst>
          <pc:docMk/>
          <pc:sldMk cId="2579858776" sldId="591"/>
        </pc:sldMkLst>
      </pc:sldChg>
      <pc:sldChg chg="addSp delSp modSp add mod">
        <pc:chgData name="Deepika Vatsa" userId="f7100972-27fe-4ee6-8fb4-ec9b7931b409" providerId="ADAL" clId="{18AEA20C-BEAA-445F-A420-7499542A0D43}" dt="2022-08-10T05:16:07.697" v="5166" actId="20577"/>
        <pc:sldMkLst>
          <pc:docMk/>
          <pc:sldMk cId="989767306" sldId="592"/>
        </pc:sldMkLst>
        <pc:spChg chg="mod">
          <ac:chgData name="Deepika Vatsa" userId="f7100972-27fe-4ee6-8fb4-ec9b7931b409" providerId="ADAL" clId="{18AEA20C-BEAA-445F-A420-7499542A0D43}" dt="2022-08-09T10:29:28.610" v="3494" actId="20577"/>
          <ac:spMkLst>
            <pc:docMk/>
            <pc:sldMk cId="989767306" sldId="592"/>
            <ac:spMk id="2" creationId="{6167DC2D-0072-445E-8CB3-E53407061CE7}"/>
          </ac:spMkLst>
        </pc:spChg>
        <pc:spChg chg="mod">
          <ac:chgData name="Deepika Vatsa" userId="f7100972-27fe-4ee6-8fb4-ec9b7931b409" providerId="ADAL" clId="{18AEA20C-BEAA-445F-A420-7499542A0D43}" dt="2022-08-10T05:16:07.697" v="5166" actId="20577"/>
          <ac:spMkLst>
            <pc:docMk/>
            <pc:sldMk cId="989767306" sldId="592"/>
            <ac:spMk id="9" creationId="{55A5BFD8-4962-4C89-86F0-4A582AD35F41}"/>
          </ac:spMkLst>
        </pc:spChg>
        <pc:spChg chg="add del">
          <ac:chgData name="Deepika Vatsa" userId="f7100972-27fe-4ee6-8fb4-ec9b7931b409" providerId="ADAL" clId="{18AEA20C-BEAA-445F-A420-7499542A0D43}" dt="2022-08-09T10:31:14.525" v="3511" actId="22"/>
          <ac:spMkLst>
            <pc:docMk/>
            <pc:sldMk cId="989767306" sldId="592"/>
            <ac:spMk id="12" creationId="{4AF8EA18-FD04-42D0-971F-EB012104B042}"/>
          </ac:spMkLst>
        </pc:spChg>
        <pc:picChg chg="add mod modCrop">
          <ac:chgData name="Deepika Vatsa" userId="f7100972-27fe-4ee6-8fb4-ec9b7931b409" providerId="ADAL" clId="{18AEA20C-BEAA-445F-A420-7499542A0D43}" dt="2022-08-09T10:31:44.683" v="3526" actId="1076"/>
          <ac:picMkLst>
            <pc:docMk/>
            <pc:sldMk cId="989767306" sldId="592"/>
            <ac:picMk id="4" creationId="{BD33A323-1BBF-477B-B11E-32FFF3EE6D1B}"/>
          </ac:picMkLst>
        </pc:picChg>
      </pc:sldChg>
      <pc:sldChg chg="addSp delSp modSp add mod">
        <pc:chgData name="Deepika Vatsa" userId="f7100972-27fe-4ee6-8fb4-ec9b7931b409" providerId="ADAL" clId="{18AEA20C-BEAA-445F-A420-7499542A0D43}" dt="2022-08-09T10:34:28.764" v="3618" actId="1076"/>
        <pc:sldMkLst>
          <pc:docMk/>
          <pc:sldMk cId="2664121395" sldId="593"/>
        </pc:sldMkLst>
        <pc:spChg chg="mod">
          <ac:chgData name="Deepika Vatsa" userId="f7100972-27fe-4ee6-8fb4-ec9b7931b409" providerId="ADAL" clId="{18AEA20C-BEAA-445F-A420-7499542A0D43}" dt="2022-08-09T10:34:12.613" v="3616" actId="20577"/>
          <ac:spMkLst>
            <pc:docMk/>
            <pc:sldMk cId="2664121395" sldId="593"/>
            <ac:spMk id="9" creationId="{55A5BFD8-4962-4C89-86F0-4A582AD35F41}"/>
          </ac:spMkLst>
        </pc:spChg>
        <pc:picChg chg="del">
          <ac:chgData name="Deepika Vatsa" userId="f7100972-27fe-4ee6-8fb4-ec9b7931b409" providerId="ADAL" clId="{18AEA20C-BEAA-445F-A420-7499542A0D43}" dt="2022-08-09T10:32:20.992" v="3533" actId="478"/>
          <ac:picMkLst>
            <pc:docMk/>
            <pc:sldMk cId="2664121395" sldId="593"/>
            <ac:picMk id="4" creationId="{BD33A323-1BBF-477B-B11E-32FFF3EE6D1B}"/>
          </ac:picMkLst>
        </pc:picChg>
        <pc:picChg chg="add mod modCrop">
          <ac:chgData name="Deepika Vatsa" userId="f7100972-27fe-4ee6-8fb4-ec9b7931b409" providerId="ADAL" clId="{18AEA20C-BEAA-445F-A420-7499542A0D43}" dt="2022-08-09T10:34:28.764" v="3618" actId="1076"/>
          <ac:picMkLst>
            <pc:docMk/>
            <pc:sldMk cId="2664121395" sldId="593"/>
            <ac:picMk id="5" creationId="{EA9D5853-3535-4F78-99B7-3831A2C9175E}"/>
          </ac:picMkLst>
        </pc:picChg>
      </pc:sldChg>
      <pc:sldChg chg="addSp delSp modSp add mod modNotesTx">
        <pc:chgData name="Deepika Vatsa" userId="f7100972-27fe-4ee6-8fb4-ec9b7931b409" providerId="ADAL" clId="{18AEA20C-BEAA-445F-A420-7499542A0D43}" dt="2022-08-10T04:58:46.517" v="4664" actId="5793"/>
        <pc:sldMkLst>
          <pc:docMk/>
          <pc:sldMk cId="4178212524" sldId="594"/>
        </pc:sldMkLst>
        <pc:spChg chg="mod">
          <ac:chgData name="Deepika Vatsa" userId="f7100972-27fe-4ee6-8fb4-ec9b7931b409" providerId="ADAL" clId="{18AEA20C-BEAA-445F-A420-7499542A0D43}" dt="2022-08-09T10:38:36.442" v="3663" actId="20577"/>
          <ac:spMkLst>
            <pc:docMk/>
            <pc:sldMk cId="4178212524" sldId="594"/>
            <ac:spMk id="2" creationId="{6167DC2D-0072-445E-8CB3-E53407061CE7}"/>
          </ac:spMkLst>
        </pc:spChg>
        <pc:spChg chg="add del">
          <ac:chgData name="Deepika Vatsa" userId="f7100972-27fe-4ee6-8fb4-ec9b7931b409" providerId="ADAL" clId="{18AEA20C-BEAA-445F-A420-7499542A0D43}" dt="2022-08-10T04:35:30.844" v="3669"/>
          <ac:spMkLst>
            <pc:docMk/>
            <pc:sldMk cId="4178212524" sldId="594"/>
            <ac:spMk id="3" creationId="{10135057-368B-401B-8833-2C3199051870}"/>
          </ac:spMkLst>
        </pc:spChg>
        <pc:spChg chg="mod">
          <ac:chgData name="Deepika Vatsa" userId="f7100972-27fe-4ee6-8fb4-ec9b7931b409" providerId="ADAL" clId="{18AEA20C-BEAA-445F-A420-7499542A0D43}" dt="2022-08-10T04:58:46.517" v="4664" actId="5793"/>
          <ac:spMkLst>
            <pc:docMk/>
            <pc:sldMk cId="4178212524" sldId="594"/>
            <ac:spMk id="11" creationId="{9F5D1653-CA60-43A9-B8A2-156757479F5A}"/>
          </ac:spMkLst>
        </pc:spChg>
        <pc:picChg chg="del">
          <ac:chgData name="Deepika Vatsa" userId="f7100972-27fe-4ee6-8fb4-ec9b7931b409" providerId="ADAL" clId="{18AEA20C-BEAA-445F-A420-7499542A0D43}" dt="2022-08-09T10:38:29.663" v="3647" actId="478"/>
          <ac:picMkLst>
            <pc:docMk/>
            <pc:sldMk cId="4178212524" sldId="594"/>
            <ac:picMk id="10" creationId="{B0866FBD-F951-4829-9956-0F28839A1160}"/>
          </ac:picMkLst>
        </pc:picChg>
        <pc:picChg chg="add del">
          <ac:chgData name="Deepika Vatsa" userId="f7100972-27fe-4ee6-8fb4-ec9b7931b409" providerId="ADAL" clId="{18AEA20C-BEAA-445F-A420-7499542A0D43}" dt="2022-08-10T04:35:30.844" v="3669"/>
          <ac:picMkLst>
            <pc:docMk/>
            <pc:sldMk cId="4178212524" sldId="594"/>
            <ac:picMk id="1026" creationId="{47CEC4B1-2A6F-4E1C-9701-6CA5AA632929}"/>
          </ac:picMkLst>
        </pc:picChg>
        <pc:picChg chg="add del">
          <ac:chgData name="Deepika Vatsa" userId="f7100972-27fe-4ee6-8fb4-ec9b7931b409" providerId="ADAL" clId="{18AEA20C-BEAA-445F-A420-7499542A0D43}" dt="2022-08-10T04:35:30.844" v="3669"/>
          <ac:picMkLst>
            <pc:docMk/>
            <pc:sldMk cId="4178212524" sldId="594"/>
            <ac:picMk id="1027" creationId="{F2484EEB-8A0C-4BB2-81C4-2027449095D0}"/>
          </ac:picMkLst>
        </pc:picChg>
        <pc:picChg chg="add del">
          <ac:chgData name="Deepika Vatsa" userId="f7100972-27fe-4ee6-8fb4-ec9b7931b409" providerId="ADAL" clId="{18AEA20C-BEAA-445F-A420-7499542A0D43}" dt="2022-08-10T04:35:30.844" v="3669"/>
          <ac:picMkLst>
            <pc:docMk/>
            <pc:sldMk cId="4178212524" sldId="594"/>
            <ac:picMk id="1028" creationId="{F1481D68-C936-4A2D-A526-2420B5EE0743}"/>
          </ac:picMkLst>
        </pc:picChg>
        <pc:picChg chg="add del">
          <ac:chgData name="Deepika Vatsa" userId="f7100972-27fe-4ee6-8fb4-ec9b7931b409" providerId="ADAL" clId="{18AEA20C-BEAA-445F-A420-7499542A0D43}" dt="2022-08-10T04:35:30.844" v="3669"/>
          <ac:picMkLst>
            <pc:docMk/>
            <pc:sldMk cId="4178212524" sldId="594"/>
            <ac:picMk id="1029" creationId="{C188A7E9-AD91-4215-9078-644CA36C28D7}"/>
          </ac:picMkLst>
        </pc:picChg>
        <pc:picChg chg="add del">
          <ac:chgData name="Deepika Vatsa" userId="f7100972-27fe-4ee6-8fb4-ec9b7931b409" providerId="ADAL" clId="{18AEA20C-BEAA-445F-A420-7499542A0D43}" dt="2022-08-10T04:35:30.844" v="3669"/>
          <ac:picMkLst>
            <pc:docMk/>
            <pc:sldMk cId="4178212524" sldId="594"/>
            <ac:picMk id="1030" creationId="{CBCA5B98-F976-48C7-8050-7827CD7D04B6}"/>
          </ac:picMkLst>
        </pc:picChg>
        <pc:picChg chg="add del">
          <ac:chgData name="Deepika Vatsa" userId="f7100972-27fe-4ee6-8fb4-ec9b7931b409" providerId="ADAL" clId="{18AEA20C-BEAA-445F-A420-7499542A0D43}" dt="2022-08-10T04:35:30.844" v="3669"/>
          <ac:picMkLst>
            <pc:docMk/>
            <pc:sldMk cId="4178212524" sldId="594"/>
            <ac:picMk id="1031" creationId="{B2AC34BA-9874-4D6D-996A-8F6AAC8284DB}"/>
          </ac:picMkLst>
        </pc:picChg>
      </pc:sldChg>
      <pc:sldChg chg="modSp add mod">
        <pc:chgData name="Deepika Vatsa" userId="f7100972-27fe-4ee6-8fb4-ec9b7931b409" providerId="ADAL" clId="{18AEA20C-BEAA-445F-A420-7499542A0D43}" dt="2022-08-10T04:58:39.025" v="4662" actId="5793"/>
        <pc:sldMkLst>
          <pc:docMk/>
          <pc:sldMk cId="1734510123" sldId="595"/>
        </pc:sldMkLst>
        <pc:spChg chg="mod">
          <ac:chgData name="Deepika Vatsa" userId="f7100972-27fe-4ee6-8fb4-ec9b7931b409" providerId="ADAL" clId="{18AEA20C-BEAA-445F-A420-7499542A0D43}" dt="2022-08-10T04:58:39.025" v="4662" actId="5793"/>
          <ac:spMkLst>
            <pc:docMk/>
            <pc:sldMk cId="1734510123" sldId="595"/>
            <ac:spMk id="11" creationId="{9F5D1653-CA60-43A9-B8A2-156757479F5A}"/>
          </ac:spMkLst>
        </pc:spChg>
      </pc:sldChg>
      <pc:sldChg chg="addSp delSp modSp add mod modNotesTx">
        <pc:chgData name="Deepika Vatsa" userId="f7100972-27fe-4ee6-8fb4-ec9b7931b409" providerId="ADAL" clId="{18AEA20C-BEAA-445F-A420-7499542A0D43}" dt="2022-08-10T10:45:37.955" v="6320" actId="20577"/>
        <pc:sldMkLst>
          <pc:docMk/>
          <pc:sldMk cId="1867896786" sldId="596"/>
        </pc:sldMkLst>
        <pc:spChg chg="mod">
          <ac:chgData name="Deepika Vatsa" userId="f7100972-27fe-4ee6-8fb4-ec9b7931b409" providerId="ADAL" clId="{18AEA20C-BEAA-445F-A420-7499542A0D43}" dt="2022-08-10T04:37:36.034" v="3726" actId="26606"/>
          <ac:spMkLst>
            <pc:docMk/>
            <pc:sldMk cId="1867896786" sldId="596"/>
            <ac:spMk id="2" creationId="{6167DC2D-0072-445E-8CB3-E53407061CE7}"/>
          </ac:spMkLst>
        </pc:spChg>
        <pc:spChg chg="mod">
          <ac:chgData name="Deepika Vatsa" userId="f7100972-27fe-4ee6-8fb4-ec9b7931b409" providerId="ADAL" clId="{18AEA20C-BEAA-445F-A420-7499542A0D43}" dt="2022-08-10T04:37:11.176" v="3720" actId="6549"/>
          <ac:spMkLst>
            <pc:docMk/>
            <pc:sldMk cId="1867896786" sldId="596"/>
            <ac:spMk id="11" creationId="{9F5D1653-CA60-43A9-B8A2-156757479F5A}"/>
          </ac:spMkLst>
        </pc:spChg>
        <pc:spChg chg="del">
          <ac:chgData name="Deepika Vatsa" userId="f7100972-27fe-4ee6-8fb4-ec9b7931b409" providerId="ADAL" clId="{18AEA20C-BEAA-445F-A420-7499542A0D43}" dt="2022-08-10T04:37:36.034" v="3726" actId="26606"/>
          <ac:spMkLst>
            <pc:docMk/>
            <pc:sldMk cId="1867896786" sldId="596"/>
            <ac:spMk id="15" creationId="{A8384FB5-9ADC-4DDC-881B-597D56F5B15D}"/>
          </ac:spMkLst>
        </pc:spChg>
        <pc:spChg chg="del">
          <ac:chgData name="Deepika Vatsa" userId="f7100972-27fe-4ee6-8fb4-ec9b7931b409" providerId="ADAL" clId="{18AEA20C-BEAA-445F-A420-7499542A0D43}" dt="2022-08-10T04:37:36.034" v="3726" actId="26606"/>
          <ac:spMkLst>
            <pc:docMk/>
            <pc:sldMk cId="1867896786" sldId="596"/>
            <ac:spMk id="17" creationId="{1199E1B1-A8C0-4FE8-A5A8-1CB41D69F857}"/>
          </ac:spMkLst>
        </pc:spChg>
        <pc:spChg chg="del">
          <ac:chgData name="Deepika Vatsa" userId="f7100972-27fe-4ee6-8fb4-ec9b7931b409" providerId="ADAL" clId="{18AEA20C-BEAA-445F-A420-7499542A0D43}" dt="2022-08-10T04:37:36.034" v="3726" actId="26606"/>
          <ac:spMkLst>
            <pc:docMk/>
            <pc:sldMk cId="1867896786" sldId="596"/>
            <ac:spMk id="19" creationId="{84A8DE83-DE75-4B41-9DB4-A7EC0B0DEC0B}"/>
          </ac:spMkLst>
        </pc:spChg>
        <pc:spChg chg="del">
          <ac:chgData name="Deepika Vatsa" userId="f7100972-27fe-4ee6-8fb4-ec9b7931b409" providerId="ADAL" clId="{18AEA20C-BEAA-445F-A420-7499542A0D43}" dt="2022-08-10T04:37:36.034" v="3726" actId="26606"/>
          <ac:spMkLst>
            <pc:docMk/>
            <pc:sldMk cId="1867896786" sldId="596"/>
            <ac:spMk id="21" creationId="{A7009A0A-BEF5-4EAC-AF15-E4F9F002E239}"/>
          </ac:spMkLst>
        </pc:spChg>
        <pc:spChg chg="add">
          <ac:chgData name="Deepika Vatsa" userId="f7100972-27fe-4ee6-8fb4-ec9b7931b409" providerId="ADAL" clId="{18AEA20C-BEAA-445F-A420-7499542A0D43}" dt="2022-08-10T04:37:36.034" v="3726" actId="26606"/>
          <ac:spMkLst>
            <pc:docMk/>
            <pc:sldMk cId="1867896786" sldId="596"/>
            <ac:spMk id="26" creationId="{6753252F-4873-4F63-801D-CC719279A7D5}"/>
          </ac:spMkLst>
        </pc:spChg>
        <pc:spChg chg="add">
          <ac:chgData name="Deepika Vatsa" userId="f7100972-27fe-4ee6-8fb4-ec9b7931b409" providerId="ADAL" clId="{18AEA20C-BEAA-445F-A420-7499542A0D43}" dt="2022-08-10T04:37:36.034" v="3726" actId="26606"/>
          <ac:spMkLst>
            <pc:docMk/>
            <pc:sldMk cId="1867896786" sldId="596"/>
            <ac:spMk id="28" creationId="{047C8CCB-F95D-4249-92DD-651249D3535A}"/>
          </ac:spMkLst>
        </pc:spChg>
        <pc:picChg chg="add mod ord modCrop">
          <ac:chgData name="Deepika Vatsa" userId="f7100972-27fe-4ee6-8fb4-ec9b7931b409" providerId="ADAL" clId="{18AEA20C-BEAA-445F-A420-7499542A0D43}" dt="2022-08-10T04:37:57.885" v="3734" actId="1076"/>
          <ac:picMkLst>
            <pc:docMk/>
            <pc:sldMk cId="1867896786" sldId="596"/>
            <ac:picMk id="4" creationId="{DF8E9BDD-F99D-4042-B897-C02263C89138}"/>
          </ac:picMkLst>
        </pc:picChg>
      </pc:sldChg>
      <pc:sldChg chg="addSp delSp add del setBg delDesignElem">
        <pc:chgData name="Deepika Vatsa" userId="f7100972-27fe-4ee6-8fb4-ec9b7931b409" providerId="ADAL" clId="{18AEA20C-BEAA-445F-A420-7499542A0D43}" dt="2022-08-10T04:38:34.738" v="3737"/>
        <pc:sldMkLst>
          <pc:docMk/>
          <pc:sldMk cId="3221198999" sldId="597"/>
        </pc:sldMkLst>
        <pc:spChg chg="add del">
          <ac:chgData name="Deepika Vatsa" userId="f7100972-27fe-4ee6-8fb4-ec9b7931b409" providerId="ADAL" clId="{18AEA20C-BEAA-445F-A420-7499542A0D43}" dt="2022-08-10T04:38:34.738" v="3737"/>
          <ac:spMkLst>
            <pc:docMk/>
            <pc:sldMk cId="3221198999" sldId="597"/>
            <ac:spMk id="15" creationId="{A8384FB5-9ADC-4DDC-881B-597D56F5B15D}"/>
          </ac:spMkLst>
        </pc:spChg>
        <pc:spChg chg="add del">
          <ac:chgData name="Deepika Vatsa" userId="f7100972-27fe-4ee6-8fb4-ec9b7931b409" providerId="ADAL" clId="{18AEA20C-BEAA-445F-A420-7499542A0D43}" dt="2022-08-10T04:38:34.738" v="3737"/>
          <ac:spMkLst>
            <pc:docMk/>
            <pc:sldMk cId="3221198999" sldId="597"/>
            <ac:spMk id="17" creationId="{1199E1B1-A8C0-4FE8-A5A8-1CB41D69F857}"/>
          </ac:spMkLst>
        </pc:spChg>
        <pc:spChg chg="add del">
          <ac:chgData name="Deepika Vatsa" userId="f7100972-27fe-4ee6-8fb4-ec9b7931b409" providerId="ADAL" clId="{18AEA20C-BEAA-445F-A420-7499542A0D43}" dt="2022-08-10T04:38:34.738" v="3737"/>
          <ac:spMkLst>
            <pc:docMk/>
            <pc:sldMk cId="3221198999" sldId="597"/>
            <ac:spMk id="19" creationId="{84A8DE83-DE75-4B41-9DB4-A7EC0B0DEC0B}"/>
          </ac:spMkLst>
        </pc:spChg>
        <pc:spChg chg="add del">
          <ac:chgData name="Deepika Vatsa" userId="f7100972-27fe-4ee6-8fb4-ec9b7931b409" providerId="ADAL" clId="{18AEA20C-BEAA-445F-A420-7499542A0D43}" dt="2022-08-10T04:38:34.738" v="3737"/>
          <ac:spMkLst>
            <pc:docMk/>
            <pc:sldMk cId="3221198999" sldId="597"/>
            <ac:spMk id="21" creationId="{A7009A0A-BEF5-4EAC-AF15-E4F9F002E239}"/>
          </ac:spMkLst>
        </pc:spChg>
      </pc:sldChg>
      <pc:sldChg chg="addSp modSp add mod">
        <pc:chgData name="Deepika Vatsa" userId="f7100972-27fe-4ee6-8fb4-ec9b7931b409" providerId="ADAL" clId="{18AEA20C-BEAA-445F-A420-7499542A0D43}" dt="2022-08-10T04:39:18.601" v="3749" actId="1076"/>
        <pc:sldMkLst>
          <pc:docMk/>
          <pc:sldMk cId="3441028822" sldId="597"/>
        </pc:sldMkLst>
        <pc:spChg chg="mod">
          <ac:chgData name="Deepika Vatsa" userId="f7100972-27fe-4ee6-8fb4-ec9b7931b409" providerId="ADAL" clId="{18AEA20C-BEAA-445F-A420-7499542A0D43}" dt="2022-08-10T04:38:42.877" v="3739" actId="6549"/>
          <ac:spMkLst>
            <pc:docMk/>
            <pc:sldMk cId="3441028822" sldId="597"/>
            <ac:spMk id="11" creationId="{9F5D1653-CA60-43A9-B8A2-156757479F5A}"/>
          </ac:spMkLst>
        </pc:spChg>
        <pc:picChg chg="add mod modCrop">
          <ac:chgData name="Deepika Vatsa" userId="f7100972-27fe-4ee6-8fb4-ec9b7931b409" providerId="ADAL" clId="{18AEA20C-BEAA-445F-A420-7499542A0D43}" dt="2022-08-10T04:39:18.601" v="3749" actId="1076"/>
          <ac:picMkLst>
            <pc:docMk/>
            <pc:sldMk cId="3441028822" sldId="597"/>
            <ac:picMk id="4" creationId="{05AE7B58-517F-40C3-B671-28A02ED5C599}"/>
          </ac:picMkLst>
        </pc:picChg>
      </pc:sldChg>
      <pc:sldChg chg="add">
        <pc:chgData name="Deepika Vatsa" userId="f7100972-27fe-4ee6-8fb4-ec9b7931b409" providerId="ADAL" clId="{18AEA20C-BEAA-445F-A420-7499542A0D43}" dt="2022-08-10T05:03:42.636" v="4853"/>
        <pc:sldMkLst>
          <pc:docMk/>
          <pc:sldMk cId="166715966" sldId="598"/>
        </pc:sldMkLst>
      </pc:sldChg>
      <pc:sldChg chg="addSp delSp add del setBg delDesignElem">
        <pc:chgData name="Deepika Vatsa" userId="f7100972-27fe-4ee6-8fb4-ec9b7931b409" providerId="ADAL" clId="{18AEA20C-BEAA-445F-A420-7499542A0D43}" dt="2022-08-10T05:03:42.597" v="4852"/>
        <pc:sldMkLst>
          <pc:docMk/>
          <pc:sldMk cId="1876794863" sldId="598"/>
        </pc:sldMkLst>
        <pc:spChg chg="add del">
          <ac:chgData name="Deepika Vatsa" userId="f7100972-27fe-4ee6-8fb4-ec9b7931b409" providerId="ADAL" clId="{18AEA20C-BEAA-445F-A420-7499542A0D43}" dt="2022-08-10T05:03:42.597" v="4852"/>
          <ac:spMkLst>
            <pc:docMk/>
            <pc:sldMk cId="1876794863" sldId="598"/>
            <ac:spMk id="15" creationId="{A8384FB5-9ADC-4DDC-881B-597D56F5B15D}"/>
          </ac:spMkLst>
        </pc:spChg>
        <pc:spChg chg="add del">
          <ac:chgData name="Deepika Vatsa" userId="f7100972-27fe-4ee6-8fb4-ec9b7931b409" providerId="ADAL" clId="{18AEA20C-BEAA-445F-A420-7499542A0D43}" dt="2022-08-10T05:03:42.597" v="4852"/>
          <ac:spMkLst>
            <pc:docMk/>
            <pc:sldMk cId="1876794863" sldId="598"/>
            <ac:spMk id="17" creationId="{1199E1B1-A8C0-4FE8-A5A8-1CB41D69F857}"/>
          </ac:spMkLst>
        </pc:spChg>
        <pc:spChg chg="add del">
          <ac:chgData name="Deepika Vatsa" userId="f7100972-27fe-4ee6-8fb4-ec9b7931b409" providerId="ADAL" clId="{18AEA20C-BEAA-445F-A420-7499542A0D43}" dt="2022-08-10T05:03:42.597" v="4852"/>
          <ac:spMkLst>
            <pc:docMk/>
            <pc:sldMk cId="1876794863" sldId="598"/>
            <ac:spMk id="19" creationId="{84A8DE83-DE75-4B41-9DB4-A7EC0B0DEC0B}"/>
          </ac:spMkLst>
        </pc:spChg>
        <pc:spChg chg="add del">
          <ac:chgData name="Deepika Vatsa" userId="f7100972-27fe-4ee6-8fb4-ec9b7931b409" providerId="ADAL" clId="{18AEA20C-BEAA-445F-A420-7499542A0D43}" dt="2022-08-10T05:03:42.597" v="4852"/>
          <ac:spMkLst>
            <pc:docMk/>
            <pc:sldMk cId="1876794863" sldId="598"/>
            <ac:spMk id="21" creationId="{A7009A0A-BEF5-4EAC-AF15-E4F9F002E239}"/>
          </ac:spMkLst>
        </pc:spChg>
      </pc:sldChg>
      <pc:sldChg chg="addSp delSp add del setBg delDesignElem">
        <pc:chgData name="Deepika Vatsa" userId="f7100972-27fe-4ee6-8fb4-ec9b7931b409" providerId="ADAL" clId="{18AEA20C-BEAA-445F-A420-7499542A0D43}" dt="2022-08-10T04:38:45.393" v="3742"/>
        <pc:sldMkLst>
          <pc:docMk/>
          <pc:sldMk cId="3532730297" sldId="598"/>
        </pc:sldMkLst>
        <pc:spChg chg="add del">
          <ac:chgData name="Deepika Vatsa" userId="f7100972-27fe-4ee6-8fb4-ec9b7931b409" providerId="ADAL" clId="{18AEA20C-BEAA-445F-A420-7499542A0D43}" dt="2022-08-10T04:38:45.393" v="3742"/>
          <ac:spMkLst>
            <pc:docMk/>
            <pc:sldMk cId="3532730297" sldId="598"/>
            <ac:spMk id="15" creationId="{A8384FB5-9ADC-4DDC-881B-597D56F5B15D}"/>
          </ac:spMkLst>
        </pc:spChg>
        <pc:spChg chg="add del">
          <ac:chgData name="Deepika Vatsa" userId="f7100972-27fe-4ee6-8fb4-ec9b7931b409" providerId="ADAL" clId="{18AEA20C-BEAA-445F-A420-7499542A0D43}" dt="2022-08-10T04:38:45.393" v="3742"/>
          <ac:spMkLst>
            <pc:docMk/>
            <pc:sldMk cId="3532730297" sldId="598"/>
            <ac:spMk id="17" creationId="{1199E1B1-A8C0-4FE8-A5A8-1CB41D69F857}"/>
          </ac:spMkLst>
        </pc:spChg>
        <pc:spChg chg="add del">
          <ac:chgData name="Deepika Vatsa" userId="f7100972-27fe-4ee6-8fb4-ec9b7931b409" providerId="ADAL" clId="{18AEA20C-BEAA-445F-A420-7499542A0D43}" dt="2022-08-10T04:38:45.393" v="3742"/>
          <ac:spMkLst>
            <pc:docMk/>
            <pc:sldMk cId="3532730297" sldId="598"/>
            <ac:spMk id="19" creationId="{84A8DE83-DE75-4B41-9DB4-A7EC0B0DEC0B}"/>
          </ac:spMkLst>
        </pc:spChg>
        <pc:spChg chg="add del">
          <ac:chgData name="Deepika Vatsa" userId="f7100972-27fe-4ee6-8fb4-ec9b7931b409" providerId="ADAL" clId="{18AEA20C-BEAA-445F-A420-7499542A0D43}" dt="2022-08-10T04:38:45.393" v="3742"/>
          <ac:spMkLst>
            <pc:docMk/>
            <pc:sldMk cId="3532730297" sldId="598"/>
            <ac:spMk id="21" creationId="{A7009A0A-BEF5-4EAC-AF15-E4F9F002E239}"/>
          </ac:spMkLst>
        </pc:spChg>
      </pc:sldChg>
      <pc:sldChg chg="addSp delSp modSp add del mod modNotesTx">
        <pc:chgData name="Deepika Vatsa" userId="f7100972-27fe-4ee6-8fb4-ec9b7931b409" providerId="ADAL" clId="{18AEA20C-BEAA-445F-A420-7499542A0D43}" dt="2022-08-10T05:03:38.100" v="4849" actId="2696"/>
        <pc:sldMkLst>
          <pc:docMk/>
          <pc:sldMk cId="4275091096" sldId="598"/>
        </pc:sldMkLst>
        <pc:spChg chg="mod">
          <ac:chgData name="Deepika Vatsa" userId="f7100972-27fe-4ee6-8fb4-ec9b7931b409" providerId="ADAL" clId="{18AEA20C-BEAA-445F-A420-7499542A0D43}" dt="2022-08-10T04:48:06.053" v="3845" actId="20577"/>
          <ac:spMkLst>
            <pc:docMk/>
            <pc:sldMk cId="4275091096" sldId="598"/>
            <ac:spMk id="2" creationId="{6167DC2D-0072-445E-8CB3-E53407061CE7}"/>
          </ac:spMkLst>
        </pc:spChg>
        <pc:picChg chg="del">
          <ac:chgData name="Deepika Vatsa" userId="f7100972-27fe-4ee6-8fb4-ec9b7931b409" providerId="ADAL" clId="{18AEA20C-BEAA-445F-A420-7499542A0D43}" dt="2022-08-10T04:47:23.144" v="3792" actId="478"/>
          <ac:picMkLst>
            <pc:docMk/>
            <pc:sldMk cId="4275091096" sldId="598"/>
            <ac:picMk id="4" creationId="{05AE7B58-517F-40C3-B671-28A02ED5C599}"/>
          </ac:picMkLst>
        </pc:picChg>
        <pc:picChg chg="add mod modCrop">
          <ac:chgData name="Deepika Vatsa" userId="f7100972-27fe-4ee6-8fb4-ec9b7931b409" providerId="ADAL" clId="{18AEA20C-BEAA-445F-A420-7499542A0D43}" dt="2022-08-10T04:47:50.946" v="3798" actId="1076"/>
          <ac:picMkLst>
            <pc:docMk/>
            <pc:sldMk cId="4275091096" sldId="598"/>
            <ac:picMk id="5" creationId="{49127664-B5D7-418C-AA26-A741772CC05D}"/>
          </ac:picMkLst>
        </pc:picChg>
      </pc:sldChg>
      <pc:sldChg chg="addSp delSp modSp add del mod modNotesTx">
        <pc:chgData name="Deepika Vatsa" userId="f7100972-27fe-4ee6-8fb4-ec9b7931b409" providerId="ADAL" clId="{18AEA20C-BEAA-445F-A420-7499542A0D43}" dt="2022-08-10T05:03:25.895" v="4844" actId="2696"/>
        <pc:sldMkLst>
          <pc:docMk/>
          <pc:sldMk cId="1845320860" sldId="599"/>
        </pc:sldMkLst>
        <pc:spChg chg="mod">
          <ac:chgData name="Deepika Vatsa" userId="f7100972-27fe-4ee6-8fb4-ec9b7931b409" providerId="ADAL" clId="{18AEA20C-BEAA-445F-A420-7499542A0D43}" dt="2022-08-10T05:02:33.236" v="4752" actId="20577"/>
          <ac:spMkLst>
            <pc:docMk/>
            <pc:sldMk cId="1845320860" sldId="599"/>
            <ac:spMk id="2" creationId="{6167DC2D-0072-445E-8CB3-E53407061CE7}"/>
          </ac:spMkLst>
        </pc:spChg>
        <pc:picChg chg="add del mod modCrop">
          <ac:chgData name="Deepika Vatsa" userId="f7100972-27fe-4ee6-8fb4-ec9b7931b409" providerId="ADAL" clId="{18AEA20C-BEAA-445F-A420-7499542A0D43}" dt="2022-08-10T05:01:24.090" v="4715" actId="22"/>
          <ac:picMkLst>
            <pc:docMk/>
            <pc:sldMk cId="1845320860" sldId="599"/>
            <ac:picMk id="4" creationId="{BFFC348F-8175-43C5-AC50-5A16D3D6E8BB}"/>
          </ac:picMkLst>
        </pc:picChg>
        <pc:picChg chg="del">
          <ac:chgData name="Deepika Vatsa" userId="f7100972-27fe-4ee6-8fb4-ec9b7931b409" providerId="ADAL" clId="{18AEA20C-BEAA-445F-A420-7499542A0D43}" dt="2022-08-10T05:00:48.421" v="4701" actId="478"/>
          <ac:picMkLst>
            <pc:docMk/>
            <pc:sldMk cId="1845320860" sldId="599"/>
            <ac:picMk id="5" creationId="{49127664-B5D7-418C-AA26-A741772CC05D}"/>
          </ac:picMkLst>
        </pc:picChg>
        <pc:picChg chg="add del mod modCrop">
          <ac:chgData name="Deepika Vatsa" userId="f7100972-27fe-4ee6-8fb4-ec9b7931b409" providerId="ADAL" clId="{18AEA20C-BEAA-445F-A420-7499542A0D43}" dt="2022-08-10T05:01:51.981" v="4725" actId="22"/>
          <ac:picMkLst>
            <pc:docMk/>
            <pc:sldMk cId="1845320860" sldId="599"/>
            <ac:picMk id="8" creationId="{846FD833-D073-4564-B981-96614B89C315}"/>
          </ac:picMkLst>
        </pc:picChg>
        <pc:picChg chg="add mod modCrop">
          <ac:chgData name="Deepika Vatsa" userId="f7100972-27fe-4ee6-8fb4-ec9b7931b409" providerId="ADAL" clId="{18AEA20C-BEAA-445F-A420-7499542A0D43}" dt="2022-08-10T05:02:23.219" v="4729" actId="1076"/>
          <ac:picMkLst>
            <pc:docMk/>
            <pc:sldMk cId="1845320860" sldId="599"/>
            <ac:picMk id="10" creationId="{CC4BA9E0-B325-40F5-A4B3-D944419DE46D}"/>
          </ac:picMkLst>
        </pc:picChg>
      </pc:sldChg>
      <pc:sldChg chg="addSp delSp add del setBg delDesignElem">
        <pc:chgData name="Deepika Vatsa" userId="f7100972-27fe-4ee6-8fb4-ec9b7931b409" providerId="ADAL" clId="{18AEA20C-BEAA-445F-A420-7499542A0D43}" dt="2022-08-10T05:03:32.230" v="4847"/>
        <pc:sldMkLst>
          <pc:docMk/>
          <pc:sldMk cId="2655265670" sldId="599"/>
        </pc:sldMkLst>
        <pc:spChg chg="add del">
          <ac:chgData name="Deepika Vatsa" userId="f7100972-27fe-4ee6-8fb4-ec9b7931b409" providerId="ADAL" clId="{18AEA20C-BEAA-445F-A420-7499542A0D43}" dt="2022-08-10T05:03:32.230" v="4847"/>
          <ac:spMkLst>
            <pc:docMk/>
            <pc:sldMk cId="2655265670" sldId="599"/>
            <ac:spMk id="15" creationId="{A8384FB5-9ADC-4DDC-881B-597D56F5B15D}"/>
          </ac:spMkLst>
        </pc:spChg>
        <pc:spChg chg="add del">
          <ac:chgData name="Deepika Vatsa" userId="f7100972-27fe-4ee6-8fb4-ec9b7931b409" providerId="ADAL" clId="{18AEA20C-BEAA-445F-A420-7499542A0D43}" dt="2022-08-10T05:03:32.230" v="4847"/>
          <ac:spMkLst>
            <pc:docMk/>
            <pc:sldMk cId="2655265670" sldId="599"/>
            <ac:spMk id="17" creationId="{1199E1B1-A8C0-4FE8-A5A8-1CB41D69F857}"/>
          </ac:spMkLst>
        </pc:spChg>
        <pc:spChg chg="add del">
          <ac:chgData name="Deepika Vatsa" userId="f7100972-27fe-4ee6-8fb4-ec9b7931b409" providerId="ADAL" clId="{18AEA20C-BEAA-445F-A420-7499542A0D43}" dt="2022-08-10T05:03:32.230" v="4847"/>
          <ac:spMkLst>
            <pc:docMk/>
            <pc:sldMk cId="2655265670" sldId="599"/>
            <ac:spMk id="19" creationId="{84A8DE83-DE75-4B41-9DB4-A7EC0B0DEC0B}"/>
          </ac:spMkLst>
        </pc:spChg>
        <pc:spChg chg="add del">
          <ac:chgData name="Deepika Vatsa" userId="f7100972-27fe-4ee6-8fb4-ec9b7931b409" providerId="ADAL" clId="{18AEA20C-BEAA-445F-A420-7499542A0D43}" dt="2022-08-10T05:03:32.230" v="4847"/>
          <ac:spMkLst>
            <pc:docMk/>
            <pc:sldMk cId="2655265670" sldId="599"/>
            <ac:spMk id="21" creationId="{A7009A0A-BEF5-4EAC-AF15-E4F9F002E239}"/>
          </ac:spMkLst>
        </pc:spChg>
      </pc:sldChg>
      <pc:sldChg chg="add">
        <pc:chgData name="Deepika Vatsa" userId="f7100972-27fe-4ee6-8fb4-ec9b7931b409" providerId="ADAL" clId="{18AEA20C-BEAA-445F-A420-7499542A0D43}" dt="2022-08-10T05:03:32.282" v="4848"/>
        <pc:sldMkLst>
          <pc:docMk/>
          <pc:sldMk cId="3192749011" sldId="599"/>
        </pc:sldMkLst>
      </pc:sldChg>
      <pc:sldChg chg="addSp delSp modSp add mod modNotesTx">
        <pc:chgData name="Deepika Vatsa" userId="f7100972-27fe-4ee6-8fb4-ec9b7931b409" providerId="ADAL" clId="{18AEA20C-BEAA-445F-A420-7499542A0D43}" dt="2022-08-10T05:05:39.605" v="4932" actId="20577"/>
        <pc:sldMkLst>
          <pc:docMk/>
          <pc:sldMk cId="829392238" sldId="600"/>
        </pc:sldMkLst>
        <pc:spChg chg="mod">
          <ac:chgData name="Deepika Vatsa" userId="f7100972-27fe-4ee6-8fb4-ec9b7931b409" providerId="ADAL" clId="{18AEA20C-BEAA-445F-A420-7499542A0D43}" dt="2022-08-10T05:05:39.605" v="4932" actId="20577"/>
          <ac:spMkLst>
            <pc:docMk/>
            <pc:sldMk cId="829392238" sldId="600"/>
            <ac:spMk id="2" creationId="{6167DC2D-0072-445E-8CB3-E53407061CE7}"/>
          </ac:spMkLst>
        </pc:spChg>
        <pc:picChg chg="add mod modCrop">
          <ac:chgData name="Deepika Vatsa" userId="f7100972-27fe-4ee6-8fb4-ec9b7931b409" providerId="ADAL" clId="{18AEA20C-BEAA-445F-A420-7499542A0D43}" dt="2022-08-10T05:05:17.972" v="4861" actId="1076"/>
          <ac:picMkLst>
            <pc:docMk/>
            <pc:sldMk cId="829392238" sldId="600"/>
            <ac:picMk id="4" creationId="{38446A62-73CE-4D28-AF4E-5D4FC6675053}"/>
          </ac:picMkLst>
        </pc:picChg>
        <pc:picChg chg="del">
          <ac:chgData name="Deepika Vatsa" userId="f7100972-27fe-4ee6-8fb4-ec9b7931b409" providerId="ADAL" clId="{18AEA20C-BEAA-445F-A420-7499542A0D43}" dt="2022-08-10T05:04:50.608" v="4855" actId="478"/>
          <ac:picMkLst>
            <pc:docMk/>
            <pc:sldMk cId="829392238" sldId="600"/>
            <ac:picMk id="5" creationId="{49127664-B5D7-418C-AA26-A741772CC05D}"/>
          </ac:picMkLst>
        </pc:picChg>
      </pc:sldChg>
      <pc:sldChg chg="addSp delSp modSp add mod modNotesTx">
        <pc:chgData name="Deepika Vatsa" userId="f7100972-27fe-4ee6-8fb4-ec9b7931b409" providerId="ADAL" clId="{18AEA20C-BEAA-445F-A420-7499542A0D43}" dt="2022-08-10T05:33:10.061" v="5929" actId="20577"/>
        <pc:sldMkLst>
          <pc:docMk/>
          <pc:sldMk cId="573867450" sldId="601"/>
        </pc:sldMkLst>
        <pc:spChg chg="mod">
          <ac:chgData name="Deepika Vatsa" userId="f7100972-27fe-4ee6-8fb4-ec9b7931b409" providerId="ADAL" clId="{18AEA20C-BEAA-445F-A420-7499542A0D43}" dt="2022-08-10T05:33:10.061" v="5929" actId="20577"/>
          <ac:spMkLst>
            <pc:docMk/>
            <pc:sldMk cId="573867450" sldId="601"/>
            <ac:spMk id="2" creationId="{6167DC2D-0072-445E-8CB3-E53407061CE7}"/>
          </ac:spMkLst>
        </pc:spChg>
        <pc:picChg chg="del">
          <ac:chgData name="Deepika Vatsa" userId="f7100972-27fe-4ee6-8fb4-ec9b7931b409" providerId="ADAL" clId="{18AEA20C-BEAA-445F-A420-7499542A0D43}" dt="2022-08-10T05:23:58.002" v="5168" actId="478"/>
          <ac:picMkLst>
            <pc:docMk/>
            <pc:sldMk cId="573867450" sldId="601"/>
            <ac:picMk id="4" creationId="{05AE7B58-517F-40C3-B671-28A02ED5C599}"/>
          </ac:picMkLst>
        </pc:picChg>
        <pc:picChg chg="add mod modCrop">
          <ac:chgData name="Deepika Vatsa" userId="f7100972-27fe-4ee6-8fb4-ec9b7931b409" providerId="ADAL" clId="{18AEA20C-BEAA-445F-A420-7499542A0D43}" dt="2022-08-10T05:24:50.498" v="5200" actId="1076"/>
          <ac:picMkLst>
            <pc:docMk/>
            <pc:sldMk cId="573867450" sldId="601"/>
            <ac:picMk id="5" creationId="{30312C3A-677A-482F-A98F-CF583EE27487}"/>
          </ac:picMkLst>
        </pc:picChg>
      </pc:sldChg>
      <pc:sldChg chg="addSp delSp modSp add mod modNotesTx">
        <pc:chgData name="Deepika Vatsa" userId="f7100972-27fe-4ee6-8fb4-ec9b7931b409" providerId="ADAL" clId="{18AEA20C-BEAA-445F-A420-7499542A0D43}" dt="2022-08-10T05:32:59.168" v="5896" actId="20577"/>
        <pc:sldMkLst>
          <pc:docMk/>
          <pc:sldMk cId="2339495179" sldId="602"/>
        </pc:sldMkLst>
        <pc:spChg chg="mod">
          <ac:chgData name="Deepika Vatsa" userId="f7100972-27fe-4ee6-8fb4-ec9b7931b409" providerId="ADAL" clId="{18AEA20C-BEAA-445F-A420-7499542A0D43}" dt="2022-08-10T05:32:59.168" v="5896" actId="20577"/>
          <ac:spMkLst>
            <pc:docMk/>
            <pc:sldMk cId="2339495179" sldId="602"/>
            <ac:spMk id="2" creationId="{6167DC2D-0072-445E-8CB3-E53407061CE7}"/>
          </ac:spMkLst>
        </pc:spChg>
        <pc:picChg chg="add mod modCrop">
          <ac:chgData name="Deepika Vatsa" userId="f7100972-27fe-4ee6-8fb4-ec9b7931b409" providerId="ADAL" clId="{18AEA20C-BEAA-445F-A420-7499542A0D43}" dt="2022-08-10T05:25:34.089" v="5207" actId="1076"/>
          <ac:picMkLst>
            <pc:docMk/>
            <pc:sldMk cId="2339495179" sldId="602"/>
            <ac:picMk id="4" creationId="{514D486F-82FB-40DB-9433-D8233988356F}"/>
          </ac:picMkLst>
        </pc:picChg>
        <pc:picChg chg="del">
          <ac:chgData name="Deepika Vatsa" userId="f7100972-27fe-4ee6-8fb4-ec9b7931b409" providerId="ADAL" clId="{18AEA20C-BEAA-445F-A420-7499542A0D43}" dt="2022-08-10T05:25:12.919" v="5202" actId="478"/>
          <ac:picMkLst>
            <pc:docMk/>
            <pc:sldMk cId="2339495179" sldId="602"/>
            <ac:picMk id="5" creationId="{30312C3A-677A-482F-A98F-CF583EE27487}"/>
          </ac:picMkLst>
        </pc:picChg>
      </pc:sldChg>
      <pc:sldChg chg="addSp delSp modSp add mod modNotesTx">
        <pc:chgData name="Deepika Vatsa" userId="f7100972-27fe-4ee6-8fb4-ec9b7931b409" providerId="ADAL" clId="{18AEA20C-BEAA-445F-A420-7499542A0D43}" dt="2022-08-10T05:36:43.842" v="6060" actId="1076"/>
        <pc:sldMkLst>
          <pc:docMk/>
          <pc:sldMk cId="4267505518" sldId="603"/>
        </pc:sldMkLst>
        <pc:spChg chg="mod">
          <ac:chgData name="Deepika Vatsa" userId="f7100972-27fe-4ee6-8fb4-ec9b7931b409" providerId="ADAL" clId="{18AEA20C-BEAA-445F-A420-7499542A0D43}" dt="2022-08-10T05:34:47.080" v="5975" actId="20577"/>
          <ac:spMkLst>
            <pc:docMk/>
            <pc:sldMk cId="4267505518" sldId="603"/>
            <ac:spMk id="2" creationId="{6167DC2D-0072-445E-8CB3-E53407061CE7}"/>
          </ac:spMkLst>
        </pc:spChg>
        <pc:picChg chg="del">
          <ac:chgData name="Deepika Vatsa" userId="f7100972-27fe-4ee6-8fb4-ec9b7931b409" providerId="ADAL" clId="{18AEA20C-BEAA-445F-A420-7499542A0D43}" dt="2022-08-10T05:33:44.611" v="5932" actId="478"/>
          <ac:picMkLst>
            <pc:docMk/>
            <pc:sldMk cId="4267505518" sldId="603"/>
            <ac:picMk id="4" creationId="{514D486F-82FB-40DB-9433-D8233988356F}"/>
          </ac:picMkLst>
        </pc:picChg>
        <pc:picChg chg="add del mod modCrop">
          <ac:chgData name="Deepika Vatsa" userId="f7100972-27fe-4ee6-8fb4-ec9b7931b409" providerId="ADAL" clId="{18AEA20C-BEAA-445F-A420-7499542A0D43}" dt="2022-08-10T05:35:32.744" v="6048" actId="478"/>
          <ac:picMkLst>
            <pc:docMk/>
            <pc:sldMk cId="4267505518" sldId="603"/>
            <ac:picMk id="5" creationId="{975A5F0C-68CC-448F-BDF5-37697651E8CF}"/>
          </ac:picMkLst>
        </pc:picChg>
        <pc:picChg chg="add del mod modCrop">
          <ac:chgData name="Deepika Vatsa" userId="f7100972-27fe-4ee6-8fb4-ec9b7931b409" providerId="ADAL" clId="{18AEA20C-BEAA-445F-A420-7499542A0D43}" dt="2022-08-10T05:36:19.734" v="6055" actId="478"/>
          <ac:picMkLst>
            <pc:docMk/>
            <pc:sldMk cId="4267505518" sldId="603"/>
            <ac:picMk id="8" creationId="{25716DB5-31C0-4159-BD1E-2DB0F9F3B5D9}"/>
          </ac:picMkLst>
        </pc:picChg>
        <pc:picChg chg="add mod modCrop">
          <ac:chgData name="Deepika Vatsa" userId="f7100972-27fe-4ee6-8fb4-ec9b7931b409" providerId="ADAL" clId="{18AEA20C-BEAA-445F-A420-7499542A0D43}" dt="2022-08-10T05:36:43.842" v="6060" actId="1076"/>
          <ac:picMkLst>
            <pc:docMk/>
            <pc:sldMk cId="4267505518" sldId="603"/>
            <ac:picMk id="10" creationId="{19BA0B03-7793-4AC5-8737-CC666C6E2402}"/>
          </ac:picMkLst>
        </pc:picChg>
      </pc:sldChg>
      <pc:sldChg chg="add modNotesTx">
        <pc:chgData name="Deepika Vatsa" userId="f7100972-27fe-4ee6-8fb4-ec9b7931b409" providerId="ADAL" clId="{18AEA20C-BEAA-445F-A420-7499542A0D43}" dt="2022-08-10T05:37:35.544" v="6189" actId="20577"/>
        <pc:sldMkLst>
          <pc:docMk/>
          <pc:sldMk cId="2585325527" sldId="604"/>
        </pc:sldMkLst>
      </pc:sldChg>
    </pc:docChg>
  </pc:docChgLst>
  <pc:docChgLst>
    <pc:chgData name="Deepika Vatsa" userId="f7100972-27fe-4ee6-8fb4-ec9b7931b409" providerId="ADAL" clId="{F37C4974-F220-459F-95C5-71112429BD42}"/>
    <pc:docChg chg="undo custSel addSld delSld modSld sldOrd">
      <pc:chgData name="Deepika Vatsa" userId="f7100972-27fe-4ee6-8fb4-ec9b7931b409" providerId="ADAL" clId="{F37C4974-F220-459F-95C5-71112429BD42}" dt="2022-09-19T17:37:15.902" v="3949"/>
      <pc:docMkLst>
        <pc:docMk/>
      </pc:docMkLst>
      <pc:sldChg chg="del">
        <pc:chgData name="Deepika Vatsa" userId="f7100972-27fe-4ee6-8fb4-ec9b7931b409" providerId="ADAL" clId="{F37C4974-F220-459F-95C5-71112429BD42}" dt="2022-09-19T04:49:04.878" v="5" actId="47"/>
        <pc:sldMkLst>
          <pc:docMk/>
          <pc:sldMk cId="492309654" sldId="256"/>
        </pc:sldMkLst>
      </pc:sldChg>
      <pc:sldChg chg="del">
        <pc:chgData name="Deepika Vatsa" userId="f7100972-27fe-4ee6-8fb4-ec9b7931b409" providerId="ADAL" clId="{F37C4974-F220-459F-95C5-71112429BD42}" dt="2022-09-19T04:49:24.539" v="11" actId="47"/>
        <pc:sldMkLst>
          <pc:docMk/>
          <pc:sldMk cId="3472450693" sldId="257"/>
        </pc:sldMkLst>
      </pc:sldChg>
      <pc:sldChg chg="delSp del mod">
        <pc:chgData name="Deepika Vatsa" userId="f7100972-27fe-4ee6-8fb4-ec9b7931b409" providerId="ADAL" clId="{F37C4974-F220-459F-95C5-71112429BD42}" dt="2022-09-19T04:51:00.055" v="36" actId="47"/>
        <pc:sldMkLst>
          <pc:docMk/>
          <pc:sldMk cId="4184969250" sldId="560"/>
        </pc:sldMkLst>
        <pc:spChg chg="del">
          <ac:chgData name="Deepika Vatsa" userId="f7100972-27fe-4ee6-8fb4-ec9b7931b409" providerId="ADAL" clId="{F37C4974-F220-459F-95C5-71112429BD42}" dt="2022-09-19T04:50:49.962" v="33" actId="21"/>
          <ac:spMkLst>
            <pc:docMk/>
            <pc:sldMk cId="4184969250" sldId="560"/>
            <ac:spMk id="6" creationId="{98E0FE6E-8F22-4B9F-9E9F-E2B694DC96D4}"/>
          </ac:spMkLst>
        </pc:spChg>
        <pc:picChg chg="del">
          <ac:chgData name="Deepika Vatsa" userId="f7100972-27fe-4ee6-8fb4-ec9b7931b409" providerId="ADAL" clId="{F37C4974-F220-459F-95C5-71112429BD42}" dt="2022-09-19T04:50:43.792" v="31" actId="21"/>
          <ac:picMkLst>
            <pc:docMk/>
            <pc:sldMk cId="4184969250" sldId="560"/>
            <ac:picMk id="8" creationId="{DFE7DFCE-8DE5-4ACA-8112-DF2E5EE032CE}"/>
          </ac:picMkLst>
        </pc:picChg>
      </pc:sldChg>
      <pc:sldChg chg="addSp delSp modSp mod modNotesTx">
        <pc:chgData name="Deepika Vatsa" userId="f7100972-27fe-4ee6-8fb4-ec9b7931b409" providerId="ADAL" clId="{F37C4974-F220-459F-95C5-71112429BD42}" dt="2022-09-19T04:58:20.648" v="55" actId="113"/>
        <pc:sldMkLst>
          <pc:docMk/>
          <pc:sldMk cId="1127720626" sldId="561"/>
        </pc:sldMkLst>
        <pc:spChg chg="mod">
          <ac:chgData name="Deepika Vatsa" userId="f7100972-27fe-4ee6-8fb4-ec9b7931b409" providerId="ADAL" clId="{F37C4974-F220-459F-95C5-71112429BD42}" dt="2022-09-19T04:50:40.886" v="30" actId="6549"/>
          <ac:spMkLst>
            <pc:docMk/>
            <pc:sldMk cId="1127720626" sldId="561"/>
            <ac:spMk id="2" creationId="{6167DC2D-0072-445E-8CB3-E53407061CE7}"/>
          </ac:spMkLst>
        </pc:spChg>
        <pc:spChg chg="del">
          <ac:chgData name="Deepika Vatsa" userId="f7100972-27fe-4ee6-8fb4-ec9b7931b409" providerId="ADAL" clId="{F37C4974-F220-459F-95C5-71112429BD42}" dt="2022-09-19T04:50:02.680" v="15" actId="478"/>
          <ac:spMkLst>
            <pc:docMk/>
            <pc:sldMk cId="1127720626" sldId="561"/>
            <ac:spMk id="9" creationId="{55A5BFD8-4962-4C89-86F0-4A582AD35F41}"/>
          </ac:spMkLst>
        </pc:spChg>
        <pc:spChg chg="add del mod">
          <ac:chgData name="Deepika Vatsa" userId="f7100972-27fe-4ee6-8fb4-ec9b7931b409" providerId="ADAL" clId="{F37C4974-F220-459F-95C5-71112429BD42}" dt="2022-09-19T04:50:37.470" v="29" actId="478"/>
          <ac:spMkLst>
            <pc:docMk/>
            <pc:sldMk cId="1127720626" sldId="561"/>
            <ac:spMk id="11" creationId="{2F2CF578-B636-43E7-91B0-1E60F93036BC}"/>
          </ac:spMkLst>
        </pc:spChg>
        <pc:spChg chg="add mod">
          <ac:chgData name="Deepika Vatsa" userId="f7100972-27fe-4ee6-8fb4-ec9b7931b409" providerId="ADAL" clId="{F37C4974-F220-459F-95C5-71112429BD42}" dt="2022-09-19T04:58:20.648" v="55" actId="113"/>
          <ac:spMkLst>
            <pc:docMk/>
            <pc:sldMk cId="1127720626" sldId="561"/>
            <ac:spMk id="13" creationId="{6DB75822-3CA7-436B-B52A-22577AA8FB63}"/>
          </ac:spMkLst>
        </pc:spChg>
        <pc:picChg chg="add del mod">
          <ac:chgData name="Deepika Vatsa" userId="f7100972-27fe-4ee6-8fb4-ec9b7931b409" providerId="ADAL" clId="{F37C4974-F220-459F-95C5-71112429BD42}" dt="2022-09-19T04:50:24.039" v="24" actId="478"/>
          <ac:picMkLst>
            <pc:docMk/>
            <pc:sldMk cId="1127720626" sldId="561"/>
            <ac:picMk id="10" creationId="{99D03AE6-483B-4DF4-AD52-6F8714FD334D}"/>
          </ac:picMkLst>
        </pc:picChg>
        <pc:picChg chg="add mod">
          <ac:chgData name="Deepika Vatsa" userId="f7100972-27fe-4ee6-8fb4-ec9b7931b409" providerId="ADAL" clId="{F37C4974-F220-459F-95C5-71112429BD42}" dt="2022-09-19T04:50:45.495" v="32"/>
          <ac:picMkLst>
            <pc:docMk/>
            <pc:sldMk cId="1127720626" sldId="561"/>
            <ac:picMk id="12" creationId="{5E9DAC2E-B8A2-4DA6-BEF4-2C993E7C754E}"/>
          </ac:picMkLst>
        </pc:picChg>
      </pc:sldChg>
      <pc:sldChg chg="modSp mod">
        <pc:chgData name="Deepika Vatsa" userId="f7100972-27fe-4ee6-8fb4-ec9b7931b409" providerId="ADAL" clId="{F37C4974-F220-459F-95C5-71112429BD42}" dt="2022-09-19T10:37:04.366" v="3788" actId="113"/>
        <pc:sldMkLst>
          <pc:docMk/>
          <pc:sldMk cId="2722501262" sldId="583"/>
        </pc:sldMkLst>
        <pc:spChg chg="mod">
          <ac:chgData name="Deepika Vatsa" userId="f7100972-27fe-4ee6-8fb4-ec9b7931b409" providerId="ADAL" clId="{F37C4974-F220-459F-95C5-71112429BD42}" dt="2022-09-19T10:37:04.366" v="3788" actId="113"/>
          <ac:spMkLst>
            <pc:docMk/>
            <pc:sldMk cId="2722501262" sldId="583"/>
            <ac:spMk id="11" creationId="{9F5D1653-CA60-43A9-B8A2-156757479F5A}"/>
          </ac:spMkLst>
        </pc:spChg>
      </pc:sldChg>
      <pc:sldChg chg="delSp del mod">
        <pc:chgData name="Deepika Vatsa" userId="f7100972-27fe-4ee6-8fb4-ec9b7931b409" providerId="ADAL" clId="{F37C4974-F220-459F-95C5-71112429BD42}" dt="2022-09-19T04:50:32.206" v="27" actId="47"/>
        <pc:sldMkLst>
          <pc:docMk/>
          <pc:sldMk cId="4154716115" sldId="589"/>
        </pc:sldMkLst>
        <pc:spChg chg="del">
          <ac:chgData name="Deepika Vatsa" userId="f7100972-27fe-4ee6-8fb4-ec9b7931b409" providerId="ADAL" clId="{F37C4974-F220-459F-95C5-71112429BD42}" dt="2022-09-19T04:50:28.520" v="25" actId="21"/>
          <ac:spMkLst>
            <pc:docMk/>
            <pc:sldMk cId="4154716115" sldId="589"/>
            <ac:spMk id="6" creationId="{98E0FE6E-8F22-4B9F-9E9F-E2B694DC96D4}"/>
          </ac:spMkLst>
        </pc:spChg>
      </pc:sldChg>
      <pc:sldChg chg="delSp modSp del mod">
        <pc:chgData name="Deepika Vatsa" userId="f7100972-27fe-4ee6-8fb4-ec9b7931b409" providerId="ADAL" clId="{F37C4974-F220-459F-95C5-71112429BD42}" dt="2022-09-19T04:50:18.836" v="22" actId="47"/>
        <pc:sldMkLst>
          <pc:docMk/>
          <pc:sldMk cId="2174576397" sldId="590"/>
        </pc:sldMkLst>
        <pc:spChg chg="mod">
          <ac:chgData name="Deepika Vatsa" userId="f7100972-27fe-4ee6-8fb4-ec9b7931b409" providerId="ADAL" clId="{F37C4974-F220-459F-95C5-71112429BD42}" dt="2022-09-19T04:50:10.881" v="18" actId="21"/>
          <ac:spMkLst>
            <pc:docMk/>
            <pc:sldMk cId="2174576397" sldId="590"/>
            <ac:spMk id="2" creationId="{6167DC2D-0072-445E-8CB3-E53407061CE7}"/>
          </ac:spMkLst>
        </pc:spChg>
        <pc:picChg chg="del mod">
          <ac:chgData name="Deepika Vatsa" userId="f7100972-27fe-4ee6-8fb4-ec9b7931b409" providerId="ADAL" clId="{F37C4974-F220-459F-95C5-71112429BD42}" dt="2022-09-19T04:49:59.662" v="14" actId="21"/>
          <ac:picMkLst>
            <pc:docMk/>
            <pc:sldMk cId="2174576397" sldId="590"/>
            <ac:picMk id="4" creationId="{62AFE5BE-ADFC-49B8-BDFB-C642CCC9552A}"/>
          </ac:picMkLst>
        </pc:picChg>
      </pc:sldChg>
      <pc:sldChg chg="addSp modSp mod">
        <pc:chgData name="Deepika Vatsa" userId="f7100972-27fe-4ee6-8fb4-ec9b7931b409" providerId="ADAL" clId="{F37C4974-F220-459F-95C5-71112429BD42}" dt="2022-09-19T05:24:25.372" v="288" actId="14100"/>
        <pc:sldMkLst>
          <pc:docMk/>
          <pc:sldMk cId="2579858776" sldId="591"/>
        </pc:sldMkLst>
        <pc:spChg chg="mod">
          <ac:chgData name="Deepika Vatsa" userId="f7100972-27fe-4ee6-8fb4-ec9b7931b409" providerId="ADAL" clId="{F37C4974-F220-459F-95C5-71112429BD42}" dt="2022-09-19T05:11:15.118" v="119" actId="6549"/>
          <ac:spMkLst>
            <pc:docMk/>
            <pc:sldMk cId="2579858776" sldId="591"/>
            <ac:spMk id="9" creationId="{55A5BFD8-4962-4C89-86F0-4A582AD35F41}"/>
          </ac:spMkLst>
        </pc:spChg>
        <pc:picChg chg="add mod modCrop">
          <ac:chgData name="Deepika Vatsa" userId="f7100972-27fe-4ee6-8fb4-ec9b7931b409" providerId="ADAL" clId="{F37C4974-F220-459F-95C5-71112429BD42}" dt="2022-09-19T05:24:25.372" v="288" actId="14100"/>
          <ac:picMkLst>
            <pc:docMk/>
            <pc:sldMk cId="2579858776" sldId="591"/>
            <ac:picMk id="4" creationId="{05A48E4F-27E6-44B4-AE0B-E5C3E58572AB}"/>
          </ac:picMkLst>
        </pc:picChg>
      </pc:sldChg>
      <pc:sldChg chg="addSp delSp modSp mod modNotesTx">
        <pc:chgData name="Deepika Vatsa" userId="f7100972-27fe-4ee6-8fb4-ec9b7931b409" providerId="ADAL" clId="{F37C4974-F220-459F-95C5-71112429BD42}" dt="2022-09-19T17:35:43.665" v="3948" actId="20577"/>
        <pc:sldMkLst>
          <pc:docMk/>
          <pc:sldMk cId="989767306" sldId="592"/>
        </pc:sldMkLst>
        <pc:spChg chg="mod">
          <ac:chgData name="Deepika Vatsa" userId="f7100972-27fe-4ee6-8fb4-ec9b7931b409" providerId="ADAL" clId="{F37C4974-F220-459F-95C5-71112429BD42}" dt="2022-09-19T05:55:54.135" v="711" actId="20577"/>
          <ac:spMkLst>
            <pc:docMk/>
            <pc:sldMk cId="989767306" sldId="592"/>
            <ac:spMk id="2" creationId="{6167DC2D-0072-445E-8CB3-E53407061CE7}"/>
          </ac:spMkLst>
        </pc:spChg>
        <pc:spChg chg="mod">
          <ac:chgData name="Deepika Vatsa" userId="f7100972-27fe-4ee6-8fb4-ec9b7931b409" providerId="ADAL" clId="{F37C4974-F220-459F-95C5-71112429BD42}" dt="2022-09-19T17:35:43.665" v="3948" actId="20577"/>
          <ac:spMkLst>
            <pc:docMk/>
            <pc:sldMk cId="989767306" sldId="592"/>
            <ac:spMk id="9" creationId="{55A5BFD8-4962-4C89-86F0-4A582AD35F41}"/>
          </ac:spMkLst>
        </pc:spChg>
        <pc:grpChg chg="del mod">
          <ac:chgData name="Deepika Vatsa" userId="f7100972-27fe-4ee6-8fb4-ec9b7931b409" providerId="ADAL" clId="{F37C4974-F220-459F-95C5-71112429BD42}" dt="2022-09-19T08:20:06.357" v="968" actId="478"/>
          <ac:grpSpMkLst>
            <pc:docMk/>
            <pc:sldMk cId="989767306" sldId="592"/>
            <ac:grpSpMk id="7" creationId="{90D64251-1867-49A6-A318-03689CF78AD5}"/>
          </ac:grpSpMkLst>
        </pc:grpChg>
        <pc:grpChg chg="del mod">
          <ac:chgData name="Deepika Vatsa" userId="f7100972-27fe-4ee6-8fb4-ec9b7931b409" providerId="ADAL" clId="{F37C4974-F220-459F-95C5-71112429BD42}" dt="2022-09-19T08:20:50.912" v="983"/>
          <ac:grpSpMkLst>
            <pc:docMk/>
            <pc:sldMk cId="989767306" sldId="592"/>
            <ac:grpSpMk id="16" creationId="{EBB8CB73-55F8-4813-BB25-56EF746F027F}"/>
          </ac:grpSpMkLst>
        </pc:grpChg>
        <pc:grpChg chg="del mod">
          <ac:chgData name="Deepika Vatsa" userId="f7100972-27fe-4ee6-8fb4-ec9b7931b409" providerId="ADAL" clId="{F37C4974-F220-459F-95C5-71112429BD42}" dt="2022-09-19T08:20:51.928" v="985"/>
          <ac:grpSpMkLst>
            <pc:docMk/>
            <pc:sldMk cId="989767306" sldId="592"/>
            <ac:grpSpMk id="26" creationId="{4F6998EB-7B9C-4C92-9A89-B8067C23481F}"/>
          </ac:grpSpMkLst>
        </pc:grpChg>
        <pc:grpChg chg="del mod">
          <ac:chgData name="Deepika Vatsa" userId="f7100972-27fe-4ee6-8fb4-ec9b7931b409" providerId="ADAL" clId="{F37C4974-F220-459F-95C5-71112429BD42}" dt="2022-09-19T08:20:53.740" v="988"/>
          <ac:grpSpMkLst>
            <pc:docMk/>
            <pc:sldMk cId="989767306" sldId="592"/>
            <ac:grpSpMk id="28" creationId="{0DE9C288-D827-48AE-84A5-7DC21461BFA7}"/>
          </ac:grpSpMkLst>
        </pc:grpChg>
        <pc:grpChg chg="del mod">
          <ac:chgData name="Deepika Vatsa" userId="f7100972-27fe-4ee6-8fb4-ec9b7931b409" providerId="ADAL" clId="{F37C4974-F220-459F-95C5-71112429BD42}" dt="2022-09-19T08:21:23.550" v="990" actId="478"/>
          <ac:grpSpMkLst>
            <pc:docMk/>
            <pc:sldMk cId="989767306" sldId="592"/>
            <ac:grpSpMk id="31" creationId="{EBD3BD36-5FDC-4BD1-A9E4-AF1AA3EF3965}"/>
          </ac:grpSpMkLst>
        </pc:grpChg>
        <pc:grpChg chg="del mod">
          <ac:chgData name="Deepika Vatsa" userId="f7100972-27fe-4ee6-8fb4-ec9b7931b409" providerId="ADAL" clId="{F37C4974-F220-459F-95C5-71112429BD42}" dt="2022-09-19T08:22:13.423" v="999"/>
          <ac:grpSpMkLst>
            <pc:docMk/>
            <pc:sldMk cId="989767306" sldId="592"/>
            <ac:grpSpMk id="36" creationId="{3CB5C02B-124B-4094-8FF6-1858F5C2A705}"/>
          </ac:grpSpMkLst>
        </pc:grpChg>
        <pc:grpChg chg="del mod">
          <ac:chgData name="Deepika Vatsa" userId="f7100972-27fe-4ee6-8fb4-ec9b7931b409" providerId="ADAL" clId="{F37C4974-F220-459F-95C5-71112429BD42}" dt="2022-09-19T08:23:22.260" v="1037"/>
          <ac:grpSpMkLst>
            <pc:docMk/>
            <pc:sldMk cId="989767306" sldId="592"/>
            <ac:grpSpMk id="39" creationId="{AFAD0FEA-04CC-4F55-BAE5-66B581899855}"/>
          </ac:grpSpMkLst>
        </pc:grpChg>
        <pc:grpChg chg="del mod">
          <ac:chgData name="Deepika Vatsa" userId="f7100972-27fe-4ee6-8fb4-ec9b7931b409" providerId="ADAL" clId="{F37C4974-F220-459F-95C5-71112429BD42}" dt="2022-09-19T08:22:19.527" v="1008"/>
          <ac:grpSpMkLst>
            <pc:docMk/>
            <pc:sldMk cId="989767306" sldId="592"/>
            <ac:grpSpMk id="43" creationId="{A8F2CC08-913E-4B35-AAB9-AE2A6533B4F7}"/>
          </ac:grpSpMkLst>
        </pc:grpChg>
        <pc:grpChg chg="del mod">
          <ac:chgData name="Deepika Vatsa" userId="f7100972-27fe-4ee6-8fb4-ec9b7931b409" providerId="ADAL" clId="{F37C4974-F220-459F-95C5-71112429BD42}" dt="2022-09-19T08:23:22.260" v="1037"/>
          <ac:grpSpMkLst>
            <pc:docMk/>
            <pc:sldMk cId="989767306" sldId="592"/>
            <ac:grpSpMk id="48" creationId="{81021328-8D7A-411F-A6CB-E7DC1D4D6DF0}"/>
          </ac:grpSpMkLst>
        </pc:grpChg>
        <pc:grpChg chg="del mod">
          <ac:chgData name="Deepika Vatsa" userId="f7100972-27fe-4ee6-8fb4-ec9b7931b409" providerId="ADAL" clId="{F37C4974-F220-459F-95C5-71112429BD42}" dt="2022-09-19T08:22:22.539" v="1013"/>
          <ac:grpSpMkLst>
            <pc:docMk/>
            <pc:sldMk cId="989767306" sldId="592"/>
            <ac:grpSpMk id="51" creationId="{2ABABE4D-20B3-437B-986A-CFED9570F07B}"/>
          </ac:grpSpMkLst>
        </pc:grpChg>
        <pc:grpChg chg="del mod">
          <ac:chgData name="Deepika Vatsa" userId="f7100972-27fe-4ee6-8fb4-ec9b7931b409" providerId="ADAL" clId="{F37C4974-F220-459F-95C5-71112429BD42}" dt="2022-09-19T08:23:22.260" v="1037"/>
          <ac:grpSpMkLst>
            <pc:docMk/>
            <pc:sldMk cId="989767306" sldId="592"/>
            <ac:grpSpMk id="53" creationId="{B95843E8-7043-4BA2-BE1E-C8571E50AF8F}"/>
          </ac:grpSpMkLst>
        </pc:grpChg>
        <pc:grpChg chg="del mod">
          <ac:chgData name="Deepika Vatsa" userId="f7100972-27fe-4ee6-8fb4-ec9b7931b409" providerId="ADAL" clId="{F37C4974-F220-459F-95C5-71112429BD42}" dt="2022-09-19T08:23:56.058" v="1051"/>
          <ac:grpSpMkLst>
            <pc:docMk/>
            <pc:sldMk cId="989767306" sldId="592"/>
            <ac:grpSpMk id="58" creationId="{3494EF5C-2AF3-4714-817E-B2A92AAA2DA0}"/>
          </ac:grpSpMkLst>
        </pc:grpChg>
        <pc:grpChg chg="del mod">
          <ac:chgData name="Deepika Vatsa" userId="f7100972-27fe-4ee6-8fb4-ec9b7931b409" providerId="ADAL" clId="{F37C4974-F220-459F-95C5-71112429BD42}" dt="2022-09-19T08:23:56.058" v="1051"/>
          <ac:grpSpMkLst>
            <pc:docMk/>
            <pc:sldMk cId="989767306" sldId="592"/>
            <ac:grpSpMk id="64" creationId="{D09428B5-A9D7-4477-910D-B15E3CE6F0CE}"/>
          </ac:grpSpMkLst>
        </pc:grpChg>
        <pc:grpChg chg="mod">
          <ac:chgData name="Deepika Vatsa" userId="f7100972-27fe-4ee6-8fb4-ec9b7931b409" providerId="ADAL" clId="{F37C4974-F220-459F-95C5-71112429BD42}" dt="2022-09-19T08:24:16.114" v="1097" actId="1036"/>
          <ac:grpSpMkLst>
            <pc:docMk/>
            <pc:sldMk cId="989767306" sldId="592"/>
            <ac:grpSpMk id="71" creationId="{3B54604F-86B2-42EB-AA43-86981D44A1DA}"/>
          </ac:grpSpMkLst>
        </pc:grpChg>
        <pc:grpChg chg="del mod">
          <ac:chgData name="Deepika Vatsa" userId="f7100972-27fe-4ee6-8fb4-ec9b7931b409" providerId="ADAL" clId="{F37C4974-F220-459F-95C5-71112429BD42}" dt="2022-09-19T08:24:00.279" v="1055"/>
          <ac:grpSpMkLst>
            <pc:docMk/>
            <pc:sldMk cId="989767306" sldId="592"/>
            <ac:grpSpMk id="74" creationId="{2A8FF2C1-F054-4679-B74A-5050E45562F7}"/>
          </ac:grpSpMkLst>
        </pc:grpChg>
        <pc:grpChg chg="del mod">
          <ac:chgData name="Deepika Vatsa" userId="f7100972-27fe-4ee6-8fb4-ec9b7931b409" providerId="ADAL" clId="{F37C4974-F220-459F-95C5-71112429BD42}" dt="2022-09-19T08:23:29.243" v="1044"/>
          <ac:grpSpMkLst>
            <pc:docMk/>
            <pc:sldMk cId="989767306" sldId="592"/>
            <ac:grpSpMk id="81" creationId="{8E85D32F-C34D-4650-A8AA-15D75533BF95}"/>
          </ac:grpSpMkLst>
        </pc:grpChg>
        <pc:grpChg chg="mod">
          <ac:chgData name="Deepika Vatsa" userId="f7100972-27fe-4ee6-8fb4-ec9b7931b409" providerId="ADAL" clId="{F37C4974-F220-459F-95C5-71112429BD42}" dt="2022-09-19T08:24:16.114" v="1097" actId="1036"/>
          <ac:grpSpMkLst>
            <pc:docMk/>
            <pc:sldMk cId="989767306" sldId="592"/>
            <ac:grpSpMk id="82" creationId="{D41D372D-E285-4AF0-8CDD-1C89C788AE1A}"/>
          </ac:grpSpMkLst>
        </pc:grpChg>
        <pc:grpChg chg="del mod">
          <ac:chgData name="Deepika Vatsa" userId="f7100972-27fe-4ee6-8fb4-ec9b7931b409" providerId="ADAL" clId="{F37C4974-F220-459F-95C5-71112429BD42}" dt="2022-09-19T08:24:00.279" v="1055"/>
          <ac:grpSpMkLst>
            <pc:docMk/>
            <pc:sldMk cId="989767306" sldId="592"/>
            <ac:grpSpMk id="89" creationId="{E6634734-A900-4BEE-B264-9CA8D7C9B2A8}"/>
          </ac:grpSpMkLst>
        </pc:grpChg>
        <pc:grpChg chg="mod">
          <ac:chgData name="Deepika Vatsa" userId="f7100972-27fe-4ee6-8fb4-ec9b7931b409" providerId="ADAL" clId="{F37C4974-F220-459F-95C5-71112429BD42}" dt="2022-09-19T08:24:16.114" v="1097" actId="1036"/>
          <ac:grpSpMkLst>
            <pc:docMk/>
            <pc:sldMk cId="989767306" sldId="592"/>
            <ac:grpSpMk id="93" creationId="{A6AE6F69-13F2-4A69-83BF-76522F784E03}"/>
          </ac:grpSpMkLst>
        </pc:grpChg>
        <pc:picChg chg="del mod modCrop">
          <ac:chgData name="Deepika Vatsa" userId="f7100972-27fe-4ee6-8fb4-ec9b7931b409" providerId="ADAL" clId="{F37C4974-F220-459F-95C5-71112429BD42}" dt="2022-09-19T08:24:04.531" v="1056" actId="478"/>
          <ac:picMkLst>
            <pc:docMk/>
            <pc:sldMk cId="989767306" sldId="592"/>
            <ac:picMk id="4" creationId="{BD33A323-1BBF-477B-B11E-32FFF3EE6D1B}"/>
          </ac:picMkLst>
        </pc:picChg>
        <pc:inkChg chg="add mod">
          <ac:chgData name="Deepika Vatsa" userId="f7100972-27fe-4ee6-8fb4-ec9b7931b409" providerId="ADAL" clId="{F37C4974-F220-459F-95C5-71112429BD42}" dt="2022-09-19T08:20:03.310" v="967"/>
          <ac:inkMkLst>
            <pc:docMk/>
            <pc:sldMk cId="989767306" sldId="592"/>
            <ac:inkMk id="3" creationId="{4442A4E7-5319-467E-9D7F-3609A871FB39}"/>
          </ac:inkMkLst>
        </pc:inkChg>
        <pc:inkChg chg="add mod">
          <ac:chgData name="Deepika Vatsa" userId="f7100972-27fe-4ee6-8fb4-ec9b7931b409" providerId="ADAL" clId="{F37C4974-F220-459F-95C5-71112429BD42}" dt="2022-09-19T08:20:03.310" v="967"/>
          <ac:inkMkLst>
            <pc:docMk/>
            <pc:sldMk cId="989767306" sldId="592"/>
            <ac:inkMk id="5" creationId="{889728C2-4C08-4F29-945B-8E762DE32893}"/>
          </ac:inkMkLst>
        </pc:inkChg>
        <pc:inkChg chg="add del">
          <ac:chgData name="Deepika Vatsa" userId="f7100972-27fe-4ee6-8fb4-ec9b7931b409" providerId="ADAL" clId="{F37C4974-F220-459F-95C5-71112429BD42}" dt="2022-09-19T08:20:14.626" v="970" actId="478"/>
          <ac:inkMkLst>
            <pc:docMk/>
            <pc:sldMk cId="989767306" sldId="592"/>
            <ac:inkMk id="8" creationId="{59F75CA1-D98F-4194-B346-EB548D37D84A}"/>
          </ac:inkMkLst>
        </pc:inkChg>
        <pc:inkChg chg="add mod">
          <ac:chgData name="Deepika Vatsa" userId="f7100972-27fe-4ee6-8fb4-ec9b7931b409" providerId="ADAL" clId="{F37C4974-F220-459F-95C5-71112429BD42}" dt="2022-09-19T08:20:53.740" v="988"/>
          <ac:inkMkLst>
            <pc:docMk/>
            <pc:sldMk cId="989767306" sldId="592"/>
            <ac:inkMk id="10" creationId="{72C4F267-EEEE-4B21-8C28-B069A58B2898}"/>
          </ac:inkMkLst>
        </pc:inkChg>
        <pc:inkChg chg="add mod">
          <ac:chgData name="Deepika Vatsa" userId="f7100972-27fe-4ee6-8fb4-ec9b7931b409" providerId="ADAL" clId="{F37C4974-F220-459F-95C5-71112429BD42}" dt="2022-09-19T08:20:53.740" v="988"/>
          <ac:inkMkLst>
            <pc:docMk/>
            <pc:sldMk cId="989767306" sldId="592"/>
            <ac:inkMk id="11" creationId="{DDD9A7B6-4F0A-4A2F-8622-E6483DBECF0D}"/>
          </ac:inkMkLst>
        </pc:inkChg>
        <pc:inkChg chg="add mod">
          <ac:chgData name="Deepika Vatsa" userId="f7100972-27fe-4ee6-8fb4-ec9b7931b409" providerId="ADAL" clId="{F37C4974-F220-459F-95C5-71112429BD42}" dt="2022-09-19T08:20:53.740" v="988"/>
          <ac:inkMkLst>
            <pc:docMk/>
            <pc:sldMk cId="989767306" sldId="592"/>
            <ac:inkMk id="12" creationId="{720C7219-A2CA-4EE1-991E-E1B1CE3AE0C8}"/>
          </ac:inkMkLst>
        </pc:inkChg>
        <pc:inkChg chg="add mod">
          <ac:chgData name="Deepika Vatsa" userId="f7100972-27fe-4ee6-8fb4-ec9b7931b409" providerId="ADAL" clId="{F37C4974-F220-459F-95C5-71112429BD42}" dt="2022-09-19T08:20:53.740" v="988"/>
          <ac:inkMkLst>
            <pc:docMk/>
            <pc:sldMk cId="989767306" sldId="592"/>
            <ac:inkMk id="13" creationId="{55FC6688-52AB-4724-917D-02F699D8043B}"/>
          </ac:inkMkLst>
        </pc:inkChg>
        <pc:inkChg chg="add mod">
          <ac:chgData name="Deepika Vatsa" userId="f7100972-27fe-4ee6-8fb4-ec9b7931b409" providerId="ADAL" clId="{F37C4974-F220-459F-95C5-71112429BD42}" dt="2022-09-19T08:20:53.740" v="988"/>
          <ac:inkMkLst>
            <pc:docMk/>
            <pc:sldMk cId="989767306" sldId="592"/>
            <ac:inkMk id="14" creationId="{D4DA429E-E6D0-4B13-A089-E18132B74680}"/>
          </ac:inkMkLst>
        </pc:inkChg>
        <pc:inkChg chg="add del">
          <ac:chgData name="Deepika Vatsa" userId="f7100972-27fe-4ee6-8fb4-ec9b7931b409" providerId="ADAL" clId="{F37C4974-F220-459F-95C5-71112429BD42}" dt="2022-09-19T08:21:26.079" v="991" actId="478"/>
          <ac:inkMkLst>
            <pc:docMk/>
            <pc:sldMk cId="989767306" sldId="592"/>
            <ac:inkMk id="18" creationId="{FBB1F56E-44AC-40BE-93A5-7155114C2DDE}"/>
          </ac:inkMkLst>
        </pc:inkChg>
        <pc:inkChg chg="add mod">
          <ac:chgData name="Deepika Vatsa" userId="f7100972-27fe-4ee6-8fb4-ec9b7931b409" providerId="ADAL" clId="{F37C4974-F220-459F-95C5-71112429BD42}" dt="2022-09-19T08:20:53.740" v="988"/>
          <ac:inkMkLst>
            <pc:docMk/>
            <pc:sldMk cId="989767306" sldId="592"/>
            <ac:inkMk id="20" creationId="{E884E46E-FF19-412E-98A8-2FEA592F877B}"/>
          </ac:inkMkLst>
        </pc:inkChg>
        <pc:inkChg chg="add mod">
          <ac:chgData name="Deepika Vatsa" userId="f7100972-27fe-4ee6-8fb4-ec9b7931b409" providerId="ADAL" clId="{F37C4974-F220-459F-95C5-71112429BD42}" dt="2022-09-19T08:20:53.740" v="988"/>
          <ac:inkMkLst>
            <pc:docMk/>
            <pc:sldMk cId="989767306" sldId="592"/>
            <ac:inkMk id="22" creationId="{C3921919-4138-45CE-A408-0CD68A0A1F1C}"/>
          </ac:inkMkLst>
        </pc:inkChg>
        <pc:inkChg chg="add mod">
          <ac:chgData name="Deepika Vatsa" userId="f7100972-27fe-4ee6-8fb4-ec9b7931b409" providerId="ADAL" clId="{F37C4974-F220-459F-95C5-71112429BD42}" dt="2022-09-19T08:20:53.740" v="988"/>
          <ac:inkMkLst>
            <pc:docMk/>
            <pc:sldMk cId="989767306" sldId="592"/>
            <ac:inkMk id="23" creationId="{5C1D2FEF-8047-4B70-96CD-5C67E91800BD}"/>
          </ac:inkMkLst>
        </pc:inkChg>
        <pc:inkChg chg="add mod">
          <ac:chgData name="Deepika Vatsa" userId="f7100972-27fe-4ee6-8fb4-ec9b7931b409" providerId="ADAL" clId="{F37C4974-F220-459F-95C5-71112429BD42}" dt="2022-09-19T08:20:53.740" v="988"/>
          <ac:inkMkLst>
            <pc:docMk/>
            <pc:sldMk cId="989767306" sldId="592"/>
            <ac:inkMk id="24" creationId="{E4AC051E-3D1E-4351-94B7-F667E476E9E2}"/>
          </ac:inkMkLst>
        </pc:inkChg>
        <pc:inkChg chg="add mod">
          <ac:chgData name="Deepika Vatsa" userId="f7100972-27fe-4ee6-8fb4-ec9b7931b409" providerId="ADAL" clId="{F37C4974-F220-459F-95C5-71112429BD42}" dt="2022-09-19T08:20:53.740" v="988"/>
          <ac:inkMkLst>
            <pc:docMk/>
            <pc:sldMk cId="989767306" sldId="592"/>
            <ac:inkMk id="25" creationId="{D564CBF8-021B-4DD6-AD19-7E8B0278CC05}"/>
          </ac:inkMkLst>
        </pc:inkChg>
        <pc:inkChg chg="add mod">
          <ac:chgData name="Deepika Vatsa" userId="f7100972-27fe-4ee6-8fb4-ec9b7931b409" providerId="ADAL" clId="{F37C4974-F220-459F-95C5-71112429BD42}" dt="2022-09-19T08:20:53.740" v="988"/>
          <ac:inkMkLst>
            <pc:docMk/>
            <pc:sldMk cId="989767306" sldId="592"/>
            <ac:inkMk id="27" creationId="{14961A5F-0023-4B31-A7C9-9729BD907561}"/>
          </ac:inkMkLst>
        </pc:inkChg>
        <pc:inkChg chg="add mod">
          <ac:chgData name="Deepika Vatsa" userId="f7100972-27fe-4ee6-8fb4-ec9b7931b409" providerId="ADAL" clId="{F37C4974-F220-459F-95C5-71112429BD42}" dt="2022-09-19T08:20:53.740" v="988"/>
          <ac:inkMkLst>
            <pc:docMk/>
            <pc:sldMk cId="989767306" sldId="592"/>
            <ac:inkMk id="29" creationId="{B4BD5A70-7BEF-4129-8E0A-F9AD6E9FAF6B}"/>
          </ac:inkMkLst>
        </pc:inkChg>
        <pc:inkChg chg="add mod">
          <ac:chgData name="Deepika Vatsa" userId="f7100972-27fe-4ee6-8fb4-ec9b7931b409" providerId="ADAL" clId="{F37C4974-F220-459F-95C5-71112429BD42}" dt="2022-09-19T08:20:53.740" v="988"/>
          <ac:inkMkLst>
            <pc:docMk/>
            <pc:sldMk cId="989767306" sldId="592"/>
            <ac:inkMk id="30" creationId="{BC668E33-DC90-4161-BE89-76D5DA5CFB65}"/>
          </ac:inkMkLst>
        </pc:inkChg>
        <pc:inkChg chg="add mod">
          <ac:chgData name="Deepika Vatsa" userId="f7100972-27fe-4ee6-8fb4-ec9b7931b409" providerId="ADAL" clId="{F37C4974-F220-459F-95C5-71112429BD42}" dt="2022-09-19T08:24:16.114" v="1097" actId="1036"/>
          <ac:inkMkLst>
            <pc:docMk/>
            <pc:sldMk cId="989767306" sldId="592"/>
            <ac:inkMk id="32" creationId="{0C92AE92-30AA-40E9-AF27-03A4D671179E}"/>
          </ac:inkMkLst>
        </pc:inkChg>
        <pc:inkChg chg="add mod">
          <ac:chgData name="Deepika Vatsa" userId="f7100972-27fe-4ee6-8fb4-ec9b7931b409" providerId="ADAL" clId="{F37C4974-F220-459F-95C5-71112429BD42}" dt="2022-09-19T08:24:16.114" v="1097" actId="1036"/>
          <ac:inkMkLst>
            <pc:docMk/>
            <pc:sldMk cId="989767306" sldId="592"/>
            <ac:inkMk id="33" creationId="{A9ACA8FF-DB33-4637-8938-D678A141C41C}"/>
          </ac:inkMkLst>
        </pc:inkChg>
        <pc:inkChg chg="add mod">
          <ac:chgData name="Deepika Vatsa" userId="f7100972-27fe-4ee6-8fb4-ec9b7931b409" providerId="ADAL" clId="{F37C4974-F220-459F-95C5-71112429BD42}" dt="2022-09-19T08:24:16.114" v="1097" actId="1036"/>
          <ac:inkMkLst>
            <pc:docMk/>
            <pc:sldMk cId="989767306" sldId="592"/>
            <ac:inkMk id="34" creationId="{6C6F0FB8-6825-4FB8-95FD-A9714E410C04}"/>
          </ac:inkMkLst>
        </pc:inkChg>
        <pc:inkChg chg="add mod">
          <ac:chgData name="Deepika Vatsa" userId="f7100972-27fe-4ee6-8fb4-ec9b7931b409" providerId="ADAL" clId="{F37C4974-F220-459F-95C5-71112429BD42}" dt="2022-09-19T08:24:16.114" v="1097" actId="1036"/>
          <ac:inkMkLst>
            <pc:docMk/>
            <pc:sldMk cId="989767306" sldId="592"/>
            <ac:inkMk id="35" creationId="{D57615D3-1669-48F1-9403-24FCA1389B8D}"/>
          </ac:inkMkLst>
        </pc:inkChg>
        <pc:inkChg chg="add mod">
          <ac:chgData name="Deepika Vatsa" userId="f7100972-27fe-4ee6-8fb4-ec9b7931b409" providerId="ADAL" clId="{F37C4974-F220-459F-95C5-71112429BD42}" dt="2022-09-19T08:24:16.114" v="1097" actId="1036"/>
          <ac:inkMkLst>
            <pc:docMk/>
            <pc:sldMk cId="989767306" sldId="592"/>
            <ac:inkMk id="37" creationId="{1412F487-5C3E-4F2E-8589-9C4B3B15888C}"/>
          </ac:inkMkLst>
        </pc:inkChg>
        <pc:inkChg chg="add mod">
          <ac:chgData name="Deepika Vatsa" userId="f7100972-27fe-4ee6-8fb4-ec9b7931b409" providerId="ADAL" clId="{F37C4974-F220-459F-95C5-71112429BD42}" dt="2022-09-19T08:24:16.114" v="1097" actId="1036"/>
          <ac:inkMkLst>
            <pc:docMk/>
            <pc:sldMk cId="989767306" sldId="592"/>
            <ac:inkMk id="38" creationId="{8FFDB4A8-AF20-4DB2-8F35-60195E1CC517}"/>
          </ac:inkMkLst>
        </pc:inkChg>
        <pc:inkChg chg="add mod">
          <ac:chgData name="Deepika Vatsa" userId="f7100972-27fe-4ee6-8fb4-ec9b7931b409" providerId="ADAL" clId="{F37C4974-F220-459F-95C5-71112429BD42}" dt="2022-09-19T08:24:00.279" v="1055"/>
          <ac:inkMkLst>
            <pc:docMk/>
            <pc:sldMk cId="989767306" sldId="592"/>
            <ac:inkMk id="40" creationId="{392E0537-DFD0-486F-A87A-8FA0A0C94A06}"/>
          </ac:inkMkLst>
        </pc:inkChg>
        <pc:inkChg chg="add mod">
          <ac:chgData name="Deepika Vatsa" userId="f7100972-27fe-4ee6-8fb4-ec9b7931b409" providerId="ADAL" clId="{F37C4974-F220-459F-95C5-71112429BD42}" dt="2022-09-19T08:24:00.279" v="1055"/>
          <ac:inkMkLst>
            <pc:docMk/>
            <pc:sldMk cId="989767306" sldId="592"/>
            <ac:inkMk id="41" creationId="{078C8D79-C9E1-4123-956B-79654DEB43BA}"/>
          </ac:inkMkLst>
        </pc:inkChg>
        <pc:inkChg chg="add mod">
          <ac:chgData name="Deepika Vatsa" userId="f7100972-27fe-4ee6-8fb4-ec9b7931b409" providerId="ADAL" clId="{F37C4974-F220-459F-95C5-71112429BD42}" dt="2022-09-19T08:24:00.279" v="1055"/>
          <ac:inkMkLst>
            <pc:docMk/>
            <pc:sldMk cId="989767306" sldId="592"/>
            <ac:inkMk id="42" creationId="{45C7DC4D-FE58-4F2B-8EC8-6D40677482F1}"/>
          </ac:inkMkLst>
        </pc:inkChg>
        <pc:inkChg chg="add mod">
          <ac:chgData name="Deepika Vatsa" userId="f7100972-27fe-4ee6-8fb4-ec9b7931b409" providerId="ADAL" clId="{F37C4974-F220-459F-95C5-71112429BD42}" dt="2022-09-19T08:24:00.279" v="1055"/>
          <ac:inkMkLst>
            <pc:docMk/>
            <pc:sldMk cId="989767306" sldId="592"/>
            <ac:inkMk id="44" creationId="{1C9A9C3B-1441-48F6-9838-5F9C05C13FB8}"/>
          </ac:inkMkLst>
        </pc:inkChg>
        <pc:inkChg chg="add mod">
          <ac:chgData name="Deepika Vatsa" userId="f7100972-27fe-4ee6-8fb4-ec9b7931b409" providerId="ADAL" clId="{F37C4974-F220-459F-95C5-71112429BD42}" dt="2022-09-19T08:24:00.279" v="1055"/>
          <ac:inkMkLst>
            <pc:docMk/>
            <pc:sldMk cId="989767306" sldId="592"/>
            <ac:inkMk id="45" creationId="{8CB60A9E-A54C-4226-9C0B-EE973580CA59}"/>
          </ac:inkMkLst>
        </pc:inkChg>
        <pc:inkChg chg="add mod">
          <ac:chgData name="Deepika Vatsa" userId="f7100972-27fe-4ee6-8fb4-ec9b7931b409" providerId="ADAL" clId="{F37C4974-F220-459F-95C5-71112429BD42}" dt="2022-09-19T08:24:00.279" v="1055"/>
          <ac:inkMkLst>
            <pc:docMk/>
            <pc:sldMk cId="989767306" sldId="592"/>
            <ac:inkMk id="46" creationId="{AD39DC56-512E-4597-91FD-26875647BDC8}"/>
          </ac:inkMkLst>
        </pc:inkChg>
        <pc:inkChg chg="add mod">
          <ac:chgData name="Deepika Vatsa" userId="f7100972-27fe-4ee6-8fb4-ec9b7931b409" providerId="ADAL" clId="{F37C4974-F220-459F-95C5-71112429BD42}" dt="2022-09-19T08:24:00.279" v="1055"/>
          <ac:inkMkLst>
            <pc:docMk/>
            <pc:sldMk cId="989767306" sldId="592"/>
            <ac:inkMk id="47" creationId="{28DCBBAA-2930-40AA-B065-1D0683573567}"/>
          </ac:inkMkLst>
        </pc:inkChg>
        <pc:inkChg chg="add mod">
          <ac:chgData name="Deepika Vatsa" userId="f7100972-27fe-4ee6-8fb4-ec9b7931b409" providerId="ADAL" clId="{F37C4974-F220-459F-95C5-71112429BD42}" dt="2022-09-19T08:24:00.279" v="1055"/>
          <ac:inkMkLst>
            <pc:docMk/>
            <pc:sldMk cId="989767306" sldId="592"/>
            <ac:inkMk id="49" creationId="{927D4B11-3D5E-40E1-8891-E5843C89BF01}"/>
          </ac:inkMkLst>
        </pc:inkChg>
        <pc:inkChg chg="add mod">
          <ac:chgData name="Deepika Vatsa" userId="f7100972-27fe-4ee6-8fb4-ec9b7931b409" providerId="ADAL" clId="{F37C4974-F220-459F-95C5-71112429BD42}" dt="2022-09-19T08:24:00.279" v="1055"/>
          <ac:inkMkLst>
            <pc:docMk/>
            <pc:sldMk cId="989767306" sldId="592"/>
            <ac:inkMk id="50" creationId="{6237BE77-392E-402C-87FC-CCD4EF0E8DDF}"/>
          </ac:inkMkLst>
        </pc:inkChg>
        <pc:inkChg chg="add mod">
          <ac:chgData name="Deepika Vatsa" userId="f7100972-27fe-4ee6-8fb4-ec9b7931b409" providerId="ADAL" clId="{F37C4974-F220-459F-95C5-71112429BD42}" dt="2022-09-19T08:24:00.279" v="1055"/>
          <ac:inkMkLst>
            <pc:docMk/>
            <pc:sldMk cId="989767306" sldId="592"/>
            <ac:inkMk id="52" creationId="{F9A677DF-23A9-44A2-9A19-F67DFE25340A}"/>
          </ac:inkMkLst>
        </pc:inkChg>
        <pc:inkChg chg="add mod">
          <ac:chgData name="Deepika Vatsa" userId="f7100972-27fe-4ee6-8fb4-ec9b7931b409" providerId="ADAL" clId="{F37C4974-F220-459F-95C5-71112429BD42}" dt="2022-09-19T08:24:00.279" v="1055"/>
          <ac:inkMkLst>
            <pc:docMk/>
            <pc:sldMk cId="989767306" sldId="592"/>
            <ac:inkMk id="54" creationId="{E110BA66-F576-4B29-AE76-4F519201272E}"/>
          </ac:inkMkLst>
        </pc:inkChg>
        <pc:inkChg chg="add mod">
          <ac:chgData name="Deepika Vatsa" userId="f7100972-27fe-4ee6-8fb4-ec9b7931b409" providerId="ADAL" clId="{F37C4974-F220-459F-95C5-71112429BD42}" dt="2022-09-19T08:24:00.279" v="1055"/>
          <ac:inkMkLst>
            <pc:docMk/>
            <pc:sldMk cId="989767306" sldId="592"/>
            <ac:inkMk id="55" creationId="{E6E992A5-4541-47F1-97BA-2BF2B0C20BFC}"/>
          </ac:inkMkLst>
        </pc:inkChg>
        <pc:inkChg chg="add mod">
          <ac:chgData name="Deepika Vatsa" userId="f7100972-27fe-4ee6-8fb4-ec9b7931b409" providerId="ADAL" clId="{F37C4974-F220-459F-95C5-71112429BD42}" dt="2022-09-19T08:24:00.279" v="1055"/>
          <ac:inkMkLst>
            <pc:docMk/>
            <pc:sldMk cId="989767306" sldId="592"/>
            <ac:inkMk id="56" creationId="{CAB09379-0CAA-4EC6-9B6D-C5E56F2B908F}"/>
          </ac:inkMkLst>
        </pc:inkChg>
        <pc:inkChg chg="add mod">
          <ac:chgData name="Deepika Vatsa" userId="f7100972-27fe-4ee6-8fb4-ec9b7931b409" providerId="ADAL" clId="{F37C4974-F220-459F-95C5-71112429BD42}" dt="2022-09-19T08:24:00.279" v="1055"/>
          <ac:inkMkLst>
            <pc:docMk/>
            <pc:sldMk cId="989767306" sldId="592"/>
            <ac:inkMk id="57" creationId="{4A4CEFFE-449D-4357-97BB-6AA2339DF709}"/>
          </ac:inkMkLst>
        </pc:inkChg>
        <pc:inkChg chg="add mod">
          <ac:chgData name="Deepika Vatsa" userId="f7100972-27fe-4ee6-8fb4-ec9b7931b409" providerId="ADAL" clId="{F37C4974-F220-459F-95C5-71112429BD42}" dt="2022-09-19T08:24:00.279" v="1055"/>
          <ac:inkMkLst>
            <pc:docMk/>
            <pc:sldMk cId="989767306" sldId="592"/>
            <ac:inkMk id="59" creationId="{01725A29-1226-4CCF-9E1C-97EF3B408888}"/>
          </ac:inkMkLst>
        </pc:inkChg>
        <pc:inkChg chg="add mod">
          <ac:chgData name="Deepika Vatsa" userId="f7100972-27fe-4ee6-8fb4-ec9b7931b409" providerId="ADAL" clId="{F37C4974-F220-459F-95C5-71112429BD42}" dt="2022-09-19T08:24:00.279" v="1055"/>
          <ac:inkMkLst>
            <pc:docMk/>
            <pc:sldMk cId="989767306" sldId="592"/>
            <ac:inkMk id="60" creationId="{3314519E-F656-47B9-8450-AE90012DF8EB}"/>
          </ac:inkMkLst>
        </pc:inkChg>
        <pc:inkChg chg="add mod">
          <ac:chgData name="Deepika Vatsa" userId="f7100972-27fe-4ee6-8fb4-ec9b7931b409" providerId="ADAL" clId="{F37C4974-F220-459F-95C5-71112429BD42}" dt="2022-09-19T08:24:00.279" v="1055"/>
          <ac:inkMkLst>
            <pc:docMk/>
            <pc:sldMk cId="989767306" sldId="592"/>
            <ac:inkMk id="61" creationId="{9B57E074-86D2-4634-905F-A9A984949CDB}"/>
          </ac:inkMkLst>
        </pc:inkChg>
        <pc:inkChg chg="add mod">
          <ac:chgData name="Deepika Vatsa" userId="f7100972-27fe-4ee6-8fb4-ec9b7931b409" providerId="ADAL" clId="{F37C4974-F220-459F-95C5-71112429BD42}" dt="2022-09-19T08:24:00.279" v="1055"/>
          <ac:inkMkLst>
            <pc:docMk/>
            <pc:sldMk cId="989767306" sldId="592"/>
            <ac:inkMk id="62" creationId="{61AB938E-70E9-420F-83E0-43D14CD8ADBE}"/>
          </ac:inkMkLst>
        </pc:inkChg>
        <pc:inkChg chg="add mod">
          <ac:chgData name="Deepika Vatsa" userId="f7100972-27fe-4ee6-8fb4-ec9b7931b409" providerId="ADAL" clId="{F37C4974-F220-459F-95C5-71112429BD42}" dt="2022-09-19T08:24:00.279" v="1055"/>
          <ac:inkMkLst>
            <pc:docMk/>
            <pc:sldMk cId="989767306" sldId="592"/>
            <ac:inkMk id="63" creationId="{AF0D1A91-FAC1-4C24-A494-C7791E71B744}"/>
          </ac:inkMkLst>
        </pc:inkChg>
        <pc:inkChg chg="add mod">
          <ac:chgData name="Deepika Vatsa" userId="f7100972-27fe-4ee6-8fb4-ec9b7931b409" providerId="ADAL" clId="{F37C4974-F220-459F-95C5-71112429BD42}" dt="2022-09-19T08:24:16.114" v="1097" actId="1036"/>
          <ac:inkMkLst>
            <pc:docMk/>
            <pc:sldMk cId="989767306" sldId="592"/>
            <ac:inkMk id="65" creationId="{BB566996-2F4A-4847-9B12-2F949A3B4E08}"/>
          </ac:inkMkLst>
        </pc:inkChg>
        <pc:inkChg chg="add mod">
          <ac:chgData name="Deepika Vatsa" userId="f7100972-27fe-4ee6-8fb4-ec9b7931b409" providerId="ADAL" clId="{F37C4974-F220-459F-95C5-71112429BD42}" dt="2022-09-19T08:23:15.118" v="1034"/>
          <ac:inkMkLst>
            <pc:docMk/>
            <pc:sldMk cId="989767306" sldId="592"/>
            <ac:inkMk id="66" creationId="{BD276D67-E5E6-4324-A6C7-99B6FC5B561F}"/>
          </ac:inkMkLst>
        </pc:inkChg>
        <pc:inkChg chg="add mod">
          <ac:chgData name="Deepika Vatsa" userId="f7100972-27fe-4ee6-8fb4-ec9b7931b409" providerId="ADAL" clId="{F37C4974-F220-459F-95C5-71112429BD42}" dt="2022-09-19T08:23:15.118" v="1034"/>
          <ac:inkMkLst>
            <pc:docMk/>
            <pc:sldMk cId="989767306" sldId="592"/>
            <ac:inkMk id="67" creationId="{B773CB0B-C159-49B2-B713-6B6470F3181C}"/>
          </ac:inkMkLst>
        </pc:inkChg>
        <pc:inkChg chg="add mod">
          <ac:chgData name="Deepika Vatsa" userId="f7100972-27fe-4ee6-8fb4-ec9b7931b409" providerId="ADAL" clId="{F37C4974-F220-459F-95C5-71112429BD42}" dt="2022-09-19T08:23:15.118" v="1034"/>
          <ac:inkMkLst>
            <pc:docMk/>
            <pc:sldMk cId="989767306" sldId="592"/>
            <ac:inkMk id="68" creationId="{786BD401-7E13-4C9F-9A80-B6F6AC58035D}"/>
          </ac:inkMkLst>
        </pc:inkChg>
        <pc:inkChg chg="add mod">
          <ac:chgData name="Deepika Vatsa" userId="f7100972-27fe-4ee6-8fb4-ec9b7931b409" providerId="ADAL" clId="{F37C4974-F220-459F-95C5-71112429BD42}" dt="2022-09-19T08:23:15.118" v="1034"/>
          <ac:inkMkLst>
            <pc:docMk/>
            <pc:sldMk cId="989767306" sldId="592"/>
            <ac:inkMk id="69" creationId="{A0EF6D4F-C2C8-4BF4-B257-F6A6BBB01457}"/>
          </ac:inkMkLst>
        </pc:inkChg>
        <pc:inkChg chg="add mod">
          <ac:chgData name="Deepika Vatsa" userId="f7100972-27fe-4ee6-8fb4-ec9b7931b409" providerId="ADAL" clId="{F37C4974-F220-459F-95C5-71112429BD42}" dt="2022-09-19T08:23:15.118" v="1034"/>
          <ac:inkMkLst>
            <pc:docMk/>
            <pc:sldMk cId="989767306" sldId="592"/>
            <ac:inkMk id="70" creationId="{A68EC9D7-72C8-461F-ABD9-151096A4FF4E}"/>
          </ac:inkMkLst>
        </pc:inkChg>
        <pc:inkChg chg="add mod">
          <ac:chgData name="Deepika Vatsa" userId="f7100972-27fe-4ee6-8fb4-ec9b7931b409" providerId="ADAL" clId="{F37C4974-F220-459F-95C5-71112429BD42}" dt="2022-09-19T08:24:16.114" v="1097" actId="1036"/>
          <ac:inkMkLst>
            <pc:docMk/>
            <pc:sldMk cId="989767306" sldId="592"/>
            <ac:inkMk id="72" creationId="{7DBE6839-6900-4DC2-A449-EC42F2450A5C}"/>
          </ac:inkMkLst>
        </pc:inkChg>
        <pc:inkChg chg="add mod">
          <ac:chgData name="Deepika Vatsa" userId="f7100972-27fe-4ee6-8fb4-ec9b7931b409" providerId="ADAL" clId="{F37C4974-F220-459F-95C5-71112429BD42}" dt="2022-09-19T08:24:16.114" v="1097" actId="1036"/>
          <ac:inkMkLst>
            <pc:docMk/>
            <pc:sldMk cId="989767306" sldId="592"/>
            <ac:inkMk id="73" creationId="{B1D1D3FB-78BB-404E-A193-F9D7DBAD52E4}"/>
          </ac:inkMkLst>
        </pc:inkChg>
        <pc:inkChg chg="add mod">
          <ac:chgData name="Deepika Vatsa" userId="f7100972-27fe-4ee6-8fb4-ec9b7931b409" providerId="ADAL" clId="{F37C4974-F220-459F-95C5-71112429BD42}" dt="2022-09-19T08:24:16.114" v="1097" actId="1036"/>
          <ac:inkMkLst>
            <pc:docMk/>
            <pc:sldMk cId="989767306" sldId="592"/>
            <ac:inkMk id="75" creationId="{3913F340-908C-4A0B-86E7-5E6A16AD81CB}"/>
          </ac:inkMkLst>
        </pc:inkChg>
        <pc:inkChg chg="add mod">
          <ac:chgData name="Deepika Vatsa" userId="f7100972-27fe-4ee6-8fb4-ec9b7931b409" providerId="ADAL" clId="{F37C4974-F220-459F-95C5-71112429BD42}" dt="2022-09-19T08:23:29.243" v="1044"/>
          <ac:inkMkLst>
            <pc:docMk/>
            <pc:sldMk cId="989767306" sldId="592"/>
            <ac:inkMk id="76" creationId="{91B76ED8-E90C-4E29-9E0A-9C129D1603AA}"/>
          </ac:inkMkLst>
        </pc:inkChg>
        <pc:inkChg chg="add mod">
          <ac:chgData name="Deepika Vatsa" userId="f7100972-27fe-4ee6-8fb4-ec9b7931b409" providerId="ADAL" clId="{F37C4974-F220-459F-95C5-71112429BD42}" dt="2022-09-19T08:23:29.243" v="1044"/>
          <ac:inkMkLst>
            <pc:docMk/>
            <pc:sldMk cId="989767306" sldId="592"/>
            <ac:inkMk id="77" creationId="{175E5D99-B8B4-4033-8576-502E65B41AD5}"/>
          </ac:inkMkLst>
        </pc:inkChg>
        <pc:inkChg chg="add mod">
          <ac:chgData name="Deepika Vatsa" userId="f7100972-27fe-4ee6-8fb4-ec9b7931b409" providerId="ADAL" clId="{F37C4974-F220-459F-95C5-71112429BD42}" dt="2022-09-19T08:23:29.243" v="1044"/>
          <ac:inkMkLst>
            <pc:docMk/>
            <pc:sldMk cId="989767306" sldId="592"/>
            <ac:inkMk id="78" creationId="{FF06867E-4E43-4B85-9911-CA151CA2279B}"/>
          </ac:inkMkLst>
        </pc:inkChg>
        <pc:inkChg chg="add mod">
          <ac:chgData name="Deepika Vatsa" userId="f7100972-27fe-4ee6-8fb4-ec9b7931b409" providerId="ADAL" clId="{F37C4974-F220-459F-95C5-71112429BD42}" dt="2022-09-19T08:23:29.243" v="1044"/>
          <ac:inkMkLst>
            <pc:docMk/>
            <pc:sldMk cId="989767306" sldId="592"/>
            <ac:inkMk id="79" creationId="{72AEEAA1-F952-4C03-AB4D-2879F64C2784}"/>
          </ac:inkMkLst>
        </pc:inkChg>
        <pc:inkChg chg="add mod">
          <ac:chgData name="Deepika Vatsa" userId="f7100972-27fe-4ee6-8fb4-ec9b7931b409" providerId="ADAL" clId="{F37C4974-F220-459F-95C5-71112429BD42}" dt="2022-09-19T08:23:29.243" v="1044"/>
          <ac:inkMkLst>
            <pc:docMk/>
            <pc:sldMk cId="989767306" sldId="592"/>
            <ac:inkMk id="80" creationId="{AB53FFD2-39A1-4FEA-837F-599E209B07DE}"/>
          </ac:inkMkLst>
        </pc:inkChg>
        <pc:inkChg chg="add mod">
          <ac:chgData name="Deepika Vatsa" userId="f7100972-27fe-4ee6-8fb4-ec9b7931b409" providerId="ADAL" clId="{F37C4974-F220-459F-95C5-71112429BD42}" dt="2022-09-19T08:24:00.279" v="1055"/>
          <ac:inkMkLst>
            <pc:docMk/>
            <pc:sldMk cId="989767306" sldId="592"/>
            <ac:inkMk id="83" creationId="{EA289B55-E498-44E0-BBC6-F361EDB4F411}"/>
          </ac:inkMkLst>
        </pc:inkChg>
        <pc:inkChg chg="add mod">
          <ac:chgData name="Deepika Vatsa" userId="f7100972-27fe-4ee6-8fb4-ec9b7931b409" providerId="ADAL" clId="{F37C4974-F220-459F-95C5-71112429BD42}" dt="2022-09-19T08:24:00.279" v="1055"/>
          <ac:inkMkLst>
            <pc:docMk/>
            <pc:sldMk cId="989767306" sldId="592"/>
            <ac:inkMk id="84" creationId="{548EA6BD-BD0D-4F4F-9EFE-08317FD128FF}"/>
          </ac:inkMkLst>
        </pc:inkChg>
        <pc:inkChg chg="add mod">
          <ac:chgData name="Deepika Vatsa" userId="f7100972-27fe-4ee6-8fb4-ec9b7931b409" providerId="ADAL" clId="{F37C4974-F220-459F-95C5-71112429BD42}" dt="2022-09-19T08:24:00.279" v="1055"/>
          <ac:inkMkLst>
            <pc:docMk/>
            <pc:sldMk cId="989767306" sldId="592"/>
            <ac:inkMk id="85" creationId="{4FEF3BEF-170B-47CF-882C-1941A7B15C52}"/>
          </ac:inkMkLst>
        </pc:inkChg>
        <pc:inkChg chg="add mod">
          <ac:chgData name="Deepika Vatsa" userId="f7100972-27fe-4ee6-8fb4-ec9b7931b409" providerId="ADAL" clId="{F37C4974-F220-459F-95C5-71112429BD42}" dt="2022-09-19T08:24:00.279" v="1055"/>
          <ac:inkMkLst>
            <pc:docMk/>
            <pc:sldMk cId="989767306" sldId="592"/>
            <ac:inkMk id="86" creationId="{67156C44-9671-4BB2-98DA-C666291A9854}"/>
          </ac:inkMkLst>
        </pc:inkChg>
        <pc:inkChg chg="add mod">
          <ac:chgData name="Deepika Vatsa" userId="f7100972-27fe-4ee6-8fb4-ec9b7931b409" providerId="ADAL" clId="{F37C4974-F220-459F-95C5-71112429BD42}" dt="2022-09-19T08:24:00.279" v="1055"/>
          <ac:inkMkLst>
            <pc:docMk/>
            <pc:sldMk cId="989767306" sldId="592"/>
            <ac:inkMk id="87" creationId="{9CEC02A1-4DCC-4D7C-881D-162DB8927F19}"/>
          </ac:inkMkLst>
        </pc:inkChg>
        <pc:inkChg chg="add mod">
          <ac:chgData name="Deepika Vatsa" userId="f7100972-27fe-4ee6-8fb4-ec9b7931b409" providerId="ADAL" clId="{F37C4974-F220-459F-95C5-71112429BD42}" dt="2022-09-19T08:24:00.279" v="1055"/>
          <ac:inkMkLst>
            <pc:docMk/>
            <pc:sldMk cId="989767306" sldId="592"/>
            <ac:inkMk id="88" creationId="{1BA710C0-F48A-4D94-A2F0-8A0378C74BF0}"/>
          </ac:inkMkLst>
        </pc:inkChg>
        <pc:inkChg chg="add mod">
          <ac:chgData name="Deepika Vatsa" userId="f7100972-27fe-4ee6-8fb4-ec9b7931b409" providerId="ADAL" clId="{F37C4974-F220-459F-95C5-71112429BD42}" dt="2022-09-19T08:24:00.279" v="1055"/>
          <ac:inkMkLst>
            <pc:docMk/>
            <pc:sldMk cId="989767306" sldId="592"/>
            <ac:inkMk id="90" creationId="{5BCEB39B-E03D-48E6-9364-2DF4C42481FA}"/>
          </ac:inkMkLst>
        </pc:inkChg>
        <pc:inkChg chg="add mod">
          <ac:chgData name="Deepika Vatsa" userId="f7100972-27fe-4ee6-8fb4-ec9b7931b409" providerId="ADAL" clId="{F37C4974-F220-459F-95C5-71112429BD42}" dt="2022-09-19T08:24:00.279" v="1055"/>
          <ac:inkMkLst>
            <pc:docMk/>
            <pc:sldMk cId="989767306" sldId="592"/>
            <ac:inkMk id="91" creationId="{6089D678-AED8-47D4-B07A-B519D3084BAD}"/>
          </ac:inkMkLst>
        </pc:inkChg>
        <pc:inkChg chg="add mod">
          <ac:chgData name="Deepika Vatsa" userId="f7100972-27fe-4ee6-8fb4-ec9b7931b409" providerId="ADAL" clId="{F37C4974-F220-459F-95C5-71112429BD42}" dt="2022-09-19T08:24:00.279" v="1055"/>
          <ac:inkMkLst>
            <pc:docMk/>
            <pc:sldMk cId="989767306" sldId="592"/>
            <ac:inkMk id="92" creationId="{A28EBF44-CD99-4FCD-A9C9-27E320AA845A}"/>
          </ac:inkMkLst>
        </pc:inkChg>
      </pc:sldChg>
      <pc:sldChg chg="modSp mod ord">
        <pc:chgData name="Deepika Vatsa" userId="f7100972-27fe-4ee6-8fb4-ec9b7931b409" providerId="ADAL" clId="{F37C4974-F220-459F-95C5-71112429BD42}" dt="2022-09-19T08:32:40.439" v="1505"/>
        <pc:sldMkLst>
          <pc:docMk/>
          <pc:sldMk cId="2664121395" sldId="593"/>
        </pc:sldMkLst>
        <pc:spChg chg="mod">
          <ac:chgData name="Deepika Vatsa" userId="f7100972-27fe-4ee6-8fb4-ec9b7931b409" providerId="ADAL" clId="{F37C4974-F220-459F-95C5-71112429BD42}" dt="2022-09-19T05:58:36.195" v="793" actId="113"/>
          <ac:spMkLst>
            <pc:docMk/>
            <pc:sldMk cId="2664121395" sldId="593"/>
            <ac:spMk id="9" creationId="{55A5BFD8-4962-4C89-86F0-4A582AD35F41}"/>
          </ac:spMkLst>
        </pc:spChg>
      </pc:sldChg>
      <pc:sldChg chg="addSp delSp modSp mod addAnim">
        <pc:chgData name="Deepika Vatsa" userId="f7100972-27fe-4ee6-8fb4-ec9b7931b409" providerId="ADAL" clId="{F37C4974-F220-459F-95C5-71112429BD42}" dt="2022-09-19T17:15:59.459" v="3885" actId="403"/>
        <pc:sldMkLst>
          <pc:docMk/>
          <pc:sldMk cId="4178212524" sldId="594"/>
        </pc:sldMkLst>
        <pc:spChg chg="mod">
          <ac:chgData name="Deepika Vatsa" userId="f7100972-27fe-4ee6-8fb4-ec9b7931b409" providerId="ADAL" clId="{F37C4974-F220-459F-95C5-71112429BD42}" dt="2022-09-19T17:15:46.260" v="3875" actId="14100"/>
          <ac:spMkLst>
            <pc:docMk/>
            <pc:sldMk cId="4178212524" sldId="594"/>
            <ac:spMk id="2" creationId="{6167DC2D-0072-445E-8CB3-E53407061CE7}"/>
          </ac:spMkLst>
        </pc:spChg>
        <pc:spChg chg="del">
          <ac:chgData name="Deepika Vatsa" userId="f7100972-27fe-4ee6-8fb4-ec9b7931b409" providerId="ADAL" clId="{F37C4974-F220-459F-95C5-71112429BD42}" dt="2022-09-19T17:12:35.037" v="3790" actId="478"/>
          <ac:spMkLst>
            <pc:docMk/>
            <pc:sldMk cId="4178212524" sldId="594"/>
            <ac:spMk id="11" creationId="{9F5D1653-CA60-43A9-B8A2-156757479F5A}"/>
          </ac:spMkLst>
        </pc:spChg>
        <pc:spChg chg="add mod">
          <ac:chgData name="Deepika Vatsa" userId="f7100972-27fe-4ee6-8fb4-ec9b7931b409" providerId="ADAL" clId="{F37C4974-F220-459F-95C5-71112429BD42}" dt="2022-09-19T17:15:59.459" v="3885" actId="403"/>
          <ac:spMkLst>
            <pc:docMk/>
            <pc:sldMk cId="4178212524" sldId="594"/>
            <ac:spMk id="12" creationId="{64DD200A-3209-472C-99C0-7DBE91E5516A}"/>
          </ac:spMkLst>
        </pc:spChg>
        <pc:spChg chg="del">
          <ac:chgData name="Deepika Vatsa" userId="f7100972-27fe-4ee6-8fb4-ec9b7931b409" providerId="ADAL" clId="{F37C4974-F220-459F-95C5-71112429BD42}" dt="2022-09-19T17:12:52.406" v="3793" actId="26606"/>
          <ac:spMkLst>
            <pc:docMk/>
            <pc:sldMk cId="4178212524" sldId="594"/>
            <ac:spMk id="15" creationId="{A8384FB5-9ADC-4DDC-881B-597D56F5B15D}"/>
          </ac:spMkLst>
        </pc:spChg>
        <pc:spChg chg="del">
          <ac:chgData name="Deepika Vatsa" userId="f7100972-27fe-4ee6-8fb4-ec9b7931b409" providerId="ADAL" clId="{F37C4974-F220-459F-95C5-71112429BD42}" dt="2022-09-19T17:12:52.406" v="3793" actId="26606"/>
          <ac:spMkLst>
            <pc:docMk/>
            <pc:sldMk cId="4178212524" sldId="594"/>
            <ac:spMk id="17" creationId="{1199E1B1-A8C0-4FE8-A5A8-1CB41D69F857}"/>
          </ac:spMkLst>
        </pc:spChg>
        <pc:spChg chg="del">
          <ac:chgData name="Deepika Vatsa" userId="f7100972-27fe-4ee6-8fb4-ec9b7931b409" providerId="ADAL" clId="{F37C4974-F220-459F-95C5-71112429BD42}" dt="2022-09-19T17:12:52.406" v="3793" actId="26606"/>
          <ac:spMkLst>
            <pc:docMk/>
            <pc:sldMk cId="4178212524" sldId="594"/>
            <ac:spMk id="19" creationId="{84A8DE83-DE75-4B41-9DB4-A7EC0B0DEC0B}"/>
          </ac:spMkLst>
        </pc:spChg>
        <pc:spChg chg="del">
          <ac:chgData name="Deepika Vatsa" userId="f7100972-27fe-4ee6-8fb4-ec9b7931b409" providerId="ADAL" clId="{F37C4974-F220-459F-95C5-71112429BD42}" dt="2022-09-19T17:12:52.406" v="3793" actId="26606"/>
          <ac:spMkLst>
            <pc:docMk/>
            <pc:sldMk cId="4178212524" sldId="594"/>
            <ac:spMk id="21" creationId="{A7009A0A-BEF5-4EAC-AF15-E4F9F002E239}"/>
          </ac:spMkLst>
        </pc:spChg>
        <pc:picChg chg="add">
          <ac:chgData name="Deepika Vatsa" userId="f7100972-27fe-4ee6-8fb4-ec9b7931b409" providerId="ADAL" clId="{F37C4974-F220-459F-95C5-71112429BD42}" dt="2022-09-19T17:12:52.406" v="3793" actId="26606"/>
          <ac:picMkLst>
            <pc:docMk/>
            <pc:sldMk cId="4178212524" sldId="594"/>
            <ac:picMk id="23" creationId="{8513962D-CE28-7146-D51A-A6C178D584CE}"/>
          </ac:picMkLst>
        </pc:picChg>
      </pc:sldChg>
      <pc:sldChg chg="addSp delSp modSp add del mod setBg delDesignElem">
        <pc:chgData name="Deepika Vatsa" userId="f7100972-27fe-4ee6-8fb4-ec9b7931b409" providerId="ADAL" clId="{F37C4974-F220-459F-95C5-71112429BD42}" dt="2022-09-19T04:49:02.617" v="4"/>
        <pc:sldMkLst>
          <pc:docMk/>
          <pc:sldMk cId="5157100" sldId="605"/>
        </pc:sldMkLst>
        <pc:spChg chg="mod">
          <ac:chgData name="Deepika Vatsa" userId="f7100972-27fe-4ee6-8fb4-ec9b7931b409" providerId="ADAL" clId="{F37C4974-F220-459F-95C5-71112429BD42}" dt="2022-09-19T04:49:02.617" v="4"/>
          <ac:spMkLst>
            <pc:docMk/>
            <pc:sldMk cId="5157100" sldId="605"/>
            <ac:spMk id="3" creationId="{D11C1709-B620-47DC-9742-B9FB880F0527}"/>
          </ac:spMkLst>
        </pc:spChg>
        <pc:spChg chg="add del">
          <ac:chgData name="Deepika Vatsa" userId="f7100972-27fe-4ee6-8fb4-ec9b7931b409" providerId="ADAL" clId="{F37C4974-F220-459F-95C5-71112429BD42}" dt="2022-09-19T04:48:55.061" v="2"/>
          <ac:spMkLst>
            <pc:docMk/>
            <pc:sldMk cId="5157100" sldId="605"/>
            <ac:spMk id="24" creationId="{2A8AA5BC-4F7A-4226-8F99-6D824B226A97}"/>
          </ac:spMkLst>
        </pc:spChg>
        <pc:spChg chg="add del">
          <ac:chgData name="Deepika Vatsa" userId="f7100972-27fe-4ee6-8fb4-ec9b7931b409" providerId="ADAL" clId="{F37C4974-F220-459F-95C5-71112429BD42}" dt="2022-09-19T04:48:55.061" v="2"/>
          <ac:spMkLst>
            <pc:docMk/>
            <pc:sldMk cId="5157100" sldId="605"/>
            <ac:spMk id="26" creationId="{5BC87C3E-1040-4EE4-9BDB-9537F7A1B335}"/>
          </ac:spMkLst>
        </pc:spChg>
        <pc:cxnChg chg="add del">
          <ac:chgData name="Deepika Vatsa" userId="f7100972-27fe-4ee6-8fb4-ec9b7931b409" providerId="ADAL" clId="{F37C4974-F220-459F-95C5-71112429BD42}" dt="2022-09-19T04:48:55.061" v="2"/>
          <ac:cxnSpMkLst>
            <pc:docMk/>
            <pc:sldMk cId="5157100" sldId="605"/>
            <ac:cxnSpMk id="25" creationId="{911DBBF1-3229-4BD9-B3D1-B4CA571E7431}"/>
          </ac:cxnSpMkLst>
        </pc:cxnChg>
        <pc:cxnChg chg="add del">
          <ac:chgData name="Deepika Vatsa" userId="f7100972-27fe-4ee6-8fb4-ec9b7931b409" providerId="ADAL" clId="{F37C4974-F220-459F-95C5-71112429BD42}" dt="2022-09-19T04:48:55.061" v="2"/>
          <ac:cxnSpMkLst>
            <pc:docMk/>
            <pc:sldMk cId="5157100" sldId="605"/>
            <ac:cxnSpMk id="27" creationId="{42CDBECE-872A-4C73-9DC1-BB4E805E2CF5}"/>
          </ac:cxnSpMkLst>
        </pc:cxnChg>
        <pc:cxnChg chg="add del">
          <ac:chgData name="Deepika Vatsa" userId="f7100972-27fe-4ee6-8fb4-ec9b7931b409" providerId="ADAL" clId="{F37C4974-F220-459F-95C5-71112429BD42}" dt="2022-09-19T04:48:55.061" v="2"/>
          <ac:cxnSpMkLst>
            <pc:docMk/>
            <pc:sldMk cId="5157100" sldId="605"/>
            <ac:cxnSpMk id="28" creationId="{F5CD5A0B-CDD7-427C-AA42-2EECFDFA1811}"/>
          </ac:cxnSpMkLst>
        </pc:cxnChg>
      </pc:sldChg>
      <pc:sldChg chg="addSp delSp modSp add del mod setBg delDesignElem">
        <pc:chgData name="Deepika Vatsa" userId="f7100972-27fe-4ee6-8fb4-ec9b7931b409" providerId="ADAL" clId="{F37C4974-F220-459F-95C5-71112429BD42}" dt="2022-09-19T04:49:22.477" v="10"/>
        <pc:sldMkLst>
          <pc:docMk/>
          <pc:sldMk cId="3877813117" sldId="606"/>
        </pc:sldMkLst>
        <pc:spChg chg="mod">
          <ac:chgData name="Deepika Vatsa" userId="f7100972-27fe-4ee6-8fb4-ec9b7931b409" providerId="ADAL" clId="{F37C4974-F220-459F-95C5-71112429BD42}" dt="2022-09-19T04:49:22.477" v="10"/>
          <ac:spMkLst>
            <pc:docMk/>
            <pc:sldMk cId="3877813117" sldId="606"/>
            <ac:spMk id="3" creationId="{80E36F94-92C5-49C4-89B0-FDCC3A53501B}"/>
          </ac:spMkLst>
        </pc:spChg>
        <pc:spChg chg="add del">
          <ac:chgData name="Deepika Vatsa" userId="f7100972-27fe-4ee6-8fb4-ec9b7931b409" providerId="ADAL" clId="{F37C4974-F220-459F-95C5-71112429BD42}" dt="2022-09-19T04:49:16.231" v="8"/>
          <ac:spMkLst>
            <pc:docMk/>
            <pc:sldMk cId="3877813117" sldId="606"/>
            <ac:spMk id="8" creationId="{100EDD19-6802-4EC3-95CE-CFFAB042CFD6}"/>
          </ac:spMkLst>
        </pc:spChg>
        <pc:spChg chg="add del">
          <ac:chgData name="Deepika Vatsa" userId="f7100972-27fe-4ee6-8fb4-ec9b7931b409" providerId="ADAL" clId="{F37C4974-F220-459F-95C5-71112429BD42}" dt="2022-09-19T04:49:16.231" v="8"/>
          <ac:spMkLst>
            <pc:docMk/>
            <pc:sldMk cId="3877813117" sldId="606"/>
            <ac:spMk id="10" creationId="{DB17E863-922E-4C26-BD64-E8FD41D28661}"/>
          </ac:spMkLst>
        </pc:spChg>
      </pc:sldChg>
      <pc:sldChg chg="modSp add mod">
        <pc:chgData name="Deepika Vatsa" userId="f7100972-27fe-4ee6-8fb4-ec9b7931b409" providerId="ADAL" clId="{F37C4974-F220-459F-95C5-71112429BD42}" dt="2022-09-19T08:01:37.914" v="820" actId="113"/>
        <pc:sldMkLst>
          <pc:docMk/>
          <pc:sldMk cId="2408381622" sldId="607"/>
        </pc:sldMkLst>
        <pc:spChg chg="mod">
          <ac:chgData name="Deepika Vatsa" userId="f7100972-27fe-4ee6-8fb4-ec9b7931b409" providerId="ADAL" clId="{F37C4974-F220-459F-95C5-71112429BD42}" dt="2022-09-19T08:01:37.914" v="820" actId="113"/>
          <ac:spMkLst>
            <pc:docMk/>
            <pc:sldMk cId="2408381622" sldId="607"/>
            <ac:spMk id="9" creationId="{55A5BFD8-4962-4C89-86F0-4A582AD35F41}"/>
          </ac:spMkLst>
        </pc:spChg>
      </pc:sldChg>
      <pc:sldChg chg="add">
        <pc:chgData name="Deepika Vatsa" userId="f7100972-27fe-4ee6-8fb4-ec9b7931b409" providerId="ADAL" clId="{F37C4974-F220-459F-95C5-71112429BD42}" dt="2022-09-19T04:50:22.054" v="23" actId="2890"/>
        <pc:sldMkLst>
          <pc:docMk/>
          <pc:sldMk cId="2303687208" sldId="608"/>
        </pc:sldMkLst>
      </pc:sldChg>
      <pc:sldChg chg="modSp add mod">
        <pc:chgData name="Deepika Vatsa" userId="f7100972-27fe-4ee6-8fb4-ec9b7931b409" providerId="ADAL" clId="{F37C4974-F220-459F-95C5-71112429BD42}" dt="2022-09-19T04:59:21.053" v="56" actId="113"/>
        <pc:sldMkLst>
          <pc:docMk/>
          <pc:sldMk cId="2973027526" sldId="609"/>
        </pc:sldMkLst>
        <pc:spChg chg="mod">
          <ac:chgData name="Deepika Vatsa" userId="f7100972-27fe-4ee6-8fb4-ec9b7931b409" providerId="ADAL" clId="{F37C4974-F220-459F-95C5-71112429BD42}" dt="2022-09-19T04:59:21.053" v="56" actId="113"/>
          <ac:spMkLst>
            <pc:docMk/>
            <pc:sldMk cId="2973027526" sldId="609"/>
            <ac:spMk id="11" creationId="{2F2CF578-B636-43E7-91B0-1E60F93036BC}"/>
          </ac:spMkLst>
        </pc:spChg>
      </pc:sldChg>
      <pc:sldChg chg="addSp delSp modSp add mod modNotesTx">
        <pc:chgData name="Deepika Vatsa" userId="f7100972-27fe-4ee6-8fb4-ec9b7931b409" providerId="ADAL" clId="{F37C4974-F220-459F-95C5-71112429BD42}" dt="2022-09-19T08:32:52.253" v="1507" actId="1076"/>
        <pc:sldMkLst>
          <pc:docMk/>
          <pc:sldMk cId="2821349526" sldId="610"/>
        </pc:sldMkLst>
        <pc:spChg chg="mod">
          <ac:chgData name="Deepika Vatsa" userId="f7100972-27fe-4ee6-8fb4-ec9b7931b409" providerId="ADAL" clId="{F37C4974-F220-459F-95C5-71112429BD42}" dt="2022-09-19T08:32:47.839" v="1506" actId="1076"/>
          <ac:spMkLst>
            <pc:docMk/>
            <pc:sldMk cId="2821349526" sldId="610"/>
            <ac:spMk id="2" creationId="{6167DC2D-0072-445E-8CB3-E53407061CE7}"/>
          </ac:spMkLst>
        </pc:spChg>
        <pc:spChg chg="ord">
          <ac:chgData name="Deepika Vatsa" userId="f7100972-27fe-4ee6-8fb4-ec9b7931b409" providerId="ADAL" clId="{F37C4974-F220-459F-95C5-71112429BD42}" dt="2022-09-19T05:49:36.611" v="515" actId="26606"/>
          <ac:spMkLst>
            <pc:docMk/>
            <pc:sldMk cId="2821349526" sldId="610"/>
            <ac:spMk id="6" creationId="{98E0FE6E-8F22-4B9F-9E9F-E2B694DC96D4}"/>
          </ac:spMkLst>
        </pc:spChg>
        <pc:spChg chg="del">
          <ac:chgData name="Deepika Vatsa" userId="f7100972-27fe-4ee6-8fb4-ec9b7931b409" providerId="ADAL" clId="{F37C4974-F220-459F-95C5-71112429BD42}" dt="2022-09-19T05:49:09.411" v="509" actId="478"/>
          <ac:spMkLst>
            <pc:docMk/>
            <pc:sldMk cId="2821349526" sldId="610"/>
            <ac:spMk id="9" creationId="{55A5BFD8-4962-4C89-86F0-4A582AD35F41}"/>
          </ac:spMkLst>
        </pc:spChg>
        <pc:spChg chg="del">
          <ac:chgData name="Deepika Vatsa" userId="f7100972-27fe-4ee6-8fb4-ec9b7931b409" providerId="ADAL" clId="{F37C4974-F220-459F-95C5-71112429BD42}" dt="2022-09-19T05:49:36.611" v="515" actId="26606"/>
          <ac:spMkLst>
            <pc:docMk/>
            <pc:sldMk cId="2821349526" sldId="610"/>
            <ac:spMk id="15" creationId="{A8384FB5-9ADC-4DDC-881B-597D56F5B15D}"/>
          </ac:spMkLst>
        </pc:spChg>
        <pc:spChg chg="add mod">
          <ac:chgData name="Deepika Vatsa" userId="f7100972-27fe-4ee6-8fb4-ec9b7931b409" providerId="ADAL" clId="{F37C4974-F220-459F-95C5-71112429BD42}" dt="2022-09-19T08:32:52.253" v="1507" actId="1076"/>
          <ac:spMkLst>
            <pc:docMk/>
            <pc:sldMk cId="2821349526" sldId="610"/>
            <ac:spMk id="16" creationId="{056DD194-5DA5-425D-83F2-042DE1DB844D}"/>
          </ac:spMkLst>
        </pc:spChg>
        <pc:spChg chg="del">
          <ac:chgData name="Deepika Vatsa" userId="f7100972-27fe-4ee6-8fb4-ec9b7931b409" providerId="ADAL" clId="{F37C4974-F220-459F-95C5-71112429BD42}" dt="2022-09-19T05:49:36.611" v="515" actId="26606"/>
          <ac:spMkLst>
            <pc:docMk/>
            <pc:sldMk cId="2821349526" sldId="610"/>
            <ac:spMk id="17" creationId="{1199E1B1-A8C0-4FE8-A5A8-1CB41D69F857}"/>
          </ac:spMkLst>
        </pc:spChg>
        <pc:spChg chg="del">
          <ac:chgData name="Deepika Vatsa" userId="f7100972-27fe-4ee6-8fb4-ec9b7931b409" providerId="ADAL" clId="{F37C4974-F220-459F-95C5-71112429BD42}" dt="2022-09-19T05:49:36.611" v="515" actId="26606"/>
          <ac:spMkLst>
            <pc:docMk/>
            <pc:sldMk cId="2821349526" sldId="610"/>
            <ac:spMk id="19" creationId="{84A8DE83-DE75-4B41-9DB4-A7EC0B0DEC0B}"/>
          </ac:spMkLst>
        </pc:spChg>
        <pc:spChg chg="del">
          <ac:chgData name="Deepika Vatsa" userId="f7100972-27fe-4ee6-8fb4-ec9b7931b409" providerId="ADAL" clId="{F37C4974-F220-459F-95C5-71112429BD42}" dt="2022-09-19T05:49:36.611" v="515" actId="26606"/>
          <ac:spMkLst>
            <pc:docMk/>
            <pc:sldMk cId="2821349526" sldId="610"/>
            <ac:spMk id="21" creationId="{A7009A0A-BEF5-4EAC-AF15-E4F9F002E239}"/>
          </ac:spMkLst>
        </pc:spChg>
        <pc:spChg chg="add del">
          <ac:chgData name="Deepika Vatsa" userId="f7100972-27fe-4ee6-8fb4-ec9b7931b409" providerId="ADAL" clId="{F37C4974-F220-459F-95C5-71112429BD42}" dt="2022-09-19T05:49:49.332" v="519" actId="26606"/>
          <ac:spMkLst>
            <pc:docMk/>
            <pc:sldMk cId="2821349526" sldId="610"/>
            <ac:spMk id="26" creationId="{D4771268-CB57-404A-9271-370EB28F6090}"/>
          </ac:spMkLst>
        </pc:spChg>
        <pc:spChg chg="add del">
          <ac:chgData name="Deepika Vatsa" userId="f7100972-27fe-4ee6-8fb4-ec9b7931b409" providerId="ADAL" clId="{F37C4974-F220-459F-95C5-71112429BD42}" dt="2022-09-19T05:49:56.628" v="522" actId="26606"/>
          <ac:spMkLst>
            <pc:docMk/>
            <pc:sldMk cId="2821349526" sldId="610"/>
            <ac:spMk id="31" creationId="{A4AC5506-6312-4701-8D3C-40187889A947}"/>
          </ac:spMkLst>
        </pc:spChg>
        <pc:picChg chg="del">
          <ac:chgData name="Deepika Vatsa" userId="f7100972-27fe-4ee6-8fb4-ec9b7931b409" providerId="ADAL" clId="{F37C4974-F220-459F-95C5-71112429BD42}" dt="2022-09-19T05:49:12.029" v="510" actId="478"/>
          <ac:picMkLst>
            <pc:docMk/>
            <pc:sldMk cId="2821349526" sldId="610"/>
            <ac:picMk id="4" creationId="{BD33A323-1BBF-477B-B11E-32FFF3EE6D1B}"/>
          </ac:picMkLst>
        </pc:picChg>
        <pc:picChg chg="add mod modCrop">
          <ac:chgData name="Deepika Vatsa" userId="f7100972-27fe-4ee6-8fb4-ec9b7931b409" providerId="ADAL" clId="{F37C4974-F220-459F-95C5-71112429BD42}" dt="2022-09-19T05:50:11.314" v="527" actId="1076"/>
          <ac:picMkLst>
            <pc:docMk/>
            <pc:sldMk cId="2821349526" sldId="610"/>
            <ac:picMk id="5" creationId="{D94C8376-7DF5-4BB2-AC19-701E6DD9B2EA}"/>
          </ac:picMkLst>
        </pc:picChg>
      </pc:sldChg>
      <pc:sldChg chg="addSp delSp modSp add mod modNotesTx">
        <pc:chgData name="Deepika Vatsa" userId="f7100972-27fe-4ee6-8fb4-ec9b7931b409" providerId="ADAL" clId="{F37C4974-F220-459F-95C5-71112429BD42}" dt="2022-09-19T17:33:54.354" v="3927" actId="20577"/>
        <pc:sldMkLst>
          <pc:docMk/>
          <pc:sldMk cId="3530607956" sldId="611"/>
        </pc:sldMkLst>
        <pc:spChg chg="mod">
          <ac:chgData name="Deepika Vatsa" userId="f7100972-27fe-4ee6-8fb4-ec9b7931b409" providerId="ADAL" clId="{F37C4974-F220-459F-95C5-71112429BD42}" dt="2022-09-19T05:57:05.685" v="770" actId="6549"/>
          <ac:spMkLst>
            <pc:docMk/>
            <pc:sldMk cId="3530607956" sldId="611"/>
            <ac:spMk id="2" creationId="{6167DC2D-0072-445E-8CB3-E53407061CE7}"/>
          </ac:spMkLst>
        </pc:spChg>
        <pc:spChg chg="mod">
          <ac:chgData name="Deepika Vatsa" userId="f7100972-27fe-4ee6-8fb4-ec9b7931b409" providerId="ADAL" clId="{F37C4974-F220-459F-95C5-71112429BD42}" dt="2022-09-19T17:33:54.354" v="3927" actId="20577"/>
          <ac:spMkLst>
            <pc:docMk/>
            <pc:sldMk cId="3530607956" sldId="611"/>
            <ac:spMk id="9" creationId="{55A5BFD8-4962-4C89-86F0-4A582AD35F41}"/>
          </ac:spMkLst>
        </pc:spChg>
        <pc:grpChg chg="add mod">
          <ac:chgData name="Deepika Vatsa" userId="f7100972-27fe-4ee6-8fb4-ec9b7931b409" providerId="ADAL" clId="{F37C4974-F220-459F-95C5-71112429BD42}" dt="2022-09-19T08:24:48.762" v="1112" actId="1035"/>
          <ac:grpSpMkLst>
            <pc:docMk/>
            <pc:sldMk cId="3530607956" sldId="611"/>
            <ac:grpSpMk id="11" creationId="{5DF77B19-4A2D-4FCF-9DD5-D296D44120CA}"/>
          </ac:grpSpMkLst>
        </pc:grpChg>
        <pc:grpChg chg="add mod">
          <ac:chgData name="Deepika Vatsa" userId="f7100972-27fe-4ee6-8fb4-ec9b7931b409" providerId="ADAL" clId="{F37C4974-F220-459F-95C5-71112429BD42}" dt="2022-09-19T08:26:09.475" v="1135" actId="1036"/>
          <ac:grpSpMkLst>
            <pc:docMk/>
            <pc:sldMk cId="3530607956" sldId="611"/>
            <ac:grpSpMk id="30" creationId="{4022B360-6B9B-441D-A01C-062311B42232}"/>
          </ac:grpSpMkLst>
        </pc:grpChg>
        <pc:grpChg chg="add mod">
          <ac:chgData name="Deepika Vatsa" userId="f7100972-27fe-4ee6-8fb4-ec9b7931b409" providerId="ADAL" clId="{F37C4974-F220-459F-95C5-71112429BD42}" dt="2022-09-19T08:24:48.762" v="1112" actId="1035"/>
          <ac:grpSpMkLst>
            <pc:docMk/>
            <pc:sldMk cId="3530607956" sldId="611"/>
            <ac:grpSpMk id="36" creationId="{5E3AF900-B5D8-41B6-A3B9-9913BDC5C40A}"/>
          </ac:grpSpMkLst>
        </pc:grpChg>
        <pc:grpChg chg="mod">
          <ac:chgData name="Deepika Vatsa" userId="f7100972-27fe-4ee6-8fb4-ec9b7931b409" providerId="ADAL" clId="{F37C4974-F220-459F-95C5-71112429BD42}" dt="2022-09-19T08:25:42.966" v="1117"/>
          <ac:grpSpMkLst>
            <pc:docMk/>
            <pc:sldMk cId="3530607956" sldId="611"/>
            <ac:grpSpMk id="65" creationId="{1931492C-5E37-4358-BB05-B3F488A78104}"/>
          </ac:grpSpMkLst>
        </pc:grpChg>
        <pc:grpChg chg="del mod">
          <ac:chgData name="Deepika Vatsa" userId="f7100972-27fe-4ee6-8fb4-ec9b7931b409" providerId="ADAL" clId="{F37C4974-F220-459F-95C5-71112429BD42}" dt="2022-09-19T08:26:25.678" v="1136" actId="478"/>
          <ac:grpSpMkLst>
            <pc:docMk/>
            <pc:sldMk cId="3530607956" sldId="611"/>
            <ac:grpSpMk id="68" creationId="{BBAD198F-D704-4042-BFCE-AC408010591D}"/>
          </ac:grpSpMkLst>
        </pc:grpChg>
        <pc:picChg chg="del mod modCrop">
          <ac:chgData name="Deepika Vatsa" userId="f7100972-27fe-4ee6-8fb4-ec9b7931b409" providerId="ADAL" clId="{F37C4974-F220-459F-95C5-71112429BD42}" dt="2022-09-19T08:24:37.254" v="1098" actId="478"/>
          <ac:picMkLst>
            <pc:docMk/>
            <pc:sldMk cId="3530607956" sldId="611"/>
            <ac:picMk id="4" creationId="{BD33A323-1BBF-477B-B11E-32FFF3EE6D1B}"/>
          </ac:picMkLst>
        </pc:picChg>
        <pc:inkChg chg="add">
          <ac:chgData name="Deepika Vatsa" userId="f7100972-27fe-4ee6-8fb4-ec9b7931b409" providerId="ADAL" clId="{F37C4974-F220-459F-95C5-71112429BD42}" dt="2022-09-19T08:25:38.899" v="1113" actId="9405"/>
          <ac:inkMkLst>
            <pc:docMk/>
            <pc:sldMk cId="3530607956" sldId="611"/>
            <ac:inkMk id="3" creationId="{B595A79F-F76F-4835-B8B2-186020726418}"/>
          </ac:inkMkLst>
        </pc:inkChg>
        <pc:inkChg chg="add mod">
          <ac:chgData name="Deepika Vatsa" userId="f7100972-27fe-4ee6-8fb4-ec9b7931b409" providerId="ADAL" clId="{F37C4974-F220-459F-95C5-71112429BD42}" dt="2022-09-19T08:25:42.966" v="1117"/>
          <ac:inkMkLst>
            <pc:docMk/>
            <pc:sldMk cId="3530607956" sldId="611"/>
            <ac:inkMk id="5" creationId="{6883C108-2D65-49D6-B428-BEADDCD7A487}"/>
          </ac:inkMkLst>
        </pc:inkChg>
        <pc:inkChg chg="add mod">
          <ac:chgData name="Deepika Vatsa" userId="f7100972-27fe-4ee6-8fb4-ec9b7931b409" providerId="ADAL" clId="{F37C4974-F220-459F-95C5-71112429BD42}" dt="2022-09-19T08:25:42.966" v="1117"/>
          <ac:inkMkLst>
            <pc:docMk/>
            <pc:sldMk cId="3530607956" sldId="611"/>
            <ac:inkMk id="7" creationId="{D24305F1-F8E8-488C-B2DC-8E4BD96351C9}"/>
          </ac:inkMkLst>
        </pc:inkChg>
        <pc:inkChg chg="add mod">
          <ac:chgData name="Deepika Vatsa" userId="f7100972-27fe-4ee6-8fb4-ec9b7931b409" providerId="ADAL" clId="{F37C4974-F220-459F-95C5-71112429BD42}" dt="2022-09-19T08:25:42.966" v="1117"/>
          <ac:inkMkLst>
            <pc:docMk/>
            <pc:sldMk cId="3530607956" sldId="611"/>
            <ac:inkMk id="8" creationId="{0B054D40-0E25-43EC-9FE0-F2F2CE9A610D}"/>
          </ac:inkMkLst>
        </pc:inkChg>
        <pc:inkChg chg="add mod">
          <ac:chgData name="Deepika Vatsa" userId="f7100972-27fe-4ee6-8fb4-ec9b7931b409" providerId="ADAL" clId="{F37C4974-F220-459F-95C5-71112429BD42}" dt="2022-09-19T08:24:48.762" v="1112" actId="1035"/>
          <ac:inkMkLst>
            <pc:docMk/>
            <pc:sldMk cId="3530607956" sldId="611"/>
            <ac:inkMk id="10" creationId="{0FAF5AA0-C389-4EAD-8B16-72A2BAF4AC54}"/>
          </ac:inkMkLst>
        </pc:inkChg>
        <pc:inkChg chg="mod">
          <ac:chgData name="Deepika Vatsa" userId="f7100972-27fe-4ee6-8fb4-ec9b7931b409" providerId="ADAL" clId="{F37C4974-F220-459F-95C5-71112429BD42}" dt="2022-09-19T08:24:44.766" v="1100"/>
          <ac:inkMkLst>
            <pc:docMk/>
            <pc:sldMk cId="3530607956" sldId="611"/>
            <ac:inkMk id="12" creationId="{C0883D44-DF62-40E8-A203-690CA3B5218D}"/>
          </ac:inkMkLst>
        </pc:inkChg>
        <pc:inkChg chg="mod">
          <ac:chgData name="Deepika Vatsa" userId="f7100972-27fe-4ee6-8fb4-ec9b7931b409" providerId="ADAL" clId="{F37C4974-F220-459F-95C5-71112429BD42}" dt="2022-09-19T08:24:44.766" v="1100"/>
          <ac:inkMkLst>
            <pc:docMk/>
            <pc:sldMk cId="3530607956" sldId="611"/>
            <ac:inkMk id="13" creationId="{E10426D5-A006-4D21-B806-837D0449D16A}"/>
          </ac:inkMkLst>
        </pc:inkChg>
        <pc:inkChg chg="mod">
          <ac:chgData name="Deepika Vatsa" userId="f7100972-27fe-4ee6-8fb4-ec9b7931b409" providerId="ADAL" clId="{F37C4974-F220-459F-95C5-71112429BD42}" dt="2022-09-19T08:24:44.766" v="1100"/>
          <ac:inkMkLst>
            <pc:docMk/>
            <pc:sldMk cId="3530607956" sldId="611"/>
            <ac:inkMk id="14" creationId="{55BA9EC2-9B17-46B5-982A-8EA2379BBFF7}"/>
          </ac:inkMkLst>
        </pc:inkChg>
        <pc:inkChg chg="mod">
          <ac:chgData name="Deepika Vatsa" userId="f7100972-27fe-4ee6-8fb4-ec9b7931b409" providerId="ADAL" clId="{F37C4974-F220-459F-95C5-71112429BD42}" dt="2022-09-19T08:24:44.766" v="1100"/>
          <ac:inkMkLst>
            <pc:docMk/>
            <pc:sldMk cId="3530607956" sldId="611"/>
            <ac:inkMk id="16" creationId="{2B366834-83AB-4F18-9D18-D4B25B56A514}"/>
          </ac:inkMkLst>
        </pc:inkChg>
        <pc:inkChg chg="mod">
          <ac:chgData name="Deepika Vatsa" userId="f7100972-27fe-4ee6-8fb4-ec9b7931b409" providerId="ADAL" clId="{F37C4974-F220-459F-95C5-71112429BD42}" dt="2022-09-19T08:24:44.766" v="1100"/>
          <ac:inkMkLst>
            <pc:docMk/>
            <pc:sldMk cId="3530607956" sldId="611"/>
            <ac:inkMk id="18" creationId="{171F5AA4-3C7C-45DC-BB2D-28A7B4967A0E}"/>
          </ac:inkMkLst>
        </pc:inkChg>
        <pc:inkChg chg="add mod">
          <ac:chgData name="Deepika Vatsa" userId="f7100972-27fe-4ee6-8fb4-ec9b7931b409" providerId="ADAL" clId="{F37C4974-F220-459F-95C5-71112429BD42}" dt="2022-09-19T08:24:48.762" v="1112" actId="1035"/>
          <ac:inkMkLst>
            <pc:docMk/>
            <pc:sldMk cId="3530607956" sldId="611"/>
            <ac:inkMk id="20" creationId="{8A4F915C-86E1-488E-8B54-913B2BEA261A}"/>
          </ac:inkMkLst>
        </pc:inkChg>
        <pc:inkChg chg="add mod">
          <ac:chgData name="Deepika Vatsa" userId="f7100972-27fe-4ee6-8fb4-ec9b7931b409" providerId="ADAL" clId="{F37C4974-F220-459F-95C5-71112429BD42}" dt="2022-09-19T08:24:48.762" v="1112" actId="1035"/>
          <ac:inkMkLst>
            <pc:docMk/>
            <pc:sldMk cId="3530607956" sldId="611"/>
            <ac:inkMk id="22" creationId="{DE6620DA-D536-4366-ACD7-1226C0FFA48F}"/>
          </ac:inkMkLst>
        </pc:inkChg>
        <pc:inkChg chg="add mod">
          <ac:chgData name="Deepika Vatsa" userId="f7100972-27fe-4ee6-8fb4-ec9b7931b409" providerId="ADAL" clId="{F37C4974-F220-459F-95C5-71112429BD42}" dt="2022-09-19T08:24:48.762" v="1112" actId="1035"/>
          <ac:inkMkLst>
            <pc:docMk/>
            <pc:sldMk cId="3530607956" sldId="611"/>
            <ac:inkMk id="23" creationId="{C35E46F3-7AA5-4634-B474-80340ED20F20}"/>
          </ac:inkMkLst>
        </pc:inkChg>
        <pc:inkChg chg="add mod">
          <ac:chgData name="Deepika Vatsa" userId="f7100972-27fe-4ee6-8fb4-ec9b7931b409" providerId="ADAL" clId="{F37C4974-F220-459F-95C5-71112429BD42}" dt="2022-09-19T08:24:48.762" v="1112" actId="1035"/>
          <ac:inkMkLst>
            <pc:docMk/>
            <pc:sldMk cId="3530607956" sldId="611"/>
            <ac:inkMk id="24" creationId="{7679B4EC-A1DE-490F-9807-DD2533BFEB5C}"/>
          </ac:inkMkLst>
        </pc:inkChg>
        <pc:inkChg chg="add mod">
          <ac:chgData name="Deepika Vatsa" userId="f7100972-27fe-4ee6-8fb4-ec9b7931b409" providerId="ADAL" clId="{F37C4974-F220-459F-95C5-71112429BD42}" dt="2022-09-19T08:24:48.762" v="1112" actId="1035"/>
          <ac:inkMkLst>
            <pc:docMk/>
            <pc:sldMk cId="3530607956" sldId="611"/>
            <ac:inkMk id="25" creationId="{B192EB5E-3796-47B2-A905-4CFFF7B7D7AA}"/>
          </ac:inkMkLst>
        </pc:inkChg>
        <pc:inkChg chg="add mod">
          <ac:chgData name="Deepika Vatsa" userId="f7100972-27fe-4ee6-8fb4-ec9b7931b409" providerId="ADAL" clId="{F37C4974-F220-459F-95C5-71112429BD42}" dt="2022-09-19T08:24:48.762" v="1112" actId="1035"/>
          <ac:inkMkLst>
            <pc:docMk/>
            <pc:sldMk cId="3530607956" sldId="611"/>
            <ac:inkMk id="26" creationId="{6667FEB3-A438-4D71-8CD7-30225B37FFDF}"/>
          </ac:inkMkLst>
        </pc:inkChg>
        <pc:inkChg chg="add mod">
          <ac:chgData name="Deepika Vatsa" userId="f7100972-27fe-4ee6-8fb4-ec9b7931b409" providerId="ADAL" clId="{F37C4974-F220-459F-95C5-71112429BD42}" dt="2022-09-19T08:26:09.475" v="1135" actId="1036"/>
          <ac:inkMkLst>
            <pc:docMk/>
            <pc:sldMk cId="3530607956" sldId="611"/>
            <ac:inkMk id="27" creationId="{73988484-511B-473E-A2BF-76A3223AA16E}"/>
          </ac:inkMkLst>
        </pc:inkChg>
        <pc:inkChg chg="add mod">
          <ac:chgData name="Deepika Vatsa" userId="f7100972-27fe-4ee6-8fb4-ec9b7931b409" providerId="ADAL" clId="{F37C4974-F220-459F-95C5-71112429BD42}" dt="2022-09-19T08:26:09.475" v="1135" actId="1036"/>
          <ac:inkMkLst>
            <pc:docMk/>
            <pc:sldMk cId="3530607956" sldId="611"/>
            <ac:inkMk id="28" creationId="{36F42329-A3AD-447E-87DF-10BF16FDB73B}"/>
          </ac:inkMkLst>
        </pc:inkChg>
        <pc:inkChg chg="add mod">
          <ac:chgData name="Deepika Vatsa" userId="f7100972-27fe-4ee6-8fb4-ec9b7931b409" providerId="ADAL" clId="{F37C4974-F220-459F-95C5-71112429BD42}" dt="2022-09-19T08:26:09.475" v="1135" actId="1036"/>
          <ac:inkMkLst>
            <pc:docMk/>
            <pc:sldMk cId="3530607956" sldId="611"/>
            <ac:inkMk id="29" creationId="{C6CA5041-FF17-4897-BBE1-90B9D5E91986}"/>
          </ac:inkMkLst>
        </pc:inkChg>
        <pc:inkChg chg="mod">
          <ac:chgData name="Deepika Vatsa" userId="f7100972-27fe-4ee6-8fb4-ec9b7931b409" providerId="ADAL" clId="{F37C4974-F220-459F-95C5-71112429BD42}" dt="2022-09-19T08:24:44.766" v="1100"/>
          <ac:inkMkLst>
            <pc:docMk/>
            <pc:sldMk cId="3530607956" sldId="611"/>
            <ac:inkMk id="31" creationId="{541A4359-6606-43BC-97F1-746AC2156E54}"/>
          </ac:inkMkLst>
        </pc:inkChg>
        <pc:inkChg chg="del mod">
          <ac:chgData name="Deepika Vatsa" userId="f7100972-27fe-4ee6-8fb4-ec9b7931b409" providerId="ADAL" clId="{F37C4974-F220-459F-95C5-71112429BD42}" dt="2022-09-19T08:26:30.666" v="1137" actId="478"/>
          <ac:inkMkLst>
            <pc:docMk/>
            <pc:sldMk cId="3530607956" sldId="611"/>
            <ac:inkMk id="32" creationId="{0D0426A3-391A-4A2F-A170-026A9BF6F520}"/>
          </ac:inkMkLst>
        </pc:inkChg>
        <pc:inkChg chg="mod">
          <ac:chgData name="Deepika Vatsa" userId="f7100972-27fe-4ee6-8fb4-ec9b7931b409" providerId="ADAL" clId="{F37C4974-F220-459F-95C5-71112429BD42}" dt="2022-09-19T08:24:44.766" v="1100"/>
          <ac:inkMkLst>
            <pc:docMk/>
            <pc:sldMk cId="3530607956" sldId="611"/>
            <ac:inkMk id="33" creationId="{3CD8978F-D40C-45C6-902E-74D7AB00EE09}"/>
          </ac:inkMkLst>
        </pc:inkChg>
        <pc:inkChg chg="mod">
          <ac:chgData name="Deepika Vatsa" userId="f7100972-27fe-4ee6-8fb4-ec9b7931b409" providerId="ADAL" clId="{F37C4974-F220-459F-95C5-71112429BD42}" dt="2022-09-19T08:24:44.766" v="1100"/>
          <ac:inkMkLst>
            <pc:docMk/>
            <pc:sldMk cId="3530607956" sldId="611"/>
            <ac:inkMk id="34" creationId="{613B6F62-92B0-4533-B63E-321EE8495347}"/>
          </ac:inkMkLst>
        </pc:inkChg>
        <pc:inkChg chg="mod">
          <ac:chgData name="Deepika Vatsa" userId="f7100972-27fe-4ee6-8fb4-ec9b7931b409" providerId="ADAL" clId="{F37C4974-F220-459F-95C5-71112429BD42}" dt="2022-09-19T08:24:44.766" v="1100"/>
          <ac:inkMkLst>
            <pc:docMk/>
            <pc:sldMk cId="3530607956" sldId="611"/>
            <ac:inkMk id="35" creationId="{032F3B6A-1F52-4263-82AF-CCE16292F246}"/>
          </ac:inkMkLst>
        </pc:inkChg>
        <pc:inkChg chg="mod">
          <ac:chgData name="Deepika Vatsa" userId="f7100972-27fe-4ee6-8fb4-ec9b7931b409" providerId="ADAL" clId="{F37C4974-F220-459F-95C5-71112429BD42}" dt="2022-09-19T08:24:44.766" v="1100"/>
          <ac:inkMkLst>
            <pc:docMk/>
            <pc:sldMk cId="3530607956" sldId="611"/>
            <ac:inkMk id="37" creationId="{A2FA703C-5694-4AA8-B97B-1CDC023A9A2B}"/>
          </ac:inkMkLst>
        </pc:inkChg>
        <pc:inkChg chg="mod">
          <ac:chgData name="Deepika Vatsa" userId="f7100972-27fe-4ee6-8fb4-ec9b7931b409" providerId="ADAL" clId="{F37C4974-F220-459F-95C5-71112429BD42}" dt="2022-09-19T08:24:44.766" v="1100"/>
          <ac:inkMkLst>
            <pc:docMk/>
            <pc:sldMk cId="3530607956" sldId="611"/>
            <ac:inkMk id="38" creationId="{28F8D8F3-8A9D-4E4D-90A3-497D6AEED2F1}"/>
          </ac:inkMkLst>
        </pc:inkChg>
        <pc:inkChg chg="mod">
          <ac:chgData name="Deepika Vatsa" userId="f7100972-27fe-4ee6-8fb4-ec9b7931b409" providerId="ADAL" clId="{F37C4974-F220-459F-95C5-71112429BD42}" dt="2022-09-19T08:24:44.766" v="1100"/>
          <ac:inkMkLst>
            <pc:docMk/>
            <pc:sldMk cId="3530607956" sldId="611"/>
            <ac:inkMk id="39" creationId="{DDBC52D1-3BB5-498D-888B-EFB9CE47CDB9}"/>
          </ac:inkMkLst>
        </pc:inkChg>
        <pc:inkChg chg="mod">
          <ac:chgData name="Deepika Vatsa" userId="f7100972-27fe-4ee6-8fb4-ec9b7931b409" providerId="ADAL" clId="{F37C4974-F220-459F-95C5-71112429BD42}" dt="2022-09-19T08:24:44.766" v="1100"/>
          <ac:inkMkLst>
            <pc:docMk/>
            <pc:sldMk cId="3530607956" sldId="611"/>
            <ac:inkMk id="40" creationId="{082B15A7-78F9-4708-9A08-B1CC0361D12B}"/>
          </ac:inkMkLst>
        </pc:inkChg>
        <pc:inkChg chg="mod">
          <ac:chgData name="Deepika Vatsa" userId="f7100972-27fe-4ee6-8fb4-ec9b7931b409" providerId="ADAL" clId="{F37C4974-F220-459F-95C5-71112429BD42}" dt="2022-09-19T08:24:44.766" v="1100"/>
          <ac:inkMkLst>
            <pc:docMk/>
            <pc:sldMk cId="3530607956" sldId="611"/>
            <ac:inkMk id="41" creationId="{98CE2FD3-390B-499D-B4FF-3E633BA53394}"/>
          </ac:inkMkLst>
        </pc:inkChg>
        <pc:inkChg chg="mod">
          <ac:chgData name="Deepika Vatsa" userId="f7100972-27fe-4ee6-8fb4-ec9b7931b409" providerId="ADAL" clId="{F37C4974-F220-459F-95C5-71112429BD42}" dt="2022-09-19T08:24:44.766" v="1100"/>
          <ac:inkMkLst>
            <pc:docMk/>
            <pc:sldMk cId="3530607956" sldId="611"/>
            <ac:inkMk id="42" creationId="{AAD3B6E6-C426-4213-B6A6-947FB883C3CF}"/>
          </ac:inkMkLst>
        </pc:inkChg>
        <pc:inkChg chg="mod">
          <ac:chgData name="Deepika Vatsa" userId="f7100972-27fe-4ee6-8fb4-ec9b7931b409" providerId="ADAL" clId="{F37C4974-F220-459F-95C5-71112429BD42}" dt="2022-09-19T08:24:44.766" v="1100"/>
          <ac:inkMkLst>
            <pc:docMk/>
            <pc:sldMk cId="3530607956" sldId="611"/>
            <ac:inkMk id="43" creationId="{8310F350-A6C0-4DE2-B579-C2A686E51084}"/>
          </ac:inkMkLst>
        </pc:inkChg>
        <pc:inkChg chg="mod">
          <ac:chgData name="Deepika Vatsa" userId="f7100972-27fe-4ee6-8fb4-ec9b7931b409" providerId="ADAL" clId="{F37C4974-F220-459F-95C5-71112429BD42}" dt="2022-09-19T08:24:44.766" v="1100"/>
          <ac:inkMkLst>
            <pc:docMk/>
            <pc:sldMk cId="3530607956" sldId="611"/>
            <ac:inkMk id="44" creationId="{CEB43337-7F6B-4F85-9675-A629D9B0D596}"/>
          </ac:inkMkLst>
        </pc:inkChg>
        <pc:inkChg chg="mod">
          <ac:chgData name="Deepika Vatsa" userId="f7100972-27fe-4ee6-8fb4-ec9b7931b409" providerId="ADAL" clId="{F37C4974-F220-459F-95C5-71112429BD42}" dt="2022-09-19T08:24:44.766" v="1100"/>
          <ac:inkMkLst>
            <pc:docMk/>
            <pc:sldMk cId="3530607956" sldId="611"/>
            <ac:inkMk id="45" creationId="{311738D8-A6C8-4728-908F-D51150A8763E}"/>
          </ac:inkMkLst>
        </pc:inkChg>
        <pc:inkChg chg="mod">
          <ac:chgData name="Deepika Vatsa" userId="f7100972-27fe-4ee6-8fb4-ec9b7931b409" providerId="ADAL" clId="{F37C4974-F220-459F-95C5-71112429BD42}" dt="2022-09-19T08:24:44.766" v="1100"/>
          <ac:inkMkLst>
            <pc:docMk/>
            <pc:sldMk cId="3530607956" sldId="611"/>
            <ac:inkMk id="46" creationId="{E9E0A257-78E1-4299-BD88-7940F5C6FABF}"/>
          </ac:inkMkLst>
        </pc:inkChg>
        <pc:inkChg chg="mod">
          <ac:chgData name="Deepika Vatsa" userId="f7100972-27fe-4ee6-8fb4-ec9b7931b409" providerId="ADAL" clId="{F37C4974-F220-459F-95C5-71112429BD42}" dt="2022-09-19T08:24:44.766" v="1100"/>
          <ac:inkMkLst>
            <pc:docMk/>
            <pc:sldMk cId="3530607956" sldId="611"/>
            <ac:inkMk id="47" creationId="{6D5579AF-B05A-4BC5-8933-BCC0E67AAF72}"/>
          </ac:inkMkLst>
        </pc:inkChg>
        <pc:inkChg chg="mod">
          <ac:chgData name="Deepika Vatsa" userId="f7100972-27fe-4ee6-8fb4-ec9b7931b409" providerId="ADAL" clId="{F37C4974-F220-459F-95C5-71112429BD42}" dt="2022-09-19T08:24:44.766" v="1100"/>
          <ac:inkMkLst>
            <pc:docMk/>
            <pc:sldMk cId="3530607956" sldId="611"/>
            <ac:inkMk id="48" creationId="{333EF66B-65C1-48C6-8A0E-FDEF0BF4B0F0}"/>
          </ac:inkMkLst>
        </pc:inkChg>
        <pc:inkChg chg="mod">
          <ac:chgData name="Deepika Vatsa" userId="f7100972-27fe-4ee6-8fb4-ec9b7931b409" providerId="ADAL" clId="{F37C4974-F220-459F-95C5-71112429BD42}" dt="2022-09-19T08:24:44.766" v="1100"/>
          <ac:inkMkLst>
            <pc:docMk/>
            <pc:sldMk cId="3530607956" sldId="611"/>
            <ac:inkMk id="49" creationId="{32F2C771-1DB1-4F42-BA53-20CB6C86E88B}"/>
          </ac:inkMkLst>
        </pc:inkChg>
        <pc:inkChg chg="mod">
          <ac:chgData name="Deepika Vatsa" userId="f7100972-27fe-4ee6-8fb4-ec9b7931b409" providerId="ADAL" clId="{F37C4974-F220-459F-95C5-71112429BD42}" dt="2022-09-19T08:24:44.766" v="1100"/>
          <ac:inkMkLst>
            <pc:docMk/>
            <pc:sldMk cId="3530607956" sldId="611"/>
            <ac:inkMk id="50" creationId="{E6202A82-EAB4-4E07-B07B-66612A5ACEFB}"/>
          </ac:inkMkLst>
        </pc:inkChg>
        <pc:inkChg chg="mod">
          <ac:chgData name="Deepika Vatsa" userId="f7100972-27fe-4ee6-8fb4-ec9b7931b409" providerId="ADAL" clId="{F37C4974-F220-459F-95C5-71112429BD42}" dt="2022-09-19T08:24:44.766" v="1100"/>
          <ac:inkMkLst>
            <pc:docMk/>
            <pc:sldMk cId="3530607956" sldId="611"/>
            <ac:inkMk id="51" creationId="{27BE3843-9EA7-4983-8ABD-DECA6EE7CAF5}"/>
          </ac:inkMkLst>
        </pc:inkChg>
        <pc:inkChg chg="mod">
          <ac:chgData name="Deepika Vatsa" userId="f7100972-27fe-4ee6-8fb4-ec9b7931b409" providerId="ADAL" clId="{F37C4974-F220-459F-95C5-71112429BD42}" dt="2022-09-19T08:24:44.766" v="1100"/>
          <ac:inkMkLst>
            <pc:docMk/>
            <pc:sldMk cId="3530607956" sldId="611"/>
            <ac:inkMk id="52" creationId="{B2D44089-CE9E-425A-8043-10116C3C212A}"/>
          </ac:inkMkLst>
        </pc:inkChg>
        <pc:inkChg chg="mod">
          <ac:chgData name="Deepika Vatsa" userId="f7100972-27fe-4ee6-8fb4-ec9b7931b409" providerId="ADAL" clId="{F37C4974-F220-459F-95C5-71112429BD42}" dt="2022-09-19T08:24:44.766" v="1100"/>
          <ac:inkMkLst>
            <pc:docMk/>
            <pc:sldMk cId="3530607956" sldId="611"/>
            <ac:inkMk id="53" creationId="{03E07B93-933F-414D-9330-D5C7E05B839F}"/>
          </ac:inkMkLst>
        </pc:inkChg>
        <pc:inkChg chg="mod">
          <ac:chgData name="Deepika Vatsa" userId="f7100972-27fe-4ee6-8fb4-ec9b7931b409" providerId="ADAL" clId="{F37C4974-F220-459F-95C5-71112429BD42}" dt="2022-09-19T08:24:44.766" v="1100"/>
          <ac:inkMkLst>
            <pc:docMk/>
            <pc:sldMk cId="3530607956" sldId="611"/>
            <ac:inkMk id="54" creationId="{7273867D-632D-46BE-9FB1-3A60C3CC82EF}"/>
          </ac:inkMkLst>
        </pc:inkChg>
        <pc:inkChg chg="mod">
          <ac:chgData name="Deepika Vatsa" userId="f7100972-27fe-4ee6-8fb4-ec9b7931b409" providerId="ADAL" clId="{F37C4974-F220-459F-95C5-71112429BD42}" dt="2022-09-19T08:24:44.766" v="1100"/>
          <ac:inkMkLst>
            <pc:docMk/>
            <pc:sldMk cId="3530607956" sldId="611"/>
            <ac:inkMk id="55" creationId="{67B3C350-980B-4AE3-8062-EF1CC12F8991}"/>
          </ac:inkMkLst>
        </pc:inkChg>
        <pc:inkChg chg="mod">
          <ac:chgData name="Deepika Vatsa" userId="f7100972-27fe-4ee6-8fb4-ec9b7931b409" providerId="ADAL" clId="{F37C4974-F220-459F-95C5-71112429BD42}" dt="2022-09-19T08:24:44.766" v="1100"/>
          <ac:inkMkLst>
            <pc:docMk/>
            <pc:sldMk cId="3530607956" sldId="611"/>
            <ac:inkMk id="56" creationId="{85704CFD-04EF-4832-BC2C-B808E4D879FE}"/>
          </ac:inkMkLst>
        </pc:inkChg>
        <pc:inkChg chg="mod">
          <ac:chgData name="Deepika Vatsa" userId="f7100972-27fe-4ee6-8fb4-ec9b7931b409" providerId="ADAL" clId="{F37C4974-F220-459F-95C5-71112429BD42}" dt="2022-09-19T08:24:44.766" v="1100"/>
          <ac:inkMkLst>
            <pc:docMk/>
            <pc:sldMk cId="3530607956" sldId="611"/>
            <ac:inkMk id="57" creationId="{2DF503C6-9A6B-4C6D-842A-0D8FE6A8E6CF}"/>
          </ac:inkMkLst>
        </pc:inkChg>
        <pc:inkChg chg="mod">
          <ac:chgData name="Deepika Vatsa" userId="f7100972-27fe-4ee6-8fb4-ec9b7931b409" providerId="ADAL" clId="{F37C4974-F220-459F-95C5-71112429BD42}" dt="2022-09-19T08:24:44.766" v="1100"/>
          <ac:inkMkLst>
            <pc:docMk/>
            <pc:sldMk cId="3530607956" sldId="611"/>
            <ac:inkMk id="58" creationId="{4F179313-63A8-44ED-AB17-6A2339A93D74}"/>
          </ac:inkMkLst>
        </pc:inkChg>
        <pc:inkChg chg="mod">
          <ac:chgData name="Deepika Vatsa" userId="f7100972-27fe-4ee6-8fb4-ec9b7931b409" providerId="ADAL" clId="{F37C4974-F220-459F-95C5-71112429BD42}" dt="2022-09-19T08:24:44.766" v="1100"/>
          <ac:inkMkLst>
            <pc:docMk/>
            <pc:sldMk cId="3530607956" sldId="611"/>
            <ac:inkMk id="59" creationId="{28B7CDF7-3BE9-4E60-A862-CA910EC0F9EE}"/>
          </ac:inkMkLst>
        </pc:inkChg>
        <pc:inkChg chg="mod">
          <ac:chgData name="Deepika Vatsa" userId="f7100972-27fe-4ee6-8fb4-ec9b7931b409" providerId="ADAL" clId="{F37C4974-F220-459F-95C5-71112429BD42}" dt="2022-09-19T08:24:44.766" v="1100"/>
          <ac:inkMkLst>
            <pc:docMk/>
            <pc:sldMk cId="3530607956" sldId="611"/>
            <ac:inkMk id="60" creationId="{05846CFC-1CC4-4E0B-8E6B-BF92C75F7F3A}"/>
          </ac:inkMkLst>
        </pc:inkChg>
        <pc:inkChg chg="mod">
          <ac:chgData name="Deepika Vatsa" userId="f7100972-27fe-4ee6-8fb4-ec9b7931b409" providerId="ADAL" clId="{F37C4974-F220-459F-95C5-71112429BD42}" dt="2022-09-19T08:24:44.766" v="1100"/>
          <ac:inkMkLst>
            <pc:docMk/>
            <pc:sldMk cId="3530607956" sldId="611"/>
            <ac:inkMk id="61" creationId="{6D35D397-F1AD-41B3-A3C7-B0152EFF0FD4}"/>
          </ac:inkMkLst>
        </pc:inkChg>
        <pc:inkChg chg="mod">
          <ac:chgData name="Deepika Vatsa" userId="f7100972-27fe-4ee6-8fb4-ec9b7931b409" providerId="ADAL" clId="{F37C4974-F220-459F-95C5-71112429BD42}" dt="2022-09-19T08:24:44.766" v="1100"/>
          <ac:inkMkLst>
            <pc:docMk/>
            <pc:sldMk cId="3530607956" sldId="611"/>
            <ac:inkMk id="62" creationId="{D5BCAA00-4AC6-4D4A-B49A-89F2B6C64A05}"/>
          </ac:inkMkLst>
        </pc:inkChg>
        <pc:inkChg chg="mod">
          <ac:chgData name="Deepika Vatsa" userId="f7100972-27fe-4ee6-8fb4-ec9b7931b409" providerId="ADAL" clId="{F37C4974-F220-459F-95C5-71112429BD42}" dt="2022-09-19T08:24:44.766" v="1100"/>
          <ac:inkMkLst>
            <pc:docMk/>
            <pc:sldMk cId="3530607956" sldId="611"/>
            <ac:inkMk id="63" creationId="{AFB8559C-66B5-4024-8981-E2B51C2B23FB}"/>
          </ac:inkMkLst>
        </pc:inkChg>
        <pc:inkChg chg="mod">
          <ac:chgData name="Deepika Vatsa" userId="f7100972-27fe-4ee6-8fb4-ec9b7931b409" providerId="ADAL" clId="{F37C4974-F220-459F-95C5-71112429BD42}" dt="2022-09-19T08:24:44.766" v="1100"/>
          <ac:inkMkLst>
            <pc:docMk/>
            <pc:sldMk cId="3530607956" sldId="611"/>
            <ac:inkMk id="64" creationId="{B9EF46E0-1C50-4E5B-8C98-88AB5DA4ABA3}"/>
          </ac:inkMkLst>
        </pc:inkChg>
        <pc:inkChg chg="add mod">
          <ac:chgData name="Deepika Vatsa" userId="f7100972-27fe-4ee6-8fb4-ec9b7931b409" providerId="ADAL" clId="{F37C4974-F220-459F-95C5-71112429BD42}" dt="2022-09-19T08:25:46.542" v="1120"/>
          <ac:inkMkLst>
            <pc:docMk/>
            <pc:sldMk cId="3530607956" sldId="611"/>
            <ac:inkMk id="66" creationId="{941A8BD8-A5E7-4F7A-9603-91BDBFD3C0EF}"/>
          </ac:inkMkLst>
        </pc:inkChg>
        <pc:inkChg chg="add mod">
          <ac:chgData name="Deepika Vatsa" userId="f7100972-27fe-4ee6-8fb4-ec9b7931b409" providerId="ADAL" clId="{F37C4974-F220-459F-95C5-71112429BD42}" dt="2022-09-19T08:25:46.542" v="1120"/>
          <ac:inkMkLst>
            <pc:docMk/>
            <pc:sldMk cId="3530607956" sldId="611"/>
            <ac:inkMk id="67" creationId="{2FA5A166-ABB3-4C6F-B106-36D57D361B11}"/>
          </ac:inkMkLst>
        </pc:inkChg>
        <pc:inkChg chg="add">
          <ac:chgData name="Deepika Vatsa" userId="f7100972-27fe-4ee6-8fb4-ec9b7931b409" providerId="ADAL" clId="{F37C4974-F220-459F-95C5-71112429BD42}" dt="2022-09-19T08:26:34.631" v="1138" actId="9405"/>
          <ac:inkMkLst>
            <pc:docMk/>
            <pc:sldMk cId="3530607956" sldId="611"/>
            <ac:inkMk id="69" creationId="{EA3A34DB-8758-4540-B821-7293D7031AF5}"/>
          </ac:inkMkLst>
        </pc:inkChg>
      </pc:sldChg>
      <pc:sldChg chg="addSp delSp modSp add mod modNotesTx">
        <pc:chgData name="Deepika Vatsa" userId="f7100972-27fe-4ee6-8fb4-ec9b7931b409" providerId="ADAL" clId="{F37C4974-F220-459F-95C5-71112429BD42}" dt="2022-09-19T17:37:15.902" v="3949"/>
        <pc:sldMkLst>
          <pc:docMk/>
          <pc:sldMk cId="3675182161" sldId="612"/>
        </pc:sldMkLst>
        <pc:spChg chg="mod">
          <ac:chgData name="Deepika Vatsa" userId="f7100972-27fe-4ee6-8fb4-ec9b7931b409" providerId="ADAL" clId="{F37C4974-F220-459F-95C5-71112429BD42}" dt="2022-09-19T06:36:48.953" v="799"/>
          <ac:spMkLst>
            <pc:docMk/>
            <pc:sldMk cId="3675182161" sldId="612"/>
            <ac:spMk id="9" creationId="{55A5BFD8-4962-4C89-86F0-4A582AD35F41}"/>
          </ac:spMkLst>
        </pc:spChg>
        <pc:picChg chg="del">
          <ac:chgData name="Deepika Vatsa" userId="f7100972-27fe-4ee6-8fb4-ec9b7931b409" providerId="ADAL" clId="{F37C4974-F220-459F-95C5-71112429BD42}" dt="2022-09-19T06:37:01.505" v="800" actId="478"/>
          <ac:picMkLst>
            <pc:docMk/>
            <pc:sldMk cId="3675182161" sldId="612"/>
            <ac:picMk id="4" creationId="{05A48E4F-27E6-44B4-AE0B-E5C3E58572AB}"/>
          </ac:picMkLst>
        </pc:picChg>
        <pc:picChg chg="add mod modCrop">
          <ac:chgData name="Deepika Vatsa" userId="f7100972-27fe-4ee6-8fb4-ec9b7931b409" providerId="ADAL" clId="{F37C4974-F220-459F-95C5-71112429BD42}" dt="2022-09-19T06:37:22.791" v="806" actId="1076"/>
          <ac:picMkLst>
            <pc:docMk/>
            <pc:sldMk cId="3675182161" sldId="612"/>
            <ac:picMk id="5" creationId="{6C09CA08-7C73-4BCD-9E4A-B0A4FFBFBCD7}"/>
          </ac:picMkLst>
        </pc:picChg>
      </pc:sldChg>
      <pc:sldChg chg="addSp delSp modSp add mod">
        <pc:chgData name="Deepika Vatsa" userId="f7100972-27fe-4ee6-8fb4-ec9b7931b409" providerId="ADAL" clId="{F37C4974-F220-459F-95C5-71112429BD42}" dt="2022-09-19T08:14:01.948" v="964"/>
        <pc:sldMkLst>
          <pc:docMk/>
          <pc:sldMk cId="269648014" sldId="613"/>
        </pc:sldMkLst>
        <pc:spChg chg="del mod">
          <ac:chgData name="Deepika Vatsa" userId="f7100972-27fe-4ee6-8fb4-ec9b7931b409" providerId="ADAL" clId="{F37C4974-F220-459F-95C5-71112429BD42}" dt="2022-09-19T08:08:07.558" v="823" actId="478"/>
          <ac:spMkLst>
            <pc:docMk/>
            <pc:sldMk cId="269648014" sldId="613"/>
            <ac:spMk id="9" creationId="{55A5BFD8-4962-4C89-86F0-4A582AD35F41}"/>
          </ac:spMkLst>
        </pc:spChg>
        <pc:grpChg chg="del mod">
          <ac:chgData name="Deepika Vatsa" userId="f7100972-27fe-4ee6-8fb4-ec9b7931b409" providerId="ADAL" clId="{F37C4974-F220-459F-95C5-71112429BD42}" dt="2022-09-19T08:13:56.906" v="962"/>
          <ac:grpSpMkLst>
            <pc:docMk/>
            <pc:sldMk cId="269648014" sldId="613"/>
            <ac:grpSpMk id="7" creationId="{D42D22B4-CD9E-4467-BC5A-72F08C82CEAE}"/>
          </ac:grpSpMkLst>
        </pc:grpChg>
        <pc:grpChg chg="del mod">
          <ac:chgData name="Deepika Vatsa" userId="f7100972-27fe-4ee6-8fb4-ec9b7931b409" providerId="ADAL" clId="{F37C4974-F220-459F-95C5-71112429BD42}" dt="2022-09-19T08:08:27.342" v="843"/>
          <ac:grpSpMkLst>
            <pc:docMk/>
            <pc:sldMk cId="269648014" sldId="613"/>
            <ac:grpSpMk id="23" creationId="{4D5E75EA-4381-4A38-B0B6-B475CFC6AD1F}"/>
          </ac:grpSpMkLst>
        </pc:grpChg>
        <pc:grpChg chg="del mod">
          <ac:chgData name="Deepika Vatsa" userId="f7100972-27fe-4ee6-8fb4-ec9b7931b409" providerId="ADAL" clId="{F37C4974-F220-459F-95C5-71112429BD42}" dt="2022-09-19T08:13:56.906" v="962"/>
          <ac:grpSpMkLst>
            <pc:docMk/>
            <pc:sldMk cId="269648014" sldId="613"/>
            <ac:grpSpMk id="24" creationId="{8CC11217-560A-478A-B1DC-D30BEC1A71A4}"/>
          </ac:grpSpMkLst>
        </pc:grpChg>
        <pc:grpChg chg="del mod">
          <ac:chgData name="Deepika Vatsa" userId="f7100972-27fe-4ee6-8fb4-ec9b7931b409" providerId="ADAL" clId="{F37C4974-F220-459F-95C5-71112429BD42}" dt="2022-09-19T08:08:29.562" v="847"/>
          <ac:grpSpMkLst>
            <pc:docMk/>
            <pc:sldMk cId="269648014" sldId="613"/>
            <ac:grpSpMk id="29" creationId="{D3F15F1C-FC71-484D-A549-07D624421E20}"/>
          </ac:grpSpMkLst>
        </pc:grpChg>
        <pc:grpChg chg="del mod">
          <ac:chgData name="Deepika Vatsa" userId="f7100972-27fe-4ee6-8fb4-ec9b7931b409" providerId="ADAL" clId="{F37C4974-F220-459F-95C5-71112429BD42}" dt="2022-09-19T08:13:56.906" v="962"/>
          <ac:grpSpMkLst>
            <pc:docMk/>
            <pc:sldMk cId="269648014" sldId="613"/>
            <ac:grpSpMk id="30" creationId="{8611FA3B-ADB0-4C8A-AD60-AA5BE97A73B7}"/>
          </ac:grpSpMkLst>
        </pc:grpChg>
        <pc:grpChg chg="del mod">
          <ac:chgData name="Deepika Vatsa" userId="f7100972-27fe-4ee6-8fb4-ec9b7931b409" providerId="ADAL" clId="{F37C4974-F220-459F-95C5-71112429BD42}" dt="2022-09-19T08:08:37.944" v="862"/>
          <ac:grpSpMkLst>
            <pc:docMk/>
            <pc:sldMk cId="269648014" sldId="613"/>
            <ac:grpSpMk id="34" creationId="{88D6D15E-B34F-493C-BE1F-7542E8C641C5}"/>
          </ac:grpSpMkLst>
        </pc:grpChg>
        <pc:grpChg chg="del mod">
          <ac:chgData name="Deepika Vatsa" userId="f7100972-27fe-4ee6-8fb4-ec9b7931b409" providerId="ADAL" clId="{F37C4974-F220-459F-95C5-71112429BD42}" dt="2022-09-19T08:13:56.906" v="962"/>
          <ac:grpSpMkLst>
            <pc:docMk/>
            <pc:sldMk cId="269648014" sldId="613"/>
            <ac:grpSpMk id="49" creationId="{47AC733E-CB53-4D1B-98D8-5A3F128995E9}"/>
          </ac:grpSpMkLst>
        </pc:grpChg>
        <pc:grpChg chg="del mod">
          <ac:chgData name="Deepika Vatsa" userId="f7100972-27fe-4ee6-8fb4-ec9b7931b409" providerId="ADAL" clId="{F37C4974-F220-459F-95C5-71112429BD42}" dt="2022-09-19T08:13:56.906" v="962"/>
          <ac:grpSpMkLst>
            <pc:docMk/>
            <pc:sldMk cId="269648014" sldId="613"/>
            <ac:grpSpMk id="50" creationId="{3C186FE6-BBC8-4022-A962-A66A0B143718}"/>
          </ac:grpSpMkLst>
        </pc:grpChg>
        <pc:grpChg chg="del mod">
          <ac:chgData name="Deepika Vatsa" userId="f7100972-27fe-4ee6-8fb4-ec9b7931b409" providerId="ADAL" clId="{F37C4974-F220-459F-95C5-71112429BD42}" dt="2022-09-19T08:13:56.906" v="962"/>
          <ac:grpSpMkLst>
            <pc:docMk/>
            <pc:sldMk cId="269648014" sldId="613"/>
            <ac:grpSpMk id="51" creationId="{97A2D23E-AF4B-4AFB-9EBD-D0F3E2240B68}"/>
          </ac:grpSpMkLst>
        </pc:grpChg>
        <pc:grpChg chg="mod">
          <ac:chgData name="Deepika Vatsa" userId="f7100972-27fe-4ee6-8fb4-ec9b7931b409" providerId="ADAL" clId="{F37C4974-F220-459F-95C5-71112429BD42}" dt="2022-09-19T08:08:49.547" v="872"/>
          <ac:grpSpMkLst>
            <pc:docMk/>
            <pc:sldMk cId="269648014" sldId="613"/>
            <ac:grpSpMk id="61" creationId="{60CB7C99-FF1F-4531-8BFC-12153036C5E2}"/>
          </ac:grpSpMkLst>
        </pc:grpChg>
        <pc:grpChg chg="mod">
          <ac:chgData name="Deepika Vatsa" userId="f7100972-27fe-4ee6-8fb4-ec9b7931b409" providerId="ADAL" clId="{F37C4974-F220-459F-95C5-71112429BD42}" dt="2022-09-19T08:09:16.556" v="877"/>
          <ac:grpSpMkLst>
            <pc:docMk/>
            <pc:sldMk cId="269648014" sldId="613"/>
            <ac:grpSpMk id="66" creationId="{A437F3F4-3312-4EF0-A8E1-14004E72F8D7}"/>
          </ac:grpSpMkLst>
        </pc:grpChg>
        <pc:grpChg chg="mod">
          <ac:chgData name="Deepika Vatsa" userId="f7100972-27fe-4ee6-8fb4-ec9b7931b409" providerId="ADAL" clId="{F37C4974-F220-459F-95C5-71112429BD42}" dt="2022-09-19T08:09:22.480" v="881"/>
          <ac:grpSpMkLst>
            <pc:docMk/>
            <pc:sldMk cId="269648014" sldId="613"/>
            <ac:grpSpMk id="70" creationId="{C86D1B8D-6524-425F-8CFF-839B0F300A9F}"/>
          </ac:grpSpMkLst>
        </pc:grpChg>
        <pc:grpChg chg="mod">
          <ac:chgData name="Deepika Vatsa" userId="f7100972-27fe-4ee6-8fb4-ec9b7931b409" providerId="ADAL" clId="{F37C4974-F220-459F-95C5-71112429BD42}" dt="2022-09-19T08:11:44.767" v="894"/>
          <ac:grpSpMkLst>
            <pc:docMk/>
            <pc:sldMk cId="269648014" sldId="613"/>
            <ac:grpSpMk id="73" creationId="{7072C599-248A-431B-A277-CDB7DAE3421F}"/>
          </ac:grpSpMkLst>
        </pc:grpChg>
        <pc:grpChg chg="mod">
          <ac:chgData name="Deepika Vatsa" userId="f7100972-27fe-4ee6-8fb4-ec9b7931b409" providerId="ADAL" clId="{F37C4974-F220-459F-95C5-71112429BD42}" dt="2022-09-19T08:11:48.238" v="899"/>
          <ac:grpSpMkLst>
            <pc:docMk/>
            <pc:sldMk cId="269648014" sldId="613"/>
            <ac:grpSpMk id="78" creationId="{660A6B04-902A-4CE7-825A-95169F960016}"/>
          </ac:grpSpMkLst>
        </pc:grpChg>
        <pc:grpChg chg="del mod">
          <ac:chgData name="Deepika Vatsa" userId="f7100972-27fe-4ee6-8fb4-ec9b7931b409" providerId="ADAL" clId="{F37C4974-F220-459F-95C5-71112429BD42}" dt="2022-09-19T08:11:58.114" v="905"/>
          <ac:grpSpMkLst>
            <pc:docMk/>
            <pc:sldMk cId="269648014" sldId="613"/>
            <ac:grpSpMk id="82" creationId="{56C44484-6A0F-4271-9BA5-9D94BF600C7A}"/>
          </ac:grpSpMkLst>
        </pc:grpChg>
        <pc:grpChg chg="mod">
          <ac:chgData name="Deepika Vatsa" userId="f7100972-27fe-4ee6-8fb4-ec9b7931b409" providerId="ADAL" clId="{F37C4974-F220-459F-95C5-71112429BD42}" dt="2022-09-19T08:11:58.114" v="905"/>
          <ac:grpSpMkLst>
            <pc:docMk/>
            <pc:sldMk cId="269648014" sldId="613"/>
            <ac:grpSpMk id="84" creationId="{0D959AE1-5ECA-44E0-9526-1F239165AEBB}"/>
          </ac:grpSpMkLst>
        </pc:grpChg>
        <pc:grpChg chg="mod">
          <ac:chgData name="Deepika Vatsa" userId="f7100972-27fe-4ee6-8fb4-ec9b7931b409" providerId="ADAL" clId="{F37C4974-F220-459F-95C5-71112429BD42}" dt="2022-09-19T08:12:07.453" v="909"/>
          <ac:grpSpMkLst>
            <pc:docMk/>
            <pc:sldMk cId="269648014" sldId="613"/>
            <ac:grpSpMk id="88" creationId="{362F9277-ABFF-417A-B669-69F1DED9AE6F}"/>
          </ac:grpSpMkLst>
        </pc:grpChg>
        <pc:grpChg chg="del mod">
          <ac:chgData name="Deepika Vatsa" userId="f7100972-27fe-4ee6-8fb4-ec9b7931b409" providerId="ADAL" clId="{F37C4974-F220-459F-95C5-71112429BD42}" dt="2022-09-19T08:13:56.906" v="962"/>
          <ac:grpSpMkLst>
            <pc:docMk/>
            <pc:sldMk cId="269648014" sldId="613"/>
            <ac:grpSpMk id="105" creationId="{CB62BA23-C34F-4380-A297-E2AA5D409B23}"/>
          </ac:grpSpMkLst>
        </pc:grpChg>
        <pc:grpChg chg="del mod">
          <ac:chgData name="Deepika Vatsa" userId="f7100972-27fe-4ee6-8fb4-ec9b7931b409" providerId="ADAL" clId="{F37C4974-F220-459F-95C5-71112429BD42}" dt="2022-09-19T08:13:56.906" v="962"/>
          <ac:grpSpMkLst>
            <pc:docMk/>
            <pc:sldMk cId="269648014" sldId="613"/>
            <ac:grpSpMk id="106" creationId="{246B827B-BF2C-4A5E-87F4-CCDEE269D89E}"/>
          </ac:grpSpMkLst>
        </pc:grpChg>
        <pc:grpChg chg="del mod">
          <ac:chgData name="Deepika Vatsa" userId="f7100972-27fe-4ee6-8fb4-ec9b7931b409" providerId="ADAL" clId="{F37C4974-F220-459F-95C5-71112429BD42}" dt="2022-09-19T08:13:56.906" v="962"/>
          <ac:grpSpMkLst>
            <pc:docMk/>
            <pc:sldMk cId="269648014" sldId="613"/>
            <ac:grpSpMk id="107" creationId="{A5A291BE-40BA-42D9-BB54-A59777475A67}"/>
          </ac:grpSpMkLst>
        </pc:grpChg>
        <pc:grpChg chg="del mod">
          <ac:chgData name="Deepika Vatsa" userId="f7100972-27fe-4ee6-8fb4-ec9b7931b409" providerId="ADAL" clId="{F37C4974-F220-459F-95C5-71112429BD42}" dt="2022-09-19T08:13:56.906" v="962"/>
          <ac:grpSpMkLst>
            <pc:docMk/>
            <pc:sldMk cId="269648014" sldId="613"/>
            <ac:grpSpMk id="108" creationId="{B5F78E66-8DBD-466B-8CED-4F415A746E88}"/>
          </ac:grpSpMkLst>
        </pc:grpChg>
        <pc:grpChg chg="del mod">
          <ac:chgData name="Deepika Vatsa" userId="f7100972-27fe-4ee6-8fb4-ec9b7931b409" providerId="ADAL" clId="{F37C4974-F220-459F-95C5-71112429BD42}" dt="2022-09-19T08:13:56.906" v="962"/>
          <ac:grpSpMkLst>
            <pc:docMk/>
            <pc:sldMk cId="269648014" sldId="613"/>
            <ac:grpSpMk id="109" creationId="{DB3089DD-C4FE-4816-92D5-646CB5E715B2}"/>
          </ac:grpSpMkLst>
        </pc:grpChg>
        <pc:grpChg chg="mod">
          <ac:chgData name="Deepika Vatsa" userId="f7100972-27fe-4ee6-8fb4-ec9b7931b409" providerId="ADAL" clId="{F37C4974-F220-459F-95C5-71112429BD42}" dt="2022-09-19T08:12:47.367" v="934"/>
          <ac:grpSpMkLst>
            <pc:docMk/>
            <pc:sldMk cId="269648014" sldId="613"/>
            <ac:grpSpMk id="117" creationId="{314AE989-BFFC-427A-837B-7696290FDBF8}"/>
          </ac:grpSpMkLst>
        </pc:grpChg>
        <pc:grpChg chg="mod">
          <ac:chgData name="Deepika Vatsa" userId="f7100972-27fe-4ee6-8fb4-ec9b7931b409" providerId="ADAL" clId="{F37C4974-F220-459F-95C5-71112429BD42}" dt="2022-09-19T08:12:47.367" v="934"/>
          <ac:grpSpMkLst>
            <pc:docMk/>
            <pc:sldMk cId="269648014" sldId="613"/>
            <ac:grpSpMk id="118" creationId="{3627D3B7-9047-4999-92FE-B0625BE14511}"/>
          </ac:grpSpMkLst>
        </pc:grpChg>
        <pc:grpChg chg="mod">
          <ac:chgData name="Deepika Vatsa" userId="f7100972-27fe-4ee6-8fb4-ec9b7931b409" providerId="ADAL" clId="{F37C4974-F220-459F-95C5-71112429BD42}" dt="2022-09-19T08:12:47.367" v="934"/>
          <ac:grpSpMkLst>
            <pc:docMk/>
            <pc:sldMk cId="269648014" sldId="613"/>
            <ac:grpSpMk id="119" creationId="{C54FED58-8C42-4129-B5D4-99644361E9D9}"/>
          </ac:grpSpMkLst>
        </pc:grpChg>
        <pc:grpChg chg="del mod">
          <ac:chgData name="Deepika Vatsa" userId="f7100972-27fe-4ee6-8fb4-ec9b7931b409" providerId="ADAL" clId="{F37C4974-F220-459F-95C5-71112429BD42}" dt="2022-09-19T08:13:56.906" v="962"/>
          <ac:grpSpMkLst>
            <pc:docMk/>
            <pc:sldMk cId="269648014" sldId="613"/>
            <ac:grpSpMk id="135" creationId="{5A4A3338-8E95-4FD2-8CD8-93EFBFB6E8C2}"/>
          </ac:grpSpMkLst>
        </pc:grpChg>
        <pc:grpChg chg="del mod">
          <ac:chgData name="Deepika Vatsa" userId="f7100972-27fe-4ee6-8fb4-ec9b7931b409" providerId="ADAL" clId="{F37C4974-F220-459F-95C5-71112429BD42}" dt="2022-09-19T08:13:56.906" v="962"/>
          <ac:grpSpMkLst>
            <pc:docMk/>
            <pc:sldMk cId="269648014" sldId="613"/>
            <ac:grpSpMk id="136" creationId="{D3C87EE6-DD53-4BEE-8CF3-57C7F2840BD7}"/>
          </ac:grpSpMkLst>
        </pc:grpChg>
        <pc:grpChg chg="del mod">
          <ac:chgData name="Deepika Vatsa" userId="f7100972-27fe-4ee6-8fb4-ec9b7931b409" providerId="ADAL" clId="{F37C4974-F220-459F-95C5-71112429BD42}" dt="2022-09-19T08:13:56.906" v="962"/>
          <ac:grpSpMkLst>
            <pc:docMk/>
            <pc:sldMk cId="269648014" sldId="613"/>
            <ac:grpSpMk id="137" creationId="{B0F5BC55-5ED2-4A92-8235-76D7BB26098C}"/>
          </ac:grpSpMkLst>
        </pc:grpChg>
        <pc:grpChg chg="del mod">
          <ac:chgData name="Deepika Vatsa" userId="f7100972-27fe-4ee6-8fb4-ec9b7931b409" providerId="ADAL" clId="{F37C4974-F220-459F-95C5-71112429BD42}" dt="2022-09-19T08:13:56.906" v="962"/>
          <ac:grpSpMkLst>
            <pc:docMk/>
            <pc:sldMk cId="269648014" sldId="613"/>
            <ac:grpSpMk id="138" creationId="{E250D120-C1D1-44A9-9B76-4758B1565F0F}"/>
          </ac:grpSpMkLst>
        </pc:grpChg>
        <pc:grpChg chg="del mod">
          <ac:chgData name="Deepika Vatsa" userId="f7100972-27fe-4ee6-8fb4-ec9b7931b409" providerId="ADAL" clId="{F37C4974-F220-459F-95C5-71112429BD42}" dt="2022-09-19T08:13:56.906" v="962"/>
          <ac:grpSpMkLst>
            <pc:docMk/>
            <pc:sldMk cId="269648014" sldId="613"/>
            <ac:grpSpMk id="150" creationId="{5C94EA8E-7A62-4972-8AE6-ED68E015BA1D}"/>
          </ac:grpSpMkLst>
        </pc:grpChg>
        <pc:grpChg chg="del mod">
          <ac:chgData name="Deepika Vatsa" userId="f7100972-27fe-4ee6-8fb4-ec9b7931b409" providerId="ADAL" clId="{F37C4974-F220-459F-95C5-71112429BD42}" dt="2022-09-19T08:14:01.948" v="964"/>
          <ac:grpSpMkLst>
            <pc:docMk/>
            <pc:sldMk cId="269648014" sldId="613"/>
            <ac:grpSpMk id="151" creationId="{47A566CF-B3C4-40A1-8C08-587C2DDD36E5}"/>
          </ac:grpSpMkLst>
        </pc:grpChg>
        <pc:grpChg chg="mod">
          <ac:chgData name="Deepika Vatsa" userId="f7100972-27fe-4ee6-8fb4-ec9b7931b409" providerId="ADAL" clId="{F37C4974-F220-459F-95C5-71112429BD42}" dt="2022-09-19T08:14:01.948" v="964"/>
          <ac:grpSpMkLst>
            <pc:docMk/>
            <pc:sldMk cId="269648014" sldId="613"/>
            <ac:grpSpMk id="153" creationId="{DB1ED085-AE6E-4168-833A-9CACBD249051}"/>
          </ac:grpSpMkLst>
        </pc:grpChg>
        <pc:picChg chg="mod">
          <ac:chgData name="Deepika Vatsa" userId="f7100972-27fe-4ee6-8fb4-ec9b7931b409" providerId="ADAL" clId="{F37C4974-F220-459F-95C5-71112429BD42}" dt="2022-09-19T08:08:11.020" v="824" actId="1076"/>
          <ac:picMkLst>
            <pc:docMk/>
            <pc:sldMk cId="269648014" sldId="613"/>
            <ac:picMk id="4" creationId="{05A48E4F-27E6-44B4-AE0B-E5C3E58572AB}"/>
          </ac:picMkLst>
        </pc:picChg>
        <pc:inkChg chg="add mod">
          <ac:chgData name="Deepika Vatsa" userId="f7100972-27fe-4ee6-8fb4-ec9b7931b409" providerId="ADAL" clId="{F37C4974-F220-459F-95C5-71112429BD42}" dt="2022-09-19T08:14:01.948" v="964"/>
          <ac:inkMkLst>
            <pc:docMk/>
            <pc:sldMk cId="269648014" sldId="613"/>
            <ac:inkMk id="3" creationId="{761EC803-50E7-4450-BC14-352546ACEA27}"/>
          </ac:inkMkLst>
        </pc:inkChg>
        <pc:inkChg chg="add mod">
          <ac:chgData name="Deepika Vatsa" userId="f7100972-27fe-4ee6-8fb4-ec9b7931b409" providerId="ADAL" clId="{F37C4974-F220-459F-95C5-71112429BD42}" dt="2022-09-19T08:14:01.948" v="964"/>
          <ac:inkMkLst>
            <pc:docMk/>
            <pc:sldMk cId="269648014" sldId="613"/>
            <ac:inkMk id="5" creationId="{57D1CE33-C583-431A-BBB8-5FF126944DD2}"/>
          </ac:inkMkLst>
        </pc:inkChg>
        <pc:inkChg chg="add mod">
          <ac:chgData name="Deepika Vatsa" userId="f7100972-27fe-4ee6-8fb4-ec9b7931b409" providerId="ADAL" clId="{F37C4974-F220-459F-95C5-71112429BD42}" dt="2022-09-19T08:14:01.948" v="964"/>
          <ac:inkMkLst>
            <pc:docMk/>
            <pc:sldMk cId="269648014" sldId="613"/>
            <ac:inkMk id="8" creationId="{B01E1EBC-A294-4056-905E-A4B0FAC5F2D9}"/>
          </ac:inkMkLst>
        </pc:inkChg>
        <pc:inkChg chg="add mod">
          <ac:chgData name="Deepika Vatsa" userId="f7100972-27fe-4ee6-8fb4-ec9b7931b409" providerId="ADAL" clId="{F37C4974-F220-459F-95C5-71112429BD42}" dt="2022-09-19T08:14:01.948" v="964"/>
          <ac:inkMkLst>
            <pc:docMk/>
            <pc:sldMk cId="269648014" sldId="613"/>
            <ac:inkMk id="10" creationId="{5A063968-57A2-42A9-AAA9-28DABACEC89E}"/>
          </ac:inkMkLst>
        </pc:inkChg>
        <pc:inkChg chg="add mod">
          <ac:chgData name="Deepika Vatsa" userId="f7100972-27fe-4ee6-8fb4-ec9b7931b409" providerId="ADAL" clId="{F37C4974-F220-459F-95C5-71112429BD42}" dt="2022-09-19T08:14:01.948" v="964"/>
          <ac:inkMkLst>
            <pc:docMk/>
            <pc:sldMk cId="269648014" sldId="613"/>
            <ac:inkMk id="11" creationId="{75818454-FCA6-4903-AA39-217F01C3CE56}"/>
          </ac:inkMkLst>
        </pc:inkChg>
        <pc:inkChg chg="add mod">
          <ac:chgData name="Deepika Vatsa" userId="f7100972-27fe-4ee6-8fb4-ec9b7931b409" providerId="ADAL" clId="{F37C4974-F220-459F-95C5-71112429BD42}" dt="2022-09-19T08:14:01.948" v="964"/>
          <ac:inkMkLst>
            <pc:docMk/>
            <pc:sldMk cId="269648014" sldId="613"/>
            <ac:inkMk id="12" creationId="{6D7D1178-887E-41E2-B740-2D2621065D09}"/>
          </ac:inkMkLst>
        </pc:inkChg>
        <pc:inkChg chg="add mod">
          <ac:chgData name="Deepika Vatsa" userId="f7100972-27fe-4ee6-8fb4-ec9b7931b409" providerId="ADAL" clId="{F37C4974-F220-459F-95C5-71112429BD42}" dt="2022-09-19T08:14:01.948" v="964"/>
          <ac:inkMkLst>
            <pc:docMk/>
            <pc:sldMk cId="269648014" sldId="613"/>
            <ac:inkMk id="13" creationId="{81917DA3-5FB9-4F5A-85AF-96615291BFF9}"/>
          </ac:inkMkLst>
        </pc:inkChg>
        <pc:inkChg chg="add mod">
          <ac:chgData name="Deepika Vatsa" userId="f7100972-27fe-4ee6-8fb4-ec9b7931b409" providerId="ADAL" clId="{F37C4974-F220-459F-95C5-71112429BD42}" dt="2022-09-19T08:14:01.948" v="964"/>
          <ac:inkMkLst>
            <pc:docMk/>
            <pc:sldMk cId="269648014" sldId="613"/>
            <ac:inkMk id="14" creationId="{E0CF9FF8-8AE2-4E7D-94E0-2010859B4B34}"/>
          </ac:inkMkLst>
        </pc:inkChg>
        <pc:inkChg chg="add mod">
          <ac:chgData name="Deepika Vatsa" userId="f7100972-27fe-4ee6-8fb4-ec9b7931b409" providerId="ADAL" clId="{F37C4974-F220-459F-95C5-71112429BD42}" dt="2022-09-19T08:14:01.948" v="964"/>
          <ac:inkMkLst>
            <pc:docMk/>
            <pc:sldMk cId="269648014" sldId="613"/>
            <ac:inkMk id="16" creationId="{64B3119E-76B4-4633-92E4-172649E578EA}"/>
          </ac:inkMkLst>
        </pc:inkChg>
        <pc:inkChg chg="add mod">
          <ac:chgData name="Deepika Vatsa" userId="f7100972-27fe-4ee6-8fb4-ec9b7931b409" providerId="ADAL" clId="{F37C4974-F220-459F-95C5-71112429BD42}" dt="2022-09-19T08:14:01.948" v="964"/>
          <ac:inkMkLst>
            <pc:docMk/>
            <pc:sldMk cId="269648014" sldId="613"/>
            <ac:inkMk id="18" creationId="{0A2F96F7-02ED-43EF-ADEB-8BA60EA92CF9}"/>
          </ac:inkMkLst>
        </pc:inkChg>
        <pc:inkChg chg="add mod">
          <ac:chgData name="Deepika Vatsa" userId="f7100972-27fe-4ee6-8fb4-ec9b7931b409" providerId="ADAL" clId="{F37C4974-F220-459F-95C5-71112429BD42}" dt="2022-09-19T08:14:01.948" v="964"/>
          <ac:inkMkLst>
            <pc:docMk/>
            <pc:sldMk cId="269648014" sldId="613"/>
            <ac:inkMk id="20" creationId="{C40DBD59-3494-411C-B12C-D411A694A447}"/>
          </ac:inkMkLst>
        </pc:inkChg>
        <pc:inkChg chg="add mod">
          <ac:chgData name="Deepika Vatsa" userId="f7100972-27fe-4ee6-8fb4-ec9b7931b409" providerId="ADAL" clId="{F37C4974-F220-459F-95C5-71112429BD42}" dt="2022-09-19T08:14:01.948" v="964"/>
          <ac:inkMkLst>
            <pc:docMk/>
            <pc:sldMk cId="269648014" sldId="613"/>
            <ac:inkMk id="22" creationId="{854A7137-F646-4D58-A99C-76A902C20A51}"/>
          </ac:inkMkLst>
        </pc:inkChg>
        <pc:inkChg chg="add mod">
          <ac:chgData name="Deepika Vatsa" userId="f7100972-27fe-4ee6-8fb4-ec9b7931b409" providerId="ADAL" clId="{F37C4974-F220-459F-95C5-71112429BD42}" dt="2022-09-19T08:14:01.948" v="964"/>
          <ac:inkMkLst>
            <pc:docMk/>
            <pc:sldMk cId="269648014" sldId="613"/>
            <ac:inkMk id="25" creationId="{6A1D667A-AB29-4FB3-A6E3-51C02B28F98B}"/>
          </ac:inkMkLst>
        </pc:inkChg>
        <pc:inkChg chg="add mod">
          <ac:chgData name="Deepika Vatsa" userId="f7100972-27fe-4ee6-8fb4-ec9b7931b409" providerId="ADAL" clId="{F37C4974-F220-459F-95C5-71112429BD42}" dt="2022-09-19T08:14:01.948" v="964"/>
          <ac:inkMkLst>
            <pc:docMk/>
            <pc:sldMk cId="269648014" sldId="613"/>
            <ac:inkMk id="26" creationId="{0C1C3916-D1FE-46D6-A556-151616B04CD9}"/>
          </ac:inkMkLst>
        </pc:inkChg>
        <pc:inkChg chg="add mod">
          <ac:chgData name="Deepika Vatsa" userId="f7100972-27fe-4ee6-8fb4-ec9b7931b409" providerId="ADAL" clId="{F37C4974-F220-459F-95C5-71112429BD42}" dt="2022-09-19T08:14:01.948" v="964"/>
          <ac:inkMkLst>
            <pc:docMk/>
            <pc:sldMk cId="269648014" sldId="613"/>
            <ac:inkMk id="27" creationId="{266AFDAF-B3B0-41CB-B317-EA7FB9FB2B8C}"/>
          </ac:inkMkLst>
        </pc:inkChg>
        <pc:inkChg chg="add mod">
          <ac:chgData name="Deepika Vatsa" userId="f7100972-27fe-4ee6-8fb4-ec9b7931b409" providerId="ADAL" clId="{F37C4974-F220-459F-95C5-71112429BD42}" dt="2022-09-19T08:14:01.948" v="964"/>
          <ac:inkMkLst>
            <pc:docMk/>
            <pc:sldMk cId="269648014" sldId="613"/>
            <ac:inkMk id="28" creationId="{1A84A4C4-7CE0-48DD-81A5-E5895C2C2461}"/>
          </ac:inkMkLst>
        </pc:inkChg>
        <pc:inkChg chg="add mod">
          <ac:chgData name="Deepika Vatsa" userId="f7100972-27fe-4ee6-8fb4-ec9b7931b409" providerId="ADAL" clId="{F37C4974-F220-459F-95C5-71112429BD42}" dt="2022-09-19T08:14:01.948" v="964"/>
          <ac:inkMkLst>
            <pc:docMk/>
            <pc:sldMk cId="269648014" sldId="613"/>
            <ac:inkMk id="31" creationId="{18B0E2F6-925A-4164-A701-21BABC42A1E3}"/>
          </ac:inkMkLst>
        </pc:inkChg>
        <pc:inkChg chg="add mod">
          <ac:chgData name="Deepika Vatsa" userId="f7100972-27fe-4ee6-8fb4-ec9b7931b409" providerId="ADAL" clId="{F37C4974-F220-459F-95C5-71112429BD42}" dt="2022-09-19T08:14:01.948" v="964"/>
          <ac:inkMkLst>
            <pc:docMk/>
            <pc:sldMk cId="269648014" sldId="613"/>
            <ac:inkMk id="32" creationId="{E33F5298-F5A4-46B1-BB82-17DBA471DA65}"/>
          </ac:inkMkLst>
        </pc:inkChg>
        <pc:inkChg chg="add mod">
          <ac:chgData name="Deepika Vatsa" userId="f7100972-27fe-4ee6-8fb4-ec9b7931b409" providerId="ADAL" clId="{F37C4974-F220-459F-95C5-71112429BD42}" dt="2022-09-19T08:14:01.948" v="964"/>
          <ac:inkMkLst>
            <pc:docMk/>
            <pc:sldMk cId="269648014" sldId="613"/>
            <ac:inkMk id="33" creationId="{9DB1B32E-5DC7-4AB1-8FD1-AE1A7AE4EAC2}"/>
          </ac:inkMkLst>
        </pc:inkChg>
        <pc:inkChg chg="add mod">
          <ac:chgData name="Deepika Vatsa" userId="f7100972-27fe-4ee6-8fb4-ec9b7931b409" providerId="ADAL" clId="{F37C4974-F220-459F-95C5-71112429BD42}" dt="2022-09-19T08:14:01.948" v="964"/>
          <ac:inkMkLst>
            <pc:docMk/>
            <pc:sldMk cId="269648014" sldId="613"/>
            <ac:inkMk id="35" creationId="{8C32C3AD-2FBD-4EC3-BF9D-AB241BC2F995}"/>
          </ac:inkMkLst>
        </pc:inkChg>
        <pc:inkChg chg="add mod">
          <ac:chgData name="Deepika Vatsa" userId="f7100972-27fe-4ee6-8fb4-ec9b7931b409" providerId="ADAL" clId="{F37C4974-F220-459F-95C5-71112429BD42}" dt="2022-09-19T08:14:01.948" v="964"/>
          <ac:inkMkLst>
            <pc:docMk/>
            <pc:sldMk cId="269648014" sldId="613"/>
            <ac:inkMk id="36" creationId="{197960C5-49E5-41A1-9F49-54358A8243F6}"/>
          </ac:inkMkLst>
        </pc:inkChg>
        <pc:inkChg chg="add mod">
          <ac:chgData name="Deepika Vatsa" userId="f7100972-27fe-4ee6-8fb4-ec9b7931b409" providerId="ADAL" clId="{F37C4974-F220-459F-95C5-71112429BD42}" dt="2022-09-19T08:14:01.948" v="964"/>
          <ac:inkMkLst>
            <pc:docMk/>
            <pc:sldMk cId="269648014" sldId="613"/>
            <ac:inkMk id="37" creationId="{B1C1E948-7A78-4266-8DB5-882B1E2A7748}"/>
          </ac:inkMkLst>
        </pc:inkChg>
        <pc:inkChg chg="add mod">
          <ac:chgData name="Deepika Vatsa" userId="f7100972-27fe-4ee6-8fb4-ec9b7931b409" providerId="ADAL" clId="{F37C4974-F220-459F-95C5-71112429BD42}" dt="2022-09-19T08:14:01.948" v="964"/>
          <ac:inkMkLst>
            <pc:docMk/>
            <pc:sldMk cId="269648014" sldId="613"/>
            <ac:inkMk id="38" creationId="{5AB62F0A-596C-44B7-8A7D-0172B745F405}"/>
          </ac:inkMkLst>
        </pc:inkChg>
        <pc:inkChg chg="add mod">
          <ac:chgData name="Deepika Vatsa" userId="f7100972-27fe-4ee6-8fb4-ec9b7931b409" providerId="ADAL" clId="{F37C4974-F220-459F-95C5-71112429BD42}" dt="2022-09-19T08:14:01.948" v="964"/>
          <ac:inkMkLst>
            <pc:docMk/>
            <pc:sldMk cId="269648014" sldId="613"/>
            <ac:inkMk id="39" creationId="{98E69DE5-34D0-472A-9D03-3838430E343C}"/>
          </ac:inkMkLst>
        </pc:inkChg>
        <pc:inkChg chg="add mod">
          <ac:chgData name="Deepika Vatsa" userId="f7100972-27fe-4ee6-8fb4-ec9b7931b409" providerId="ADAL" clId="{F37C4974-F220-459F-95C5-71112429BD42}" dt="2022-09-19T08:14:01.948" v="964"/>
          <ac:inkMkLst>
            <pc:docMk/>
            <pc:sldMk cId="269648014" sldId="613"/>
            <ac:inkMk id="40" creationId="{C3E629EA-A36E-429F-88B3-4DD44C732D4B}"/>
          </ac:inkMkLst>
        </pc:inkChg>
        <pc:inkChg chg="add mod">
          <ac:chgData name="Deepika Vatsa" userId="f7100972-27fe-4ee6-8fb4-ec9b7931b409" providerId="ADAL" clId="{F37C4974-F220-459F-95C5-71112429BD42}" dt="2022-09-19T08:14:01.948" v="964"/>
          <ac:inkMkLst>
            <pc:docMk/>
            <pc:sldMk cId="269648014" sldId="613"/>
            <ac:inkMk id="41" creationId="{26AC5008-CF22-4276-959F-F276C2293C98}"/>
          </ac:inkMkLst>
        </pc:inkChg>
        <pc:inkChg chg="add mod">
          <ac:chgData name="Deepika Vatsa" userId="f7100972-27fe-4ee6-8fb4-ec9b7931b409" providerId="ADAL" clId="{F37C4974-F220-459F-95C5-71112429BD42}" dt="2022-09-19T08:14:01.948" v="964"/>
          <ac:inkMkLst>
            <pc:docMk/>
            <pc:sldMk cId="269648014" sldId="613"/>
            <ac:inkMk id="42" creationId="{B0E75CB0-A9DB-4B7E-9EDD-5F09BF9C613A}"/>
          </ac:inkMkLst>
        </pc:inkChg>
        <pc:inkChg chg="add mod">
          <ac:chgData name="Deepika Vatsa" userId="f7100972-27fe-4ee6-8fb4-ec9b7931b409" providerId="ADAL" clId="{F37C4974-F220-459F-95C5-71112429BD42}" dt="2022-09-19T08:14:01.948" v="964"/>
          <ac:inkMkLst>
            <pc:docMk/>
            <pc:sldMk cId="269648014" sldId="613"/>
            <ac:inkMk id="43" creationId="{F172D0FA-F48B-4E58-B674-4ED97636F451}"/>
          </ac:inkMkLst>
        </pc:inkChg>
        <pc:inkChg chg="add mod">
          <ac:chgData name="Deepika Vatsa" userId="f7100972-27fe-4ee6-8fb4-ec9b7931b409" providerId="ADAL" clId="{F37C4974-F220-459F-95C5-71112429BD42}" dt="2022-09-19T08:14:01.948" v="964"/>
          <ac:inkMkLst>
            <pc:docMk/>
            <pc:sldMk cId="269648014" sldId="613"/>
            <ac:inkMk id="44" creationId="{5C06D8AD-79FB-42C3-A80A-13C3E50F53A2}"/>
          </ac:inkMkLst>
        </pc:inkChg>
        <pc:inkChg chg="add mod">
          <ac:chgData name="Deepika Vatsa" userId="f7100972-27fe-4ee6-8fb4-ec9b7931b409" providerId="ADAL" clId="{F37C4974-F220-459F-95C5-71112429BD42}" dt="2022-09-19T08:14:01.948" v="964"/>
          <ac:inkMkLst>
            <pc:docMk/>
            <pc:sldMk cId="269648014" sldId="613"/>
            <ac:inkMk id="45" creationId="{DC0595D8-AC14-42DF-A569-31D846DDE6A7}"/>
          </ac:inkMkLst>
        </pc:inkChg>
        <pc:inkChg chg="add mod">
          <ac:chgData name="Deepika Vatsa" userId="f7100972-27fe-4ee6-8fb4-ec9b7931b409" providerId="ADAL" clId="{F37C4974-F220-459F-95C5-71112429BD42}" dt="2022-09-19T08:14:01.948" v="964"/>
          <ac:inkMkLst>
            <pc:docMk/>
            <pc:sldMk cId="269648014" sldId="613"/>
            <ac:inkMk id="46" creationId="{B246A44C-AC53-4F25-A30E-231513D881A6}"/>
          </ac:inkMkLst>
        </pc:inkChg>
        <pc:inkChg chg="add mod">
          <ac:chgData name="Deepika Vatsa" userId="f7100972-27fe-4ee6-8fb4-ec9b7931b409" providerId="ADAL" clId="{F37C4974-F220-459F-95C5-71112429BD42}" dt="2022-09-19T08:14:01.948" v="964"/>
          <ac:inkMkLst>
            <pc:docMk/>
            <pc:sldMk cId="269648014" sldId="613"/>
            <ac:inkMk id="47" creationId="{69EAB268-07CF-4E95-965A-2BE2A2B5177B}"/>
          </ac:inkMkLst>
        </pc:inkChg>
        <pc:inkChg chg="add mod">
          <ac:chgData name="Deepika Vatsa" userId="f7100972-27fe-4ee6-8fb4-ec9b7931b409" providerId="ADAL" clId="{F37C4974-F220-459F-95C5-71112429BD42}" dt="2022-09-19T08:14:01.948" v="964"/>
          <ac:inkMkLst>
            <pc:docMk/>
            <pc:sldMk cId="269648014" sldId="613"/>
            <ac:inkMk id="48" creationId="{083F089E-9669-4FE7-B5E4-EA3E6380A628}"/>
          </ac:inkMkLst>
        </pc:inkChg>
        <pc:inkChg chg="add mod">
          <ac:chgData name="Deepika Vatsa" userId="f7100972-27fe-4ee6-8fb4-ec9b7931b409" providerId="ADAL" clId="{F37C4974-F220-459F-95C5-71112429BD42}" dt="2022-09-19T08:08:49.547" v="872"/>
          <ac:inkMkLst>
            <pc:docMk/>
            <pc:sldMk cId="269648014" sldId="613"/>
            <ac:inkMk id="52" creationId="{17E200D1-3AD3-45EA-A3DB-1050C7A7A449}"/>
          </ac:inkMkLst>
        </pc:inkChg>
        <pc:inkChg chg="add mod">
          <ac:chgData name="Deepika Vatsa" userId="f7100972-27fe-4ee6-8fb4-ec9b7931b409" providerId="ADAL" clId="{F37C4974-F220-459F-95C5-71112429BD42}" dt="2022-09-19T08:08:49.547" v="872"/>
          <ac:inkMkLst>
            <pc:docMk/>
            <pc:sldMk cId="269648014" sldId="613"/>
            <ac:inkMk id="53" creationId="{229B69F4-9875-4837-8BE4-6CA0C1BF78B4}"/>
          </ac:inkMkLst>
        </pc:inkChg>
        <pc:inkChg chg="add mod">
          <ac:chgData name="Deepika Vatsa" userId="f7100972-27fe-4ee6-8fb4-ec9b7931b409" providerId="ADAL" clId="{F37C4974-F220-459F-95C5-71112429BD42}" dt="2022-09-19T08:08:49.547" v="872"/>
          <ac:inkMkLst>
            <pc:docMk/>
            <pc:sldMk cId="269648014" sldId="613"/>
            <ac:inkMk id="54" creationId="{BBB9566D-9579-4324-A577-C844F54AD6C4}"/>
          </ac:inkMkLst>
        </pc:inkChg>
        <pc:inkChg chg="add mod">
          <ac:chgData name="Deepika Vatsa" userId="f7100972-27fe-4ee6-8fb4-ec9b7931b409" providerId="ADAL" clId="{F37C4974-F220-459F-95C5-71112429BD42}" dt="2022-09-19T08:08:49.547" v="872"/>
          <ac:inkMkLst>
            <pc:docMk/>
            <pc:sldMk cId="269648014" sldId="613"/>
            <ac:inkMk id="55" creationId="{4D190C14-6BD1-4458-8866-FA7CB4B1A3C0}"/>
          </ac:inkMkLst>
        </pc:inkChg>
        <pc:inkChg chg="add mod">
          <ac:chgData name="Deepika Vatsa" userId="f7100972-27fe-4ee6-8fb4-ec9b7931b409" providerId="ADAL" clId="{F37C4974-F220-459F-95C5-71112429BD42}" dt="2022-09-19T08:08:49.547" v="872"/>
          <ac:inkMkLst>
            <pc:docMk/>
            <pc:sldMk cId="269648014" sldId="613"/>
            <ac:inkMk id="56" creationId="{8EA920F4-4D63-4E35-AF1B-1E8B9D1204B3}"/>
          </ac:inkMkLst>
        </pc:inkChg>
        <pc:inkChg chg="add mod">
          <ac:chgData name="Deepika Vatsa" userId="f7100972-27fe-4ee6-8fb4-ec9b7931b409" providerId="ADAL" clId="{F37C4974-F220-459F-95C5-71112429BD42}" dt="2022-09-19T08:08:49.547" v="872"/>
          <ac:inkMkLst>
            <pc:docMk/>
            <pc:sldMk cId="269648014" sldId="613"/>
            <ac:inkMk id="57" creationId="{57191839-2FC1-441E-942C-2D0E889669B4}"/>
          </ac:inkMkLst>
        </pc:inkChg>
        <pc:inkChg chg="add mod">
          <ac:chgData name="Deepika Vatsa" userId="f7100972-27fe-4ee6-8fb4-ec9b7931b409" providerId="ADAL" clId="{F37C4974-F220-459F-95C5-71112429BD42}" dt="2022-09-19T08:08:49.547" v="872"/>
          <ac:inkMkLst>
            <pc:docMk/>
            <pc:sldMk cId="269648014" sldId="613"/>
            <ac:inkMk id="58" creationId="{E2E35FF6-3DC7-4BC5-B846-44B1C36ED1F7}"/>
          </ac:inkMkLst>
        </pc:inkChg>
        <pc:inkChg chg="add mod">
          <ac:chgData name="Deepika Vatsa" userId="f7100972-27fe-4ee6-8fb4-ec9b7931b409" providerId="ADAL" clId="{F37C4974-F220-459F-95C5-71112429BD42}" dt="2022-09-19T08:08:49.547" v="872"/>
          <ac:inkMkLst>
            <pc:docMk/>
            <pc:sldMk cId="269648014" sldId="613"/>
            <ac:inkMk id="59" creationId="{574BA270-21F2-4760-ABDD-B09EDFEADA77}"/>
          </ac:inkMkLst>
        </pc:inkChg>
        <pc:inkChg chg="add mod">
          <ac:chgData name="Deepika Vatsa" userId="f7100972-27fe-4ee6-8fb4-ec9b7931b409" providerId="ADAL" clId="{F37C4974-F220-459F-95C5-71112429BD42}" dt="2022-09-19T08:08:49.547" v="872"/>
          <ac:inkMkLst>
            <pc:docMk/>
            <pc:sldMk cId="269648014" sldId="613"/>
            <ac:inkMk id="60" creationId="{E81FBEAC-812C-42C0-A95D-51D8C7E447C7}"/>
          </ac:inkMkLst>
        </pc:inkChg>
        <pc:inkChg chg="add">
          <ac:chgData name="Deepika Vatsa" userId="f7100972-27fe-4ee6-8fb4-ec9b7931b409" providerId="ADAL" clId="{F37C4974-F220-459F-95C5-71112429BD42}" dt="2022-09-19T08:08:50.047" v="873" actId="9405"/>
          <ac:inkMkLst>
            <pc:docMk/>
            <pc:sldMk cId="269648014" sldId="613"/>
            <ac:inkMk id="62" creationId="{F3D92878-B160-45A0-9F2F-C21487712290}"/>
          </ac:inkMkLst>
        </pc:inkChg>
        <pc:inkChg chg="add mod">
          <ac:chgData name="Deepika Vatsa" userId="f7100972-27fe-4ee6-8fb4-ec9b7931b409" providerId="ADAL" clId="{F37C4974-F220-459F-95C5-71112429BD42}" dt="2022-09-19T08:09:16.556" v="877"/>
          <ac:inkMkLst>
            <pc:docMk/>
            <pc:sldMk cId="269648014" sldId="613"/>
            <ac:inkMk id="63" creationId="{9A2A4068-B72A-4AC1-93B0-E743DBA2E68F}"/>
          </ac:inkMkLst>
        </pc:inkChg>
        <pc:inkChg chg="add mod">
          <ac:chgData name="Deepika Vatsa" userId="f7100972-27fe-4ee6-8fb4-ec9b7931b409" providerId="ADAL" clId="{F37C4974-F220-459F-95C5-71112429BD42}" dt="2022-09-19T08:09:16.556" v="877"/>
          <ac:inkMkLst>
            <pc:docMk/>
            <pc:sldMk cId="269648014" sldId="613"/>
            <ac:inkMk id="64" creationId="{F3E7D1EC-11E9-4751-9B99-FE993CB92FF1}"/>
          </ac:inkMkLst>
        </pc:inkChg>
        <pc:inkChg chg="add mod">
          <ac:chgData name="Deepika Vatsa" userId="f7100972-27fe-4ee6-8fb4-ec9b7931b409" providerId="ADAL" clId="{F37C4974-F220-459F-95C5-71112429BD42}" dt="2022-09-19T08:09:16.556" v="877"/>
          <ac:inkMkLst>
            <pc:docMk/>
            <pc:sldMk cId="269648014" sldId="613"/>
            <ac:inkMk id="65" creationId="{18FF4495-6983-4EDF-AB27-2C52B71D4E13}"/>
          </ac:inkMkLst>
        </pc:inkChg>
        <pc:inkChg chg="add">
          <ac:chgData name="Deepika Vatsa" userId="f7100972-27fe-4ee6-8fb4-ec9b7931b409" providerId="ADAL" clId="{F37C4974-F220-459F-95C5-71112429BD42}" dt="2022-09-19T08:09:17.556" v="878" actId="9405"/>
          <ac:inkMkLst>
            <pc:docMk/>
            <pc:sldMk cId="269648014" sldId="613"/>
            <ac:inkMk id="67" creationId="{F5F4849F-0621-4062-95D6-F2B19A166EA5}"/>
          </ac:inkMkLst>
        </pc:inkChg>
        <pc:inkChg chg="add mod">
          <ac:chgData name="Deepika Vatsa" userId="f7100972-27fe-4ee6-8fb4-ec9b7931b409" providerId="ADAL" clId="{F37C4974-F220-459F-95C5-71112429BD42}" dt="2022-09-19T08:09:22.480" v="881"/>
          <ac:inkMkLst>
            <pc:docMk/>
            <pc:sldMk cId="269648014" sldId="613"/>
            <ac:inkMk id="68" creationId="{C99B7EE7-52BF-4506-B51E-AB25E73868DF}"/>
          </ac:inkMkLst>
        </pc:inkChg>
        <pc:inkChg chg="add mod">
          <ac:chgData name="Deepika Vatsa" userId="f7100972-27fe-4ee6-8fb4-ec9b7931b409" providerId="ADAL" clId="{F37C4974-F220-459F-95C5-71112429BD42}" dt="2022-09-19T08:09:22.480" v="881"/>
          <ac:inkMkLst>
            <pc:docMk/>
            <pc:sldMk cId="269648014" sldId="613"/>
            <ac:inkMk id="69" creationId="{CF290C49-79D8-445A-98C0-37E07A258AE1}"/>
          </ac:inkMkLst>
        </pc:inkChg>
        <pc:inkChg chg="add mod">
          <ac:chgData name="Deepika Vatsa" userId="f7100972-27fe-4ee6-8fb4-ec9b7931b409" providerId="ADAL" clId="{F37C4974-F220-459F-95C5-71112429BD42}" dt="2022-09-19T08:11:44.767" v="894"/>
          <ac:inkMkLst>
            <pc:docMk/>
            <pc:sldMk cId="269648014" sldId="613"/>
            <ac:inkMk id="71" creationId="{20403C09-E84F-4DA4-B4AF-BCC359802E4A}"/>
          </ac:inkMkLst>
        </pc:inkChg>
        <pc:inkChg chg="add mod">
          <ac:chgData name="Deepika Vatsa" userId="f7100972-27fe-4ee6-8fb4-ec9b7931b409" providerId="ADAL" clId="{F37C4974-F220-459F-95C5-71112429BD42}" dt="2022-09-19T08:11:44.767" v="894"/>
          <ac:inkMkLst>
            <pc:docMk/>
            <pc:sldMk cId="269648014" sldId="613"/>
            <ac:inkMk id="72" creationId="{68FD396A-450B-4EAC-9F23-5E4CE17E43DA}"/>
          </ac:inkMkLst>
        </pc:inkChg>
        <pc:inkChg chg="add mod">
          <ac:chgData name="Deepika Vatsa" userId="f7100972-27fe-4ee6-8fb4-ec9b7931b409" providerId="ADAL" clId="{F37C4974-F220-459F-95C5-71112429BD42}" dt="2022-09-19T08:11:48.238" v="899"/>
          <ac:inkMkLst>
            <pc:docMk/>
            <pc:sldMk cId="269648014" sldId="613"/>
            <ac:inkMk id="74" creationId="{AA484A0C-6055-4607-85DE-DBD6B3EF229E}"/>
          </ac:inkMkLst>
        </pc:inkChg>
        <pc:inkChg chg="add mod">
          <ac:chgData name="Deepika Vatsa" userId="f7100972-27fe-4ee6-8fb4-ec9b7931b409" providerId="ADAL" clId="{F37C4974-F220-459F-95C5-71112429BD42}" dt="2022-09-19T08:11:48.238" v="899"/>
          <ac:inkMkLst>
            <pc:docMk/>
            <pc:sldMk cId="269648014" sldId="613"/>
            <ac:inkMk id="75" creationId="{702390F2-58AA-4C4A-8F34-527FC2188C2E}"/>
          </ac:inkMkLst>
        </pc:inkChg>
        <pc:inkChg chg="add mod">
          <ac:chgData name="Deepika Vatsa" userId="f7100972-27fe-4ee6-8fb4-ec9b7931b409" providerId="ADAL" clId="{F37C4974-F220-459F-95C5-71112429BD42}" dt="2022-09-19T08:11:48.238" v="899"/>
          <ac:inkMkLst>
            <pc:docMk/>
            <pc:sldMk cId="269648014" sldId="613"/>
            <ac:inkMk id="76" creationId="{CC3CA776-C387-428B-8B1C-97BADBF48A22}"/>
          </ac:inkMkLst>
        </pc:inkChg>
        <pc:inkChg chg="add mod">
          <ac:chgData name="Deepika Vatsa" userId="f7100972-27fe-4ee6-8fb4-ec9b7931b409" providerId="ADAL" clId="{F37C4974-F220-459F-95C5-71112429BD42}" dt="2022-09-19T08:11:48.238" v="899"/>
          <ac:inkMkLst>
            <pc:docMk/>
            <pc:sldMk cId="269648014" sldId="613"/>
            <ac:inkMk id="77" creationId="{B966F8EB-8188-4162-AB1B-1B23F5DFCE80}"/>
          </ac:inkMkLst>
        </pc:inkChg>
        <pc:inkChg chg="add mod">
          <ac:chgData name="Deepika Vatsa" userId="f7100972-27fe-4ee6-8fb4-ec9b7931b409" providerId="ADAL" clId="{F37C4974-F220-459F-95C5-71112429BD42}" dt="2022-09-19T08:11:58.114" v="905"/>
          <ac:inkMkLst>
            <pc:docMk/>
            <pc:sldMk cId="269648014" sldId="613"/>
            <ac:inkMk id="79" creationId="{5F7924A7-C395-4F17-9D44-B82AAB51D050}"/>
          </ac:inkMkLst>
        </pc:inkChg>
        <pc:inkChg chg="add mod">
          <ac:chgData name="Deepika Vatsa" userId="f7100972-27fe-4ee6-8fb4-ec9b7931b409" providerId="ADAL" clId="{F37C4974-F220-459F-95C5-71112429BD42}" dt="2022-09-19T08:11:58.114" v="905"/>
          <ac:inkMkLst>
            <pc:docMk/>
            <pc:sldMk cId="269648014" sldId="613"/>
            <ac:inkMk id="80" creationId="{25B1EE90-FD9B-4441-AAEB-1922935D7361}"/>
          </ac:inkMkLst>
        </pc:inkChg>
        <pc:inkChg chg="add mod">
          <ac:chgData name="Deepika Vatsa" userId="f7100972-27fe-4ee6-8fb4-ec9b7931b409" providerId="ADAL" clId="{F37C4974-F220-459F-95C5-71112429BD42}" dt="2022-09-19T08:11:58.114" v="905"/>
          <ac:inkMkLst>
            <pc:docMk/>
            <pc:sldMk cId="269648014" sldId="613"/>
            <ac:inkMk id="81" creationId="{F0588423-EF8F-47EF-95F7-C714F03E0ABF}"/>
          </ac:inkMkLst>
        </pc:inkChg>
        <pc:inkChg chg="add mod">
          <ac:chgData name="Deepika Vatsa" userId="f7100972-27fe-4ee6-8fb4-ec9b7931b409" providerId="ADAL" clId="{F37C4974-F220-459F-95C5-71112429BD42}" dt="2022-09-19T08:11:58.114" v="905"/>
          <ac:inkMkLst>
            <pc:docMk/>
            <pc:sldMk cId="269648014" sldId="613"/>
            <ac:inkMk id="83" creationId="{EE675636-072E-477C-AE4F-AB9DA1B29514}"/>
          </ac:inkMkLst>
        </pc:inkChg>
        <pc:inkChg chg="add mod">
          <ac:chgData name="Deepika Vatsa" userId="f7100972-27fe-4ee6-8fb4-ec9b7931b409" providerId="ADAL" clId="{F37C4974-F220-459F-95C5-71112429BD42}" dt="2022-09-19T08:12:07.453" v="909"/>
          <ac:inkMkLst>
            <pc:docMk/>
            <pc:sldMk cId="269648014" sldId="613"/>
            <ac:inkMk id="85" creationId="{DA11688A-C061-42E2-A588-0AD072F95DDE}"/>
          </ac:inkMkLst>
        </pc:inkChg>
        <pc:inkChg chg="add mod">
          <ac:chgData name="Deepika Vatsa" userId="f7100972-27fe-4ee6-8fb4-ec9b7931b409" providerId="ADAL" clId="{F37C4974-F220-459F-95C5-71112429BD42}" dt="2022-09-19T08:12:07.453" v="909"/>
          <ac:inkMkLst>
            <pc:docMk/>
            <pc:sldMk cId="269648014" sldId="613"/>
            <ac:inkMk id="86" creationId="{A465A27A-3DA3-4A98-920A-8C28C70669B8}"/>
          </ac:inkMkLst>
        </pc:inkChg>
        <pc:inkChg chg="add mod">
          <ac:chgData name="Deepika Vatsa" userId="f7100972-27fe-4ee6-8fb4-ec9b7931b409" providerId="ADAL" clId="{F37C4974-F220-459F-95C5-71112429BD42}" dt="2022-09-19T08:12:07.453" v="909"/>
          <ac:inkMkLst>
            <pc:docMk/>
            <pc:sldMk cId="269648014" sldId="613"/>
            <ac:inkMk id="87" creationId="{67B5E534-4846-4B08-9E99-29CED963D67D}"/>
          </ac:inkMkLst>
        </pc:inkChg>
        <pc:inkChg chg="add mod">
          <ac:chgData name="Deepika Vatsa" userId="f7100972-27fe-4ee6-8fb4-ec9b7931b409" providerId="ADAL" clId="{F37C4974-F220-459F-95C5-71112429BD42}" dt="2022-09-19T08:14:01.948" v="964"/>
          <ac:inkMkLst>
            <pc:docMk/>
            <pc:sldMk cId="269648014" sldId="613"/>
            <ac:inkMk id="89" creationId="{517B50D8-5ADD-41BC-B8BB-EA8BA0E9AD74}"/>
          </ac:inkMkLst>
        </pc:inkChg>
        <pc:inkChg chg="add mod">
          <ac:chgData name="Deepika Vatsa" userId="f7100972-27fe-4ee6-8fb4-ec9b7931b409" providerId="ADAL" clId="{F37C4974-F220-459F-95C5-71112429BD42}" dt="2022-09-19T08:14:01.948" v="964"/>
          <ac:inkMkLst>
            <pc:docMk/>
            <pc:sldMk cId="269648014" sldId="613"/>
            <ac:inkMk id="90" creationId="{90E92BA8-87A3-4E82-A1CB-3DAF21BDB23D}"/>
          </ac:inkMkLst>
        </pc:inkChg>
        <pc:inkChg chg="add mod">
          <ac:chgData name="Deepika Vatsa" userId="f7100972-27fe-4ee6-8fb4-ec9b7931b409" providerId="ADAL" clId="{F37C4974-F220-459F-95C5-71112429BD42}" dt="2022-09-19T08:14:01.948" v="964"/>
          <ac:inkMkLst>
            <pc:docMk/>
            <pc:sldMk cId="269648014" sldId="613"/>
            <ac:inkMk id="91" creationId="{C809B65B-CB1E-4D2B-AE11-9E58618AB2AD}"/>
          </ac:inkMkLst>
        </pc:inkChg>
        <pc:inkChg chg="add mod">
          <ac:chgData name="Deepika Vatsa" userId="f7100972-27fe-4ee6-8fb4-ec9b7931b409" providerId="ADAL" clId="{F37C4974-F220-459F-95C5-71112429BD42}" dt="2022-09-19T08:14:01.948" v="964"/>
          <ac:inkMkLst>
            <pc:docMk/>
            <pc:sldMk cId="269648014" sldId="613"/>
            <ac:inkMk id="92" creationId="{7105899F-FAB0-43D6-9B9A-4DDCA786613B}"/>
          </ac:inkMkLst>
        </pc:inkChg>
        <pc:inkChg chg="add mod">
          <ac:chgData name="Deepika Vatsa" userId="f7100972-27fe-4ee6-8fb4-ec9b7931b409" providerId="ADAL" clId="{F37C4974-F220-459F-95C5-71112429BD42}" dt="2022-09-19T08:14:01.948" v="964"/>
          <ac:inkMkLst>
            <pc:docMk/>
            <pc:sldMk cId="269648014" sldId="613"/>
            <ac:inkMk id="93" creationId="{507C5F5E-82B9-405F-8EE1-08FFC2F58240}"/>
          </ac:inkMkLst>
        </pc:inkChg>
        <pc:inkChg chg="add mod">
          <ac:chgData name="Deepika Vatsa" userId="f7100972-27fe-4ee6-8fb4-ec9b7931b409" providerId="ADAL" clId="{F37C4974-F220-459F-95C5-71112429BD42}" dt="2022-09-19T08:14:01.948" v="964"/>
          <ac:inkMkLst>
            <pc:docMk/>
            <pc:sldMk cId="269648014" sldId="613"/>
            <ac:inkMk id="94" creationId="{58F12BFE-248A-4289-87C8-4589119EAF4D}"/>
          </ac:inkMkLst>
        </pc:inkChg>
        <pc:inkChg chg="add mod">
          <ac:chgData name="Deepika Vatsa" userId="f7100972-27fe-4ee6-8fb4-ec9b7931b409" providerId="ADAL" clId="{F37C4974-F220-459F-95C5-71112429BD42}" dt="2022-09-19T08:14:01.948" v="964"/>
          <ac:inkMkLst>
            <pc:docMk/>
            <pc:sldMk cId="269648014" sldId="613"/>
            <ac:inkMk id="95" creationId="{74038D49-1512-4979-B555-3186CB855625}"/>
          </ac:inkMkLst>
        </pc:inkChg>
        <pc:inkChg chg="add mod">
          <ac:chgData name="Deepika Vatsa" userId="f7100972-27fe-4ee6-8fb4-ec9b7931b409" providerId="ADAL" clId="{F37C4974-F220-459F-95C5-71112429BD42}" dt="2022-09-19T08:14:01.948" v="964"/>
          <ac:inkMkLst>
            <pc:docMk/>
            <pc:sldMk cId="269648014" sldId="613"/>
            <ac:inkMk id="96" creationId="{E9A0E426-8322-4A86-9784-A1594DBA2F85}"/>
          </ac:inkMkLst>
        </pc:inkChg>
        <pc:inkChg chg="add mod">
          <ac:chgData name="Deepika Vatsa" userId="f7100972-27fe-4ee6-8fb4-ec9b7931b409" providerId="ADAL" clId="{F37C4974-F220-459F-95C5-71112429BD42}" dt="2022-09-19T08:14:01.948" v="964"/>
          <ac:inkMkLst>
            <pc:docMk/>
            <pc:sldMk cId="269648014" sldId="613"/>
            <ac:inkMk id="97" creationId="{300D4208-B573-4A6E-83DB-2EE2C67454FC}"/>
          </ac:inkMkLst>
        </pc:inkChg>
        <pc:inkChg chg="add mod">
          <ac:chgData name="Deepika Vatsa" userId="f7100972-27fe-4ee6-8fb4-ec9b7931b409" providerId="ADAL" clId="{F37C4974-F220-459F-95C5-71112429BD42}" dt="2022-09-19T08:14:01.948" v="964"/>
          <ac:inkMkLst>
            <pc:docMk/>
            <pc:sldMk cId="269648014" sldId="613"/>
            <ac:inkMk id="98" creationId="{52C8654E-D543-48A0-9EB2-B74D5C72634E}"/>
          </ac:inkMkLst>
        </pc:inkChg>
        <pc:inkChg chg="add mod">
          <ac:chgData name="Deepika Vatsa" userId="f7100972-27fe-4ee6-8fb4-ec9b7931b409" providerId="ADAL" clId="{F37C4974-F220-459F-95C5-71112429BD42}" dt="2022-09-19T08:14:01.948" v="964"/>
          <ac:inkMkLst>
            <pc:docMk/>
            <pc:sldMk cId="269648014" sldId="613"/>
            <ac:inkMk id="99" creationId="{DC02903A-54C9-42C0-9C87-ACC61F073F32}"/>
          </ac:inkMkLst>
        </pc:inkChg>
        <pc:inkChg chg="add mod">
          <ac:chgData name="Deepika Vatsa" userId="f7100972-27fe-4ee6-8fb4-ec9b7931b409" providerId="ADAL" clId="{F37C4974-F220-459F-95C5-71112429BD42}" dt="2022-09-19T08:14:01.948" v="964"/>
          <ac:inkMkLst>
            <pc:docMk/>
            <pc:sldMk cId="269648014" sldId="613"/>
            <ac:inkMk id="100" creationId="{1911343D-66E6-434E-97D4-7BDCB19226A9}"/>
          </ac:inkMkLst>
        </pc:inkChg>
        <pc:inkChg chg="add mod">
          <ac:chgData name="Deepika Vatsa" userId="f7100972-27fe-4ee6-8fb4-ec9b7931b409" providerId="ADAL" clId="{F37C4974-F220-459F-95C5-71112429BD42}" dt="2022-09-19T08:14:01.948" v="964"/>
          <ac:inkMkLst>
            <pc:docMk/>
            <pc:sldMk cId="269648014" sldId="613"/>
            <ac:inkMk id="101" creationId="{6517866C-072A-42FE-977D-660E8203F1F1}"/>
          </ac:inkMkLst>
        </pc:inkChg>
        <pc:inkChg chg="add mod">
          <ac:chgData name="Deepika Vatsa" userId="f7100972-27fe-4ee6-8fb4-ec9b7931b409" providerId="ADAL" clId="{F37C4974-F220-459F-95C5-71112429BD42}" dt="2022-09-19T08:14:01.948" v="964"/>
          <ac:inkMkLst>
            <pc:docMk/>
            <pc:sldMk cId="269648014" sldId="613"/>
            <ac:inkMk id="102" creationId="{0E4CF9E1-952E-4AB6-AD10-8BC44CCC1245}"/>
          </ac:inkMkLst>
        </pc:inkChg>
        <pc:inkChg chg="add mod">
          <ac:chgData name="Deepika Vatsa" userId="f7100972-27fe-4ee6-8fb4-ec9b7931b409" providerId="ADAL" clId="{F37C4974-F220-459F-95C5-71112429BD42}" dt="2022-09-19T08:14:01.948" v="964"/>
          <ac:inkMkLst>
            <pc:docMk/>
            <pc:sldMk cId="269648014" sldId="613"/>
            <ac:inkMk id="103" creationId="{3D983410-4E9D-499D-AD6C-808FE5B1694F}"/>
          </ac:inkMkLst>
        </pc:inkChg>
        <pc:inkChg chg="add mod">
          <ac:chgData name="Deepika Vatsa" userId="f7100972-27fe-4ee6-8fb4-ec9b7931b409" providerId="ADAL" clId="{F37C4974-F220-459F-95C5-71112429BD42}" dt="2022-09-19T08:14:01.948" v="964"/>
          <ac:inkMkLst>
            <pc:docMk/>
            <pc:sldMk cId="269648014" sldId="613"/>
            <ac:inkMk id="104" creationId="{09FF7D1E-95A4-4537-8E89-25CBE9EA7388}"/>
          </ac:inkMkLst>
        </pc:inkChg>
        <pc:inkChg chg="add mod">
          <ac:chgData name="Deepika Vatsa" userId="f7100972-27fe-4ee6-8fb4-ec9b7931b409" providerId="ADAL" clId="{F37C4974-F220-459F-95C5-71112429BD42}" dt="2022-09-19T08:12:47.367" v="934"/>
          <ac:inkMkLst>
            <pc:docMk/>
            <pc:sldMk cId="269648014" sldId="613"/>
            <ac:inkMk id="110" creationId="{222CCA03-EDF9-4B1E-8B53-E0E630B2D6DE}"/>
          </ac:inkMkLst>
        </pc:inkChg>
        <pc:inkChg chg="add mod">
          <ac:chgData name="Deepika Vatsa" userId="f7100972-27fe-4ee6-8fb4-ec9b7931b409" providerId="ADAL" clId="{F37C4974-F220-459F-95C5-71112429BD42}" dt="2022-09-19T08:12:47.367" v="934"/>
          <ac:inkMkLst>
            <pc:docMk/>
            <pc:sldMk cId="269648014" sldId="613"/>
            <ac:inkMk id="111" creationId="{3ABB022D-9606-438B-8F30-D95CFB0D9E8F}"/>
          </ac:inkMkLst>
        </pc:inkChg>
        <pc:inkChg chg="add mod">
          <ac:chgData name="Deepika Vatsa" userId="f7100972-27fe-4ee6-8fb4-ec9b7931b409" providerId="ADAL" clId="{F37C4974-F220-459F-95C5-71112429BD42}" dt="2022-09-19T08:12:47.367" v="934"/>
          <ac:inkMkLst>
            <pc:docMk/>
            <pc:sldMk cId="269648014" sldId="613"/>
            <ac:inkMk id="112" creationId="{4AF31238-EBB7-452C-8A16-9F9C2B3313AC}"/>
          </ac:inkMkLst>
        </pc:inkChg>
        <pc:inkChg chg="add mod">
          <ac:chgData name="Deepika Vatsa" userId="f7100972-27fe-4ee6-8fb4-ec9b7931b409" providerId="ADAL" clId="{F37C4974-F220-459F-95C5-71112429BD42}" dt="2022-09-19T08:12:47.367" v="934"/>
          <ac:inkMkLst>
            <pc:docMk/>
            <pc:sldMk cId="269648014" sldId="613"/>
            <ac:inkMk id="113" creationId="{ED950E10-4E45-43B8-B1A7-3DE2125EE2A5}"/>
          </ac:inkMkLst>
        </pc:inkChg>
        <pc:inkChg chg="add mod">
          <ac:chgData name="Deepika Vatsa" userId="f7100972-27fe-4ee6-8fb4-ec9b7931b409" providerId="ADAL" clId="{F37C4974-F220-459F-95C5-71112429BD42}" dt="2022-09-19T08:12:47.367" v="934"/>
          <ac:inkMkLst>
            <pc:docMk/>
            <pc:sldMk cId="269648014" sldId="613"/>
            <ac:inkMk id="114" creationId="{27D606D6-8B7F-4AD5-B811-16D79FDB8023}"/>
          </ac:inkMkLst>
        </pc:inkChg>
        <pc:inkChg chg="add mod">
          <ac:chgData name="Deepika Vatsa" userId="f7100972-27fe-4ee6-8fb4-ec9b7931b409" providerId="ADAL" clId="{F37C4974-F220-459F-95C5-71112429BD42}" dt="2022-09-19T08:12:47.367" v="934"/>
          <ac:inkMkLst>
            <pc:docMk/>
            <pc:sldMk cId="269648014" sldId="613"/>
            <ac:inkMk id="115" creationId="{42ABD323-7000-4875-865E-37A402535223}"/>
          </ac:inkMkLst>
        </pc:inkChg>
        <pc:inkChg chg="add mod">
          <ac:chgData name="Deepika Vatsa" userId="f7100972-27fe-4ee6-8fb4-ec9b7931b409" providerId="ADAL" clId="{F37C4974-F220-459F-95C5-71112429BD42}" dt="2022-09-19T08:12:47.367" v="934"/>
          <ac:inkMkLst>
            <pc:docMk/>
            <pc:sldMk cId="269648014" sldId="613"/>
            <ac:inkMk id="116" creationId="{17323C44-352E-48A9-BD58-65A77EA706FC}"/>
          </ac:inkMkLst>
        </pc:inkChg>
        <pc:inkChg chg="add mod">
          <ac:chgData name="Deepika Vatsa" userId="f7100972-27fe-4ee6-8fb4-ec9b7931b409" providerId="ADAL" clId="{F37C4974-F220-459F-95C5-71112429BD42}" dt="2022-09-19T08:14:01.948" v="964"/>
          <ac:inkMkLst>
            <pc:docMk/>
            <pc:sldMk cId="269648014" sldId="613"/>
            <ac:inkMk id="120" creationId="{E182859A-AD74-46A2-9CB4-3860ADA1C375}"/>
          </ac:inkMkLst>
        </pc:inkChg>
        <pc:inkChg chg="add mod">
          <ac:chgData name="Deepika Vatsa" userId="f7100972-27fe-4ee6-8fb4-ec9b7931b409" providerId="ADAL" clId="{F37C4974-F220-459F-95C5-71112429BD42}" dt="2022-09-19T08:14:01.948" v="964"/>
          <ac:inkMkLst>
            <pc:docMk/>
            <pc:sldMk cId="269648014" sldId="613"/>
            <ac:inkMk id="121" creationId="{1EEA3096-D625-4A13-B7FF-1A65EBE6440D}"/>
          </ac:inkMkLst>
        </pc:inkChg>
        <pc:inkChg chg="add mod">
          <ac:chgData name="Deepika Vatsa" userId="f7100972-27fe-4ee6-8fb4-ec9b7931b409" providerId="ADAL" clId="{F37C4974-F220-459F-95C5-71112429BD42}" dt="2022-09-19T08:14:01.948" v="964"/>
          <ac:inkMkLst>
            <pc:docMk/>
            <pc:sldMk cId="269648014" sldId="613"/>
            <ac:inkMk id="122" creationId="{980C2585-5588-46A7-86D5-798F2B255065}"/>
          </ac:inkMkLst>
        </pc:inkChg>
        <pc:inkChg chg="add mod">
          <ac:chgData name="Deepika Vatsa" userId="f7100972-27fe-4ee6-8fb4-ec9b7931b409" providerId="ADAL" clId="{F37C4974-F220-459F-95C5-71112429BD42}" dt="2022-09-19T08:14:01.948" v="964"/>
          <ac:inkMkLst>
            <pc:docMk/>
            <pc:sldMk cId="269648014" sldId="613"/>
            <ac:inkMk id="123" creationId="{DCEB5E3F-F024-4D8C-8095-4F45B8528786}"/>
          </ac:inkMkLst>
        </pc:inkChg>
        <pc:inkChg chg="add mod">
          <ac:chgData name="Deepika Vatsa" userId="f7100972-27fe-4ee6-8fb4-ec9b7931b409" providerId="ADAL" clId="{F37C4974-F220-459F-95C5-71112429BD42}" dt="2022-09-19T08:14:01.948" v="964"/>
          <ac:inkMkLst>
            <pc:docMk/>
            <pc:sldMk cId="269648014" sldId="613"/>
            <ac:inkMk id="124" creationId="{20C23149-99CC-4E40-A1CA-5B0D5B0DA9AF}"/>
          </ac:inkMkLst>
        </pc:inkChg>
        <pc:inkChg chg="add mod">
          <ac:chgData name="Deepika Vatsa" userId="f7100972-27fe-4ee6-8fb4-ec9b7931b409" providerId="ADAL" clId="{F37C4974-F220-459F-95C5-71112429BD42}" dt="2022-09-19T08:14:01.948" v="964"/>
          <ac:inkMkLst>
            <pc:docMk/>
            <pc:sldMk cId="269648014" sldId="613"/>
            <ac:inkMk id="125" creationId="{117D5114-692D-449F-A323-7F9253430A2E}"/>
          </ac:inkMkLst>
        </pc:inkChg>
        <pc:inkChg chg="add mod">
          <ac:chgData name="Deepika Vatsa" userId="f7100972-27fe-4ee6-8fb4-ec9b7931b409" providerId="ADAL" clId="{F37C4974-F220-459F-95C5-71112429BD42}" dt="2022-09-19T08:14:01.948" v="964"/>
          <ac:inkMkLst>
            <pc:docMk/>
            <pc:sldMk cId="269648014" sldId="613"/>
            <ac:inkMk id="126" creationId="{FC7352BE-D89E-4D52-882A-A50AEC556FE9}"/>
          </ac:inkMkLst>
        </pc:inkChg>
        <pc:inkChg chg="add mod">
          <ac:chgData name="Deepika Vatsa" userId="f7100972-27fe-4ee6-8fb4-ec9b7931b409" providerId="ADAL" clId="{F37C4974-F220-459F-95C5-71112429BD42}" dt="2022-09-19T08:14:01.948" v="964"/>
          <ac:inkMkLst>
            <pc:docMk/>
            <pc:sldMk cId="269648014" sldId="613"/>
            <ac:inkMk id="127" creationId="{7651CA18-CBDC-46E4-995D-A279194F384C}"/>
          </ac:inkMkLst>
        </pc:inkChg>
        <pc:inkChg chg="add mod">
          <ac:chgData name="Deepika Vatsa" userId="f7100972-27fe-4ee6-8fb4-ec9b7931b409" providerId="ADAL" clId="{F37C4974-F220-459F-95C5-71112429BD42}" dt="2022-09-19T08:14:01.948" v="964"/>
          <ac:inkMkLst>
            <pc:docMk/>
            <pc:sldMk cId="269648014" sldId="613"/>
            <ac:inkMk id="128" creationId="{96B304DE-F15D-4712-8A3D-F0FBEC7A4FEA}"/>
          </ac:inkMkLst>
        </pc:inkChg>
        <pc:inkChg chg="add mod">
          <ac:chgData name="Deepika Vatsa" userId="f7100972-27fe-4ee6-8fb4-ec9b7931b409" providerId="ADAL" clId="{F37C4974-F220-459F-95C5-71112429BD42}" dt="2022-09-19T08:14:01.948" v="964"/>
          <ac:inkMkLst>
            <pc:docMk/>
            <pc:sldMk cId="269648014" sldId="613"/>
            <ac:inkMk id="129" creationId="{F86A22A1-DF48-46EA-89B6-F7DB5708427B}"/>
          </ac:inkMkLst>
        </pc:inkChg>
        <pc:inkChg chg="add mod">
          <ac:chgData name="Deepika Vatsa" userId="f7100972-27fe-4ee6-8fb4-ec9b7931b409" providerId="ADAL" clId="{F37C4974-F220-459F-95C5-71112429BD42}" dt="2022-09-19T08:14:01.948" v="964"/>
          <ac:inkMkLst>
            <pc:docMk/>
            <pc:sldMk cId="269648014" sldId="613"/>
            <ac:inkMk id="130" creationId="{3BC492EB-CADE-4687-A6D6-EA27451A5D64}"/>
          </ac:inkMkLst>
        </pc:inkChg>
        <pc:inkChg chg="add mod">
          <ac:chgData name="Deepika Vatsa" userId="f7100972-27fe-4ee6-8fb4-ec9b7931b409" providerId="ADAL" clId="{F37C4974-F220-459F-95C5-71112429BD42}" dt="2022-09-19T08:14:01.948" v="964"/>
          <ac:inkMkLst>
            <pc:docMk/>
            <pc:sldMk cId="269648014" sldId="613"/>
            <ac:inkMk id="131" creationId="{3FFA1801-7D04-4214-AAD4-BA48C5E1CDEE}"/>
          </ac:inkMkLst>
        </pc:inkChg>
        <pc:inkChg chg="add mod">
          <ac:chgData name="Deepika Vatsa" userId="f7100972-27fe-4ee6-8fb4-ec9b7931b409" providerId="ADAL" clId="{F37C4974-F220-459F-95C5-71112429BD42}" dt="2022-09-19T08:14:01.948" v="964"/>
          <ac:inkMkLst>
            <pc:docMk/>
            <pc:sldMk cId="269648014" sldId="613"/>
            <ac:inkMk id="132" creationId="{28C9901E-7FC8-4CB6-9EFC-3D51AC3889D2}"/>
          </ac:inkMkLst>
        </pc:inkChg>
        <pc:inkChg chg="add mod">
          <ac:chgData name="Deepika Vatsa" userId="f7100972-27fe-4ee6-8fb4-ec9b7931b409" providerId="ADAL" clId="{F37C4974-F220-459F-95C5-71112429BD42}" dt="2022-09-19T08:14:01.948" v="964"/>
          <ac:inkMkLst>
            <pc:docMk/>
            <pc:sldMk cId="269648014" sldId="613"/>
            <ac:inkMk id="133" creationId="{695BDB4F-E34C-464B-8B4B-C29B10D49F6A}"/>
          </ac:inkMkLst>
        </pc:inkChg>
        <pc:inkChg chg="add mod">
          <ac:chgData name="Deepika Vatsa" userId="f7100972-27fe-4ee6-8fb4-ec9b7931b409" providerId="ADAL" clId="{F37C4974-F220-459F-95C5-71112429BD42}" dt="2022-09-19T08:14:01.948" v="964"/>
          <ac:inkMkLst>
            <pc:docMk/>
            <pc:sldMk cId="269648014" sldId="613"/>
            <ac:inkMk id="134" creationId="{1956679D-DDDA-4C61-B06D-221E09E51FF1}"/>
          </ac:inkMkLst>
        </pc:inkChg>
        <pc:inkChg chg="add mod">
          <ac:chgData name="Deepika Vatsa" userId="f7100972-27fe-4ee6-8fb4-ec9b7931b409" providerId="ADAL" clId="{F37C4974-F220-459F-95C5-71112429BD42}" dt="2022-09-19T08:14:01.948" v="964"/>
          <ac:inkMkLst>
            <pc:docMk/>
            <pc:sldMk cId="269648014" sldId="613"/>
            <ac:inkMk id="139" creationId="{ED938E42-29C8-44F2-AB76-095D68422D77}"/>
          </ac:inkMkLst>
        </pc:inkChg>
        <pc:inkChg chg="add mod">
          <ac:chgData name="Deepika Vatsa" userId="f7100972-27fe-4ee6-8fb4-ec9b7931b409" providerId="ADAL" clId="{F37C4974-F220-459F-95C5-71112429BD42}" dt="2022-09-19T08:14:01.948" v="964"/>
          <ac:inkMkLst>
            <pc:docMk/>
            <pc:sldMk cId="269648014" sldId="613"/>
            <ac:inkMk id="140" creationId="{0CE96EB8-8019-42C6-B5C2-2CE83FA8BDEF}"/>
          </ac:inkMkLst>
        </pc:inkChg>
        <pc:inkChg chg="add mod">
          <ac:chgData name="Deepika Vatsa" userId="f7100972-27fe-4ee6-8fb4-ec9b7931b409" providerId="ADAL" clId="{F37C4974-F220-459F-95C5-71112429BD42}" dt="2022-09-19T08:14:01.948" v="964"/>
          <ac:inkMkLst>
            <pc:docMk/>
            <pc:sldMk cId="269648014" sldId="613"/>
            <ac:inkMk id="141" creationId="{321FC71C-451C-47A6-A01E-580A8AE4E565}"/>
          </ac:inkMkLst>
        </pc:inkChg>
        <pc:inkChg chg="add mod">
          <ac:chgData name="Deepika Vatsa" userId="f7100972-27fe-4ee6-8fb4-ec9b7931b409" providerId="ADAL" clId="{F37C4974-F220-459F-95C5-71112429BD42}" dt="2022-09-19T08:14:01.948" v="964"/>
          <ac:inkMkLst>
            <pc:docMk/>
            <pc:sldMk cId="269648014" sldId="613"/>
            <ac:inkMk id="142" creationId="{9DF5034C-17C7-4D98-87B4-B6FC9C49CECF}"/>
          </ac:inkMkLst>
        </pc:inkChg>
        <pc:inkChg chg="add mod">
          <ac:chgData name="Deepika Vatsa" userId="f7100972-27fe-4ee6-8fb4-ec9b7931b409" providerId="ADAL" clId="{F37C4974-F220-459F-95C5-71112429BD42}" dt="2022-09-19T08:14:01.948" v="964"/>
          <ac:inkMkLst>
            <pc:docMk/>
            <pc:sldMk cId="269648014" sldId="613"/>
            <ac:inkMk id="143" creationId="{2E948FAC-445F-4EC3-9969-D90C475C310D}"/>
          </ac:inkMkLst>
        </pc:inkChg>
        <pc:inkChg chg="add mod">
          <ac:chgData name="Deepika Vatsa" userId="f7100972-27fe-4ee6-8fb4-ec9b7931b409" providerId="ADAL" clId="{F37C4974-F220-459F-95C5-71112429BD42}" dt="2022-09-19T08:14:01.948" v="964"/>
          <ac:inkMkLst>
            <pc:docMk/>
            <pc:sldMk cId="269648014" sldId="613"/>
            <ac:inkMk id="144" creationId="{FF7211E3-FD88-4B85-9A84-3E9C8DD481AC}"/>
          </ac:inkMkLst>
        </pc:inkChg>
        <pc:inkChg chg="add mod">
          <ac:chgData name="Deepika Vatsa" userId="f7100972-27fe-4ee6-8fb4-ec9b7931b409" providerId="ADAL" clId="{F37C4974-F220-459F-95C5-71112429BD42}" dt="2022-09-19T08:14:01.948" v="964"/>
          <ac:inkMkLst>
            <pc:docMk/>
            <pc:sldMk cId="269648014" sldId="613"/>
            <ac:inkMk id="145" creationId="{7E727B73-0C19-4DC8-9146-2AB89370ABE2}"/>
          </ac:inkMkLst>
        </pc:inkChg>
        <pc:inkChg chg="add mod">
          <ac:chgData name="Deepika Vatsa" userId="f7100972-27fe-4ee6-8fb4-ec9b7931b409" providerId="ADAL" clId="{F37C4974-F220-459F-95C5-71112429BD42}" dt="2022-09-19T08:14:01.948" v="964"/>
          <ac:inkMkLst>
            <pc:docMk/>
            <pc:sldMk cId="269648014" sldId="613"/>
            <ac:inkMk id="146" creationId="{B2BBFD9C-8A58-42B8-8F64-E138E94DB21E}"/>
          </ac:inkMkLst>
        </pc:inkChg>
        <pc:inkChg chg="add mod">
          <ac:chgData name="Deepika Vatsa" userId="f7100972-27fe-4ee6-8fb4-ec9b7931b409" providerId="ADAL" clId="{F37C4974-F220-459F-95C5-71112429BD42}" dt="2022-09-19T08:14:01.948" v="964"/>
          <ac:inkMkLst>
            <pc:docMk/>
            <pc:sldMk cId="269648014" sldId="613"/>
            <ac:inkMk id="147" creationId="{E34B80EE-5EDE-4B4C-9127-8CEDD24582B2}"/>
          </ac:inkMkLst>
        </pc:inkChg>
        <pc:inkChg chg="add mod">
          <ac:chgData name="Deepika Vatsa" userId="f7100972-27fe-4ee6-8fb4-ec9b7931b409" providerId="ADAL" clId="{F37C4974-F220-459F-95C5-71112429BD42}" dt="2022-09-19T08:14:01.948" v="964"/>
          <ac:inkMkLst>
            <pc:docMk/>
            <pc:sldMk cId="269648014" sldId="613"/>
            <ac:inkMk id="148" creationId="{CDCCAD7B-8C4B-48DB-91A7-728DB7C15279}"/>
          </ac:inkMkLst>
        </pc:inkChg>
        <pc:inkChg chg="add mod">
          <ac:chgData name="Deepika Vatsa" userId="f7100972-27fe-4ee6-8fb4-ec9b7931b409" providerId="ADAL" clId="{F37C4974-F220-459F-95C5-71112429BD42}" dt="2022-09-19T08:14:01.948" v="964"/>
          <ac:inkMkLst>
            <pc:docMk/>
            <pc:sldMk cId="269648014" sldId="613"/>
            <ac:inkMk id="149" creationId="{5C0E613F-A202-4919-AD0A-05659A7BB9DB}"/>
          </ac:inkMkLst>
        </pc:inkChg>
        <pc:inkChg chg="add mod">
          <ac:chgData name="Deepika Vatsa" userId="f7100972-27fe-4ee6-8fb4-ec9b7931b409" providerId="ADAL" clId="{F37C4974-F220-459F-95C5-71112429BD42}" dt="2022-09-19T08:14:01.948" v="964"/>
          <ac:inkMkLst>
            <pc:docMk/>
            <pc:sldMk cId="269648014" sldId="613"/>
            <ac:inkMk id="152" creationId="{1959BBB6-36BC-44EB-87CC-3D88892259FF}"/>
          </ac:inkMkLst>
        </pc:inkChg>
      </pc:sldChg>
      <pc:sldChg chg="addSp delSp modSp add mod modShow">
        <pc:chgData name="Deepika Vatsa" userId="f7100972-27fe-4ee6-8fb4-ec9b7931b409" providerId="ADAL" clId="{F37C4974-F220-459F-95C5-71112429BD42}" dt="2022-09-19T08:10:39.277" v="891" actId="729"/>
        <pc:sldMkLst>
          <pc:docMk/>
          <pc:sldMk cId="1407935678" sldId="614"/>
        </pc:sldMkLst>
        <pc:spChg chg="del">
          <ac:chgData name="Deepika Vatsa" userId="f7100972-27fe-4ee6-8fb4-ec9b7931b409" providerId="ADAL" clId="{F37C4974-F220-459F-95C5-71112429BD42}" dt="2022-09-19T08:10:09.838" v="884" actId="478"/>
          <ac:spMkLst>
            <pc:docMk/>
            <pc:sldMk cId="1407935678" sldId="614"/>
            <ac:spMk id="9" creationId="{55A5BFD8-4962-4C89-86F0-4A582AD35F41}"/>
          </ac:spMkLst>
        </pc:spChg>
        <pc:picChg chg="del">
          <ac:chgData name="Deepika Vatsa" userId="f7100972-27fe-4ee6-8fb4-ec9b7931b409" providerId="ADAL" clId="{F37C4974-F220-459F-95C5-71112429BD42}" dt="2022-09-19T08:10:06.560" v="883" actId="478"/>
          <ac:picMkLst>
            <pc:docMk/>
            <pc:sldMk cId="1407935678" sldId="614"/>
            <ac:picMk id="4" creationId="{05A48E4F-27E6-44B4-AE0B-E5C3E58572AB}"/>
          </ac:picMkLst>
        </pc:picChg>
        <pc:picChg chg="add mod modCrop">
          <ac:chgData name="Deepika Vatsa" userId="f7100972-27fe-4ee6-8fb4-ec9b7931b409" providerId="ADAL" clId="{F37C4974-F220-459F-95C5-71112429BD42}" dt="2022-09-19T08:10:31.547" v="890" actId="1076"/>
          <ac:picMkLst>
            <pc:docMk/>
            <pc:sldMk cId="1407935678" sldId="614"/>
            <ac:picMk id="5" creationId="{34C7D6B1-41CA-4CC2-B4B0-3C77A845A3A9}"/>
          </ac:picMkLst>
        </pc:picChg>
      </pc:sldChg>
      <pc:sldChg chg="addSp delSp modSp add mod">
        <pc:chgData name="Deepika Vatsa" userId="f7100972-27fe-4ee6-8fb4-ec9b7931b409" providerId="ADAL" clId="{F37C4974-F220-459F-95C5-71112429BD42}" dt="2022-09-19T08:32:24.736" v="1503"/>
        <pc:sldMkLst>
          <pc:docMk/>
          <pc:sldMk cId="4132447863" sldId="615"/>
        </pc:sldMkLst>
        <pc:spChg chg="mod">
          <ac:chgData name="Deepika Vatsa" userId="f7100972-27fe-4ee6-8fb4-ec9b7931b409" providerId="ADAL" clId="{F37C4974-F220-459F-95C5-71112429BD42}" dt="2022-09-19T08:32:24.736" v="1503"/>
          <ac:spMkLst>
            <pc:docMk/>
            <pc:sldMk cId="4132447863" sldId="615"/>
            <ac:spMk id="2" creationId="{6167DC2D-0072-445E-8CB3-E53407061CE7}"/>
          </ac:spMkLst>
        </pc:spChg>
        <pc:spChg chg="mod">
          <ac:chgData name="Deepika Vatsa" userId="f7100972-27fe-4ee6-8fb4-ec9b7931b409" providerId="ADAL" clId="{F37C4974-F220-459F-95C5-71112429BD42}" dt="2022-09-19T08:27:08.115" v="1140" actId="6549"/>
          <ac:spMkLst>
            <pc:docMk/>
            <pc:sldMk cId="4132447863" sldId="615"/>
            <ac:spMk id="9" creationId="{55A5BFD8-4962-4C89-86F0-4A582AD35F41}"/>
          </ac:spMkLst>
        </pc:spChg>
        <pc:spChg chg="add mod">
          <ac:chgData name="Deepika Vatsa" userId="f7100972-27fe-4ee6-8fb4-ec9b7931b409" providerId="ADAL" clId="{F37C4974-F220-459F-95C5-71112429BD42}" dt="2022-09-19T08:32:11.972" v="1500" actId="6549"/>
          <ac:spMkLst>
            <pc:docMk/>
            <pc:sldMk cId="4132447863" sldId="615"/>
            <ac:spMk id="10" creationId="{4F2ED7C6-5391-4400-A901-97E30C84194B}"/>
          </ac:spMkLst>
        </pc:spChg>
        <pc:spChg chg="add del mod">
          <ac:chgData name="Deepika Vatsa" userId="f7100972-27fe-4ee6-8fb4-ec9b7931b409" providerId="ADAL" clId="{F37C4974-F220-459F-95C5-71112429BD42}" dt="2022-09-19T08:28:50.357" v="1170"/>
          <ac:spMkLst>
            <pc:docMk/>
            <pc:sldMk cId="4132447863" sldId="615"/>
            <ac:spMk id="11" creationId="{58C9DEDF-BB6A-4C55-8B44-53695F7095B7}"/>
          </ac:spMkLst>
        </pc:spChg>
        <pc:picChg chg="del">
          <ac:chgData name="Deepika Vatsa" userId="f7100972-27fe-4ee6-8fb4-ec9b7931b409" providerId="ADAL" clId="{F37C4974-F220-459F-95C5-71112429BD42}" dt="2022-09-19T08:27:09.892" v="1141" actId="478"/>
          <ac:picMkLst>
            <pc:docMk/>
            <pc:sldMk cId="4132447863" sldId="615"/>
            <ac:picMk id="5" creationId="{EA9D5853-3535-4F78-99B7-3831A2C9175E}"/>
          </ac:picMkLst>
        </pc:picChg>
      </pc:sldChg>
      <pc:sldChg chg="addSp delSp modSp add mod ord modNotesTx">
        <pc:chgData name="Deepika Vatsa" userId="f7100972-27fe-4ee6-8fb4-ec9b7931b409" providerId="ADAL" clId="{F37C4974-F220-459F-95C5-71112429BD42}" dt="2022-09-19T10:23:11.770" v="2834" actId="20577"/>
        <pc:sldMkLst>
          <pc:docMk/>
          <pc:sldMk cId="1334213142" sldId="616"/>
        </pc:sldMkLst>
        <pc:spChg chg="mod">
          <ac:chgData name="Deepika Vatsa" userId="f7100972-27fe-4ee6-8fb4-ec9b7931b409" providerId="ADAL" clId="{F37C4974-F220-459F-95C5-71112429BD42}" dt="2022-09-19T10:13:58.734" v="2605" actId="20577"/>
          <ac:spMkLst>
            <pc:docMk/>
            <pc:sldMk cId="1334213142" sldId="616"/>
            <ac:spMk id="2" creationId="{6167DC2D-0072-445E-8CB3-E53407061CE7}"/>
          </ac:spMkLst>
        </pc:spChg>
        <pc:spChg chg="del">
          <ac:chgData name="Deepika Vatsa" userId="f7100972-27fe-4ee6-8fb4-ec9b7931b409" providerId="ADAL" clId="{F37C4974-F220-459F-95C5-71112429BD42}" dt="2022-09-19T08:35:59.437" v="1522" actId="478"/>
          <ac:spMkLst>
            <pc:docMk/>
            <pc:sldMk cId="1334213142" sldId="616"/>
            <ac:spMk id="9" creationId="{55A5BFD8-4962-4C89-86F0-4A582AD35F41}"/>
          </ac:spMkLst>
        </pc:spChg>
        <pc:grpChg chg="mod">
          <ac:chgData name="Deepika Vatsa" userId="f7100972-27fe-4ee6-8fb4-ec9b7931b409" providerId="ADAL" clId="{F37C4974-F220-459F-95C5-71112429BD42}" dt="2022-09-19T10:13:53.902" v="2597" actId="1037"/>
          <ac:grpSpMkLst>
            <pc:docMk/>
            <pc:sldMk cId="1334213142" sldId="616"/>
            <ac:grpSpMk id="10" creationId="{DAA5C413-5CBD-49CD-A85E-E1DADAD65677}"/>
          </ac:grpSpMkLst>
        </pc:grpChg>
        <pc:grpChg chg="mod">
          <ac:chgData name="Deepika Vatsa" userId="f7100972-27fe-4ee6-8fb4-ec9b7931b409" providerId="ADAL" clId="{F37C4974-F220-459F-95C5-71112429BD42}" dt="2022-09-19T10:13:53.902" v="2597" actId="1037"/>
          <ac:grpSpMkLst>
            <pc:docMk/>
            <pc:sldMk cId="1334213142" sldId="616"/>
            <ac:grpSpMk id="13" creationId="{40BD9DBF-BEE5-40D8-9666-A639660D46B5}"/>
          </ac:grpSpMkLst>
        </pc:grpChg>
        <pc:grpChg chg="del mod">
          <ac:chgData name="Deepika Vatsa" userId="f7100972-27fe-4ee6-8fb4-ec9b7931b409" providerId="ADAL" clId="{F37C4974-F220-459F-95C5-71112429BD42}" dt="2022-09-19T08:41:14.254" v="1604"/>
          <ac:grpSpMkLst>
            <pc:docMk/>
            <pc:sldMk cId="1334213142" sldId="616"/>
            <ac:grpSpMk id="23" creationId="{B0327512-9892-4FD5-951C-C4381D2DA79D}"/>
          </ac:grpSpMkLst>
        </pc:grpChg>
        <pc:grpChg chg="mod">
          <ac:chgData name="Deepika Vatsa" userId="f7100972-27fe-4ee6-8fb4-ec9b7931b409" providerId="ADAL" clId="{F37C4974-F220-459F-95C5-71112429BD42}" dt="2022-09-19T10:13:53.902" v="2597" actId="1037"/>
          <ac:grpSpMkLst>
            <pc:docMk/>
            <pc:sldMk cId="1334213142" sldId="616"/>
            <ac:grpSpMk id="26" creationId="{DEAEA110-2281-485B-9696-F764688132B3}"/>
          </ac:grpSpMkLst>
        </pc:grpChg>
        <pc:grpChg chg="del mod">
          <ac:chgData name="Deepika Vatsa" userId="f7100972-27fe-4ee6-8fb4-ec9b7931b409" providerId="ADAL" clId="{F37C4974-F220-459F-95C5-71112429BD42}" dt="2022-09-19T10:18:09.170" v="2700"/>
          <ac:grpSpMkLst>
            <pc:docMk/>
            <pc:sldMk cId="1334213142" sldId="616"/>
            <ac:grpSpMk id="37" creationId="{CF298112-E136-4A6E-8583-D41BF05E9F6F}"/>
          </ac:grpSpMkLst>
        </pc:grpChg>
        <pc:grpChg chg="del mod">
          <ac:chgData name="Deepika Vatsa" userId="f7100972-27fe-4ee6-8fb4-ec9b7931b409" providerId="ADAL" clId="{F37C4974-F220-459F-95C5-71112429BD42}" dt="2022-09-19T10:18:09.170" v="2700"/>
          <ac:grpSpMkLst>
            <pc:docMk/>
            <pc:sldMk cId="1334213142" sldId="616"/>
            <ac:grpSpMk id="38" creationId="{56CDBE3A-A29B-4808-BA6E-7D0B4357624C}"/>
          </ac:grpSpMkLst>
        </pc:grpChg>
        <pc:grpChg chg="del mod">
          <ac:chgData name="Deepika Vatsa" userId="f7100972-27fe-4ee6-8fb4-ec9b7931b409" providerId="ADAL" clId="{F37C4974-F220-459F-95C5-71112429BD42}" dt="2022-09-19T10:15:13.660" v="2630"/>
          <ac:grpSpMkLst>
            <pc:docMk/>
            <pc:sldMk cId="1334213142" sldId="616"/>
            <ac:grpSpMk id="52" creationId="{E55E3C6A-829A-4A8B-BB7A-B66AD0398D3E}"/>
          </ac:grpSpMkLst>
        </pc:grpChg>
        <pc:grpChg chg="del mod">
          <ac:chgData name="Deepika Vatsa" userId="f7100972-27fe-4ee6-8fb4-ec9b7931b409" providerId="ADAL" clId="{F37C4974-F220-459F-95C5-71112429BD42}" dt="2022-09-19T10:18:09.170" v="2700"/>
          <ac:grpSpMkLst>
            <pc:docMk/>
            <pc:sldMk cId="1334213142" sldId="616"/>
            <ac:grpSpMk id="53" creationId="{EF4A32AD-88D6-40E5-9E7C-30C98230FF39}"/>
          </ac:grpSpMkLst>
        </pc:grpChg>
        <pc:grpChg chg="del mod">
          <ac:chgData name="Deepika Vatsa" userId="f7100972-27fe-4ee6-8fb4-ec9b7931b409" providerId="ADAL" clId="{F37C4974-F220-459F-95C5-71112429BD42}" dt="2022-09-19T10:18:09.170" v="2700"/>
          <ac:grpSpMkLst>
            <pc:docMk/>
            <pc:sldMk cId="1334213142" sldId="616"/>
            <ac:grpSpMk id="54" creationId="{1CF9EC90-2FA5-42F1-AD3E-58BC86901999}"/>
          </ac:grpSpMkLst>
        </pc:grpChg>
        <pc:grpChg chg="del mod">
          <ac:chgData name="Deepika Vatsa" userId="f7100972-27fe-4ee6-8fb4-ec9b7931b409" providerId="ADAL" clId="{F37C4974-F220-459F-95C5-71112429BD42}" dt="2022-09-19T10:15:41.910" v="2641"/>
          <ac:grpSpMkLst>
            <pc:docMk/>
            <pc:sldMk cId="1334213142" sldId="616"/>
            <ac:grpSpMk id="63" creationId="{63514078-6274-49D8-977F-5AE0A3A91356}"/>
          </ac:grpSpMkLst>
        </pc:grpChg>
        <pc:grpChg chg="mod">
          <ac:chgData name="Deepika Vatsa" userId="f7100972-27fe-4ee6-8fb4-ec9b7931b409" providerId="ADAL" clId="{F37C4974-F220-459F-95C5-71112429BD42}" dt="2022-09-19T10:15:40.669" v="2639"/>
          <ac:grpSpMkLst>
            <pc:docMk/>
            <pc:sldMk cId="1334213142" sldId="616"/>
            <ac:grpSpMk id="1024" creationId="{0B0F3C15-EACB-4929-AB34-7191BD4DD3BF}"/>
          </ac:grpSpMkLst>
        </pc:grpChg>
        <pc:grpChg chg="mod">
          <ac:chgData name="Deepika Vatsa" userId="f7100972-27fe-4ee6-8fb4-ec9b7931b409" providerId="ADAL" clId="{F37C4974-F220-459F-95C5-71112429BD42}" dt="2022-09-19T10:15:40.669" v="2639"/>
          <ac:grpSpMkLst>
            <pc:docMk/>
            <pc:sldMk cId="1334213142" sldId="616"/>
            <ac:grpSpMk id="1025" creationId="{AC01AD80-CFE9-46CD-A590-4CC6E47815E9}"/>
          </ac:grpSpMkLst>
        </pc:grpChg>
        <pc:grpChg chg="mod">
          <ac:chgData name="Deepika Vatsa" userId="f7100972-27fe-4ee6-8fb4-ec9b7931b409" providerId="ADAL" clId="{F37C4974-F220-459F-95C5-71112429BD42}" dt="2022-09-19T10:15:41.910" v="2641"/>
          <ac:grpSpMkLst>
            <pc:docMk/>
            <pc:sldMk cId="1334213142" sldId="616"/>
            <ac:grpSpMk id="1028" creationId="{082089DF-3EF8-42C0-BBD9-9609FA64DFD4}"/>
          </ac:grpSpMkLst>
        </pc:grpChg>
        <pc:grpChg chg="mod">
          <ac:chgData name="Deepika Vatsa" userId="f7100972-27fe-4ee6-8fb4-ec9b7931b409" providerId="ADAL" clId="{F37C4974-F220-459F-95C5-71112429BD42}" dt="2022-09-19T10:16:52.765" v="2651"/>
          <ac:grpSpMkLst>
            <pc:docMk/>
            <pc:sldMk cId="1334213142" sldId="616"/>
            <ac:grpSpMk id="1038" creationId="{51838E93-5FFF-41DE-9231-E77900C225DD}"/>
          </ac:grpSpMkLst>
        </pc:grpChg>
        <pc:grpChg chg="mod">
          <ac:chgData name="Deepika Vatsa" userId="f7100972-27fe-4ee6-8fb4-ec9b7931b409" providerId="ADAL" clId="{F37C4974-F220-459F-95C5-71112429BD42}" dt="2022-09-19T10:16:58.851" v="2657"/>
          <ac:grpSpMkLst>
            <pc:docMk/>
            <pc:sldMk cId="1334213142" sldId="616"/>
            <ac:grpSpMk id="1044" creationId="{6D37F5CB-1C0F-40C5-9AD0-D3BC7EBB955E}"/>
          </ac:grpSpMkLst>
        </pc:grpChg>
        <pc:grpChg chg="mod">
          <ac:chgData name="Deepika Vatsa" userId="f7100972-27fe-4ee6-8fb4-ec9b7931b409" providerId="ADAL" clId="{F37C4974-F220-459F-95C5-71112429BD42}" dt="2022-09-19T10:17:01.339" v="2662"/>
          <ac:grpSpMkLst>
            <pc:docMk/>
            <pc:sldMk cId="1334213142" sldId="616"/>
            <ac:grpSpMk id="1049" creationId="{DF9BB435-5FD6-4528-B26A-711B19AC9FCB}"/>
          </ac:grpSpMkLst>
        </pc:grpChg>
        <pc:grpChg chg="del mod">
          <ac:chgData name="Deepika Vatsa" userId="f7100972-27fe-4ee6-8fb4-ec9b7931b409" providerId="ADAL" clId="{F37C4974-F220-459F-95C5-71112429BD42}" dt="2022-09-19T10:17:11.306" v="2672"/>
          <ac:grpSpMkLst>
            <pc:docMk/>
            <pc:sldMk cId="1334213142" sldId="616"/>
            <ac:grpSpMk id="1059" creationId="{D5033CA6-4633-4D12-909D-5E1666E40FC3}"/>
          </ac:grpSpMkLst>
        </pc:grpChg>
        <pc:grpChg chg="mod">
          <ac:chgData name="Deepika Vatsa" userId="f7100972-27fe-4ee6-8fb4-ec9b7931b409" providerId="ADAL" clId="{F37C4974-F220-459F-95C5-71112429BD42}" dt="2022-09-19T10:17:11.306" v="2672"/>
          <ac:grpSpMkLst>
            <pc:docMk/>
            <pc:sldMk cId="1334213142" sldId="616"/>
            <ac:grpSpMk id="1060" creationId="{6F2A8F7F-070C-4051-BD51-692999D5A4DA}"/>
          </ac:grpSpMkLst>
        </pc:grpChg>
        <pc:grpChg chg="del mod">
          <ac:chgData name="Deepika Vatsa" userId="f7100972-27fe-4ee6-8fb4-ec9b7931b409" providerId="ADAL" clId="{F37C4974-F220-459F-95C5-71112429BD42}" dt="2022-09-19T10:18:09.170" v="2700"/>
          <ac:grpSpMkLst>
            <pc:docMk/>
            <pc:sldMk cId="1334213142" sldId="616"/>
            <ac:grpSpMk id="1088" creationId="{B681BBBB-5AC1-4582-90AD-C2DC9AEA6114}"/>
          </ac:grpSpMkLst>
        </pc:grpChg>
        <pc:grpChg chg="del mod">
          <ac:chgData name="Deepika Vatsa" userId="f7100972-27fe-4ee6-8fb4-ec9b7931b409" providerId="ADAL" clId="{F37C4974-F220-459F-95C5-71112429BD42}" dt="2022-09-19T10:18:09.170" v="2700"/>
          <ac:grpSpMkLst>
            <pc:docMk/>
            <pc:sldMk cId="1334213142" sldId="616"/>
            <ac:grpSpMk id="1089" creationId="{7EE0E299-9835-4700-A7AF-24FFB544575F}"/>
          </ac:grpSpMkLst>
        </pc:grpChg>
        <pc:grpChg chg="del mod">
          <ac:chgData name="Deepika Vatsa" userId="f7100972-27fe-4ee6-8fb4-ec9b7931b409" providerId="ADAL" clId="{F37C4974-F220-459F-95C5-71112429BD42}" dt="2022-09-19T10:18:09.170" v="2700"/>
          <ac:grpSpMkLst>
            <pc:docMk/>
            <pc:sldMk cId="1334213142" sldId="616"/>
            <ac:grpSpMk id="1090" creationId="{7486532F-94EA-4791-B139-FBE4708B22C4}"/>
          </ac:grpSpMkLst>
        </pc:grpChg>
        <pc:grpChg chg="del mod">
          <ac:chgData name="Deepika Vatsa" userId="f7100972-27fe-4ee6-8fb4-ec9b7931b409" providerId="ADAL" clId="{F37C4974-F220-459F-95C5-71112429BD42}" dt="2022-09-19T10:18:09.170" v="2700"/>
          <ac:grpSpMkLst>
            <pc:docMk/>
            <pc:sldMk cId="1334213142" sldId="616"/>
            <ac:grpSpMk id="1091" creationId="{E7B2378B-02DD-478E-84D7-F1F06B592309}"/>
          </ac:grpSpMkLst>
        </pc:grpChg>
        <pc:grpChg chg="mod">
          <ac:chgData name="Deepika Vatsa" userId="f7100972-27fe-4ee6-8fb4-ec9b7931b409" providerId="ADAL" clId="{F37C4974-F220-459F-95C5-71112429BD42}" dt="2022-09-19T10:18:09.170" v="2700"/>
          <ac:grpSpMkLst>
            <pc:docMk/>
            <pc:sldMk cId="1334213142" sldId="616"/>
            <ac:grpSpMk id="1092" creationId="{90D2D0EB-A669-4B2C-8CF2-7D1F5BD836F2}"/>
          </ac:grpSpMkLst>
        </pc:grpChg>
        <pc:grpChg chg="mod">
          <ac:chgData name="Deepika Vatsa" userId="f7100972-27fe-4ee6-8fb4-ec9b7931b409" providerId="ADAL" clId="{F37C4974-F220-459F-95C5-71112429BD42}" dt="2022-09-19T10:20:48.103" v="2711"/>
          <ac:grpSpMkLst>
            <pc:docMk/>
            <pc:sldMk cId="1334213142" sldId="616"/>
            <ac:grpSpMk id="1101" creationId="{E501806F-FFC8-4CC6-88C1-3C88CFFDF106}"/>
          </ac:grpSpMkLst>
        </pc:grpChg>
        <pc:grpChg chg="mod">
          <ac:chgData name="Deepika Vatsa" userId="f7100972-27fe-4ee6-8fb4-ec9b7931b409" providerId="ADAL" clId="{F37C4974-F220-459F-95C5-71112429BD42}" dt="2022-09-19T10:20:48.103" v="2711"/>
          <ac:grpSpMkLst>
            <pc:docMk/>
            <pc:sldMk cId="1334213142" sldId="616"/>
            <ac:grpSpMk id="1102" creationId="{DA6CE2A8-12DC-458D-AA4C-14015FAD0D68}"/>
          </ac:grpSpMkLst>
        </pc:grpChg>
        <pc:grpChg chg="mod">
          <ac:chgData name="Deepika Vatsa" userId="f7100972-27fe-4ee6-8fb4-ec9b7931b409" providerId="ADAL" clId="{F37C4974-F220-459F-95C5-71112429BD42}" dt="2022-09-19T10:20:54.454" v="2717"/>
          <ac:grpSpMkLst>
            <pc:docMk/>
            <pc:sldMk cId="1334213142" sldId="616"/>
            <ac:grpSpMk id="1108" creationId="{AA019F09-97C6-412A-A7DD-6608047A492E}"/>
          </ac:grpSpMkLst>
        </pc:grpChg>
        <pc:grpChg chg="mod">
          <ac:chgData name="Deepika Vatsa" userId="f7100972-27fe-4ee6-8fb4-ec9b7931b409" providerId="ADAL" clId="{F37C4974-F220-459F-95C5-71112429BD42}" dt="2022-09-19T10:20:54.454" v="2717"/>
          <ac:grpSpMkLst>
            <pc:docMk/>
            <pc:sldMk cId="1334213142" sldId="616"/>
            <ac:grpSpMk id="1109" creationId="{045FD20A-E872-4089-A6AD-6D4B6950282C}"/>
          </ac:grpSpMkLst>
        </pc:grpChg>
        <pc:picChg chg="del">
          <ac:chgData name="Deepika Vatsa" userId="f7100972-27fe-4ee6-8fb4-ec9b7931b409" providerId="ADAL" clId="{F37C4974-F220-459F-95C5-71112429BD42}" dt="2022-09-19T08:36:01.344" v="1523" actId="478"/>
          <ac:picMkLst>
            <pc:docMk/>
            <pc:sldMk cId="1334213142" sldId="616"/>
            <ac:picMk id="5" creationId="{EA9D5853-3535-4F78-99B7-3831A2C9175E}"/>
          </ac:picMkLst>
        </pc:picChg>
        <pc:picChg chg="add mod">
          <ac:chgData name="Deepika Vatsa" userId="f7100972-27fe-4ee6-8fb4-ec9b7931b409" providerId="ADAL" clId="{F37C4974-F220-459F-95C5-71112429BD42}" dt="2022-09-19T10:13:47.165" v="2574" actId="1076"/>
          <ac:picMkLst>
            <pc:docMk/>
            <pc:sldMk cId="1334213142" sldId="616"/>
            <ac:picMk id="1026" creationId="{CB4655F8-6F20-4898-B1EB-FBDCD61A1D6D}"/>
          </ac:picMkLst>
        </pc:picChg>
        <pc:inkChg chg="add mod">
          <ac:chgData name="Deepika Vatsa" userId="f7100972-27fe-4ee6-8fb4-ec9b7931b409" providerId="ADAL" clId="{F37C4974-F220-459F-95C5-71112429BD42}" dt="2022-09-19T10:13:53.902" v="2597" actId="1037"/>
          <ac:inkMkLst>
            <pc:docMk/>
            <pc:sldMk cId="1334213142" sldId="616"/>
            <ac:inkMk id="3" creationId="{3937D611-702E-4B27-84FD-10089D3C310B}"/>
          </ac:inkMkLst>
        </pc:inkChg>
        <pc:inkChg chg="add mod">
          <ac:chgData name="Deepika Vatsa" userId="f7100972-27fe-4ee6-8fb4-ec9b7931b409" providerId="ADAL" clId="{F37C4974-F220-459F-95C5-71112429BD42}" dt="2022-09-19T08:41:00.888" v="1592"/>
          <ac:inkMkLst>
            <pc:docMk/>
            <pc:sldMk cId="1334213142" sldId="616"/>
            <ac:inkMk id="4" creationId="{DFD53704-DC14-4086-B8AC-41493E2397B4}"/>
          </ac:inkMkLst>
        </pc:inkChg>
        <pc:inkChg chg="add mod">
          <ac:chgData name="Deepika Vatsa" userId="f7100972-27fe-4ee6-8fb4-ec9b7931b409" providerId="ADAL" clId="{F37C4974-F220-459F-95C5-71112429BD42}" dt="2022-09-19T08:41:00.888" v="1592"/>
          <ac:inkMkLst>
            <pc:docMk/>
            <pc:sldMk cId="1334213142" sldId="616"/>
            <ac:inkMk id="7" creationId="{A5E97A10-3801-4FFD-AC17-5CD9BD24B587}"/>
          </ac:inkMkLst>
        </pc:inkChg>
        <pc:inkChg chg="add mod">
          <ac:chgData name="Deepika Vatsa" userId="f7100972-27fe-4ee6-8fb4-ec9b7931b409" providerId="ADAL" clId="{F37C4974-F220-459F-95C5-71112429BD42}" dt="2022-09-19T08:41:00.888" v="1592"/>
          <ac:inkMkLst>
            <pc:docMk/>
            <pc:sldMk cId="1334213142" sldId="616"/>
            <ac:inkMk id="8" creationId="{21EE6DAE-1085-4A47-AB3A-8D6A7FBCAD4D}"/>
          </ac:inkMkLst>
        </pc:inkChg>
        <pc:inkChg chg="add mod">
          <ac:chgData name="Deepika Vatsa" userId="f7100972-27fe-4ee6-8fb4-ec9b7931b409" providerId="ADAL" clId="{F37C4974-F220-459F-95C5-71112429BD42}" dt="2022-09-19T08:41:05.296" v="1595"/>
          <ac:inkMkLst>
            <pc:docMk/>
            <pc:sldMk cId="1334213142" sldId="616"/>
            <ac:inkMk id="11" creationId="{B843406E-34B1-4E96-86D9-AE95E6B1BF67}"/>
          </ac:inkMkLst>
        </pc:inkChg>
        <pc:inkChg chg="add mod">
          <ac:chgData name="Deepika Vatsa" userId="f7100972-27fe-4ee6-8fb4-ec9b7931b409" providerId="ADAL" clId="{F37C4974-F220-459F-95C5-71112429BD42}" dt="2022-09-19T08:41:05.296" v="1595"/>
          <ac:inkMkLst>
            <pc:docMk/>
            <pc:sldMk cId="1334213142" sldId="616"/>
            <ac:inkMk id="12" creationId="{013F2739-0A64-4D7E-B65E-24F2E13C3731}"/>
          </ac:inkMkLst>
        </pc:inkChg>
        <pc:inkChg chg="add mod">
          <ac:chgData name="Deepika Vatsa" userId="f7100972-27fe-4ee6-8fb4-ec9b7931b409" providerId="ADAL" clId="{F37C4974-F220-459F-95C5-71112429BD42}" dt="2022-09-19T10:13:53.902" v="2597" actId="1037"/>
          <ac:inkMkLst>
            <pc:docMk/>
            <pc:sldMk cId="1334213142" sldId="616"/>
            <ac:inkMk id="14" creationId="{AC9BD753-8D11-4E87-9B6E-EE3B1AF3A31C}"/>
          </ac:inkMkLst>
        </pc:inkChg>
        <pc:inkChg chg="add mod">
          <ac:chgData name="Deepika Vatsa" userId="f7100972-27fe-4ee6-8fb4-ec9b7931b409" providerId="ADAL" clId="{F37C4974-F220-459F-95C5-71112429BD42}" dt="2022-09-19T08:41:14.254" v="1604"/>
          <ac:inkMkLst>
            <pc:docMk/>
            <pc:sldMk cId="1334213142" sldId="616"/>
            <ac:inkMk id="16" creationId="{7254EAC7-4E6C-4764-9755-C47258172B57}"/>
          </ac:inkMkLst>
        </pc:inkChg>
        <pc:inkChg chg="add mod">
          <ac:chgData name="Deepika Vatsa" userId="f7100972-27fe-4ee6-8fb4-ec9b7931b409" providerId="ADAL" clId="{F37C4974-F220-459F-95C5-71112429BD42}" dt="2022-09-19T08:41:14.254" v="1604"/>
          <ac:inkMkLst>
            <pc:docMk/>
            <pc:sldMk cId="1334213142" sldId="616"/>
            <ac:inkMk id="18" creationId="{A2AB9589-9FE7-4CFD-BF51-EC937B49AE3C}"/>
          </ac:inkMkLst>
        </pc:inkChg>
        <pc:inkChg chg="add mod">
          <ac:chgData name="Deepika Vatsa" userId="f7100972-27fe-4ee6-8fb4-ec9b7931b409" providerId="ADAL" clId="{F37C4974-F220-459F-95C5-71112429BD42}" dt="2022-09-19T08:41:14.254" v="1604"/>
          <ac:inkMkLst>
            <pc:docMk/>
            <pc:sldMk cId="1334213142" sldId="616"/>
            <ac:inkMk id="20" creationId="{4BF6186F-B920-4A9F-B6AF-C528169C13EF}"/>
          </ac:inkMkLst>
        </pc:inkChg>
        <pc:inkChg chg="add mod">
          <ac:chgData name="Deepika Vatsa" userId="f7100972-27fe-4ee6-8fb4-ec9b7931b409" providerId="ADAL" clId="{F37C4974-F220-459F-95C5-71112429BD42}" dt="2022-09-19T08:41:14.254" v="1604"/>
          <ac:inkMkLst>
            <pc:docMk/>
            <pc:sldMk cId="1334213142" sldId="616"/>
            <ac:inkMk id="22" creationId="{3F8D28CD-70D3-4313-AC72-E2A90D4292E2}"/>
          </ac:inkMkLst>
        </pc:inkChg>
        <pc:inkChg chg="add mod">
          <ac:chgData name="Deepika Vatsa" userId="f7100972-27fe-4ee6-8fb4-ec9b7931b409" providerId="ADAL" clId="{F37C4974-F220-459F-95C5-71112429BD42}" dt="2022-09-19T08:41:14.254" v="1604"/>
          <ac:inkMkLst>
            <pc:docMk/>
            <pc:sldMk cId="1334213142" sldId="616"/>
            <ac:inkMk id="24" creationId="{C9EAE889-D2F2-4E58-9AEB-1B664D3ADF26}"/>
          </ac:inkMkLst>
        </pc:inkChg>
        <pc:inkChg chg="add mod">
          <ac:chgData name="Deepika Vatsa" userId="f7100972-27fe-4ee6-8fb4-ec9b7931b409" providerId="ADAL" clId="{F37C4974-F220-459F-95C5-71112429BD42}" dt="2022-09-19T08:41:14.254" v="1604"/>
          <ac:inkMkLst>
            <pc:docMk/>
            <pc:sldMk cId="1334213142" sldId="616"/>
            <ac:inkMk id="25" creationId="{D38A8B32-382E-4399-8EE3-E712B8DB9CF4}"/>
          </ac:inkMkLst>
        </pc:inkChg>
        <pc:inkChg chg="add mod">
          <ac:chgData name="Deepika Vatsa" userId="f7100972-27fe-4ee6-8fb4-ec9b7931b409" providerId="ADAL" clId="{F37C4974-F220-459F-95C5-71112429BD42}" dt="2022-09-19T10:18:09.170" v="2700"/>
          <ac:inkMkLst>
            <pc:docMk/>
            <pc:sldMk cId="1334213142" sldId="616"/>
            <ac:inkMk id="27" creationId="{15468D81-A7B0-470E-96BD-B524CCC90BF7}"/>
          </ac:inkMkLst>
        </pc:inkChg>
        <pc:inkChg chg="add mod">
          <ac:chgData name="Deepika Vatsa" userId="f7100972-27fe-4ee6-8fb4-ec9b7931b409" providerId="ADAL" clId="{F37C4974-F220-459F-95C5-71112429BD42}" dt="2022-09-19T10:18:09.170" v="2700"/>
          <ac:inkMkLst>
            <pc:docMk/>
            <pc:sldMk cId="1334213142" sldId="616"/>
            <ac:inkMk id="28" creationId="{2B3BEA2F-8800-4C78-9363-3B157EA795AC}"/>
          </ac:inkMkLst>
        </pc:inkChg>
        <pc:inkChg chg="add mod">
          <ac:chgData name="Deepika Vatsa" userId="f7100972-27fe-4ee6-8fb4-ec9b7931b409" providerId="ADAL" clId="{F37C4974-F220-459F-95C5-71112429BD42}" dt="2022-09-19T10:18:09.170" v="2700"/>
          <ac:inkMkLst>
            <pc:docMk/>
            <pc:sldMk cId="1334213142" sldId="616"/>
            <ac:inkMk id="29" creationId="{69CACA53-20F4-41F3-B1CA-B798F0DEB7FE}"/>
          </ac:inkMkLst>
        </pc:inkChg>
        <pc:inkChg chg="add mod">
          <ac:chgData name="Deepika Vatsa" userId="f7100972-27fe-4ee6-8fb4-ec9b7931b409" providerId="ADAL" clId="{F37C4974-F220-459F-95C5-71112429BD42}" dt="2022-09-19T10:18:09.170" v="2700"/>
          <ac:inkMkLst>
            <pc:docMk/>
            <pc:sldMk cId="1334213142" sldId="616"/>
            <ac:inkMk id="30" creationId="{83A316BB-E728-494E-82AA-64B6505867AF}"/>
          </ac:inkMkLst>
        </pc:inkChg>
        <pc:inkChg chg="add mod">
          <ac:chgData name="Deepika Vatsa" userId="f7100972-27fe-4ee6-8fb4-ec9b7931b409" providerId="ADAL" clId="{F37C4974-F220-459F-95C5-71112429BD42}" dt="2022-09-19T10:18:09.170" v="2700"/>
          <ac:inkMkLst>
            <pc:docMk/>
            <pc:sldMk cId="1334213142" sldId="616"/>
            <ac:inkMk id="31" creationId="{C6667D68-8325-4CC9-9872-B6DC691213BF}"/>
          </ac:inkMkLst>
        </pc:inkChg>
        <pc:inkChg chg="add mod">
          <ac:chgData name="Deepika Vatsa" userId="f7100972-27fe-4ee6-8fb4-ec9b7931b409" providerId="ADAL" clId="{F37C4974-F220-459F-95C5-71112429BD42}" dt="2022-09-19T10:18:09.170" v="2700"/>
          <ac:inkMkLst>
            <pc:docMk/>
            <pc:sldMk cId="1334213142" sldId="616"/>
            <ac:inkMk id="32" creationId="{B8F2A2CF-9D69-4F85-BFAC-883E4EC09269}"/>
          </ac:inkMkLst>
        </pc:inkChg>
        <pc:inkChg chg="add mod">
          <ac:chgData name="Deepika Vatsa" userId="f7100972-27fe-4ee6-8fb4-ec9b7931b409" providerId="ADAL" clId="{F37C4974-F220-459F-95C5-71112429BD42}" dt="2022-09-19T10:18:09.170" v="2700"/>
          <ac:inkMkLst>
            <pc:docMk/>
            <pc:sldMk cId="1334213142" sldId="616"/>
            <ac:inkMk id="33" creationId="{702FBA82-ABB4-4A90-85D5-DA0CA9B15B6C}"/>
          </ac:inkMkLst>
        </pc:inkChg>
        <pc:inkChg chg="add mod">
          <ac:chgData name="Deepika Vatsa" userId="f7100972-27fe-4ee6-8fb4-ec9b7931b409" providerId="ADAL" clId="{F37C4974-F220-459F-95C5-71112429BD42}" dt="2022-09-19T10:18:09.170" v="2700"/>
          <ac:inkMkLst>
            <pc:docMk/>
            <pc:sldMk cId="1334213142" sldId="616"/>
            <ac:inkMk id="34" creationId="{5663F742-7876-4A85-A5EA-1CB518EB9111}"/>
          </ac:inkMkLst>
        </pc:inkChg>
        <pc:inkChg chg="add mod">
          <ac:chgData name="Deepika Vatsa" userId="f7100972-27fe-4ee6-8fb4-ec9b7931b409" providerId="ADAL" clId="{F37C4974-F220-459F-95C5-71112429BD42}" dt="2022-09-19T10:18:09.170" v="2700"/>
          <ac:inkMkLst>
            <pc:docMk/>
            <pc:sldMk cId="1334213142" sldId="616"/>
            <ac:inkMk id="35" creationId="{57274405-82EA-43FD-BE06-B58DFA035741}"/>
          </ac:inkMkLst>
        </pc:inkChg>
        <pc:inkChg chg="add mod">
          <ac:chgData name="Deepika Vatsa" userId="f7100972-27fe-4ee6-8fb4-ec9b7931b409" providerId="ADAL" clId="{F37C4974-F220-459F-95C5-71112429BD42}" dt="2022-09-19T10:18:09.170" v="2700"/>
          <ac:inkMkLst>
            <pc:docMk/>
            <pc:sldMk cId="1334213142" sldId="616"/>
            <ac:inkMk id="36" creationId="{2AAD0079-9597-4C09-A944-7CC8BC83B1CF}"/>
          </ac:inkMkLst>
        </pc:inkChg>
        <pc:inkChg chg="add mod">
          <ac:chgData name="Deepika Vatsa" userId="f7100972-27fe-4ee6-8fb4-ec9b7931b409" providerId="ADAL" clId="{F37C4974-F220-459F-95C5-71112429BD42}" dt="2022-09-19T10:18:09.170" v="2700"/>
          <ac:inkMkLst>
            <pc:docMk/>
            <pc:sldMk cId="1334213142" sldId="616"/>
            <ac:inkMk id="39" creationId="{D2F62BF4-ACC2-466D-B0AB-7B895F6010FA}"/>
          </ac:inkMkLst>
        </pc:inkChg>
        <pc:inkChg chg="add mod">
          <ac:chgData name="Deepika Vatsa" userId="f7100972-27fe-4ee6-8fb4-ec9b7931b409" providerId="ADAL" clId="{F37C4974-F220-459F-95C5-71112429BD42}" dt="2022-09-19T10:18:09.170" v="2700"/>
          <ac:inkMkLst>
            <pc:docMk/>
            <pc:sldMk cId="1334213142" sldId="616"/>
            <ac:inkMk id="40" creationId="{8D5898EC-FBB0-4F9B-918E-1D3A87752857}"/>
          </ac:inkMkLst>
        </pc:inkChg>
        <pc:inkChg chg="add mod">
          <ac:chgData name="Deepika Vatsa" userId="f7100972-27fe-4ee6-8fb4-ec9b7931b409" providerId="ADAL" clId="{F37C4974-F220-459F-95C5-71112429BD42}" dt="2022-09-19T10:18:09.170" v="2700"/>
          <ac:inkMkLst>
            <pc:docMk/>
            <pc:sldMk cId="1334213142" sldId="616"/>
            <ac:inkMk id="41" creationId="{0931DB16-4864-4745-A72F-3ACC4C7C509D}"/>
          </ac:inkMkLst>
        </pc:inkChg>
        <pc:inkChg chg="add mod">
          <ac:chgData name="Deepika Vatsa" userId="f7100972-27fe-4ee6-8fb4-ec9b7931b409" providerId="ADAL" clId="{F37C4974-F220-459F-95C5-71112429BD42}" dt="2022-09-19T10:18:09.170" v="2700"/>
          <ac:inkMkLst>
            <pc:docMk/>
            <pc:sldMk cId="1334213142" sldId="616"/>
            <ac:inkMk id="42" creationId="{C356BAFC-D48B-4A02-A8B6-1B5A5DD77FE2}"/>
          </ac:inkMkLst>
        </pc:inkChg>
        <pc:inkChg chg="add mod">
          <ac:chgData name="Deepika Vatsa" userId="f7100972-27fe-4ee6-8fb4-ec9b7931b409" providerId="ADAL" clId="{F37C4974-F220-459F-95C5-71112429BD42}" dt="2022-09-19T10:18:09.170" v="2700"/>
          <ac:inkMkLst>
            <pc:docMk/>
            <pc:sldMk cId="1334213142" sldId="616"/>
            <ac:inkMk id="43" creationId="{B0F0E73B-EE18-465B-9EA7-B041EEF81609}"/>
          </ac:inkMkLst>
        </pc:inkChg>
        <pc:inkChg chg="add mod">
          <ac:chgData name="Deepika Vatsa" userId="f7100972-27fe-4ee6-8fb4-ec9b7931b409" providerId="ADAL" clId="{F37C4974-F220-459F-95C5-71112429BD42}" dt="2022-09-19T10:18:09.170" v="2700"/>
          <ac:inkMkLst>
            <pc:docMk/>
            <pc:sldMk cId="1334213142" sldId="616"/>
            <ac:inkMk id="44" creationId="{8D177BFC-14D6-47E8-A6CA-91056EC28479}"/>
          </ac:inkMkLst>
        </pc:inkChg>
        <pc:inkChg chg="add mod">
          <ac:chgData name="Deepika Vatsa" userId="f7100972-27fe-4ee6-8fb4-ec9b7931b409" providerId="ADAL" clId="{F37C4974-F220-459F-95C5-71112429BD42}" dt="2022-09-19T10:18:09.170" v="2700"/>
          <ac:inkMkLst>
            <pc:docMk/>
            <pc:sldMk cId="1334213142" sldId="616"/>
            <ac:inkMk id="45" creationId="{AF12A8C6-7ABD-422B-9836-55C3FBB8D3F3}"/>
          </ac:inkMkLst>
        </pc:inkChg>
        <pc:inkChg chg="add mod">
          <ac:chgData name="Deepika Vatsa" userId="f7100972-27fe-4ee6-8fb4-ec9b7931b409" providerId="ADAL" clId="{F37C4974-F220-459F-95C5-71112429BD42}" dt="2022-09-19T10:18:09.170" v="2700"/>
          <ac:inkMkLst>
            <pc:docMk/>
            <pc:sldMk cId="1334213142" sldId="616"/>
            <ac:inkMk id="46" creationId="{965CFEA2-338B-41B9-BF33-B2C33CF20E67}"/>
          </ac:inkMkLst>
        </pc:inkChg>
        <pc:inkChg chg="add mod">
          <ac:chgData name="Deepika Vatsa" userId="f7100972-27fe-4ee6-8fb4-ec9b7931b409" providerId="ADAL" clId="{F37C4974-F220-459F-95C5-71112429BD42}" dt="2022-09-19T10:18:09.170" v="2700"/>
          <ac:inkMkLst>
            <pc:docMk/>
            <pc:sldMk cId="1334213142" sldId="616"/>
            <ac:inkMk id="47" creationId="{0F4C2C11-DFD2-4858-94B6-5A0DBBFCECC0}"/>
          </ac:inkMkLst>
        </pc:inkChg>
        <pc:inkChg chg="add mod">
          <ac:chgData name="Deepika Vatsa" userId="f7100972-27fe-4ee6-8fb4-ec9b7931b409" providerId="ADAL" clId="{F37C4974-F220-459F-95C5-71112429BD42}" dt="2022-09-19T10:18:09.170" v="2700"/>
          <ac:inkMkLst>
            <pc:docMk/>
            <pc:sldMk cId="1334213142" sldId="616"/>
            <ac:inkMk id="48" creationId="{0733F33E-68A2-46C7-BFF3-A10E120687E5}"/>
          </ac:inkMkLst>
        </pc:inkChg>
        <pc:inkChg chg="add mod">
          <ac:chgData name="Deepika Vatsa" userId="f7100972-27fe-4ee6-8fb4-ec9b7931b409" providerId="ADAL" clId="{F37C4974-F220-459F-95C5-71112429BD42}" dt="2022-09-19T10:18:09.170" v="2700"/>
          <ac:inkMkLst>
            <pc:docMk/>
            <pc:sldMk cId="1334213142" sldId="616"/>
            <ac:inkMk id="49" creationId="{956AE4EF-EA21-47C8-B838-A95A2E4125B7}"/>
          </ac:inkMkLst>
        </pc:inkChg>
        <pc:inkChg chg="add mod">
          <ac:chgData name="Deepika Vatsa" userId="f7100972-27fe-4ee6-8fb4-ec9b7931b409" providerId="ADAL" clId="{F37C4974-F220-459F-95C5-71112429BD42}" dt="2022-09-19T10:18:09.170" v="2700"/>
          <ac:inkMkLst>
            <pc:docMk/>
            <pc:sldMk cId="1334213142" sldId="616"/>
            <ac:inkMk id="50" creationId="{AC395820-5ABF-4A5D-AF13-96E55FF3DA0A}"/>
          </ac:inkMkLst>
        </pc:inkChg>
        <pc:inkChg chg="add mod">
          <ac:chgData name="Deepika Vatsa" userId="f7100972-27fe-4ee6-8fb4-ec9b7931b409" providerId="ADAL" clId="{F37C4974-F220-459F-95C5-71112429BD42}" dt="2022-09-19T10:18:09.170" v="2700"/>
          <ac:inkMkLst>
            <pc:docMk/>
            <pc:sldMk cId="1334213142" sldId="616"/>
            <ac:inkMk id="51" creationId="{806620E7-2EAF-41B4-959C-8E51D2E96C74}"/>
          </ac:inkMkLst>
        </pc:inkChg>
        <pc:inkChg chg="add">
          <ac:chgData name="Deepika Vatsa" userId="f7100972-27fe-4ee6-8fb4-ec9b7931b409" providerId="ADAL" clId="{F37C4974-F220-459F-95C5-71112429BD42}" dt="2022-09-19T10:15:31.214" v="2631" actId="9405"/>
          <ac:inkMkLst>
            <pc:docMk/>
            <pc:sldMk cId="1334213142" sldId="616"/>
            <ac:inkMk id="55" creationId="{4152F260-19EA-4630-83D8-0C9F5C47B26D}"/>
          </ac:inkMkLst>
        </pc:inkChg>
        <pc:inkChg chg="add mod">
          <ac:chgData name="Deepika Vatsa" userId="f7100972-27fe-4ee6-8fb4-ec9b7931b409" providerId="ADAL" clId="{F37C4974-F220-459F-95C5-71112429BD42}" dt="2022-09-19T10:15:40.669" v="2639"/>
          <ac:inkMkLst>
            <pc:docMk/>
            <pc:sldMk cId="1334213142" sldId="616"/>
            <ac:inkMk id="56" creationId="{7A6F2EB5-61B2-4593-80FB-4BDE3B003FCE}"/>
          </ac:inkMkLst>
        </pc:inkChg>
        <pc:inkChg chg="add mod">
          <ac:chgData name="Deepika Vatsa" userId="f7100972-27fe-4ee6-8fb4-ec9b7931b409" providerId="ADAL" clId="{F37C4974-F220-459F-95C5-71112429BD42}" dt="2022-09-19T10:15:40.669" v="2639"/>
          <ac:inkMkLst>
            <pc:docMk/>
            <pc:sldMk cId="1334213142" sldId="616"/>
            <ac:inkMk id="57" creationId="{E7237E91-353C-456C-9782-87E716B272C5}"/>
          </ac:inkMkLst>
        </pc:inkChg>
        <pc:inkChg chg="add mod">
          <ac:chgData name="Deepika Vatsa" userId="f7100972-27fe-4ee6-8fb4-ec9b7931b409" providerId="ADAL" clId="{F37C4974-F220-459F-95C5-71112429BD42}" dt="2022-09-19T10:15:40.669" v="2639"/>
          <ac:inkMkLst>
            <pc:docMk/>
            <pc:sldMk cId="1334213142" sldId="616"/>
            <ac:inkMk id="58" creationId="{C6EEBAA1-5597-4DEE-9531-1DECDDCB3BC6}"/>
          </ac:inkMkLst>
        </pc:inkChg>
        <pc:inkChg chg="add mod">
          <ac:chgData name="Deepika Vatsa" userId="f7100972-27fe-4ee6-8fb4-ec9b7931b409" providerId="ADAL" clId="{F37C4974-F220-459F-95C5-71112429BD42}" dt="2022-09-19T10:15:40.669" v="2639"/>
          <ac:inkMkLst>
            <pc:docMk/>
            <pc:sldMk cId="1334213142" sldId="616"/>
            <ac:inkMk id="59" creationId="{2206DC9E-7856-4FED-BAF8-7E9403B77EB9}"/>
          </ac:inkMkLst>
        </pc:inkChg>
        <pc:inkChg chg="add mod">
          <ac:chgData name="Deepika Vatsa" userId="f7100972-27fe-4ee6-8fb4-ec9b7931b409" providerId="ADAL" clId="{F37C4974-F220-459F-95C5-71112429BD42}" dt="2022-09-19T10:15:40.669" v="2639"/>
          <ac:inkMkLst>
            <pc:docMk/>
            <pc:sldMk cId="1334213142" sldId="616"/>
            <ac:inkMk id="60" creationId="{9E916234-130C-4ACA-B628-5E7EEDF2423B}"/>
          </ac:inkMkLst>
        </pc:inkChg>
        <pc:inkChg chg="add mod">
          <ac:chgData name="Deepika Vatsa" userId="f7100972-27fe-4ee6-8fb4-ec9b7931b409" providerId="ADAL" clId="{F37C4974-F220-459F-95C5-71112429BD42}" dt="2022-09-19T10:15:41.910" v="2641"/>
          <ac:inkMkLst>
            <pc:docMk/>
            <pc:sldMk cId="1334213142" sldId="616"/>
            <ac:inkMk id="61" creationId="{AB4247BB-AAD0-427D-9287-318B8ACA437A}"/>
          </ac:inkMkLst>
        </pc:inkChg>
        <pc:inkChg chg="add mod">
          <ac:chgData name="Deepika Vatsa" userId="f7100972-27fe-4ee6-8fb4-ec9b7931b409" providerId="ADAL" clId="{F37C4974-F220-459F-95C5-71112429BD42}" dt="2022-09-19T10:15:41.910" v="2641"/>
          <ac:inkMkLst>
            <pc:docMk/>
            <pc:sldMk cId="1334213142" sldId="616"/>
            <ac:inkMk id="62" creationId="{2C6D3D32-EC8A-42F8-96E7-FBCF917E6B72}"/>
          </ac:inkMkLst>
        </pc:inkChg>
        <pc:inkChg chg="add mod">
          <ac:chgData name="Deepika Vatsa" userId="f7100972-27fe-4ee6-8fb4-ec9b7931b409" providerId="ADAL" clId="{F37C4974-F220-459F-95C5-71112429BD42}" dt="2022-09-19T10:15:41.910" v="2641"/>
          <ac:inkMkLst>
            <pc:docMk/>
            <pc:sldMk cId="1334213142" sldId="616"/>
            <ac:inkMk id="1027" creationId="{CD250F2D-2A0D-4D42-8EE7-F3035DB746AF}"/>
          </ac:inkMkLst>
        </pc:inkChg>
        <pc:inkChg chg="add mod">
          <ac:chgData name="Deepika Vatsa" userId="f7100972-27fe-4ee6-8fb4-ec9b7931b409" providerId="ADAL" clId="{F37C4974-F220-459F-95C5-71112429BD42}" dt="2022-09-19T10:16:52.765" v="2651"/>
          <ac:inkMkLst>
            <pc:docMk/>
            <pc:sldMk cId="1334213142" sldId="616"/>
            <ac:inkMk id="1029" creationId="{0B2F144E-55C9-47DC-943F-96C52216FCA1}"/>
          </ac:inkMkLst>
        </pc:inkChg>
        <pc:inkChg chg="add mod">
          <ac:chgData name="Deepika Vatsa" userId="f7100972-27fe-4ee6-8fb4-ec9b7931b409" providerId="ADAL" clId="{F37C4974-F220-459F-95C5-71112429BD42}" dt="2022-09-19T10:16:52.765" v="2651"/>
          <ac:inkMkLst>
            <pc:docMk/>
            <pc:sldMk cId="1334213142" sldId="616"/>
            <ac:inkMk id="1030" creationId="{FB8DCC79-6EB6-4E1A-AFCD-F3D6A37C7E24}"/>
          </ac:inkMkLst>
        </pc:inkChg>
        <pc:inkChg chg="add mod">
          <ac:chgData name="Deepika Vatsa" userId="f7100972-27fe-4ee6-8fb4-ec9b7931b409" providerId="ADAL" clId="{F37C4974-F220-459F-95C5-71112429BD42}" dt="2022-09-19T10:16:52.765" v="2651"/>
          <ac:inkMkLst>
            <pc:docMk/>
            <pc:sldMk cId="1334213142" sldId="616"/>
            <ac:inkMk id="1031" creationId="{997B0F6E-A88F-4190-AF4D-CC386A411A9D}"/>
          </ac:inkMkLst>
        </pc:inkChg>
        <pc:inkChg chg="add mod">
          <ac:chgData name="Deepika Vatsa" userId="f7100972-27fe-4ee6-8fb4-ec9b7931b409" providerId="ADAL" clId="{F37C4974-F220-459F-95C5-71112429BD42}" dt="2022-09-19T10:16:52.765" v="2651"/>
          <ac:inkMkLst>
            <pc:docMk/>
            <pc:sldMk cId="1334213142" sldId="616"/>
            <ac:inkMk id="1032" creationId="{118F7B18-278B-4A2D-B0CB-A95935E46DBF}"/>
          </ac:inkMkLst>
        </pc:inkChg>
        <pc:inkChg chg="add mod">
          <ac:chgData name="Deepika Vatsa" userId="f7100972-27fe-4ee6-8fb4-ec9b7931b409" providerId="ADAL" clId="{F37C4974-F220-459F-95C5-71112429BD42}" dt="2022-09-19T10:16:52.765" v="2651"/>
          <ac:inkMkLst>
            <pc:docMk/>
            <pc:sldMk cId="1334213142" sldId="616"/>
            <ac:inkMk id="1033" creationId="{D5F0DC59-9696-4804-9BDA-4EC7DBC6D461}"/>
          </ac:inkMkLst>
        </pc:inkChg>
        <pc:inkChg chg="add mod">
          <ac:chgData name="Deepika Vatsa" userId="f7100972-27fe-4ee6-8fb4-ec9b7931b409" providerId="ADAL" clId="{F37C4974-F220-459F-95C5-71112429BD42}" dt="2022-09-19T10:16:52.765" v="2651"/>
          <ac:inkMkLst>
            <pc:docMk/>
            <pc:sldMk cId="1334213142" sldId="616"/>
            <ac:inkMk id="1034" creationId="{1AFB821D-B26D-4987-8A73-84950C11B26B}"/>
          </ac:inkMkLst>
        </pc:inkChg>
        <pc:inkChg chg="add mod">
          <ac:chgData name="Deepika Vatsa" userId="f7100972-27fe-4ee6-8fb4-ec9b7931b409" providerId="ADAL" clId="{F37C4974-F220-459F-95C5-71112429BD42}" dt="2022-09-19T10:16:52.765" v="2651"/>
          <ac:inkMkLst>
            <pc:docMk/>
            <pc:sldMk cId="1334213142" sldId="616"/>
            <ac:inkMk id="1035" creationId="{A1E68ACB-C21E-4E0E-B80D-B2EE65115F85}"/>
          </ac:inkMkLst>
        </pc:inkChg>
        <pc:inkChg chg="add mod">
          <ac:chgData name="Deepika Vatsa" userId="f7100972-27fe-4ee6-8fb4-ec9b7931b409" providerId="ADAL" clId="{F37C4974-F220-459F-95C5-71112429BD42}" dt="2022-09-19T10:16:52.765" v="2651"/>
          <ac:inkMkLst>
            <pc:docMk/>
            <pc:sldMk cId="1334213142" sldId="616"/>
            <ac:inkMk id="1036" creationId="{618CB4F2-196C-4757-BFA6-78F13E08D522}"/>
          </ac:inkMkLst>
        </pc:inkChg>
        <pc:inkChg chg="add mod">
          <ac:chgData name="Deepika Vatsa" userId="f7100972-27fe-4ee6-8fb4-ec9b7931b409" providerId="ADAL" clId="{F37C4974-F220-459F-95C5-71112429BD42}" dt="2022-09-19T10:16:52.765" v="2651"/>
          <ac:inkMkLst>
            <pc:docMk/>
            <pc:sldMk cId="1334213142" sldId="616"/>
            <ac:inkMk id="1037" creationId="{0C113C9A-7643-47E7-AF3C-00366F2D52B6}"/>
          </ac:inkMkLst>
        </pc:inkChg>
        <pc:inkChg chg="add mod">
          <ac:chgData name="Deepika Vatsa" userId="f7100972-27fe-4ee6-8fb4-ec9b7931b409" providerId="ADAL" clId="{F37C4974-F220-459F-95C5-71112429BD42}" dt="2022-09-19T10:16:58.851" v="2657"/>
          <ac:inkMkLst>
            <pc:docMk/>
            <pc:sldMk cId="1334213142" sldId="616"/>
            <ac:inkMk id="1039" creationId="{DE15CEBF-0EA0-488C-AE91-665536989BDD}"/>
          </ac:inkMkLst>
        </pc:inkChg>
        <pc:inkChg chg="add mod">
          <ac:chgData name="Deepika Vatsa" userId="f7100972-27fe-4ee6-8fb4-ec9b7931b409" providerId="ADAL" clId="{F37C4974-F220-459F-95C5-71112429BD42}" dt="2022-09-19T10:16:58.851" v="2657"/>
          <ac:inkMkLst>
            <pc:docMk/>
            <pc:sldMk cId="1334213142" sldId="616"/>
            <ac:inkMk id="1040" creationId="{5EAAA2C5-B642-4BF7-8589-4D807AFBD7E1}"/>
          </ac:inkMkLst>
        </pc:inkChg>
        <pc:inkChg chg="add mod">
          <ac:chgData name="Deepika Vatsa" userId="f7100972-27fe-4ee6-8fb4-ec9b7931b409" providerId="ADAL" clId="{F37C4974-F220-459F-95C5-71112429BD42}" dt="2022-09-19T10:16:58.851" v="2657"/>
          <ac:inkMkLst>
            <pc:docMk/>
            <pc:sldMk cId="1334213142" sldId="616"/>
            <ac:inkMk id="1041" creationId="{835DF7BB-618F-4F0B-AC6F-B58B97B95DF1}"/>
          </ac:inkMkLst>
        </pc:inkChg>
        <pc:inkChg chg="add mod">
          <ac:chgData name="Deepika Vatsa" userId="f7100972-27fe-4ee6-8fb4-ec9b7931b409" providerId="ADAL" clId="{F37C4974-F220-459F-95C5-71112429BD42}" dt="2022-09-19T10:16:58.851" v="2657"/>
          <ac:inkMkLst>
            <pc:docMk/>
            <pc:sldMk cId="1334213142" sldId="616"/>
            <ac:inkMk id="1042" creationId="{E5401282-3AC9-423E-9807-FFB594E13FDC}"/>
          </ac:inkMkLst>
        </pc:inkChg>
        <pc:inkChg chg="add mod">
          <ac:chgData name="Deepika Vatsa" userId="f7100972-27fe-4ee6-8fb4-ec9b7931b409" providerId="ADAL" clId="{F37C4974-F220-459F-95C5-71112429BD42}" dt="2022-09-19T10:16:58.851" v="2657"/>
          <ac:inkMkLst>
            <pc:docMk/>
            <pc:sldMk cId="1334213142" sldId="616"/>
            <ac:inkMk id="1043" creationId="{15C3E774-CEB3-4B81-85D5-27A7293C3E54}"/>
          </ac:inkMkLst>
        </pc:inkChg>
        <pc:inkChg chg="add mod">
          <ac:chgData name="Deepika Vatsa" userId="f7100972-27fe-4ee6-8fb4-ec9b7931b409" providerId="ADAL" clId="{F37C4974-F220-459F-95C5-71112429BD42}" dt="2022-09-19T10:17:01.339" v="2662"/>
          <ac:inkMkLst>
            <pc:docMk/>
            <pc:sldMk cId="1334213142" sldId="616"/>
            <ac:inkMk id="1045" creationId="{43A2718C-3D46-4ACC-A744-7FABF0A10E00}"/>
          </ac:inkMkLst>
        </pc:inkChg>
        <pc:inkChg chg="add mod">
          <ac:chgData name="Deepika Vatsa" userId="f7100972-27fe-4ee6-8fb4-ec9b7931b409" providerId="ADAL" clId="{F37C4974-F220-459F-95C5-71112429BD42}" dt="2022-09-19T10:17:01.339" v="2662"/>
          <ac:inkMkLst>
            <pc:docMk/>
            <pc:sldMk cId="1334213142" sldId="616"/>
            <ac:inkMk id="1046" creationId="{E6181643-E486-43D6-9FBB-0424951E8F4E}"/>
          </ac:inkMkLst>
        </pc:inkChg>
        <pc:inkChg chg="add mod">
          <ac:chgData name="Deepika Vatsa" userId="f7100972-27fe-4ee6-8fb4-ec9b7931b409" providerId="ADAL" clId="{F37C4974-F220-459F-95C5-71112429BD42}" dt="2022-09-19T10:17:01.339" v="2662"/>
          <ac:inkMkLst>
            <pc:docMk/>
            <pc:sldMk cId="1334213142" sldId="616"/>
            <ac:inkMk id="1047" creationId="{E8CE4A23-B862-476F-BA98-4B4BC8FB53C0}"/>
          </ac:inkMkLst>
        </pc:inkChg>
        <pc:inkChg chg="add mod">
          <ac:chgData name="Deepika Vatsa" userId="f7100972-27fe-4ee6-8fb4-ec9b7931b409" providerId="ADAL" clId="{F37C4974-F220-459F-95C5-71112429BD42}" dt="2022-09-19T10:17:01.339" v="2662"/>
          <ac:inkMkLst>
            <pc:docMk/>
            <pc:sldMk cId="1334213142" sldId="616"/>
            <ac:inkMk id="1048" creationId="{17976E17-9287-4D4C-9451-7789BE79A9BE}"/>
          </ac:inkMkLst>
        </pc:inkChg>
        <pc:inkChg chg="add mod">
          <ac:chgData name="Deepika Vatsa" userId="f7100972-27fe-4ee6-8fb4-ec9b7931b409" providerId="ADAL" clId="{F37C4974-F220-459F-95C5-71112429BD42}" dt="2022-09-19T10:17:11.306" v="2672"/>
          <ac:inkMkLst>
            <pc:docMk/>
            <pc:sldMk cId="1334213142" sldId="616"/>
            <ac:inkMk id="1050" creationId="{F7252F52-5B1A-42EC-B89B-7F7A26FFE200}"/>
          </ac:inkMkLst>
        </pc:inkChg>
        <pc:inkChg chg="add mod">
          <ac:chgData name="Deepika Vatsa" userId="f7100972-27fe-4ee6-8fb4-ec9b7931b409" providerId="ADAL" clId="{F37C4974-F220-459F-95C5-71112429BD42}" dt="2022-09-19T10:17:11.306" v="2672"/>
          <ac:inkMkLst>
            <pc:docMk/>
            <pc:sldMk cId="1334213142" sldId="616"/>
            <ac:inkMk id="1051" creationId="{D596FE45-10D8-4488-8D4B-962470A5C48F}"/>
          </ac:inkMkLst>
        </pc:inkChg>
        <pc:inkChg chg="add mod">
          <ac:chgData name="Deepika Vatsa" userId="f7100972-27fe-4ee6-8fb4-ec9b7931b409" providerId="ADAL" clId="{F37C4974-F220-459F-95C5-71112429BD42}" dt="2022-09-19T10:17:11.306" v="2672"/>
          <ac:inkMkLst>
            <pc:docMk/>
            <pc:sldMk cId="1334213142" sldId="616"/>
            <ac:inkMk id="1052" creationId="{E96A09C3-77C0-4687-9316-3379D777B306}"/>
          </ac:inkMkLst>
        </pc:inkChg>
        <pc:inkChg chg="add mod">
          <ac:chgData name="Deepika Vatsa" userId="f7100972-27fe-4ee6-8fb4-ec9b7931b409" providerId="ADAL" clId="{F37C4974-F220-459F-95C5-71112429BD42}" dt="2022-09-19T10:17:11.306" v="2672"/>
          <ac:inkMkLst>
            <pc:docMk/>
            <pc:sldMk cId="1334213142" sldId="616"/>
            <ac:inkMk id="1053" creationId="{13261C38-7481-44BC-AA61-1B471789B3FE}"/>
          </ac:inkMkLst>
        </pc:inkChg>
        <pc:inkChg chg="add mod">
          <ac:chgData name="Deepika Vatsa" userId="f7100972-27fe-4ee6-8fb4-ec9b7931b409" providerId="ADAL" clId="{F37C4974-F220-459F-95C5-71112429BD42}" dt="2022-09-19T10:17:11.306" v="2672"/>
          <ac:inkMkLst>
            <pc:docMk/>
            <pc:sldMk cId="1334213142" sldId="616"/>
            <ac:inkMk id="1054" creationId="{6180EBD3-D8F2-40D9-BE48-A12A95F071F3}"/>
          </ac:inkMkLst>
        </pc:inkChg>
        <pc:inkChg chg="add mod">
          <ac:chgData name="Deepika Vatsa" userId="f7100972-27fe-4ee6-8fb4-ec9b7931b409" providerId="ADAL" clId="{F37C4974-F220-459F-95C5-71112429BD42}" dt="2022-09-19T10:17:11.306" v="2672"/>
          <ac:inkMkLst>
            <pc:docMk/>
            <pc:sldMk cId="1334213142" sldId="616"/>
            <ac:inkMk id="1055" creationId="{0309CF72-42A1-4D1C-B41F-7F0E5804AEF2}"/>
          </ac:inkMkLst>
        </pc:inkChg>
        <pc:inkChg chg="add mod">
          <ac:chgData name="Deepika Vatsa" userId="f7100972-27fe-4ee6-8fb4-ec9b7931b409" providerId="ADAL" clId="{F37C4974-F220-459F-95C5-71112429BD42}" dt="2022-09-19T10:17:11.306" v="2672"/>
          <ac:inkMkLst>
            <pc:docMk/>
            <pc:sldMk cId="1334213142" sldId="616"/>
            <ac:inkMk id="1056" creationId="{01707796-AA01-47D2-93ED-39F59F5419E5}"/>
          </ac:inkMkLst>
        </pc:inkChg>
        <pc:inkChg chg="add mod">
          <ac:chgData name="Deepika Vatsa" userId="f7100972-27fe-4ee6-8fb4-ec9b7931b409" providerId="ADAL" clId="{F37C4974-F220-459F-95C5-71112429BD42}" dt="2022-09-19T10:17:11.306" v="2672"/>
          <ac:inkMkLst>
            <pc:docMk/>
            <pc:sldMk cId="1334213142" sldId="616"/>
            <ac:inkMk id="1057" creationId="{CE188344-F921-40F9-A6B0-2C5C6115115C}"/>
          </ac:inkMkLst>
        </pc:inkChg>
        <pc:inkChg chg="add mod">
          <ac:chgData name="Deepika Vatsa" userId="f7100972-27fe-4ee6-8fb4-ec9b7931b409" providerId="ADAL" clId="{F37C4974-F220-459F-95C5-71112429BD42}" dt="2022-09-19T10:17:11.306" v="2672"/>
          <ac:inkMkLst>
            <pc:docMk/>
            <pc:sldMk cId="1334213142" sldId="616"/>
            <ac:inkMk id="1058" creationId="{7BD25B12-1EEB-465D-BA98-4EE78B309977}"/>
          </ac:inkMkLst>
        </pc:inkChg>
        <pc:inkChg chg="add mod">
          <ac:chgData name="Deepika Vatsa" userId="f7100972-27fe-4ee6-8fb4-ec9b7931b409" providerId="ADAL" clId="{F37C4974-F220-459F-95C5-71112429BD42}" dt="2022-09-19T10:18:09.170" v="2700"/>
          <ac:inkMkLst>
            <pc:docMk/>
            <pc:sldMk cId="1334213142" sldId="616"/>
            <ac:inkMk id="1061" creationId="{97B3F9F9-E9E8-48F7-88F7-E1F96F80A8E2}"/>
          </ac:inkMkLst>
        </pc:inkChg>
        <pc:inkChg chg="add mod">
          <ac:chgData name="Deepika Vatsa" userId="f7100972-27fe-4ee6-8fb4-ec9b7931b409" providerId="ADAL" clId="{F37C4974-F220-459F-95C5-71112429BD42}" dt="2022-09-19T10:18:09.170" v="2700"/>
          <ac:inkMkLst>
            <pc:docMk/>
            <pc:sldMk cId="1334213142" sldId="616"/>
            <ac:inkMk id="1062" creationId="{6ED591C1-CE7D-4F38-827A-0FD960FA2E3F}"/>
          </ac:inkMkLst>
        </pc:inkChg>
        <pc:inkChg chg="add mod">
          <ac:chgData name="Deepika Vatsa" userId="f7100972-27fe-4ee6-8fb4-ec9b7931b409" providerId="ADAL" clId="{F37C4974-F220-459F-95C5-71112429BD42}" dt="2022-09-19T10:18:09.170" v="2700"/>
          <ac:inkMkLst>
            <pc:docMk/>
            <pc:sldMk cId="1334213142" sldId="616"/>
            <ac:inkMk id="1063" creationId="{CDF5E45A-D816-4B84-AF42-797BE7457DE9}"/>
          </ac:inkMkLst>
        </pc:inkChg>
        <pc:inkChg chg="add mod">
          <ac:chgData name="Deepika Vatsa" userId="f7100972-27fe-4ee6-8fb4-ec9b7931b409" providerId="ADAL" clId="{F37C4974-F220-459F-95C5-71112429BD42}" dt="2022-09-19T10:18:09.170" v="2700"/>
          <ac:inkMkLst>
            <pc:docMk/>
            <pc:sldMk cId="1334213142" sldId="616"/>
            <ac:inkMk id="1064" creationId="{CE643007-F3AE-4358-B5A2-21CA448938AE}"/>
          </ac:inkMkLst>
        </pc:inkChg>
        <pc:inkChg chg="add mod">
          <ac:chgData name="Deepika Vatsa" userId="f7100972-27fe-4ee6-8fb4-ec9b7931b409" providerId="ADAL" clId="{F37C4974-F220-459F-95C5-71112429BD42}" dt="2022-09-19T10:18:09.170" v="2700"/>
          <ac:inkMkLst>
            <pc:docMk/>
            <pc:sldMk cId="1334213142" sldId="616"/>
            <ac:inkMk id="1065" creationId="{1A7BECAF-BB7C-409B-823E-4FDA34B13487}"/>
          </ac:inkMkLst>
        </pc:inkChg>
        <pc:inkChg chg="add mod">
          <ac:chgData name="Deepika Vatsa" userId="f7100972-27fe-4ee6-8fb4-ec9b7931b409" providerId="ADAL" clId="{F37C4974-F220-459F-95C5-71112429BD42}" dt="2022-09-19T10:18:09.170" v="2700"/>
          <ac:inkMkLst>
            <pc:docMk/>
            <pc:sldMk cId="1334213142" sldId="616"/>
            <ac:inkMk id="1066" creationId="{31133100-5289-43CF-B577-A24FA274FE4D}"/>
          </ac:inkMkLst>
        </pc:inkChg>
        <pc:inkChg chg="add mod">
          <ac:chgData name="Deepika Vatsa" userId="f7100972-27fe-4ee6-8fb4-ec9b7931b409" providerId="ADAL" clId="{F37C4974-F220-459F-95C5-71112429BD42}" dt="2022-09-19T10:18:09.170" v="2700"/>
          <ac:inkMkLst>
            <pc:docMk/>
            <pc:sldMk cId="1334213142" sldId="616"/>
            <ac:inkMk id="1067" creationId="{17668A12-4964-41C0-86A2-42982A554834}"/>
          </ac:inkMkLst>
        </pc:inkChg>
        <pc:inkChg chg="add mod">
          <ac:chgData name="Deepika Vatsa" userId="f7100972-27fe-4ee6-8fb4-ec9b7931b409" providerId="ADAL" clId="{F37C4974-F220-459F-95C5-71112429BD42}" dt="2022-09-19T10:18:09.170" v="2700"/>
          <ac:inkMkLst>
            <pc:docMk/>
            <pc:sldMk cId="1334213142" sldId="616"/>
            <ac:inkMk id="1068" creationId="{CDCE2F04-D24B-469A-9C1A-D6450493895E}"/>
          </ac:inkMkLst>
        </pc:inkChg>
        <pc:inkChg chg="add mod">
          <ac:chgData name="Deepika Vatsa" userId="f7100972-27fe-4ee6-8fb4-ec9b7931b409" providerId="ADAL" clId="{F37C4974-F220-459F-95C5-71112429BD42}" dt="2022-09-19T10:18:09.170" v="2700"/>
          <ac:inkMkLst>
            <pc:docMk/>
            <pc:sldMk cId="1334213142" sldId="616"/>
            <ac:inkMk id="1069" creationId="{425A7D29-90FE-4F55-A4EF-A643E4892A05}"/>
          </ac:inkMkLst>
        </pc:inkChg>
        <pc:inkChg chg="add mod">
          <ac:chgData name="Deepika Vatsa" userId="f7100972-27fe-4ee6-8fb4-ec9b7931b409" providerId="ADAL" clId="{F37C4974-F220-459F-95C5-71112429BD42}" dt="2022-09-19T10:18:09.170" v="2700"/>
          <ac:inkMkLst>
            <pc:docMk/>
            <pc:sldMk cId="1334213142" sldId="616"/>
            <ac:inkMk id="1070" creationId="{C67A042F-B269-4CF5-9F88-FC285779098E}"/>
          </ac:inkMkLst>
        </pc:inkChg>
        <pc:inkChg chg="add mod">
          <ac:chgData name="Deepika Vatsa" userId="f7100972-27fe-4ee6-8fb4-ec9b7931b409" providerId="ADAL" clId="{F37C4974-F220-459F-95C5-71112429BD42}" dt="2022-09-19T10:18:09.170" v="2700"/>
          <ac:inkMkLst>
            <pc:docMk/>
            <pc:sldMk cId="1334213142" sldId="616"/>
            <ac:inkMk id="1071" creationId="{368FEAFF-73CA-42FD-91FB-C06400AC8F1D}"/>
          </ac:inkMkLst>
        </pc:inkChg>
        <pc:inkChg chg="add mod">
          <ac:chgData name="Deepika Vatsa" userId="f7100972-27fe-4ee6-8fb4-ec9b7931b409" providerId="ADAL" clId="{F37C4974-F220-459F-95C5-71112429BD42}" dt="2022-09-19T10:18:09.170" v="2700"/>
          <ac:inkMkLst>
            <pc:docMk/>
            <pc:sldMk cId="1334213142" sldId="616"/>
            <ac:inkMk id="1072" creationId="{060D717A-E77F-4503-993A-3AAAC9F14FF1}"/>
          </ac:inkMkLst>
        </pc:inkChg>
        <pc:inkChg chg="add mod">
          <ac:chgData name="Deepika Vatsa" userId="f7100972-27fe-4ee6-8fb4-ec9b7931b409" providerId="ADAL" clId="{F37C4974-F220-459F-95C5-71112429BD42}" dt="2022-09-19T10:18:09.170" v="2700"/>
          <ac:inkMkLst>
            <pc:docMk/>
            <pc:sldMk cId="1334213142" sldId="616"/>
            <ac:inkMk id="1073" creationId="{C0240462-BB74-4790-91A6-40F13819469E}"/>
          </ac:inkMkLst>
        </pc:inkChg>
        <pc:inkChg chg="add mod">
          <ac:chgData name="Deepika Vatsa" userId="f7100972-27fe-4ee6-8fb4-ec9b7931b409" providerId="ADAL" clId="{F37C4974-F220-459F-95C5-71112429BD42}" dt="2022-09-19T10:18:09.170" v="2700"/>
          <ac:inkMkLst>
            <pc:docMk/>
            <pc:sldMk cId="1334213142" sldId="616"/>
            <ac:inkMk id="1074" creationId="{A480F329-8B7D-4300-950B-F6A30DB4385A}"/>
          </ac:inkMkLst>
        </pc:inkChg>
        <pc:inkChg chg="add mod">
          <ac:chgData name="Deepika Vatsa" userId="f7100972-27fe-4ee6-8fb4-ec9b7931b409" providerId="ADAL" clId="{F37C4974-F220-459F-95C5-71112429BD42}" dt="2022-09-19T10:18:09.170" v="2700"/>
          <ac:inkMkLst>
            <pc:docMk/>
            <pc:sldMk cId="1334213142" sldId="616"/>
            <ac:inkMk id="1075" creationId="{DEB7C57C-9935-43D4-9CA2-4AB920E5CD7F}"/>
          </ac:inkMkLst>
        </pc:inkChg>
        <pc:inkChg chg="add mod">
          <ac:chgData name="Deepika Vatsa" userId="f7100972-27fe-4ee6-8fb4-ec9b7931b409" providerId="ADAL" clId="{F37C4974-F220-459F-95C5-71112429BD42}" dt="2022-09-19T10:18:09.170" v="2700"/>
          <ac:inkMkLst>
            <pc:docMk/>
            <pc:sldMk cId="1334213142" sldId="616"/>
            <ac:inkMk id="1076" creationId="{540D0B87-BEE4-49A7-9E96-69356F5BF6D2}"/>
          </ac:inkMkLst>
        </pc:inkChg>
        <pc:inkChg chg="add mod">
          <ac:chgData name="Deepika Vatsa" userId="f7100972-27fe-4ee6-8fb4-ec9b7931b409" providerId="ADAL" clId="{F37C4974-F220-459F-95C5-71112429BD42}" dt="2022-09-19T10:18:09.170" v="2700"/>
          <ac:inkMkLst>
            <pc:docMk/>
            <pc:sldMk cId="1334213142" sldId="616"/>
            <ac:inkMk id="1077" creationId="{B40BE158-C033-4337-A0F5-336BBF8A6415}"/>
          </ac:inkMkLst>
        </pc:inkChg>
        <pc:inkChg chg="add mod">
          <ac:chgData name="Deepika Vatsa" userId="f7100972-27fe-4ee6-8fb4-ec9b7931b409" providerId="ADAL" clId="{F37C4974-F220-459F-95C5-71112429BD42}" dt="2022-09-19T10:18:09.170" v="2700"/>
          <ac:inkMkLst>
            <pc:docMk/>
            <pc:sldMk cId="1334213142" sldId="616"/>
            <ac:inkMk id="1078" creationId="{73C6769D-7063-4B27-B0C8-F8E4A52FDF39}"/>
          </ac:inkMkLst>
        </pc:inkChg>
        <pc:inkChg chg="add mod">
          <ac:chgData name="Deepika Vatsa" userId="f7100972-27fe-4ee6-8fb4-ec9b7931b409" providerId="ADAL" clId="{F37C4974-F220-459F-95C5-71112429BD42}" dt="2022-09-19T10:18:09.170" v="2700"/>
          <ac:inkMkLst>
            <pc:docMk/>
            <pc:sldMk cId="1334213142" sldId="616"/>
            <ac:inkMk id="1079" creationId="{8BE976BC-FF6D-4659-A5AF-8F7148DA5E79}"/>
          </ac:inkMkLst>
        </pc:inkChg>
        <pc:inkChg chg="add mod">
          <ac:chgData name="Deepika Vatsa" userId="f7100972-27fe-4ee6-8fb4-ec9b7931b409" providerId="ADAL" clId="{F37C4974-F220-459F-95C5-71112429BD42}" dt="2022-09-19T10:18:09.170" v="2700"/>
          <ac:inkMkLst>
            <pc:docMk/>
            <pc:sldMk cId="1334213142" sldId="616"/>
            <ac:inkMk id="1080" creationId="{0D218780-56FB-4D0C-92FC-8815FB9279A7}"/>
          </ac:inkMkLst>
        </pc:inkChg>
        <pc:inkChg chg="add mod">
          <ac:chgData name="Deepika Vatsa" userId="f7100972-27fe-4ee6-8fb4-ec9b7931b409" providerId="ADAL" clId="{F37C4974-F220-459F-95C5-71112429BD42}" dt="2022-09-19T10:18:09.170" v="2700"/>
          <ac:inkMkLst>
            <pc:docMk/>
            <pc:sldMk cId="1334213142" sldId="616"/>
            <ac:inkMk id="1081" creationId="{38284E44-7802-4F54-A2BE-AB1BB5713AFB}"/>
          </ac:inkMkLst>
        </pc:inkChg>
        <pc:inkChg chg="add mod">
          <ac:chgData name="Deepika Vatsa" userId="f7100972-27fe-4ee6-8fb4-ec9b7931b409" providerId="ADAL" clId="{F37C4974-F220-459F-95C5-71112429BD42}" dt="2022-09-19T10:18:09.170" v="2700"/>
          <ac:inkMkLst>
            <pc:docMk/>
            <pc:sldMk cId="1334213142" sldId="616"/>
            <ac:inkMk id="1082" creationId="{52E097FE-8497-4A25-B499-AB2E2A186295}"/>
          </ac:inkMkLst>
        </pc:inkChg>
        <pc:inkChg chg="add mod">
          <ac:chgData name="Deepika Vatsa" userId="f7100972-27fe-4ee6-8fb4-ec9b7931b409" providerId="ADAL" clId="{F37C4974-F220-459F-95C5-71112429BD42}" dt="2022-09-19T10:18:09.170" v="2700"/>
          <ac:inkMkLst>
            <pc:docMk/>
            <pc:sldMk cId="1334213142" sldId="616"/>
            <ac:inkMk id="1083" creationId="{2A168BAF-5FE0-4168-913E-D8D9905EFA7C}"/>
          </ac:inkMkLst>
        </pc:inkChg>
        <pc:inkChg chg="add mod">
          <ac:chgData name="Deepika Vatsa" userId="f7100972-27fe-4ee6-8fb4-ec9b7931b409" providerId="ADAL" clId="{F37C4974-F220-459F-95C5-71112429BD42}" dt="2022-09-19T10:18:09.170" v="2700"/>
          <ac:inkMkLst>
            <pc:docMk/>
            <pc:sldMk cId="1334213142" sldId="616"/>
            <ac:inkMk id="1084" creationId="{E09128B0-975D-4325-85D5-DE1E2DE595FC}"/>
          </ac:inkMkLst>
        </pc:inkChg>
        <pc:inkChg chg="add mod">
          <ac:chgData name="Deepika Vatsa" userId="f7100972-27fe-4ee6-8fb4-ec9b7931b409" providerId="ADAL" clId="{F37C4974-F220-459F-95C5-71112429BD42}" dt="2022-09-19T10:18:09.170" v="2700"/>
          <ac:inkMkLst>
            <pc:docMk/>
            <pc:sldMk cId="1334213142" sldId="616"/>
            <ac:inkMk id="1085" creationId="{83DFDA8B-86B4-4047-8693-ECA3F0226F84}"/>
          </ac:inkMkLst>
        </pc:inkChg>
        <pc:inkChg chg="add mod">
          <ac:chgData name="Deepika Vatsa" userId="f7100972-27fe-4ee6-8fb4-ec9b7931b409" providerId="ADAL" clId="{F37C4974-F220-459F-95C5-71112429BD42}" dt="2022-09-19T10:18:09.170" v="2700"/>
          <ac:inkMkLst>
            <pc:docMk/>
            <pc:sldMk cId="1334213142" sldId="616"/>
            <ac:inkMk id="1086" creationId="{62EF01FF-5A3B-4F14-81A1-8614EAD7B201}"/>
          </ac:inkMkLst>
        </pc:inkChg>
        <pc:inkChg chg="add mod">
          <ac:chgData name="Deepika Vatsa" userId="f7100972-27fe-4ee6-8fb4-ec9b7931b409" providerId="ADAL" clId="{F37C4974-F220-459F-95C5-71112429BD42}" dt="2022-09-19T10:18:09.170" v="2700"/>
          <ac:inkMkLst>
            <pc:docMk/>
            <pc:sldMk cId="1334213142" sldId="616"/>
            <ac:inkMk id="1087" creationId="{E457E0D2-59C5-4120-A679-9CF86B1B8FD6}"/>
          </ac:inkMkLst>
        </pc:inkChg>
        <pc:inkChg chg="add">
          <ac:chgData name="Deepika Vatsa" userId="f7100972-27fe-4ee6-8fb4-ec9b7931b409" providerId="ADAL" clId="{F37C4974-F220-459F-95C5-71112429BD42}" dt="2022-09-19T10:18:10.061" v="2701" actId="9405"/>
          <ac:inkMkLst>
            <pc:docMk/>
            <pc:sldMk cId="1334213142" sldId="616"/>
            <ac:inkMk id="1093" creationId="{C90E2123-AA3F-4705-BE66-BE8B265D04B6}"/>
          </ac:inkMkLst>
        </pc:inkChg>
        <pc:inkChg chg="add mod">
          <ac:chgData name="Deepika Vatsa" userId="f7100972-27fe-4ee6-8fb4-ec9b7931b409" providerId="ADAL" clId="{F37C4974-F220-459F-95C5-71112429BD42}" dt="2022-09-19T10:20:48.103" v="2711"/>
          <ac:inkMkLst>
            <pc:docMk/>
            <pc:sldMk cId="1334213142" sldId="616"/>
            <ac:inkMk id="1094" creationId="{A0DC0406-ACBB-43C1-92E3-3592AC9CC310}"/>
          </ac:inkMkLst>
        </pc:inkChg>
        <pc:inkChg chg="add mod">
          <ac:chgData name="Deepika Vatsa" userId="f7100972-27fe-4ee6-8fb4-ec9b7931b409" providerId="ADAL" clId="{F37C4974-F220-459F-95C5-71112429BD42}" dt="2022-09-19T10:20:48.103" v="2711"/>
          <ac:inkMkLst>
            <pc:docMk/>
            <pc:sldMk cId="1334213142" sldId="616"/>
            <ac:inkMk id="1095" creationId="{3B2C168B-7CCA-4C8F-9B7C-12EC5D4CC81F}"/>
          </ac:inkMkLst>
        </pc:inkChg>
        <pc:inkChg chg="add mod">
          <ac:chgData name="Deepika Vatsa" userId="f7100972-27fe-4ee6-8fb4-ec9b7931b409" providerId="ADAL" clId="{F37C4974-F220-459F-95C5-71112429BD42}" dt="2022-09-19T10:20:48.103" v="2711"/>
          <ac:inkMkLst>
            <pc:docMk/>
            <pc:sldMk cId="1334213142" sldId="616"/>
            <ac:inkMk id="1096" creationId="{716985E5-22A9-4388-97AE-7C7EC9BAD53A}"/>
          </ac:inkMkLst>
        </pc:inkChg>
        <pc:inkChg chg="add mod">
          <ac:chgData name="Deepika Vatsa" userId="f7100972-27fe-4ee6-8fb4-ec9b7931b409" providerId="ADAL" clId="{F37C4974-F220-459F-95C5-71112429BD42}" dt="2022-09-19T10:20:48.103" v="2711"/>
          <ac:inkMkLst>
            <pc:docMk/>
            <pc:sldMk cId="1334213142" sldId="616"/>
            <ac:inkMk id="1097" creationId="{1A514990-CD06-4CD7-A2FA-5C67739C6CF6}"/>
          </ac:inkMkLst>
        </pc:inkChg>
        <pc:inkChg chg="add mod">
          <ac:chgData name="Deepika Vatsa" userId="f7100972-27fe-4ee6-8fb4-ec9b7931b409" providerId="ADAL" clId="{F37C4974-F220-459F-95C5-71112429BD42}" dt="2022-09-19T10:20:48.103" v="2711"/>
          <ac:inkMkLst>
            <pc:docMk/>
            <pc:sldMk cId="1334213142" sldId="616"/>
            <ac:inkMk id="1098" creationId="{B69E2493-E4B3-40DF-90E3-1DC0623D467B}"/>
          </ac:inkMkLst>
        </pc:inkChg>
        <pc:inkChg chg="add mod">
          <ac:chgData name="Deepika Vatsa" userId="f7100972-27fe-4ee6-8fb4-ec9b7931b409" providerId="ADAL" clId="{F37C4974-F220-459F-95C5-71112429BD42}" dt="2022-09-19T10:20:48.103" v="2711"/>
          <ac:inkMkLst>
            <pc:docMk/>
            <pc:sldMk cId="1334213142" sldId="616"/>
            <ac:inkMk id="1099" creationId="{EE9BF001-42B2-4731-8066-BA5CFC74261D}"/>
          </ac:inkMkLst>
        </pc:inkChg>
        <pc:inkChg chg="add mod">
          <ac:chgData name="Deepika Vatsa" userId="f7100972-27fe-4ee6-8fb4-ec9b7931b409" providerId="ADAL" clId="{F37C4974-F220-459F-95C5-71112429BD42}" dt="2022-09-19T10:20:48.103" v="2711"/>
          <ac:inkMkLst>
            <pc:docMk/>
            <pc:sldMk cId="1334213142" sldId="616"/>
            <ac:inkMk id="1100" creationId="{60A8E84A-BF32-41DC-A310-41659AE6E886}"/>
          </ac:inkMkLst>
        </pc:inkChg>
        <pc:inkChg chg="add mod">
          <ac:chgData name="Deepika Vatsa" userId="f7100972-27fe-4ee6-8fb4-ec9b7931b409" providerId="ADAL" clId="{F37C4974-F220-459F-95C5-71112429BD42}" dt="2022-09-19T10:20:54.454" v="2717"/>
          <ac:inkMkLst>
            <pc:docMk/>
            <pc:sldMk cId="1334213142" sldId="616"/>
            <ac:inkMk id="1103" creationId="{65EC83BC-5560-45D1-9E86-A6C150476513}"/>
          </ac:inkMkLst>
        </pc:inkChg>
        <pc:inkChg chg="add mod">
          <ac:chgData name="Deepika Vatsa" userId="f7100972-27fe-4ee6-8fb4-ec9b7931b409" providerId="ADAL" clId="{F37C4974-F220-459F-95C5-71112429BD42}" dt="2022-09-19T10:20:54.454" v="2717"/>
          <ac:inkMkLst>
            <pc:docMk/>
            <pc:sldMk cId="1334213142" sldId="616"/>
            <ac:inkMk id="1104" creationId="{6B9E3438-6B34-4D69-8F93-1C078047FE76}"/>
          </ac:inkMkLst>
        </pc:inkChg>
        <pc:inkChg chg="add mod">
          <ac:chgData name="Deepika Vatsa" userId="f7100972-27fe-4ee6-8fb4-ec9b7931b409" providerId="ADAL" clId="{F37C4974-F220-459F-95C5-71112429BD42}" dt="2022-09-19T10:20:54.454" v="2717"/>
          <ac:inkMkLst>
            <pc:docMk/>
            <pc:sldMk cId="1334213142" sldId="616"/>
            <ac:inkMk id="1105" creationId="{A7E51018-E68E-4171-9513-4B76036F7C47}"/>
          </ac:inkMkLst>
        </pc:inkChg>
        <pc:inkChg chg="add mod">
          <ac:chgData name="Deepika Vatsa" userId="f7100972-27fe-4ee6-8fb4-ec9b7931b409" providerId="ADAL" clId="{F37C4974-F220-459F-95C5-71112429BD42}" dt="2022-09-19T10:20:54.454" v="2717"/>
          <ac:inkMkLst>
            <pc:docMk/>
            <pc:sldMk cId="1334213142" sldId="616"/>
            <ac:inkMk id="1106" creationId="{80464D3C-AE9B-4183-B41A-6D8445CB4A63}"/>
          </ac:inkMkLst>
        </pc:inkChg>
        <pc:inkChg chg="add mod">
          <ac:chgData name="Deepika Vatsa" userId="f7100972-27fe-4ee6-8fb4-ec9b7931b409" providerId="ADAL" clId="{F37C4974-F220-459F-95C5-71112429BD42}" dt="2022-09-19T10:20:54.454" v="2717"/>
          <ac:inkMkLst>
            <pc:docMk/>
            <pc:sldMk cId="1334213142" sldId="616"/>
            <ac:inkMk id="1107" creationId="{AEC86B2C-2D78-4F9E-A6E5-DCE67289EEEE}"/>
          </ac:inkMkLst>
        </pc:inkChg>
      </pc:sldChg>
      <pc:sldChg chg="addSp delSp modSp add mod modNotesTx">
        <pc:chgData name="Deepika Vatsa" userId="f7100972-27fe-4ee6-8fb4-ec9b7931b409" providerId="ADAL" clId="{F37C4974-F220-459F-95C5-71112429BD42}" dt="2022-09-19T08:57:35.490" v="2571" actId="20577"/>
        <pc:sldMkLst>
          <pc:docMk/>
          <pc:sldMk cId="367094521" sldId="617"/>
        </pc:sldMkLst>
        <pc:spChg chg="add mod">
          <ac:chgData name="Deepika Vatsa" userId="f7100972-27fe-4ee6-8fb4-ec9b7931b409" providerId="ADAL" clId="{F37C4974-F220-459F-95C5-71112429BD42}" dt="2022-09-19T08:37:48.433" v="1587" actId="122"/>
          <ac:spMkLst>
            <pc:docMk/>
            <pc:sldMk cId="367094521" sldId="617"/>
            <ac:spMk id="3" creationId="{90EA0928-6BB8-45D1-A702-640B2549A205}"/>
          </ac:spMkLst>
        </pc:spChg>
        <pc:spChg chg="mod">
          <ac:chgData name="Deepika Vatsa" userId="f7100972-27fe-4ee6-8fb4-ec9b7931b409" providerId="ADAL" clId="{F37C4974-F220-459F-95C5-71112429BD42}" dt="2022-09-19T08:37:23.692" v="1576" actId="21"/>
          <ac:spMkLst>
            <pc:docMk/>
            <pc:sldMk cId="367094521" sldId="617"/>
            <ac:spMk id="9" creationId="{55A5BFD8-4962-4C89-86F0-4A582AD35F41}"/>
          </ac:spMkLst>
        </pc:spChg>
        <pc:picChg chg="del mod">
          <ac:chgData name="Deepika Vatsa" userId="f7100972-27fe-4ee6-8fb4-ec9b7931b409" providerId="ADAL" clId="{F37C4974-F220-459F-95C5-71112429BD42}" dt="2022-09-19T08:36:59.373" v="1570" actId="478"/>
          <ac:picMkLst>
            <pc:docMk/>
            <pc:sldMk cId="367094521" sldId="617"/>
            <ac:picMk id="5" creationId="{EA9D5853-3535-4F78-99B7-3831A2C9175E}"/>
          </ac:picMkLst>
        </pc:picChg>
      </pc:sldChg>
      <pc:sldChg chg="addSp delSp modSp add mod modNotesTx">
        <pc:chgData name="Deepika Vatsa" userId="f7100972-27fe-4ee6-8fb4-ec9b7931b409" providerId="ADAL" clId="{F37C4974-F220-459F-95C5-71112429BD42}" dt="2022-09-19T08:56:33.899" v="2505"/>
        <pc:sldMkLst>
          <pc:docMk/>
          <pc:sldMk cId="2912061255" sldId="618"/>
        </pc:sldMkLst>
        <pc:spChg chg="mod">
          <ac:chgData name="Deepika Vatsa" userId="f7100972-27fe-4ee6-8fb4-ec9b7931b409" providerId="ADAL" clId="{F37C4974-F220-459F-95C5-71112429BD42}" dt="2022-09-19T08:42:19.863" v="1622" actId="20577"/>
          <ac:spMkLst>
            <pc:docMk/>
            <pc:sldMk cId="2912061255" sldId="618"/>
            <ac:spMk id="2" creationId="{6167DC2D-0072-445E-8CB3-E53407061CE7}"/>
          </ac:spMkLst>
        </pc:spChg>
        <pc:spChg chg="mod">
          <ac:chgData name="Deepika Vatsa" userId="f7100972-27fe-4ee6-8fb4-ec9b7931b409" providerId="ADAL" clId="{F37C4974-F220-459F-95C5-71112429BD42}" dt="2022-09-19T08:41:46.461" v="1607" actId="1076"/>
          <ac:spMkLst>
            <pc:docMk/>
            <pc:sldMk cId="2912061255" sldId="618"/>
            <ac:spMk id="6" creationId="{98E0FE6E-8F22-4B9F-9E9F-E2B694DC96D4}"/>
          </ac:spMkLst>
        </pc:spChg>
        <pc:grpChg chg="del">
          <ac:chgData name="Deepika Vatsa" userId="f7100972-27fe-4ee6-8fb4-ec9b7931b409" providerId="ADAL" clId="{F37C4974-F220-459F-95C5-71112429BD42}" dt="2022-09-19T08:41:57.003" v="1610" actId="478"/>
          <ac:grpSpMkLst>
            <pc:docMk/>
            <pc:sldMk cId="2912061255" sldId="618"/>
            <ac:grpSpMk id="10" creationId="{DAA5C413-5CBD-49CD-A85E-E1DADAD65677}"/>
          </ac:grpSpMkLst>
        </pc:grpChg>
        <pc:grpChg chg="del">
          <ac:chgData name="Deepika Vatsa" userId="f7100972-27fe-4ee6-8fb4-ec9b7931b409" providerId="ADAL" clId="{F37C4974-F220-459F-95C5-71112429BD42}" dt="2022-09-19T08:41:59.783" v="1611" actId="478"/>
          <ac:grpSpMkLst>
            <pc:docMk/>
            <pc:sldMk cId="2912061255" sldId="618"/>
            <ac:grpSpMk id="13" creationId="{40BD9DBF-BEE5-40D8-9666-A639660D46B5}"/>
          </ac:grpSpMkLst>
        </pc:grpChg>
        <pc:grpChg chg="del">
          <ac:chgData name="Deepika Vatsa" userId="f7100972-27fe-4ee6-8fb4-ec9b7931b409" providerId="ADAL" clId="{F37C4974-F220-459F-95C5-71112429BD42}" dt="2022-09-19T08:41:48.377" v="1608" actId="478"/>
          <ac:grpSpMkLst>
            <pc:docMk/>
            <pc:sldMk cId="2912061255" sldId="618"/>
            <ac:grpSpMk id="26" creationId="{DEAEA110-2281-485B-9696-F764688132B3}"/>
          </ac:grpSpMkLst>
        </pc:grpChg>
        <pc:grpChg chg="del mod">
          <ac:chgData name="Deepika Vatsa" userId="f7100972-27fe-4ee6-8fb4-ec9b7931b409" providerId="ADAL" clId="{F37C4974-F220-459F-95C5-71112429BD42}" dt="2022-09-19T08:46:56.140" v="1786"/>
          <ac:grpSpMkLst>
            <pc:docMk/>
            <pc:sldMk cId="2912061255" sldId="618"/>
            <ac:grpSpMk id="28" creationId="{8696DB16-62D6-4AF1-97B8-EA8FE3552ED4}"/>
          </ac:grpSpMkLst>
        </pc:grpChg>
        <pc:grpChg chg="del mod">
          <ac:chgData name="Deepika Vatsa" userId="f7100972-27fe-4ee6-8fb4-ec9b7931b409" providerId="ADAL" clId="{F37C4974-F220-459F-95C5-71112429BD42}" dt="2022-09-19T08:42:42.865" v="1638"/>
          <ac:grpSpMkLst>
            <pc:docMk/>
            <pc:sldMk cId="2912061255" sldId="618"/>
            <ac:grpSpMk id="37" creationId="{B6DBF291-FD89-4719-A710-9BF116E3426B}"/>
          </ac:grpSpMkLst>
        </pc:grpChg>
        <pc:grpChg chg="del mod">
          <ac:chgData name="Deepika Vatsa" userId="f7100972-27fe-4ee6-8fb4-ec9b7931b409" providerId="ADAL" clId="{F37C4974-F220-459F-95C5-71112429BD42}" dt="2022-09-19T08:55:31.889" v="2462"/>
          <ac:grpSpMkLst>
            <pc:docMk/>
            <pc:sldMk cId="2912061255" sldId="618"/>
            <ac:grpSpMk id="39" creationId="{E84EF37B-8BBF-46CF-9E63-EC4D2C4BA71C}"/>
          </ac:grpSpMkLst>
        </pc:grpChg>
        <pc:grpChg chg="mod">
          <ac:chgData name="Deepika Vatsa" userId="f7100972-27fe-4ee6-8fb4-ec9b7931b409" providerId="ADAL" clId="{F37C4974-F220-459F-95C5-71112429BD42}" dt="2022-09-19T08:42:59.742" v="1647"/>
          <ac:grpSpMkLst>
            <pc:docMk/>
            <pc:sldMk cId="2912061255" sldId="618"/>
            <ac:grpSpMk id="48" creationId="{5E5EACAA-8180-48DF-A9F3-EBE082092C48}"/>
          </ac:grpSpMkLst>
        </pc:grpChg>
        <pc:grpChg chg="del mod">
          <ac:chgData name="Deepika Vatsa" userId="f7100972-27fe-4ee6-8fb4-ec9b7931b409" providerId="ADAL" clId="{F37C4974-F220-459F-95C5-71112429BD42}" dt="2022-09-19T08:43:04.572" v="1657"/>
          <ac:grpSpMkLst>
            <pc:docMk/>
            <pc:sldMk cId="2912061255" sldId="618"/>
            <ac:grpSpMk id="51" creationId="{BF6BD89C-1F06-405D-8944-A13BB6C8CE6F}"/>
          </ac:grpSpMkLst>
        </pc:grpChg>
        <pc:grpChg chg="mod">
          <ac:chgData name="Deepika Vatsa" userId="f7100972-27fe-4ee6-8fb4-ec9b7931b409" providerId="ADAL" clId="{F37C4974-F220-459F-95C5-71112429BD42}" dt="2022-09-19T08:43:04.572" v="1657"/>
          <ac:grpSpMkLst>
            <pc:docMk/>
            <pc:sldMk cId="2912061255" sldId="618"/>
            <ac:grpSpMk id="58" creationId="{9AE9C932-FBA5-4BF1-BB23-2CCC9AC2C82C}"/>
          </ac:grpSpMkLst>
        </pc:grpChg>
        <pc:grpChg chg="mod">
          <ac:chgData name="Deepika Vatsa" userId="f7100972-27fe-4ee6-8fb4-ec9b7931b409" providerId="ADAL" clId="{F37C4974-F220-459F-95C5-71112429BD42}" dt="2022-09-19T08:43:30.928" v="1661"/>
          <ac:grpSpMkLst>
            <pc:docMk/>
            <pc:sldMk cId="2912061255" sldId="618"/>
            <ac:grpSpMk id="62" creationId="{E68907E5-EB51-4CEE-890B-CAC15F806E0B}"/>
          </ac:grpSpMkLst>
        </pc:grpChg>
        <pc:grpChg chg="mod">
          <ac:chgData name="Deepika Vatsa" userId="f7100972-27fe-4ee6-8fb4-ec9b7931b409" providerId="ADAL" clId="{F37C4974-F220-459F-95C5-71112429BD42}" dt="2022-09-19T08:43:36.597" v="1666"/>
          <ac:grpSpMkLst>
            <pc:docMk/>
            <pc:sldMk cId="2912061255" sldId="618"/>
            <ac:grpSpMk id="1028" creationId="{050087A8-BDAB-4B21-8E2F-140DD2EDB2BF}"/>
          </ac:grpSpMkLst>
        </pc:grpChg>
        <pc:grpChg chg="mod">
          <ac:chgData name="Deepika Vatsa" userId="f7100972-27fe-4ee6-8fb4-ec9b7931b409" providerId="ADAL" clId="{F37C4974-F220-459F-95C5-71112429BD42}" dt="2022-09-19T08:45:19.870" v="1764"/>
          <ac:grpSpMkLst>
            <pc:docMk/>
            <pc:sldMk cId="2912061255" sldId="618"/>
            <ac:grpSpMk id="1040" creationId="{047FE6A4-69F7-4644-81E4-F3D1791AB895}"/>
          </ac:grpSpMkLst>
        </pc:grpChg>
        <pc:grpChg chg="mod">
          <ac:chgData name="Deepika Vatsa" userId="f7100972-27fe-4ee6-8fb4-ec9b7931b409" providerId="ADAL" clId="{F37C4974-F220-459F-95C5-71112429BD42}" dt="2022-09-19T08:45:31.042" v="1773"/>
          <ac:grpSpMkLst>
            <pc:docMk/>
            <pc:sldMk cId="2912061255" sldId="618"/>
            <ac:grpSpMk id="1049" creationId="{0D3A88FA-FA4F-43FD-B8F4-06330881C802}"/>
          </ac:grpSpMkLst>
        </pc:grpChg>
        <pc:grpChg chg="del mod">
          <ac:chgData name="Deepika Vatsa" userId="f7100972-27fe-4ee6-8fb4-ec9b7931b409" providerId="ADAL" clId="{F37C4974-F220-459F-95C5-71112429BD42}" dt="2022-09-19T08:46:50.511" v="1782"/>
          <ac:grpSpMkLst>
            <pc:docMk/>
            <pc:sldMk cId="2912061255" sldId="618"/>
            <ac:grpSpMk id="1053" creationId="{B992B374-A29B-4534-9071-B0174FF4E24C}"/>
          </ac:grpSpMkLst>
        </pc:grpChg>
        <pc:grpChg chg="del mod">
          <ac:chgData name="Deepika Vatsa" userId="f7100972-27fe-4ee6-8fb4-ec9b7931b409" providerId="ADAL" clId="{F37C4974-F220-459F-95C5-71112429BD42}" dt="2022-09-19T08:46:56.140" v="1786"/>
          <ac:grpSpMkLst>
            <pc:docMk/>
            <pc:sldMk cId="2912061255" sldId="618"/>
            <ac:grpSpMk id="1058" creationId="{5A40048F-09D8-4A02-B7BA-B71FC1DA60C9}"/>
          </ac:grpSpMkLst>
        </pc:grpChg>
        <pc:grpChg chg="mod">
          <ac:chgData name="Deepika Vatsa" userId="f7100972-27fe-4ee6-8fb4-ec9b7931b409" providerId="ADAL" clId="{F37C4974-F220-459F-95C5-71112429BD42}" dt="2022-09-19T08:46:56.140" v="1786"/>
          <ac:grpSpMkLst>
            <pc:docMk/>
            <pc:sldMk cId="2912061255" sldId="618"/>
            <ac:grpSpMk id="1062" creationId="{F02BE756-3488-42C8-9D49-995D0598BFF3}"/>
          </ac:grpSpMkLst>
        </pc:grpChg>
        <pc:grpChg chg="del mod">
          <ac:chgData name="Deepika Vatsa" userId="f7100972-27fe-4ee6-8fb4-ec9b7931b409" providerId="ADAL" clId="{F37C4974-F220-459F-95C5-71112429BD42}" dt="2022-09-19T08:49:46.227" v="1974" actId="478"/>
          <ac:grpSpMkLst>
            <pc:docMk/>
            <pc:sldMk cId="2912061255" sldId="618"/>
            <ac:grpSpMk id="1068" creationId="{F9C70DF7-133E-42E0-8D45-A48825BB8B91}"/>
          </ac:grpSpMkLst>
        </pc:grpChg>
        <pc:grpChg chg="del mod">
          <ac:chgData name="Deepika Vatsa" userId="f7100972-27fe-4ee6-8fb4-ec9b7931b409" providerId="ADAL" clId="{F37C4974-F220-459F-95C5-71112429BD42}" dt="2022-09-19T08:51:37.962" v="2167"/>
          <ac:grpSpMkLst>
            <pc:docMk/>
            <pc:sldMk cId="2912061255" sldId="618"/>
            <ac:grpSpMk id="1075" creationId="{66DFA9C7-486C-4E44-B66A-7D443936AA24}"/>
          </ac:grpSpMkLst>
        </pc:grpChg>
        <pc:grpChg chg="mod">
          <ac:chgData name="Deepika Vatsa" userId="f7100972-27fe-4ee6-8fb4-ec9b7931b409" providerId="ADAL" clId="{F37C4974-F220-459F-95C5-71112429BD42}" dt="2022-09-19T08:51:37.962" v="2167"/>
          <ac:grpSpMkLst>
            <pc:docMk/>
            <pc:sldMk cId="2912061255" sldId="618"/>
            <ac:grpSpMk id="1077" creationId="{C3BA3553-49C6-4D3D-8676-844872074E2D}"/>
          </ac:grpSpMkLst>
        </pc:grpChg>
        <pc:grpChg chg="del mod">
          <ac:chgData name="Deepika Vatsa" userId="f7100972-27fe-4ee6-8fb4-ec9b7931b409" providerId="ADAL" clId="{F37C4974-F220-459F-95C5-71112429BD42}" dt="2022-09-19T08:51:49.579" v="2176"/>
          <ac:grpSpMkLst>
            <pc:docMk/>
            <pc:sldMk cId="2912061255" sldId="618"/>
            <ac:grpSpMk id="1081" creationId="{A122EBCF-CC18-4C27-84DA-FD495964D17B}"/>
          </ac:grpSpMkLst>
        </pc:grpChg>
        <pc:grpChg chg="del mod">
          <ac:chgData name="Deepika Vatsa" userId="f7100972-27fe-4ee6-8fb4-ec9b7931b409" providerId="ADAL" clId="{F37C4974-F220-459F-95C5-71112429BD42}" dt="2022-09-19T08:55:31.889" v="2462"/>
          <ac:grpSpMkLst>
            <pc:docMk/>
            <pc:sldMk cId="2912061255" sldId="618"/>
            <ac:grpSpMk id="1086" creationId="{D999D93C-461C-4549-8D8C-1D4D3E718D2E}"/>
          </ac:grpSpMkLst>
        </pc:grpChg>
        <pc:grpChg chg="mod">
          <ac:chgData name="Deepika Vatsa" userId="f7100972-27fe-4ee6-8fb4-ec9b7931b409" providerId="ADAL" clId="{F37C4974-F220-459F-95C5-71112429BD42}" dt="2022-09-19T08:55:31.889" v="2462"/>
          <ac:grpSpMkLst>
            <pc:docMk/>
            <pc:sldMk cId="2912061255" sldId="618"/>
            <ac:grpSpMk id="1088" creationId="{549897EE-1EDF-45F0-B1F4-44909CA3C3AD}"/>
          </ac:grpSpMkLst>
        </pc:grpChg>
        <pc:grpChg chg="mod">
          <ac:chgData name="Deepika Vatsa" userId="f7100972-27fe-4ee6-8fb4-ec9b7931b409" providerId="ADAL" clId="{F37C4974-F220-459F-95C5-71112429BD42}" dt="2022-09-19T08:55:42.267" v="2476"/>
          <ac:grpSpMkLst>
            <pc:docMk/>
            <pc:sldMk cId="2912061255" sldId="618"/>
            <ac:grpSpMk id="1102" creationId="{445E6CD1-B2A8-4929-9DC1-B0AB6A66231D}"/>
          </ac:grpSpMkLst>
        </pc:grpChg>
        <pc:grpChg chg="mod">
          <ac:chgData name="Deepika Vatsa" userId="f7100972-27fe-4ee6-8fb4-ec9b7931b409" providerId="ADAL" clId="{F37C4974-F220-459F-95C5-71112429BD42}" dt="2022-09-19T08:55:42.267" v="2476"/>
          <ac:grpSpMkLst>
            <pc:docMk/>
            <pc:sldMk cId="2912061255" sldId="618"/>
            <ac:grpSpMk id="1103" creationId="{21E27D60-C8EB-41A7-B695-D0505EFCE350}"/>
          </ac:grpSpMkLst>
        </pc:grpChg>
        <pc:grpChg chg="mod">
          <ac:chgData name="Deepika Vatsa" userId="f7100972-27fe-4ee6-8fb4-ec9b7931b409" providerId="ADAL" clId="{F37C4974-F220-459F-95C5-71112429BD42}" dt="2022-09-19T08:55:42.267" v="2476"/>
          <ac:grpSpMkLst>
            <pc:docMk/>
            <pc:sldMk cId="2912061255" sldId="618"/>
            <ac:grpSpMk id="1104" creationId="{EF265CC4-F8B0-4AD7-AB49-7271F19A587D}"/>
          </ac:grpSpMkLst>
        </pc:grpChg>
        <pc:grpChg chg="mod">
          <ac:chgData name="Deepika Vatsa" userId="f7100972-27fe-4ee6-8fb4-ec9b7931b409" providerId="ADAL" clId="{F37C4974-F220-459F-95C5-71112429BD42}" dt="2022-09-19T08:56:06.829" v="2484"/>
          <ac:grpSpMkLst>
            <pc:docMk/>
            <pc:sldMk cId="2912061255" sldId="618"/>
            <ac:grpSpMk id="1112" creationId="{596D50BF-8405-49CB-A9C3-286E1ACFE1A6}"/>
          </ac:grpSpMkLst>
        </pc:grpChg>
        <pc:grpChg chg="mod">
          <ac:chgData name="Deepika Vatsa" userId="f7100972-27fe-4ee6-8fb4-ec9b7931b409" providerId="ADAL" clId="{F37C4974-F220-459F-95C5-71112429BD42}" dt="2022-09-19T08:56:18.557" v="2487"/>
          <ac:grpSpMkLst>
            <pc:docMk/>
            <pc:sldMk cId="2912061255" sldId="618"/>
            <ac:grpSpMk id="1115" creationId="{211A1D65-A998-4710-81D9-279E5CD826F8}"/>
          </ac:grpSpMkLst>
        </pc:grpChg>
        <pc:grpChg chg="mod">
          <ac:chgData name="Deepika Vatsa" userId="f7100972-27fe-4ee6-8fb4-ec9b7931b409" providerId="ADAL" clId="{F37C4974-F220-459F-95C5-71112429BD42}" dt="2022-09-19T08:56:25.382" v="2497"/>
          <ac:grpSpMkLst>
            <pc:docMk/>
            <pc:sldMk cId="2912061255" sldId="618"/>
            <ac:grpSpMk id="1125" creationId="{1C32D655-691A-42CA-A619-A0BAD674ECE7}"/>
          </ac:grpSpMkLst>
        </pc:grpChg>
        <pc:grpChg chg="mod">
          <ac:chgData name="Deepika Vatsa" userId="f7100972-27fe-4ee6-8fb4-ec9b7931b409" providerId="ADAL" clId="{F37C4974-F220-459F-95C5-71112429BD42}" dt="2022-09-19T08:56:33.899" v="2505"/>
          <ac:grpSpMkLst>
            <pc:docMk/>
            <pc:sldMk cId="2912061255" sldId="618"/>
            <ac:grpSpMk id="1133" creationId="{7381CBCF-4F5B-4C58-B825-DAF63627C758}"/>
          </ac:grpSpMkLst>
        </pc:grpChg>
        <pc:picChg chg="mod">
          <ac:chgData name="Deepika Vatsa" userId="f7100972-27fe-4ee6-8fb4-ec9b7931b409" providerId="ADAL" clId="{F37C4974-F220-459F-95C5-71112429BD42}" dt="2022-09-19T08:42:16.552" v="1614" actId="1076"/>
          <ac:picMkLst>
            <pc:docMk/>
            <pc:sldMk cId="2912061255" sldId="618"/>
            <ac:picMk id="1026" creationId="{CB4655F8-6F20-4898-B1EB-FBDCD61A1D6D}"/>
          </ac:picMkLst>
        </pc:picChg>
        <pc:inkChg chg="del">
          <ac:chgData name="Deepika Vatsa" userId="f7100972-27fe-4ee6-8fb4-ec9b7931b409" providerId="ADAL" clId="{F37C4974-F220-459F-95C5-71112429BD42}" dt="2022-09-19T08:42:02.231" v="1612" actId="478"/>
          <ac:inkMkLst>
            <pc:docMk/>
            <pc:sldMk cId="2912061255" sldId="618"/>
            <ac:inkMk id="3" creationId="{3937D611-702E-4B27-84FD-10089D3C310B}"/>
          </ac:inkMkLst>
        </pc:inkChg>
        <pc:inkChg chg="add mod">
          <ac:chgData name="Deepika Vatsa" userId="f7100972-27fe-4ee6-8fb4-ec9b7931b409" providerId="ADAL" clId="{F37C4974-F220-459F-95C5-71112429BD42}" dt="2022-09-19T08:46:56.140" v="1786"/>
          <ac:inkMkLst>
            <pc:docMk/>
            <pc:sldMk cId="2912061255" sldId="618"/>
            <ac:inkMk id="5" creationId="{AF835A50-55D0-406B-AF73-ED1D431A2561}"/>
          </ac:inkMkLst>
        </pc:inkChg>
        <pc:inkChg chg="add mod">
          <ac:chgData name="Deepika Vatsa" userId="f7100972-27fe-4ee6-8fb4-ec9b7931b409" providerId="ADAL" clId="{F37C4974-F220-459F-95C5-71112429BD42}" dt="2022-09-19T08:46:56.140" v="1786"/>
          <ac:inkMkLst>
            <pc:docMk/>
            <pc:sldMk cId="2912061255" sldId="618"/>
            <ac:inkMk id="9" creationId="{61311007-2C09-4BF6-9E63-928FCE67FE19}"/>
          </ac:inkMkLst>
        </pc:inkChg>
        <pc:inkChg chg="del">
          <ac:chgData name="Deepika Vatsa" userId="f7100972-27fe-4ee6-8fb4-ec9b7931b409" providerId="ADAL" clId="{F37C4974-F220-459F-95C5-71112429BD42}" dt="2022-09-19T08:41:50.681" v="1609" actId="478"/>
          <ac:inkMkLst>
            <pc:docMk/>
            <pc:sldMk cId="2912061255" sldId="618"/>
            <ac:inkMk id="14" creationId="{AC9BD753-8D11-4E87-9B6E-EE3B1AF3A31C}"/>
          </ac:inkMkLst>
        </pc:inkChg>
        <pc:inkChg chg="add mod">
          <ac:chgData name="Deepika Vatsa" userId="f7100972-27fe-4ee6-8fb4-ec9b7931b409" providerId="ADAL" clId="{F37C4974-F220-459F-95C5-71112429BD42}" dt="2022-09-19T08:46:56.140" v="1786"/>
          <ac:inkMkLst>
            <pc:docMk/>
            <pc:sldMk cId="2912061255" sldId="618"/>
            <ac:inkMk id="23" creationId="{835730B3-86DE-4D44-BA96-3FAC70250049}"/>
          </ac:inkMkLst>
        </pc:inkChg>
        <pc:inkChg chg="add mod">
          <ac:chgData name="Deepika Vatsa" userId="f7100972-27fe-4ee6-8fb4-ec9b7931b409" providerId="ADAL" clId="{F37C4974-F220-459F-95C5-71112429BD42}" dt="2022-09-19T08:46:56.140" v="1786"/>
          <ac:inkMkLst>
            <pc:docMk/>
            <pc:sldMk cId="2912061255" sldId="618"/>
            <ac:inkMk id="27" creationId="{59E06AA4-B71C-4A12-BBA2-2145D27C64D3}"/>
          </ac:inkMkLst>
        </pc:inkChg>
        <pc:inkChg chg="add mod">
          <ac:chgData name="Deepika Vatsa" userId="f7100972-27fe-4ee6-8fb4-ec9b7931b409" providerId="ADAL" clId="{F37C4974-F220-459F-95C5-71112429BD42}" dt="2022-09-19T08:55:31.889" v="2462"/>
          <ac:inkMkLst>
            <pc:docMk/>
            <pc:sldMk cId="2912061255" sldId="618"/>
            <ac:inkMk id="29" creationId="{AA8413E8-FE13-41D6-8BD8-4A87A1C06BEF}"/>
          </ac:inkMkLst>
        </pc:inkChg>
        <pc:inkChg chg="add mod">
          <ac:chgData name="Deepika Vatsa" userId="f7100972-27fe-4ee6-8fb4-ec9b7931b409" providerId="ADAL" clId="{F37C4974-F220-459F-95C5-71112429BD42}" dt="2022-09-19T08:55:31.889" v="2462"/>
          <ac:inkMkLst>
            <pc:docMk/>
            <pc:sldMk cId="2912061255" sldId="618"/>
            <ac:inkMk id="30" creationId="{CD35C8FC-4D2D-4203-8081-F41B06E3BE9E}"/>
          </ac:inkMkLst>
        </pc:inkChg>
        <pc:inkChg chg="add mod">
          <ac:chgData name="Deepika Vatsa" userId="f7100972-27fe-4ee6-8fb4-ec9b7931b409" providerId="ADAL" clId="{F37C4974-F220-459F-95C5-71112429BD42}" dt="2022-09-19T08:55:31.889" v="2462"/>
          <ac:inkMkLst>
            <pc:docMk/>
            <pc:sldMk cId="2912061255" sldId="618"/>
            <ac:inkMk id="31" creationId="{78A28262-26C0-43D1-8C1A-0582F1EA0E79}"/>
          </ac:inkMkLst>
        </pc:inkChg>
        <pc:inkChg chg="add mod">
          <ac:chgData name="Deepika Vatsa" userId="f7100972-27fe-4ee6-8fb4-ec9b7931b409" providerId="ADAL" clId="{F37C4974-F220-459F-95C5-71112429BD42}" dt="2022-09-19T08:55:31.889" v="2462"/>
          <ac:inkMkLst>
            <pc:docMk/>
            <pc:sldMk cId="2912061255" sldId="618"/>
            <ac:inkMk id="32" creationId="{23DFB704-0048-4F67-8F3F-6BE2D492D079}"/>
          </ac:inkMkLst>
        </pc:inkChg>
        <pc:inkChg chg="add mod">
          <ac:chgData name="Deepika Vatsa" userId="f7100972-27fe-4ee6-8fb4-ec9b7931b409" providerId="ADAL" clId="{F37C4974-F220-459F-95C5-71112429BD42}" dt="2022-09-19T08:55:31.889" v="2462"/>
          <ac:inkMkLst>
            <pc:docMk/>
            <pc:sldMk cId="2912061255" sldId="618"/>
            <ac:inkMk id="33" creationId="{2C5086C1-58F8-4838-8E1D-37FD2A1CFAD4}"/>
          </ac:inkMkLst>
        </pc:inkChg>
        <pc:inkChg chg="add mod">
          <ac:chgData name="Deepika Vatsa" userId="f7100972-27fe-4ee6-8fb4-ec9b7931b409" providerId="ADAL" clId="{F37C4974-F220-459F-95C5-71112429BD42}" dt="2022-09-19T08:55:31.889" v="2462"/>
          <ac:inkMkLst>
            <pc:docMk/>
            <pc:sldMk cId="2912061255" sldId="618"/>
            <ac:inkMk id="34" creationId="{F828867B-1C96-4A56-9B1E-81E05851E344}"/>
          </ac:inkMkLst>
        </pc:inkChg>
        <pc:inkChg chg="add mod">
          <ac:chgData name="Deepika Vatsa" userId="f7100972-27fe-4ee6-8fb4-ec9b7931b409" providerId="ADAL" clId="{F37C4974-F220-459F-95C5-71112429BD42}" dt="2022-09-19T08:55:31.889" v="2462"/>
          <ac:inkMkLst>
            <pc:docMk/>
            <pc:sldMk cId="2912061255" sldId="618"/>
            <ac:inkMk id="35" creationId="{78CB209D-8EF7-4F06-A581-6362E215CFD4}"/>
          </ac:inkMkLst>
        </pc:inkChg>
        <pc:inkChg chg="add mod">
          <ac:chgData name="Deepika Vatsa" userId="f7100972-27fe-4ee6-8fb4-ec9b7931b409" providerId="ADAL" clId="{F37C4974-F220-459F-95C5-71112429BD42}" dt="2022-09-19T08:55:31.889" v="2462"/>
          <ac:inkMkLst>
            <pc:docMk/>
            <pc:sldMk cId="2912061255" sldId="618"/>
            <ac:inkMk id="36" creationId="{DE258CDB-9D26-4D9E-BE9C-46B60376EE6C}"/>
          </ac:inkMkLst>
        </pc:inkChg>
        <pc:inkChg chg="add mod">
          <ac:chgData name="Deepika Vatsa" userId="f7100972-27fe-4ee6-8fb4-ec9b7931b409" providerId="ADAL" clId="{F37C4974-F220-459F-95C5-71112429BD42}" dt="2022-09-19T08:55:31.889" v="2462"/>
          <ac:inkMkLst>
            <pc:docMk/>
            <pc:sldMk cId="2912061255" sldId="618"/>
            <ac:inkMk id="38" creationId="{F31594C5-B84B-462E-987C-E7538BCCD01B}"/>
          </ac:inkMkLst>
        </pc:inkChg>
        <pc:inkChg chg="add mod">
          <ac:chgData name="Deepika Vatsa" userId="f7100972-27fe-4ee6-8fb4-ec9b7931b409" providerId="ADAL" clId="{F37C4974-F220-459F-95C5-71112429BD42}" dt="2022-09-19T08:42:59.742" v="1647"/>
          <ac:inkMkLst>
            <pc:docMk/>
            <pc:sldMk cId="2912061255" sldId="618"/>
            <ac:inkMk id="40" creationId="{2BA94EB9-7A53-4354-94EC-490C949EB64C}"/>
          </ac:inkMkLst>
        </pc:inkChg>
        <pc:inkChg chg="add mod">
          <ac:chgData name="Deepika Vatsa" userId="f7100972-27fe-4ee6-8fb4-ec9b7931b409" providerId="ADAL" clId="{F37C4974-F220-459F-95C5-71112429BD42}" dt="2022-09-19T08:42:59.742" v="1647"/>
          <ac:inkMkLst>
            <pc:docMk/>
            <pc:sldMk cId="2912061255" sldId="618"/>
            <ac:inkMk id="41" creationId="{432091B2-3F6B-455F-9A83-0C778F43D90A}"/>
          </ac:inkMkLst>
        </pc:inkChg>
        <pc:inkChg chg="add mod">
          <ac:chgData name="Deepika Vatsa" userId="f7100972-27fe-4ee6-8fb4-ec9b7931b409" providerId="ADAL" clId="{F37C4974-F220-459F-95C5-71112429BD42}" dt="2022-09-19T08:42:59.742" v="1647"/>
          <ac:inkMkLst>
            <pc:docMk/>
            <pc:sldMk cId="2912061255" sldId="618"/>
            <ac:inkMk id="42" creationId="{E7529A7C-7B17-4740-81DD-4DEB7466E57E}"/>
          </ac:inkMkLst>
        </pc:inkChg>
        <pc:inkChg chg="add mod">
          <ac:chgData name="Deepika Vatsa" userId="f7100972-27fe-4ee6-8fb4-ec9b7931b409" providerId="ADAL" clId="{F37C4974-F220-459F-95C5-71112429BD42}" dt="2022-09-19T08:42:59.742" v="1647"/>
          <ac:inkMkLst>
            <pc:docMk/>
            <pc:sldMk cId="2912061255" sldId="618"/>
            <ac:inkMk id="43" creationId="{F68617EB-C3F8-4AAD-849F-A0983D33519D}"/>
          </ac:inkMkLst>
        </pc:inkChg>
        <pc:inkChg chg="add mod">
          <ac:chgData name="Deepika Vatsa" userId="f7100972-27fe-4ee6-8fb4-ec9b7931b409" providerId="ADAL" clId="{F37C4974-F220-459F-95C5-71112429BD42}" dt="2022-09-19T08:42:59.742" v="1647"/>
          <ac:inkMkLst>
            <pc:docMk/>
            <pc:sldMk cId="2912061255" sldId="618"/>
            <ac:inkMk id="44" creationId="{F3CEB01B-D882-4E66-AB7C-D28126185021}"/>
          </ac:inkMkLst>
        </pc:inkChg>
        <pc:inkChg chg="add mod">
          <ac:chgData name="Deepika Vatsa" userId="f7100972-27fe-4ee6-8fb4-ec9b7931b409" providerId="ADAL" clId="{F37C4974-F220-459F-95C5-71112429BD42}" dt="2022-09-19T08:42:59.742" v="1647"/>
          <ac:inkMkLst>
            <pc:docMk/>
            <pc:sldMk cId="2912061255" sldId="618"/>
            <ac:inkMk id="45" creationId="{A6A28C45-45E8-46CE-8141-0ED8DB9A4649}"/>
          </ac:inkMkLst>
        </pc:inkChg>
        <pc:inkChg chg="add mod">
          <ac:chgData name="Deepika Vatsa" userId="f7100972-27fe-4ee6-8fb4-ec9b7931b409" providerId="ADAL" clId="{F37C4974-F220-459F-95C5-71112429BD42}" dt="2022-09-19T08:42:59.742" v="1647"/>
          <ac:inkMkLst>
            <pc:docMk/>
            <pc:sldMk cId="2912061255" sldId="618"/>
            <ac:inkMk id="46" creationId="{6ED6F095-E099-4E95-9111-548DC5A0DA0E}"/>
          </ac:inkMkLst>
        </pc:inkChg>
        <pc:inkChg chg="add mod">
          <ac:chgData name="Deepika Vatsa" userId="f7100972-27fe-4ee6-8fb4-ec9b7931b409" providerId="ADAL" clId="{F37C4974-F220-459F-95C5-71112429BD42}" dt="2022-09-19T08:42:59.742" v="1647"/>
          <ac:inkMkLst>
            <pc:docMk/>
            <pc:sldMk cId="2912061255" sldId="618"/>
            <ac:inkMk id="47" creationId="{C940A36C-3893-4D4E-9D36-5F205FAFADD8}"/>
          </ac:inkMkLst>
        </pc:inkChg>
        <pc:inkChg chg="add mod">
          <ac:chgData name="Deepika Vatsa" userId="f7100972-27fe-4ee6-8fb4-ec9b7931b409" providerId="ADAL" clId="{F37C4974-F220-459F-95C5-71112429BD42}" dt="2022-09-19T08:43:04.572" v="1657"/>
          <ac:inkMkLst>
            <pc:docMk/>
            <pc:sldMk cId="2912061255" sldId="618"/>
            <ac:inkMk id="49" creationId="{51C09795-3529-4F3C-BF0A-21D3D7B12688}"/>
          </ac:inkMkLst>
        </pc:inkChg>
        <pc:inkChg chg="add mod">
          <ac:chgData name="Deepika Vatsa" userId="f7100972-27fe-4ee6-8fb4-ec9b7931b409" providerId="ADAL" clId="{F37C4974-F220-459F-95C5-71112429BD42}" dt="2022-09-19T08:43:04.572" v="1657"/>
          <ac:inkMkLst>
            <pc:docMk/>
            <pc:sldMk cId="2912061255" sldId="618"/>
            <ac:inkMk id="50" creationId="{BAAFC3DF-2708-46FC-98D9-20D2D4516A97}"/>
          </ac:inkMkLst>
        </pc:inkChg>
        <pc:inkChg chg="add mod">
          <ac:chgData name="Deepika Vatsa" userId="f7100972-27fe-4ee6-8fb4-ec9b7931b409" providerId="ADAL" clId="{F37C4974-F220-459F-95C5-71112429BD42}" dt="2022-09-19T08:43:04.572" v="1657"/>
          <ac:inkMkLst>
            <pc:docMk/>
            <pc:sldMk cId="2912061255" sldId="618"/>
            <ac:inkMk id="52" creationId="{CAA3941F-FC4E-413A-90EE-409728AFD9E7}"/>
          </ac:inkMkLst>
        </pc:inkChg>
        <pc:inkChg chg="add mod">
          <ac:chgData name="Deepika Vatsa" userId="f7100972-27fe-4ee6-8fb4-ec9b7931b409" providerId="ADAL" clId="{F37C4974-F220-459F-95C5-71112429BD42}" dt="2022-09-19T08:43:04.572" v="1657"/>
          <ac:inkMkLst>
            <pc:docMk/>
            <pc:sldMk cId="2912061255" sldId="618"/>
            <ac:inkMk id="53" creationId="{2594058D-F72D-4C77-82BE-2F7BB3453513}"/>
          </ac:inkMkLst>
        </pc:inkChg>
        <pc:inkChg chg="add mod">
          <ac:chgData name="Deepika Vatsa" userId="f7100972-27fe-4ee6-8fb4-ec9b7931b409" providerId="ADAL" clId="{F37C4974-F220-459F-95C5-71112429BD42}" dt="2022-09-19T08:43:04.572" v="1657"/>
          <ac:inkMkLst>
            <pc:docMk/>
            <pc:sldMk cId="2912061255" sldId="618"/>
            <ac:inkMk id="54" creationId="{9FE7AEBA-55B4-4328-9BBA-386384959940}"/>
          </ac:inkMkLst>
        </pc:inkChg>
        <pc:inkChg chg="add mod">
          <ac:chgData name="Deepika Vatsa" userId="f7100972-27fe-4ee6-8fb4-ec9b7931b409" providerId="ADAL" clId="{F37C4974-F220-459F-95C5-71112429BD42}" dt="2022-09-19T08:43:04.572" v="1657"/>
          <ac:inkMkLst>
            <pc:docMk/>
            <pc:sldMk cId="2912061255" sldId="618"/>
            <ac:inkMk id="55" creationId="{57085F9C-6BD9-4BD9-BC75-A82976478D2C}"/>
          </ac:inkMkLst>
        </pc:inkChg>
        <pc:inkChg chg="add mod">
          <ac:chgData name="Deepika Vatsa" userId="f7100972-27fe-4ee6-8fb4-ec9b7931b409" providerId="ADAL" clId="{F37C4974-F220-459F-95C5-71112429BD42}" dt="2022-09-19T08:43:04.572" v="1657"/>
          <ac:inkMkLst>
            <pc:docMk/>
            <pc:sldMk cId="2912061255" sldId="618"/>
            <ac:inkMk id="56" creationId="{A7618211-91F6-4378-88C4-3FCC922BE1D0}"/>
          </ac:inkMkLst>
        </pc:inkChg>
        <pc:inkChg chg="add mod">
          <ac:chgData name="Deepika Vatsa" userId="f7100972-27fe-4ee6-8fb4-ec9b7931b409" providerId="ADAL" clId="{F37C4974-F220-459F-95C5-71112429BD42}" dt="2022-09-19T08:43:04.572" v="1657"/>
          <ac:inkMkLst>
            <pc:docMk/>
            <pc:sldMk cId="2912061255" sldId="618"/>
            <ac:inkMk id="57" creationId="{282E0117-EA6C-42D0-B29E-75BF87CD4382}"/>
          </ac:inkMkLst>
        </pc:inkChg>
        <pc:inkChg chg="add mod">
          <ac:chgData name="Deepika Vatsa" userId="f7100972-27fe-4ee6-8fb4-ec9b7931b409" providerId="ADAL" clId="{F37C4974-F220-459F-95C5-71112429BD42}" dt="2022-09-19T08:43:30.928" v="1661"/>
          <ac:inkMkLst>
            <pc:docMk/>
            <pc:sldMk cId="2912061255" sldId="618"/>
            <ac:inkMk id="59" creationId="{56FDEE8D-8BD1-4A78-9041-C782749E0B81}"/>
          </ac:inkMkLst>
        </pc:inkChg>
        <pc:inkChg chg="add mod">
          <ac:chgData name="Deepika Vatsa" userId="f7100972-27fe-4ee6-8fb4-ec9b7931b409" providerId="ADAL" clId="{F37C4974-F220-459F-95C5-71112429BD42}" dt="2022-09-19T08:43:30.928" v="1661"/>
          <ac:inkMkLst>
            <pc:docMk/>
            <pc:sldMk cId="2912061255" sldId="618"/>
            <ac:inkMk id="60" creationId="{94AF48E9-6888-44CA-A6E2-1589121C71C6}"/>
          </ac:inkMkLst>
        </pc:inkChg>
        <pc:inkChg chg="add mod">
          <ac:chgData name="Deepika Vatsa" userId="f7100972-27fe-4ee6-8fb4-ec9b7931b409" providerId="ADAL" clId="{F37C4974-F220-459F-95C5-71112429BD42}" dt="2022-09-19T08:43:30.928" v="1661"/>
          <ac:inkMkLst>
            <pc:docMk/>
            <pc:sldMk cId="2912061255" sldId="618"/>
            <ac:inkMk id="61" creationId="{BA3DFF7A-EFB5-4EBA-A2C6-E23B8C63B6B1}"/>
          </ac:inkMkLst>
        </pc:inkChg>
        <pc:inkChg chg="add mod">
          <ac:chgData name="Deepika Vatsa" userId="f7100972-27fe-4ee6-8fb4-ec9b7931b409" providerId="ADAL" clId="{F37C4974-F220-459F-95C5-71112429BD42}" dt="2022-09-19T08:43:36.597" v="1666"/>
          <ac:inkMkLst>
            <pc:docMk/>
            <pc:sldMk cId="2912061255" sldId="618"/>
            <ac:inkMk id="63" creationId="{2B4AE355-B27C-4613-946A-9D32EE77BB06}"/>
          </ac:inkMkLst>
        </pc:inkChg>
        <pc:inkChg chg="add mod">
          <ac:chgData name="Deepika Vatsa" userId="f7100972-27fe-4ee6-8fb4-ec9b7931b409" providerId="ADAL" clId="{F37C4974-F220-459F-95C5-71112429BD42}" dt="2022-09-19T08:43:36.597" v="1666"/>
          <ac:inkMkLst>
            <pc:docMk/>
            <pc:sldMk cId="2912061255" sldId="618"/>
            <ac:inkMk id="1024" creationId="{81771B0B-2651-470D-8DA2-1C7E90550850}"/>
          </ac:inkMkLst>
        </pc:inkChg>
        <pc:inkChg chg="add mod">
          <ac:chgData name="Deepika Vatsa" userId="f7100972-27fe-4ee6-8fb4-ec9b7931b409" providerId="ADAL" clId="{F37C4974-F220-459F-95C5-71112429BD42}" dt="2022-09-19T08:43:36.597" v="1666"/>
          <ac:inkMkLst>
            <pc:docMk/>
            <pc:sldMk cId="2912061255" sldId="618"/>
            <ac:inkMk id="1025" creationId="{D4276839-7BA4-48FC-97F3-99797314A4DA}"/>
          </ac:inkMkLst>
        </pc:inkChg>
        <pc:inkChg chg="add mod">
          <ac:chgData name="Deepika Vatsa" userId="f7100972-27fe-4ee6-8fb4-ec9b7931b409" providerId="ADAL" clId="{F37C4974-F220-459F-95C5-71112429BD42}" dt="2022-09-19T08:43:36.597" v="1666"/>
          <ac:inkMkLst>
            <pc:docMk/>
            <pc:sldMk cId="2912061255" sldId="618"/>
            <ac:inkMk id="1027" creationId="{B95C8C79-AF12-42E1-AC78-8C7711A1314B}"/>
          </ac:inkMkLst>
        </pc:inkChg>
        <pc:inkChg chg="add mod">
          <ac:chgData name="Deepika Vatsa" userId="f7100972-27fe-4ee6-8fb4-ec9b7931b409" providerId="ADAL" clId="{F37C4974-F220-459F-95C5-71112429BD42}" dt="2022-09-19T08:45:19.870" v="1764"/>
          <ac:inkMkLst>
            <pc:docMk/>
            <pc:sldMk cId="2912061255" sldId="618"/>
            <ac:inkMk id="1029" creationId="{4530FB0F-02EB-4E7F-9333-5BABFB3D7DCD}"/>
          </ac:inkMkLst>
        </pc:inkChg>
        <pc:inkChg chg="add mod">
          <ac:chgData name="Deepika Vatsa" userId="f7100972-27fe-4ee6-8fb4-ec9b7931b409" providerId="ADAL" clId="{F37C4974-F220-459F-95C5-71112429BD42}" dt="2022-09-19T08:45:19.870" v="1764"/>
          <ac:inkMkLst>
            <pc:docMk/>
            <pc:sldMk cId="2912061255" sldId="618"/>
            <ac:inkMk id="1030" creationId="{30869B48-07BF-471F-9F5B-7BC9B9774905}"/>
          </ac:inkMkLst>
        </pc:inkChg>
        <pc:inkChg chg="add mod">
          <ac:chgData name="Deepika Vatsa" userId="f7100972-27fe-4ee6-8fb4-ec9b7931b409" providerId="ADAL" clId="{F37C4974-F220-459F-95C5-71112429BD42}" dt="2022-09-19T08:45:19.870" v="1764"/>
          <ac:inkMkLst>
            <pc:docMk/>
            <pc:sldMk cId="2912061255" sldId="618"/>
            <ac:inkMk id="1031" creationId="{1AC67E21-6013-46A1-BDF9-00F6C255AE60}"/>
          </ac:inkMkLst>
        </pc:inkChg>
        <pc:inkChg chg="add mod">
          <ac:chgData name="Deepika Vatsa" userId="f7100972-27fe-4ee6-8fb4-ec9b7931b409" providerId="ADAL" clId="{F37C4974-F220-459F-95C5-71112429BD42}" dt="2022-09-19T08:45:19.870" v="1764"/>
          <ac:inkMkLst>
            <pc:docMk/>
            <pc:sldMk cId="2912061255" sldId="618"/>
            <ac:inkMk id="1032" creationId="{210BD642-A076-423F-A491-3A419606F58C}"/>
          </ac:inkMkLst>
        </pc:inkChg>
        <pc:inkChg chg="add mod">
          <ac:chgData name="Deepika Vatsa" userId="f7100972-27fe-4ee6-8fb4-ec9b7931b409" providerId="ADAL" clId="{F37C4974-F220-459F-95C5-71112429BD42}" dt="2022-09-19T08:45:19.870" v="1764"/>
          <ac:inkMkLst>
            <pc:docMk/>
            <pc:sldMk cId="2912061255" sldId="618"/>
            <ac:inkMk id="1033" creationId="{D1CF473E-B83F-424E-8B98-FD6F7997B5CE}"/>
          </ac:inkMkLst>
        </pc:inkChg>
        <pc:inkChg chg="add mod">
          <ac:chgData name="Deepika Vatsa" userId="f7100972-27fe-4ee6-8fb4-ec9b7931b409" providerId="ADAL" clId="{F37C4974-F220-459F-95C5-71112429BD42}" dt="2022-09-19T08:45:19.870" v="1764"/>
          <ac:inkMkLst>
            <pc:docMk/>
            <pc:sldMk cId="2912061255" sldId="618"/>
            <ac:inkMk id="1034" creationId="{F7B11BBA-C7C2-45F7-89BB-906C8A057C31}"/>
          </ac:inkMkLst>
        </pc:inkChg>
        <pc:inkChg chg="add mod">
          <ac:chgData name="Deepika Vatsa" userId="f7100972-27fe-4ee6-8fb4-ec9b7931b409" providerId="ADAL" clId="{F37C4974-F220-459F-95C5-71112429BD42}" dt="2022-09-19T08:45:19.870" v="1764"/>
          <ac:inkMkLst>
            <pc:docMk/>
            <pc:sldMk cId="2912061255" sldId="618"/>
            <ac:inkMk id="1035" creationId="{0C81A2F6-80C4-4BAA-992E-85A12932E2EA}"/>
          </ac:inkMkLst>
        </pc:inkChg>
        <pc:inkChg chg="add mod">
          <ac:chgData name="Deepika Vatsa" userId="f7100972-27fe-4ee6-8fb4-ec9b7931b409" providerId="ADAL" clId="{F37C4974-F220-459F-95C5-71112429BD42}" dt="2022-09-19T08:45:19.870" v="1764"/>
          <ac:inkMkLst>
            <pc:docMk/>
            <pc:sldMk cId="2912061255" sldId="618"/>
            <ac:inkMk id="1036" creationId="{B34105AB-8029-48CC-A91F-F053419BFE1A}"/>
          </ac:inkMkLst>
        </pc:inkChg>
        <pc:inkChg chg="add mod">
          <ac:chgData name="Deepika Vatsa" userId="f7100972-27fe-4ee6-8fb4-ec9b7931b409" providerId="ADAL" clId="{F37C4974-F220-459F-95C5-71112429BD42}" dt="2022-09-19T08:45:19.870" v="1764"/>
          <ac:inkMkLst>
            <pc:docMk/>
            <pc:sldMk cId="2912061255" sldId="618"/>
            <ac:inkMk id="1037" creationId="{F97D3D63-524D-4B8A-8203-04DE30CB10B7}"/>
          </ac:inkMkLst>
        </pc:inkChg>
        <pc:inkChg chg="add mod">
          <ac:chgData name="Deepika Vatsa" userId="f7100972-27fe-4ee6-8fb4-ec9b7931b409" providerId="ADAL" clId="{F37C4974-F220-459F-95C5-71112429BD42}" dt="2022-09-19T08:45:19.870" v="1764"/>
          <ac:inkMkLst>
            <pc:docMk/>
            <pc:sldMk cId="2912061255" sldId="618"/>
            <ac:inkMk id="1038" creationId="{1BFFDBC8-F0F0-4006-8640-57EA29E3EFD9}"/>
          </ac:inkMkLst>
        </pc:inkChg>
        <pc:inkChg chg="add mod">
          <ac:chgData name="Deepika Vatsa" userId="f7100972-27fe-4ee6-8fb4-ec9b7931b409" providerId="ADAL" clId="{F37C4974-F220-459F-95C5-71112429BD42}" dt="2022-09-19T08:45:19.870" v="1764"/>
          <ac:inkMkLst>
            <pc:docMk/>
            <pc:sldMk cId="2912061255" sldId="618"/>
            <ac:inkMk id="1039" creationId="{227517F4-339A-4EA1-B02B-D3EC48CEA5B7}"/>
          </ac:inkMkLst>
        </pc:inkChg>
        <pc:inkChg chg="add">
          <ac:chgData name="Deepika Vatsa" userId="f7100972-27fe-4ee6-8fb4-ec9b7931b409" providerId="ADAL" clId="{F37C4974-F220-459F-95C5-71112429BD42}" dt="2022-09-19T08:45:25.599" v="1765" actId="9405"/>
          <ac:inkMkLst>
            <pc:docMk/>
            <pc:sldMk cId="2912061255" sldId="618"/>
            <ac:inkMk id="1041" creationId="{39311B7D-07FE-46C5-96BA-C3DE5B4A2FCF}"/>
          </ac:inkMkLst>
        </pc:inkChg>
        <pc:inkChg chg="add mod">
          <ac:chgData name="Deepika Vatsa" userId="f7100972-27fe-4ee6-8fb4-ec9b7931b409" providerId="ADAL" clId="{F37C4974-F220-459F-95C5-71112429BD42}" dt="2022-09-19T08:45:31.042" v="1773"/>
          <ac:inkMkLst>
            <pc:docMk/>
            <pc:sldMk cId="2912061255" sldId="618"/>
            <ac:inkMk id="1042" creationId="{31C71D08-3C31-41ED-AED6-B49CA69C7336}"/>
          </ac:inkMkLst>
        </pc:inkChg>
        <pc:inkChg chg="add mod">
          <ac:chgData name="Deepika Vatsa" userId="f7100972-27fe-4ee6-8fb4-ec9b7931b409" providerId="ADAL" clId="{F37C4974-F220-459F-95C5-71112429BD42}" dt="2022-09-19T08:45:31.042" v="1773"/>
          <ac:inkMkLst>
            <pc:docMk/>
            <pc:sldMk cId="2912061255" sldId="618"/>
            <ac:inkMk id="1043" creationId="{9A90F290-516B-4000-8F44-2D8C1269CF0F}"/>
          </ac:inkMkLst>
        </pc:inkChg>
        <pc:inkChg chg="add mod">
          <ac:chgData name="Deepika Vatsa" userId="f7100972-27fe-4ee6-8fb4-ec9b7931b409" providerId="ADAL" clId="{F37C4974-F220-459F-95C5-71112429BD42}" dt="2022-09-19T08:45:31.042" v="1773"/>
          <ac:inkMkLst>
            <pc:docMk/>
            <pc:sldMk cId="2912061255" sldId="618"/>
            <ac:inkMk id="1044" creationId="{A84917D6-0F30-410E-B966-35E1DACE274A}"/>
          </ac:inkMkLst>
        </pc:inkChg>
        <pc:inkChg chg="add mod">
          <ac:chgData name="Deepika Vatsa" userId="f7100972-27fe-4ee6-8fb4-ec9b7931b409" providerId="ADAL" clId="{F37C4974-F220-459F-95C5-71112429BD42}" dt="2022-09-19T08:45:31.042" v="1773"/>
          <ac:inkMkLst>
            <pc:docMk/>
            <pc:sldMk cId="2912061255" sldId="618"/>
            <ac:inkMk id="1045" creationId="{5FBF81E5-968A-4D1F-8F1A-C19D39B0C19F}"/>
          </ac:inkMkLst>
        </pc:inkChg>
        <pc:inkChg chg="add mod">
          <ac:chgData name="Deepika Vatsa" userId="f7100972-27fe-4ee6-8fb4-ec9b7931b409" providerId="ADAL" clId="{F37C4974-F220-459F-95C5-71112429BD42}" dt="2022-09-19T08:45:31.042" v="1773"/>
          <ac:inkMkLst>
            <pc:docMk/>
            <pc:sldMk cId="2912061255" sldId="618"/>
            <ac:inkMk id="1046" creationId="{A308AA8E-9696-4BBF-839A-5773F026B276}"/>
          </ac:inkMkLst>
        </pc:inkChg>
        <pc:inkChg chg="add mod">
          <ac:chgData name="Deepika Vatsa" userId="f7100972-27fe-4ee6-8fb4-ec9b7931b409" providerId="ADAL" clId="{F37C4974-F220-459F-95C5-71112429BD42}" dt="2022-09-19T08:45:31.042" v="1773"/>
          <ac:inkMkLst>
            <pc:docMk/>
            <pc:sldMk cId="2912061255" sldId="618"/>
            <ac:inkMk id="1047" creationId="{0A01CB91-05BB-4A79-A86A-CD6AF2534996}"/>
          </ac:inkMkLst>
        </pc:inkChg>
        <pc:inkChg chg="add mod">
          <ac:chgData name="Deepika Vatsa" userId="f7100972-27fe-4ee6-8fb4-ec9b7931b409" providerId="ADAL" clId="{F37C4974-F220-459F-95C5-71112429BD42}" dt="2022-09-19T08:45:31.042" v="1773"/>
          <ac:inkMkLst>
            <pc:docMk/>
            <pc:sldMk cId="2912061255" sldId="618"/>
            <ac:inkMk id="1048" creationId="{65A85A3C-B0E1-4BB7-B9F1-65E4FB2043A9}"/>
          </ac:inkMkLst>
        </pc:inkChg>
        <pc:inkChg chg="add mod">
          <ac:chgData name="Deepika Vatsa" userId="f7100972-27fe-4ee6-8fb4-ec9b7931b409" providerId="ADAL" clId="{F37C4974-F220-459F-95C5-71112429BD42}" dt="2022-09-19T08:46:56.140" v="1786"/>
          <ac:inkMkLst>
            <pc:docMk/>
            <pc:sldMk cId="2912061255" sldId="618"/>
            <ac:inkMk id="1050" creationId="{A82FDE26-A1A2-4414-B3E8-65562A2BBB6D}"/>
          </ac:inkMkLst>
        </pc:inkChg>
        <pc:inkChg chg="add mod">
          <ac:chgData name="Deepika Vatsa" userId="f7100972-27fe-4ee6-8fb4-ec9b7931b409" providerId="ADAL" clId="{F37C4974-F220-459F-95C5-71112429BD42}" dt="2022-09-19T08:46:56.140" v="1786"/>
          <ac:inkMkLst>
            <pc:docMk/>
            <pc:sldMk cId="2912061255" sldId="618"/>
            <ac:inkMk id="1051" creationId="{FA8D5068-B6D7-4A63-B01A-CE82C635054E}"/>
          </ac:inkMkLst>
        </pc:inkChg>
        <pc:inkChg chg="add mod">
          <ac:chgData name="Deepika Vatsa" userId="f7100972-27fe-4ee6-8fb4-ec9b7931b409" providerId="ADAL" clId="{F37C4974-F220-459F-95C5-71112429BD42}" dt="2022-09-19T08:46:56.140" v="1786"/>
          <ac:inkMkLst>
            <pc:docMk/>
            <pc:sldMk cId="2912061255" sldId="618"/>
            <ac:inkMk id="1052" creationId="{4B9EB55B-8CA7-41FE-A326-08E84223C086}"/>
          </ac:inkMkLst>
        </pc:inkChg>
        <pc:inkChg chg="add mod">
          <ac:chgData name="Deepika Vatsa" userId="f7100972-27fe-4ee6-8fb4-ec9b7931b409" providerId="ADAL" clId="{F37C4974-F220-459F-95C5-71112429BD42}" dt="2022-09-19T08:46:56.140" v="1786"/>
          <ac:inkMkLst>
            <pc:docMk/>
            <pc:sldMk cId="2912061255" sldId="618"/>
            <ac:inkMk id="1054" creationId="{BB6EF6C5-138C-4E7E-B6E2-DC76B6D6F367}"/>
          </ac:inkMkLst>
        </pc:inkChg>
        <pc:inkChg chg="add mod">
          <ac:chgData name="Deepika Vatsa" userId="f7100972-27fe-4ee6-8fb4-ec9b7931b409" providerId="ADAL" clId="{F37C4974-F220-459F-95C5-71112429BD42}" dt="2022-09-19T08:46:56.140" v="1786"/>
          <ac:inkMkLst>
            <pc:docMk/>
            <pc:sldMk cId="2912061255" sldId="618"/>
            <ac:inkMk id="1055" creationId="{C618D32E-AE88-4831-9386-D9CC94BE7557}"/>
          </ac:inkMkLst>
        </pc:inkChg>
        <pc:inkChg chg="add mod">
          <ac:chgData name="Deepika Vatsa" userId="f7100972-27fe-4ee6-8fb4-ec9b7931b409" providerId="ADAL" clId="{F37C4974-F220-459F-95C5-71112429BD42}" dt="2022-09-19T08:46:56.140" v="1786"/>
          <ac:inkMkLst>
            <pc:docMk/>
            <pc:sldMk cId="2912061255" sldId="618"/>
            <ac:inkMk id="1056" creationId="{33AD0382-7B26-4B71-8EB5-248DE55C0845}"/>
          </ac:inkMkLst>
        </pc:inkChg>
        <pc:inkChg chg="add mod">
          <ac:chgData name="Deepika Vatsa" userId="f7100972-27fe-4ee6-8fb4-ec9b7931b409" providerId="ADAL" clId="{F37C4974-F220-459F-95C5-71112429BD42}" dt="2022-09-19T08:46:56.140" v="1786"/>
          <ac:inkMkLst>
            <pc:docMk/>
            <pc:sldMk cId="2912061255" sldId="618"/>
            <ac:inkMk id="1057" creationId="{3083DCBA-C6E4-4C28-B3AD-91037925AB76}"/>
          </ac:inkMkLst>
        </pc:inkChg>
        <pc:inkChg chg="add mod">
          <ac:chgData name="Deepika Vatsa" userId="f7100972-27fe-4ee6-8fb4-ec9b7931b409" providerId="ADAL" clId="{F37C4974-F220-459F-95C5-71112429BD42}" dt="2022-09-19T08:46:56.140" v="1786"/>
          <ac:inkMkLst>
            <pc:docMk/>
            <pc:sldMk cId="2912061255" sldId="618"/>
            <ac:inkMk id="1059" creationId="{1EF15E35-90D0-4245-8856-A40AFC167B6D}"/>
          </ac:inkMkLst>
        </pc:inkChg>
        <pc:inkChg chg="add mod">
          <ac:chgData name="Deepika Vatsa" userId="f7100972-27fe-4ee6-8fb4-ec9b7931b409" providerId="ADAL" clId="{F37C4974-F220-459F-95C5-71112429BD42}" dt="2022-09-19T08:46:56.140" v="1786"/>
          <ac:inkMkLst>
            <pc:docMk/>
            <pc:sldMk cId="2912061255" sldId="618"/>
            <ac:inkMk id="1060" creationId="{6326809D-DC4A-4925-A240-25D5464B1B37}"/>
          </ac:inkMkLst>
        </pc:inkChg>
        <pc:inkChg chg="add mod">
          <ac:chgData name="Deepika Vatsa" userId="f7100972-27fe-4ee6-8fb4-ec9b7931b409" providerId="ADAL" clId="{F37C4974-F220-459F-95C5-71112429BD42}" dt="2022-09-19T08:46:56.140" v="1786"/>
          <ac:inkMkLst>
            <pc:docMk/>
            <pc:sldMk cId="2912061255" sldId="618"/>
            <ac:inkMk id="1061" creationId="{CA9F1371-FE70-4DA4-A22C-940EEE189246}"/>
          </ac:inkMkLst>
        </pc:inkChg>
        <pc:inkChg chg="add mod">
          <ac:chgData name="Deepika Vatsa" userId="f7100972-27fe-4ee6-8fb4-ec9b7931b409" providerId="ADAL" clId="{F37C4974-F220-459F-95C5-71112429BD42}" dt="2022-09-19T08:49:38.403" v="1973"/>
          <ac:inkMkLst>
            <pc:docMk/>
            <pc:sldMk cId="2912061255" sldId="618"/>
            <ac:inkMk id="1063" creationId="{CEF0CEF0-24BB-4B10-958B-B3BB1239F37C}"/>
          </ac:inkMkLst>
        </pc:inkChg>
        <pc:inkChg chg="add mod">
          <ac:chgData name="Deepika Vatsa" userId="f7100972-27fe-4ee6-8fb4-ec9b7931b409" providerId="ADAL" clId="{F37C4974-F220-459F-95C5-71112429BD42}" dt="2022-09-19T08:49:38.403" v="1973"/>
          <ac:inkMkLst>
            <pc:docMk/>
            <pc:sldMk cId="2912061255" sldId="618"/>
            <ac:inkMk id="1064" creationId="{9CF8819E-C66A-4734-8907-685A8D4020BE}"/>
          </ac:inkMkLst>
        </pc:inkChg>
        <pc:inkChg chg="add mod">
          <ac:chgData name="Deepika Vatsa" userId="f7100972-27fe-4ee6-8fb4-ec9b7931b409" providerId="ADAL" clId="{F37C4974-F220-459F-95C5-71112429BD42}" dt="2022-09-19T08:49:38.403" v="1973"/>
          <ac:inkMkLst>
            <pc:docMk/>
            <pc:sldMk cId="2912061255" sldId="618"/>
            <ac:inkMk id="1065" creationId="{96C42763-856C-4544-A42C-DA914025DBE7}"/>
          </ac:inkMkLst>
        </pc:inkChg>
        <pc:inkChg chg="add mod">
          <ac:chgData name="Deepika Vatsa" userId="f7100972-27fe-4ee6-8fb4-ec9b7931b409" providerId="ADAL" clId="{F37C4974-F220-459F-95C5-71112429BD42}" dt="2022-09-19T08:49:38.403" v="1973"/>
          <ac:inkMkLst>
            <pc:docMk/>
            <pc:sldMk cId="2912061255" sldId="618"/>
            <ac:inkMk id="1066" creationId="{42D16703-C9D2-4196-BF5B-0B0A32F84CC1}"/>
          </ac:inkMkLst>
        </pc:inkChg>
        <pc:inkChg chg="add mod">
          <ac:chgData name="Deepika Vatsa" userId="f7100972-27fe-4ee6-8fb4-ec9b7931b409" providerId="ADAL" clId="{F37C4974-F220-459F-95C5-71112429BD42}" dt="2022-09-19T08:49:38.403" v="1973"/>
          <ac:inkMkLst>
            <pc:docMk/>
            <pc:sldMk cId="2912061255" sldId="618"/>
            <ac:inkMk id="1067" creationId="{1DA1C7DF-91DF-45B3-A02B-220688B67BD3}"/>
          </ac:inkMkLst>
        </pc:inkChg>
        <pc:inkChg chg="add mod">
          <ac:chgData name="Deepika Vatsa" userId="f7100972-27fe-4ee6-8fb4-ec9b7931b409" providerId="ADAL" clId="{F37C4974-F220-459F-95C5-71112429BD42}" dt="2022-09-19T08:51:37.962" v="2167"/>
          <ac:inkMkLst>
            <pc:docMk/>
            <pc:sldMk cId="2912061255" sldId="618"/>
            <ac:inkMk id="1069" creationId="{FF565BC1-2304-4DAC-9C00-8DD79C563FEA}"/>
          </ac:inkMkLst>
        </pc:inkChg>
        <pc:inkChg chg="add mod">
          <ac:chgData name="Deepika Vatsa" userId="f7100972-27fe-4ee6-8fb4-ec9b7931b409" providerId="ADAL" clId="{F37C4974-F220-459F-95C5-71112429BD42}" dt="2022-09-19T08:51:37.962" v="2167"/>
          <ac:inkMkLst>
            <pc:docMk/>
            <pc:sldMk cId="2912061255" sldId="618"/>
            <ac:inkMk id="1070" creationId="{1A04902F-2BBE-4544-A187-CB1991B1D151}"/>
          </ac:inkMkLst>
        </pc:inkChg>
        <pc:inkChg chg="add mod">
          <ac:chgData name="Deepika Vatsa" userId="f7100972-27fe-4ee6-8fb4-ec9b7931b409" providerId="ADAL" clId="{F37C4974-F220-459F-95C5-71112429BD42}" dt="2022-09-19T08:51:37.962" v="2167"/>
          <ac:inkMkLst>
            <pc:docMk/>
            <pc:sldMk cId="2912061255" sldId="618"/>
            <ac:inkMk id="1071" creationId="{67FD5225-E6B3-4B0B-8416-391C190A0FB3}"/>
          </ac:inkMkLst>
        </pc:inkChg>
        <pc:inkChg chg="add mod">
          <ac:chgData name="Deepika Vatsa" userId="f7100972-27fe-4ee6-8fb4-ec9b7931b409" providerId="ADAL" clId="{F37C4974-F220-459F-95C5-71112429BD42}" dt="2022-09-19T08:51:37.962" v="2167"/>
          <ac:inkMkLst>
            <pc:docMk/>
            <pc:sldMk cId="2912061255" sldId="618"/>
            <ac:inkMk id="1072" creationId="{19CFC30B-F162-4F02-B472-BC60A5F02AF6}"/>
          </ac:inkMkLst>
        </pc:inkChg>
        <pc:inkChg chg="add mod">
          <ac:chgData name="Deepika Vatsa" userId="f7100972-27fe-4ee6-8fb4-ec9b7931b409" providerId="ADAL" clId="{F37C4974-F220-459F-95C5-71112429BD42}" dt="2022-09-19T08:51:37.962" v="2167"/>
          <ac:inkMkLst>
            <pc:docMk/>
            <pc:sldMk cId="2912061255" sldId="618"/>
            <ac:inkMk id="1073" creationId="{6AED410F-EE27-42D0-8054-44B18CC1B801}"/>
          </ac:inkMkLst>
        </pc:inkChg>
        <pc:inkChg chg="add mod">
          <ac:chgData name="Deepika Vatsa" userId="f7100972-27fe-4ee6-8fb4-ec9b7931b409" providerId="ADAL" clId="{F37C4974-F220-459F-95C5-71112429BD42}" dt="2022-09-19T08:51:37.962" v="2167"/>
          <ac:inkMkLst>
            <pc:docMk/>
            <pc:sldMk cId="2912061255" sldId="618"/>
            <ac:inkMk id="1074" creationId="{62267FB5-1473-4F92-A197-A044DCBB865C}"/>
          </ac:inkMkLst>
        </pc:inkChg>
        <pc:inkChg chg="add mod">
          <ac:chgData name="Deepika Vatsa" userId="f7100972-27fe-4ee6-8fb4-ec9b7931b409" providerId="ADAL" clId="{F37C4974-F220-459F-95C5-71112429BD42}" dt="2022-09-19T08:51:37.962" v="2167"/>
          <ac:inkMkLst>
            <pc:docMk/>
            <pc:sldMk cId="2912061255" sldId="618"/>
            <ac:inkMk id="1076" creationId="{851CC307-6A5D-48EE-AEA1-D05EC8AD2D3B}"/>
          </ac:inkMkLst>
        </pc:inkChg>
        <pc:inkChg chg="add mod">
          <ac:chgData name="Deepika Vatsa" userId="f7100972-27fe-4ee6-8fb4-ec9b7931b409" providerId="ADAL" clId="{F37C4974-F220-459F-95C5-71112429BD42}" dt="2022-09-19T08:55:31.889" v="2462"/>
          <ac:inkMkLst>
            <pc:docMk/>
            <pc:sldMk cId="2912061255" sldId="618"/>
            <ac:inkMk id="1078" creationId="{91B10466-F039-4160-ACF9-E53071CB236E}"/>
          </ac:inkMkLst>
        </pc:inkChg>
        <pc:inkChg chg="add mod">
          <ac:chgData name="Deepika Vatsa" userId="f7100972-27fe-4ee6-8fb4-ec9b7931b409" providerId="ADAL" clId="{F37C4974-F220-459F-95C5-71112429BD42}" dt="2022-09-19T08:55:31.889" v="2462"/>
          <ac:inkMkLst>
            <pc:docMk/>
            <pc:sldMk cId="2912061255" sldId="618"/>
            <ac:inkMk id="1079" creationId="{2C61E36C-7E85-46D0-AA6B-87D6D2D0AF38}"/>
          </ac:inkMkLst>
        </pc:inkChg>
        <pc:inkChg chg="add mod">
          <ac:chgData name="Deepika Vatsa" userId="f7100972-27fe-4ee6-8fb4-ec9b7931b409" providerId="ADAL" clId="{F37C4974-F220-459F-95C5-71112429BD42}" dt="2022-09-19T08:55:31.889" v="2462"/>
          <ac:inkMkLst>
            <pc:docMk/>
            <pc:sldMk cId="2912061255" sldId="618"/>
            <ac:inkMk id="1080" creationId="{3560F522-4F52-4607-92CF-70FDBA61F573}"/>
          </ac:inkMkLst>
        </pc:inkChg>
        <pc:inkChg chg="add mod">
          <ac:chgData name="Deepika Vatsa" userId="f7100972-27fe-4ee6-8fb4-ec9b7931b409" providerId="ADAL" clId="{F37C4974-F220-459F-95C5-71112429BD42}" dt="2022-09-19T08:55:31.889" v="2462"/>
          <ac:inkMkLst>
            <pc:docMk/>
            <pc:sldMk cId="2912061255" sldId="618"/>
            <ac:inkMk id="1082" creationId="{34DF0DE2-4A6B-46CF-A678-707A573A3F7C}"/>
          </ac:inkMkLst>
        </pc:inkChg>
        <pc:inkChg chg="add mod">
          <ac:chgData name="Deepika Vatsa" userId="f7100972-27fe-4ee6-8fb4-ec9b7931b409" providerId="ADAL" clId="{F37C4974-F220-459F-95C5-71112429BD42}" dt="2022-09-19T08:55:31.889" v="2462"/>
          <ac:inkMkLst>
            <pc:docMk/>
            <pc:sldMk cId="2912061255" sldId="618"/>
            <ac:inkMk id="1083" creationId="{2F72DF47-169D-42EB-BD14-E07D6C35DB32}"/>
          </ac:inkMkLst>
        </pc:inkChg>
        <pc:inkChg chg="add mod">
          <ac:chgData name="Deepika Vatsa" userId="f7100972-27fe-4ee6-8fb4-ec9b7931b409" providerId="ADAL" clId="{F37C4974-F220-459F-95C5-71112429BD42}" dt="2022-09-19T08:55:31.889" v="2462"/>
          <ac:inkMkLst>
            <pc:docMk/>
            <pc:sldMk cId="2912061255" sldId="618"/>
            <ac:inkMk id="1084" creationId="{CB7A8768-FBEE-4DB4-9C9F-ECC2355901A8}"/>
          </ac:inkMkLst>
        </pc:inkChg>
        <pc:inkChg chg="add mod">
          <ac:chgData name="Deepika Vatsa" userId="f7100972-27fe-4ee6-8fb4-ec9b7931b409" providerId="ADAL" clId="{F37C4974-F220-459F-95C5-71112429BD42}" dt="2022-09-19T08:55:31.889" v="2462"/>
          <ac:inkMkLst>
            <pc:docMk/>
            <pc:sldMk cId="2912061255" sldId="618"/>
            <ac:inkMk id="1085" creationId="{4F68EE93-82B0-436F-BA92-03859BC8524C}"/>
          </ac:inkMkLst>
        </pc:inkChg>
        <pc:inkChg chg="add mod">
          <ac:chgData name="Deepika Vatsa" userId="f7100972-27fe-4ee6-8fb4-ec9b7931b409" providerId="ADAL" clId="{F37C4974-F220-459F-95C5-71112429BD42}" dt="2022-09-19T08:55:31.889" v="2462"/>
          <ac:inkMkLst>
            <pc:docMk/>
            <pc:sldMk cId="2912061255" sldId="618"/>
            <ac:inkMk id="1087" creationId="{387FEC4E-74AE-4A61-B252-C8B1B132C7F3}"/>
          </ac:inkMkLst>
        </pc:inkChg>
        <pc:inkChg chg="add mod">
          <ac:chgData name="Deepika Vatsa" userId="f7100972-27fe-4ee6-8fb4-ec9b7931b409" providerId="ADAL" clId="{F37C4974-F220-459F-95C5-71112429BD42}" dt="2022-09-19T08:55:42.267" v="2476"/>
          <ac:inkMkLst>
            <pc:docMk/>
            <pc:sldMk cId="2912061255" sldId="618"/>
            <ac:inkMk id="1089" creationId="{E3738560-08F5-4C17-B650-5DE1BBCFC9F2}"/>
          </ac:inkMkLst>
        </pc:inkChg>
        <pc:inkChg chg="add mod">
          <ac:chgData name="Deepika Vatsa" userId="f7100972-27fe-4ee6-8fb4-ec9b7931b409" providerId="ADAL" clId="{F37C4974-F220-459F-95C5-71112429BD42}" dt="2022-09-19T08:55:42.267" v="2476"/>
          <ac:inkMkLst>
            <pc:docMk/>
            <pc:sldMk cId="2912061255" sldId="618"/>
            <ac:inkMk id="1090" creationId="{98D24C96-494E-4A4F-BF60-64E55721E1C0}"/>
          </ac:inkMkLst>
        </pc:inkChg>
        <pc:inkChg chg="add mod">
          <ac:chgData name="Deepika Vatsa" userId="f7100972-27fe-4ee6-8fb4-ec9b7931b409" providerId="ADAL" clId="{F37C4974-F220-459F-95C5-71112429BD42}" dt="2022-09-19T08:55:42.267" v="2476"/>
          <ac:inkMkLst>
            <pc:docMk/>
            <pc:sldMk cId="2912061255" sldId="618"/>
            <ac:inkMk id="1091" creationId="{77336230-D6E5-4441-97B3-A8C8A979CAA5}"/>
          </ac:inkMkLst>
        </pc:inkChg>
        <pc:inkChg chg="add">
          <ac:chgData name="Deepika Vatsa" userId="f7100972-27fe-4ee6-8fb4-ec9b7931b409" providerId="ADAL" clId="{F37C4974-F220-459F-95C5-71112429BD42}" dt="2022-09-19T08:55:34.733" v="2466" actId="9405"/>
          <ac:inkMkLst>
            <pc:docMk/>
            <pc:sldMk cId="2912061255" sldId="618"/>
            <ac:inkMk id="1092" creationId="{8400042D-ABB0-4EBC-89E0-18C6CD52BE4C}"/>
          </ac:inkMkLst>
        </pc:inkChg>
        <pc:inkChg chg="add">
          <ac:chgData name="Deepika Vatsa" userId="f7100972-27fe-4ee6-8fb4-ec9b7931b409" providerId="ADAL" clId="{F37C4974-F220-459F-95C5-71112429BD42}" dt="2022-09-19T08:55:35.097" v="2467" actId="9405"/>
          <ac:inkMkLst>
            <pc:docMk/>
            <pc:sldMk cId="2912061255" sldId="618"/>
            <ac:inkMk id="1093" creationId="{A9B5F7E8-F097-43A6-8290-0472441FB449}"/>
          </ac:inkMkLst>
        </pc:inkChg>
        <pc:inkChg chg="add mod">
          <ac:chgData name="Deepika Vatsa" userId="f7100972-27fe-4ee6-8fb4-ec9b7931b409" providerId="ADAL" clId="{F37C4974-F220-459F-95C5-71112429BD42}" dt="2022-09-19T08:55:42.267" v="2476"/>
          <ac:inkMkLst>
            <pc:docMk/>
            <pc:sldMk cId="2912061255" sldId="618"/>
            <ac:inkMk id="1094" creationId="{1B0DED3A-2293-4725-A2C1-25E6BF9B426A}"/>
          </ac:inkMkLst>
        </pc:inkChg>
        <pc:inkChg chg="add mod">
          <ac:chgData name="Deepika Vatsa" userId="f7100972-27fe-4ee6-8fb4-ec9b7931b409" providerId="ADAL" clId="{F37C4974-F220-459F-95C5-71112429BD42}" dt="2022-09-19T08:55:42.267" v="2476"/>
          <ac:inkMkLst>
            <pc:docMk/>
            <pc:sldMk cId="2912061255" sldId="618"/>
            <ac:inkMk id="1095" creationId="{6856FA49-63C7-43E6-A547-A3670CBEB0DE}"/>
          </ac:inkMkLst>
        </pc:inkChg>
        <pc:inkChg chg="add mod">
          <ac:chgData name="Deepika Vatsa" userId="f7100972-27fe-4ee6-8fb4-ec9b7931b409" providerId="ADAL" clId="{F37C4974-F220-459F-95C5-71112429BD42}" dt="2022-09-19T08:55:42.267" v="2476"/>
          <ac:inkMkLst>
            <pc:docMk/>
            <pc:sldMk cId="2912061255" sldId="618"/>
            <ac:inkMk id="1096" creationId="{AB2F832F-89BB-47DB-BBBC-86C115AE28F4}"/>
          </ac:inkMkLst>
        </pc:inkChg>
        <pc:inkChg chg="add mod">
          <ac:chgData name="Deepika Vatsa" userId="f7100972-27fe-4ee6-8fb4-ec9b7931b409" providerId="ADAL" clId="{F37C4974-F220-459F-95C5-71112429BD42}" dt="2022-09-19T08:55:42.267" v="2476"/>
          <ac:inkMkLst>
            <pc:docMk/>
            <pc:sldMk cId="2912061255" sldId="618"/>
            <ac:inkMk id="1097" creationId="{501589CF-CDE3-4980-B53C-6DC7B5B67243}"/>
          </ac:inkMkLst>
        </pc:inkChg>
        <pc:inkChg chg="add mod">
          <ac:chgData name="Deepika Vatsa" userId="f7100972-27fe-4ee6-8fb4-ec9b7931b409" providerId="ADAL" clId="{F37C4974-F220-459F-95C5-71112429BD42}" dt="2022-09-19T08:55:42.267" v="2476"/>
          <ac:inkMkLst>
            <pc:docMk/>
            <pc:sldMk cId="2912061255" sldId="618"/>
            <ac:inkMk id="1098" creationId="{70EC6BCD-407A-46DC-87C7-69754EAB05FC}"/>
          </ac:inkMkLst>
        </pc:inkChg>
        <pc:inkChg chg="add mod">
          <ac:chgData name="Deepika Vatsa" userId="f7100972-27fe-4ee6-8fb4-ec9b7931b409" providerId="ADAL" clId="{F37C4974-F220-459F-95C5-71112429BD42}" dt="2022-09-19T08:55:42.267" v="2476"/>
          <ac:inkMkLst>
            <pc:docMk/>
            <pc:sldMk cId="2912061255" sldId="618"/>
            <ac:inkMk id="1099" creationId="{2BC8B7C2-8EDE-49C9-B78D-EB1F521161DF}"/>
          </ac:inkMkLst>
        </pc:inkChg>
        <pc:inkChg chg="add mod">
          <ac:chgData name="Deepika Vatsa" userId="f7100972-27fe-4ee6-8fb4-ec9b7931b409" providerId="ADAL" clId="{F37C4974-F220-459F-95C5-71112429BD42}" dt="2022-09-19T08:55:42.267" v="2476"/>
          <ac:inkMkLst>
            <pc:docMk/>
            <pc:sldMk cId="2912061255" sldId="618"/>
            <ac:inkMk id="1100" creationId="{F198F9C8-596A-48C6-9596-ABD33C8EEED5}"/>
          </ac:inkMkLst>
        </pc:inkChg>
        <pc:inkChg chg="add mod">
          <ac:chgData name="Deepika Vatsa" userId="f7100972-27fe-4ee6-8fb4-ec9b7931b409" providerId="ADAL" clId="{F37C4974-F220-459F-95C5-71112429BD42}" dt="2022-09-19T08:55:42.267" v="2476"/>
          <ac:inkMkLst>
            <pc:docMk/>
            <pc:sldMk cId="2912061255" sldId="618"/>
            <ac:inkMk id="1101" creationId="{C64FB7FC-4144-4351-9732-62D5A1ED0C61}"/>
          </ac:inkMkLst>
        </pc:inkChg>
        <pc:inkChg chg="add">
          <ac:chgData name="Deepika Vatsa" userId="f7100972-27fe-4ee6-8fb4-ec9b7931b409" providerId="ADAL" clId="{F37C4974-F220-459F-95C5-71112429BD42}" dt="2022-09-19T08:56:01.891" v="2477" actId="9405"/>
          <ac:inkMkLst>
            <pc:docMk/>
            <pc:sldMk cId="2912061255" sldId="618"/>
            <ac:inkMk id="1105" creationId="{085ADDFD-55FA-481A-A7C0-A2719E745A5E}"/>
          </ac:inkMkLst>
        </pc:inkChg>
        <pc:inkChg chg="add">
          <ac:chgData name="Deepika Vatsa" userId="f7100972-27fe-4ee6-8fb4-ec9b7931b409" providerId="ADAL" clId="{F37C4974-F220-459F-95C5-71112429BD42}" dt="2022-09-19T08:56:02.226" v="2478" actId="9405"/>
          <ac:inkMkLst>
            <pc:docMk/>
            <pc:sldMk cId="2912061255" sldId="618"/>
            <ac:inkMk id="1106" creationId="{EC428D27-191A-40BB-85E1-28D8AAA620F0}"/>
          </ac:inkMkLst>
        </pc:inkChg>
        <pc:inkChg chg="add mod">
          <ac:chgData name="Deepika Vatsa" userId="f7100972-27fe-4ee6-8fb4-ec9b7931b409" providerId="ADAL" clId="{F37C4974-F220-459F-95C5-71112429BD42}" dt="2022-09-19T08:56:06.829" v="2484"/>
          <ac:inkMkLst>
            <pc:docMk/>
            <pc:sldMk cId="2912061255" sldId="618"/>
            <ac:inkMk id="1107" creationId="{28D3EE58-49F3-447D-96C1-6AC33A9E9B2C}"/>
          </ac:inkMkLst>
        </pc:inkChg>
        <pc:inkChg chg="add mod">
          <ac:chgData name="Deepika Vatsa" userId="f7100972-27fe-4ee6-8fb4-ec9b7931b409" providerId="ADAL" clId="{F37C4974-F220-459F-95C5-71112429BD42}" dt="2022-09-19T08:56:06.829" v="2484"/>
          <ac:inkMkLst>
            <pc:docMk/>
            <pc:sldMk cId="2912061255" sldId="618"/>
            <ac:inkMk id="1108" creationId="{0A1A4E1A-11B5-40E1-B05F-4F0B24C7FE18}"/>
          </ac:inkMkLst>
        </pc:inkChg>
        <pc:inkChg chg="add mod">
          <ac:chgData name="Deepika Vatsa" userId="f7100972-27fe-4ee6-8fb4-ec9b7931b409" providerId="ADAL" clId="{F37C4974-F220-459F-95C5-71112429BD42}" dt="2022-09-19T08:56:06.829" v="2484"/>
          <ac:inkMkLst>
            <pc:docMk/>
            <pc:sldMk cId="2912061255" sldId="618"/>
            <ac:inkMk id="1109" creationId="{CB4CF95A-899C-46CE-8E28-8DD67C12B609}"/>
          </ac:inkMkLst>
        </pc:inkChg>
        <pc:inkChg chg="add mod">
          <ac:chgData name="Deepika Vatsa" userId="f7100972-27fe-4ee6-8fb4-ec9b7931b409" providerId="ADAL" clId="{F37C4974-F220-459F-95C5-71112429BD42}" dt="2022-09-19T08:56:06.829" v="2484"/>
          <ac:inkMkLst>
            <pc:docMk/>
            <pc:sldMk cId="2912061255" sldId="618"/>
            <ac:inkMk id="1110" creationId="{9CEBAA1E-AB2A-413A-AC3A-4BD35F7D6631}"/>
          </ac:inkMkLst>
        </pc:inkChg>
        <pc:inkChg chg="add mod">
          <ac:chgData name="Deepika Vatsa" userId="f7100972-27fe-4ee6-8fb4-ec9b7931b409" providerId="ADAL" clId="{F37C4974-F220-459F-95C5-71112429BD42}" dt="2022-09-19T08:56:06.829" v="2484"/>
          <ac:inkMkLst>
            <pc:docMk/>
            <pc:sldMk cId="2912061255" sldId="618"/>
            <ac:inkMk id="1111" creationId="{1F906C3E-FBD7-47D8-A059-83375D2C5823}"/>
          </ac:inkMkLst>
        </pc:inkChg>
        <pc:inkChg chg="add mod">
          <ac:chgData name="Deepika Vatsa" userId="f7100972-27fe-4ee6-8fb4-ec9b7931b409" providerId="ADAL" clId="{F37C4974-F220-459F-95C5-71112429BD42}" dt="2022-09-19T08:56:18.557" v="2487"/>
          <ac:inkMkLst>
            <pc:docMk/>
            <pc:sldMk cId="2912061255" sldId="618"/>
            <ac:inkMk id="1113" creationId="{59AC539B-CA48-46F5-B872-E37ED2D3E7A1}"/>
          </ac:inkMkLst>
        </pc:inkChg>
        <pc:inkChg chg="add mod">
          <ac:chgData name="Deepika Vatsa" userId="f7100972-27fe-4ee6-8fb4-ec9b7931b409" providerId="ADAL" clId="{F37C4974-F220-459F-95C5-71112429BD42}" dt="2022-09-19T08:56:18.557" v="2487"/>
          <ac:inkMkLst>
            <pc:docMk/>
            <pc:sldMk cId="2912061255" sldId="618"/>
            <ac:inkMk id="1114" creationId="{1458EE08-BEB5-44C5-8854-25EA0ED869B8}"/>
          </ac:inkMkLst>
        </pc:inkChg>
        <pc:inkChg chg="add mod">
          <ac:chgData name="Deepika Vatsa" userId="f7100972-27fe-4ee6-8fb4-ec9b7931b409" providerId="ADAL" clId="{F37C4974-F220-459F-95C5-71112429BD42}" dt="2022-09-19T08:56:25.382" v="2497"/>
          <ac:inkMkLst>
            <pc:docMk/>
            <pc:sldMk cId="2912061255" sldId="618"/>
            <ac:inkMk id="1116" creationId="{7D6503B5-932A-46C8-999E-67BA59D60CAC}"/>
          </ac:inkMkLst>
        </pc:inkChg>
        <pc:inkChg chg="add mod">
          <ac:chgData name="Deepika Vatsa" userId="f7100972-27fe-4ee6-8fb4-ec9b7931b409" providerId="ADAL" clId="{F37C4974-F220-459F-95C5-71112429BD42}" dt="2022-09-19T08:56:25.382" v="2497"/>
          <ac:inkMkLst>
            <pc:docMk/>
            <pc:sldMk cId="2912061255" sldId="618"/>
            <ac:inkMk id="1117" creationId="{1B3D7DB7-7FBC-4681-8CAD-933E8A4B9F91}"/>
          </ac:inkMkLst>
        </pc:inkChg>
        <pc:inkChg chg="add mod">
          <ac:chgData name="Deepika Vatsa" userId="f7100972-27fe-4ee6-8fb4-ec9b7931b409" providerId="ADAL" clId="{F37C4974-F220-459F-95C5-71112429BD42}" dt="2022-09-19T08:56:25.382" v="2497"/>
          <ac:inkMkLst>
            <pc:docMk/>
            <pc:sldMk cId="2912061255" sldId="618"/>
            <ac:inkMk id="1118" creationId="{0936D92E-DD7A-4231-B935-29F4A8E6606B}"/>
          </ac:inkMkLst>
        </pc:inkChg>
        <pc:inkChg chg="add mod">
          <ac:chgData name="Deepika Vatsa" userId="f7100972-27fe-4ee6-8fb4-ec9b7931b409" providerId="ADAL" clId="{F37C4974-F220-459F-95C5-71112429BD42}" dt="2022-09-19T08:56:25.382" v="2497"/>
          <ac:inkMkLst>
            <pc:docMk/>
            <pc:sldMk cId="2912061255" sldId="618"/>
            <ac:inkMk id="1119" creationId="{9ED2A939-2966-4FA9-8289-68EF7FD083CE}"/>
          </ac:inkMkLst>
        </pc:inkChg>
        <pc:inkChg chg="add mod">
          <ac:chgData name="Deepika Vatsa" userId="f7100972-27fe-4ee6-8fb4-ec9b7931b409" providerId="ADAL" clId="{F37C4974-F220-459F-95C5-71112429BD42}" dt="2022-09-19T08:56:25.382" v="2497"/>
          <ac:inkMkLst>
            <pc:docMk/>
            <pc:sldMk cId="2912061255" sldId="618"/>
            <ac:inkMk id="1120" creationId="{8030D20D-50A9-48B7-BD4B-17EB4B6B0A3C}"/>
          </ac:inkMkLst>
        </pc:inkChg>
        <pc:inkChg chg="add mod">
          <ac:chgData name="Deepika Vatsa" userId="f7100972-27fe-4ee6-8fb4-ec9b7931b409" providerId="ADAL" clId="{F37C4974-F220-459F-95C5-71112429BD42}" dt="2022-09-19T08:56:25.382" v="2497"/>
          <ac:inkMkLst>
            <pc:docMk/>
            <pc:sldMk cId="2912061255" sldId="618"/>
            <ac:inkMk id="1121" creationId="{A0B764CB-B266-4B05-8C65-1E2CCA575A4C}"/>
          </ac:inkMkLst>
        </pc:inkChg>
        <pc:inkChg chg="add mod">
          <ac:chgData name="Deepika Vatsa" userId="f7100972-27fe-4ee6-8fb4-ec9b7931b409" providerId="ADAL" clId="{F37C4974-F220-459F-95C5-71112429BD42}" dt="2022-09-19T08:56:25.382" v="2497"/>
          <ac:inkMkLst>
            <pc:docMk/>
            <pc:sldMk cId="2912061255" sldId="618"/>
            <ac:inkMk id="1122" creationId="{0AF81C75-7322-4210-B166-3A89494966EB}"/>
          </ac:inkMkLst>
        </pc:inkChg>
        <pc:inkChg chg="add mod">
          <ac:chgData name="Deepika Vatsa" userId="f7100972-27fe-4ee6-8fb4-ec9b7931b409" providerId="ADAL" clId="{F37C4974-F220-459F-95C5-71112429BD42}" dt="2022-09-19T08:56:25.382" v="2497"/>
          <ac:inkMkLst>
            <pc:docMk/>
            <pc:sldMk cId="2912061255" sldId="618"/>
            <ac:inkMk id="1123" creationId="{3383BC83-E02D-4E31-9C23-0A2A08F4A7BD}"/>
          </ac:inkMkLst>
        </pc:inkChg>
        <pc:inkChg chg="add mod">
          <ac:chgData name="Deepika Vatsa" userId="f7100972-27fe-4ee6-8fb4-ec9b7931b409" providerId="ADAL" clId="{F37C4974-F220-459F-95C5-71112429BD42}" dt="2022-09-19T08:56:25.382" v="2497"/>
          <ac:inkMkLst>
            <pc:docMk/>
            <pc:sldMk cId="2912061255" sldId="618"/>
            <ac:inkMk id="1124" creationId="{86A5DC9B-3BBA-4031-BC4C-8EEB666C13DD}"/>
          </ac:inkMkLst>
        </pc:inkChg>
        <pc:inkChg chg="add mod">
          <ac:chgData name="Deepika Vatsa" userId="f7100972-27fe-4ee6-8fb4-ec9b7931b409" providerId="ADAL" clId="{F37C4974-F220-459F-95C5-71112429BD42}" dt="2022-09-19T08:56:33.899" v="2505"/>
          <ac:inkMkLst>
            <pc:docMk/>
            <pc:sldMk cId="2912061255" sldId="618"/>
            <ac:inkMk id="1126" creationId="{D6146583-07A7-4D35-88D4-D2A83362085A}"/>
          </ac:inkMkLst>
        </pc:inkChg>
        <pc:inkChg chg="add mod">
          <ac:chgData name="Deepika Vatsa" userId="f7100972-27fe-4ee6-8fb4-ec9b7931b409" providerId="ADAL" clId="{F37C4974-F220-459F-95C5-71112429BD42}" dt="2022-09-19T08:56:33.899" v="2505"/>
          <ac:inkMkLst>
            <pc:docMk/>
            <pc:sldMk cId="2912061255" sldId="618"/>
            <ac:inkMk id="1127" creationId="{F4B831DB-A4BF-49A8-A474-4D7B98FB3AD2}"/>
          </ac:inkMkLst>
        </pc:inkChg>
        <pc:inkChg chg="add mod">
          <ac:chgData name="Deepika Vatsa" userId="f7100972-27fe-4ee6-8fb4-ec9b7931b409" providerId="ADAL" clId="{F37C4974-F220-459F-95C5-71112429BD42}" dt="2022-09-19T08:56:33.899" v="2505"/>
          <ac:inkMkLst>
            <pc:docMk/>
            <pc:sldMk cId="2912061255" sldId="618"/>
            <ac:inkMk id="1128" creationId="{A040DAEE-619C-4F23-A9D9-86462BF57579}"/>
          </ac:inkMkLst>
        </pc:inkChg>
        <pc:inkChg chg="add mod">
          <ac:chgData name="Deepika Vatsa" userId="f7100972-27fe-4ee6-8fb4-ec9b7931b409" providerId="ADAL" clId="{F37C4974-F220-459F-95C5-71112429BD42}" dt="2022-09-19T08:56:33.899" v="2505"/>
          <ac:inkMkLst>
            <pc:docMk/>
            <pc:sldMk cId="2912061255" sldId="618"/>
            <ac:inkMk id="1129" creationId="{8E32B7C2-2FD9-4C3C-B308-CB880F0E75AD}"/>
          </ac:inkMkLst>
        </pc:inkChg>
        <pc:inkChg chg="add mod">
          <ac:chgData name="Deepika Vatsa" userId="f7100972-27fe-4ee6-8fb4-ec9b7931b409" providerId="ADAL" clId="{F37C4974-F220-459F-95C5-71112429BD42}" dt="2022-09-19T08:56:33.899" v="2505"/>
          <ac:inkMkLst>
            <pc:docMk/>
            <pc:sldMk cId="2912061255" sldId="618"/>
            <ac:inkMk id="1130" creationId="{F77CF50C-E034-48DE-98A8-89BFC21D40DF}"/>
          </ac:inkMkLst>
        </pc:inkChg>
        <pc:inkChg chg="add mod">
          <ac:chgData name="Deepika Vatsa" userId="f7100972-27fe-4ee6-8fb4-ec9b7931b409" providerId="ADAL" clId="{F37C4974-F220-459F-95C5-71112429BD42}" dt="2022-09-19T08:56:33.899" v="2505"/>
          <ac:inkMkLst>
            <pc:docMk/>
            <pc:sldMk cId="2912061255" sldId="618"/>
            <ac:inkMk id="1131" creationId="{F0A4D894-BAED-4007-8A72-E798964A79E2}"/>
          </ac:inkMkLst>
        </pc:inkChg>
        <pc:inkChg chg="add mod">
          <ac:chgData name="Deepika Vatsa" userId="f7100972-27fe-4ee6-8fb4-ec9b7931b409" providerId="ADAL" clId="{F37C4974-F220-459F-95C5-71112429BD42}" dt="2022-09-19T08:56:33.899" v="2505"/>
          <ac:inkMkLst>
            <pc:docMk/>
            <pc:sldMk cId="2912061255" sldId="618"/>
            <ac:inkMk id="1132" creationId="{E5E7D5ED-C5C7-49B3-A28F-1BD99290C3B2}"/>
          </ac:inkMkLst>
        </pc:inkChg>
      </pc:sldChg>
      <pc:sldChg chg="addSp delSp modSp add mod modNotesTx">
        <pc:chgData name="Deepika Vatsa" userId="f7100972-27fe-4ee6-8fb4-ec9b7931b409" providerId="ADAL" clId="{F37C4974-F220-459F-95C5-71112429BD42}" dt="2022-09-19T10:33:36.834" v="3717" actId="20577"/>
        <pc:sldMkLst>
          <pc:docMk/>
          <pc:sldMk cId="4139568702" sldId="619"/>
        </pc:sldMkLst>
        <pc:spChg chg="mod">
          <ac:chgData name="Deepika Vatsa" userId="f7100972-27fe-4ee6-8fb4-ec9b7931b409" providerId="ADAL" clId="{F37C4974-F220-459F-95C5-71112429BD42}" dt="2022-09-19T10:28:36.098" v="3538" actId="20577"/>
          <ac:spMkLst>
            <pc:docMk/>
            <pc:sldMk cId="4139568702" sldId="619"/>
            <ac:spMk id="2" creationId="{6167DC2D-0072-445E-8CB3-E53407061CE7}"/>
          </ac:spMkLst>
        </pc:spChg>
        <pc:grpChg chg="del">
          <ac:chgData name="Deepika Vatsa" userId="f7100972-27fe-4ee6-8fb4-ec9b7931b409" providerId="ADAL" clId="{F37C4974-F220-459F-95C5-71112429BD42}" dt="2022-09-19T10:23:53" v="2839" actId="478"/>
          <ac:grpSpMkLst>
            <pc:docMk/>
            <pc:sldMk cId="4139568702" sldId="619"/>
            <ac:grpSpMk id="10" creationId="{DAA5C413-5CBD-49CD-A85E-E1DADAD65677}"/>
          </ac:grpSpMkLst>
        </pc:grpChg>
        <pc:grpChg chg="del">
          <ac:chgData name="Deepika Vatsa" userId="f7100972-27fe-4ee6-8fb4-ec9b7931b409" providerId="ADAL" clId="{F37C4974-F220-459F-95C5-71112429BD42}" dt="2022-09-19T10:23:53" v="2839" actId="478"/>
          <ac:grpSpMkLst>
            <pc:docMk/>
            <pc:sldMk cId="4139568702" sldId="619"/>
            <ac:grpSpMk id="13" creationId="{40BD9DBF-BEE5-40D8-9666-A639660D46B5}"/>
          </ac:grpSpMkLst>
        </pc:grpChg>
        <pc:grpChg chg="del">
          <ac:chgData name="Deepika Vatsa" userId="f7100972-27fe-4ee6-8fb4-ec9b7931b409" providerId="ADAL" clId="{F37C4974-F220-459F-95C5-71112429BD42}" dt="2022-09-19T10:23:53" v="2839" actId="478"/>
          <ac:grpSpMkLst>
            <pc:docMk/>
            <pc:sldMk cId="4139568702" sldId="619"/>
            <ac:grpSpMk id="26" creationId="{DEAEA110-2281-485B-9696-F764688132B3}"/>
          </ac:grpSpMkLst>
        </pc:grpChg>
        <pc:grpChg chg="mod">
          <ac:chgData name="Deepika Vatsa" userId="f7100972-27fe-4ee6-8fb4-ec9b7931b409" providerId="ADAL" clId="{F37C4974-F220-459F-95C5-71112429BD42}" dt="2022-09-19T10:29:22.711" v="3543"/>
          <ac:grpSpMkLst>
            <pc:docMk/>
            <pc:sldMk cId="4139568702" sldId="619"/>
            <ac:grpSpMk id="38" creationId="{1D474802-0F46-485B-A051-4ED556E99CC1}"/>
          </ac:grpSpMkLst>
        </pc:grpChg>
        <pc:grpChg chg="del">
          <ac:chgData name="Deepika Vatsa" userId="f7100972-27fe-4ee6-8fb4-ec9b7931b409" providerId="ADAL" clId="{F37C4974-F220-459F-95C5-71112429BD42}" dt="2022-09-19T10:23:44.894" v="2837" actId="478"/>
          <ac:grpSpMkLst>
            <pc:docMk/>
            <pc:sldMk cId="4139568702" sldId="619"/>
            <ac:grpSpMk id="1024" creationId="{0B0F3C15-EACB-4929-AB34-7191BD4DD3BF}"/>
          </ac:grpSpMkLst>
        </pc:grpChg>
        <pc:grpChg chg="del">
          <ac:chgData name="Deepika Vatsa" userId="f7100972-27fe-4ee6-8fb4-ec9b7931b409" providerId="ADAL" clId="{F37C4974-F220-459F-95C5-71112429BD42}" dt="2022-09-19T10:23:44.894" v="2837" actId="478"/>
          <ac:grpSpMkLst>
            <pc:docMk/>
            <pc:sldMk cId="4139568702" sldId="619"/>
            <ac:grpSpMk id="1025" creationId="{AC01AD80-CFE9-46CD-A590-4CC6E47815E9}"/>
          </ac:grpSpMkLst>
        </pc:grpChg>
        <pc:grpChg chg="del">
          <ac:chgData name="Deepika Vatsa" userId="f7100972-27fe-4ee6-8fb4-ec9b7931b409" providerId="ADAL" clId="{F37C4974-F220-459F-95C5-71112429BD42}" dt="2022-09-19T10:23:44.894" v="2837" actId="478"/>
          <ac:grpSpMkLst>
            <pc:docMk/>
            <pc:sldMk cId="4139568702" sldId="619"/>
            <ac:grpSpMk id="1028" creationId="{082089DF-3EF8-42C0-BBD9-9609FA64DFD4}"/>
          </ac:grpSpMkLst>
        </pc:grpChg>
        <pc:grpChg chg="del">
          <ac:chgData name="Deepika Vatsa" userId="f7100972-27fe-4ee6-8fb4-ec9b7931b409" providerId="ADAL" clId="{F37C4974-F220-459F-95C5-71112429BD42}" dt="2022-09-19T10:23:40.917" v="2836" actId="478"/>
          <ac:grpSpMkLst>
            <pc:docMk/>
            <pc:sldMk cId="4139568702" sldId="619"/>
            <ac:grpSpMk id="1038" creationId="{51838E93-5FFF-41DE-9231-E77900C225DD}"/>
          </ac:grpSpMkLst>
        </pc:grpChg>
        <pc:grpChg chg="del">
          <ac:chgData name="Deepika Vatsa" userId="f7100972-27fe-4ee6-8fb4-ec9b7931b409" providerId="ADAL" clId="{F37C4974-F220-459F-95C5-71112429BD42}" dt="2022-09-19T10:23:40.917" v="2836" actId="478"/>
          <ac:grpSpMkLst>
            <pc:docMk/>
            <pc:sldMk cId="4139568702" sldId="619"/>
            <ac:grpSpMk id="1044" creationId="{6D37F5CB-1C0F-40C5-9AD0-D3BC7EBB955E}"/>
          </ac:grpSpMkLst>
        </pc:grpChg>
        <pc:grpChg chg="del">
          <ac:chgData name="Deepika Vatsa" userId="f7100972-27fe-4ee6-8fb4-ec9b7931b409" providerId="ADAL" clId="{F37C4974-F220-459F-95C5-71112429BD42}" dt="2022-09-19T10:23:40.917" v="2836" actId="478"/>
          <ac:grpSpMkLst>
            <pc:docMk/>
            <pc:sldMk cId="4139568702" sldId="619"/>
            <ac:grpSpMk id="1049" creationId="{DF9BB435-5FD6-4528-B26A-711B19AC9FCB}"/>
          </ac:grpSpMkLst>
        </pc:grpChg>
        <pc:grpChg chg="del">
          <ac:chgData name="Deepika Vatsa" userId="f7100972-27fe-4ee6-8fb4-ec9b7931b409" providerId="ADAL" clId="{F37C4974-F220-459F-95C5-71112429BD42}" dt="2022-09-19T10:23:40.917" v="2836" actId="478"/>
          <ac:grpSpMkLst>
            <pc:docMk/>
            <pc:sldMk cId="4139568702" sldId="619"/>
            <ac:grpSpMk id="1060" creationId="{6F2A8F7F-070C-4051-BD51-692999D5A4DA}"/>
          </ac:grpSpMkLst>
        </pc:grpChg>
        <pc:grpChg chg="del">
          <ac:chgData name="Deepika Vatsa" userId="f7100972-27fe-4ee6-8fb4-ec9b7931b409" providerId="ADAL" clId="{F37C4974-F220-459F-95C5-71112429BD42}" dt="2022-09-19T10:23:48.696" v="2838" actId="478"/>
          <ac:grpSpMkLst>
            <pc:docMk/>
            <pc:sldMk cId="4139568702" sldId="619"/>
            <ac:grpSpMk id="1092" creationId="{90D2D0EB-A669-4B2C-8CF2-7D1F5BD836F2}"/>
          </ac:grpSpMkLst>
        </pc:grpChg>
        <pc:grpChg chg="del">
          <ac:chgData name="Deepika Vatsa" userId="f7100972-27fe-4ee6-8fb4-ec9b7931b409" providerId="ADAL" clId="{F37C4974-F220-459F-95C5-71112429BD42}" dt="2022-09-19T10:23:40.917" v="2836" actId="478"/>
          <ac:grpSpMkLst>
            <pc:docMk/>
            <pc:sldMk cId="4139568702" sldId="619"/>
            <ac:grpSpMk id="1101" creationId="{E501806F-FFC8-4CC6-88C1-3C88CFFDF106}"/>
          </ac:grpSpMkLst>
        </pc:grpChg>
        <pc:grpChg chg="del">
          <ac:chgData name="Deepika Vatsa" userId="f7100972-27fe-4ee6-8fb4-ec9b7931b409" providerId="ADAL" clId="{F37C4974-F220-459F-95C5-71112429BD42}" dt="2022-09-19T10:23:40.917" v="2836" actId="478"/>
          <ac:grpSpMkLst>
            <pc:docMk/>
            <pc:sldMk cId="4139568702" sldId="619"/>
            <ac:grpSpMk id="1102" creationId="{DA6CE2A8-12DC-458D-AA4C-14015FAD0D68}"/>
          </ac:grpSpMkLst>
        </pc:grpChg>
        <pc:grpChg chg="del">
          <ac:chgData name="Deepika Vatsa" userId="f7100972-27fe-4ee6-8fb4-ec9b7931b409" providerId="ADAL" clId="{F37C4974-F220-459F-95C5-71112429BD42}" dt="2022-09-19T10:23:40.917" v="2836" actId="478"/>
          <ac:grpSpMkLst>
            <pc:docMk/>
            <pc:sldMk cId="4139568702" sldId="619"/>
            <ac:grpSpMk id="1108" creationId="{AA019F09-97C6-412A-A7DD-6608047A492E}"/>
          </ac:grpSpMkLst>
        </pc:grpChg>
        <pc:grpChg chg="del">
          <ac:chgData name="Deepika Vatsa" userId="f7100972-27fe-4ee6-8fb4-ec9b7931b409" providerId="ADAL" clId="{F37C4974-F220-459F-95C5-71112429BD42}" dt="2022-09-19T10:23:40.917" v="2836" actId="478"/>
          <ac:grpSpMkLst>
            <pc:docMk/>
            <pc:sldMk cId="4139568702" sldId="619"/>
            <ac:grpSpMk id="1109" creationId="{045FD20A-E872-4089-A6AD-6D4B6950282C}"/>
          </ac:grpSpMkLst>
        </pc:grpChg>
        <pc:picChg chg="add mod">
          <ac:chgData name="Deepika Vatsa" userId="f7100972-27fe-4ee6-8fb4-ec9b7931b409" providerId="ADAL" clId="{F37C4974-F220-459F-95C5-71112429BD42}" dt="2022-09-19T10:24:06.175" v="2841" actId="1076"/>
          <ac:picMkLst>
            <pc:docMk/>
            <pc:sldMk cId="4139568702" sldId="619"/>
            <ac:picMk id="136" creationId="{2AF5ED32-0FE0-402B-BA12-64035DB95682}"/>
          </ac:picMkLst>
        </pc:picChg>
        <pc:inkChg chg="del">
          <ac:chgData name="Deepika Vatsa" userId="f7100972-27fe-4ee6-8fb4-ec9b7931b409" providerId="ADAL" clId="{F37C4974-F220-459F-95C5-71112429BD42}" dt="2022-09-19T10:23:40.917" v="2836" actId="478"/>
          <ac:inkMkLst>
            <pc:docMk/>
            <pc:sldMk cId="4139568702" sldId="619"/>
            <ac:inkMk id="3" creationId="{3937D611-702E-4B27-84FD-10089D3C310B}"/>
          </ac:inkMkLst>
        </pc:inkChg>
        <pc:inkChg chg="add">
          <ac:chgData name="Deepika Vatsa" userId="f7100972-27fe-4ee6-8fb4-ec9b7931b409" providerId="ADAL" clId="{F37C4974-F220-459F-95C5-71112429BD42}" dt="2022-09-19T10:29:16.235" v="3539" actId="9405"/>
          <ac:inkMkLst>
            <pc:docMk/>
            <pc:sldMk cId="4139568702" sldId="619"/>
            <ac:inkMk id="5" creationId="{EC152C07-5002-4C93-A70B-E5DC2E32CBE0}"/>
          </ac:inkMkLst>
        </pc:inkChg>
        <pc:inkChg chg="add mod">
          <ac:chgData name="Deepika Vatsa" userId="f7100972-27fe-4ee6-8fb4-ec9b7931b409" providerId="ADAL" clId="{F37C4974-F220-459F-95C5-71112429BD42}" dt="2022-09-19T10:29:22.711" v="3543"/>
          <ac:inkMkLst>
            <pc:docMk/>
            <pc:sldMk cId="4139568702" sldId="619"/>
            <ac:inkMk id="9" creationId="{85BA9526-8C34-4611-A7E8-5B885D8FA4B4}"/>
          </ac:inkMkLst>
        </pc:inkChg>
        <pc:inkChg chg="del">
          <ac:chgData name="Deepika Vatsa" userId="f7100972-27fe-4ee6-8fb4-ec9b7931b409" providerId="ADAL" clId="{F37C4974-F220-459F-95C5-71112429BD42}" dt="2022-09-19T10:23:40.917" v="2836" actId="478"/>
          <ac:inkMkLst>
            <pc:docMk/>
            <pc:sldMk cId="4139568702" sldId="619"/>
            <ac:inkMk id="14" creationId="{AC9BD753-8D11-4E87-9B6E-EE3B1AF3A31C}"/>
          </ac:inkMkLst>
        </pc:inkChg>
        <pc:inkChg chg="add mod">
          <ac:chgData name="Deepika Vatsa" userId="f7100972-27fe-4ee6-8fb4-ec9b7931b409" providerId="ADAL" clId="{F37C4974-F220-459F-95C5-71112429BD42}" dt="2022-09-19T10:29:22.711" v="3543"/>
          <ac:inkMkLst>
            <pc:docMk/>
            <pc:sldMk cId="4139568702" sldId="619"/>
            <ac:inkMk id="23" creationId="{E710CCF8-3651-4AE6-AE68-8B047CA0BE6E}"/>
          </ac:inkMkLst>
        </pc:inkChg>
        <pc:inkChg chg="add">
          <ac:chgData name="Deepika Vatsa" userId="f7100972-27fe-4ee6-8fb4-ec9b7931b409" providerId="ADAL" clId="{F37C4974-F220-459F-95C5-71112429BD42}" dt="2022-09-19T10:29:21.835" v="3542" actId="9405"/>
          <ac:inkMkLst>
            <pc:docMk/>
            <pc:sldMk cId="4139568702" sldId="619"/>
            <ac:inkMk id="37" creationId="{BEFA85C1-2F69-4A98-B501-990E368C8200}"/>
          </ac:inkMkLst>
        </pc:inkChg>
        <pc:inkChg chg="del">
          <ac:chgData name="Deepika Vatsa" userId="f7100972-27fe-4ee6-8fb4-ec9b7931b409" providerId="ADAL" clId="{F37C4974-F220-459F-95C5-71112429BD42}" dt="2022-09-19T10:23:48.696" v="2838" actId="478"/>
          <ac:inkMkLst>
            <pc:docMk/>
            <pc:sldMk cId="4139568702" sldId="619"/>
            <ac:inkMk id="55" creationId="{4152F260-19EA-4630-83D8-0C9F5C47B26D}"/>
          </ac:inkMkLst>
        </pc:inkChg>
        <pc:inkChg chg="del">
          <ac:chgData name="Deepika Vatsa" userId="f7100972-27fe-4ee6-8fb4-ec9b7931b409" providerId="ADAL" clId="{F37C4974-F220-459F-95C5-71112429BD42}" dt="2022-09-19T10:23:40.917" v="2836" actId="478"/>
          <ac:inkMkLst>
            <pc:docMk/>
            <pc:sldMk cId="4139568702" sldId="619"/>
            <ac:inkMk id="1093" creationId="{C90E2123-AA3F-4705-BE66-BE8B265D04B6}"/>
          </ac:inkMkLst>
        </pc:inkChg>
      </pc:sldChg>
      <pc:sldChg chg="addSp delSp modSp add mod">
        <pc:chgData name="Deepika Vatsa" userId="f7100972-27fe-4ee6-8fb4-ec9b7931b409" providerId="ADAL" clId="{F37C4974-F220-459F-95C5-71112429BD42}" dt="2022-09-19T17:16:14.625" v="3900" actId="20577"/>
        <pc:sldMkLst>
          <pc:docMk/>
          <pc:sldMk cId="248992767" sldId="620"/>
        </pc:sldMkLst>
        <pc:spChg chg="mod">
          <ac:chgData name="Deepika Vatsa" userId="f7100972-27fe-4ee6-8fb4-ec9b7931b409" providerId="ADAL" clId="{F37C4974-F220-459F-95C5-71112429BD42}" dt="2022-09-19T17:16:14.625" v="3900" actId="20577"/>
          <ac:spMkLst>
            <pc:docMk/>
            <pc:sldMk cId="248992767" sldId="620"/>
            <ac:spMk id="2" creationId="{6167DC2D-0072-445E-8CB3-E53407061CE7}"/>
          </ac:spMkLst>
        </pc:spChg>
        <pc:spChg chg="add del mod">
          <ac:chgData name="Deepika Vatsa" userId="f7100972-27fe-4ee6-8fb4-ec9b7931b409" providerId="ADAL" clId="{F37C4974-F220-459F-95C5-71112429BD42}" dt="2022-09-19T17:13:54.296" v="3840" actId="26606"/>
          <ac:spMkLst>
            <pc:docMk/>
            <pc:sldMk cId="248992767" sldId="620"/>
            <ac:spMk id="11" creationId="{9F5D1653-CA60-43A9-B8A2-156757479F5A}"/>
          </ac:spMkLst>
        </pc:spChg>
        <pc:spChg chg="add del">
          <ac:chgData name="Deepika Vatsa" userId="f7100972-27fe-4ee6-8fb4-ec9b7931b409" providerId="ADAL" clId="{F37C4974-F220-459F-95C5-71112429BD42}" dt="2022-09-19T17:13:54.296" v="3840" actId="26606"/>
          <ac:spMkLst>
            <pc:docMk/>
            <pc:sldMk cId="248992767" sldId="620"/>
            <ac:spMk id="15" creationId="{A8384FB5-9ADC-4DDC-881B-597D56F5B15D}"/>
          </ac:spMkLst>
        </pc:spChg>
        <pc:spChg chg="add del">
          <ac:chgData name="Deepika Vatsa" userId="f7100972-27fe-4ee6-8fb4-ec9b7931b409" providerId="ADAL" clId="{F37C4974-F220-459F-95C5-71112429BD42}" dt="2022-09-19T17:13:54.296" v="3840" actId="26606"/>
          <ac:spMkLst>
            <pc:docMk/>
            <pc:sldMk cId="248992767" sldId="620"/>
            <ac:spMk id="17" creationId="{1199E1B1-A8C0-4FE8-A5A8-1CB41D69F857}"/>
          </ac:spMkLst>
        </pc:spChg>
        <pc:spChg chg="add del">
          <ac:chgData name="Deepika Vatsa" userId="f7100972-27fe-4ee6-8fb4-ec9b7931b409" providerId="ADAL" clId="{F37C4974-F220-459F-95C5-71112429BD42}" dt="2022-09-19T17:13:54.296" v="3840" actId="26606"/>
          <ac:spMkLst>
            <pc:docMk/>
            <pc:sldMk cId="248992767" sldId="620"/>
            <ac:spMk id="19" creationId="{84A8DE83-DE75-4B41-9DB4-A7EC0B0DEC0B}"/>
          </ac:spMkLst>
        </pc:spChg>
        <pc:spChg chg="add del">
          <ac:chgData name="Deepika Vatsa" userId="f7100972-27fe-4ee6-8fb4-ec9b7931b409" providerId="ADAL" clId="{F37C4974-F220-459F-95C5-71112429BD42}" dt="2022-09-19T17:13:54.296" v="3840" actId="26606"/>
          <ac:spMkLst>
            <pc:docMk/>
            <pc:sldMk cId="248992767" sldId="620"/>
            <ac:spMk id="21" creationId="{A7009A0A-BEF5-4EAC-AF15-E4F9F002E239}"/>
          </ac:spMkLst>
        </pc:spChg>
        <pc:spChg chg="add del">
          <ac:chgData name="Deepika Vatsa" userId="f7100972-27fe-4ee6-8fb4-ec9b7931b409" providerId="ADAL" clId="{F37C4974-F220-459F-95C5-71112429BD42}" dt="2022-09-19T17:13:54.265" v="3839" actId="26606"/>
          <ac:spMkLst>
            <pc:docMk/>
            <pc:sldMk cId="248992767" sldId="620"/>
            <ac:spMk id="27" creationId="{BACC6370-2D7E-4714-9D71-7542949D7D5D}"/>
          </ac:spMkLst>
        </pc:spChg>
        <pc:spChg chg="add del">
          <ac:chgData name="Deepika Vatsa" userId="f7100972-27fe-4ee6-8fb4-ec9b7931b409" providerId="ADAL" clId="{F37C4974-F220-459F-95C5-71112429BD42}" dt="2022-09-19T17:13:54.265" v="3839" actId="26606"/>
          <ac:spMkLst>
            <pc:docMk/>
            <pc:sldMk cId="248992767" sldId="620"/>
            <ac:spMk id="29" creationId="{F68B3F68-107C-434F-AA38-110D5EA91B85}"/>
          </ac:spMkLst>
        </pc:spChg>
        <pc:spChg chg="add del">
          <ac:chgData name="Deepika Vatsa" userId="f7100972-27fe-4ee6-8fb4-ec9b7931b409" providerId="ADAL" clId="{F37C4974-F220-459F-95C5-71112429BD42}" dt="2022-09-19T17:13:54.265" v="3839" actId="26606"/>
          <ac:spMkLst>
            <pc:docMk/>
            <pc:sldMk cId="248992767" sldId="620"/>
            <ac:spMk id="31" creationId="{AAD0DBB9-1A4B-4391-81D4-CB19F9AB918A}"/>
          </ac:spMkLst>
        </pc:spChg>
        <pc:spChg chg="add del">
          <ac:chgData name="Deepika Vatsa" userId="f7100972-27fe-4ee6-8fb4-ec9b7931b409" providerId="ADAL" clId="{F37C4974-F220-459F-95C5-71112429BD42}" dt="2022-09-19T17:13:54.265" v="3839" actId="26606"/>
          <ac:spMkLst>
            <pc:docMk/>
            <pc:sldMk cId="248992767" sldId="620"/>
            <ac:spMk id="33" creationId="{063BBA22-50EA-4C4D-BE05-F1CE4E63AA56}"/>
          </ac:spMkLst>
        </pc:spChg>
        <pc:spChg chg="add mod">
          <ac:chgData name="Deepika Vatsa" userId="f7100972-27fe-4ee6-8fb4-ec9b7931b409" providerId="ADAL" clId="{F37C4974-F220-459F-95C5-71112429BD42}" dt="2022-09-19T17:15:35.640" v="3872" actId="21"/>
          <ac:spMkLst>
            <pc:docMk/>
            <pc:sldMk cId="248992767" sldId="620"/>
            <ac:spMk id="35" creationId="{9F5D1653-CA60-43A9-B8A2-156757479F5A}"/>
          </ac:spMkLst>
        </pc:spChg>
        <pc:graphicFrameChg chg="add del">
          <ac:chgData name="Deepika Vatsa" userId="f7100972-27fe-4ee6-8fb4-ec9b7931b409" providerId="ADAL" clId="{F37C4974-F220-459F-95C5-71112429BD42}" dt="2022-09-19T17:13:54.265" v="3839" actId="26606"/>
          <ac:graphicFrameMkLst>
            <pc:docMk/>
            <pc:sldMk cId="248992767" sldId="620"/>
            <ac:graphicFrameMk id="23" creationId="{6F479ABA-0D21-75FB-AACE-88573A54A670}"/>
          </ac:graphicFrameMkLst>
        </pc:graphicFrameChg>
        <pc:picChg chg="add">
          <ac:chgData name="Deepika Vatsa" userId="f7100972-27fe-4ee6-8fb4-ec9b7931b409" providerId="ADAL" clId="{F37C4974-F220-459F-95C5-71112429BD42}" dt="2022-09-19T17:13:54.296" v="3840" actId="26606"/>
          <ac:picMkLst>
            <pc:docMk/>
            <pc:sldMk cId="248992767" sldId="620"/>
            <ac:picMk id="36" creationId="{37A40A9B-EEDD-4D14-5F86-5F3A9A9A53EC}"/>
          </ac:picMkLst>
        </pc:picChg>
      </pc:sldChg>
      <pc:sldChg chg="modSp add mod">
        <pc:chgData name="Deepika Vatsa" userId="f7100972-27fe-4ee6-8fb4-ec9b7931b409" providerId="ADAL" clId="{F37C4974-F220-459F-95C5-71112429BD42}" dt="2022-09-19T17:14:36.206" v="3871" actId="20577"/>
        <pc:sldMkLst>
          <pc:docMk/>
          <pc:sldMk cId="1702655801" sldId="621"/>
        </pc:sldMkLst>
        <pc:spChg chg="mod">
          <ac:chgData name="Deepika Vatsa" userId="f7100972-27fe-4ee6-8fb4-ec9b7931b409" providerId="ADAL" clId="{F37C4974-F220-459F-95C5-71112429BD42}" dt="2022-09-19T17:14:36.206" v="3871" actId="20577"/>
          <ac:spMkLst>
            <pc:docMk/>
            <pc:sldMk cId="1702655801" sldId="621"/>
            <ac:spMk id="2" creationId="{6167DC2D-0072-445E-8CB3-E53407061CE7}"/>
          </ac:spMkLst>
        </pc:spChg>
      </pc:sldChg>
      <pc:sldChg chg="modSp add mod">
        <pc:chgData name="Deepika Vatsa" userId="f7100972-27fe-4ee6-8fb4-ec9b7931b409" providerId="ADAL" clId="{F37C4974-F220-459F-95C5-71112429BD42}" dt="2022-09-19T17:16:32.973" v="3910" actId="20577"/>
        <pc:sldMkLst>
          <pc:docMk/>
          <pc:sldMk cId="907509912" sldId="622"/>
        </pc:sldMkLst>
        <pc:spChg chg="mod">
          <ac:chgData name="Deepika Vatsa" userId="f7100972-27fe-4ee6-8fb4-ec9b7931b409" providerId="ADAL" clId="{F37C4974-F220-459F-95C5-71112429BD42}" dt="2022-09-19T17:16:32.973" v="3910" actId="20577"/>
          <ac:spMkLst>
            <pc:docMk/>
            <pc:sldMk cId="907509912" sldId="622"/>
            <ac:spMk id="2" creationId="{6167DC2D-0072-445E-8CB3-E53407061CE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7F3BA-5C2C-4447-B995-54F683C0930A}" type="datetimeFigureOut">
              <a:rPr lang="en-IN" smtClean="0"/>
              <a:t>27-02-2023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4216B5-ABB0-425F-AA84-B4A3AD6D932D}" type="slidenum">
              <a:rPr lang="en-IN" smtClean="0"/>
              <a:t>‹#›</a:t>
            </a:fld>
            <a:endParaRPr lang="en-IN"/>
          </a:p>
        </p:txBody>
      </p:sp>
    </p:spTree>
    <p:extLst>
      <p:ext uri="{BB962C8B-B14F-4D97-AF65-F5344CB8AC3E}">
        <p14:creationId xmlns:p14="http://schemas.microsoft.com/office/powerpoint/2010/main" val="2730825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are telling our network to not rely on those neurons too much.</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3</a:t>
            </a:fld>
            <a:endParaRPr lang="en-IN"/>
          </a:p>
        </p:txBody>
      </p:sp>
    </p:spTree>
    <p:extLst>
      <p:ext uri="{BB962C8B-B14F-4D97-AF65-F5344CB8AC3E}">
        <p14:creationId xmlns:p14="http://schemas.microsoft.com/office/powerpoint/2010/main" val="4091001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helps in learning different pathways in our network which will further help to generalize the model.</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4</a:t>
            </a:fld>
            <a:endParaRPr lang="en-IN"/>
          </a:p>
        </p:txBody>
      </p:sp>
    </p:spTree>
    <p:extLst>
      <p:ext uri="{BB962C8B-B14F-4D97-AF65-F5344CB8AC3E}">
        <p14:creationId xmlns:p14="http://schemas.microsoft.com/office/powerpoint/2010/main" val="3677204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helps in learning different pathways in our network which will further help to generalize the model.</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5</a:t>
            </a:fld>
            <a:endParaRPr lang="en-IN"/>
          </a:p>
        </p:txBody>
      </p:sp>
    </p:spTree>
    <p:extLst>
      <p:ext uri="{BB962C8B-B14F-4D97-AF65-F5344CB8AC3E}">
        <p14:creationId xmlns:p14="http://schemas.microsoft.com/office/powerpoint/2010/main" val="4044229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know in overfitting, our model performs very good on training data but very badly on our test data. So in this case of regularization, what we do is we create a small set from training and call it our example test set. So initially our model works good on both training and test set (that is loss decreases), but after certain num of iterations it increases for test set while decreases for the training set. The pattern of divergence continue for further training iterations. We will figure out a point where the test loss is minimum and we will stop there. That would be the best model for generalization.</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6</a:t>
            </a:fld>
            <a:endParaRPr lang="en-IN"/>
          </a:p>
        </p:txBody>
      </p:sp>
    </p:spTree>
    <p:extLst>
      <p:ext uri="{BB962C8B-B14F-4D97-AF65-F5344CB8AC3E}">
        <p14:creationId xmlns:p14="http://schemas.microsoft.com/office/powerpoint/2010/main" val="961103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know in overfitting, our model performs very good on training data but very badly on our test data. So in this case of regularization, what we do is we create a small set from training and call it our example test set. So initially our model works good on both training and test set (that is loss decreases), but after certain num of iterations it increases for test set while decreases for the training set. The pattern of divergence continue for further training iterations. We will figure out a point where the test loss is minimum and we will stop there. That would be the best model for generalization.</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7</a:t>
            </a:fld>
            <a:endParaRPr lang="en-IN"/>
          </a:p>
        </p:txBody>
      </p:sp>
    </p:spTree>
    <p:extLst>
      <p:ext uri="{BB962C8B-B14F-4D97-AF65-F5344CB8AC3E}">
        <p14:creationId xmlns:p14="http://schemas.microsoft.com/office/powerpoint/2010/main" val="2101753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know in overfitting, our model performs very good on training data but very badly on our test data. So in this case of regularization, what we do is we create a small set from training and call it our example test set. So initially our model works good on both training and test set (that is loss decreases), but after certain num of iterations it increases for test set while decreases for the training set. The pattern of divergence continue for further training iterations. We will figure out a point where the test loss is minimum and we will stop there. That would be the best model for generalization.</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8</a:t>
            </a:fld>
            <a:endParaRPr lang="en-IN"/>
          </a:p>
        </p:txBody>
      </p:sp>
    </p:spTree>
    <p:extLst>
      <p:ext uri="{BB962C8B-B14F-4D97-AF65-F5344CB8AC3E}">
        <p14:creationId xmlns:p14="http://schemas.microsoft.com/office/powerpoint/2010/main" val="193998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know in overfitting, our model performs very good on training data but very badly on our test data. So in this case of regularization, what we do is we create a small set from training and call it our example test set. So initially our model works good on both training and test set (that is loss decreases), but after certain num of iterations it increases for test set while decreases for the training set. The pattern of divergence continue for further training iterations. We will figure out a point where the test loss is minimum and we will stop there. That would be the best model for generalization.</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9</a:t>
            </a:fld>
            <a:endParaRPr lang="en-IN"/>
          </a:p>
        </p:txBody>
      </p:sp>
    </p:spTree>
    <p:extLst>
      <p:ext uri="{BB962C8B-B14F-4D97-AF65-F5344CB8AC3E}">
        <p14:creationId xmlns:p14="http://schemas.microsoft.com/office/powerpoint/2010/main" val="1826026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A3B9-BE6F-4374-BDF3-400B9B9FE3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8F4F42-B551-4BE5-B5C7-CDE6B8890F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536BA3-8FFA-4E3E-9D01-CF39C8564C98}"/>
              </a:ext>
            </a:extLst>
          </p:cNvPr>
          <p:cNvSpPr>
            <a:spLocks noGrp="1"/>
          </p:cNvSpPr>
          <p:nvPr>
            <p:ph type="dt" sz="half" idx="10"/>
          </p:nvPr>
        </p:nvSpPr>
        <p:spPr/>
        <p:txBody>
          <a:bodyPr/>
          <a:lstStyle/>
          <a:p>
            <a:fld id="{9AA35E2B-BA71-4A17-93CC-6FFD507357E5}" type="datetimeFigureOut">
              <a:rPr lang="en-IN" smtClean="0"/>
              <a:t>27-02-2023</a:t>
            </a:fld>
            <a:endParaRPr lang="en-IN"/>
          </a:p>
        </p:txBody>
      </p:sp>
      <p:sp>
        <p:nvSpPr>
          <p:cNvPr id="5" name="Footer Placeholder 4">
            <a:extLst>
              <a:ext uri="{FF2B5EF4-FFF2-40B4-BE49-F238E27FC236}">
                <a16:creationId xmlns:a16="http://schemas.microsoft.com/office/drawing/2014/main" id="{CF78811A-5408-4898-817A-4A751207BC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CD568E-90C1-40A4-82E5-8A1D653FA2A2}"/>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941135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DFD6-583B-4BF2-8E00-D2F035A7D1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54F78C-FB62-4FCC-8814-A33971571F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D4E0A4-1872-41DF-BCB6-7874FF36E75D}"/>
              </a:ext>
            </a:extLst>
          </p:cNvPr>
          <p:cNvSpPr>
            <a:spLocks noGrp="1"/>
          </p:cNvSpPr>
          <p:nvPr>
            <p:ph type="dt" sz="half" idx="10"/>
          </p:nvPr>
        </p:nvSpPr>
        <p:spPr/>
        <p:txBody>
          <a:bodyPr/>
          <a:lstStyle/>
          <a:p>
            <a:fld id="{9AA35E2B-BA71-4A17-93CC-6FFD507357E5}" type="datetimeFigureOut">
              <a:rPr lang="en-IN" smtClean="0"/>
              <a:t>27-02-2023</a:t>
            </a:fld>
            <a:endParaRPr lang="en-IN"/>
          </a:p>
        </p:txBody>
      </p:sp>
      <p:sp>
        <p:nvSpPr>
          <p:cNvPr id="5" name="Footer Placeholder 4">
            <a:extLst>
              <a:ext uri="{FF2B5EF4-FFF2-40B4-BE49-F238E27FC236}">
                <a16:creationId xmlns:a16="http://schemas.microsoft.com/office/drawing/2014/main" id="{B76F2F0F-4D4C-4326-B392-A84870F8C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9977BE-CDA3-4BB8-A148-FDDB789E172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918827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5F3A-91EA-439B-8570-E19C063F8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7EAF32-3040-43B5-A381-E05587793F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A1A0D-FDD4-45C4-957B-ABF55D1C84A7}"/>
              </a:ext>
            </a:extLst>
          </p:cNvPr>
          <p:cNvSpPr>
            <a:spLocks noGrp="1"/>
          </p:cNvSpPr>
          <p:nvPr>
            <p:ph type="dt" sz="half" idx="10"/>
          </p:nvPr>
        </p:nvSpPr>
        <p:spPr/>
        <p:txBody>
          <a:bodyPr/>
          <a:lstStyle/>
          <a:p>
            <a:fld id="{9AA35E2B-BA71-4A17-93CC-6FFD507357E5}" type="datetimeFigureOut">
              <a:rPr lang="en-IN" smtClean="0"/>
              <a:t>27-02-2023</a:t>
            </a:fld>
            <a:endParaRPr lang="en-IN"/>
          </a:p>
        </p:txBody>
      </p:sp>
      <p:sp>
        <p:nvSpPr>
          <p:cNvPr id="5" name="Footer Placeholder 4">
            <a:extLst>
              <a:ext uri="{FF2B5EF4-FFF2-40B4-BE49-F238E27FC236}">
                <a16:creationId xmlns:a16="http://schemas.microsoft.com/office/drawing/2014/main" id="{80B644C8-C890-409E-A5B5-56DF8C1BBA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2AB4C4-E96D-4169-80F2-CF65804C3FAD}"/>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120088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174D9-23FA-4A48-B949-ECE2E4BC0A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CC65DB-B714-4CB5-95CF-0C7A69A257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D6763A-29AB-45DA-ABB6-379F893018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B2DD46-407B-4CF9-83DA-2D7CEAE87335}"/>
              </a:ext>
            </a:extLst>
          </p:cNvPr>
          <p:cNvSpPr>
            <a:spLocks noGrp="1"/>
          </p:cNvSpPr>
          <p:nvPr>
            <p:ph type="dt" sz="half" idx="10"/>
          </p:nvPr>
        </p:nvSpPr>
        <p:spPr/>
        <p:txBody>
          <a:bodyPr/>
          <a:lstStyle/>
          <a:p>
            <a:fld id="{9AA35E2B-BA71-4A17-93CC-6FFD507357E5}" type="datetimeFigureOut">
              <a:rPr lang="en-IN" smtClean="0"/>
              <a:t>27-02-2023</a:t>
            </a:fld>
            <a:endParaRPr lang="en-IN"/>
          </a:p>
        </p:txBody>
      </p:sp>
      <p:sp>
        <p:nvSpPr>
          <p:cNvPr id="6" name="Footer Placeholder 5">
            <a:extLst>
              <a:ext uri="{FF2B5EF4-FFF2-40B4-BE49-F238E27FC236}">
                <a16:creationId xmlns:a16="http://schemas.microsoft.com/office/drawing/2014/main" id="{155FF541-847C-4A35-A20B-9F98DFD694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1CB10C-2D9E-418E-988E-EB84A90D1AF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939011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6ED0-5BB3-43AD-80D7-BDB8947119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B773D4-C688-40BC-8B2F-E8A603A433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EE05E1-9B06-401E-BD9E-8CAED9E9B3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72E848-EE48-4E51-8488-BE4E4C9C6A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7BD559-2FDF-4EB9-BFB6-FA3CD30BA5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827978-435D-41F4-8350-E5D1A28BD177}"/>
              </a:ext>
            </a:extLst>
          </p:cNvPr>
          <p:cNvSpPr>
            <a:spLocks noGrp="1"/>
          </p:cNvSpPr>
          <p:nvPr>
            <p:ph type="dt" sz="half" idx="10"/>
          </p:nvPr>
        </p:nvSpPr>
        <p:spPr/>
        <p:txBody>
          <a:bodyPr/>
          <a:lstStyle/>
          <a:p>
            <a:fld id="{9AA35E2B-BA71-4A17-93CC-6FFD507357E5}" type="datetimeFigureOut">
              <a:rPr lang="en-IN" smtClean="0"/>
              <a:t>27-02-2023</a:t>
            </a:fld>
            <a:endParaRPr lang="en-IN"/>
          </a:p>
        </p:txBody>
      </p:sp>
      <p:sp>
        <p:nvSpPr>
          <p:cNvPr id="8" name="Footer Placeholder 7">
            <a:extLst>
              <a:ext uri="{FF2B5EF4-FFF2-40B4-BE49-F238E27FC236}">
                <a16:creationId xmlns:a16="http://schemas.microsoft.com/office/drawing/2014/main" id="{68AD9FA8-82D1-4D5D-95EB-639F96FD74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E0290A-324B-42CA-B0EB-7725364EB4BC}"/>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762579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5F9E-D9C7-4DB9-B11A-FD7E05B480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7F12A-59AD-4B11-A120-8BD75DD6CDEC}"/>
              </a:ext>
            </a:extLst>
          </p:cNvPr>
          <p:cNvSpPr>
            <a:spLocks noGrp="1"/>
          </p:cNvSpPr>
          <p:nvPr>
            <p:ph type="dt" sz="half" idx="10"/>
          </p:nvPr>
        </p:nvSpPr>
        <p:spPr/>
        <p:txBody>
          <a:bodyPr/>
          <a:lstStyle/>
          <a:p>
            <a:fld id="{9AA35E2B-BA71-4A17-93CC-6FFD507357E5}" type="datetimeFigureOut">
              <a:rPr lang="en-IN" smtClean="0"/>
              <a:t>27-02-2023</a:t>
            </a:fld>
            <a:endParaRPr lang="en-IN"/>
          </a:p>
        </p:txBody>
      </p:sp>
      <p:sp>
        <p:nvSpPr>
          <p:cNvPr id="4" name="Footer Placeholder 3">
            <a:extLst>
              <a:ext uri="{FF2B5EF4-FFF2-40B4-BE49-F238E27FC236}">
                <a16:creationId xmlns:a16="http://schemas.microsoft.com/office/drawing/2014/main" id="{A4D1C11B-A445-4EDE-896C-BA63748251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1BCCA4-5374-483F-A862-6A28DBC8BE5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994216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CCD08-A2DD-46ED-A859-954CFAED48E7}"/>
              </a:ext>
            </a:extLst>
          </p:cNvPr>
          <p:cNvSpPr>
            <a:spLocks noGrp="1"/>
          </p:cNvSpPr>
          <p:nvPr>
            <p:ph type="dt" sz="half" idx="10"/>
          </p:nvPr>
        </p:nvSpPr>
        <p:spPr/>
        <p:txBody>
          <a:bodyPr/>
          <a:lstStyle/>
          <a:p>
            <a:fld id="{9AA35E2B-BA71-4A17-93CC-6FFD507357E5}" type="datetimeFigureOut">
              <a:rPr lang="en-IN" smtClean="0"/>
              <a:t>27-02-2023</a:t>
            </a:fld>
            <a:endParaRPr lang="en-IN"/>
          </a:p>
        </p:txBody>
      </p:sp>
      <p:sp>
        <p:nvSpPr>
          <p:cNvPr id="3" name="Footer Placeholder 2">
            <a:extLst>
              <a:ext uri="{FF2B5EF4-FFF2-40B4-BE49-F238E27FC236}">
                <a16:creationId xmlns:a16="http://schemas.microsoft.com/office/drawing/2014/main" id="{26D94C68-DD22-491B-B3E6-9819074959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C85A6D-3274-4CB8-A937-8143C3EFFB2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368306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414F3-8D9B-4EDE-A35C-D4C8FDB037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4BD596-DCD3-4689-88EA-753D7CE2A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2F5BC4-5C19-4E76-9AFD-118950409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D4FA46-99F6-4976-A3DD-EF9C026F3323}"/>
              </a:ext>
            </a:extLst>
          </p:cNvPr>
          <p:cNvSpPr>
            <a:spLocks noGrp="1"/>
          </p:cNvSpPr>
          <p:nvPr>
            <p:ph type="dt" sz="half" idx="10"/>
          </p:nvPr>
        </p:nvSpPr>
        <p:spPr/>
        <p:txBody>
          <a:bodyPr/>
          <a:lstStyle/>
          <a:p>
            <a:fld id="{9AA35E2B-BA71-4A17-93CC-6FFD507357E5}" type="datetimeFigureOut">
              <a:rPr lang="en-IN" smtClean="0"/>
              <a:t>27-02-2023</a:t>
            </a:fld>
            <a:endParaRPr lang="en-IN"/>
          </a:p>
        </p:txBody>
      </p:sp>
      <p:sp>
        <p:nvSpPr>
          <p:cNvPr id="6" name="Footer Placeholder 5">
            <a:extLst>
              <a:ext uri="{FF2B5EF4-FFF2-40B4-BE49-F238E27FC236}">
                <a16:creationId xmlns:a16="http://schemas.microsoft.com/office/drawing/2014/main" id="{90B95AC3-B698-4E3E-9BDB-C0DDA5564D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2B085A-EEEF-40F7-A254-E4F040F40AAF}"/>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044753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74550-FA08-4155-A6F9-ACBDBD17A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66E897-6238-4A10-9778-F319095259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158CEB-5FD2-4FA1-AD9A-10C129FEC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EE6AEA-26BC-4E23-B81D-95B7DDAC1853}"/>
              </a:ext>
            </a:extLst>
          </p:cNvPr>
          <p:cNvSpPr>
            <a:spLocks noGrp="1"/>
          </p:cNvSpPr>
          <p:nvPr>
            <p:ph type="dt" sz="half" idx="10"/>
          </p:nvPr>
        </p:nvSpPr>
        <p:spPr/>
        <p:txBody>
          <a:bodyPr/>
          <a:lstStyle/>
          <a:p>
            <a:fld id="{9AA35E2B-BA71-4A17-93CC-6FFD507357E5}" type="datetimeFigureOut">
              <a:rPr lang="en-IN" smtClean="0"/>
              <a:t>27-02-2023</a:t>
            </a:fld>
            <a:endParaRPr lang="en-IN"/>
          </a:p>
        </p:txBody>
      </p:sp>
      <p:sp>
        <p:nvSpPr>
          <p:cNvPr id="6" name="Footer Placeholder 5">
            <a:extLst>
              <a:ext uri="{FF2B5EF4-FFF2-40B4-BE49-F238E27FC236}">
                <a16:creationId xmlns:a16="http://schemas.microsoft.com/office/drawing/2014/main" id="{008E1477-4CB6-4AF4-A2E6-37014E46DB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E495C4-965F-4076-9E43-8092B47C351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131284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AC57B-87B8-497A-AA4D-A49F6741F6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50BE63-1404-4216-B024-2EC94D784F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73B622-DBE5-4B58-A13B-18684B84BA3C}"/>
              </a:ext>
            </a:extLst>
          </p:cNvPr>
          <p:cNvSpPr>
            <a:spLocks noGrp="1"/>
          </p:cNvSpPr>
          <p:nvPr>
            <p:ph type="dt" sz="half" idx="10"/>
          </p:nvPr>
        </p:nvSpPr>
        <p:spPr/>
        <p:txBody>
          <a:bodyPr/>
          <a:lstStyle/>
          <a:p>
            <a:fld id="{9AA35E2B-BA71-4A17-93CC-6FFD507357E5}" type="datetimeFigureOut">
              <a:rPr lang="en-IN" smtClean="0"/>
              <a:t>27-02-2023</a:t>
            </a:fld>
            <a:endParaRPr lang="en-IN"/>
          </a:p>
        </p:txBody>
      </p:sp>
      <p:sp>
        <p:nvSpPr>
          <p:cNvPr id="5" name="Footer Placeholder 4">
            <a:extLst>
              <a:ext uri="{FF2B5EF4-FFF2-40B4-BE49-F238E27FC236}">
                <a16:creationId xmlns:a16="http://schemas.microsoft.com/office/drawing/2014/main" id="{7DE85DA3-952E-4F11-8FE1-2A58199620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A0EA9D-DCCB-4643-90F5-243111A6863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294133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073A67-23E3-41F3-A422-BB6AE1AC35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9456D1-907B-4DBD-B0A1-418CB7B3E1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93CF3-64F2-4DFF-A9A9-2D68A76647F1}"/>
              </a:ext>
            </a:extLst>
          </p:cNvPr>
          <p:cNvSpPr>
            <a:spLocks noGrp="1"/>
          </p:cNvSpPr>
          <p:nvPr>
            <p:ph type="dt" sz="half" idx="10"/>
          </p:nvPr>
        </p:nvSpPr>
        <p:spPr/>
        <p:txBody>
          <a:bodyPr/>
          <a:lstStyle/>
          <a:p>
            <a:fld id="{9AA35E2B-BA71-4A17-93CC-6FFD507357E5}" type="datetimeFigureOut">
              <a:rPr lang="en-IN" smtClean="0"/>
              <a:t>27-02-2023</a:t>
            </a:fld>
            <a:endParaRPr lang="en-IN"/>
          </a:p>
        </p:txBody>
      </p:sp>
      <p:sp>
        <p:nvSpPr>
          <p:cNvPr id="5" name="Footer Placeholder 4">
            <a:extLst>
              <a:ext uri="{FF2B5EF4-FFF2-40B4-BE49-F238E27FC236}">
                <a16:creationId xmlns:a16="http://schemas.microsoft.com/office/drawing/2014/main" id="{DB81A994-875C-41B8-A8EF-C225C8B62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B2FE84-8024-4C5B-9AB7-6916BC01A794}"/>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212130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A3B9-BE6F-4374-BDF3-400B9B9FE3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8F4F42-B551-4BE5-B5C7-CDE6B8890F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536BA3-8FFA-4E3E-9D01-CF39C8564C9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F78811A-5408-4898-817A-4A751207BC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CD568E-90C1-40A4-82E5-8A1D653FA2A2}"/>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8276461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DFD6-583B-4BF2-8E00-D2F035A7D1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54F78C-FB62-4FCC-8814-A33971571F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D4E0A4-1872-41DF-BCB6-7874FF36E75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76F2F0F-4D4C-4326-B392-A84870F8C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9977BE-CDA3-4BB8-A148-FDDB789E172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9832914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5F3A-91EA-439B-8570-E19C063F8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7EAF32-3040-43B5-A381-E05587793F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A1A0D-FDD4-45C4-957B-ABF55D1C84A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0B644C8-C890-409E-A5B5-56DF8C1BBA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2AB4C4-E96D-4169-80F2-CF65804C3FAD}"/>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5456380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174D9-23FA-4A48-B949-ECE2E4BC0A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CC65DB-B714-4CB5-95CF-0C7A69A257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D6763A-29AB-45DA-ABB6-379F893018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B2DD46-407B-4CF9-83DA-2D7CEAE8733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55FF541-847C-4A35-A20B-9F98DFD694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1CB10C-2D9E-418E-988E-EB84A90D1AF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1392666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6ED0-5BB3-43AD-80D7-BDB8947119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B773D4-C688-40BC-8B2F-E8A603A433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EE05E1-9B06-401E-BD9E-8CAED9E9B3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72E848-EE48-4E51-8488-BE4E4C9C6A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7BD559-2FDF-4EB9-BFB6-FA3CD30BA5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827978-435D-41F4-8350-E5D1A28BD177}"/>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68AD9FA8-82D1-4D5D-95EB-639F96FD74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E0290A-324B-42CA-B0EB-7725364EB4BC}"/>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3133235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5F9E-D9C7-4DB9-B11A-FD7E05B480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7F12A-59AD-4B11-A120-8BD75DD6CDEC}"/>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4D1C11B-A445-4EDE-896C-BA63748251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1BCCA4-5374-483F-A862-6A28DBC8BE5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6129319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CCD08-A2DD-46ED-A859-954CFAED48E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26D94C68-DD22-491B-B3E6-9819074959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C85A6D-3274-4CB8-A937-8143C3EFFB2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3310841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414F3-8D9B-4EDE-A35C-D4C8FDB037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4BD596-DCD3-4689-88EA-753D7CE2A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2F5BC4-5C19-4E76-9AFD-118950409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D4FA46-99F6-4976-A3DD-EF9C026F332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0B95AC3-B698-4E3E-9BDB-C0DDA5564D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2B085A-EEEF-40F7-A254-E4F040F40AAF}"/>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8139804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74550-FA08-4155-A6F9-ACBDBD17A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66E897-6238-4A10-9778-F319095259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158CEB-5FD2-4FA1-AD9A-10C129FEC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EE6AEA-26BC-4E23-B81D-95B7DDAC185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08E1477-4CB6-4AF4-A2E6-37014E46DB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E495C4-965F-4076-9E43-8092B47C351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5076722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AC57B-87B8-497A-AA4D-A49F6741F6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50BE63-1404-4216-B024-2EC94D784F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73B622-DBE5-4B58-A13B-18684B84BA3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DE85DA3-952E-4F11-8FE1-2A58199620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A0EA9D-DCCB-4643-90F5-243111A6863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5824777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073A67-23E3-41F3-A422-BB6AE1AC35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9456D1-907B-4DBD-B0A1-418CB7B3E1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93CF3-64F2-4DFF-A9A9-2D68A76647F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B81A994-875C-41B8-A8EF-C225C8B62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B2FE84-8024-4C5B-9AB7-6916BC01A794}"/>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4623594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2159609"/>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376662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4B8BB1-37F3-4AAE-A86D-E439DE6099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D48695-EA6F-4292-8628-01E84DEC5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8F4770-E352-4AA2-BDE0-C43AC8BFB0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A35E2B-BA71-4A17-93CC-6FFD507357E5}" type="datetimeFigureOut">
              <a:rPr lang="en-IN" smtClean="0"/>
              <a:t>27-02-2023</a:t>
            </a:fld>
            <a:endParaRPr lang="en-IN"/>
          </a:p>
        </p:txBody>
      </p:sp>
      <p:sp>
        <p:nvSpPr>
          <p:cNvPr id="5" name="Footer Placeholder 4">
            <a:extLst>
              <a:ext uri="{FF2B5EF4-FFF2-40B4-BE49-F238E27FC236}">
                <a16:creationId xmlns:a16="http://schemas.microsoft.com/office/drawing/2014/main" id="{CE9C78DE-CD8F-4C07-899C-3AA2EA099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7BE1E2-B63B-4310-A86A-C53BD6FC0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D9BD54-7BE9-4F3B-8F4A-CE67E3F85104}" type="slidenum">
              <a:rPr lang="en-IN" smtClean="0"/>
              <a:t>‹#›</a:t>
            </a:fld>
            <a:endParaRPr lang="en-IN"/>
          </a:p>
        </p:txBody>
      </p:sp>
    </p:spTree>
    <p:extLst>
      <p:ext uri="{BB962C8B-B14F-4D97-AF65-F5344CB8AC3E}">
        <p14:creationId xmlns:p14="http://schemas.microsoft.com/office/powerpoint/2010/main" val="3073119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4B8BB1-37F3-4AAE-A86D-E439DE6099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D48695-EA6F-4292-8628-01E84DEC5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8F4770-E352-4AA2-BDE0-C43AC8BFB0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CE9C78DE-CD8F-4C07-899C-3AA2EA099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7BE1E2-B63B-4310-A86A-C53BD6FC0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D9BD54-7BE9-4F3B-8F4A-CE67E3F85104}" type="slidenum">
              <a:rPr lang="en-IN" smtClean="0"/>
              <a:t>‹#›</a:t>
            </a:fld>
            <a:endParaRPr lang="en-IN"/>
          </a:p>
        </p:txBody>
      </p:sp>
    </p:spTree>
    <p:extLst>
      <p:ext uri="{BB962C8B-B14F-4D97-AF65-F5344CB8AC3E}">
        <p14:creationId xmlns:p14="http://schemas.microsoft.com/office/powerpoint/2010/main" val="60199156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7">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Connector 9">
            <a:extLst>
              <a:ext uri="{FF2B5EF4-FFF2-40B4-BE49-F238E27FC236}">
                <a16:creationId xmlns:a16="http://schemas.microsoft.com/office/drawing/2014/main" id="{911DBBF1-3229-4BD9-B3D1-B4CA571E74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843625"/>
            <a:ext cx="12188824"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angle 11">
            <a:extLst>
              <a:ext uri="{FF2B5EF4-FFF2-40B4-BE49-F238E27FC236}">
                <a16:creationId xmlns:a16="http://schemas.microsoft.com/office/drawing/2014/main" id="{5BC87C3E-1040-4EE4-9BDB-9537F7A1B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6" y="968282"/>
            <a:ext cx="12188824" cy="49469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C40C05-8385-48CA-92A2-DF37B0EE4230}"/>
              </a:ext>
            </a:extLst>
          </p:cNvPr>
          <p:cNvSpPr>
            <a:spLocks noGrp="1"/>
          </p:cNvSpPr>
          <p:nvPr>
            <p:ph type="ctrTitle"/>
          </p:nvPr>
        </p:nvSpPr>
        <p:spPr>
          <a:xfrm>
            <a:off x="795338" y="1566473"/>
            <a:ext cx="10601325" cy="2166723"/>
          </a:xfrm>
        </p:spPr>
        <p:txBody>
          <a:bodyPr>
            <a:normAutofit/>
          </a:bodyPr>
          <a:lstStyle/>
          <a:p>
            <a:r>
              <a:rPr lang="en-US" sz="6600"/>
              <a:t>CSET335L (Deep Learning)</a:t>
            </a:r>
            <a:endParaRPr lang="en-IN" sz="6600"/>
          </a:p>
        </p:txBody>
      </p:sp>
      <p:sp>
        <p:nvSpPr>
          <p:cNvPr id="3" name="Subtitle 2">
            <a:extLst>
              <a:ext uri="{FF2B5EF4-FFF2-40B4-BE49-F238E27FC236}">
                <a16:creationId xmlns:a16="http://schemas.microsoft.com/office/drawing/2014/main" id="{D11C1709-B620-47DC-9742-B9FB880F0527}"/>
              </a:ext>
            </a:extLst>
          </p:cNvPr>
          <p:cNvSpPr>
            <a:spLocks noGrp="1"/>
          </p:cNvSpPr>
          <p:nvPr>
            <p:ph type="subTitle" idx="1"/>
          </p:nvPr>
        </p:nvSpPr>
        <p:spPr>
          <a:xfrm>
            <a:off x="795338" y="4092319"/>
            <a:ext cx="10601325" cy="1379085"/>
          </a:xfrm>
        </p:spPr>
        <p:txBody>
          <a:bodyPr>
            <a:normAutofit/>
          </a:bodyPr>
          <a:lstStyle/>
          <a:p>
            <a:r>
              <a:rPr lang="en-US" sz="3600" b="1" dirty="0"/>
              <a:t>Lecture 10: Bias Variance</a:t>
            </a:r>
          </a:p>
          <a:p>
            <a:r>
              <a:rPr lang="en-US" b="1" dirty="0"/>
              <a:t>Deepika Vatsa</a:t>
            </a:r>
            <a:endParaRPr lang="en-IN" b="1" dirty="0"/>
          </a:p>
        </p:txBody>
      </p:sp>
      <p:cxnSp>
        <p:nvCxnSpPr>
          <p:cNvPr id="27" name="Straight Connector 13">
            <a:extLst>
              <a:ext uri="{FF2B5EF4-FFF2-40B4-BE49-F238E27FC236}">
                <a16:creationId xmlns:a16="http://schemas.microsoft.com/office/drawing/2014/main" id="{42CDBECE-872A-4C73-9DC1-BB4E805E2C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3894594"/>
            <a:ext cx="27432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15">
            <a:extLst>
              <a:ext uri="{FF2B5EF4-FFF2-40B4-BE49-F238E27FC236}">
                <a16:creationId xmlns:a16="http://schemas.microsoft.com/office/drawing/2014/main" id="{F5CD5A0B-CDD7-427C-AA42-2EECFDFA18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6028863"/>
            <a:ext cx="12188824"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0929C46D-E4E5-4480-A82C-60FBB11ED96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D9BD54-7BE9-4F3B-8F4A-CE67E3F85104}"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57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2761FFB-B61B-4D55-81FD-2A4988EECDC9}"/>
              </a:ext>
            </a:extLst>
          </p:cNvPr>
          <p:cNvSpPr>
            <a:spLocks noGrp="1"/>
          </p:cNvSpPr>
          <p:nvPr>
            <p:ph type="title"/>
          </p:nvPr>
        </p:nvSpPr>
        <p:spPr>
          <a:xfrm>
            <a:off x="838200" y="365125"/>
            <a:ext cx="10515600" cy="1325563"/>
          </a:xfrm>
        </p:spPr>
        <p:txBody>
          <a:bodyPr>
            <a:normAutofit/>
          </a:bodyPr>
          <a:lstStyle/>
          <a:p>
            <a:r>
              <a:rPr lang="en-US" sz="5400"/>
              <a:t>Outline</a:t>
            </a:r>
            <a:endParaRPr lang="en-IN"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0E36F94-92C5-49C4-89B0-FDCC3A53501B}"/>
              </a:ext>
            </a:extLst>
          </p:cNvPr>
          <p:cNvSpPr>
            <a:spLocks noGrp="1"/>
          </p:cNvSpPr>
          <p:nvPr>
            <p:ph idx="1"/>
          </p:nvPr>
        </p:nvSpPr>
        <p:spPr>
          <a:xfrm>
            <a:off x="838200" y="1929384"/>
            <a:ext cx="10515600" cy="4251960"/>
          </a:xfrm>
        </p:spPr>
        <p:txBody>
          <a:bodyPr>
            <a:normAutofit/>
          </a:bodyPr>
          <a:lstStyle/>
          <a:p>
            <a:r>
              <a:rPr lang="en-US" dirty="0"/>
              <a:t>Regularization techniques: Drop out, Early stopping</a:t>
            </a:r>
          </a:p>
          <a:p>
            <a:r>
              <a:rPr lang="en-US" dirty="0"/>
              <a:t>Bias</a:t>
            </a:r>
          </a:p>
          <a:p>
            <a:r>
              <a:rPr lang="en-US" dirty="0"/>
              <a:t>Variance</a:t>
            </a:r>
          </a:p>
          <a:p>
            <a:endParaRPr lang="en-US" dirty="0"/>
          </a:p>
        </p:txBody>
      </p:sp>
      <p:sp>
        <p:nvSpPr>
          <p:cNvPr id="4" name="Slide Number Placeholder 3">
            <a:extLst>
              <a:ext uri="{FF2B5EF4-FFF2-40B4-BE49-F238E27FC236}">
                <a16:creationId xmlns:a16="http://schemas.microsoft.com/office/drawing/2014/main" id="{89D42D6E-C1D7-4D2C-B834-CAF70A71EF3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D9BD54-7BE9-4F3B-8F4A-CE67E3F85104}"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7813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Regularization: Drop Out</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Very popular regularization method in deep learning is drop out</a:t>
            </a:r>
          </a:p>
          <a:p>
            <a:r>
              <a:rPr lang="en-US" dirty="0"/>
              <a:t>During training, randomly select some activations in hidden layers and set it to 0.</a:t>
            </a:r>
          </a:p>
        </p:txBody>
      </p:sp>
      <p:pic>
        <p:nvPicPr>
          <p:cNvPr id="4" name="Picture 3">
            <a:extLst>
              <a:ext uri="{FF2B5EF4-FFF2-40B4-BE49-F238E27FC236}">
                <a16:creationId xmlns:a16="http://schemas.microsoft.com/office/drawing/2014/main" id="{91EEECDA-1D61-4EBB-8842-01E837FB89F1}"/>
              </a:ext>
            </a:extLst>
          </p:cNvPr>
          <p:cNvPicPr>
            <a:picLocks noChangeAspect="1"/>
          </p:cNvPicPr>
          <p:nvPr/>
        </p:nvPicPr>
        <p:blipFill rotWithShape="1">
          <a:blip r:embed="rId3"/>
          <a:srcRect l="13278" t="41088" r="36324" b="18673"/>
          <a:stretch/>
        </p:blipFill>
        <p:spPr>
          <a:xfrm>
            <a:off x="2904025" y="3571173"/>
            <a:ext cx="6144496" cy="2758190"/>
          </a:xfrm>
          <a:prstGeom prst="rect">
            <a:avLst/>
          </a:prstGeom>
        </p:spPr>
      </p:pic>
    </p:spTree>
    <p:extLst>
      <p:ext uri="{BB962C8B-B14F-4D97-AF65-F5344CB8AC3E}">
        <p14:creationId xmlns:p14="http://schemas.microsoft.com/office/powerpoint/2010/main" val="4266152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Regularization: Drop Out</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Lets say if drop out is 50% (dropping 50% activation neurons), then at different iterations, we randomly select different 50% activations to drop.</a:t>
            </a:r>
            <a:endParaRPr lang="en-IN" dirty="0"/>
          </a:p>
        </p:txBody>
      </p:sp>
      <p:pic>
        <p:nvPicPr>
          <p:cNvPr id="5" name="Picture 4">
            <a:extLst>
              <a:ext uri="{FF2B5EF4-FFF2-40B4-BE49-F238E27FC236}">
                <a16:creationId xmlns:a16="http://schemas.microsoft.com/office/drawing/2014/main" id="{7C2DA91B-1EFF-45D4-AA81-8DD42B6DEAFC}"/>
              </a:ext>
            </a:extLst>
          </p:cNvPr>
          <p:cNvPicPr>
            <a:picLocks noChangeAspect="1"/>
          </p:cNvPicPr>
          <p:nvPr/>
        </p:nvPicPr>
        <p:blipFill rotWithShape="1">
          <a:blip r:embed="rId3"/>
          <a:srcRect l="14507" t="43932" r="37699" b="18673"/>
          <a:stretch/>
        </p:blipFill>
        <p:spPr>
          <a:xfrm>
            <a:off x="3445861" y="4095042"/>
            <a:ext cx="5300274" cy="2331590"/>
          </a:xfrm>
          <a:prstGeom prst="rect">
            <a:avLst/>
          </a:prstGeom>
        </p:spPr>
      </p:pic>
    </p:spTree>
    <p:extLst>
      <p:ext uri="{BB962C8B-B14F-4D97-AF65-F5344CB8AC3E}">
        <p14:creationId xmlns:p14="http://schemas.microsoft.com/office/powerpoint/2010/main" val="3109505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Regularization: Drop Out</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Lets say if drop out is 50% (dropping 50% activation neurons), then at different iterations, we randomly select different 50% activations to drop.</a:t>
            </a:r>
            <a:endParaRPr lang="en-IN" dirty="0"/>
          </a:p>
        </p:txBody>
      </p:sp>
      <p:pic>
        <p:nvPicPr>
          <p:cNvPr id="8" name="Picture 7">
            <a:extLst>
              <a:ext uri="{FF2B5EF4-FFF2-40B4-BE49-F238E27FC236}">
                <a16:creationId xmlns:a16="http://schemas.microsoft.com/office/drawing/2014/main" id="{60A5C98E-2DCB-4A57-AC25-7403C64CB1FE}"/>
              </a:ext>
            </a:extLst>
          </p:cNvPr>
          <p:cNvPicPr>
            <a:picLocks noChangeAspect="1"/>
          </p:cNvPicPr>
          <p:nvPr/>
        </p:nvPicPr>
        <p:blipFill rotWithShape="1">
          <a:blip r:embed="rId3"/>
          <a:srcRect l="14878" t="42838" r="37786" b="18454"/>
          <a:stretch/>
        </p:blipFill>
        <p:spPr>
          <a:xfrm>
            <a:off x="3705693" y="3915194"/>
            <a:ext cx="5085413" cy="2337969"/>
          </a:xfrm>
          <a:prstGeom prst="rect">
            <a:avLst/>
          </a:prstGeom>
        </p:spPr>
      </p:pic>
    </p:spTree>
    <p:extLst>
      <p:ext uri="{BB962C8B-B14F-4D97-AF65-F5344CB8AC3E}">
        <p14:creationId xmlns:p14="http://schemas.microsoft.com/office/powerpoint/2010/main" val="3681918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Regularization: </a:t>
            </a:r>
            <a:r>
              <a:rPr lang="en-US" sz="4000" dirty="0">
                <a:solidFill>
                  <a:srgbClr val="FFFFFF"/>
                </a:solidFill>
              </a:rPr>
              <a:t>Early Stopping</a:t>
            </a:r>
            <a:endParaRPr lang="en-US" sz="4000" kern="1200" dirty="0">
              <a:solidFill>
                <a:srgbClr val="FFFFFF"/>
              </a:solidFill>
              <a:latin typeface="+mj-lt"/>
              <a:ea typeface="+mj-ea"/>
              <a:cs typeface="+mj-cs"/>
            </a:endParaRP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11" name="Content Placeholder 2">
            <a:extLst>
              <a:ext uri="{FF2B5EF4-FFF2-40B4-BE49-F238E27FC236}">
                <a16:creationId xmlns:a16="http://schemas.microsoft.com/office/drawing/2014/main" id="{9F5D1653-CA60-43A9-B8A2-156757479F5A}"/>
              </a:ext>
            </a:extLst>
          </p:cNvPr>
          <p:cNvSpPr txBox="1">
            <a:spLocks/>
          </p:cNvSpPr>
          <p:nvPr/>
        </p:nvSpPr>
        <p:spPr>
          <a:xfrm>
            <a:off x="693298" y="21304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Overfitting also happens when there is too much training. </a:t>
            </a:r>
          </a:p>
          <a:p>
            <a:r>
              <a:rPr lang="en-US" b="1" dirty="0"/>
              <a:t>Solution</a:t>
            </a:r>
            <a:r>
              <a:rPr lang="en-US" dirty="0"/>
              <a:t>: Stop training before we have a chance to overfit.</a:t>
            </a:r>
          </a:p>
        </p:txBody>
      </p:sp>
      <p:pic>
        <p:nvPicPr>
          <p:cNvPr id="13" name="Picture 12">
            <a:extLst>
              <a:ext uri="{FF2B5EF4-FFF2-40B4-BE49-F238E27FC236}">
                <a16:creationId xmlns:a16="http://schemas.microsoft.com/office/drawing/2014/main" id="{A27E30B4-4B2C-440A-8755-A201E687B108}"/>
              </a:ext>
            </a:extLst>
          </p:cNvPr>
          <p:cNvPicPr>
            <a:picLocks noChangeAspect="1"/>
          </p:cNvPicPr>
          <p:nvPr/>
        </p:nvPicPr>
        <p:blipFill rotWithShape="1">
          <a:blip r:embed="rId3"/>
          <a:srcRect l="12663" t="36520" r="25862" b="16705"/>
          <a:stretch/>
        </p:blipFill>
        <p:spPr>
          <a:xfrm>
            <a:off x="2203557" y="3220368"/>
            <a:ext cx="7495082" cy="3206264"/>
          </a:xfrm>
          <a:prstGeom prst="rect">
            <a:avLst/>
          </a:prstGeom>
        </p:spPr>
      </p:pic>
    </p:spTree>
    <p:extLst>
      <p:ext uri="{BB962C8B-B14F-4D97-AF65-F5344CB8AC3E}">
        <p14:creationId xmlns:p14="http://schemas.microsoft.com/office/powerpoint/2010/main" val="2722501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Regularization: </a:t>
            </a:r>
            <a:r>
              <a:rPr lang="en-US" sz="4000" dirty="0">
                <a:solidFill>
                  <a:srgbClr val="FFFFFF"/>
                </a:solidFill>
              </a:rPr>
              <a:t>Early Stopping</a:t>
            </a:r>
            <a:endParaRPr lang="en-US" sz="4000" kern="1200" dirty="0">
              <a:solidFill>
                <a:srgbClr val="FFFFFF"/>
              </a:solidFill>
              <a:latin typeface="+mj-lt"/>
              <a:ea typeface="+mj-ea"/>
              <a:cs typeface="+mj-cs"/>
            </a:endParaRP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11" name="Content Placeholder 2">
            <a:extLst>
              <a:ext uri="{FF2B5EF4-FFF2-40B4-BE49-F238E27FC236}">
                <a16:creationId xmlns:a16="http://schemas.microsoft.com/office/drawing/2014/main" id="{9F5D1653-CA60-43A9-B8A2-156757479F5A}"/>
              </a:ext>
            </a:extLst>
          </p:cNvPr>
          <p:cNvSpPr txBox="1">
            <a:spLocks/>
          </p:cNvSpPr>
          <p:nvPr/>
        </p:nvSpPr>
        <p:spPr>
          <a:xfrm>
            <a:off x="693298" y="21304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Stop training before we have a chance to overfit</a:t>
            </a:r>
          </a:p>
        </p:txBody>
      </p:sp>
      <p:pic>
        <p:nvPicPr>
          <p:cNvPr id="4" name="Picture 3">
            <a:extLst>
              <a:ext uri="{FF2B5EF4-FFF2-40B4-BE49-F238E27FC236}">
                <a16:creationId xmlns:a16="http://schemas.microsoft.com/office/drawing/2014/main" id="{10003914-DEA4-4E32-B10E-311FA2A656F4}"/>
              </a:ext>
            </a:extLst>
          </p:cNvPr>
          <p:cNvPicPr>
            <a:picLocks noChangeAspect="1"/>
          </p:cNvPicPr>
          <p:nvPr/>
        </p:nvPicPr>
        <p:blipFill rotWithShape="1">
          <a:blip r:embed="rId3"/>
          <a:srcRect l="12664" t="36520" r="25492" b="16705"/>
          <a:stretch/>
        </p:blipFill>
        <p:spPr>
          <a:xfrm>
            <a:off x="2181072" y="3220368"/>
            <a:ext cx="7540052" cy="3206264"/>
          </a:xfrm>
          <a:prstGeom prst="rect">
            <a:avLst/>
          </a:prstGeom>
        </p:spPr>
      </p:pic>
    </p:spTree>
    <p:extLst>
      <p:ext uri="{BB962C8B-B14F-4D97-AF65-F5344CB8AC3E}">
        <p14:creationId xmlns:p14="http://schemas.microsoft.com/office/powerpoint/2010/main" val="2576216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Regularization: </a:t>
            </a:r>
            <a:r>
              <a:rPr lang="en-US" sz="4000" dirty="0">
                <a:solidFill>
                  <a:srgbClr val="FFFFFF"/>
                </a:solidFill>
              </a:rPr>
              <a:t>Early Stopping</a:t>
            </a:r>
            <a:endParaRPr lang="en-US" sz="4000" kern="1200" dirty="0">
              <a:solidFill>
                <a:srgbClr val="FFFFFF"/>
              </a:solidFill>
              <a:latin typeface="+mj-lt"/>
              <a:ea typeface="+mj-ea"/>
              <a:cs typeface="+mj-cs"/>
            </a:endParaRP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11" name="Content Placeholder 2">
            <a:extLst>
              <a:ext uri="{FF2B5EF4-FFF2-40B4-BE49-F238E27FC236}">
                <a16:creationId xmlns:a16="http://schemas.microsoft.com/office/drawing/2014/main" id="{9F5D1653-CA60-43A9-B8A2-156757479F5A}"/>
              </a:ext>
            </a:extLst>
          </p:cNvPr>
          <p:cNvSpPr txBox="1">
            <a:spLocks/>
          </p:cNvSpPr>
          <p:nvPr/>
        </p:nvSpPr>
        <p:spPr>
          <a:xfrm>
            <a:off x="693298" y="21304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Stop training before we have a chance to overfit</a:t>
            </a:r>
          </a:p>
        </p:txBody>
      </p:sp>
      <p:pic>
        <p:nvPicPr>
          <p:cNvPr id="5" name="Picture 4">
            <a:extLst>
              <a:ext uri="{FF2B5EF4-FFF2-40B4-BE49-F238E27FC236}">
                <a16:creationId xmlns:a16="http://schemas.microsoft.com/office/drawing/2014/main" id="{F4F68D8E-5AE0-44F4-9339-C057624557E8}"/>
              </a:ext>
            </a:extLst>
          </p:cNvPr>
          <p:cNvPicPr>
            <a:picLocks noChangeAspect="1"/>
          </p:cNvPicPr>
          <p:nvPr/>
        </p:nvPicPr>
        <p:blipFill rotWithShape="1">
          <a:blip r:embed="rId3"/>
          <a:srcRect l="12787" t="36520" r="25738" b="16487"/>
          <a:stretch/>
        </p:blipFill>
        <p:spPr>
          <a:xfrm>
            <a:off x="2203557" y="3205377"/>
            <a:ext cx="7495082" cy="3221255"/>
          </a:xfrm>
          <a:prstGeom prst="rect">
            <a:avLst/>
          </a:prstGeom>
        </p:spPr>
      </p:pic>
    </p:spTree>
    <p:extLst>
      <p:ext uri="{BB962C8B-B14F-4D97-AF65-F5344CB8AC3E}">
        <p14:creationId xmlns:p14="http://schemas.microsoft.com/office/powerpoint/2010/main" val="3660427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Regularization: </a:t>
            </a:r>
            <a:r>
              <a:rPr lang="en-US" sz="4000" dirty="0">
                <a:solidFill>
                  <a:srgbClr val="FFFFFF"/>
                </a:solidFill>
              </a:rPr>
              <a:t>Early Stopping</a:t>
            </a:r>
            <a:endParaRPr lang="en-US" sz="4000" kern="1200" dirty="0">
              <a:solidFill>
                <a:srgbClr val="FFFFFF"/>
              </a:solidFill>
              <a:latin typeface="+mj-lt"/>
              <a:ea typeface="+mj-ea"/>
              <a:cs typeface="+mj-cs"/>
            </a:endParaRP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11" name="Content Placeholder 2">
            <a:extLst>
              <a:ext uri="{FF2B5EF4-FFF2-40B4-BE49-F238E27FC236}">
                <a16:creationId xmlns:a16="http://schemas.microsoft.com/office/drawing/2014/main" id="{9F5D1653-CA60-43A9-B8A2-156757479F5A}"/>
              </a:ext>
            </a:extLst>
          </p:cNvPr>
          <p:cNvSpPr txBox="1">
            <a:spLocks/>
          </p:cNvSpPr>
          <p:nvPr/>
        </p:nvSpPr>
        <p:spPr>
          <a:xfrm>
            <a:off x="693298" y="21304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Stop training before we have a chance to overfit</a:t>
            </a:r>
          </a:p>
        </p:txBody>
      </p:sp>
      <p:pic>
        <p:nvPicPr>
          <p:cNvPr id="10" name="Picture 9">
            <a:extLst>
              <a:ext uri="{FF2B5EF4-FFF2-40B4-BE49-F238E27FC236}">
                <a16:creationId xmlns:a16="http://schemas.microsoft.com/office/drawing/2014/main" id="{B0866FBD-F951-4829-9956-0F28839A1160}"/>
              </a:ext>
            </a:extLst>
          </p:cNvPr>
          <p:cNvPicPr>
            <a:picLocks noChangeAspect="1"/>
          </p:cNvPicPr>
          <p:nvPr/>
        </p:nvPicPr>
        <p:blipFill rotWithShape="1">
          <a:blip r:embed="rId3"/>
          <a:srcRect l="12541" t="36520" r="25615" b="16487"/>
          <a:stretch/>
        </p:blipFill>
        <p:spPr>
          <a:xfrm>
            <a:off x="1658667" y="2712519"/>
            <a:ext cx="9179466" cy="3921644"/>
          </a:xfrm>
          <a:prstGeom prst="rect">
            <a:avLst/>
          </a:prstGeom>
        </p:spPr>
      </p:pic>
    </p:spTree>
    <p:extLst>
      <p:ext uri="{BB962C8B-B14F-4D97-AF65-F5344CB8AC3E}">
        <p14:creationId xmlns:p14="http://schemas.microsoft.com/office/powerpoint/2010/main" val="3136226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3984</TotalTime>
  <Words>726</Words>
  <Application>Microsoft Office PowerPoint</Application>
  <PresentationFormat>Widescreen</PresentationFormat>
  <Paragraphs>39</Paragraphs>
  <Slides>9</Slides>
  <Notes>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9</vt:i4>
      </vt:variant>
    </vt:vector>
  </HeadingPairs>
  <TitlesOfParts>
    <vt:vector size="14" baseType="lpstr">
      <vt:lpstr>Arial</vt:lpstr>
      <vt:lpstr>Calibri</vt:lpstr>
      <vt:lpstr>Calibri Light</vt:lpstr>
      <vt:lpstr>Office Theme</vt:lpstr>
      <vt:lpstr>1_Office Theme</vt:lpstr>
      <vt:lpstr>CSET335L (Deep Learning)</vt:lpstr>
      <vt:lpstr>Outline</vt:lpstr>
      <vt:lpstr>Regularization: Drop Out</vt:lpstr>
      <vt:lpstr>Regularization: Drop Out</vt:lpstr>
      <vt:lpstr>Regularization: Drop Out</vt:lpstr>
      <vt:lpstr>Regularization: Early Stopping</vt:lpstr>
      <vt:lpstr>Regularization: Early Stopping</vt:lpstr>
      <vt:lpstr>Regularization: Early Stopping</vt:lpstr>
      <vt:lpstr>Regularization: Early Stopping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Deepika Vatsa</dc:creator>
  <cp:lastModifiedBy>Deepika Vatsa</cp:lastModifiedBy>
  <cp:revision>49</cp:revision>
  <dcterms:created xsi:type="dcterms:W3CDTF">2022-08-02T04:13:44Z</dcterms:created>
  <dcterms:modified xsi:type="dcterms:W3CDTF">2023-02-27T08:44:41Z</dcterms:modified>
</cp:coreProperties>
</file>