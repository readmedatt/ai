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395" r:id="rId2"/>
    <p:sldId id="593" r:id="rId3"/>
    <p:sldId id="594" r:id="rId4"/>
    <p:sldId id="595" r:id="rId5"/>
    <p:sldId id="596" r:id="rId6"/>
    <p:sldId id="598" r:id="rId7"/>
    <p:sldId id="599" r:id="rId8"/>
    <p:sldId id="600" r:id="rId9"/>
    <p:sldId id="601" r:id="rId10"/>
    <p:sldId id="602" r:id="rId11"/>
    <p:sldId id="603" r:id="rId12"/>
    <p:sldId id="604" r:id="rId13"/>
    <p:sldId id="605" r:id="rId14"/>
    <p:sldId id="606" r:id="rId15"/>
    <p:sldId id="608" r:id="rId16"/>
    <p:sldId id="607" r:id="rId17"/>
    <p:sldId id="58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CE279D-91C4-4B88-8EE5-67ABEF48C7AB}" v="3" dt="2025-11-11T06:34:17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ika Vatsa" userId="f7100972-27fe-4ee6-8fb4-ec9b7931b409" providerId="ADAL" clId="{6884C358-F078-41E2-B52A-C991C4377FC1}"/>
    <pc:docChg chg="undo redo custSel addSld delSld modSld">
      <pc:chgData name="Deepika Vatsa" userId="f7100972-27fe-4ee6-8fb4-ec9b7931b409" providerId="ADAL" clId="{6884C358-F078-41E2-B52A-C991C4377FC1}" dt="2025-07-23T05:24:38.241" v="3543" actId="2696"/>
      <pc:docMkLst>
        <pc:docMk/>
      </pc:docMkLst>
      <pc:sldChg chg="addSp delSp modSp mod">
        <pc:chgData name="Deepika Vatsa" userId="f7100972-27fe-4ee6-8fb4-ec9b7931b409" providerId="ADAL" clId="{6884C358-F078-41E2-B52A-C991C4377FC1}" dt="2025-07-23T05:20:50.743" v="3433"/>
        <pc:sldMkLst>
          <pc:docMk/>
          <pc:sldMk cId="0" sldId="257"/>
        </pc:sldMkLst>
        <pc:spChg chg="del">
          <ac:chgData name="Deepika Vatsa" userId="f7100972-27fe-4ee6-8fb4-ec9b7931b409" providerId="ADAL" clId="{6884C358-F078-41E2-B52A-C991C4377FC1}" dt="2025-07-22T09:46:07.314" v="366" actId="478"/>
          <ac:spMkLst>
            <pc:docMk/>
            <pc:sldMk cId="0" sldId="257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46:19.992" v="386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57"/>
            <ac:spMk id="4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2T09:46:11.087" v="367" actId="478"/>
          <ac:spMkLst>
            <pc:docMk/>
            <pc:sldMk cId="0" sldId="257"/>
            <ac:spMk id="7" creationId="{1ADD9D61-713D-4A99-56C5-830DCBC11A42}"/>
          </ac:spMkLst>
        </pc:spChg>
        <pc:spChg chg="add mod">
          <ac:chgData name="Deepika Vatsa" userId="f7100972-27fe-4ee6-8fb4-ec9b7931b409" providerId="ADAL" clId="{6884C358-F078-41E2-B52A-C991C4377FC1}" dt="2025-07-23T05:16:58.934" v="3366" actId="207"/>
          <ac:spMkLst>
            <pc:docMk/>
            <pc:sldMk cId="0" sldId="257"/>
            <ac:spMk id="8" creationId="{991BA802-3D45-4E0C-D372-BE4FFEF41DD1}"/>
          </ac:spMkLst>
        </pc:spChg>
        <pc:spChg chg="add del mod">
          <ac:chgData name="Deepika Vatsa" userId="f7100972-27fe-4ee6-8fb4-ec9b7931b409" providerId="ADAL" clId="{6884C358-F078-41E2-B52A-C991C4377FC1}" dt="2025-07-22T09:46:21.354" v="387" actId="478"/>
          <ac:spMkLst>
            <pc:docMk/>
            <pc:sldMk cId="0" sldId="257"/>
            <ac:spMk id="10" creationId="{B8D89D22-2E94-CDDE-9114-30348B772120}"/>
          </ac:spMkLst>
        </pc:spChg>
        <pc:picChg chg="add mod">
          <ac:chgData name="Deepika Vatsa" userId="f7100972-27fe-4ee6-8fb4-ec9b7931b409" providerId="ADAL" clId="{6884C358-F078-41E2-B52A-C991C4377FC1}" dt="2025-07-22T09:46:31.182" v="390" actId="1076"/>
          <ac:picMkLst>
            <pc:docMk/>
            <pc:sldMk cId="0" sldId="257"/>
            <ac:picMk id="11" creationId="{C4C88D64-41B1-3E23-255C-8D6CD72FE16B}"/>
          </ac:picMkLst>
        </pc:picChg>
        <pc:cxnChg chg="add mod">
          <ac:chgData name="Deepika Vatsa" userId="f7100972-27fe-4ee6-8fb4-ec9b7931b409" providerId="ADAL" clId="{6884C358-F078-41E2-B52A-C991C4377FC1}" dt="2025-07-23T05:20:50.743" v="3433"/>
          <ac:cxnSpMkLst>
            <pc:docMk/>
            <pc:sldMk cId="0" sldId="257"/>
            <ac:cxnSpMk id="2" creationId="{CBA55D45-5BC0-2827-B096-7BB0262967E4}"/>
          </ac:cxnSpMkLst>
        </pc:cxnChg>
        <pc:cxnChg chg="del">
          <ac:chgData name="Deepika Vatsa" userId="f7100972-27fe-4ee6-8fb4-ec9b7931b409" providerId="ADAL" clId="{6884C358-F078-41E2-B52A-C991C4377FC1}" dt="2025-07-23T05:20:50.377" v="3432" actId="478"/>
          <ac:cxnSpMkLst>
            <pc:docMk/>
            <pc:sldMk cId="0" sldId="257"/>
            <ac:cxnSpMk id="5" creationId="{D12CAC9D-CDF2-ED92-8F02-70DAC510318D}"/>
          </ac:cxnSpMkLst>
        </pc:cxnChg>
      </pc:sldChg>
      <pc:sldChg chg="addSp delSp modSp mod">
        <pc:chgData name="Deepika Vatsa" userId="f7100972-27fe-4ee6-8fb4-ec9b7931b409" providerId="ADAL" clId="{6884C358-F078-41E2-B52A-C991C4377FC1}" dt="2025-07-23T05:21:07.139" v="3444" actId="1036"/>
        <pc:sldMkLst>
          <pc:docMk/>
          <pc:sldMk cId="0" sldId="258"/>
        </pc:sldMkLst>
        <pc:spChg chg="mod">
          <ac:chgData name="Deepika Vatsa" userId="f7100972-27fe-4ee6-8fb4-ec9b7931b409" providerId="ADAL" clId="{6884C358-F078-41E2-B52A-C991C4377FC1}" dt="2025-07-23T05:21:07.139" v="3444" actId="10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58:53.373" v="693" actId="113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2T09:58:39.592" v="690" actId="478"/>
          <ac:spMkLst>
            <pc:docMk/>
            <pc:sldMk cId="0" sldId="258"/>
            <ac:spMk id="4" creationId="{00000000-0000-0000-0000-000000000000}"/>
          </ac:spMkLst>
        </pc:spChg>
        <pc:spChg chg="add del mod ord">
          <ac:chgData name="Deepika Vatsa" userId="f7100972-27fe-4ee6-8fb4-ec9b7931b409" providerId="ADAL" clId="{6884C358-F078-41E2-B52A-C991C4377FC1}" dt="2025-07-22T09:57:25.796" v="671" actId="478"/>
          <ac:spMkLst>
            <pc:docMk/>
            <pc:sldMk cId="0" sldId="258"/>
            <ac:spMk id="6" creationId="{BA9307D0-EBDA-93E8-6688-2F7B8C8E0E6C}"/>
          </ac:spMkLst>
        </pc:spChg>
        <pc:cxnChg chg="add mod">
          <ac:chgData name="Deepika Vatsa" userId="f7100972-27fe-4ee6-8fb4-ec9b7931b409" providerId="ADAL" clId="{6884C358-F078-41E2-B52A-C991C4377FC1}" dt="2025-07-23T05:21:02.836" v="3439"/>
          <ac:cxnSpMkLst>
            <pc:docMk/>
            <pc:sldMk cId="0" sldId="258"/>
            <ac:cxnSpMk id="4" creationId="{14743623-04A4-B42C-4A68-90F92DBBA454}"/>
          </ac:cxnSpMkLst>
        </pc:cxnChg>
        <pc:cxnChg chg="del">
          <ac:chgData name="Deepika Vatsa" userId="f7100972-27fe-4ee6-8fb4-ec9b7931b409" providerId="ADAL" clId="{6884C358-F078-41E2-B52A-C991C4377FC1}" dt="2025-07-23T05:21:02.444" v="3438" actId="478"/>
          <ac:cxnSpMkLst>
            <pc:docMk/>
            <pc:sldMk cId="0" sldId="258"/>
            <ac:cxnSpMk id="5" creationId="{7F0521BD-D115-2D03-6CC7-BFE0E882D8F6}"/>
          </ac:cxnSpMkLst>
        </pc:cxnChg>
      </pc:sldChg>
      <pc:sldChg chg="modSp del">
        <pc:chgData name="Deepika Vatsa" userId="f7100972-27fe-4ee6-8fb4-ec9b7931b409" providerId="ADAL" clId="{6884C358-F078-41E2-B52A-C991C4377FC1}" dt="2025-07-22T10:01:31.830" v="728" actId="47"/>
        <pc:sldMkLst>
          <pc:docMk/>
          <pc:sldMk cId="0" sldId="259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59"/>
            <ac:spMk id="4" creationId="{00000000-0000-0000-0000-000000000000}"/>
          </ac:spMkLst>
        </pc:spChg>
      </pc:sldChg>
      <pc:sldChg chg="modSp del mod">
        <pc:chgData name="Deepika Vatsa" userId="f7100972-27fe-4ee6-8fb4-ec9b7931b409" providerId="ADAL" clId="{6884C358-F078-41E2-B52A-C991C4377FC1}" dt="2025-07-23T05:06:18.427" v="3264" actId="2696"/>
        <pc:sldMkLst>
          <pc:docMk/>
          <pc:sldMk cId="0" sldId="262"/>
        </pc:sldMkLst>
        <pc:spChg chg="mod">
          <ac:chgData name="Deepika Vatsa" userId="f7100972-27fe-4ee6-8fb4-ec9b7931b409" providerId="ADAL" clId="{6884C358-F078-41E2-B52A-C991C4377FC1}" dt="2025-07-22T10:02:14.578" v="730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10:06:11.393" v="778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62"/>
            <ac:spMk id="4" creationId="{00000000-0000-0000-0000-000000000000}"/>
          </ac:spMkLst>
        </pc:spChg>
      </pc:sldChg>
      <pc:sldChg chg="addSp delSp modSp del mod">
        <pc:chgData name="Deepika Vatsa" userId="f7100972-27fe-4ee6-8fb4-ec9b7931b409" providerId="ADAL" clId="{6884C358-F078-41E2-B52A-C991C4377FC1}" dt="2025-07-22T10:06:14.611" v="779" actId="47"/>
        <pc:sldMkLst>
          <pc:docMk/>
          <pc:sldMk cId="0" sldId="263"/>
        </pc:sldMkLst>
        <pc:spChg chg="mod">
          <ac:chgData name="Deepika Vatsa" userId="f7100972-27fe-4ee6-8fb4-ec9b7931b409" providerId="ADAL" clId="{6884C358-F078-41E2-B52A-C991C4377FC1}" dt="2025-07-22T10:05:23.938" v="763" actId="12"/>
          <ac:spMkLst>
            <pc:docMk/>
            <pc:sldMk cId="0" sldId="263"/>
            <ac:spMk id="3" creationId="{00000000-0000-0000-0000-000000000000}"/>
          </ac:spMkLst>
        </pc:spChg>
        <pc:picChg chg="add del mod">
          <ac:chgData name="Deepika Vatsa" userId="f7100972-27fe-4ee6-8fb4-ec9b7931b409" providerId="ADAL" clId="{6884C358-F078-41E2-B52A-C991C4377FC1}" dt="2025-07-22T10:05:49.915" v="769" actId="21"/>
          <ac:picMkLst>
            <pc:docMk/>
            <pc:sldMk cId="0" sldId="263"/>
            <ac:picMk id="4" creationId="{830F81FE-6170-E751-2692-A3AADFCECC17}"/>
          </ac:picMkLst>
        </pc:picChg>
        <pc:picChg chg="del mod">
          <ac:chgData name="Deepika Vatsa" userId="f7100972-27fe-4ee6-8fb4-ec9b7931b409" providerId="ADAL" clId="{6884C358-F078-41E2-B52A-C991C4377FC1}" dt="2025-07-22T10:03:48.859" v="755" actId="478"/>
          <ac:picMkLst>
            <pc:docMk/>
            <pc:sldMk cId="0" sldId="263"/>
            <ac:picMk id="1026" creationId="{EF6DEE9D-3770-CBC7-7CDA-ABFEBECE9A8B}"/>
          </ac:picMkLst>
        </pc:picChg>
      </pc:sldChg>
      <pc:sldChg chg="del">
        <pc:chgData name="Deepika Vatsa" userId="f7100972-27fe-4ee6-8fb4-ec9b7931b409" providerId="ADAL" clId="{6884C358-F078-41E2-B52A-C991C4377FC1}" dt="2025-07-22T10:08:25.100" v="799" actId="47"/>
        <pc:sldMkLst>
          <pc:docMk/>
          <pc:sldMk cId="0" sldId="264"/>
        </pc:sldMkLst>
      </pc:sldChg>
      <pc:sldChg chg="addSp delSp modSp mod">
        <pc:chgData name="Deepika Vatsa" userId="f7100972-27fe-4ee6-8fb4-ec9b7931b409" providerId="ADAL" clId="{6884C358-F078-41E2-B52A-C991C4377FC1}" dt="2025-07-23T05:20:12.441" v="3415"/>
        <pc:sldMkLst>
          <pc:docMk/>
          <pc:sldMk cId="0" sldId="276"/>
        </pc:sldMkLst>
        <pc:spChg chg="mod">
          <ac:chgData name="Deepika Vatsa" userId="f7100972-27fe-4ee6-8fb4-ec9b7931b409" providerId="ADAL" clId="{6884C358-F078-41E2-B52A-C991C4377FC1}" dt="2025-07-23T05:15:49.357" v="3349" actId="207"/>
          <ac:spMkLst>
            <pc:docMk/>
            <pc:sldMk cId="0" sldId="276"/>
            <ac:spMk id="2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3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2T09:30:00.857" v="194" actId="478"/>
          <ac:spMkLst>
            <pc:docMk/>
            <pc:sldMk cId="0" sldId="276"/>
            <ac:spMk id="4" creationId="{00000000-0000-0000-0000-000000000000}"/>
          </ac:spMkLst>
        </pc:spChg>
        <pc:spChg chg="add del mod or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6" creationId="{DF1F7109-6D42-A6CD-F452-0870CFC44C57}"/>
          </ac:spMkLst>
        </pc:spChg>
        <pc:spChg chg="add del mo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7" creationId="{FF220C66-A4E6-C8D7-391A-04D70E625C9C}"/>
          </ac:spMkLst>
        </pc:spChg>
        <pc:spChg chg="add del mod">
          <ac:chgData name="Deepika Vatsa" userId="f7100972-27fe-4ee6-8fb4-ec9b7931b409" providerId="ADAL" clId="{6884C358-F078-41E2-B52A-C991C4377FC1}" dt="2025-07-22T09:29:47.313" v="184"/>
          <ac:spMkLst>
            <pc:docMk/>
            <pc:sldMk cId="0" sldId="276"/>
            <ac:spMk id="9" creationId="{43D22531-29B1-0753-0946-7FE02105E3BE}"/>
          </ac:spMkLst>
        </pc:spChg>
        <pc:spChg chg="add del mo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10" creationId="{762B94E8-9E92-C874-B94F-CA816E8E5609}"/>
          </ac:spMkLst>
        </pc:spChg>
        <pc:spChg chg="add del mod">
          <ac:chgData name="Deepika Vatsa" userId="f7100972-27fe-4ee6-8fb4-ec9b7931b409" providerId="ADAL" clId="{6884C358-F078-41E2-B52A-C991C4377FC1}" dt="2025-07-22T10:51:55.493" v="2858" actId="478"/>
          <ac:spMkLst>
            <pc:docMk/>
            <pc:sldMk cId="0" sldId="276"/>
            <ac:spMk id="12" creationId="{761C11D7-EAE4-DE47-846C-5394B9B4B7D2}"/>
          </ac:spMkLst>
        </pc:spChg>
        <pc:spChg chg="add mod">
          <ac:chgData name="Deepika Vatsa" userId="f7100972-27fe-4ee6-8fb4-ec9b7931b409" providerId="ADAL" clId="{6884C358-F078-41E2-B52A-C991C4377FC1}" dt="2025-07-22T10:58:29.586" v="3175" actId="1076"/>
          <ac:spMkLst>
            <pc:docMk/>
            <pc:sldMk cId="0" sldId="276"/>
            <ac:spMk id="13" creationId="{05B054CE-66A9-69B7-25DF-5E63A7E7226F}"/>
          </ac:spMkLst>
        </pc:spChg>
        <pc:graphicFrameChg chg="add del mod modGraphic">
          <ac:chgData name="Deepika Vatsa" userId="f7100972-27fe-4ee6-8fb4-ec9b7931b409" providerId="ADAL" clId="{6884C358-F078-41E2-B52A-C991C4377FC1}" dt="2025-07-22T10:58:21.671" v="3172" actId="478"/>
          <ac:graphicFrameMkLst>
            <pc:docMk/>
            <pc:sldMk cId="0" sldId="276"/>
            <ac:graphicFrameMk id="14" creationId="{15B9210D-0693-05A9-B8B7-394487320ED6}"/>
          </ac:graphicFrameMkLst>
        </pc:graphicFrameChg>
        <pc:cxnChg chg="add mod">
          <ac:chgData name="Deepika Vatsa" userId="f7100972-27fe-4ee6-8fb4-ec9b7931b409" providerId="ADAL" clId="{6884C358-F078-41E2-B52A-C991C4377FC1}" dt="2025-07-23T05:20:12.441" v="3415"/>
          <ac:cxnSpMkLst>
            <pc:docMk/>
            <pc:sldMk cId="0" sldId="276"/>
            <ac:cxnSpMk id="3" creationId="{A353B9D7-DA76-EC76-62EC-B68A91A5CACC}"/>
          </ac:cxnSpMkLst>
        </pc:cxnChg>
        <pc:cxnChg chg="del">
          <ac:chgData name="Deepika Vatsa" userId="f7100972-27fe-4ee6-8fb4-ec9b7931b409" providerId="ADAL" clId="{6884C358-F078-41E2-B52A-C991C4377FC1}" dt="2025-07-23T05:20:11.800" v="3414" actId="478"/>
          <ac:cxnSpMkLst>
            <pc:docMk/>
            <pc:sldMk cId="0" sldId="276"/>
            <ac:cxnSpMk id="5" creationId="{50E184E5-16FE-EBD7-7894-1DC87C936193}"/>
          </ac:cxnSpMkLst>
        </pc:cxnChg>
      </pc:sldChg>
      <pc:sldChg chg="modSp del">
        <pc:chgData name="Deepika Vatsa" userId="f7100972-27fe-4ee6-8fb4-ec9b7931b409" providerId="ADAL" clId="{6884C358-F078-41E2-B52A-C991C4377FC1}" dt="2025-07-22T09:48:52.734" v="447" actId="2696"/>
        <pc:sldMkLst>
          <pc:docMk/>
          <pc:sldMk cId="0" sldId="282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82"/>
            <ac:spMk id="3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82"/>
            <ac:spMk id="4" creationId="{00000000-0000-0000-0000-000000000000}"/>
          </ac:spMkLst>
        </pc:spChg>
      </pc:sldChg>
      <pc:sldChg chg="add del">
        <pc:chgData name="Deepika Vatsa" userId="f7100972-27fe-4ee6-8fb4-ec9b7931b409" providerId="ADAL" clId="{6884C358-F078-41E2-B52A-C991C4377FC1}" dt="2025-07-23T05:12:37.326" v="3321" actId="47"/>
        <pc:sldMkLst>
          <pc:docMk/>
          <pc:sldMk cId="2852168949" sldId="350"/>
        </pc:sldMkLst>
      </pc:sldChg>
      <pc:sldChg chg="add del">
        <pc:chgData name="Deepika Vatsa" userId="f7100972-27fe-4ee6-8fb4-ec9b7931b409" providerId="ADAL" clId="{6884C358-F078-41E2-B52A-C991C4377FC1}" dt="2025-07-23T05:13:42.142" v="3334" actId="47"/>
        <pc:sldMkLst>
          <pc:docMk/>
          <pc:sldMk cId="178954834" sldId="363"/>
        </pc:sldMkLst>
      </pc:sldChg>
      <pc:sldChg chg="modSp mod">
        <pc:chgData name="Deepika Vatsa" userId="f7100972-27fe-4ee6-8fb4-ec9b7931b409" providerId="ADAL" clId="{6884C358-F078-41E2-B52A-C991C4377FC1}" dt="2025-07-22T09:24:57.233" v="65" actId="20577"/>
        <pc:sldMkLst>
          <pc:docMk/>
          <pc:sldMk cId="0" sldId="395"/>
        </pc:sldMkLst>
        <pc:spChg chg="mod">
          <ac:chgData name="Deepika Vatsa" userId="f7100972-27fe-4ee6-8fb4-ec9b7931b409" providerId="ADAL" clId="{6884C358-F078-41E2-B52A-C991C4377FC1}" dt="2025-07-22T09:24:57.233" v="65" actId="20577"/>
          <ac:spMkLst>
            <pc:docMk/>
            <pc:sldMk cId="0" sldId="395"/>
            <ac:spMk id="2" creationId="{00000000-0000-0000-0000-000000000000}"/>
          </ac:spMkLst>
        </pc:spChg>
      </pc:sldChg>
      <pc:sldChg chg="modSp del">
        <pc:chgData name="Deepika Vatsa" userId="f7100972-27fe-4ee6-8fb4-ec9b7931b409" providerId="ADAL" clId="{6884C358-F078-41E2-B52A-C991C4377FC1}" dt="2025-07-22T09:36:18.403" v="300" actId="47"/>
        <pc:sldMkLst>
          <pc:docMk/>
          <pc:sldMk cId="3480929016" sldId="553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3480929016" sldId="553"/>
            <ac:spMk id="4" creationId="{0A61BF14-BB4C-4FFC-7012-6231EFAFCD41}"/>
          </ac:spMkLst>
        </pc:spChg>
      </pc:sldChg>
      <pc:sldChg chg="del">
        <pc:chgData name="Deepika Vatsa" userId="f7100972-27fe-4ee6-8fb4-ec9b7931b409" providerId="ADAL" clId="{6884C358-F078-41E2-B52A-C991C4377FC1}" dt="2025-07-22T09:23:28.413" v="0" actId="47"/>
        <pc:sldMkLst>
          <pc:docMk/>
          <pc:sldMk cId="4163686748" sldId="554"/>
        </pc:sldMkLst>
      </pc:sldChg>
      <pc:sldChg chg="del">
        <pc:chgData name="Deepika Vatsa" userId="f7100972-27fe-4ee6-8fb4-ec9b7931b409" providerId="ADAL" clId="{6884C358-F078-41E2-B52A-C991C4377FC1}" dt="2025-07-22T09:23:28.413" v="0" actId="47"/>
        <pc:sldMkLst>
          <pc:docMk/>
          <pc:sldMk cId="3935020306" sldId="555"/>
        </pc:sldMkLst>
      </pc:sldChg>
      <pc:sldChg chg="modSp del">
        <pc:chgData name="Deepika Vatsa" userId="f7100972-27fe-4ee6-8fb4-ec9b7931b409" providerId="ADAL" clId="{6884C358-F078-41E2-B52A-C991C4377FC1}" dt="2025-07-22T10:01:31.830" v="728" actId="47"/>
        <pc:sldMkLst>
          <pc:docMk/>
          <pc:sldMk cId="2250760117" sldId="572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2250760117" sldId="572"/>
            <ac:spMk id="4" creationId="{AAA3C26B-3FEA-A51C-8509-EDFF58FF4F4A}"/>
          </ac:spMkLst>
        </pc:spChg>
      </pc:sldChg>
      <pc:sldChg chg="addSp delSp modSp mod">
        <pc:chgData name="Deepika Vatsa" userId="f7100972-27fe-4ee6-8fb4-ec9b7931b409" providerId="ADAL" clId="{6884C358-F078-41E2-B52A-C991C4377FC1}" dt="2025-07-23T05:21:25.243" v="3452"/>
        <pc:sldMkLst>
          <pc:docMk/>
          <pc:sldMk cId="549806327" sldId="573"/>
        </pc:sldMkLst>
        <pc:spChg chg="mod">
          <ac:chgData name="Deepika Vatsa" userId="f7100972-27fe-4ee6-8fb4-ec9b7931b409" providerId="ADAL" clId="{6884C358-F078-41E2-B52A-C991C4377FC1}" dt="2025-07-23T05:18:21.699" v="3391" actId="1035"/>
          <ac:spMkLst>
            <pc:docMk/>
            <pc:sldMk cId="549806327" sldId="573"/>
            <ac:spMk id="2" creationId="{1CD95200-E997-69E7-D60F-2B2833820E43}"/>
          </ac:spMkLst>
        </pc:spChg>
        <pc:spChg chg="mod">
          <ac:chgData name="Deepika Vatsa" userId="f7100972-27fe-4ee6-8fb4-ec9b7931b409" providerId="ADAL" clId="{6884C358-F078-41E2-B52A-C991C4377FC1}" dt="2025-07-22T10:11:40.522" v="861" actId="33524"/>
          <ac:spMkLst>
            <pc:docMk/>
            <pc:sldMk cId="549806327" sldId="573"/>
            <ac:spMk id="3" creationId="{7E3D72CB-FD10-51F1-E138-1F3205E12992}"/>
          </ac:spMkLst>
        </pc:spChg>
        <pc:picChg chg="mod modCrop">
          <ac:chgData name="Deepika Vatsa" userId="f7100972-27fe-4ee6-8fb4-ec9b7931b409" providerId="ADAL" clId="{6884C358-F078-41E2-B52A-C991C4377FC1}" dt="2025-07-22T10:11:25.482" v="856" actId="1076"/>
          <ac:picMkLst>
            <pc:docMk/>
            <pc:sldMk cId="549806327" sldId="573"/>
            <ac:picMk id="4" creationId="{F4073854-4E6C-1C34-8E9C-E284C7C1B544}"/>
          </ac:picMkLst>
        </pc:picChg>
        <pc:cxnChg chg="del">
          <ac:chgData name="Deepika Vatsa" userId="f7100972-27fe-4ee6-8fb4-ec9b7931b409" providerId="ADAL" clId="{6884C358-F078-41E2-B52A-C991C4377FC1}" dt="2025-07-23T05:21:24.872" v="3451" actId="478"/>
          <ac:cxnSpMkLst>
            <pc:docMk/>
            <pc:sldMk cId="549806327" sldId="573"/>
            <ac:cxnSpMk id="5" creationId="{2583FC77-E3AB-35E6-B60C-53A76FE8003F}"/>
          </ac:cxnSpMkLst>
        </pc:cxnChg>
        <pc:cxnChg chg="add mod">
          <ac:chgData name="Deepika Vatsa" userId="f7100972-27fe-4ee6-8fb4-ec9b7931b409" providerId="ADAL" clId="{6884C358-F078-41E2-B52A-C991C4377FC1}" dt="2025-07-23T05:21:25.243" v="3452"/>
          <ac:cxnSpMkLst>
            <pc:docMk/>
            <pc:sldMk cId="549806327" sldId="573"/>
            <ac:cxnSpMk id="6" creationId="{ABECC0BA-46D9-85A9-9BEC-69239BC9C062}"/>
          </ac:cxnSpMkLst>
        </pc:cxnChg>
      </pc:sldChg>
      <pc:sldChg chg="del">
        <pc:chgData name="Deepika Vatsa" userId="f7100972-27fe-4ee6-8fb4-ec9b7931b409" providerId="ADAL" clId="{6884C358-F078-41E2-B52A-C991C4377FC1}" dt="2025-07-22T10:12:15.086" v="862" actId="2696"/>
        <pc:sldMkLst>
          <pc:docMk/>
          <pc:sldMk cId="1030842975" sldId="574"/>
        </pc:sldMkLst>
      </pc:sldChg>
      <pc:sldChg chg="del">
        <pc:chgData name="Deepika Vatsa" userId="f7100972-27fe-4ee6-8fb4-ec9b7931b409" providerId="ADAL" clId="{6884C358-F078-41E2-B52A-C991C4377FC1}" dt="2025-07-22T10:12:15.086" v="862" actId="2696"/>
        <pc:sldMkLst>
          <pc:docMk/>
          <pc:sldMk cId="1844610887" sldId="575"/>
        </pc:sldMkLst>
      </pc:sldChg>
      <pc:sldChg chg="addSp delSp modSp mod">
        <pc:chgData name="Deepika Vatsa" userId="f7100972-27fe-4ee6-8fb4-ec9b7931b409" providerId="ADAL" clId="{6884C358-F078-41E2-B52A-C991C4377FC1}" dt="2025-07-23T05:21:29.136" v="3454"/>
        <pc:sldMkLst>
          <pc:docMk/>
          <pc:sldMk cId="810527257" sldId="576"/>
        </pc:sldMkLst>
        <pc:spChg chg="mod">
          <ac:chgData name="Deepika Vatsa" userId="f7100972-27fe-4ee6-8fb4-ec9b7931b409" providerId="ADAL" clId="{6884C358-F078-41E2-B52A-C991C4377FC1}" dt="2025-07-23T05:18:32.996" v="3393" actId="255"/>
          <ac:spMkLst>
            <pc:docMk/>
            <pc:sldMk cId="810527257" sldId="576"/>
            <ac:spMk id="2" creationId="{8C8DA422-5599-BE5B-B151-D196E8414908}"/>
          </ac:spMkLst>
        </pc:spChg>
        <pc:spChg chg="del">
          <ac:chgData name="Deepika Vatsa" userId="f7100972-27fe-4ee6-8fb4-ec9b7931b409" providerId="ADAL" clId="{6884C358-F078-41E2-B52A-C991C4377FC1}" dt="2025-07-22T10:13:31.716" v="864" actId="478"/>
          <ac:spMkLst>
            <pc:docMk/>
            <pc:sldMk cId="810527257" sldId="576"/>
            <ac:spMk id="3" creationId="{23292E8A-B934-BC7E-D793-FA32925820AA}"/>
          </ac:spMkLst>
        </pc:spChg>
        <pc:spChg chg="add del mod">
          <ac:chgData name="Deepika Vatsa" userId="f7100972-27fe-4ee6-8fb4-ec9b7931b409" providerId="ADAL" clId="{6884C358-F078-41E2-B52A-C991C4377FC1}" dt="2025-07-22T10:13:33.431" v="865" actId="478"/>
          <ac:spMkLst>
            <pc:docMk/>
            <pc:sldMk cId="810527257" sldId="576"/>
            <ac:spMk id="6" creationId="{83784901-344E-5428-88AA-7C54D084D705}"/>
          </ac:spMkLst>
        </pc:spChg>
        <pc:picChg chg="add mod">
          <ac:chgData name="Deepika Vatsa" userId="f7100972-27fe-4ee6-8fb4-ec9b7931b409" providerId="ADAL" clId="{6884C358-F078-41E2-B52A-C991C4377FC1}" dt="2025-07-22T10:13:36.274" v="867" actId="1076"/>
          <ac:picMkLst>
            <pc:docMk/>
            <pc:sldMk cId="810527257" sldId="576"/>
            <ac:picMk id="7" creationId="{D042E4FB-BDAC-1A6F-5268-672F6BAA70EC}"/>
          </ac:picMkLst>
        </pc:picChg>
        <pc:cxnChg chg="add mod">
          <ac:chgData name="Deepika Vatsa" userId="f7100972-27fe-4ee6-8fb4-ec9b7931b409" providerId="ADAL" clId="{6884C358-F078-41E2-B52A-C991C4377FC1}" dt="2025-07-23T05:21:29.136" v="3454"/>
          <ac:cxnSpMkLst>
            <pc:docMk/>
            <pc:sldMk cId="810527257" sldId="576"/>
            <ac:cxnSpMk id="3" creationId="{D70A73E4-B319-02F9-A019-8583C8BD017A}"/>
          </ac:cxnSpMkLst>
        </pc:cxnChg>
        <pc:cxnChg chg="del">
          <ac:chgData name="Deepika Vatsa" userId="f7100972-27fe-4ee6-8fb4-ec9b7931b409" providerId="ADAL" clId="{6884C358-F078-41E2-B52A-C991C4377FC1}" dt="2025-07-23T05:21:28.712" v="3453" actId="478"/>
          <ac:cxnSpMkLst>
            <pc:docMk/>
            <pc:sldMk cId="810527257" sldId="576"/>
            <ac:cxnSpMk id="5" creationId="{40F7F98D-83E9-028D-8FA0-BC9D6977408D}"/>
          </ac:cxnSpMkLst>
        </pc:cxnChg>
      </pc:sldChg>
      <pc:sldChg chg="del">
        <pc:chgData name="Deepika Vatsa" userId="f7100972-27fe-4ee6-8fb4-ec9b7931b409" providerId="ADAL" clId="{6884C358-F078-41E2-B52A-C991C4377FC1}" dt="2025-07-22T10:13:40.415" v="868" actId="47"/>
        <pc:sldMkLst>
          <pc:docMk/>
          <pc:sldMk cId="2512841971" sldId="577"/>
        </pc:sldMkLst>
      </pc:sldChg>
      <pc:sldChg chg="addSp delSp modSp mod">
        <pc:chgData name="Deepika Vatsa" userId="f7100972-27fe-4ee6-8fb4-ec9b7931b409" providerId="ADAL" clId="{6884C358-F078-41E2-B52A-C991C4377FC1}" dt="2025-07-23T05:21:46.433" v="3460" actId="14100"/>
        <pc:sldMkLst>
          <pc:docMk/>
          <pc:sldMk cId="835005002" sldId="578"/>
        </pc:sldMkLst>
        <pc:spChg chg="del mod">
          <ac:chgData name="Deepika Vatsa" userId="f7100972-27fe-4ee6-8fb4-ec9b7931b409" providerId="ADAL" clId="{6884C358-F078-41E2-B52A-C991C4377FC1}" dt="2025-07-23T05:18:44.103" v="3394" actId="478"/>
          <ac:spMkLst>
            <pc:docMk/>
            <pc:sldMk cId="835005002" sldId="578"/>
            <ac:spMk id="2" creationId="{91E18C70-E367-59EE-B161-70D8F2FCB574}"/>
          </ac:spMkLst>
        </pc:spChg>
        <pc:spChg chg="mod">
          <ac:chgData name="Deepika Vatsa" userId="f7100972-27fe-4ee6-8fb4-ec9b7931b409" providerId="ADAL" clId="{6884C358-F078-41E2-B52A-C991C4377FC1}" dt="2025-07-23T05:21:46.433" v="3460" actId="14100"/>
          <ac:spMkLst>
            <pc:docMk/>
            <pc:sldMk cId="835005002" sldId="578"/>
            <ac:spMk id="4" creationId="{7776C47F-6F4E-DC03-37A6-E7A3B197AE34}"/>
          </ac:spMkLst>
        </pc:spChg>
        <pc:spChg chg="add del mod">
          <ac:chgData name="Deepika Vatsa" userId="f7100972-27fe-4ee6-8fb4-ec9b7931b409" providerId="ADAL" clId="{6884C358-F078-41E2-B52A-C991C4377FC1}" dt="2025-07-23T05:18:45.920" v="3395" actId="478"/>
          <ac:spMkLst>
            <pc:docMk/>
            <pc:sldMk cId="835005002" sldId="578"/>
            <ac:spMk id="6" creationId="{4E321242-3F8E-3E41-604D-15D680DFF783}"/>
          </ac:spMkLst>
        </pc:spChg>
        <pc:spChg chg="add mod">
          <ac:chgData name="Deepika Vatsa" userId="f7100972-27fe-4ee6-8fb4-ec9b7931b409" providerId="ADAL" clId="{6884C358-F078-41E2-B52A-C991C4377FC1}" dt="2025-07-23T05:18:46.673" v="3396"/>
          <ac:spMkLst>
            <pc:docMk/>
            <pc:sldMk cId="835005002" sldId="578"/>
            <ac:spMk id="7" creationId="{C86B6E8B-F1EE-EC17-42A6-8C54D5AE7919}"/>
          </ac:spMkLst>
        </pc:spChg>
        <pc:cxnChg chg="del">
          <ac:chgData name="Deepika Vatsa" userId="f7100972-27fe-4ee6-8fb4-ec9b7931b409" providerId="ADAL" clId="{6884C358-F078-41E2-B52A-C991C4377FC1}" dt="2025-07-23T05:21:33.356" v="3455" actId="478"/>
          <ac:cxnSpMkLst>
            <pc:docMk/>
            <pc:sldMk cId="835005002" sldId="578"/>
            <ac:cxnSpMk id="5" creationId="{B2627C12-E6DC-37C6-3534-91290B918037}"/>
          </ac:cxnSpMkLst>
        </pc:cxnChg>
        <pc:cxnChg chg="add mod">
          <ac:chgData name="Deepika Vatsa" userId="f7100972-27fe-4ee6-8fb4-ec9b7931b409" providerId="ADAL" clId="{6884C358-F078-41E2-B52A-C991C4377FC1}" dt="2025-07-23T05:21:33.753" v="3456"/>
          <ac:cxnSpMkLst>
            <pc:docMk/>
            <pc:sldMk cId="835005002" sldId="578"/>
            <ac:cxnSpMk id="8" creationId="{DFAC204A-2B4C-B3BD-E2C3-309FA6A4D4FE}"/>
          </ac:cxnSpMkLst>
        </pc:cxnChg>
      </pc:sldChg>
      <pc:sldChg chg="del">
        <pc:chgData name="Deepika Vatsa" userId="f7100972-27fe-4ee6-8fb4-ec9b7931b409" providerId="ADAL" clId="{6884C358-F078-41E2-B52A-C991C4377FC1}" dt="2025-07-22T10:20:38.022" v="1476" actId="47"/>
        <pc:sldMkLst>
          <pc:docMk/>
          <pc:sldMk cId="1577856654" sldId="579"/>
        </pc:sldMkLst>
      </pc:sldChg>
      <pc:sldChg chg="del">
        <pc:chgData name="Deepika Vatsa" userId="f7100972-27fe-4ee6-8fb4-ec9b7931b409" providerId="ADAL" clId="{6884C358-F078-41E2-B52A-C991C4377FC1}" dt="2025-07-22T10:23:03.818" v="1507" actId="2696"/>
        <pc:sldMkLst>
          <pc:docMk/>
          <pc:sldMk cId="858610061" sldId="580"/>
        </pc:sldMkLst>
      </pc:sldChg>
      <pc:sldChg chg="del">
        <pc:chgData name="Deepika Vatsa" userId="f7100972-27fe-4ee6-8fb4-ec9b7931b409" providerId="ADAL" clId="{6884C358-F078-41E2-B52A-C991C4377FC1}" dt="2025-07-22T10:31:42.979" v="2065" actId="47"/>
        <pc:sldMkLst>
          <pc:docMk/>
          <pc:sldMk cId="2808099838" sldId="581"/>
        </pc:sldMkLst>
      </pc:sldChg>
      <pc:sldChg chg="addSp delSp modSp mod">
        <pc:chgData name="Deepika Vatsa" userId="f7100972-27fe-4ee6-8fb4-ec9b7931b409" providerId="ADAL" clId="{6884C358-F078-41E2-B52A-C991C4377FC1}" dt="2025-07-23T05:21:56.245" v="3463" actId="14100"/>
        <pc:sldMkLst>
          <pc:docMk/>
          <pc:sldMk cId="1700069977" sldId="582"/>
        </pc:sldMkLst>
        <pc:spChg chg="del mod">
          <ac:chgData name="Deepika Vatsa" userId="f7100972-27fe-4ee6-8fb4-ec9b7931b409" providerId="ADAL" clId="{6884C358-F078-41E2-B52A-C991C4377FC1}" dt="2025-07-23T05:11:29.001" v="3295" actId="478"/>
          <ac:spMkLst>
            <pc:docMk/>
            <pc:sldMk cId="1700069977" sldId="582"/>
            <ac:spMk id="2" creationId="{3EA993F1-7D74-5A35-94E0-755C8170DDD2}"/>
          </ac:spMkLst>
        </pc:spChg>
        <pc:spChg chg="mod">
          <ac:chgData name="Deepika Vatsa" userId="f7100972-27fe-4ee6-8fb4-ec9b7931b409" providerId="ADAL" clId="{6884C358-F078-41E2-B52A-C991C4377FC1}" dt="2025-07-23T05:21:56.245" v="3463" actId="14100"/>
          <ac:spMkLst>
            <pc:docMk/>
            <pc:sldMk cId="1700069977" sldId="582"/>
            <ac:spMk id="4" creationId="{C7E4D45C-A04E-4FD8-8E36-9127F8599888}"/>
          </ac:spMkLst>
        </pc:spChg>
        <pc:spChg chg="add del mod">
          <ac:chgData name="Deepika Vatsa" userId="f7100972-27fe-4ee6-8fb4-ec9b7931b409" providerId="ADAL" clId="{6884C358-F078-41E2-B52A-C991C4377FC1}" dt="2025-07-23T05:11:31.373" v="3296" actId="478"/>
          <ac:spMkLst>
            <pc:docMk/>
            <pc:sldMk cId="1700069977" sldId="582"/>
            <ac:spMk id="6" creationId="{BC483E00-42FE-1B2D-5AB9-B054E0125187}"/>
          </ac:spMkLst>
        </pc:spChg>
        <pc:spChg chg="add del mod">
          <ac:chgData name="Deepika Vatsa" userId="f7100972-27fe-4ee6-8fb4-ec9b7931b409" providerId="ADAL" clId="{6884C358-F078-41E2-B52A-C991C4377FC1}" dt="2025-07-23T05:19:05.174" v="3403" actId="478"/>
          <ac:spMkLst>
            <pc:docMk/>
            <pc:sldMk cId="1700069977" sldId="582"/>
            <ac:spMk id="7" creationId="{77CBCD7F-8AE7-4B57-3A9F-538E17F926AC}"/>
          </ac:spMkLst>
        </pc:spChg>
        <pc:spChg chg="add del mod">
          <ac:chgData name="Deepika Vatsa" userId="f7100972-27fe-4ee6-8fb4-ec9b7931b409" providerId="ADAL" clId="{6884C358-F078-41E2-B52A-C991C4377FC1}" dt="2025-07-23T05:19:06.810" v="3404" actId="478"/>
          <ac:spMkLst>
            <pc:docMk/>
            <pc:sldMk cId="1700069977" sldId="582"/>
            <ac:spMk id="9" creationId="{DA1F278C-AFDE-7105-568A-768E46CCC33B}"/>
          </ac:spMkLst>
        </pc:spChg>
        <pc:spChg chg="add mod">
          <ac:chgData name="Deepika Vatsa" userId="f7100972-27fe-4ee6-8fb4-ec9b7931b409" providerId="ADAL" clId="{6884C358-F078-41E2-B52A-C991C4377FC1}" dt="2025-07-23T05:19:07.408" v="3405"/>
          <ac:spMkLst>
            <pc:docMk/>
            <pc:sldMk cId="1700069977" sldId="582"/>
            <ac:spMk id="10" creationId="{7124F2BA-B4C0-9D6A-F84A-5C187670E1ED}"/>
          </ac:spMkLst>
        </pc:spChg>
        <pc:cxnChg chg="del">
          <ac:chgData name="Deepika Vatsa" userId="f7100972-27fe-4ee6-8fb4-ec9b7931b409" providerId="ADAL" clId="{6884C358-F078-41E2-B52A-C991C4377FC1}" dt="2025-07-23T05:21:52.654" v="3461" actId="478"/>
          <ac:cxnSpMkLst>
            <pc:docMk/>
            <pc:sldMk cId="1700069977" sldId="582"/>
            <ac:cxnSpMk id="5" creationId="{EA92F9DF-D5D8-49B1-F8B9-EDE5C89C9DF6}"/>
          </ac:cxnSpMkLst>
        </pc:cxnChg>
        <pc:cxnChg chg="add mod">
          <ac:chgData name="Deepika Vatsa" userId="f7100972-27fe-4ee6-8fb4-ec9b7931b409" providerId="ADAL" clId="{6884C358-F078-41E2-B52A-C991C4377FC1}" dt="2025-07-23T05:21:53.350" v="3462"/>
          <ac:cxnSpMkLst>
            <pc:docMk/>
            <pc:sldMk cId="1700069977" sldId="582"/>
            <ac:cxnSpMk id="11" creationId="{C11FA30D-24D1-6FBC-D7BC-51AEC489E098}"/>
          </ac:cxnSpMkLst>
        </pc:cxnChg>
      </pc:sldChg>
      <pc:sldChg chg="del">
        <pc:chgData name="Deepika Vatsa" userId="f7100972-27fe-4ee6-8fb4-ec9b7931b409" providerId="ADAL" clId="{6884C358-F078-41E2-B52A-C991C4377FC1}" dt="2025-07-22T10:38:05.600" v="2234" actId="47"/>
        <pc:sldMkLst>
          <pc:docMk/>
          <pc:sldMk cId="591297716" sldId="583"/>
        </pc:sldMkLst>
      </pc:sldChg>
      <pc:sldChg chg="del">
        <pc:chgData name="Deepika Vatsa" userId="f7100972-27fe-4ee6-8fb4-ec9b7931b409" providerId="ADAL" clId="{6884C358-F078-41E2-B52A-C991C4377FC1}" dt="2025-07-22T10:38:24.185" v="2235" actId="47"/>
        <pc:sldMkLst>
          <pc:docMk/>
          <pc:sldMk cId="4024096756" sldId="584"/>
        </pc:sldMkLst>
      </pc:sldChg>
      <pc:sldChg chg="addSp delSp modSp mod">
        <pc:chgData name="Deepika Vatsa" userId="f7100972-27fe-4ee6-8fb4-ec9b7931b409" providerId="ADAL" clId="{6884C358-F078-41E2-B52A-C991C4377FC1}" dt="2025-07-23T05:23:45.037" v="3532" actId="1076"/>
        <pc:sldMkLst>
          <pc:docMk/>
          <pc:sldMk cId="2784952323" sldId="585"/>
        </pc:sldMkLst>
        <pc:spChg chg="mod">
          <ac:chgData name="Deepika Vatsa" userId="f7100972-27fe-4ee6-8fb4-ec9b7931b409" providerId="ADAL" clId="{6884C358-F078-41E2-B52A-C991C4377FC1}" dt="2025-07-23T05:22:56.013" v="3522" actId="1076"/>
          <ac:spMkLst>
            <pc:docMk/>
            <pc:sldMk cId="2784952323" sldId="585"/>
            <ac:spMk id="2" creationId="{CD4594CC-77DE-BEF3-7ACE-59D14DBBA2F4}"/>
          </ac:spMkLst>
        </pc:spChg>
        <pc:spChg chg="mod">
          <ac:chgData name="Deepika Vatsa" userId="f7100972-27fe-4ee6-8fb4-ec9b7931b409" providerId="ADAL" clId="{6884C358-F078-41E2-B52A-C991C4377FC1}" dt="2025-07-23T05:23:45.037" v="3532" actId="1076"/>
          <ac:spMkLst>
            <pc:docMk/>
            <pc:sldMk cId="2784952323" sldId="585"/>
            <ac:spMk id="4" creationId="{170DDB5B-6792-55DA-AF63-9A96FA1939A3}"/>
          </ac:spMkLst>
        </pc:spChg>
        <pc:cxnChg chg="add mod">
          <ac:chgData name="Deepika Vatsa" userId="f7100972-27fe-4ee6-8fb4-ec9b7931b409" providerId="ADAL" clId="{6884C358-F078-41E2-B52A-C991C4377FC1}" dt="2025-07-23T05:22:47.005" v="3517"/>
          <ac:cxnSpMkLst>
            <pc:docMk/>
            <pc:sldMk cId="2784952323" sldId="585"/>
            <ac:cxnSpMk id="3" creationId="{6EEF62DB-73C3-BC16-B7FD-7A94B557C61B}"/>
          </ac:cxnSpMkLst>
        </pc:cxnChg>
        <pc:cxnChg chg="del">
          <ac:chgData name="Deepika Vatsa" userId="f7100972-27fe-4ee6-8fb4-ec9b7931b409" providerId="ADAL" clId="{6884C358-F078-41E2-B52A-C991C4377FC1}" dt="2025-07-23T05:22:45.556" v="3516" actId="478"/>
          <ac:cxnSpMkLst>
            <pc:docMk/>
            <pc:sldMk cId="2784952323" sldId="585"/>
            <ac:cxnSpMk id="5" creationId="{D6A26A94-065F-5020-54F4-34DABAADC81C}"/>
          </ac:cxnSpMkLst>
        </pc:cxnChg>
      </pc:sldChg>
      <pc:sldChg chg="del">
        <pc:chgData name="Deepika Vatsa" userId="f7100972-27fe-4ee6-8fb4-ec9b7931b409" providerId="ADAL" clId="{6884C358-F078-41E2-B52A-C991C4377FC1}" dt="2025-07-22T10:48:01.051" v="2641" actId="47"/>
        <pc:sldMkLst>
          <pc:docMk/>
          <pc:sldMk cId="34458836" sldId="586"/>
        </pc:sldMkLst>
      </pc:sldChg>
      <pc:sldChg chg="del">
        <pc:chgData name="Deepika Vatsa" userId="f7100972-27fe-4ee6-8fb4-ec9b7931b409" providerId="ADAL" clId="{6884C358-F078-41E2-B52A-C991C4377FC1}" dt="2025-07-22T10:48:09.429" v="2642" actId="47"/>
        <pc:sldMkLst>
          <pc:docMk/>
          <pc:sldMk cId="1852533425" sldId="587"/>
        </pc:sldMkLst>
      </pc:sldChg>
      <pc:sldChg chg="del">
        <pc:chgData name="Deepika Vatsa" userId="f7100972-27fe-4ee6-8fb4-ec9b7931b409" providerId="ADAL" clId="{6884C358-F078-41E2-B52A-C991C4377FC1}" dt="2025-07-22T10:50:58.990" v="2855" actId="47"/>
        <pc:sldMkLst>
          <pc:docMk/>
          <pc:sldMk cId="2624307318" sldId="588"/>
        </pc:sldMkLst>
      </pc:sldChg>
      <pc:sldChg chg="modSp">
        <pc:chgData name="Deepika Vatsa" userId="f7100972-27fe-4ee6-8fb4-ec9b7931b409" providerId="ADAL" clId="{6884C358-F078-41E2-B52A-C991C4377FC1}" dt="2025-07-22T09:25:41.921" v="69"/>
        <pc:sldMkLst>
          <pc:docMk/>
          <pc:sldMk cId="0" sldId="589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589"/>
            <ac:spMk id="3" creationId="{00000000-0000-0000-0000-000000000000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0:42.730" v="3429"/>
        <pc:sldMkLst>
          <pc:docMk/>
          <pc:sldMk cId="4072135879" sldId="590"/>
        </pc:sldMkLst>
        <pc:spChg chg="mod">
          <ac:chgData name="Deepika Vatsa" userId="f7100972-27fe-4ee6-8fb4-ec9b7931b409" providerId="ADAL" clId="{6884C358-F078-41E2-B52A-C991C4377FC1}" dt="2025-07-23T05:16:48.828" v="3364" actId="207"/>
          <ac:spMkLst>
            <pc:docMk/>
            <pc:sldMk cId="4072135879" sldId="590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3:40.180" v="249" actId="478"/>
          <ac:spMkLst>
            <pc:docMk/>
            <pc:sldMk cId="4072135879" sldId="590"/>
            <ac:spMk id="3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3:36.965" v="248" actId="478"/>
          <ac:spMkLst>
            <pc:docMk/>
            <pc:sldMk cId="4072135879" sldId="590"/>
            <ac:spMk id="6" creationId="{DF1F7109-6D42-A6CD-F452-0870CFC44C57}"/>
          </ac:spMkLst>
        </pc:spChg>
        <pc:spChg chg="del">
          <ac:chgData name="Deepika Vatsa" userId="f7100972-27fe-4ee6-8fb4-ec9b7931b409" providerId="ADAL" clId="{6884C358-F078-41E2-B52A-C991C4377FC1}" dt="2025-07-22T09:33:40.180" v="249" actId="478"/>
          <ac:spMkLst>
            <pc:docMk/>
            <pc:sldMk cId="4072135879" sldId="590"/>
            <ac:spMk id="7" creationId="{FF220C66-A4E6-C8D7-391A-04D70E625C9C}"/>
          </ac:spMkLst>
        </pc:spChg>
        <pc:spChg chg="add del mod">
          <ac:chgData name="Deepika Vatsa" userId="f7100972-27fe-4ee6-8fb4-ec9b7931b409" providerId="ADAL" clId="{6884C358-F078-41E2-B52A-C991C4377FC1}" dt="2025-07-22T09:33:41.989" v="250" actId="478"/>
          <ac:spMkLst>
            <pc:docMk/>
            <pc:sldMk cId="4072135879" sldId="590"/>
            <ac:spMk id="8" creationId="{3A42CD8B-E7C8-D2E6-CB60-EA168BDCC118}"/>
          </ac:spMkLst>
        </pc:spChg>
        <pc:spChg chg="del">
          <ac:chgData name="Deepika Vatsa" userId="f7100972-27fe-4ee6-8fb4-ec9b7931b409" providerId="ADAL" clId="{6884C358-F078-41E2-B52A-C991C4377FC1}" dt="2025-07-22T09:33:40.180" v="249" actId="478"/>
          <ac:spMkLst>
            <pc:docMk/>
            <pc:sldMk cId="4072135879" sldId="590"/>
            <ac:spMk id="10" creationId="{762B94E8-9E92-C874-B94F-CA816E8E5609}"/>
          </ac:spMkLst>
        </pc:spChg>
        <pc:picChg chg="add mod">
          <ac:chgData name="Deepika Vatsa" userId="f7100972-27fe-4ee6-8fb4-ec9b7931b409" providerId="ADAL" clId="{6884C358-F078-41E2-B52A-C991C4377FC1}" dt="2025-07-22T09:33:58.086" v="257" actId="1076"/>
          <ac:picMkLst>
            <pc:docMk/>
            <pc:sldMk cId="4072135879" sldId="590"/>
            <ac:picMk id="9" creationId="{C356703B-A591-E735-D099-756D6F0724A1}"/>
          </ac:picMkLst>
        </pc:picChg>
        <pc:picChg chg="add mod">
          <ac:chgData name="Deepika Vatsa" userId="f7100972-27fe-4ee6-8fb4-ec9b7931b409" providerId="ADAL" clId="{6884C358-F078-41E2-B52A-C991C4377FC1}" dt="2025-07-22T09:33:59.666" v="258" actId="1076"/>
          <ac:picMkLst>
            <pc:docMk/>
            <pc:sldMk cId="4072135879" sldId="590"/>
            <ac:picMk id="11" creationId="{062F518F-DFCE-D51F-C42D-1B8DAD530657}"/>
          </ac:picMkLst>
        </pc:picChg>
        <pc:picChg chg="add mod">
          <ac:chgData name="Deepika Vatsa" userId="f7100972-27fe-4ee6-8fb4-ec9b7931b409" providerId="ADAL" clId="{6884C358-F078-41E2-B52A-C991C4377FC1}" dt="2025-07-22T09:33:56.159" v="256" actId="1076"/>
          <ac:picMkLst>
            <pc:docMk/>
            <pc:sldMk cId="4072135879" sldId="590"/>
            <ac:picMk id="12" creationId="{D688BB6C-9417-8D92-55EB-D522DC679CCF}"/>
          </ac:picMkLst>
        </pc:picChg>
        <pc:picChg chg="add mod">
          <ac:chgData name="Deepika Vatsa" userId="f7100972-27fe-4ee6-8fb4-ec9b7931b409" providerId="ADAL" clId="{6884C358-F078-41E2-B52A-C991C4377FC1}" dt="2025-07-22T09:34:03.951" v="259" actId="1076"/>
          <ac:picMkLst>
            <pc:docMk/>
            <pc:sldMk cId="4072135879" sldId="590"/>
            <ac:picMk id="13" creationId="{299DD2B6-62B2-98BD-205B-D8B8B72CDD4D}"/>
          </ac:picMkLst>
        </pc:picChg>
        <pc:cxnChg chg="add mod">
          <ac:chgData name="Deepika Vatsa" userId="f7100972-27fe-4ee6-8fb4-ec9b7931b409" providerId="ADAL" clId="{6884C358-F078-41E2-B52A-C991C4377FC1}" dt="2025-07-23T05:20:42.730" v="3429"/>
          <ac:cxnSpMkLst>
            <pc:docMk/>
            <pc:sldMk cId="4072135879" sldId="590"/>
            <ac:cxnSpMk id="3" creationId="{E868FEB9-887F-37ED-60BD-FBD1105706A2}"/>
          </ac:cxnSpMkLst>
        </pc:cxnChg>
        <pc:cxnChg chg="del">
          <ac:chgData name="Deepika Vatsa" userId="f7100972-27fe-4ee6-8fb4-ec9b7931b409" providerId="ADAL" clId="{6884C358-F078-41E2-B52A-C991C4377FC1}" dt="2025-07-23T05:20:42.313" v="3428" actId="478"/>
          <ac:cxnSpMkLst>
            <pc:docMk/>
            <pc:sldMk cId="4072135879" sldId="590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39.010" v="3427"/>
        <pc:sldMkLst>
          <pc:docMk/>
          <pc:sldMk cId="3439049211" sldId="591"/>
        </pc:sldMkLst>
        <pc:spChg chg="mod">
          <ac:chgData name="Deepika Vatsa" userId="f7100972-27fe-4ee6-8fb4-ec9b7931b409" providerId="ADAL" clId="{6884C358-F078-41E2-B52A-C991C4377FC1}" dt="2025-07-23T05:16:43.256" v="3363" actId="207"/>
          <ac:spMkLst>
            <pc:docMk/>
            <pc:sldMk cId="3439049211" sldId="591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5:48.586" v="290" actId="478"/>
          <ac:spMkLst>
            <pc:docMk/>
            <pc:sldMk cId="3439049211" sldId="591"/>
            <ac:spMk id="3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5:45.766" v="289" actId="478"/>
          <ac:spMkLst>
            <pc:docMk/>
            <pc:sldMk cId="3439049211" sldId="591"/>
            <ac:spMk id="6" creationId="{DF1F7109-6D42-A6CD-F452-0870CFC44C57}"/>
          </ac:spMkLst>
        </pc:spChg>
        <pc:spChg chg="del">
          <ac:chgData name="Deepika Vatsa" userId="f7100972-27fe-4ee6-8fb4-ec9b7931b409" providerId="ADAL" clId="{6884C358-F078-41E2-B52A-C991C4377FC1}" dt="2025-07-22T09:35:48.586" v="290" actId="478"/>
          <ac:spMkLst>
            <pc:docMk/>
            <pc:sldMk cId="3439049211" sldId="591"/>
            <ac:spMk id="7" creationId="{FF220C66-A4E6-C8D7-391A-04D70E625C9C}"/>
          </ac:spMkLst>
        </pc:spChg>
        <pc:spChg chg="add del mod">
          <ac:chgData name="Deepika Vatsa" userId="f7100972-27fe-4ee6-8fb4-ec9b7931b409" providerId="ADAL" clId="{6884C358-F078-41E2-B52A-C991C4377FC1}" dt="2025-07-22T09:35:51.845" v="292" actId="478"/>
          <ac:spMkLst>
            <pc:docMk/>
            <pc:sldMk cId="3439049211" sldId="591"/>
            <ac:spMk id="8" creationId="{F57D67EC-941F-047B-5B83-163A12BECBA6}"/>
          </ac:spMkLst>
        </pc:spChg>
        <pc:spChg chg="del">
          <ac:chgData name="Deepika Vatsa" userId="f7100972-27fe-4ee6-8fb4-ec9b7931b409" providerId="ADAL" clId="{6884C358-F078-41E2-B52A-C991C4377FC1}" dt="2025-07-22T09:35:48.586" v="290" actId="478"/>
          <ac:spMkLst>
            <pc:docMk/>
            <pc:sldMk cId="3439049211" sldId="591"/>
            <ac:spMk id="10" creationId="{762B94E8-9E92-C874-B94F-CA816E8E5609}"/>
          </ac:spMkLst>
        </pc:spChg>
        <pc:spChg chg="add mod">
          <ac:chgData name="Deepika Vatsa" userId="f7100972-27fe-4ee6-8fb4-ec9b7931b409" providerId="ADAL" clId="{6884C358-F078-41E2-B52A-C991C4377FC1}" dt="2025-07-22T09:44:11.797" v="365" actId="20577"/>
          <ac:spMkLst>
            <pc:docMk/>
            <pc:sldMk cId="3439049211" sldId="591"/>
            <ac:spMk id="11" creationId="{06381CCD-359B-D8A2-1997-A5B56A02FD41}"/>
          </ac:spMkLst>
        </pc:spChg>
        <pc:cxnChg chg="add mod">
          <ac:chgData name="Deepika Vatsa" userId="f7100972-27fe-4ee6-8fb4-ec9b7931b409" providerId="ADAL" clId="{6884C358-F078-41E2-B52A-C991C4377FC1}" dt="2025-07-23T05:20:39.010" v="3427"/>
          <ac:cxnSpMkLst>
            <pc:docMk/>
            <pc:sldMk cId="3439049211" sldId="591"/>
            <ac:cxnSpMk id="3" creationId="{9FFC9232-0F3D-BF13-4461-6E51D2C9C5C7}"/>
          </ac:cxnSpMkLst>
        </pc:cxnChg>
        <pc:cxnChg chg="del">
          <ac:chgData name="Deepika Vatsa" userId="f7100972-27fe-4ee6-8fb4-ec9b7931b409" providerId="ADAL" clId="{6884C358-F078-41E2-B52A-C991C4377FC1}" dt="2025-07-23T05:20:38.614" v="3426" actId="478"/>
          <ac:cxnSpMkLst>
            <pc:docMk/>
            <pc:sldMk cId="3439049211" sldId="591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46.224" v="3431"/>
        <pc:sldMkLst>
          <pc:docMk/>
          <pc:sldMk cId="3695788924" sldId="592"/>
        </pc:sldMkLst>
        <pc:spChg chg="mod">
          <ac:chgData name="Deepika Vatsa" userId="f7100972-27fe-4ee6-8fb4-ec9b7931b409" providerId="ADAL" clId="{6884C358-F078-41E2-B52A-C991C4377FC1}" dt="2025-07-23T05:16:54.290" v="3365" actId="207"/>
          <ac:spMkLst>
            <pc:docMk/>
            <pc:sldMk cId="3695788924" sldId="592"/>
            <ac:spMk id="2" creationId="{00000000-0000-0000-0000-000000000000}"/>
          </ac:spMkLst>
        </pc:spChg>
        <pc:picChg chg="add mod">
          <ac:chgData name="Deepika Vatsa" userId="f7100972-27fe-4ee6-8fb4-ec9b7931b409" providerId="ADAL" clId="{6884C358-F078-41E2-B52A-C991C4377FC1}" dt="2025-07-22T09:47:30.119" v="427" actId="1076"/>
          <ac:picMkLst>
            <pc:docMk/>
            <pc:sldMk cId="3695788924" sldId="592"/>
            <ac:picMk id="3" creationId="{780FB1CB-F0C4-259B-45AD-974689AE136B}"/>
          </ac:picMkLst>
        </pc:picChg>
        <pc:picChg chg="del">
          <ac:chgData name="Deepika Vatsa" userId="f7100972-27fe-4ee6-8fb4-ec9b7931b409" providerId="ADAL" clId="{6884C358-F078-41E2-B52A-C991C4377FC1}" dt="2025-07-22T09:47:24.492" v="423" actId="478"/>
          <ac:picMkLst>
            <pc:docMk/>
            <pc:sldMk cId="3695788924" sldId="592"/>
            <ac:picMk id="9" creationId="{C356703B-A591-E735-D099-756D6F0724A1}"/>
          </ac:picMkLst>
        </pc:picChg>
        <pc:picChg chg="del">
          <ac:chgData name="Deepika Vatsa" userId="f7100972-27fe-4ee6-8fb4-ec9b7931b409" providerId="ADAL" clId="{6884C358-F078-41E2-B52A-C991C4377FC1}" dt="2025-07-22T09:47:25.691" v="424" actId="478"/>
          <ac:picMkLst>
            <pc:docMk/>
            <pc:sldMk cId="3695788924" sldId="592"/>
            <ac:picMk id="11" creationId="{062F518F-DFCE-D51F-C42D-1B8DAD530657}"/>
          </ac:picMkLst>
        </pc:picChg>
        <pc:picChg chg="del">
          <ac:chgData name="Deepika Vatsa" userId="f7100972-27fe-4ee6-8fb4-ec9b7931b409" providerId="ADAL" clId="{6884C358-F078-41E2-B52A-C991C4377FC1}" dt="2025-07-22T09:47:26.976" v="425" actId="478"/>
          <ac:picMkLst>
            <pc:docMk/>
            <pc:sldMk cId="3695788924" sldId="592"/>
            <ac:picMk id="12" creationId="{D688BB6C-9417-8D92-55EB-D522DC679CCF}"/>
          </ac:picMkLst>
        </pc:picChg>
        <pc:picChg chg="del">
          <ac:chgData name="Deepika Vatsa" userId="f7100972-27fe-4ee6-8fb4-ec9b7931b409" providerId="ADAL" clId="{6884C358-F078-41E2-B52A-C991C4377FC1}" dt="2025-07-22T09:47:23.157" v="422" actId="478"/>
          <ac:picMkLst>
            <pc:docMk/>
            <pc:sldMk cId="3695788924" sldId="592"/>
            <ac:picMk id="13" creationId="{299DD2B6-62B2-98BD-205B-D8B8B72CDD4D}"/>
          </ac:picMkLst>
        </pc:picChg>
        <pc:cxnChg chg="add mod">
          <ac:chgData name="Deepika Vatsa" userId="f7100972-27fe-4ee6-8fb4-ec9b7931b409" providerId="ADAL" clId="{6884C358-F078-41E2-B52A-C991C4377FC1}" dt="2025-07-23T05:20:46.224" v="3431"/>
          <ac:cxnSpMkLst>
            <pc:docMk/>
            <pc:sldMk cId="3695788924" sldId="592"/>
            <ac:cxnSpMk id="4" creationId="{3BFC784D-5408-BD0B-6DA5-62F3FD69F164}"/>
          </ac:cxnSpMkLst>
        </pc:cxnChg>
        <pc:cxnChg chg="del">
          <ac:chgData name="Deepika Vatsa" userId="f7100972-27fe-4ee6-8fb4-ec9b7931b409" providerId="ADAL" clId="{6884C358-F078-41E2-B52A-C991C4377FC1}" dt="2025-07-23T05:20:45.811" v="3430" actId="478"/>
          <ac:cxnSpMkLst>
            <pc:docMk/>
            <pc:sldMk cId="3695788924" sldId="592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54.403" v="3435"/>
        <pc:sldMkLst>
          <pc:docMk/>
          <pc:sldMk cId="1876629941" sldId="593"/>
        </pc:sldMkLst>
        <pc:spChg chg="del">
          <ac:chgData name="Deepika Vatsa" userId="f7100972-27fe-4ee6-8fb4-ec9b7931b409" providerId="ADAL" clId="{6884C358-F078-41E2-B52A-C991C4377FC1}" dt="2025-07-22T09:48:33.749" v="445" actId="478"/>
          <ac:spMkLst>
            <pc:docMk/>
            <pc:sldMk cId="1876629941" sldId="593"/>
            <ac:spMk id="4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3T05:17:03.918" v="3367" actId="207"/>
          <ac:spMkLst>
            <pc:docMk/>
            <pc:sldMk cId="1876629941" sldId="593"/>
            <ac:spMk id="8" creationId="{991BA802-3D45-4E0C-D372-BE4FFEF41DD1}"/>
          </ac:spMkLst>
        </pc:spChg>
        <pc:picChg chg="add mod">
          <ac:chgData name="Deepika Vatsa" userId="f7100972-27fe-4ee6-8fb4-ec9b7931b409" providerId="ADAL" clId="{6884C358-F078-41E2-B52A-C991C4377FC1}" dt="2025-07-22T09:48:37.216" v="446" actId="1076"/>
          <ac:picMkLst>
            <pc:docMk/>
            <pc:sldMk cId="1876629941" sldId="593"/>
            <ac:picMk id="2" creationId="{22289BA6-595C-092F-1636-E2409F3160FF}"/>
          </ac:picMkLst>
        </pc:picChg>
        <pc:picChg chg="del">
          <ac:chgData name="Deepika Vatsa" userId="f7100972-27fe-4ee6-8fb4-ec9b7931b409" providerId="ADAL" clId="{6884C358-F078-41E2-B52A-C991C4377FC1}" dt="2025-07-22T09:48:28.505" v="442" actId="478"/>
          <ac:picMkLst>
            <pc:docMk/>
            <pc:sldMk cId="1876629941" sldId="593"/>
            <ac:picMk id="11" creationId="{C4C88D64-41B1-3E23-255C-8D6CD72FE16B}"/>
          </ac:picMkLst>
        </pc:picChg>
        <pc:cxnChg chg="add mod">
          <ac:chgData name="Deepika Vatsa" userId="f7100972-27fe-4ee6-8fb4-ec9b7931b409" providerId="ADAL" clId="{6884C358-F078-41E2-B52A-C991C4377FC1}" dt="2025-07-23T05:20:54.403" v="3435"/>
          <ac:cxnSpMkLst>
            <pc:docMk/>
            <pc:sldMk cId="1876629941" sldId="593"/>
            <ac:cxnSpMk id="3" creationId="{69F5443E-C01E-3D27-219E-2E87903016D9}"/>
          </ac:cxnSpMkLst>
        </pc:cxnChg>
        <pc:cxnChg chg="del">
          <ac:chgData name="Deepika Vatsa" userId="f7100972-27fe-4ee6-8fb4-ec9b7931b409" providerId="ADAL" clId="{6884C358-F078-41E2-B52A-C991C4377FC1}" dt="2025-07-23T05:20:54.014" v="3434" actId="478"/>
          <ac:cxnSpMkLst>
            <pc:docMk/>
            <pc:sldMk cId="1876629941" sldId="593"/>
            <ac:cxnSpMk id="5" creationId="{D12CAC9D-CDF2-ED92-8F02-70DAC510318D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58.202" v="3437"/>
        <pc:sldMkLst>
          <pc:docMk/>
          <pc:sldMk cId="2583576287" sldId="594"/>
        </pc:sldMkLst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6" creationId="{306222C9-0521-EF58-FCA8-88726E3AA54A}"/>
          </ac:spMkLst>
        </pc:spChg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7" creationId="{41F3D0F9-36A4-1DEC-B009-0E145E036B07}"/>
          </ac:spMkLst>
        </pc:spChg>
        <pc:spChg chg="mod">
          <ac:chgData name="Deepika Vatsa" userId="f7100972-27fe-4ee6-8fb4-ec9b7931b409" providerId="ADAL" clId="{6884C358-F078-41E2-B52A-C991C4377FC1}" dt="2025-07-23T05:17:08.699" v="3368" actId="207"/>
          <ac:spMkLst>
            <pc:docMk/>
            <pc:sldMk cId="2583576287" sldId="594"/>
            <ac:spMk id="8" creationId="{991BA802-3D45-4E0C-D372-BE4FFEF41DD1}"/>
          </ac:spMkLst>
        </pc:spChg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10" creationId="{C075F099-43B8-F612-EEB7-EA60283F766E}"/>
          </ac:spMkLst>
        </pc:spChg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12" creationId="{4E13DD79-D7A3-56C4-1219-626F93F20780}"/>
          </ac:spMkLst>
        </pc:spChg>
        <pc:picChg chg="del">
          <ac:chgData name="Deepika Vatsa" userId="f7100972-27fe-4ee6-8fb4-ec9b7931b409" providerId="ADAL" clId="{6884C358-F078-41E2-B52A-C991C4377FC1}" dt="2025-07-22T10:00:34.658" v="716" actId="478"/>
          <ac:picMkLst>
            <pc:docMk/>
            <pc:sldMk cId="2583576287" sldId="594"/>
            <ac:picMk id="2" creationId="{22289BA6-595C-092F-1636-E2409F3160FF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3" creationId="{236E3EE2-16FE-131B-ECBF-55568068757F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4" creationId="{9A1AD1A2-9FF8-5D81-B390-C61128637D1C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9" creationId="{8ACCF344-D431-27F4-3519-E0D1C20E073B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11" creationId="{8640DA5C-AE56-878C-7DE7-A11F9AA0475B}"/>
          </ac:picMkLst>
        </pc:picChg>
        <pc:cxnChg chg="add mod">
          <ac:chgData name="Deepika Vatsa" userId="f7100972-27fe-4ee6-8fb4-ec9b7931b409" providerId="ADAL" clId="{6884C358-F078-41E2-B52A-C991C4377FC1}" dt="2025-07-23T05:20:58.202" v="3437"/>
          <ac:cxnSpMkLst>
            <pc:docMk/>
            <pc:sldMk cId="2583576287" sldId="594"/>
            <ac:cxnSpMk id="2" creationId="{83273B41-403D-3A3C-8252-05D272C66098}"/>
          </ac:cxnSpMkLst>
        </pc:cxnChg>
        <pc:cxnChg chg="del">
          <ac:chgData name="Deepika Vatsa" userId="f7100972-27fe-4ee6-8fb4-ec9b7931b409" providerId="ADAL" clId="{6884C358-F078-41E2-B52A-C991C4377FC1}" dt="2025-07-23T05:20:57.814" v="3436" actId="478"/>
          <ac:cxnSpMkLst>
            <pc:docMk/>
            <pc:sldMk cId="2583576287" sldId="594"/>
            <ac:cxnSpMk id="5" creationId="{D12CAC9D-CDF2-ED92-8F02-70DAC510318D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1:13.213" v="3446"/>
        <pc:sldMkLst>
          <pc:docMk/>
          <pc:sldMk cId="3729385034" sldId="595"/>
        </pc:sldMkLst>
        <pc:spChg chg="mod">
          <ac:chgData name="Deepika Vatsa" userId="f7100972-27fe-4ee6-8fb4-ec9b7931b409" providerId="ADAL" clId="{6884C358-F078-41E2-B52A-C991C4377FC1}" dt="2025-07-23T05:17:55.758" v="3385" actId="1035"/>
          <ac:spMkLst>
            <pc:docMk/>
            <pc:sldMk cId="3729385034" sldId="595"/>
            <ac:spMk id="2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3T05:06:56.645" v="3287" actId="478"/>
          <ac:spMkLst>
            <pc:docMk/>
            <pc:sldMk cId="3729385034" sldId="595"/>
            <ac:spMk id="3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10:05:47.046" v="768" actId="478"/>
          <ac:spMkLst>
            <pc:docMk/>
            <pc:sldMk cId="3729385034" sldId="595"/>
            <ac:spMk id="4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06:58.461" v="3288" actId="478"/>
          <ac:spMkLst>
            <pc:docMk/>
            <pc:sldMk cId="3729385034" sldId="595"/>
            <ac:spMk id="6" creationId="{595294C1-D83A-223D-E5DF-2687F4C0C4C3}"/>
          </ac:spMkLst>
        </pc:spChg>
        <pc:spChg chg="add mod">
          <ac:chgData name="Deepika Vatsa" userId="f7100972-27fe-4ee6-8fb4-ec9b7931b409" providerId="ADAL" clId="{6884C358-F078-41E2-B52A-C991C4377FC1}" dt="2025-07-23T05:07:00.405" v="3290"/>
          <ac:spMkLst>
            <pc:docMk/>
            <pc:sldMk cId="3729385034" sldId="595"/>
            <ac:spMk id="8" creationId="{07DF8378-AAD8-5F9D-5926-27ECBAD72119}"/>
          </ac:spMkLst>
        </pc:spChg>
        <pc:picChg chg="add del mod">
          <ac:chgData name="Deepika Vatsa" userId="f7100972-27fe-4ee6-8fb4-ec9b7931b409" providerId="ADAL" clId="{6884C358-F078-41E2-B52A-C991C4377FC1}" dt="2025-07-23T05:06:59.846" v="3289" actId="478"/>
          <ac:picMkLst>
            <pc:docMk/>
            <pc:sldMk cId="3729385034" sldId="595"/>
            <ac:picMk id="5" creationId="{05A945AB-0130-AB94-D6EA-8E8B4C8C69B4}"/>
          </ac:picMkLst>
        </pc:picChg>
        <pc:cxnChg chg="add mod">
          <ac:chgData name="Deepika Vatsa" userId="f7100972-27fe-4ee6-8fb4-ec9b7931b409" providerId="ADAL" clId="{6884C358-F078-41E2-B52A-C991C4377FC1}" dt="2025-07-23T05:21:13.213" v="3446"/>
          <ac:cxnSpMkLst>
            <pc:docMk/>
            <pc:sldMk cId="3729385034" sldId="595"/>
            <ac:cxnSpMk id="3" creationId="{91A758A6-68A7-3C5B-4901-273664385E64}"/>
          </ac:cxnSpMkLst>
        </pc:cxnChg>
        <pc:cxnChg chg="del">
          <ac:chgData name="Deepika Vatsa" userId="f7100972-27fe-4ee6-8fb4-ec9b7931b409" providerId="ADAL" clId="{6884C358-F078-41E2-B52A-C991C4377FC1}" dt="2025-07-23T05:21:12.833" v="3445" actId="478"/>
          <ac:cxnSpMkLst>
            <pc:docMk/>
            <pc:sldMk cId="3729385034" sldId="595"/>
            <ac:cxnSpMk id="7" creationId="{65C76CC1-B771-E13B-D742-340E1D5CAD8C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1:20.447" v="3450"/>
        <pc:sldMkLst>
          <pc:docMk/>
          <pc:sldMk cId="1503747669" sldId="596"/>
        </pc:sldMkLst>
        <pc:spChg chg="del">
          <ac:chgData name="Deepika Vatsa" userId="f7100972-27fe-4ee6-8fb4-ec9b7931b409" providerId="ADAL" clId="{6884C358-F078-41E2-B52A-C991C4377FC1}" dt="2025-07-23T05:18:01.094" v="3386" actId="478"/>
          <ac:spMkLst>
            <pc:docMk/>
            <pc:sldMk cId="1503747669" sldId="596"/>
            <ac:spMk id="2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10:08:16.400" v="798" actId="27636"/>
          <ac:spMkLst>
            <pc:docMk/>
            <pc:sldMk cId="1503747669" sldId="596"/>
            <ac:spMk id="3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8:04.034" v="3387" actId="478"/>
          <ac:spMkLst>
            <pc:docMk/>
            <pc:sldMk cId="1503747669" sldId="596"/>
            <ac:spMk id="6" creationId="{F876691B-7F3C-2C15-70BC-01577E758222}"/>
          </ac:spMkLst>
        </pc:spChg>
        <pc:spChg chg="add mod">
          <ac:chgData name="Deepika Vatsa" userId="f7100972-27fe-4ee6-8fb4-ec9b7931b409" providerId="ADAL" clId="{6884C358-F078-41E2-B52A-C991C4377FC1}" dt="2025-07-23T05:18:09.803" v="3388"/>
          <ac:spMkLst>
            <pc:docMk/>
            <pc:sldMk cId="1503747669" sldId="596"/>
            <ac:spMk id="8" creationId="{FAF0F256-03EF-AA03-B292-4A3D50B362A1}"/>
          </ac:spMkLst>
        </pc:spChg>
        <pc:picChg chg="add mod">
          <ac:chgData name="Deepika Vatsa" userId="f7100972-27fe-4ee6-8fb4-ec9b7931b409" providerId="ADAL" clId="{6884C358-F078-41E2-B52A-C991C4377FC1}" dt="2025-07-22T10:08:13.823" v="796" actId="14100"/>
          <ac:picMkLst>
            <pc:docMk/>
            <pc:sldMk cId="1503747669" sldId="596"/>
            <ac:picMk id="4" creationId="{AEF005CF-B525-14E8-5F26-09F83936D256}"/>
          </ac:picMkLst>
        </pc:picChg>
        <pc:picChg chg="del">
          <ac:chgData name="Deepika Vatsa" userId="f7100972-27fe-4ee6-8fb4-ec9b7931b409" providerId="ADAL" clId="{6884C358-F078-41E2-B52A-C991C4377FC1}" dt="2025-07-22T10:07:40.420" v="793" actId="478"/>
          <ac:picMkLst>
            <pc:docMk/>
            <pc:sldMk cId="1503747669" sldId="596"/>
            <ac:picMk id="5" creationId="{05A945AB-0130-AB94-D6EA-8E8B4C8C69B4}"/>
          </ac:picMkLst>
        </pc:picChg>
        <pc:cxnChg chg="del">
          <ac:chgData name="Deepika Vatsa" userId="f7100972-27fe-4ee6-8fb4-ec9b7931b409" providerId="ADAL" clId="{6884C358-F078-41E2-B52A-C991C4377FC1}" dt="2025-07-23T05:21:20.066" v="3449" actId="478"/>
          <ac:cxnSpMkLst>
            <pc:docMk/>
            <pc:sldMk cId="1503747669" sldId="596"/>
            <ac:cxnSpMk id="7" creationId="{65C76CC1-B771-E13B-D742-340E1D5CAD8C}"/>
          </ac:cxnSpMkLst>
        </pc:cxnChg>
        <pc:cxnChg chg="add mod">
          <ac:chgData name="Deepika Vatsa" userId="f7100972-27fe-4ee6-8fb4-ec9b7931b409" providerId="ADAL" clId="{6884C358-F078-41E2-B52A-C991C4377FC1}" dt="2025-07-23T05:21:20.447" v="3450"/>
          <ac:cxnSpMkLst>
            <pc:docMk/>
            <pc:sldMk cId="1503747669" sldId="596"/>
            <ac:cxnSpMk id="9" creationId="{3A23A287-BBE3-562E-ABE0-5090EACFAE71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1:40.576" v="3459" actId="14100"/>
        <pc:sldMkLst>
          <pc:docMk/>
          <pc:sldMk cId="2169252664" sldId="597"/>
        </pc:sldMkLst>
        <pc:spChg chg="del">
          <ac:chgData name="Deepika Vatsa" userId="f7100972-27fe-4ee6-8fb4-ec9b7931b409" providerId="ADAL" clId="{6884C358-F078-41E2-B52A-C991C4377FC1}" dt="2025-07-23T05:18:51.798" v="3397" actId="478"/>
          <ac:spMkLst>
            <pc:docMk/>
            <pc:sldMk cId="2169252664" sldId="597"/>
            <ac:spMk id="2" creationId="{91E18C70-E367-59EE-B161-70D8F2FCB574}"/>
          </ac:spMkLst>
        </pc:spChg>
        <pc:spChg chg="mod">
          <ac:chgData name="Deepika Vatsa" userId="f7100972-27fe-4ee6-8fb4-ec9b7931b409" providerId="ADAL" clId="{6884C358-F078-41E2-B52A-C991C4377FC1}" dt="2025-07-23T05:21:40.576" v="3459" actId="14100"/>
          <ac:spMkLst>
            <pc:docMk/>
            <pc:sldMk cId="2169252664" sldId="597"/>
            <ac:spMk id="4" creationId="{7776C47F-6F4E-DC03-37A6-E7A3B197AE34}"/>
          </ac:spMkLst>
        </pc:spChg>
        <pc:spChg chg="add del mod">
          <ac:chgData name="Deepika Vatsa" userId="f7100972-27fe-4ee6-8fb4-ec9b7931b409" providerId="ADAL" clId="{6884C358-F078-41E2-B52A-C991C4377FC1}" dt="2025-07-23T05:18:53.707" v="3398" actId="478"/>
          <ac:spMkLst>
            <pc:docMk/>
            <pc:sldMk cId="2169252664" sldId="597"/>
            <ac:spMk id="6" creationId="{53F1752F-2FDE-42D9-4D71-76064AA39AAB}"/>
          </ac:spMkLst>
        </pc:spChg>
        <pc:spChg chg="add mod">
          <ac:chgData name="Deepika Vatsa" userId="f7100972-27fe-4ee6-8fb4-ec9b7931b409" providerId="ADAL" clId="{6884C358-F078-41E2-B52A-C991C4377FC1}" dt="2025-07-23T05:18:54.461" v="3399"/>
          <ac:spMkLst>
            <pc:docMk/>
            <pc:sldMk cId="2169252664" sldId="597"/>
            <ac:spMk id="7" creationId="{3C6ACF8F-B531-BE5A-2C1D-263F00828601}"/>
          </ac:spMkLst>
        </pc:spChg>
        <pc:cxnChg chg="del">
          <ac:chgData name="Deepika Vatsa" userId="f7100972-27fe-4ee6-8fb4-ec9b7931b409" providerId="ADAL" clId="{6884C358-F078-41E2-B52A-C991C4377FC1}" dt="2025-07-23T05:21:36.683" v="3457" actId="478"/>
          <ac:cxnSpMkLst>
            <pc:docMk/>
            <pc:sldMk cId="2169252664" sldId="597"/>
            <ac:cxnSpMk id="5" creationId="{B2627C12-E6DC-37C6-3534-91290B918037}"/>
          </ac:cxnSpMkLst>
        </pc:cxnChg>
        <pc:cxnChg chg="add mod">
          <ac:chgData name="Deepika Vatsa" userId="f7100972-27fe-4ee6-8fb4-ec9b7931b409" providerId="ADAL" clId="{6884C358-F078-41E2-B52A-C991C4377FC1}" dt="2025-07-23T05:21:37.159" v="3458"/>
          <ac:cxnSpMkLst>
            <pc:docMk/>
            <pc:sldMk cId="2169252664" sldId="597"/>
            <ac:cxnSpMk id="8" creationId="{960C88F0-C429-DECE-0649-D90C3C9B4B3F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01.713" v="3413" actId="14100"/>
        <pc:sldMkLst>
          <pc:docMk/>
          <pc:sldMk cId="3506553672" sldId="598"/>
        </pc:sldMkLst>
        <pc:spChg chg="del">
          <ac:chgData name="Deepika Vatsa" userId="f7100972-27fe-4ee6-8fb4-ec9b7931b409" providerId="ADAL" clId="{6884C358-F078-41E2-B52A-C991C4377FC1}" dt="2025-07-23T05:18:58.744" v="3400" actId="478"/>
          <ac:spMkLst>
            <pc:docMk/>
            <pc:sldMk cId="3506553672" sldId="598"/>
            <ac:spMk id="2" creationId="{91E18C70-E367-59EE-B161-70D8F2FCB574}"/>
          </ac:spMkLst>
        </pc:spChg>
        <pc:spChg chg="mod">
          <ac:chgData name="Deepika Vatsa" userId="f7100972-27fe-4ee6-8fb4-ec9b7931b409" providerId="ADAL" clId="{6884C358-F078-41E2-B52A-C991C4377FC1}" dt="2025-07-23T05:19:53.232" v="3412" actId="14100"/>
          <ac:spMkLst>
            <pc:docMk/>
            <pc:sldMk cId="3506553672" sldId="598"/>
            <ac:spMk id="4" creationId="{7776C47F-6F4E-DC03-37A6-E7A3B197AE34}"/>
          </ac:spMkLst>
        </pc:spChg>
        <pc:spChg chg="add del mod">
          <ac:chgData name="Deepika Vatsa" userId="f7100972-27fe-4ee6-8fb4-ec9b7931b409" providerId="ADAL" clId="{6884C358-F078-41E2-B52A-C991C4377FC1}" dt="2025-07-23T05:19:00.479" v="3401" actId="478"/>
          <ac:spMkLst>
            <pc:docMk/>
            <pc:sldMk cId="3506553672" sldId="598"/>
            <ac:spMk id="6" creationId="{F683307C-B106-FF61-47F6-9AF0281F23D5}"/>
          </ac:spMkLst>
        </pc:spChg>
        <pc:spChg chg="add mod">
          <ac:chgData name="Deepika Vatsa" userId="f7100972-27fe-4ee6-8fb4-ec9b7931b409" providerId="ADAL" clId="{6884C358-F078-41E2-B52A-C991C4377FC1}" dt="2025-07-23T05:19:01.147" v="3402"/>
          <ac:spMkLst>
            <pc:docMk/>
            <pc:sldMk cId="3506553672" sldId="598"/>
            <ac:spMk id="7" creationId="{E0A3D3E7-23FD-A7A2-4008-A85FD6ED147D}"/>
          </ac:spMkLst>
        </pc:spChg>
        <pc:cxnChg chg="mod">
          <ac:chgData name="Deepika Vatsa" userId="f7100972-27fe-4ee6-8fb4-ec9b7931b409" providerId="ADAL" clId="{6884C358-F078-41E2-B52A-C991C4377FC1}" dt="2025-07-23T05:20:01.713" v="3413" actId="14100"/>
          <ac:cxnSpMkLst>
            <pc:docMk/>
            <pc:sldMk cId="3506553672" sldId="598"/>
            <ac:cxnSpMk id="5" creationId="{B2627C12-E6DC-37C6-3534-91290B918037}"/>
          </ac:cxnSpMkLst>
        </pc:cxnChg>
      </pc:sldChg>
      <pc:sldChg chg="addSp delSp modSp add del mod">
        <pc:chgData name="Deepika Vatsa" userId="f7100972-27fe-4ee6-8fb4-ec9b7931b409" providerId="ADAL" clId="{6884C358-F078-41E2-B52A-C991C4377FC1}" dt="2025-07-23T05:23:59.015" v="3535" actId="47"/>
        <pc:sldMkLst>
          <pc:docMk/>
          <pc:sldMk cId="2401294685" sldId="599"/>
        </pc:sldMkLst>
        <pc:spChg chg="del">
          <ac:chgData name="Deepika Vatsa" userId="f7100972-27fe-4ee6-8fb4-ec9b7931b409" providerId="ADAL" clId="{6884C358-F078-41E2-B52A-C991C4377FC1}" dt="2025-07-23T05:14:27.661" v="3341" actId="478"/>
          <ac:spMkLst>
            <pc:docMk/>
            <pc:sldMk cId="2401294685" sldId="599"/>
            <ac:spMk id="2" creationId="{CD4594CC-77DE-BEF3-7ACE-59D14DBBA2F4}"/>
          </ac:spMkLst>
        </pc:spChg>
        <pc:spChg chg="mod">
          <ac:chgData name="Deepika Vatsa" userId="f7100972-27fe-4ee6-8fb4-ec9b7931b409" providerId="ADAL" clId="{6884C358-F078-41E2-B52A-C991C4377FC1}" dt="2025-07-23T05:14:09.013" v="3339" actId="207"/>
          <ac:spMkLst>
            <pc:docMk/>
            <pc:sldMk cId="2401294685" sldId="599"/>
            <ac:spMk id="4" creationId="{170DDB5B-6792-55DA-AF63-9A96FA1939A3}"/>
          </ac:spMkLst>
        </pc:spChg>
        <pc:spChg chg="add del mod">
          <ac:chgData name="Deepika Vatsa" userId="f7100972-27fe-4ee6-8fb4-ec9b7931b409" providerId="ADAL" clId="{6884C358-F078-41E2-B52A-C991C4377FC1}" dt="2025-07-23T05:14:30.418" v="3342" actId="478"/>
          <ac:spMkLst>
            <pc:docMk/>
            <pc:sldMk cId="2401294685" sldId="599"/>
            <ac:spMk id="6" creationId="{4BF9E284-5898-8DDF-CE9A-3C976785F937}"/>
          </ac:spMkLst>
        </pc:spChg>
        <pc:spChg chg="add mod">
          <ac:chgData name="Deepika Vatsa" userId="f7100972-27fe-4ee6-8fb4-ec9b7931b409" providerId="ADAL" clId="{6884C358-F078-41E2-B52A-C991C4377FC1}" dt="2025-07-23T05:14:30.951" v="3343"/>
          <ac:spMkLst>
            <pc:docMk/>
            <pc:sldMk cId="2401294685" sldId="599"/>
            <ac:spMk id="7" creationId="{0119B940-AB8B-E340-E8DC-D2BDFC2C2C8E}"/>
          </ac:spMkLst>
        </pc:spChg>
      </pc:sldChg>
      <pc:sldChg chg="addSp delSp modSp add del mod">
        <pc:chgData name="Deepika Vatsa" userId="f7100972-27fe-4ee6-8fb4-ec9b7931b409" providerId="ADAL" clId="{6884C358-F078-41E2-B52A-C991C4377FC1}" dt="2025-07-23T05:24:38.241" v="3543" actId="2696"/>
        <pc:sldMkLst>
          <pc:docMk/>
          <pc:sldMk cId="3029789361" sldId="600"/>
        </pc:sldMkLst>
        <pc:spChg chg="del">
          <ac:chgData name="Deepika Vatsa" userId="f7100972-27fe-4ee6-8fb4-ec9b7931b409" providerId="ADAL" clId="{6884C358-F078-41E2-B52A-C991C4377FC1}" dt="2025-07-23T05:14:36.566" v="3344" actId="478"/>
          <ac:spMkLst>
            <pc:docMk/>
            <pc:sldMk cId="3029789361" sldId="600"/>
            <ac:spMk id="2" creationId="{CD4594CC-77DE-BEF3-7ACE-59D14DBBA2F4}"/>
          </ac:spMkLst>
        </pc:spChg>
        <pc:spChg chg="mod">
          <ac:chgData name="Deepika Vatsa" userId="f7100972-27fe-4ee6-8fb4-ec9b7931b409" providerId="ADAL" clId="{6884C358-F078-41E2-B52A-C991C4377FC1}" dt="2025-07-23T05:14:14.965" v="3340" actId="207"/>
          <ac:spMkLst>
            <pc:docMk/>
            <pc:sldMk cId="3029789361" sldId="600"/>
            <ac:spMk id="4" creationId="{170DDB5B-6792-55DA-AF63-9A96FA1939A3}"/>
          </ac:spMkLst>
        </pc:spChg>
        <pc:spChg chg="add del mod">
          <ac:chgData name="Deepika Vatsa" userId="f7100972-27fe-4ee6-8fb4-ec9b7931b409" providerId="ADAL" clId="{6884C358-F078-41E2-B52A-C991C4377FC1}" dt="2025-07-23T05:14:38.530" v="3345" actId="478"/>
          <ac:spMkLst>
            <pc:docMk/>
            <pc:sldMk cId="3029789361" sldId="600"/>
            <ac:spMk id="6" creationId="{F02D243D-009C-3431-8226-38FDB17887B5}"/>
          </ac:spMkLst>
        </pc:spChg>
        <pc:spChg chg="add mod">
          <ac:chgData name="Deepika Vatsa" userId="f7100972-27fe-4ee6-8fb4-ec9b7931b409" providerId="ADAL" clId="{6884C358-F078-41E2-B52A-C991C4377FC1}" dt="2025-07-23T05:14:39.434" v="3346"/>
          <ac:spMkLst>
            <pc:docMk/>
            <pc:sldMk cId="3029789361" sldId="600"/>
            <ac:spMk id="7" creationId="{BC661B70-CCBE-C4A5-04AC-7FA70FCEB17A}"/>
          </ac:spMkLst>
        </pc:spChg>
      </pc:sldChg>
      <pc:sldChg chg="modSp add del mod">
        <pc:chgData name="Deepika Vatsa" userId="f7100972-27fe-4ee6-8fb4-ec9b7931b409" providerId="ADAL" clId="{6884C358-F078-41E2-B52A-C991C4377FC1}" dt="2025-07-22T10:45:47.780" v="2494" actId="47"/>
        <pc:sldMkLst>
          <pc:docMk/>
          <pc:sldMk cId="4257758956" sldId="600"/>
        </pc:sldMkLst>
        <pc:spChg chg="mod">
          <ac:chgData name="Deepika Vatsa" userId="f7100972-27fe-4ee6-8fb4-ec9b7931b409" providerId="ADAL" clId="{6884C358-F078-41E2-B52A-C991C4377FC1}" dt="2025-07-22T10:45:15.158" v="2478" actId="12"/>
          <ac:spMkLst>
            <pc:docMk/>
            <pc:sldMk cId="4257758956" sldId="600"/>
            <ac:spMk id="4" creationId="{170DDB5B-6792-55DA-AF63-9A96FA1939A3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0:34.530" v="3425"/>
        <pc:sldMkLst>
          <pc:docMk/>
          <pc:sldMk cId="3239011490" sldId="601"/>
        </pc:sldMkLst>
        <pc:spChg chg="mod">
          <ac:chgData name="Deepika Vatsa" userId="f7100972-27fe-4ee6-8fb4-ec9b7931b409" providerId="ADAL" clId="{6884C358-F078-41E2-B52A-C991C4377FC1}" dt="2025-07-23T05:16:36.510" v="3362" actId="207"/>
          <ac:spMkLst>
            <pc:docMk/>
            <pc:sldMk cId="3239011490" sldId="601"/>
            <ac:spMk id="2" creationId="{00000000-0000-0000-0000-000000000000}"/>
          </ac:spMkLst>
        </pc:spChg>
        <pc:cxnChg chg="add mod">
          <ac:chgData name="Deepika Vatsa" userId="f7100972-27fe-4ee6-8fb4-ec9b7931b409" providerId="ADAL" clId="{6884C358-F078-41E2-B52A-C991C4377FC1}" dt="2025-07-23T05:20:34.530" v="3425"/>
          <ac:cxnSpMkLst>
            <pc:docMk/>
            <pc:sldMk cId="3239011490" sldId="601"/>
            <ac:cxnSpMk id="4" creationId="{7B9879F7-3A1D-F2AB-DE14-AC3E9F018ECD}"/>
          </ac:cxnSpMkLst>
        </pc:cxnChg>
        <pc:cxnChg chg="del">
          <ac:chgData name="Deepika Vatsa" userId="f7100972-27fe-4ee6-8fb4-ec9b7931b409" providerId="ADAL" clId="{6884C358-F078-41E2-B52A-C991C4377FC1}" dt="2025-07-23T05:20:34.151" v="3424" actId="478"/>
          <ac:cxnSpMkLst>
            <pc:docMk/>
            <pc:sldMk cId="3239011490" sldId="601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20.639" v="3419"/>
        <pc:sldMkLst>
          <pc:docMk/>
          <pc:sldMk cId="2717130231" sldId="602"/>
        </pc:sldMkLst>
        <pc:spChg chg="del">
          <ac:chgData name="Deepika Vatsa" userId="f7100972-27fe-4ee6-8fb4-ec9b7931b409" providerId="ADAL" clId="{6884C358-F078-41E2-B52A-C991C4377FC1}" dt="2025-07-23T05:16:01.154" v="3352" actId="478"/>
          <ac:spMkLst>
            <pc:docMk/>
            <pc:sldMk cId="2717130231" sldId="602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6:02.768" v="3353" actId="478"/>
          <ac:spMkLst>
            <pc:docMk/>
            <pc:sldMk cId="2717130231" sldId="602"/>
            <ac:spMk id="6" creationId="{6DA9A92D-8D82-3D24-F90E-F548CACC3B08}"/>
          </ac:spMkLst>
        </pc:spChg>
        <pc:spChg chg="add mod">
          <ac:chgData name="Deepika Vatsa" userId="f7100972-27fe-4ee6-8fb4-ec9b7931b409" providerId="ADAL" clId="{6884C358-F078-41E2-B52A-C991C4377FC1}" dt="2025-07-23T05:16:25.734" v="3359"/>
          <ac:spMkLst>
            <pc:docMk/>
            <pc:sldMk cId="2717130231" sldId="602"/>
            <ac:spMk id="7" creationId="{7F4B3C9C-EE6F-0BBC-A1B2-DCB27147AC1C}"/>
          </ac:spMkLst>
        </pc:spChg>
        <pc:spChg chg="mod">
          <ac:chgData name="Deepika Vatsa" userId="f7100972-27fe-4ee6-8fb4-ec9b7931b409" providerId="ADAL" clId="{6884C358-F078-41E2-B52A-C991C4377FC1}" dt="2025-07-22T10:58:01.962" v="3168" actId="113"/>
          <ac:spMkLst>
            <pc:docMk/>
            <pc:sldMk cId="2717130231" sldId="602"/>
            <ac:spMk id="13" creationId="{05B054CE-66A9-69B7-25DF-5E63A7E7226F}"/>
          </ac:spMkLst>
        </pc:spChg>
        <pc:graphicFrameChg chg="add mod modGraphic">
          <ac:chgData name="Deepika Vatsa" userId="f7100972-27fe-4ee6-8fb4-ec9b7931b409" providerId="ADAL" clId="{6884C358-F078-41E2-B52A-C991C4377FC1}" dt="2025-07-22T10:56:57.073" v="3131" actId="20577"/>
          <ac:graphicFrameMkLst>
            <pc:docMk/>
            <pc:sldMk cId="2717130231" sldId="602"/>
            <ac:graphicFrameMk id="3" creationId="{26447246-77A9-0BA0-DDC4-AA7139BF3CBE}"/>
          </ac:graphicFrameMkLst>
        </pc:graphicFrameChg>
        <pc:graphicFrameChg chg="del">
          <ac:chgData name="Deepika Vatsa" userId="f7100972-27fe-4ee6-8fb4-ec9b7931b409" providerId="ADAL" clId="{6884C358-F078-41E2-B52A-C991C4377FC1}" dt="2025-07-22T10:56:05.332" v="3064" actId="478"/>
          <ac:graphicFrameMkLst>
            <pc:docMk/>
            <pc:sldMk cId="2717130231" sldId="602"/>
            <ac:graphicFrameMk id="14" creationId="{15B9210D-0693-05A9-B8B7-394487320ED6}"/>
          </ac:graphicFrameMkLst>
        </pc:graphicFrameChg>
        <pc:cxnChg chg="del">
          <ac:chgData name="Deepika Vatsa" userId="f7100972-27fe-4ee6-8fb4-ec9b7931b409" providerId="ADAL" clId="{6884C358-F078-41E2-B52A-C991C4377FC1}" dt="2025-07-23T05:20:20.177" v="3418" actId="478"/>
          <ac:cxnSpMkLst>
            <pc:docMk/>
            <pc:sldMk cId="2717130231" sldId="602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20.639" v="3419"/>
          <ac:cxnSpMkLst>
            <pc:docMk/>
            <pc:sldMk cId="2717130231" sldId="602"/>
            <ac:cxnSpMk id="8" creationId="{7D162270-8EA5-1790-83F3-A4F9A126E8B1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26.685" v="3421"/>
        <pc:sldMkLst>
          <pc:docMk/>
          <pc:sldMk cId="1266594393" sldId="603"/>
        </pc:sldMkLst>
        <pc:spChg chg="del">
          <ac:chgData name="Deepika Vatsa" userId="f7100972-27fe-4ee6-8fb4-ec9b7931b409" providerId="ADAL" clId="{6884C358-F078-41E2-B52A-C991C4377FC1}" dt="2025-07-23T05:16:06.563" v="3354" actId="478"/>
          <ac:spMkLst>
            <pc:docMk/>
            <pc:sldMk cId="1266594393" sldId="603"/>
            <ac:spMk id="2" creationId="{00000000-0000-0000-0000-000000000000}"/>
          </ac:spMkLst>
        </pc:spChg>
        <pc:spChg chg="add mod">
          <ac:chgData name="Deepika Vatsa" userId="f7100972-27fe-4ee6-8fb4-ec9b7931b409" providerId="ADAL" clId="{6884C358-F078-41E2-B52A-C991C4377FC1}" dt="2025-07-22T10:57:48.108" v="3164" actId="14100"/>
          <ac:spMkLst>
            <pc:docMk/>
            <pc:sldMk cId="1266594393" sldId="603"/>
            <ac:spMk id="4" creationId="{1AD143D5-787C-C1A5-C997-9EC0616525DF}"/>
          </ac:spMkLst>
        </pc:spChg>
        <pc:spChg chg="add del mod">
          <ac:chgData name="Deepika Vatsa" userId="f7100972-27fe-4ee6-8fb4-ec9b7931b409" providerId="ADAL" clId="{6884C358-F078-41E2-B52A-C991C4377FC1}" dt="2025-07-23T05:16:08.217" v="3355" actId="478"/>
          <ac:spMkLst>
            <pc:docMk/>
            <pc:sldMk cId="1266594393" sldId="603"/>
            <ac:spMk id="6" creationId="{A74DC710-992E-573C-40A0-556A16BC3A75}"/>
          </ac:spMkLst>
        </pc:spChg>
        <pc:spChg chg="add mod">
          <ac:chgData name="Deepika Vatsa" userId="f7100972-27fe-4ee6-8fb4-ec9b7931b409" providerId="ADAL" clId="{6884C358-F078-41E2-B52A-C991C4377FC1}" dt="2025-07-23T05:16:27.514" v="3360"/>
          <ac:spMkLst>
            <pc:docMk/>
            <pc:sldMk cId="1266594393" sldId="603"/>
            <ac:spMk id="7" creationId="{1B3062FA-2CD8-A930-87D2-86A160AADA8E}"/>
          </ac:spMkLst>
        </pc:spChg>
        <pc:spChg chg="mod">
          <ac:chgData name="Deepika Vatsa" userId="f7100972-27fe-4ee6-8fb4-ec9b7931b409" providerId="ADAL" clId="{6884C358-F078-41E2-B52A-C991C4377FC1}" dt="2025-07-22T10:57:56.910" v="3167" actId="113"/>
          <ac:spMkLst>
            <pc:docMk/>
            <pc:sldMk cId="1266594393" sldId="603"/>
            <ac:spMk id="13" creationId="{05B054CE-66A9-69B7-25DF-5E63A7E7226F}"/>
          </ac:spMkLst>
        </pc:spChg>
        <pc:graphicFrameChg chg="del">
          <ac:chgData name="Deepika Vatsa" userId="f7100972-27fe-4ee6-8fb4-ec9b7931b409" providerId="ADAL" clId="{6884C358-F078-41E2-B52A-C991C4377FC1}" dt="2025-07-22T10:57:41.042" v="3162" actId="478"/>
          <ac:graphicFrameMkLst>
            <pc:docMk/>
            <pc:sldMk cId="1266594393" sldId="603"/>
            <ac:graphicFrameMk id="3" creationId="{26447246-77A9-0BA0-DDC4-AA7139BF3CBE}"/>
          </ac:graphicFrameMkLst>
        </pc:graphicFrameChg>
        <pc:cxnChg chg="del">
          <ac:chgData name="Deepika Vatsa" userId="f7100972-27fe-4ee6-8fb4-ec9b7931b409" providerId="ADAL" clId="{6884C358-F078-41E2-B52A-C991C4377FC1}" dt="2025-07-23T05:20:26.229" v="3420" actId="478"/>
          <ac:cxnSpMkLst>
            <pc:docMk/>
            <pc:sldMk cId="1266594393" sldId="603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26.685" v="3421"/>
          <ac:cxnSpMkLst>
            <pc:docMk/>
            <pc:sldMk cId="1266594393" sldId="603"/>
            <ac:cxnSpMk id="8" creationId="{A1395F78-30F5-3937-9A59-67E864B7EFC0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16.708" v="3417"/>
        <pc:sldMkLst>
          <pc:docMk/>
          <pc:sldMk cId="4255891347" sldId="604"/>
        </pc:sldMkLst>
        <pc:spChg chg="del">
          <ac:chgData name="Deepika Vatsa" userId="f7100972-27fe-4ee6-8fb4-ec9b7931b409" providerId="ADAL" clId="{6884C358-F078-41E2-B52A-C991C4377FC1}" dt="2025-07-23T05:15:55.831" v="3350" actId="478"/>
          <ac:spMkLst>
            <pc:docMk/>
            <pc:sldMk cId="4255891347" sldId="604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5:57.713" v="3351" actId="478"/>
          <ac:spMkLst>
            <pc:docMk/>
            <pc:sldMk cId="4255891347" sldId="604"/>
            <ac:spMk id="4" creationId="{1E8C311E-5024-0A5C-ADB3-9DF8A67D3DAA}"/>
          </ac:spMkLst>
        </pc:spChg>
        <pc:spChg chg="add mod">
          <ac:chgData name="Deepika Vatsa" userId="f7100972-27fe-4ee6-8fb4-ec9b7931b409" providerId="ADAL" clId="{6884C358-F078-41E2-B52A-C991C4377FC1}" dt="2025-07-23T05:16:23.931" v="3358"/>
          <ac:spMkLst>
            <pc:docMk/>
            <pc:sldMk cId="4255891347" sldId="604"/>
            <ac:spMk id="6" creationId="{2026D996-90C4-3C12-B2E6-96092CF25C70}"/>
          </ac:spMkLst>
        </pc:spChg>
        <pc:spChg chg="mod">
          <ac:chgData name="Deepika Vatsa" userId="f7100972-27fe-4ee6-8fb4-ec9b7931b409" providerId="ADAL" clId="{6884C358-F078-41E2-B52A-C991C4377FC1}" dt="2025-07-22T10:58:35.306" v="3177" actId="6549"/>
          <ac:spMkLst>
            <pc:docMk/>
            <pc:sldMk cId="4255891347" sldId="604"/>
            <ac:spMk id="13" creationId="{05B054CE-66A9-69B7-25DF-5E63A7E7226F}"/>
          </ac:spMkLst>
        </pc:spChg>
        <pc:graphicFrameChg chg="mod modGraphic">
          <ac:chgData name="Deepika Vatsa" userId="f7100972-27fe-4ee6-8fb4-ec9b7931b409" providerId="ADAL" clId="{6884C358-F078-41E2-B52A-C991C4377FC1}" dt="2025-07-22T10:58:54.235" v="3183" actId="14100"/>
          <ac:graphicFrameMkLst>
            <pc:docMk/>
            <pc:sldMk cId="4255891347" sldId="604"/>
            <ac:graphicFrameMk id="14" creationId="{15B9210D-0693-05A9-B8B7-394487320ED6}"/>
          </ac:graphicFrameMkLst>
        </pc:graphicFrameChg>
        <pc:cxnChg chg="del">
          <ac:chgData name="Deepika Vatsa" userId="f7100972-27fe-4ee6-8fb4-ec9b7931b409" providerId="ADAL" clId="{6884C358-F078-41E2-B52A-C991C4377FC1}" dt="2025-07-23T05:20:16.121" v="3416" actId="478"/>
          <ac:cxnSpMkLst>
            <pc:docMk/>
            <pc:sldMk cId="4255891347" sldId="604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16.708" v="3417"/>
          <ac:cxnSpMkLst>
            <pc:docMk/>
            <pc:sldMk cId="4255891347" sldId="604"/>
            <ac:cxnSpMk id="7" creationId="{B773A36C-D68E-6E7D-095A-1EC7008C66FA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31.431" v="3423"/>
        <pc:sldMkLst>
          <pc:docMk/>
          <pc:sldMk cId="3000343820" sldId="605"/>
        </pc:sldMkLst>
        <pc:spChg chg="del">
          <ac:chgData name="Deepika Vatsa" userId="f7100972-27fe-4ee6-8fb4-ec9b7931b409" providerId="ADAL" clId="{6884C358-F078-41E2-B52A-C991C4377FC1}" dt="2025-07-23T05:16:13.022" v="3356" actId="478"/>
          <ac:spMkLst>
            <pc:docMk/>
            <pc:sldMk cId="3000343820" sldId="605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10:59:47.754" v="3207" actId="478"/>
          <ac:spMkLst>
            <pc:docMk/>
            <pc:sldMk cId="3000343820" sldId="605"/>
            <ac:spMk id="4" creationId="{1AD143D5-787C-C1A5-C997-9EC0616525DF}"/>
          </ac:spMkLst>
        </pc:spChg>
        <pc:spChg chg="add del mod">
          <ac:chgData name="Deepika Vatsa" userId="f7100972-27fe-4ee6-8fb4-ec9b7931b409" providerId="ADAL" clId="{6884C358-F078-41E2-B52A-C991C4377FC1}" dt="2025-07-23T05:16:14.811" v="3357" actId="478"/>
          <ac:spMkLst>
            <pc:docMk/>
            <pc:sldMk cId="3000343820" sldId="605"/>
            <ac:spMk id="4" creationId="{A81EBE12-917F-1A39-1B38-85449C2DC81C}"/>
          </ac:spMkLst>
        </pc:spChg>
        <pc:spChg chg="add del">
          <ac:chgData name="Deepika Vatsa" userId="f7100972-27fe-4ee6-8fb4-ec9b7931b409" providerId="ADAL" clId="{6884C358-F078-41E2-B52A-C991C4377FC1}" dt="2025-07-22T10:59:53.735" v="3211" actId="22"/>
          <ac:spMkLst>
            <pc:docMk/>
            <pc:sldMk cId="3000343820" sldId="605"/>
            <ac:spMk id="6" creationId="{254E2835-DAB1-3E5B-5251-BEF951804D79}"/>
          </ac:spMkLst>
        </pc:spChg>
        <pc:spChg chg="add mod">
          <ac:chgData name="Deepika Vatsa" userId="f7100972-27fe-4ee6-8fb4-ec9b7931b409" providerId="ADAL" clId="{6884C358-F078-41E2-B52A-C991C4377FC1}" dt="2025-07-23T05:16:30.424" v="3361"/>
          <ac:spMkLst>
            <pc:docMk/>
            <pc:sldMk cId="3000343820" sldId="605"/>
            <ac:spMk id="6" creationId="{2D09E08D-CF06-9310-2372-85E7B1DBB6F3}"/>
          </ac:spMkLst>
        </pc:spChg>
        <pc:spChg chg="add del">
          <ac:chgData name="Deepika Vatsa" userId="f7100972-27fe-4ee6-8fb4-ec9b7931b409" providerId="ADAL" clId="{6884C358-F078-41E2-B52A-C991C4377FC1}" dt="2025-07-22T10:59:55.017" v="3213" actId="22"/>
          <ac:spMkLst>
            <pc:docMk/>
            <pc:sldMk cId="3000343820" sldId="605"/>
            <ac:spMk id="8" creationId="{46282A04-E2EF-5990-7C9A-2482B8F88DE8}"/>
          </ac:spMkLst>
        </pc:spChg>
        <pc:spChg chg="add mod">
          <ac:chgData name="Deepika Vatsa" userId="f7100972-27fe-4ee6-8fb4-ec9b7931b409" providerId="ADAL" clId="{6884C358-F078-41E2-B52A-C991C4377FC1}" dt="2025-07-22T11:00:31.477" v="3250" actId="20577"/>
          <ac:spMkLst>
            <pc:docMk/>
            <pc:sldMk cId="3000343820" sldId="605"/>
            <ac:spMk id="10" creationId="{1A9471B8-64B2-EEE3-8FEC-CB7C57B99638}"/>
          </ac:spMkLst>
        </pc:spChg>
        <pc:spChg chg="mod">
          <ac:chgData name="Deepika Vatsa" userId="f7100972-27fe-4ee6-8fb4-ec9b7931b409" providerId="ADAL" clId="{6884C358-F078-41E2-B52A-C991C4377FC1}" dt="2025-07-22T10:59:19.150" v="3206" actId="20577"/>
          <ac:spMkLst>
            <pc:docMk/>
            <pc:sldMk cId="3000343820" sldId="605"/>
            <ac:spMk id="13" creationId="{05B054CE-66A9-69B7-25DF-5E63A7E7226F}"/>
          </ac:spMkLst>
        </pc:spChg>
        <pc:cxnChg chg="del">
          <ac:chgData name="Deepika Vatsa" userId="f7100972-27fe-4ee6-8fb4-ec9b7931b409" providerId="ADAL" clId="{6884C358-F078-41E2-B52A-C991C4377FC1}" dt="2025-07-23T05:20:30.996" v="3422" actId="478"/>
          <ac:cxnSpMkLst>
            <pc:docMk/>
            <pc:sldMk cId="3000343820" sldId="605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31.431" v="3423"/>
          <ac:cxnSpMkLst>
            <pc:docMk/>
            <pc:sldMk cId="3000343820" sldId="605"/>
            <ac:cxnSpMk id="7" creationId="{CB25073D-C8BF-4164-65B6-5B1D7B263018}"/>
          </ac:cxnSpMkLst>
        </pc:cxnChg>
      </pc:sldChg>
      <pc:sldChg chg="addSp delSp modSp add del mod">
        <pc:chgData name="Deepika Vatsa" userId="f7100972-27fe-4ee6-8fb4-ec9b7931b409" providerId="ADAL" clId="{6884C358-F078-41E2-B52A-C991C4377FC1}" dt="2025-07-23T05:07:03.568" v="3291" actId="2696"/>
        <pc:sldMkLst>
          <pc:docMk/>
          <pc:sldMk cId="1302649209" sldId="606"/>
        </pc:sldMkLst>
        <pc:spChg chg="mod">
          <ac:chgData name="Deepika Vatsa" userId="f7100972-27fe-4ee6-8fb4-ec9b7931b409" providerId="ADAL" clId="{6884C358-F078-41E2-B52A-C991C4377FC1}" dt="2025-07-23T05:06:38.842" v="3285" actId="1076"/>
          <ac:spMkLst>
            <pc:docMk/>
            <pc:sldMk cId="1302649209" sldId="606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3T05:06:11.168" v="3261" actId="478"/>
          <ac:spMkLst>
            <pc:docMk/>
            <pc:sldMk cId="1302649209" sldId="606"/>
            <ac:spMk id="3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06:14.218" v="3262" actId="478"/>
          <ac:spMkLst>
            <pc:docMk/>
            <pc:sldMk cId="1302649209" sldId="606"/>
            <ac:spMk id="6" creationId="{64114871-2460-BE07-A433-A6AA220B5F2C}"/>
          </ac:spMkLst>
        </pc:spChg>
        <pc:spChg chg="add mod">
          <ac:chgData name="Deepika Vatsa" userId="f7100972-27fe-4ee6-8fb4-ec9b7931b409" providerId="ADAL" clId="{6884C358-F078-41E2-B52A-C991C4377FC1}" dt="2025-07-23T05:06:14.889" v="3263"/>
          <ac:spMkLst>
            <pc:docMk/>
            <pc:sldMk cId="1302649209" sldId="606"/>
            <ac:spMk id="7" creationId="{4046B1BD-32BF-94BB-A445-155DB489242D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1:16.949" v="3448"/>
        <pc:sldMkLst>
          <pc:docMk/>
          <pc:sldMk cId="1265168596" sldId="607"/>
        </pc:sldMkLst>
        <pc:spChg chg="del">
          <ac:chgData name="Deepika Vatsa" userId="f7100972-27fe-4ee6-8fb4-ec9b7931b409" providerId="ADAL" clId="{6884C358-F078-41E2-B52A-C991C4377FC1}" dt="2025-07-23T05:17:39.628" v="3374" actId="478"/>
          <ac:spMkLst>
            <pc:docMk/>
            <pc:sldMk cId="1265168596" sldId="607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7:44.285" v="3376" actId="478"/>
          <ac:spMkLst>
            <pc:docMk/>
            <pc:sldMk cId="1265168596" sldId="607"/>
            <ac:spMk id="6" creationId="{C07E118B-1667-38AE-C2DA-C21278B87F83}"/>
          </ac:spMkLst>
        </pc:spChg>
        <pc:spChg chg="add mod">
          <ac:chgData name="Deepika Vatsa" userId="f7100972-27fe-4ee6-8fb4-ec9b7931b409" providerId="ADAL" clId="{6884C358-F078-41E2-B52A-C991C4377FC1}" dt="2025-07-23T05:17:49.187" v="3380" actId="1035"/>
          <ac:spMkLst>
            <pc:docMk/>
            <pc:sldMk cId="1265168596" sldId="607"/>
            <ac:spMk id="8" creationId="{28EA11DA-6FAE-4A30-1A45-D904D110690C}"/>
          </ac:spMkLst>
        </pc:spChg>
        <pc:cxnChg chg="del">
          <ac:chgData name="Deepika Vatsa" userId="f7100972-27fe-4ee6-8fb4-ec9b7931b409" providerId="ADAL" clId="{6884C358-F078-41E2-B52A-C991C4377FC1}" dt="2025-07-23T05:21:16.564" v="3447" actId="478"/>
          <ac:cxnSpMkLst>
            <pc:docMk/>
            <pc:sldMk cId="1265168596" sldId="607"/>
            <ac:cxnSpMk id="7" creationId="{65C76CC1-B771-E13B-D742-340E1D5CAD8C}"/>
          </ac:cxnSpMkLst>
        </pc:cxnChg>
        <pc:cxnChg chg="add mod">
          <ac:chgData name="Deepika Vatsa" userId="f7100972-27fe-4ee6-8fb4-ec9b7931b409" providerId="ADAL" clId="{6884C358-F078-41E2-B52A-C991C4377FC1}" dt="2025-07-23T05:21:16.949" v="3448"/>
          <ac:cxnSpMkLst>
            <pc:docMk/>
            <pc:sldMk cId="1265168596" sldId="607"/>
            <ac:cxnSpMk id="9" creationId="{8EEBD2E5-74AB-4847-0D3D-942182177146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2:26.150" v="3493" actId="14100"/>
        <pc:sldMkLst>
          <pc:docMk/>
          <pc:sldMk cId="3320274339" sldId="608"/>
        </pc:sldMkLst>
        <pc:spChg chg="del">
          <ac:chgData name="Deepika Vatsa" userId="f7100972-27fe-4ee6-8fb4-ec9b7931b409" providerId="ADAL" clId="{6884C358-F078-41E2-B52A-C991C4377FC1}" dt="2025-07-23T05:11:34.839" v="3297" actId="478"/>
          <ac:spMkLst>
            <pc:docMk/>
            <pc:sldMk cId="3320274339" sldId="608"/>
            <ac:spMk id="2" creationId="{3EA993F1-7D74-5A35-94E0-755C8170DDD2}"/>
          </ac:spMkLst>
        </pc:spChg>
        <pc:spChg chg="del">
          <ac:chgData name="Deepika Vatsa" userId="f7100972-27fe-4ee6-8fb4-ec9b7931b409" providerId="ADAL" clId="{6884C358-F078-41E2-B52A-C991C4377FC1}" dt="2025-07-23T05:12:10.700" v="3318" actId="478"/>
          <ac:spMkLst>
            <pc:docMk/>
            <pc:sldMk cId="3320274339" sldId="608"/>
            <ac:spMk id="4" creationId="{C7E4D45C-A04E-4FD8-8E36-9127F8599888}"/>
          </ac:spMkLst>
        </pc:spChg>
        <pc:spChg chg="add del mod">
          <ac:chgData name="Deepika Vatsa" userId="f7100972-27fe-4ee6-8fb4-ec9b7931b409" providerId="ADAL" clId="{6884C358-F078-41E2-B52A-C991C4377FC1}" dt="2025-07-23T05:11:36.519" v="3298" actId="478"/>
          <ac:spMkLst>
            <pc:docMk/>
            <pc:sldMk cId="3320274339" sldId="608"/>
            <ac:spMk id="6" creationId="{EE908AC3-623C-CC58-D78A-A0D84DBEB9D0}"/>
          </ac:spMkLst>
        </pc:spChg>
        <pc:spChg chg="add mod">
          <ac:chgData name="Deepika Vatsa" userId="f7100972-27fe-4ee6-8fb4-ec9b7931b409" providerId="ADAL" clId="{6884C358-F078-41E2-B52A-C991C4377FC1}" dt="2025-07-23T05:22:15.127" v="3486" actId="1038"/>
          <ac:spMkLst>
            <pc:docMk/>
            <pc:sldMk cId="3320274339" sldId="608"/>
            <ac:spMk id="7" creationId="{F26712D0-C7B9-7F0F-CF59-812A62A6D723}"/>
          </ac:spMkLst>
        </pc:spChg>
        <pc:spChg chg="add mod">
          <ac:chgData name="Deepika Vatsa" userId="f7100972-27fe-4ee6-8fb4-ec9b7931b409" providerId="ADAL" clId="{6884C358-F078-41E2-B52A-C991C4377FC1}" dt="2025-07-23T05:22:26.150" v="3493" actId="14100"/>
          <ac:spMkLst>
            <pc:docMk/>
            <pc:sldMk cId="3320274339" sldId="608"/>
            <ac:spMk id="8" creationId="{B7CEB9D0-5895-DF81-7B8D-8329D77D5609}"/>
          </ac:spMkLst>
        </pc:spChg>
        <pc:cxnChg chg="del">
          <ac:chgData name="Deepika Vatsa" userId="f7100972-27fe-4ee6-8fb4-ec9b7931b409" providerId="ADAL" clId="{6884C358-F078-41E2-B52A-C991C4377FC1}" dt="2025-07-23T05:22:00.981" v="3464" actId="478"/>
          <ac:cxnSpMkLst>
            <pc:docMk/>
            <pc:sldMk cId="3320274339" sldId="608"/>
            <ac:cxnSpMk id="5" creationId="{EA92F9DF-D5D8-49B1-F8B9-EDE5C89C9DF6}"/>
          </ac:cxnSpMkLst>
        </pc:cxnChg>
        <pc:cxnChg chg="add mod">
          <ac:chgData name="Deepika Vatsa" userId="f7100972-27fe-4ee6-8fb4-ec9b7931b409" providerId="ADAL" clId="{6884C358-F078-41E2-B52A-C991C4377FC1}" dt="2025-07-23T05:22:19.189" v="3491" actId="1037"/>
          <ac:cxnSpMkLst>
            <pc:docMk/>
            <pc:sldMk cId="3320274339" sldId="608"/>
            <ac:cxnSpMk id="9" creationId="{7EE1F82B-D051-1DEB-01A1-439392556DE4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2:41.271" v="3515" actId="1038"/>
        <pc:sldMkLst>
          <pc:docMk/>
          <pc:sldMk cId="2282133231" sldId="609"/>
        </pc:sldMkLst>
        <pc:spChg chg="mod">
          <ac:chgData name="Deepika Vatsa" userId="f7100972-27fe-4ee6-8fb4-ec9b7931b409" providerId="ADAL" clId="{6884C358-F078-41E2-B52A-C991C4377FC1}" dt="2025-07-23T05:22:41.271" v="3515" actId="1038"/>
          <ac:spMkLst>
            <pc:docMk/>
            <pc:sldMk cId="2282133231" sldId="609"/>
            <ac:spMk id="7" creationId="{F26712D0-C7B9-7F0F-CF59-812A62A6D723}"/>
          </ac:spMkLst>
        </pc:spChg>
        <pc:spChg chg="del">
          <ac:chgData name="Deepika Vatsa" userId="f7100972-27fe-4ee6-8fb4-ec9b7931b409" providerId="ADAL" clId="{6884C358-F078-41E2-B52A-C991C4377FC1}" dt="2025-07-23T05:13:17.945" v="3329" actId="478"/>
          <ac:spMkLst>
            <pc:docMk/>
            <pc:sldMk cId="2282133231" sldId="609"/>
            <ac:spMk id="8" creationId="{B7CEB9D0-5895-DF81-7B8D-8329D77D5609}"/>
          </ac:spMkLst>
        </pc:spChg>
        <pc:picChg chg="add mod">
          <ac:chgData name="Deepika Vatsa" userId="f7100972-27fe-4ee6-8fb4-ec9b7931b409" providerId="ADAL" clId="{6884C358-F078-41E2-B52A-C991C4377FC1}" dt="2025-07-23T05:13:18.601" v="3330"/>
          <ac:picMkLst>
            <pc:docMk/>
            <pc:sldMk cId="2282133231" sldId="609"/>
            <ac:picMk id="2" creationId="{F1D8BFBF-228E-E666-F268-C467FD154A6B}"/>
          </ac:picMkLst>
        </pc:picChg>
        <pc:cxnChg chg="add mod">
          <ac:chgData name="Deepika Vatsa" userId="f7100972-27fe-4ee6-8fb4-ec9b7931b409" providerId="ADAL" clId="{6884C358-F078-41E2-B52A-C991C4377FC1}" dt="2025-07-23T05:22:34.167" v="3495"/>
          <ac:cxnSpMkLst>
            <pc:docMk/>
            <pc:sldMk cId="2282133231" sldId="609"/>
            <ac:cxnSpMk id="3" creationId="{10749E9D-359E-22C0-D491-7608963679D2}"/>
          </ac:cxnSpMkLst>
        </pc:cxnChg>
        <pc:cxnChg chg="del">
          <ac:chgData name="Deepika Vatsa" userId="f7100972-27fe-4ee6-8fb4-ec9b7931b409" providerId="ADAL" clId="{6884C358-F078-41E2-B52A-C991C4377FC1}" dt="2025-07-23T05:22:33.727" v="3494" actId="478"/>
          <ac:cxnSpMkLst>
            <pc:docMk/>
            <pc:sldMk cId="2282133231" sldId="609"/>
            <ac:cxnSpMk id="5" creationId="{EA92F9DF-D5D8-49B1-F8B9-EDE5C89C9DF6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4:32.028" v="3542" actId="14100"/>
        <pc:sldMkLst>
          <pc:docMk/>
          <pc:sldMk cId="2610700906" sldId="610"/>
        </pc:sldMkLst>
        <pc:spChg chg="del">
          <ac:chgData name="Deepika Vatsa" userId="f7100972-27fe-4ee6-8fb4-ec9b7931b409" providerId="ADAL" clId="{6884C358-F078-41E2-B52A-C991C4377FC1}" dt="2025-07-23T05:23:30.897" v="3527" actId="478"/>
          <ac:spMkLst>
            <pc:docMk/>
            <pc:sldMk cId="2610700906" sldId="610"/>
            <ac:spMk id="4" creationId="{170DDB5B-6792-55DA-AF63-9A96FA1939A3}"/>
          </ac:spMkLst>
        </pc:spChg>
        <pc:spChg chg="add mod">
          <ac:chgData name="Deepika Vatsa" userId="f7100972-27fe-4ee6-8fb4-ec9b7931b409" providerId="ADAL" clId="{6884C358-F078-41E2-B52A-C991C4377FC1}" dt="2025-07-23T05:24:32.028" v="3542" actId="14100"/>
          <ac:spMkLst>
            <pc:docMk/>
            <pc:sldMk cId="2610700906" sldId="610"/>
            <ac:spMk id="5" creationId="{A2902FD0-49ED-CC0F-C376-EFD1A253C258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4:21.040" v="3541" actId="255"/>
        <pc:sldMkLst>
          <pc:docMk/>
          <pc:sldMk cId="565857117" sldId="611"/>
        </pc:sldMkLst>
        <pc:spChg chg="add mod">
          <ac:chgData name="Deepika Vatsa" userId="f7100972-27fe-4ee6-8fb4-ec9b7931b409" providerId="ADAL" clId="{6884C358-F078-41E2-B52A-C991C4377FC1}" dt="2025-07-23T05:24:21.040" v="3541" actId="255"/>
          <ac:spMkLst>
            <pc:docMk/>
            <pc:sldMk cId="565857117" sldId="611"/>
            <ac:spMk id="4" creationId="{253B6F8E-7D94-03FC-86B0-ACF980C6CF46}"/>
          </ac:spMkLst>
        </pc:spChg>
        <pc:spChg chg="del">
          <ac:chgData name="Deepika Vatsa" userId="f7100972-27fe-4ee6-8fb4-ec9b7931b409" providerId="ADAL" clId="{6884C358-F078-41E2-B52A-C991C4377FC1}" dt="2025-07-23T05:24:06.163" v="3536" actId="478"/>
          <ac:spMkLst>
            <pc:docMk/>
            <pc:sldMk cId="565857117" sldId="611"/>
            <ac:spMk id="5" creationId="{A2902FD0-49ED-CC0F-C376-EFD1A253C258}"/>
          </ac:spMkLst>
        </pc:spChg>
      </pc:sldChg>
      <pc:sldMasterChg chg="delSldLayout">
        <pc:chgData name="Deepika Vatsa" userId="f7100972-27fe-4ee6-8fb4-ec9b7931b409" providerId="ADAL" clId="{6884C358-F078-41E2-B52A-C991C4377FC1}" dt="2025-07-23T05:13:42.142" v="3334" actId="47"/>
        <pc:sldMasterMkLst>
          <pc:docMk/>
          <pc:sldMasterMk cId="2935578617" sldId="2147483672"/>
        </pc:sldMasterMkLst>
        <pc:sldLayoutChg chg="del">
          <pc:chgData name="Deepika Vatsa" userId="f7100972-27fe-4ee6-8fb4-ec9b7931b409" providerId="ADAL" clId="{6884C358-F078-41E2-B52A-C991C4377FC1}" dt="2025-07-23T05:13:42.142" v="3334" actId="47"/>
          <pc:sldLayoutMkLst>
            <pc:docMk/>
            <pc:sldMasterMk cId="2935578617" sldId="2147483672"/>
            <pc:sldLayoutMk cId="586807421" sldId="2147483684"/>
          </pc:sldLayoutMkLst>
        </pc:sldLayoutChg>
      </pc:sldMasterChg>
    </pc:docChg>
  </pc:docChgLst>
  <pc:docChgLst>
    <pc:chgData name="Deepika Vatsa" userId="f7100972-27fe-4ee6-8fb4-ec9b7931b409" providerId="ADAL" clId="{FBFC4FCF-A528-474A-B007-7421FC4B90B5}"/>
    <pc:docChg chg="undo custSel addSld delSld modSld">
      <pc:chgData name="Deepika Vatsa" userId="f7100972-27fe-4ee6-8fb4-ec9b7931b409" providerId="ADAL" clId="{FBFC4FCF-A528-474A-B007-7421FC4B90B5}" dt="2025-11-10T09:27:29.351" v="335"/>
      <pc:docMkLst>
        <pc:docMk/>
      </pc:docMkLst>
      <pc:sldChg chg="modSp mod">
        <pc:chgData name="Deepika Vatsa" userId="f7100972-27fe-4ee6-8fb4-ec9b7931b409" providerId="ADAL" clId="{FBFC4FCF-A528-474A-B007-7421FC4B90B5}" dt="2025-11-10T08:33:25.203" v="31" actId="20577"/>
        <pc:sldMkLst>
          <pc:docMk/>
          <pc:sldMk cId="0" sldId="395"/>
        </pc:sldMkLst>
        <pc:spChg chg="mod">
          <ac:chgData name="Deepika Vatsa" userId="f7100972-27fe-4ee6-8fb4-ec9b7931b409" providerId="ADAL" clId="{FBFC4FCF-A528-474A-B007-7421FC4B90B5}" dt="2025-11-10T08:33:25.203" v="31" actId="20577"/>
          <ac:spMkLst>
            <pc:docMk/>
            <pc:sldMk cId="0" sldId="395"/>
            <ac:spMk id="2" creationId="{00000000-0000-0000-0000-000000000000}"/>
          </ac:spMkLst>
        </pc:spChg>
      </pc:sldChg>
      <pc:sldChg chg="del">
        <pc:chgData name="Deepika Vatsa" userId="f7100972-27fe-4ee6-8fb4-ec9b7931b409" providerId="ADAL" clId="{FBFC4FCF-A528-474A-B007-7421FC4B90B5}" dt="2025-11-10T08:33:33.423" v="32" actId="47"/>
        <pc:sldMkLst>
          <pc:docMk/>
          <pc:sldMk cId="3439049211" sldId="591"/>
        </pc:sldMkLst>
      </pc:sldChg>
      <pc:sldChg chg="addSp delSp modSp del mod">
        <pc:chgData name="Deepika Vatsa" userId="f7100972-27fe-4ee6-8fb4-ec9b7931b409" providerId="ADAL" clId="{FBFC4FCF-A528-474A-B007-7421FC4B90B5}" dt="2025-11-10T08:35:00.985" v="61" actId="47"/>
        <pc:sldMkLst>
          <pc:docMk/>
          <pc:sldMk cId="1039897715" sldId="592"/>
        </pc:sldMkLst>
        <pc:spChg chg="mod">
          <ac:chgData name="Deepika Vatsa" userId="f7100972-27fe-4ee6-8fb4-ec9b7931b409" providerId="ADAL" clId="{FBFC4FCF-A528-474A-B007-7421FC4B90B5}" dt="2025-11-10T08:34:23.569" v="58" actId="20577"/>
          <ac:spMkLst>
            <pc:docMk/>
            <pc:sldMk cId="1039897715" sldId="592"/>
            <ac:spMk id="2" creationId="{00000000-0000-0000-0000-000000000000}"/>
          </ac:spMkLst>
        </pc:spChg>
        <pc:spChg chg="del">
          <ac:chgData name="Deepika Vatsa" userId="f7100972-27fe-4ee6-8fb4-ec9b7931b409" providerId="ADAL" clId="{FBFC4FCF-A528-474A-B007-7421FC4B90B5}" dt="2025-11-10T08:34:11.890" v="34" actId="478"/>
          <ac:spMkLst>
            <pc:docMk/>
            <pc:sldMk cId="1039897715" sldId="592"/>
            <ac:spMk id="6" creationId="{2D96D569-F1C4-581F-A747-3ECF879181E9}"/>
          </ac:spMkLst>
        </pc:spChg>
        <pc:picChg chg="add">
          <ac:chgData name="Deepika Vatsa" userId="f7100972-27fe-4ee6-8fb4-ec9b7931b409" providerId="ADAL" clId="{FBFC4FCF-A528-474A-B007-7421FC4B90B5}" dt="2025-11-10T08:34:14.581" v="36" actId="22"/>
          <ac:picMkLst>
            <pc:docMk/>
            <pc:sldMk cId="1039897715" sldId="592"/>
            <ac:picMk id="7" creationId="{B5AF784B-50C4-3797-39E7-A06BEFD483F4}"/>
          </ac:picMkLst>
        </pc:picChg>
        <pc:inkChg chg="del">
          <ac:chgData name="Deepika Vatsa" userId="f7100972-27fe-4ee6-8fb4-ec9b7931b409" providerId="ADAL" clId="{FBFC4FCF-A528-474A-B007-7421FC4B90B5}" dt="2025-11-10T08:34:13.836" v="35" actId="478"/>
          <ac:inkMkLst>
            <pc:docMk/>
            <pc:sldMk cId="1039897715" sldId="592"/>
            <ac:inkMk id="4" creationId="{CFB530EA-1842-E88D-A7C6-B1F846ADEC27}"/>
          </ac:inkMkLst>
        </pc:inkChg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562163225" sldId="593"/>
        </pc:sldMkLst>
      </pc:sldChg>
      <pc:sldChg chg="modSp add mod">
        <pc:chgData name="Deepika Vatsa" userId="f7100972-27fe-4ee6-8fb4-ec9b7931b409" providerId="ADAL" clId="{FBFC4FCF-A528-474A-B007-7421FC4B90B5}" dt="2025-11-10T08:34:54.415" v="60" actId="732"/>
        <pc:sldMkLst>
          <pc:docMk/>
          <pc:sldMk cId="1086811776" sldId="593"/>
        </pc:sldMkLst>
        <pc:picChg chg="mod modCrop">
          <ac:chgData name="Deepika Vatsa" userId="f7100972-27fe-4ee6-8fb4-ec9b7931b409" providerId="ADAL" clId="{FBFC4FCF-A528-474A-B007-7421FC4B90B5}" dt="2025-11-10T08:34:54.415" v="60" actId="732"/>
          <ac:picMkLst>
            <pc:docMk/>
            <pc:sldMk cId="1086811776" sldId="593"/>
            <ac:picMk id="7" creationId="{B5AF784B-50C4-3797-39E7-A06BEFD483F4}"/>
          </ac:picMkLst>
        </pc:picChg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2093314508" sldId="594"/>
        </pc:sldMkLst>
      </pc:sldChg>
      <pc:sldChg chg="addSp delSp modSp add mod">
        <pc:chgData name="Deepika Vatsa" userId="f7100972-27fe-4ee6-8fb4-ec9b7931b409" providerId="ADAL" clId="{FBFC4FCF-A528-474A-B007-7421FC4B90B5}" dt="2025-11-10T09:27:29.351" v="335"/>
        <pc:sldMkLst>
          <pc:docMk/>
          <pc:sldMk cId="3435346632" sldId="594"/>
        </pc:sldMkLst>
        <pc:spChg chg="mod">
          <ac:chgData name="Deepika Vatsa" userId="f7100972-27fe-4ee6-8fb4-ec9b7931b409" providerId="ADAL" clId="{FBFC4FCF-A528-474A-B007-7421FC4B90B5}" dt="2025-11-10T08:35:25.751" v="67"/>
          <ac:spMkLst>
            <pc:docMk/>
            <pc:sldMk cId="3435346632" sldId="594"/>
            <ac:spMk id="2" creationId="{00000000-0000-0000-0000-000000000000}"/>
          </ac:spMkLst>
        </pc:spChg>
        <pc:picChg chg="add">
          <ac:chgData name="Deepika Vatsa" userId="f7100972-27fe-4ee6-8fb4-ec9b7931b409" providerId="ADAL" clId="{FBFC4FCF-A528-474A-B007-7421FC4B90B5}" dt="2025-11-10T08:35:16.910" v="64" actId="22"/>
          <ac:picMkLst>
            <pc:docMk/>
            <pc:sldMk cId="3435346632" sldId="594"/>
            <ac:picMk id="5" creationId="{A5140DEC-51C3-303A-A898-7172448B5718}"/>
          </ac:picMkLst>
        </pc:picChg>
        <pc:picChg chg="del">
          <ac:chgData name="Deepika Vatsa" userId="f7100972-27fe-4ee6-8fb4-ec9b7931b409" providerId="ADAL" clId="{FBFC4FCF-A528-474A-B007-7421FC4B90B5}" dt="2025-11-10T08:35:16.478" v="63" actId="478"/>
          <ac:picMkLst>
            <pc:docMk/>
            <pc:sldMk cId="3435346632" sldId="594"/>
            <ac:picMk id="7" creationId="{B5AF784B-50C4-3797-39E7-A06BEFD483F4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3435346632" sldId="594"/>
            <ac:inkMk id="4" creationId="{C261878B-A3D8-F4A6-769D-52C40B5EEFF6}"/>
          </ac:inkMkLst>
        </pc:inkChg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1095908878" sldId="595"/>
        </pc:sldMkLst>
      </pc:sldChg>
      <pc:sldChg chg="addSp delSp add mod">
        <pc:chgData name="Deepika Vatsa" userId="f7100972-27fe-4ee6-8fb4-ec9b7931b409" providerId="ADAL" clId="{FBFC4FCF-A528-474A-B007-7421FC4B90B5}" dt="2025-11-10T09:27:29.351" v="335"/>
        <pc:sldMkLst>
          <pc:docMk/>
          <pc:sldMk cId="3574283066" sldId="595"/>
        </pc:sldMkLst>
        <pc:picChg chg="del">
          <ac:chgData name="Deepika Vatsa" userId="f7100972-27fe-4ee6-8fb4-ec9b7931b409" providerId="ADAL" clId="{FBFC4FCF-A528-474A-B007-7421FC4B90B5}" dt="2025-11-10T08:35:40.677" v="69" actId="478"/>
          <ac:picMkLst>
            <pc:docMk/>
            <pc:sldMk cId="3574283066" sldId="595"/>
            <ac:picMk id="5" creationId="{A5140DEC-51C3-303A-A898-7172448B5718}"/>
          </ac:picMkLst>
        </pc:picChg>
        <pc:picChg chg="add">
          <ac:chgData name="Deepika Vatsa" userId="f7100972-27fe-4ee6-8fb4-ec9b7931b409" providerId="ADAL" clId="{FBFC4FCF-A528-474A-B007-7421FC4B90B5}" dt="2025-11-10T08:35:41.496" v="70" actId="22"/>
          <ac:picMkLst>
            <pc:docMk/>
            <pc:sldMk cId="3574283066" sldId="595"/>
            <ac:picMk id="6" creationId="{56CBC9E4-65AE-611B-3636-FAEA6376D8E0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3574283066" sldId="595"/>
            <ac:inkMk id="4" creationId="{52D36229-83AB-D6B9-F0F0-D70385BB82C8}"/>
          </ac:inkMkLst>
        </pc:inkChg>
      </pc:sldChg>
      <pc:sldChg chg="addSp delSp add mod">
        <pc:chgData name="Deepika Vatsa" userId="f7100972-27fe-4ee6-8fb4-ec9b7931b409" providerId="ADAL" clId="{FBFC4FCF-A528-474A-B007-7421FC4B90B5}" dt="2025-11-10T09:27:29.351" v="335"/>
        <pc:sldMkLst>
          <pc:docMk/>
          <pc:sldMk cId="1543993561" sldId="596"/>
        </pc:sldMkLst>
        <pc:picChg chg="add del">
          <ac:chgData name="Deepika Vatsa" userId="f7100972-27fe-4ee6-8fb4-ec9b7931b409" providerId="ADAL" clId="{FBFC4FCF-A528-474A-B007-7421FC4B90B5}" dt="2025-11-10T08:36:12.405" v="74" actId="478"/>
          <ac:picMkLst>
            <pc:docMk/>
            <pc:sldMk cId="1543993561" sldId="596"/>
            <ac:picMk id="5" creationId="{3981FF95-CC0D-2664-14FE-722D221A9823}"/>
          </ac:picMkLst>
        </pc:picChg>
        <pc:picChg chg="del">
          <ac:chgData name="Deepika Vatsa" userId="f7100972-27fe-4ee6-8fb4-ec9b7931b409" providerId="ADAL" clId="{FBFC4FCF-A528-474A-B007-7421FC4B90B5}" dt="2025-11-10T08:35:58.430" v="72" actId="478"/>
          <ac:picMkLst>
            <pc:docMk/>
            <pc:sldMk cId="1543993561" sldId="596"/>
            <ac:picMk id="6" creationId="{56CBC9E4-65AE-611B-3636-FAEA6376D8E0}"/>
          </ac:picMkLst>
        </pc:picChg>
        <pc:picChg chg="add">
          <ac:chgData name="Deepika Vatsa" userId="f7100972-27fe-4ee6-8fb4-ec9b7931b409" providerId="ADAL" clId="{FBFC4FCF-A528-474A-B007-7421FC4B90B5}" dt="2025-11-10T08:36:12.811" v="75" actId="22"/>
          <ac:picMkLst>
            <pc:docMk/>
            <pc:sldMk cId="1543993561" sldId="596"/>
            <ac:picMk id="8" creationId="{A0D926D1-5210-0915-6C44-68DD1DF4547F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1543993561" sldId="596"/>
            <ac:inkMk id="4" creationId="{520E4ED0-81F4-5EF3-D661-DCEC0E5A83C2}"/>
          </ac:inkMkLst>
        </pc:inkChg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3673669300" sldId="596"/>
        </pc:sldMkLst>
      </pc:sldChg>
      <pc:sldChg chg="addSp delSp modSp add mod">
        <pc:chgData name="Deepika Vatsa" userId="f7100972-27fe-4ee6-8fb4-ec9b7931b409" providerId="ADAL" clId="{FBFC4FCF-A528-474A-B007-7421FC4B90B5}" dt="2025-11-10T09:27:29.351" v="335"/>
        <pc:sldMkLst>
          <pc:docMk/>
          <pc:sldMk cId="95095643" sldId="597"/>
        </pc:sldMkLst>
        <pc:spChg chg="mod">
          <ac:chgData name="Deepika Vatsa" userId="f7100972-27fe-4ee6-8fb4-ec9b7931b409" providerId="ADAL" clId="{FBFC4FCF-A528-474A-B007-7421FC4B90B5}" dt="2025-11-10T08:37:09.504" v="101" actId="20577"/>
          <ac:spMkLst>
            <pc:docMk/>
            <pc:sldMk cId="95095643" sldId="597"/>
            <ac:spMk id="2" creationId="{00000000-0000-0000-0000-000000000000}"/>
          </ac:spMkLst>
        </pc:spChg>
        <pc:picChg chg="add del">
          <ac:chgData name="Deepika Vatsa" userId="f7100972-27fe-4ee6-8fb4-ec9b7931b409" providerId="ADAL" clId="{FBFC4FCF-A528-474A-B007-7421FC4B90B5}" dt="2025-11-10T08:37:22.481" v="102" actId="478"/>
          <ac:picMkLst>
            <pc:docMk/>
            <pc:sldMk cId="95095643" sldId="597"/>
            <ac:picMk id="5" creationId="{454FB647-6FC2-AEF2-068C-96C62FCD59A7}"/>
          </ac:picMkLst>
        </pc:picChg>
        <pc:picChg chg="add">
          <ac:chgData name="Deepika Vatsa" userId="f7100972-27fe-4ee6-8fb4-ec9b7931b409" providerId="ADAL" clId="{FBFC4FCF-A528-474A-B007-7421FC4B90B5}" dt="2025-11-10T08:37:23.171" v="103" actId="22"/>
          <ac:picMkLst>
            <pc:docMk/>
            <pc:sldMk cId="95095643" sldId="597"/>
            <ac:picMk id="7" creationId="{B20BCF06-A674-CF8A-26A8-D1EA69715DFF}"/>
          </ac:picMkLst>
        </pc:picChg>
        <pc:picChg chg="del">
          <ac:chgData name="Deepika Vatsa" userId="f7100972-27fe-4ee6-8fb4-ec9b7931b409" providerId="ADAL" clId="{FBFC4FCF-A528-474A-B007-7421FC4B90B5}" dt="2025-11-10T08:37:01.453" v="80" actId="478"/>
          <ac:picMkLst>
            <pc:docMk/>
            <pc:sldMk cId="95095643" sldId="597"/>
            <ac:picMk id="8" creationId="{A0D926D1-5210-0915-6C44-68DD1DF4547F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95095643" sldId="597"/>
            <ac:inkMk id="4" creationId="{56DAEC14-D2E2-37D0-D7F5-1822FF528CEE}"/>
          </ac:inkMkLst>
        </pc:inkChg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3645432103" sldId="597"/>
        </pc:sldMkLst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1267582242" sldId="598"/>
        </pc:sldMkLst>
      </pc:sldChg>
      <pc:sldChg chg="addSp delSp add mod">
        <pc:chgData name="Deepika Vatsa" userId="f7100972-27fe-4ee6-8fb4-ec9b7931b409" providerId="ADAL" clId="{FBFC4FCF-A528-474A-B007-7421FC4B90B5}" dt="2025-11-10T09:27:29.351" v="335"/>
        <pc:sldMkLst>
          <pc:docMk/>
          <pc:sldMk cId="3301389033" sldId="598"/>
        </pc:sldMkLst>
        <pc:picChg chg="add">
          <ac:chgData name="Deepika Vatsa" userId="f7100972-27fe-4ee6-8fb4-ec9b7931b409" providerId="ADAL" clId="{FBFC4FCF-A528-474A-B007-7421FC4B90B5}" dt="2025-11-10T08:36:42.872" v="79" actId="22"/>
          <ac:picMkLst>
            <pc:docMk/>
            <pc:sldMk cId="3301389033" sldId="598"/>
            <ac:picMk id="5" creationId="{343ED735-4082-4C3E-1B98-03B7E35B3E87}"/>
          </ac:picMkLst>
        </pc:picChg>
        <pc:picChg chg="del">
          <ac:chgData name="Deepika Vatsa" userId="f7100972-27fe-4ee6-8fb4-ec9b7931b409" providerId="ADAL" clId="{FBFC4FCF-A528-474A-B007-7421FC4B90B5}" dt="2025-11-10T08:36:42.489" v="78" actId="478"/>
          <ac:picMkLst>
            <pc:docMk/>
            <pc:sldMk cId="3301389033" sldId="598"/>
            <ac:picMk id="6" creationId="{56CBC9E4-65AE-611B-3636-FAEA6376D8E0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3301389033" sldId="598"/>
            <ac:inkMk id="4" creationId="{85D93AEB-BF5A-CF6D-EBE1-6A4BFBC5EA82}"/>
          </ac:inkMkLst>
        </pc:inkChg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662555880" sldId="599"/>
        </pc:sldMkLst>
      </pc:sldChg>
      <pc:sldChg chg="addSp delSp modSp add mod">
        <pc:chgData name="Deepika Vatsa" userId="f7100972-27fe-4ee6-8fb4-ec9b7931b409" providerId="ADAL" clId="{FBFC4FCF-A528-474A-B007-7421FC4B90B5}" dt="2025-11-10T09:27:29.351" v="335"/>
        <pc:sldMkLst>
          <pc:docMk/>
          <pc:sldMk cId="3200296418" sldId="599"/>
        </pc:sldMkLst>
        <pc:spChg chg="mod">
          <ac:chgData name="Deepika Vatsa" userId="f7100972-27fe-4ee6-8fb4-ec9b7931b409" providerId="ADAL" clId="{FBFC4FCF-A528-474A-B007-7421FC4B90B5}" dt="2025-11-10T08:37:40.032" v="116" actId="20577"/>
          <ac:spMkLst>
            <pc:docMk/>
            <pc:sldMk cId="3200296418" sldId="599"/>
            <ac:spMk id="2" creationId="{00000000-0000-0000-0000-000000000000}"/>
          </ac:spMkLst>
        </pc:spChg>
        <pc:picChg chg="add">
          <ac:chgData name="Deepika Vatsa" userId="f7100972-27fe-4ee6-8fb4-ec9b7931b409" providerId="ADAL" clId="{FBFC4FCF-A528-474A-B007-7421FC4B90B5}" dt="2025-11-10T08:37:42.216" v="118" actId="22"/>
          <ac:picMkLst>
            <pc:docMk/>
            <pc:sldMk cId="3200296418" sldId="599"/>
            <ac:picMk id="5" creationId="{214FCFD0-7CC5-0C45-73B5-33A56011B010}"/>
          </ac:picMkLst>
        </pc:picChg>
        <pc:picChg chg="del">
          <ac:chgData name="Deepika Vatsa" userId="f7100972-27fe-4ee6-8fb4-ec9b7931b409" providerId="ADAL" clId="{FBFC4FCF-A528-474A-B007-7421FC4B90B5}" dt="2025-11-10T08:37:41.793" v="117" actId="478"/>
          <ac:picMkLst>
            <pc:docMk/>
            <pc:sldMk cId="3200296418" sldId="599"/>
            <ac:picMk id="7" creationId="{B20BCF06-A674-CF8A-26A8-D1EA69715DFF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3200296418" sldId="599"/>
            <ac:inkMk id="4" creationId="{CCE92846-F175-FE00-02EA-A4106867F441}"/>
          </ac:inkMkLst>
        </pc:inkChg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977754488" sldId="600"/>
        </pc:sldMkLst>
      </pc:sldChg>
      <pc:sldChg chg="addSp delSp modSp add mod">
        <pc:chgData name="Deepika Vatsa" userId="f7100972-27fe-4ee6-8fb4-ec9b7931b409" providerId="ADAL" clId="{FBFC4FCF-A528-474A-B007-7421FC4B90B5}" dt="2025-11-10T09:27:29.351" v="335"/>
        <pc:sldMkLst>
          <pc:docMk/>
          <pc:sldMk cId="1466069517" sldId="600"/>
        </pc:sldMkLst>
        <pc:spChg chg="mod">
          <ac:chgData name="Deepika Vatsa" userId="f7100972-27fe-4ee6-8fb4-ec9b7931b409" providerId="ADAL" clId="{FBFC4FCF-A528-474A-B007-7421FC4B90B5}" dt="2025-11-10T08:38:04.379" v="142" actId="20577"/>
          <ac:spMkLst>
            <pc:docMk/>
            <pc:sldMk cId="1466069517" sldId="600"/>
            <ac:spMk id="2" creationId="{00000000-0000-0000-0000-000000000000}"/>
          </ac:spMkLst>
        </pc:spChg>
        <pc:picChg chg="del">
          <ac:chgData name="Deepika Vatsa" userId="f7100972-27fe-4ee6-8fb4-ec9b7931b409" providerId="ADAL" clId="{FBFC4FCF-A528-474A-B007-7421FC4B90B5}" dt="2025-11-10T08:38:06.099" v="143" actId="478"/>
          <ac:picMkLst>
            <pc:docMk/>
            <pc:sldMk cId="1466069517" sldId="600"/>
            <ac:picMk id="5" creationId="{214FCFD0-7CC5-0C45-73B5-33A56011B010}"/>
          </ac:picMkLst>
        </pc:picChg>
        <pc:picChg chg="add">
          <ac:chgData name="Deepika Vatsa" userId="f7100972-27fe-4ee6-8fb4-ec9b7931b409" providerId="ADAL" clId="{FBFC4FCF-A528-474A-B007-7421FC4B90B5}" dt="2025-11-10T08:38:06.545" v="144" actId="22"/>
          <ac:picMkLst>
            <pc:docMk/>
            <pc:sldMk cId="1466069517" sldId="600"/>
            <ac:picMk id="6" creationId="{938F2EBC-233A-55B5-568D-11F32A56DDF0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1466069517" sldId="600"/>
            <ac:inkMk id="4" creationId="{CA87D7D5-4662-ED86-14C9-C3E4454B68A1}"/>
          </ac:inkMkLst>
        </pc:inkChg>
      </pc:sldChg>
      <pc:sldChg chg="addSp delSp modSp add mod">
        <pc:chgData name="Deepika Vatsa" userId="f7100972-27fe-4ee6-8fb4-ec9b7931b409" providerId="ADAL" clId="{FBFC4FCF-A528-474A-B007-7421FC4B90B5}" dt="2025-11-10T09:27:29.351" v="335"/>
        <pc:sldMkLst>
          <pc:docMk/>
          <pc:sldMk cId="1248394865" sldId="601"/>
        </pc:sldMkLst>
        <pc:spChg chg="mod">
          <ac:chgData name="Deepika Vatsa" userId="f7100972-27fe-4ee6-8fb4-ec9b7931b409" providerId="ADAL" clId="{FBFC4FCF-A528-474A-B007-7421FC4B90B5}" dt="2025-11-10T08:38:27.620" v="164" actId="20577"/>
          <ac:spMkLst>
            <pc:docMk/>
            <pc:sldMk cId="1248394865" sldId="601"/>
            <ac:spMk id="2" creationId="{00000000-0000-0000-0000-000000000000}"/>
          </ac:spMkLst>
        </pc:spChg>
        <pc:picChg chg="add">
          <ac:chgData name="Deepika Vatsa" userId="f7100972-27fe-4ee6-8fb4-ec9b7931b409" providerId="ADAL" clId="{FBFC4FCF-A528-474A-B007-7421FC4B90B5}" dt="2025-11-10T08:38:21.048" v="147" actId="22"/>
          <ac:picMkLst>
            <pc:docMk/>
            <pc:sldMk cId="1248394865" sldId="601"/>
            <ac:picMk id="5" creationId="{4163B164-3C36-AEE8-3FFE-1CE09E3268B7}"/>
          </ac:picMkLst>
        </pc:picChg>
        <pc:picChg chg="del">
          <ac:chgData name="Deepika Vatsa" userId="f7100972-27fe-4ee6-8fb4-ec9b7931b409" providerId="ADAL" clId="{FBFC4FCF-A528-474A-B007-7421FC4B90B5}" dt="2025-11-10T08:38:20.663" v="146" actId="478"/>
          <ac:picMkLst>
            <pc:docMk/>
            <pc:sldMk cId="1248394865" sldId="601"/>
            <ac:picMk id="6" creationId="{938F2EBC-233A-55B5-568D-11F32A56DDF0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1248394865" sldId="601"/>
            <ac:inkMk id="4" creationId="{4DE3F15F-A3AA-334D-B37F-109B20EEA6FE}"/>
          </ac:inkMkLst>
        </pc:inkChg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4167924417" sldId="601"/>
        </pc:sldMkLst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1041999212" sldId="602"/>
        </pc:sldMkLst>
      </pc:sldChg>
      <pc:sldChg chg="addSp delSp modSp add mod">
        <pc:chgData name="Deepika Vatsa" userId="f7100972-27fe-4ee6-8fb4-ec9b7931b409" providerId="ADAL" clId="{FBFC4FCF-A528-474A-B007-7421FC4B90B5}" dt="2025-11-10T09:27:29.351" v="335"/>
        <pc:sldMkLst>
          <pc:docMk/>
          <pc:sldMk cId="1803781999" sldId="602"/>
        </pc:sldMkLst>
        <pc:spChg chg="mod">
          <ac:chgData name="Deepika Vatsa" userId="f7100972-27fe-4ee6-8fb4-ec9b7931b409" providerId="ADAL" clId="{FBFC4FCF-A528-474A-B007-7421FC4B90B5}" dt="2025-11-10T08:38:51.277" v="205" actId="20577"/>
          <ac:spMkLst>
            <pc:docMk/>
            <pc:sldMk cId="1803781999" sldId="602"/>
            <ac:spMk id="2" creationId="{00000000-0000-0000-0000-000000000000}"/>
          </ac:spMkLst>
        </pc:spChg>
        <pc:picChg chg="del">
          <ac:chgData name="Deepika Vatsa" userId="f7100972-27fe-4ee6-8fb4-ec9b7931b409" providerId="ADAL" clId="{FBFC4FCF-A528-474A-B007-7421FC4B90B5}" dt="2025-11-10T08:38:40.483" v="166" actId="478"/>
          <ac:picMkLst>
            <pc:docMk/>
            <pc:sldMk cId="1803781999" sldId="602"/>
            <ac:picMk id="5" creationId="{4163B164-3C36-AEE8-3FFE-1CE09E3268B7}"/>
          </ac:picMkLst>
        </pc:picChg>
        <pc:picChg chg="add">
          <ac:chgData name="Deepika Vatsa" userId="f7100972-27fe-4ee6-8fb4-ec9b7931b409" providerId="ADAL" clId="{FBFC4FCF-A528-474A-B007-7421FC4B90B5}" dt="2025-11-10T08:38:40.917" v="167" actId="22"/>
          <ac:picMkLst>
            <pc:docMk/>
            <pc:sldMk cId="1803781999" sldId="602"/>
            <ac:picMk id="6" creationId="{B0FFF25A-1FAC-D510-E7D8-29E4BFAAB5C0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1803781999" sldId="602"/>
            <ac:inkMk id="4" creationId="{244E1FD3-3452-4701-8CA3-DEFDC14B9979}"/>
          </ac:inkMkLst>
        </pc:inkChg>
      </pc:sldChg>
      <pc:sldChg chg="addSp delSp add mod">
        <pc:chgData name="Deepika Vatsa" userId="f7100972-27fe-4ee6-8fb4-ec9b7931b409" providerId="ADAL" clId="{FBFC4FCF-A528-474A-B007-7421FC4B90B5}" dt="2025-11-10T09:27:29.351" v="335"/>
        <pc:sldMkLst>
          <pc:docMk/>
          <pc:sldMk cId="123696861" sldId="603"/>
        </pc:sldMkLst>
        <pc:picChg chg="add">
          <ac:chgData name="Deepika Vatsa" userId="f7100972-27fe-4ee6-8fb4-ec9b7931b409" providerId="ADAL" clId="{FBFC4FCF-A528-474A-B007-7421FC4B90B5}" dt="2025-11-10T08:39:13.964" v="208" actId="22"/>
          <ac:picMkLst>
            <pc:docMk/>
            <pc:sldMk cId="123696861" sldId="603"/>
            <ac:picMk id="5" creationId="{8EE6EAFD-7BED-2B3D-8514-AA1A4A656838}"/>
          </ac:picMkLst>
        </pc:picChg>
        <pc:picChg chg="del">
          <ac:chgData name="Deepika Vatsa" userId="f7100972-27fe-4ee6-8fb4-ec9b7931b409" providerId="ADAL" clId="{FBFC4FCF-A528-474A-B007-7421FC4B90B5}" dt="2025-11-10T08:39:13.540" v="207" actId="478"/>
          <ac:picMkLst>
            <pc:docMk/>
            <pc:sldMk cId="123696861" sldId="603"/>
            <ac:picMk id="6" creationId="{B0FFF25A-1FAC-D510-E7D8-29E4BFAAB5C0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123696861" sldId="603"/>
            <ac:inkMk id="4" creationId="{CC6CDA78-8656-9F12-4219-FF990A195C36}"/>
          </ac:inkMkLst>
        </pc:inkChg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3644617542" sldId="603"/>
        </pc:sldMkLst>
      </pc:sldChg>
      <pc:sldChg chg="addSp delSp modSp add mod">
        <pc:chgData name="Deepika Vatsa" userId="f7100972-27fe-4ee6-8fb4-ec9b7931b409" providerId="ADAL" clId="{FBFC4FCF-A528-474A-B007-7421FC4B90B5}" dt="2025-11-10T09:27:29.351" v="335"/>
        <pc:sldMkLst>
          <pc:docMk/>
          <pc:sldMk cId="688498509" sldId="604"/>
        </pc:sldMkLst>
        <pc:picChg chg="del">
          <ac:chgData name="Deepika Vatsa" userId="f7100972-27fe-4ee6-8fb4-ec9b7931b409" providerId="ADAL" clId="{FBFC4FCF-A528-474A-B007-7421FC4B90B5}" dt="2025-11-10T08:39:36.219" v="210" actId="478"/>
          <ac:picMkLst>
            <pc:docMk/>
            <pc:sldMk cId="688498509" sldId="604"/>
            <ac:picMk id="5" creationId="{8EE6EAFD-7BED-2B3D-8514-AA1A4A656838}"/>
          </ac:picMkLst>
        </pc:picChg>
        <pc:picChg chg="add mod">
          <ac:chgData name="Deepika Vatsa" userId="f7100972-27fe-4ee6-8fb4-ec9b7931b409" providerId="ADAL" clId="{FBFC4FCF-A528-474A-B007-7421FC4B90B5}" dt="2025-11-10T08:39:39.055" v="212" actId="1076"/>
          <ac:picMkLst>
            <pc:docMk/>
            <pc:sldMk cId="688498509" sldId="604"/>
            <ac:picMk id="6" creationId="{0D5830BE-D7B8-E79C-3FB6-9BFA141527BC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688498509" sldId="604"/>
            <ac:inkMk id="4" creationId="{E6F5674D-D9E8-ED18-9ABE-3A9EA392497E}"/>
          </ac:inkMkLst>
        </pc:inkChg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1957157253" sldId="604"/>
        </pc:sldMkLst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1016007616" sldId="605"/>
        </pc:sldMkLst>
      </pc:sldChg>
      <pc:sldChg chg="addSp delSp modSp add mod">
        <pc:chgData name="Deepika Vatsa" userId="f7100972-27fe-4ee6-8fb4-ec9b7931b409" providerId="ADAL" clId="{FBFC4FCF-A528-474A-B007-7421FC4B90B5}" dt="2025-11-10T09:27:29.351" v="335"/>
        <pc:sldMkLst>
          <pc:docMk/>
          <pc:sldMk cId="3811806082" sldId="605"/>
        </pc:sldMkLst>
        <pc:spChg chg="mod">
          <ac:chgData name="Deepika Vatsa" userId="f7100972-27fe-4ee6-8fb4-ec9b7931b409" providerId="ADAL" clId="{FBFC4FCF-A528-474A-B007-7421FC4B90B5}" dt="2025-11-10T08:40:01.082" v="242" actId="20577"/>
          <ac:spMkLst>
            <pc:docMk/>
            <pc:sldMk cId="3811806082" sldId="605"/>
            <ac:spMk id="2" creationId="{00000000-0000-0000-0000-000000000000}"/>
          </ac:spMkLst>
        </pc:spChg>
        <pc:picChg chg="add">
          <ac:chgData name="Deepika Vatsa" userId="f7100972-27fe-4ee6-8fb4-ec9b7931b409" providerId="ADAL" clId="{FBFC4FCF-A528-474A-B007-7421FC4B90B5}" dt="2025-11-10T08:40:03.203" v="244" actId="22"/>
          <ac:picMkLst>
            <pc:docMk/>
            <pc:sldMk cId="3811806082" sldId="605"/>
            <ac:picMk id="5" creationId="{72A6F4C6-9D32-B4CB-4C61-9448B472F251}"/>
          </ac:picMkLst>
        </pc:picChg>
        <pc:picChg chg="del">
          <ac:chgData name="Deepika Vatsa" userId="f7100972-27fe-4ee6-8fb4-ec9b7931b409" providerId="ADAL" clId="{FBFC4FCF-A528-474A-B007-7421FC4B90B5}" dt="2025-11-10T08:40:02.652" v="243" actId="478"/>
          <ac:picMkLst>
            <pc:docMk/>
            <pc:sldMk cId="3811806082" sldId="605"/>
            <ac:picMk id="6" creationId="{0D5830BE-D7B8-E79C-3FB6-9BFA141527BC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3811806082" sldId="605"/>
            <ac:inkMk id="4" creationId="{ECB42532-8E8E-D83D-DD81-3F96199E6126}"/>
          </ac:inkMkLst>
        </pc:inkChg>
      </pc:sldChg>
      <pc:sldChg chg="addSp delSp add mod">
        <pc:chgData name="Deepika Vatsa" userId="f7100972-27fe-4ee6-8fb4-ec9b7931b409" providerId="ADAL" clId="{FBFC4FCF-A528-474A-B007-7421FC4B90B5}" dt="2025-11-10T09:27:29.351" v="335"/>
        <pc:sldMkLst>
          <pc:docMk/>
          <pc:sldMk cId="558878766" sldId="606"/>
        </pc:sldMkLst>
        <pc:picChg chg="del">
          <ac:chgData name="Deepika Vatsa" userId="f7100972-27fe-4ee6-8fb4-ec9b7931b409" providerId="ADAL" clId="{FBFC4FCF-A528-474A-B007-7421FC4B90B5}" dt="2025-11-10T08:40:20.173" v="246" actId="478"/>
          <ac:picMkLst>
            <pc:docMk/>
            <pc:sldMk cId="558878766" sldId="606"/>
            <ac:picMk id="5" creationId="{72A6F4C6-9D32-B4CB-4C61-9448B472F251}"/>
          </ac:picMkLst>
        </pc:picChg>
        <pc:picChg chg="add">
          <ac:chgData name="Deepika Vatsa" userId="f7100972-27fe-4ee6-8fb4-ec9b7931b409" providerId="ADAL" clId="{FBFC4FCF-A528-474A-B007-7421FC4B90B5}" dt="2025-11-10T08:40:20.616" v="247" actId="22"/>
          <ac:picMkLst>
            <pc:docMk/>
            <pc:sldMk cId="558878766" sldId="606"/>
            <ac:picMk id="6" creationId="{F5FA5808-C043-D08C-6D33-338F465D518B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558878766" sldId="606"/>
            <ac:inkMk id="4" creationId="{D3DF6135-5809-3F67-4E13-A1BD4843B7FB}"/>
          </ac:inkMkLst>
        </pc:inkChg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3159525374" sldId="606"/>
        </pc:sldMkLst>
      </pc:sldChg>
      <pc:sldChg chg="addSp delSp modSp add mod">
        <pc:chgData name="Deepika Vatsa" userId="f7100972-27fe-4ee6-8fb4-ec9b7931b409" providerId="ADAL" clId="{FBFC4FCF-A528-474A-B007-7421FC4B90B5}" dt="2025-11-10T09:27:29.351" v="335"/>
        <pc:sldMkLst>
          <pc:docMk/>
          <pc:sldMk cId="2192732003" sldId="607"/>
        </pc:sldMkLst>
        <pc:spChg chg="mod">
          <ac:chgData name="Deepika Vatsa" userId="f7100972-27fe-4ee6-8fb4-ec9b7931b409" providerId="ADAL" clId="{FBFC4FCF-A528-474A-B007-7421FC4B90B5}" dt="2025-11-10T08:40:54.568" v="264" actId="20577"/>
          <ac:spMkLst>
            <pc:docMk/>
            <pc:sldMk cId="2192732003" sldId="607"/>
            <ac:spMk id="2" creationId="{00000000-0000-0000-0000-000000000000}"/>
          </ac:spMkLst>
        </pc:spChg>
        <pc:picChg chg="add">
          <ac:chgData name="Deepika Vatsa" userId="f7100972-27fe-4ee6-8fb4-ec9b7931b409" providerId="ADAL" clId="{FBFC4FCF-A528-474A-B007-7421FC4B90B5}" dt="2025-11-10T08:40:49.625" v="250" actId="22"/>
          <ac:picMkLst>
            <pc:docMk/>
            <pc:sldMk cId="2192732003" sldId="607"/>
            <ac:picMk id="5" creationId="{44A00019-ADD2-C3FD-A91E-5A520F972BF6}"/>
          </ac:picMkLst>
        </pc:picChg>
        <pc:picChg chg="del">
          <ac:chgData name="Deepika Vatsa" userId="f7100972-27fe-4ee6-8fb4-ec9b7931b409" providerId="ADAL" clId="{FBFC4FCF-A528-474A-B007-7421FC4B90B5}" dt="2025-11-10T08:40:49.207" v="249" actId="478"/>
          <ac:picMkLst>
            <pc:docMk/>
            <pc:sldMk cId="2192732003" sldId="607"/>
            <ac:picMk id="6" creationId="{F5FA5808-C043-D08C-6D33-338F465D518B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2192732003" sldId="607"/>
            <ac:inkMk id="4" creationId="{3FF84DCA-CE03-060D-B36A-A025146EE6AF}"/>
          </ac:inkMkLst>
        </pc:inkChg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3564807532" sldId="607"/>
        </pc:sldMkLst>
      </pc:sldChg>
      <pc:sldChg chg="addSp delSp modSp add mod">
        <pc:chgData name="Deepika Vatsa" userId="f7100972-27fe-4ee6-8fb4-ec9b7931b409" providerId="ADAL" clId="{FBFC4FCF-A528-474A-B007-7421FC4B90B5}" dt="2025-11-10T09:27:29.351" v="335"/>
        <pc:sldMkLst>
          <pc:docMk/>
          <pc:sldMk cId="160900660" sldId="608"/>
        </pc:sldMkLst>
        <pc:spChg chg="mod">
          <ac:chgData name="Deepika Vatsa" userId="f7100972-27fe-4ee6-8fb4-ec9b7931b409" providerId="ADAL" clId="{FBFC4FCF-A528-474A-B007-7421FC4B90B5}" dt="2025-11-10T08:41:13.055" v="274" actId="20577"/>
          <ac:spMkLst>
            <pc:docMk/>
            <pc:sldMk cId="160900660" sldId="608"/>
            <ac:spMk id="2" creationId="{00000000-0000-0000-0000-000000000000}"/>
          </ac:spMkLst>
        </pc:spChg>
        <pc:picChg chg="del">
          <ac:chgData name="Deepika Vatsa" userId="f7100972-27fe-4ee6-8fb4-ec9b7931b409" providerId="ADAL" clId="{FBFC4FCF-A528-474A-B007-7421FC4B90B5}" dt="2025-11-10T08:41:09.230" v="266" actId="478"/>
          <ac:picMkLst>
            <pc:docMk/>
            <pc:sldMk cId="160900660" sldId="608"/>
            <ac:picMk id="5" creationId="{44A00019-ADD2-C3FD-A91E-5A520F972BF6}"/>
          </ac:picMkLst>
        </pc:picChg>
        <pc:picChg chg="add del">
          <ac:chgData name="Deepika Vatsa" userId="f7100972-27fe-4ee6-8fb4-ec9b7931b409" providerId="ADAL" clId="{FBFC4FCF-A528-474A-B007-7421FC4B90B5}" dt="2025-11-10T08:41:28.752" v="275" actId="478"/>
          <ac:picMkLst>
            <pc:docMk/>
            <pc:sldMk cId="160900660" sldId="608"/>
            <ac:picMk id="6" creationId="{F7CF7144-1AE2-4F7B-456A-89DEA6813FE3}"/>
          </ac:picMkLst>
        </pc:picChg>
        <pc:picChg chg="add">
          <ac:chgData name="Deepika Vatsa" userId="f7100972-27fe-4ee6-8fb4-ec9b7931b409" providerId="ADAL" clId="{FBFC4FCF-A528-474A-B007-7421FC4B90B5}" dt="2025-11-10T08:41:29.159" v="276" actId="22"/>
          <ac:picMkLst>
            <pc:docMk/>
            <pc:sldMk cId="160900660" sldId="608"/>
            <ac:picMk id="8" creationId="{BA3918EF-E347-C846-3481-1882F808794E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160900660" sldId="608"/>
            <ac:inkMk id="4" creationId="{F7DC5BA2-395B-2D11-EAEA-27EFDED38CF2}"/>
          </ac:inkMkLst>
        </pc:inkChg>
      </pc:sldChg>
      <pc:sldChg chg="addSp delSp modSp add mod">
        <pc:chgData name="Deepika Vatsa" userId="f7100972-27fe-4ee6-8fb4-ec9b7931b409" providerId="ADAL" clId="{FBFC4FCF-A528-474A-B007-7421FC4B90B5}" dt="2025-11-10T09:27:29.351" v="335"/>
        <pc:sldMkLst>
          <pc:docMk/>
          <pc:sldMk cId="968836308" sldId="609"/>
        </pc:sldMkLst>
        <pc:spChg chg="mod">
          <ac:chgData name="Deepika Vatsa" userId="f7100972-27fe-4ee6-8fb4-ec9b7931b409" providerId="ADAL" clId="{FBFC4FCF-A528-474A-B007-7421FC4B90B5}" dt="2025-11-10T08:42:16.900" v="282" actId="20577"/>
          <ac:spMkLst>
            <pc:docMk/>
            <pc:sldMk cId="968836308" sldId="609"/>
            <ac:spMk id="2" creationId="{00000000-0000-0000-0000-000000000000}"/>
          </ac:spMkLst>
        </pc:spChg>
        <pc:picChg chg="add">
          <ac:chgData name="Deepika Vatsa" userId="f7100972-27fe-4ee6-8fb4-ec9b7931b409" providerId="ADAL" clId="{FBFC4FCF-A528-474A-B007-7421FC4B90B5}" dt="2025-11-10T08:42:14.394" v="279" actId="22"/>
          <ac:picMkLst>
            <pc:docMk/>
            <pc:sldMk cId="968836308" sldId="609"/>
            <ac:picMk id="5" creationId="{69640C4B-356F-E7FB-9617-E4568B1769E7}"/>
          </ac:picMkLst>
        </pc:picChg>
        <pc:picChg chg="del">
          <ac:chgData name="Deepika Vatsa" userId="f7100972-27fe-4ee6-8fb4-ec9b7931b409" providerId="ADAL" clId="{FBFC4FCF-A528-474A-B007-7421FC4B90B5}" dt="2025-11-10T08:42:13.606" v="278" actId="478"/>
          <ac:picMkLst>
            <pc:docMk/>
            <pc:sldMk cId="968836308" sldId="609"/>
            <ac:picMk id="8" creationId="{BA3918EF-E347-C846-3481-1882F808794E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968836308" sldId="609"/>
            <ac:inkMk id="4" creationId="{EF3AC16F-0BFF-96D0-5314-A88FB8667C39}"/>
          </ac:inkMkLst>
        </pc:inkChg>
      </pc:sldChg>
      <pc:sldChg chg="addSp delSp add mod">
        <pc:chgData name="Deepika Vatsa" userId="f7100972-27fe-4ee6-8fb4-ec9b7931b409" providerId="ADAL" clId="{FBFC4FCF-A528-474A-B007-7421FC4B90B5}" dt="2025-11-10T09:27:29.351" v="335"/>
        <pc:sldMkLst>
          <pc:docMk/>
          <pc:sldMk cId="3683881037" sldId="610"/>
        </pc:sldMkLst>
        <pc:picChg chg="del">
          <ac:chgData name="Deepika Vatsa" userId="f7100972-27fe-4ee6-8fb4-ec9b7931b409" providerId="ADAL" clId="{FBFC4FCF-A528-474A-B007-7421FC4B90B5}" dt="2025-11-10T08:42:29.567" v="284" actId="478"/>
          <ac:picMkLst>
            <pc:docMk/>
            <pc:sldMk cId="3683881037" sldId="610"/>
            <ac:picMk id="5" creationId="{69640C4B-356F-E7FB-9617-E4568B1769E7}"/>
          </ac:picMkLst>
        </pc:picChg>
        <pc:picChg chg="add">
          <ac:chgData name="Deepika Vatsa" userId="f7100972-27fe-4ee6-8fb4-ec9b7931b409" providerId="ADAL" clId="{FBFC4FCF-A528-474A-B007-7421FC4B90B5}" dt="2025-11-10T08:42:30.037" v="285" actId="22"/>
          <ac:picMkLst>
            <pc:docMk/>
            <pc:sldMk cId="3683881037" sldId="610"/>
            <ac:picMk id="6" creationId="{3984BC14-A773-B4E1-ED5D-772DA4EDC22D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3683881037" sldId="610"/>
            <ac:inkMk id="4" creationId="{280206DB-56B2-8AB1-36B8-87AD20B9655F}"/>
          </ac:inkMkLst>
        </pc:inkChg>
      </pc:sldChg>
      <pc:sldChg chg="addSp delSp modSp add mod">
        <pc:chgData name="Deepika Vatsa" userId="f7100972-27fe-4ee6-8fb4-ec9b7931b409" providerId="ADAL" clId="{FBFC4FCF-A528-474A-B007-7421FC4B90B5}" dt="2025-11-10T09:27:29.351" v="335"/>
        <pc:sldMkLst>
          <pc:docMk/>
          <pc:sldMk cId="1460220271" sldId="611"/>
        </pc:sldMkLst>
        <pc:picChg chg="add mod">
          <ac:chgData name="Deepika Vatsa" userId="f7100972-27fe-4ee6-8fb4-ec9b7931b409" providerId="ADAL" clId="{FBFC4FCF-A528-474A-B007-7421FC4B90B5}" dt="2025-11-10T08:42:48.982" v="297" actId="1036"/>
          <ac:picMkLst>
            <pc:docMk/>
            <pc:sldMk cId="1460220271" sldId="611"/>
            <ac:picMk id="5" creationId="{DF7A7ACA-1D87-9641-8091-DE14C4D79C9C}"/>
          </ac:picMkLst>
        </pc:picChg>
        <pc:picChg chg="del">
          <ac:chgData name="Deepika Vatsa" userId="f7100972-27fe-4ee6-8fb4-ec9b7931b409" providerId="ADAL" clId="{FBFC4FCF-A528-474A-B007-7421FC4B90B5}" dt="2025-11-10T08:42:45.161" v="287" actId="478"/>
          <ac:picMkLst>
            <pc:docMk/>
            <pc:sldMk cId="1460220271" sldId="611"/>
            <ac:picMk id="6" creationId="{3984BC14-A773-B4E1-ED5D-772DA4EDC22D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1460220271" sldId="611"/>
            <ac:inkMk id="4" creationId="{7B782237-EED9-4B46-1A88-D61293728F29}"/>
          </ac:inkMkLst>
        </pc:inkChg>
      </pc:sldChg>
      <pc:sldChg chg="addSp delSp modSp add mod">
        <pc:chgData name="Deepika Vatsa" userId="f7100972-27fe-4ee6-8fb4-ec9b7931b409" providerId="ADAL" clId="{FBFC4FCF-A528-474A-B007-7421FC4B90B5}" dt="2025-11-10T08:43:10.438" v="301" actId="1076"/>
        <pc:sldMkLst>
          <pc:docMk/>
          <pc:sldMk cId="3545377761" sldId="612"/>
        </pc:sldMkLst>
        <pc:picChg chg="del">
          <ac:chgData name="Deepika Vatsa" userId="f7100972-27fe-4ee6-8fb4-ec9b7931b409" providerId="ADAL" clId="{FBFC4FCF-A528-474A-B007-7421FC4B90B5}" dt="2025-11-10T08:43:06.531" v="299" actId="478"/>
          <ac:picMkLst>
            <pc:docMk/>
            <pc:sldMk cId="3545377761" sldId="612"/>
            <ac:picMk id="5" creationId="{DF7A7ACA-1D87-9641-8091-DE14C4D79C9C}"/>
          </ac:picMkLst>
        </pc:picChg>
        <pc:picChg chg="add mod">
          <ac:chgData name="Deepika Vatsa" userId="f7100972-27fe-4ee6-8fb4-ec9b7931b409" providerId="ADAL" clId="{FBFC4FCF-A528-474A-B007-7421FC4B90B5}" dt="2025-11-10T08:43:10.438" v="301" actId="1076"/>
          <ac:picMkLst>
            <pc:docMk/>
            <pc:sldMk cId="3545377761" sldId="612"/>
            <ac:picMk id="6" creationId="{1579F9CA-DF46-93A0-E1A6-A51DC937F711}"/>
          </ac:picMkLst>
        </pc:picChg>
      </pc:sldChg>
      <pc:sldChg chg="addSp delSp modSp add mod">
        <pc:chgData name="Deepika Vatsa" userId="f7100972-27fe-4ee6-8fb4-ec9b7931b409" providerId="ADAL" clId="{FBFC4FCF-A528-474A-B007-7421FC4B90B5}" dt="2025-11-10T09:27:29.351" v="335"/>
        <pc:sldMkLst>
          <pc:docMk/>
          <pc:sldMk cId="774940088" sldId="613"/>
        </pc:sldMkLst>
        <pc:picChg chg="add del mod">
          <ac:chgData name="Deepika Vatsa" userId="f7100972-27fe-4ee6-8fb4-ec9b7931b409" providerId="ADAL" clId="{FBFC4FCF-A528-474A-B007-7421FC4B90B5}" dt="2025-11-10T08:43:54.097" v="306" actId="478"/>
          <ac:picMkLst>
            <pc:docMk/>
            <pc:sldMk cId="774940088" sldId="613"/>
            <ac:picMk id="5" creationId="{CCFA80AA-22FF-5F4C-173A-DBC063C15D1B}"/>
          </ac:picMkLst>
        </pc:picChg>
        <pc:picChg chg="del">
          <ac:chgData name="Deepika Vatsa" userId="f7100972-27fe-4ee6-8fb4-ec9b7931b409" providerId="ADAL" clId="{FBFC4FCF-A528-474A-B007-7421FC4B90B5}" dt="2025-11-10T08:43:28.644" v="303" actId="478"/>
          <ac:picMkLst>
            <pc:docMk/>
            <pc:sldMk cId="774940088" sldId="613"/>
            <ac:picMk id="6" creationId="{1579F9CA-DF46-93A0-E1A6-A51DC937F711}"/>
          </ac:picMkLst>
        </pc:picChg>
        <pc:picChg chg="add mod">
          <ac:chgData name="Deepika Vatsa" userId="f7100972-27fe-4ee6-8fb4-ec9b7931b409" providerId="ADAL" clId="{FBFC4FCF-A528-474A-B007-7421FC4B90B5}" dt="2025-11-10T08:43:57.018" v="308" actId="1076"/>
          <ac:picMkLst>
            <pc:docMk/>
            <pc:sldMk cId="774940088" sldId="613"/>
            <ac:picMk id="8" creationId="{42BEE511-CC1A-21B5-FC99-BA5EB07F4587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774940088" sldId="613"/>
            <ac:inkMk id="4" creationId="{EAC24D67-72A6-70C0-8E90-C55104CC9DDD}"/>
          </ac:inkMkLst>
        </pc:inkChg>
      </pc:sldChg>
      <pc:sldChg chg="addSp delSp modSp add mod">
        <pc:chgData name="Deepika Vatsa" userId="f7100972-27fe-4ee6-8fb4-ec9b7931b409" providerId="ADAL" clId="{FBFC4FCF-A528-474A-B007-7421FC4B90B5}" dt="2025-11-10T09:27:29.351" v="335"/>
        <pc:sldMkLst>
          <pc:docMk/>
          <pc:sldMk cId="2976275128" sldId="614"/>
        </pc:sldMkLst>
        <pc:picChg chg="add mod">
          <ac:chgData name="Deepika Vatsa" userId="f7100972-27fe-4ee6-8fb4-ec9b7931b409" providerId="ADAL" clId="{FBFC4FCF-A528-474A-B007-7421FC4B90B5}" dt="2025-11-10T08:44:13.223" v="312" actId="1076"/>
          <ac:picMkLst>
            <pc:docMk/>
            <pc:sldMk cId="2976275128" sldId="614"/>
            <ac:picMk id="5" creationId="{88284E12-6590-B04E-BCAE-A4E2FD13A4A0}"/>
          </ac:picMkLst>
        </pc:picChg>
        <pc:picChg chg="del">
          <ac:chgData name="Deepika Vatsa" userId="f7100972-27fe-4ee6-8fb4-ec9b7931b409" providerId="ADAL" clId="{FBFC4FCF-A528-474A-B007-7421FC4B90B5}" dt="2025-11-10T08:44:10.303" v="310" actId="478"/>
          <ac:picMkLst>
            <pc:docMk/>
            <pc:sldMk cId="2976275128" sldId="614"/>
            <ac:picMk id="8" creationId="{42BEE511-CC1A-21B5-FC99-BA5EB07F4587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2976275128" sldId="614"/>
            <ac:inkMk id="4" creationId="{68BC3AAF-86DB-50E2-6083-3BAED4E8AA06}"/>
          </ac:inkMkLst>
        </pc:inkChg>
      </pc:sldChg>
      <pc:sldChg chg="addSp delSp modSp add mod">
        <pc:chgData name="Deepika Vatsa" userId="f7100972-27fe-4ee6-8fb4-ec9b7931b409" providerId="ADAL" clId="{FBFC4FCF-A528-474A-B007-7421FC4B90B5}" dt="2025-11-10T08:44:41.714" v="317" actId="14100"/>
        <pc:sldMkLst>
          <pc:docMk/>
          <pc:sldMk cId="1691070638" sldId="615"/>
        </pc:sldMkLst>
        <pc:picChg chg="del">
          <ac:chgData name="Deepika Vatsa" userId="f7100972-27fe-4ee6-8fb4-ec9b7931b409" providerId="ADAL" clId="{FBFC4FCF-A528-474A-B007-7421FC4B90B5}" dt="2025-11-10T08:44:36.857" v="314" actId="478"/>
          <ac:picMkLst>
            <pc:docMk/>
            <pc:sldMk cId="1691070638" sldId="615"/>
            <ac:picMk id="5" creationId="{88284E12-6590-B04E-BCAE-A4E2FD13A4A0}"/>
          </ac:picMkLst>
        </pc:picChg>
        <pc:picChg chg="add mod">
          <ac:chgData name="Deepika Vatsa" userId="f7100972-27fe-4ee6-8fb4-ec9b7931b409" providerId="ADAL" clId="{FBFC4FCF-A528-474A-B007-7421FC4B90B5}" dt="2025-11-10T08:44:41.714" v="317" actId="14100"/>
          <ac:picMkLst>
            <pc:docMk/>
            <pc:sldMk cId="1691070638" sldId="615"/>
            <ac:picMk id="6" creationId="{CFA76C2E-317E-F1D0-4A7A-7F50D59F8B1B}"/>
          </ac:picMkLst>
        </pc:picChg>
      </pc:sldChg>
      <pc:sldChg chg="addSp delSp modSp add mod">
        <pc:chgData name="Deepika Vatsa" userId="f7100972-27fe-4ee6-8fb4-ec9b7931b409" providerId="ADAL" clId="{FBFC4FCF-A528-474A-B007-7421FC4B90B5}" dt="2025-11-10T09:27:29.351" v="335"/>
        <pc:sldMkLst>
          <pc:docMk/>
          <pc:sldMk cId="2722254237" sldId="616"/>
        </pc:sldMkLst>
        <pc:picChg chg="add mod">
          <ac:chgData name="Deepika Vatsa" userId="f7100972-27fe-4ee6-8fb4-ec9b7931b409" providerId="ADAL" clId="{FBFC4FCF-A528-474A-B007-7421FC4B90B5}" dt="2025-11-10T08:44:58.692" v="322" actId="14100"/>
          <ac:picMkLst>
            <pc:docMk/>
            <pc:sldMk cId="2722254237" sldId="616"/>
            <ac:picMk id="5" creationId="{CFA2BB72-AE56-8268-D469-CAAF2058B925}"/>
          </ac:picMkLst>
        </pc:picChg>
        <pc:picChg chg="del">
          <ac:chgData name="Deepika Vatsa" userId="f7100972-27fe-4ee6-8fb4-ec9b7931b409" providerId="ADAL" clId="{FBFC4FCF-A528-474A-B007-7421FC4B90B5}" dt="2025-11-10T08:44:54.257" v="319" actId="478"/>
          <ac:picMkLst>
            <pc:docMk/>
            <pc:sldMk cId="2722254237" sldId="616"/>
            <ac:picMk id="6" creationId="{CFA76C2E-317E-F1D0-4A7A-7F50D59F8B1B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2722254237" sldId="616"/>
            <ac:inkMk id="4" creationId="{F43D0B42-80EB-72F7-491A-425CBA5EA455}"/>
          </ac:inkMkLst>
        </pc:inkChg>
      </pc:sldChg>
      <pc:sldChg chg="addSp delSp modSp add mod">
        <pc:chgData name="Deepika Vatsa" userId="f7100972-27fe-4ee6-8fb4-ec9b7931b409" providerId="ADAL" clId="{FBFC4FCF-A528-474A-B007-7421FC4B90B5}" dt="2025-11-10T08:45:20.311" v="326" actId="1076"/>
        <pc:sldMkLst>
          <pc:docMk/>
          <pc:sldMk cId="2381088735" sldId="617"/>
        </pc:sldMkLst>
        <pc:picChg chg="del">
          <ac:chgData name="Deepika Vatsa" userId="f7100972-27fe-4ee6-8fb4-ec9b7931b409" providerId="ADAL" clId="{FBFC4FCF-A528-474A-B007-7421FC4B90B5}" dt="2025-11-10T08:45:17.783" v="324" actId="478"/>
          <ac:picMkLst>
            <pc:docMk/>
            <pc:sldMk cId="2381088735" sldId="617"/>
            <ac:picMk id="5" creationId="{CFA2BB72-AE56-8268-D469-CAAF2058B925}"/>
          </ac:picMkLst>
        </pc:picChg>
        <pc:picChg chg="add mod">
          <ac:chgData name="Deepika Vatsa" userId="f7100972-27fe-4ee6-8fb4-ec9b7931b409" providerId="ADAL" clId="{FBFC4FCF-A528-474A-B007-7421FC4B90B5}" dt="2025-11-10T08:45:20.311" v="326" actId="1076"/>
          <ac:picMkLst>
            <pc:docMk/>
            <pc:sldMk cId="2381088735" sldId="617"/>
            <ac:picMk id="6" creationId="{9BF7A02D-06B1-366B-1BB3-6ED64B5051FF}"/>
          </ac:picMkLst>
        </pc:picChg>
      </pc:sldChg>
      <pc:sldChg chg="addSp delSp modSp add mod">
        <pc:chgData name="Deepika Vatsa" userId="f7100972-27fe-4ee6-8fb4-ec9b7931b409" providerId="ADAL" clId="{FBFC4FCF-A528-474A-B007-7421FC4B90B5}" dt="2025-11-10T09:27:29.351" v="335"/>
        <pc:sldMkLst>
          <pc:docMk/>
          <pc:sldMk cId="470659771" sldId="618"/>
        </pc:sldMkLst>
        <pc:picChg chg="add mod">
          <ac:chgData name="Deepika Vatsa" userId="f7100972-27fe-4ee6-8fb4-ec9b7931b409" providerId="ADAL" clId="{FBFC4FCF-A528-474A-B007-7421FC4B90B5}" dt="2025-11-10T08:45:36.395" v="330" actId="1076"/>
          <ac:picMkLst>
            <pc:docMk/>
            <pc:sldMk cId="470659771" sldId="618"/>
            <ac:picMk id="5" creationId="{DE21EE5A-419C-4A09-7C55-5B7B8C4D622E}"/>
          </ac:picMkLst>
        </pc:picChg>
        <pc:picChg chg="del">
          <ac:chgData name="Deepika Vatsa" userId="f7100972-27fe-4ee6-8fb4-ec9b7931b409" providerId="ADAL" clId="{FBFC4FCF-A528-474A-B007-7421FC4B90B5}" dt="2025-11-10T08:45:34.433" v="328" actId="478"/>
          <ac:picMkLst>
            <pc:docMk/>
            <pc:sldMk cId="470659771" sldId="618"/>
            <ac:picMk id="6" creationId="{9BF7A02D-06B1-366B-1BB3-6ED64B5051FF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470659771" sldId="618"/>
            <ac:inkMk id="4" creationId="{B5D66648-29F2-1886-7B12-66DDD4985965}"/>
          </ac:inkMkLst>
        </pc:inkChg>
      </pc:sldChg>
      <pc:sldChg chg="addSp delSp modSp add mod">
        <pc:chgData name="Deepika Vatsa" userId="f7100972-27fe-4ee6-8fb4-ec9b7931b409" providerId="ADAL" clId="{FBFC4FCF-A528-474A-B007-7421FC4B90B5}" dt="2025-11-10T08:45:49.806" v="334" actId="1076"/>
        <pc:sldMkLst>
          <pc:docMk/>
          <pc:sldMk cId="4237102939" sldId="619"/>
        </pc:sldMkLst>
        <pc:picChg chg="del">
          <ac:chgData name="Deepika Vatsa" userId="f7100972-27fe-4ee6-8fb4-ec9b7931b409" providerId="ADAL" clId="{FBFC4FCF-A528-474A-B007-7421FC4B90B5}" dt="2025-11-10T08:45:47.708" v="332" actId="478"/>
          <ac:picMkLst>
            <pc:docMk/>
            <pc:sldMk cId="4237102939" sldId="619"/>
            <ac:picMk id="5" creationId="{DE21EE5A-419C-4A09-7C55-5B7B8C4D622E}"/>
          </ac:picMkLst>
        </pc:picChg>
        <pc:picChg chg="add mod">
          <ac:chgData name="Deepika Vatsa" userId="f7100972-27fe-4ee6-8fb4-ec9b7931b409" providerId="ADAL" clId="{FBFC4FCF-A528-474A-B007-7421FC4B90B5}" dt="2025-11-10T08:45:49.806" v="334" actId="1076"/>
          <ac:picMkLst>
            <pc:docMk/>
            <pc:sldMk cId="4237102939" sldId="619"/>
            <ac:picMk id="6" creationId="{FD41011B-85D4-FD95-06FA-5DE0AB714F05}"/>
          </ac:picMkLst>
        </pc:picChg>
      </pc:sldChg>
    </pc:docChg>
  </pc:docChgLst>
  <pc:docChgLst>
    <pc:chgData name="Deepika Vatsa" userId="f7100972-27fe-4ee6-8fb4-ec9b7931b409" providerId="ADAL" clId="{AC929AA0-30FE-40F5-9F14-BAD5341BE9C1}"/>
    <pc:docChg chg="undo redo custSel addSld delSld modSld sldOrd delMainMaster">
      <pc:chgData name="Deepika Vatsa" userId="f7100972-27fe-4ee6-8fb4-ec9b7931b409" providerId="ADAL" clId="{AC929AA0-30FE-40F5-9F14-BAD5341BE9C1}" dt="2025-07-23T09:47:26.324" v="1571" actId="20577"/>
      <pc:docMkLst>
        <pc:docMk/>
      </pc:docMkLst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0" sldId="257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0" sldId="258"/>
        </pc:sldMkLst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0" sldId="276"/>
        </pc:sldMkLst>
      </pc:sldChg>
      <pc:sldChg chg="modSp mod">
        <pc:chgData name="Deepika Vatsa" userId="f7100972-27fe-4ee6-8fb4-ec9b7931b409" providerId="ADAL" clId="{AC929AA0-30FE-40F5-9F14-BAD5341BE9C1}" dt="2025-07-23T05:30:40.965" v="115" actId="20577"/>
        <pc:sldMkLst>
          <pc:docMk/>
          <pc:sldMk cId="0" sldId="395"/>
        </pc:sldMkLst>
        <pc:spChg chg="mod">
          <ac:chgData name="Deepika Vatsa" userId="f7100972-27fe-4ee6-8fb4-ec9b7931b409" providerId="ADAL" clId="{AC929AA0-30FE-40F5-9F14-BAD5341BE9C1}" dt="2025-07-23T05:30:40.965" v="115" actId="20577"/>
          <ac:spMkLst>
            <pc:docMk/>
            <pc:sldMk cId="0" sldId="395"/>
            <ac:spMk id="2" creationId="{00000000-0000-0000-0000-000000000000}"/>
          </ac:spMkLst>
        </pc:spChg>
      </pc:sldChg>
      <pc:sldChg chg="delSp add del">
        <pc:chgData name="Deepika Vatsa" userId="f7100972-27fe-4ee6-8fb4-ec9b7931b409" providerId="ADAL" clId="{AC929AA0-30FE-40F5-9F14-BAD5341BE9C1}" dt="2025-07-23T05:31:24.407" v="124" actId="47"/>
        <pc:sldMkLst>
          <pc:docMk/>
          <pc:sldMk cId="287668785" sldId="560"/>
        </pc:sldMkLst>
        <pc:picChg chg="del">
          <ac:chgData name="Deepika Vatsa" userId="f7100972-27fe-4ee6-8fb4-ec9b7931b409" providerId="ADAL" clId="{AC929AA0-30FE-40F5-9F14-BAD5341BE9C1}" dt="2025-07-23T05:30:54.194" v="117" actId="21"/>
          <ac:picMkLst>
            <pc:docMk/>
            <pc:sldMk cId="287668785" sldId="560"/>
            <ac:picMk id="2050" creationId="{22B60C02-5515-4EC4-3F23-264ACAD584DC}"/>
          </ac:picMkLst>
        </pc:picChg>
      </pc:sldChg>
      <pc:sldChg chg="add del">
        <pc:chgData name="Deepika Vatsa" userId="f7100972-27fe-4ee6-8fb4-ec9b7931b409" providerId="ADAL" clId="{AC929AA0-30FE-40F5-9F14-BAD5341BE9C1}" dt="2025-07-23T05:36:45.727" v="175" actId="47"/>
        <pc:sldMkLst>
          <pc:docMk/>
          <pc:sldMk cId="2450812828" sldId="561"/>
        </pc:sldMkLst>
      </pc:sldChg>
      <pc:sldChg chg="add del">
        <pc:chgData name="Deepika Vatsa" userId="f7100972-27fe-4ee6-8fb4-ec9b7931b409" providerId="ADAL" clId="{AC929AA0-30FE-40F5-9F14-BAD5341BE9C1}" dt="2025-07-23T05:54:00.768" v="676" actId="47"/>
        <pc:sldMkLst>
          <pc:docMk/>
          <pc:sldMk cId="287564619" sldId="562"/>
        </pc:sldMkLst>
      </pc:sldChg>
      <pc:sldChg chg="add del ord">
        <pc:chgData name="Deepika Vatsa" userId="f7100972-27fe-4ee6-8fb4-ec9b7931b409" providerId="ADAL" clId="{AC929AA0-30FE-40F5-9F14-BAD5341BE9C1}" dt="2025-07-23T06:37:03.780" v="1338" actId="47"/>
        <pc:sldMkLst>
          <pc:docMk/>
          <pc:sldMk cId="1309982471" sldId="563"/>
        </pc:sldMkLst>
      </pc:sldChg>
      <pc:sldChg chg="add del">
        <pc:chgData name="Deepika Vatsa" userId="f7100972-27fe-4ee6-8fb4-ec9b7931b409" providerId="ADAL" clId="{AC929AA0-30FE-40F5-9F14-BAD5341BE9C1}" dt="2025-07-23T05:58:39.352" v="702" actId="47"/>
        <pc:sldMkLst>
          <pc:docMk/>
          <pc:sldMk cId="774750594" sldId="564"/>
        </pc:sldMkLst>
      </pc:sldChg>
      <pc:sldChg chg="add del">
        <pc:chgData name="Deepika Vatsa" userId="f7100972-27fe-4ee6-8fb4-ec9b7931b409" providerId="ADAL" clId="{AC929AA0-30FE-40F5-9F14-BAD5341BE9C1}" dt="2025-07-23T06:08:31.397" v="821" actId="47"/>
        <pc:sldMkLst>
          <pc:docMk/>
          <pc:sldMk cId="3999172815" sldId="565"/>
        </pc:sldMkLst>
      </pc:sldChg>
      <pc:sldChg chg="add del">
        <pc:chgData name="Deepika Vatsa" userId="f7100972-27fe-4ee6-8fb4-ec9b7931b409" providerId="ADAL" clId="{AC929AA0-30FE-40F5-9F14-BAD5341BE9C1}" dt="2025-07-23T06:11:54.628" v="959" actId="2696"/>
        <pc:sldMkLst>
          <pc:docMk/>
          <pc:sldMk cId="3177362686" sldId="566"/>
        </pc:sldMkLst>
      </pc:sldChg>
      <pc:sldChg chg="add del">
        <pc:chgData name="Deepika Vatsa" userId="f7100972-27fe-4ee6-8fb4-ec9b7931b409" providerId="ADAL" clId="{AC929AA0-30FE-40F5-9F14-BAD5341BE9C1}" dt="2025-07-23T06:23:07.992" v="1168" actId="47"/>
        <pc:sldMkLst>
          <pc:docMk/>
          <pc:sldMk cId="3560577388" sldId="567"/>
        </pc:sldMkLst>
      </pc:sldChg>
      <pc:sldChg chg="add del">
        <pc:chgData name="Deepika Vatsa" userId="f7100972-27fe-4ee6-8fb4-ec9b7931b409" providerId="ADAL" clId="{AC929AA0-30FE-40F5-9F14-BAD5341BE9C1}" dt="2025-07-23T06:23:55.199" v="1169" actId="47"/>
        <pc:sldMkLst>
          <pc:docMk/>
          <pc:sldMk cId="1294509964" sldId="568"/>
        </pc:sldMkLst>
      </pc:sldChg>
      <pc:sldChg chg="add del ord">
        <pc:chgData name="Deepika Vatsa" userId="f7100972-27fe-4ee6-8fb4-ec9b7931b409" providerId="ADAL" clId="{AC929AA0-30FE-40F5-9F14-BAD5341BE9C1}" dt="2025-07-23T06:42:21.688" v="1504" actId="47"/>
        <pc:sldMkLst>
          <pc:docMk/>
          <pc:sldMk cId="3878748831" sldId="569"/>
        </pc:sldMkLst>
      </pc:sldChg>
      <pc:sldChg chg="add del">
        <pc:chgData name="Deepika Vatsa" userId="f7100972-27fe-4ee6-8fb4-ec9b7931b409" providerId="ADAL" clId="{AC929AA0-30FE-40F5-9F14-BAD5341BE9C1}" dt="2025-07-23T06:27:13.380" v="1195" actId="47"/>
        <pc:sldMkLst>
          <pc:docMk/>
          <pc:sldMk cId="3075254007" sldId="570"/>
        </pc:sldMkLst>
      </pc:sldChg>
      <pc:sldChg chg="add del">
        <pc:chgData name="Deepika Vatsa" userId="f7100972-27fe-4ee6-8fb4-ec9b7931b409" providerId="ADAL" clId="{AC929AA0-30FE-40F5-9F14-BAD5341BE9C1}" dt="2025-07-23T06:29:08.930" v="1236" actId="47"/>
        <pc:sldMkLst>
          <pc:docMk/>
          <pc:sldMk cId="1114442619" sldId="571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549806327" sldId="573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810527257" sldId="576"/>
        </pc:sldMkLst>
      </pc:sldChg>
      <pc:sldChg chg="add del">
        <pc:chgData name="Deepika Vatsa" userId="f7100972-27fe-4ee6-8fb4-ec9b7931b409" providerId="ADAL" clId="{AC929AA0-30FE-40F5-9F14-BAD5341BE9C1}" dt="2025-07-23T06:30:09.001" v="1272" actId="47"/>
        <pc:sldMkLst>
          <pc:docMk/>
          <pc:sldMk cId="484703658" sldId="577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835005002" sldId="578"/>
        </pc:sldMkLst>
      </pc:sldChg>
      <pc:sldChg chg="add del">
        <pc:chgData name="Deepika Vatsa" userId="f7100972-27fe-4ee6-8fb4-ec9b7931b409" providerId="ADAL" clId="{AC929AA0-30FE-40F5-9F14-BAD5341BE9C1}" dt="2025-07-23T06:30:24.944" v="1275" actId="47"/>
        <pc:sldMkLst>
          <pc:docMk/>
          <pc:sldMk cId="1652899310" sldId="578"/>
        </pc:sldMkLst>
      </pc:sldChg>
      <pc:sldChg chg="add del">
        <pc:chgData name="Deepika Vatsa" userId="f7100972-27fe-4ee6-8fb4-ec9b7931b409" providerId="ADAL" clId="{AC929AA0-30FE-40F5-9F14-BAD5341BE9C1}" dt="2025-07-23T06:42:19.975" v="1502" actId="47"/>
        <pc:sldMkLst>
          <pc:docMk/>
          <pc:sldMk cId="23855480" sldId="579"/>
        </pc:sldMkLst>
      </pc:sldChg>
      <pc:sldChg chg="add del">
        <pc:chgData name="Deepika Vatsa" userId="f7100972-27fe-4ee6-8fb4-ec9b7931b409" providerId="ADAL" clId="{AC929AA0-30FE-40F5-9F14-BAD5341BE9C1}" dt="2025-07-23T06:42:21.516" v="1503" actId="47"/>
        <pc:sldMkLst>
          <pc:docMk/>
          <pc:sldMk cId="3638433235" sldId="580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700069977" sldId="582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784952323" sldId="585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4072135879" sldId="590"/>
        </pc:sldMkLst>
      </pc:sldChg>
      <pc:sldChg chg="modSp mod">
        <pc:chgData name="Deepika Vatsa" userId="f7100972-27fe-4ee6-8fb4-ec9b7931b409" providerId="ADAL" clId="{AC929AA0-30FE-40F5-9F14-BAD5341BE9C1}" dt="2025-07-23T05:30:11.221" v="54" actId="207"/>
        <pc:sldMkLst>
          <pc:docMk/>
          <pc:sldMk cId="3439049211" sldId="591"/>
        </pc:sldMkLst>
        <pc:spChg chg="mod">
          <ac:chgData name="Deepika Vatsa" userId="f7100972-27fe-4ee6-8fb4-ec9b7931b409" providerId="ADAL" clId="{AC929AA0-30FE-40F5-9F14-BAD5341BE9C1}" dt="2025-07-23T05:28:39.840" v="43" actId="20577"/>
          <ac:spMkLst>
            <pc:docMk/>
            <pc:sldMk cId="3439049211" sldId="591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30:11.221" v="54" actId="207"/>
          <ac:spMkLst>
            <pc:docMk/>
            <pc:sldMk cId="3439049211" sldId="591"/>
            <ac:spMk id="11" creationId="{06381CCD-359B-D8A2-1997-A5B56A02FD41}"/>
          </ac:spMkLst>
        </pc:spChg>
      </pc:sldChg>
      <pc:sldChg chg="addSp delSp modSp add mod">
        <pc:chgData name="Deepika Vatsa" userId="f7100972-27fe-4ee6-8fb4-ec9b7931b409" providerId="ADAL" clId="{AC929AA0-30FE-40F5-9F14-BAD5341BE9C1}" dt="2025-07-23T05:31:09.627" v="123" actId="1076"/>
        <pc:sldMkLst>
          <pc:docMk/>
          <pc:sldMk cId="494535748" sldId="592"/>
        </pc:sldMkLst>
        <pc:spChg chg="del">
          <ac:chgData name="Deepika Vatsa" userId="f7100972-27fe-4ee6-8fb4-ec9b7931b409" providerId="ADAL" clId="{AC929AA0-30FE-40F5-9F14-BAD5341BE9C1}" dt="2025-07-23T05:30:57.529" v="118" actId="478"/>
          <ac:spMkLst>
            <pc:docMk/>
            <pc:sldMk cId="494535748" sldId="592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5:31:09.627" v="123" actId="1076"/>
          <ac:picMkLst>
            <pc:docMk/>
            <pc:sldMk cId="494535748" sldId="592"/>
            <ac:picMk id="4" creationId="{2131E057-9C88-25D8-4E2F-DF4368344C2C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695788924" sldId="592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876629941" sldId="593"/>
        </pc:sldMkLst>
      </pc:sldChg>
      <pc:sldChg chg="modSp add mod">
        <pc:chgData name="Deepika Vatsa" userId="f7100972-27fe-4ee6-8fb4-ec9b7931b409" providerId="ADAL" clId="{AC929AA0-30FE-40F5-9F14-BAD5341BE9C1}" dt="2025-07-23T05:35:24.925" v="174" actId="20577"/>
        <pc:sldMkLst>
          <pc:docMk/>
          <pc:sldMk cId="3539443453" sldId="593"/>
        </pc:sldMkLst>
        <pc:spChg chg="mod">
          <ac:chgData name="Deepika Vatsa" userId="f7100972-27fe-4ee6-8fb4-ec9b7931b409" providerId="ADAL" clId="{AC929AA0-30FE-40F5-9F14-BAD5341BE9C1}" dt="2025-07-23T05:31:40.844" v="146" actId="5793"/>
          <ac:spMkLst>
            <pc:docMk/>
            <pc:sldMk cId="3539443453" sldId="593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35:24.925" v="174" actId="20577"/>
          <ac:spMkLst>
            <pc:docMk/>
            <pc:sldMk cId="3539443453" sldId="593"/>
            <ac:spMk id="11" creationId="{06381CCD-359B-D8A2-1997-A5B56A02FD41}"/>
          </ac:spMkLst>
        </pc:spChg>
      </pc:sldChg>
      <pc:sldChg chg="addSp modSp add mod">
        <pc:chgData name="Deepika Vatsa" userId="f7100972-27fe-4ee6-8fb4-ec9b7931b409" providerId="ADAL" clId="{AC929AA0-30FE-40F5-9F14-BAD5341BE9C1}" dt="2025-07-23T05:37:19.956" v="211" actId="1076"/>
        <pc:sldMkLst>
          <pc:docMk/>
          <pc:sldMk cId="2249137657" sldId="594"/>
        </pc:sldMkLst>
        <pc:spChg chg="mod">
          <ac:chgData name="Deepika Vatsa" userId="f7100972-27fe-4ee6-8fb4-ec9b7931b409" providerId="ADAL" clId="{AC929AA0-30FE-40F5-9F14-BAD5341BE9C1}" dt="2025-07-23T05:37:07.679" v="206" actId="20577"/>
          <ac:spMkLst>
            <pc:docMk/>
            <pc:sldMk cId="2249137657" sldId="594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5:37:19.956" v="211" actId="1076"/>
          <ac:picMkLst>
            <pc:docMk/>
            <pc:sldMk cId="2249137657" sldId="594"/>
            <ac:picMk id="1026" creationId="{4C550732-15C6-486E-6D92-A9E584061D26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583576287" sldId="594"/>
        </pc:sldMkLst>
      </pc:sldChg>
      <pc:sldChg chg="addSp delSp modSp add mod ord">
        <pc:chgData name="Deepika Vatsa" userId="f7100972-27fe-4ee6-8fb4-ec9b7931b409" providerId="ADAL" clId="{AC929AA0-30FE-40F5-9F14-BAD5341BE9C1}" dt="2025-07-23T05:53:30.210" v="675" actId="1037"/>
        <pc:sldMkLst>
          <pc:docMk/>
          <pc:sldMk cId="2043304788" sldId="595"/>
        </pc:sldMkLst>
        <pc:spChg chg="mod">
          <ac:chgData name="Deepika Vatsa" userId="f7100972-27fe-4ee6-8fb4-ec9b7931b409" providerId="ADAL" clId="{AC929AA0-30FE-40F5-9F14-BAD5341BE9C1}" dt="2025-07-23T05:40:15.192" v="227" actId="20577"/>
          <ac:spMkLst>
            <pc:docMk/>
            <pc:sldMk cId="2043304788" sldId="595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53:30.210" v="675" actId="1037"/>
          <ac:spMkLst>
            <pc:docMk/>
            <pc:sldMk cId="2043304788" sldId="595"/>
            <ac:spMk id="11" creationId="{06381CCD-359B-D8A2-1997-A5B56A02FD41}"/>
          </ac:spMkLst>
        </pc:spChg>
        <pc:picChg chg="add del mod">
          <ac:chgData name="Deepika Vatsa" userId="f7100972-27fe-4ee6-8fb4-ec9b7931b409" providerId="ADAL" clId="{AC929AA0-30FE-40F5-9F14-BAD5341BE9C1}" dt="2025-07-23T05:45:16.172" v="274" actId="478"/>
          <ac:picMkLst>
            <pc:docMk/>
            <pc:sldMk cId="2043304788" sldId="595"/>
            <ac:picMk id="2050" creationId="{532E7ECA-2966-D762-86AC-CF85DA936773}"/>
          </ac:picMkLst>
        </pc:picChg>
        <pc:picChg chg="add mod">
          <ac:chgData name="Deepika Vatsa" userId="f7100972-27fe-4ee6-8fb4-ec9b7931b409" providerId="ADAL" clId="{AC929AA0-30FE-40F5-9F14-BAD5341BE9C1}" dt="2025-07-23T05:52:40.517" v="609" actId="1076"/>
          <ac:picMkLst>
            <pc:docMk/>
            <pc:sldMk cId="2043304788" sldId="595"/>
            <ac:picMk id="2052" creationId="{92649715-A1CA-9DC4-289C-FF0198FB0C4F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729385034" sldId="595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503747669" sldId="596"/>
        </pc:sldMkLst>
      </pc:sldChg>
      <pc:sldChg chg="addSp delSp modSp add mod">
        <pc:chgData name="Deepika Vatsa" userId="f7100972-27fe-4ee6-8fb4-ec9b7931b409" providerId="ADAL" clId="{AC929AA0-30FE-40F5-9F14-BAD5341BE9C1}" dt="2025-07-23T05:52:26.438" v="607" actId="1076"/>
        <pc:sldMkLst>
          <pc:docMk/>
          <pc:sldMk cId="2365471124" sldId="596"/>
        </pc:sldMkLst>
        <pc:spChg chg="mod">
          <ac:chgData name="Deepika Vatsa" userId="f7100972-27fe-4ee6-8fb4-ec9b7931b409" providerId="ADAL" clId="{AC929AA0-30FE-40F5-9F14-BAD5341BE9C1}" dt="2025-07-23T05:52:26.438" v="607" actId="1076"/>
          <ac:spMkLst>
            <pc:docMk/>
            <pc:sldMk cId="2365471124" sldId="596"/>
            <ac:spMk id="11" creationId="{06381CCD-359B-D8A2-1997-A5B56A02FD41}"/>
          </ac:spMkLst>
        </pc:spChg>
        <pc:picChg chg="del">
          <ac:chgData name="Deepika Vatsa" userId="f7100972-27fe-4ee6-8fb4-ec9b7931b409" providerId="ADAL" clId="{AC929AA0-30FE-40F5-9F14-BAD5341BE9C1}" dt="2025-07-23T05:46:58.476" v="386" actId="478"/>
          <ac:picMkLst>
            <pc:docMk/>
            <pc:sldMk cId="2365471124" sldId="596"/>
            <ac:picMk id="2052" creationId="{92649715-A1CA-9DC4-289C-FF0198FB0C4F}"/>
          </ac:picMkLst>
        </pc:picChg>
        <pc:picChg chg="add mod">
          <ac:chgData name="Deepika Vatsa" userId="f7100972-27fe-4ee6-8fb4-ec9b7931b409" providerId="ADAL" clId="{AC929AA0-30FE-40F5-9F14-BAD5341BE9C1}" dt="2025-07-23T05:51:05.647" v="547" actId="1076"/>
          <ac:picMkLst>
            <pc:docMk/>
            <pc:sldMk cId="2365471124" sldId="596"/>
            <ac:picMk id="3074" creationId="{1FD8F825-EA11-7304-317C-BF8A7BFFF610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169252664" sldId="597"/>
        </pc:sldMkLst>
      </pc:sldChg>
      <pc:sldChg chg="modSp add mod">
        <pc:chgData name="Deepika Vatsa" userId="f7100972-27fe-4ee6-8fb4-ec9b7931b409" providerId="ADAL" clId="{AC929AA0-30FE-40F5-9F14-BAD5341BE9C1}" dt="2025-07-23T05:58:32.528" v="701" actId="6549"/>
        <pc:sldMkLst>
          <pc:docMk/>
          <pc:sldMk cId="3613863550" sldId="597"/>
        </pc:sldMkLst>
        <pc:spChg chg="mod">
          <ac:chgData name="Deepika Vatsa" userId="f7100972-27fe-4ee6-8fb4-ec9b7931b409" providerId="ADAL" clId="{AC929AA0-30FE-40F5-9F14-BAD5341BE9C1}" dt="2025-07-23T05:57:15.672" v="683" actId="20577"/>
          <ac:spMkLst>
            <pc:docMk/>
            <pc:sldMk cId="3613863550" sldId="597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58:32.528" v="701" actId="6549"/>
          <ac:spMkLst>
            <pc:docMk/>
            <pc:sldMk cId="3613863550" sldId="597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506553672" sldId="598"/>
        </pc:sldMkLst>
      </pc:sldChg>
      <pc:sldChg chg="addSp modSp add mod">
        <pc:chgData name="Deepika Vatsa" userId="f7100972-27fe-4ee6-8fb4-ec9b7931b409" providerId="ADAL" clId="{AC929AA0-30FE-40F5-9F14-BAD5341BE9C1}" dt="2025-07-23T06:04:22.203" v="745" actId="207"/>
        <pc:sldMkLst>
          <pc:docMk/>
          <pc:sldMk cId="4006034928" sldId="598"/>
        </pc:sldMkLst>
        <pc:spChg chg="mod">
          <ac:chgData name="Deepika Vatsa" userId="f7100972-27fe-4ee6-8fb4-ec9b7931b409" providerId="ADAL" clId="{AC929AA0-30FE-40F5-9F14-BAD5341BE9C1}" dt="2025-07-23T06:01:53.476" v="715" actId="20577"/>
          <ac:spMkLst>
            <pc:docMk/>
            <pc:sldMk cId="4006034928" sldId="598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04:22.203" v="745" actId="207"/>
          <ac:spMkLst>
            <pc:docMk/>
            <pc:sldMk cId="4006034928" sldId="598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6:03:30.379" v="722" actId="1076"/>
          <ac:picMkLst>
            <pc:docMk/>
            <pc:sldMk cId="4006034928" sldId="598"/>
            <ac:picMk id="4098" creationId="{B6B0D7CD-49AB-61CA-4335-DFE095D59382}"/>
          </ac:picMkLst>
        </pc:picChg>
      </pc:sldChg>
      <pc:sldChg chg="addSp delSp modSp add mod">
        <pc:chgData name="Deepika Vatsa" userId="f7100972-27fe-4ee6-8fb4-ec9b7931b409" providerId="ADAL" clId="{AC929AA0-30FE-40F5-9F14-BAD5341BE9C1}" dt="2025-07-23T06:07:45.714" v="820" actId="20577"/>
        <pc:sldMkLst>
          <pc:docMk/>
          <pc:sldMk cId="2158759759" sldId="599"/>
        </pc:sldMkLst>
        <pc:spChg chg="add del">
          <ac:chgData name="Deepika Vatsa" userId="f7100972-27fe-4ee6-8fb4-ec9b7931b409" providerId="ADAL" clId="{AC929AA0-30FE-40F5-9F14-BAD5341BE9C1}" dt="2025-07-23T06:06:40.388" v="783" actId="478"/>
          <ac:spMkLst>
            <pc:docMk/>
            <pc:sldMk cId="2158759759" sldId="599"/>
            <ac:spMk id="4" creationId="{140EE86F-8360-3758-2268-F5A95F9EE36A}"/>
          </ac:spMkLst>
        </pc:spChg>
        <pc:spChg chg="add del">
          <ac:chgData name="Deepika Vatsa" userId="f7100972-27fe-4ee6-8fb4-ec9b7931b409" providerId="ADAL" clId="{AC929AA0-30FE-40F5-9F14-BAD5341BE9C1}" dt="2025-07-23T06:06:51.796" v="789"/>
          <ac:spMkLst>
            <pc:docMk/>
            <pc:sldMk cId="2158759759" sldId="599"/>
            <ac:spMk id="5" creationId="{B2356F49-E233-C5F7-4A30-05B5E809EC58}"/>
          </ac:spMkLst>
        </pc:spChg>
        <pc:spChg chg="mod">
          <ac:chgData name="Deepika Vatsa" userId="f7100972-27fe-4ee6-8fb4-ec9b7931b409" providerId="ADAL" clId="{AC929AA0-30FE-40F5-9F14-BAD5341BE9C1}" dt="2025-07-23T06:07:45.714" v="820" actId="20577"/>
          <ac:spMkLst>
            <pc:docMk/>
            <pc:sldMk cId="2158759759" sldId="599"/>
            <ac:spMk id="11" creationId="{06381CCD-359B-D8A2-1997-A5B56A02FD41}"/>
          </ac:spMkLst>
        </pc:spChg>
        <pc:picChg chg="add mod modCrop">
          <ac:chgData name="Deepika Vatsa" userId="f7100972-27fe-4ee6-8fb4-ec9b7931b409" providerId="ADAL" clId="{AC929AA0-30FE-40F5-9F14-BAD5341BE9C1}" dt="2025-07-23T06:07:21.696" v="808" actId="1037"/>
          <ac:picMkLst>
            <pc:docMk/>
            <pc:sldMk cId="2158759759" sldId="599"/>
            <ac:picMk id="6" creationId="{71437D90-5128-5EA3-7313-65A287FE21F3}"/>
          </ac:picMkLst>
        </pc:picChg>
        <pc:picChg chg="del">
          <ac:chgData name="Deepika Vatsa" userId="f7100972-27fe-4ee6-8fb4-ec9b7931b409" providerId="ADAL" clId="{AC929AA0-30FE-40F5-9F14-BAD5341BE9C1}" dt="2025-07-23T06:04:33.898" v="747" actId="478"/>
          <ac:picMkLst>
            <pc:docMk/>
            <pc:sldMk cId="2158759759" sldId="599"/>
            <ac:picMk id="4098" creationId="{B6B0D7CD-49AB-61CA-4335-DFE095D59382}"/>
          </ac:picMkLst>
        </pc:picChg>
      </pc:sldChg>
      <pc:sldChg chg="modSp add mod">
        <pc:chgData name="Deepika Vatsa" userId="f7100972-27fe-4ee6-8fb4-ec9b7931b409" providerId="ADAL" clId="{AC929AA0-30FE-40F5-9F14-BAD5341BE9C1}" dt="2025-07-23T06:16:47.270" v="979" actId="12"/>
        <pc:sldMkLst>
          <pc:docMk/>
          <pc:sldMk cId="1407172059" sldId="600"/>
        </pc:sldMkLst>
        <pc:spChg chg="mod">
          <ac:chgData name="Deepika Vatsa" userId="f7100972-27fe-4ee6-8fb4-ec9b7931b409" providerId="ADAL" clId="{AC929AA0-30FE-40F5-9F14-BAD5341BE9C1}" dt="2025-07-23T06:09:20.006" v="853" actId="20577"/>
          <ac:spMkLst>
            <pc:docMk/>
            <pc:sldMk cId="1407172059" sldId="600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16:47.270" v="979" actId="12"/>
          <ac:spMkLst>
            <pc:docMk/>
            <pc:sldMk cId="1407172059" sldId="600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30:24.218" v="55" actId="47"/>
        <pc:sldMkLst>
          <pc:docMk/>
          <pc:sldMk cId="3239011490" sldId="601"/>
        </pc:sldMkLst>
      </pc:sldChg>
      <pc:sldChg chg="addSp modSp add mod">
        <pc:chgData name="Deepika Vatsa" userId="f7100972-27fe-4ee6-8fb4-ec9b7931b409" providerId="ADAL" clId="{AC929AA0-30FE-40F5-9F14-BAD5341BE9C1}" dt="2025-07-23T06:16:37.043" v="976" actId="20577"/>
        <pc:sldMkLst>
          <pc:docMk/>
          <pc:sldMk cId="3854070128" sldId="601"/>
        </pc:sldMkLst>
        <pc:spChg chg="mod">
          <ac:chgData name="Deepika Vatsa" userId="f7100972-27fe-4ee6-8fb4-ec9b7931b409" providerId="ADAL" clId="{AC929AA0-30FE-40F5-9F14-BAD5341BE9C1}" dt="2025-07-23T06:16:37.043" v="976" actId="20577"/>
          <ac:spMkLst>
            <pc:docMk/>
            <pc:sldMk cId="3854070128" sldId="601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6:16:04.107" v="969" actId="1076"/>
          <ac:picMkLst>
            <pc:docMk/>
            <pc:sldMk cId="3854070128" sldId="601"/>
            <ac:picMk id="6146" creationId="{66E1EC1A-96D5-0E00-533E-726B7D655EC9}"/>
          </ac:picMkLst>
        </pc:pic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2717130231" sldId="602"/>
        </pc:sldMkLst>
      </pc:sldChg>
      <pc:sldChg chg="delSp modSp add mod">
        <pc:chgData name="Deepika Vatsa" userId="f7100972-27fe-4ee6-8fb4-ec9b7931b409" providerId="ADAL" clId="{AC929AA0-30FE-40F5-9F14-BAD5341BE9C1}" dt="2025-07-23T06:22:53.809" v="1167" actId="20577"/>
        <pc:sldMkLst>
          <pc:docMk/>
          <pc:sldMk cId="3816700751" sldId="602"/>
        </pc:sldMkLst>
        <pc:spChg chg="mod">
          <ac:chgData name="Deepika Vatsa" userId="f7100972-27fe-4ee6-8fb4-ec9b7931b409" providerId="ADAL" clId="{AC929AA0-30FE-40F5-9F14-BAD5341BE9C1}" dt="2025-07-23T06:22:53.809" v="1167" actId="20577"/>
          <ac:spMkLst>
            <pc:docMk/>
            <pc:sldMk cId="3816700751" sldId="602"/>
            <ac:spMk id="11" creationId="{06381CCD-359B-D8A2-1997-A5B56A02FD41}"/>
          </ac:spMkLst>
        </pc:spChg>
        <pc:picChg chg="del">
          <ac:chgData name="Deepika Vatsa" userId="f7100972-27fe-4ee6-8fb4-ec9b7931b409" providerId="ADAL" clId="{AC929AA0-30FE-40F5-9F14-BAD5341BE9C1}" dt="2025-07-23T06:19:57.911" v="1128" actId="478"/>
          <ac:picMkLst>
            <pc:docMk/>
            <pc:sldMk cId="3816700751" sldId="602"/>
            <ac:picMk id="6146" creationId="{66E1EC1A-96D5-0E00-533E-726B7D655EC9}"/>
          </ac:picMkLst>
        </pc:pic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1266594393" sldId="603"/>
        </pc:sldMkLst>
      </pc:sldChg>
      <pc:sldChg chg="addSp delSp modSp add mod">
        <pc:chgData name="Deepika Vatsa" userId="f7100972-27fe-4ee6-8fb4-ec9b7931b409" providerId="ADAL" clId="{AC929AA0-30FE-40F5-9F14-BAD5341BE9C1}" dt="2025-07-23T06:27:21.109" v="1196" actId="207"/>
        <pc:sldMkLst>
          <pc:docMk/>
          <pc:sldMk cId="3109653638" sldId="603"/>
        </pc:sldMkLst>
        <pc:spChg chg="mod">
          <ac:chgData name="Deepika Vatsa" userId="f7100972-27fe-4ee6-8fb4-ec9b7931b409" providerId="ADAL" clId="{AC929AA0-30FE-40F5-9F14-BAD5341BE9C1}" dt="2025-07-23T06:24:40.986" v="1182" actId="20577"/>
          <ac:spMkLst>
            <pc:docMk/>
            <pc:sldMk cId="3109653638" sldId="603"/>
            <ac:spMk id="2" creationId="{00000000-0000-0000-0000-000000000000}"/>
          </ac:spMkLst>
        </pc:spChg>
        <pc:spChg chg="add mod">
          <ac:chgData name="Deepika Vatsa" userId="f7100972-27fe-4ee6-8fb4-ec9b7931b409" providerId="ADAL" clId="{AC929AA0-30FE-40F5-9F14-BAD5341BE9C1}" dt="2025-07-23T06:27:21.109" v="1196" actId="207"/>
          <ac:spMkLst>
            <pc:docMk/>
            <pc:sldMk cId="3109653638" sldId="603"/>
            <ac:spMk id="5" creationId="{828D6187-34F2-C300-952E-69BC96F18703}"/>
          </ac:spMkLst>
        </pc:spChg>
        <pc:spChg chg="del">
          <ac:chgData name="Deepika Vatsa" userId="f7100972-27fe-4ee6-8fb4-ec9b7931b409" providerId="ADAL" clId="{AC929AA0-30FE-40F5-9F14-BAD5341BE9C1}" dt="2025-07-23T06:24:44.760" v="1183" actId="478"/>
          <ac:spMkLst>
            <pc:docMk/>
            <pc:sldMk cId="3109653638" sldId="603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6:26:16.292" v="1188" actId="1076"/>
          <ac:picMkLst>
            <pc:docMk/>
            <pc:sldMk cId="3109653638" sldId="603"/>
            <ac:picMk id="7170" creationId="{A1AF04A7-0FA2-044D-C214-524777ECC4EB}"/>
          </ac:picMkLst>
        </pc:picChg>
      </pc:sldChg>
      <pc:sldChg chg="addSp delSp modSp add mod">
        <pc:chgData name="Deepika Vatsa" userId="f7100972-27fe-4ee6-8fb4-ec9b7931b409" providerId="ADAL" clId="{AC929AA0-30FE-40F5-9F14-BAD5341BE9C1}" dt="2025-07-23T06:29:22.447" v="1246" actId="20577"/>
        <pc:sldMkLst>
          <pc:docMk/>
          <pc:sldMk cId="649285932" sldId="604"/>
        </pc:sldMkLst>
        <pc:spChg chg="mod">
          <ac:chgData name="Deepika Vatsa" userId="f7100972-27fe-4ee6-8fb4-ec9b7931b409" providerId="ADAL" clId="{AC929AA0-30FE-40F5-9F14-BAD5341BE9C1}" dt="2025-07-23T06:29:22.447" v="1246" actId="20577"/>
          <ac:spMkLst>
            <pc:docMk/>
            <pc:sldMk cId="649285932" sldId="604"/>
            <ac:spMk id="2" creationId="{00000000-0000-0000-0000-000000000000}"/>
          </ac:spMkLst>
        </pc:spChg>
        <pc:spChg chg="del">
          <ac:chgData name="Deepika Vatsa" userId="f7100972-27fe-4ee6-8fb4-ec9b7931b409" providerId="ADAL" clId="{AC929AA0-30FE-40F5-9F14-BAD5341BE9C1}" dt="2025-07-23T06:27:54.847" v="1209" actId="478"/>
          <ac:spMkLst>
            <pc:docMk/>
            <pc:sldMk cId="649285932" sldId="604"/>
            <ac:spMk id="11" creationId="{06381CCD-359B-D8A2-1997-A5B56A02FD41}"/>
          </ac:spMkLst>
        </pc:spChg>
        <pc:graphicFrameChg chg="add mod modGraphic">
          <ac:chgData name="Deepika Vatsa" userId="f7100972-27fe-4ee6-8fb4-ec9b7931b409" providerId="ADAL" clId="{AC929AA0-30FE-40F5-9F14-BAD5341BE9C1}" dt="2025-07-23T06:28:30.079" v="1235" actId="122"/>
          <ac:graphicFrameMkLst>
            <pc:docMk/>
            <pc:sldMk cId="649285932" sldId="604"/>
            <ac:graphicFrameMk id="4" creationId="{F44C14DF-6D4A-688F-B8CE-CD66EFA6FC96}"/>
          </ac:graphicFrameMkLst>
        </pc:graphicFrame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4255891347" sldId="604"/>
        </pc:sldMkLst>
      </pc:sldChg>
      <pc:sldChg chg="modSp add mod">
        <pc:chgData name="Deepika Vatsa" userId="f7100972-27fe-4ee6-8fb4-ec9b7931b409" providerId="ADAL" clId="{AC929AA0-30FE-40F5-9F14-BAD5341BE9C1}" dt="2025-07-23T06:33:43.223" v="1306" actId="20577"/>
        <pc:sldMkLst>
          <pc:docMk/>
          <pc:sldMk cId="2666969699" sldId="605"/>
        </pc:sldMkLst>
        <pc:spChg chg="mod">
          <ac:chgData name="Deepika Vatsa" userId="f7100972-27fe-4ee6-8fb4-ec9b7931b409" providerId="ADAL" clId="{AC929AA0-30FE-40F5-9F14-BAD5341BE9C1}" dt="2025-07-23T06:29:33.883" v="1265" actId="20577"/>
          <ac:spMkLst>
            <pc:docMk/>
            <pc:sldMk cId="2666969699" sldId="605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33:43.223" v="1306" actId="20577"/>
          <ac:spMkLst>
            <pc:docMk/>
            <pc:sldMk cId="2666969699" sldId="605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3000343820" sldId="605"/>
        </pc:sldMkLst>
      </pc:sldChg>
      <pc:sldChg chg="modSp add mod">
        <pc:chgData name="Deepika Vatsa" userId="f7100972-27fe-4ee6-8fb4-ec9b7931b409" providerId="ADAL" clId="{AC929AA0-30FE-40F5-9F14-BAD5341BE9C1}" dt="2025-07-23T06:34:57.432" v="1319" actId="20577"/>
        <pc:sldMkLst>
          <pc:docMk/>
          <pc:sldMk cId="1055965943" sldId="606"/>
        </pc:sldMkLst>
        <pc:spChg chg="mod">
          <ac:chgData name="Deepika Vatsa" userId="f7100972-27fe-4ee6-8fb4-ec9b7931b409" providerId="ADAL" clId="{AC929AA0-30FE-40F5-9F14-BAD5341BE9C1}" dt="2025-07-23T06:34:57.432" v="1319" actId="20577"/>
          <ac:spMkLst>
            <pc:docMk/>
            <pc:sldMk cId="1055965943" sldId="606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265168596" sldId="607"/>
        </pc:sldMkLst>
      </pc:sldChg>
      <pc:sldChg chg="modSp add mod">
        <pc:chgData name="Deepika Vatsa" userId="f7100972-27fe-4ee6-8fb4-ec9b7931b409" providerId="ADAL" clId="{AC929AA0-30FE-40F5-9F14-BAD5341BE9C1}" dt="2025-07-23T06:35:21.314" v="1325" actId="12"/>
        <pc:sldMkLst>
          <pc:docMk/>
          <pc:sldMk cId="3928892522" sldId="607"/>
        </pc:sldMkLst>
        <pc:spChg chg="mod">
          <ac:chgData name="Deepika Vatsa" userId="f7100972-27fe-4ee6-8fb4-ec9b7931b409" providerId="ADAL" clId="{AC929AA0-30FE-40F5-9F14-BAD5341BE9C1}" dt="2025-07-23T06:35:21.314" v="1325" actId="12"/>
          <ac:spMkLst>
            <pc:docMk/>
            <pc:sldMk cId="3928892522" sldId="607"/>
            <ac:spMk id="11" creationId="{06381CCD-359B-D8A2-1997-A5B56A02FD41}"/>
          </ac:spMkLst>
        </pc:spChg>
      </pc:sldChg>
      <pc:sldChg chg="modSp add mod">
        <pc:chgData name="Deepika Vatsa" userId="f7100972-27fe-4ee6-8fb4-ec9b7931b409" providerId="ADAL" clId="{AC929AA0-30FE-40F5-9F14-BAD5341BE9C1}" dt="2025-07-23T06:36:29.475" v="1337" actId="113"/>
        <pc:sldMkLst>
          <pc:docMk/>
          <pc:sldMk cId="2914318388" sldId="608"/>
        </pc:sldMkLst>
        <pc:spChg chg="mod">
          <ac:chgData name="Deepika Vatsa" userId="f7100972-27fe-4ee6-8fb4-ec9b7931b409" providerId="ADAL" clId="{AC929AA0-30FE-40F5-9F14-BAD5341BE9C1}" dt="2025-07-23T06:36:29.475" v="1337" actId="113"/>
          <ac:spMkLst>
            <pc:docMk/>
            <pc:sldMk cId="2914318388" sldId="608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320274339" sldId="608"/>
        </pc:sldMkLst>
      </pc:sldChg>
      <pc:sldChg chg="modSp add mod">
        <pc:chgData name="Deepika Vatsa" userId="f7100972-27fe-4ee6-8fb4-ec9b7931b409" providerId="ADAL" clId="{AC929AA0-30FE-40F5-9F14-BAD5341BE9C1}" dt="2025-07-23T09:28:35.976" v="1511" actId="20577"/>
        <pc:sldMkLst>
          <pc:docMk/>
          <pc:sldMk cId="726719763" sldId="609"/>
        </pc:sldMkLst>
        <pc:spChg chg="mod">
          <ac:chgData name="Deepika Vatsa" userId="f7100972-27fe-4ee6-8fb4-ec9b7931b409" providerId="ADAL" clId="{AC929AA0-30FE-40F5-9F14-BAD5341BE9C1}" dt="2025-07-23T09:28:35.976" v="1511" actId="20577"/>
          <ac:spMkLst>
            <pc:docMk/>
            <pc:sldMk cId="726719763" sldId="609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282133231" sldId="609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610700906" sldId="610"/>
        </pc:sldMkLst>
      </pc:sldChg>
      <pc:sldChg chg="modSp add mod">
        <pc:chgData name="Deepika Vatsa" userId="f7100972-27fe-4ee6-8fb4-ec9b7931b409" providerId="ADAL" clId="{AC929AA0-30FE-40F5-9F14-BAD5341BE9C1}" dt="2025-07-23T06:39:46.112" v="1429" actId="20577"/>
        <pc:sldMkLst>
          <pc:docMk/>
          <pc:sldMk cId="3648386067" sldId="610"/>
        </pc:sldMkLst>
        <pc:spChg chg="mod">
          <ac:chgData name="Deepika Vatsa" userId="f7100972-27fe-4ee6-8fb4-ec9b7931b409" providerId="ADAL" clId="{AC929AA0-30FE-40F5-9F14-BAD5341BE9C1}" dt="2025-07-23T06:39:46.112" v="1429" actId="20577"/>
          <ac:spMkLst>
            <pc:docMk/>
            <pc:sldMk cId="3648386067" sldId="610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565857117" sldId="611"/>
        </pc:sldMkLst>
      </pc:sldChg>
      <pc:sldChg chg="modSp add mod">
        <pc:chgData name="Deepika Vatsa" userId="f7100972-27fe-4ee6-8fb4-ec9b7931b409" providerId="ADAL" clId="{AC929AA0-30FE-40F5-9F14-BAD5341BE9C1}" dt="2025-07-23T06:41:42.519" v="1501" actId="5793"/>
        <pc:sldMkLst>
          <pc:docMk/>
          <pc:sldMk cId="1440736019" sldId="611"/>
        </pc:sldMkLst>
        <pc:spChg chg="mod">
          <ac:chgData name="Deepika Vatsa" userId="f7100972-27fe-4ee6-8fb4-ec9b7931b409" providerId="ADAL" clId="{AC929AA0-30FE-40F5-9F14-BAD5341BE9C1}" dt="2025-07-23T06:40:24.433" v="1440" actId="20577"/>
          <ac:spMkLst>
            <pc:docMk/>
            <pc:sldMk cId="1440736019" sldId="611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41:42.519" v="1501" actId="5793"/>
          <ac:spMkLst>
            <pc:docMk/>
            <pc:sldMk cId="1440736019" sldId="611"/>
            <ac:spMk id="11" creationId="{06381CCD-359B-D8A2-1997-A5B56A02FD41}"/>
          </ac:spMkLst>
        </pc:spChg>
      </pc:sldChg>
      <pc:sldChg chg="modSp add mod">
        <pc:chgData name="Deepika Vatsa" userId="f7100972-27fe-4ee6-8fb4-ec9b7931b409" providerId="ADAL" clId="{AC929AA0-30FE-40F5-9F14-BAD5341BE9C1}" dt="2025-07-23T09:47:26.324" v="1571" actId="20577"/>
        <pc:sldMkLst>
          <pc:docMk/>
          <pc:sldMk cId="1106724558" sldId="612"/>
        </pc:sldMkLst>
        <pc:spChg chg="mod">
          <ac:chgData name="Deepika Vatsa" userId="f7100972-27fe-4ee6-8fb4-ec9b7931b409" providerId="ADAL" clId="{AC929AA0-30FE-40F5-9F14-BAD5341BE9C1}" dt="2025-07-23T09:47:26.324" v="1571" actId="20577"/>
          <ac:spMkLst>
            <pc:docMk/>
            <pc:sldMk cId="1106724558" sldId="612"/>
            <ac:spMk id="11" creationId="{06381CCD-359B-D8A2-1997-A5B56A02FD41}"/>
          </ac:spMkLst>
        </pc:spChg>
      </pc:sldChg>
      <pc:sldMasterChg chg="del delSldLayout">
        <pc:chgData name="Deepika Vatsa" userId="f7100972-27fe-4ee6-8fb4-ec9b7931b409" providerId="ADAL" clId="{AC929AA0-30FE-40F5-9F14-BAD5341BE9C1}" dt="2025-07-23T06:42:21.688" v="1504" actId="47"/>
        <pc:sldMasterMkLst>
          <pc:docMk/>
          <pc:sldMasterMk cId="220542818" sldId="2147483684"/>
        </pc:sldMasterMkLst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969632149" sldId="2147483685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715519172" sldId="2147483686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069285203" sldId="2147483687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3481227295" sldId="2147483688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2420472748" sldId="2147483689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187148095" sldId="2147483690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192461630" sldId="2147483691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84921356" sldId="2147483692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388528399" sldId="2147483693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2764167781" sldId="2147483694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483679427" sldId="2147483695"/>
          </pc:sldLayoutMkLst>
        </pc:sldLayoutChg>
      </pc:sldMasterChg>
    </pc:docChg>
  </pc:docChgLst>
  <pc:docChgLst>
    <pc:chgData name="Hoor Fatima" userId="8f3a0386-cde8-4824-abbb-da106ff85ca6" providerId="ADAL" clId="{EEDEA048-40A0-4102-9473-E3FCCA9E4CCF}"/>
    <pc:docChg chg="custSel addSld modSld">
      <pc:chgData name="Hoor Fatima" userId="8f3a0386-cde8-4824-abbb-da106ff85ca6" providerId="ADAL" clId="{EEDEA048-40A0-4102-9473-E3FCCA9E4CCF}" dt="2025-07-21T19:04:14.283" v="27"/>
      <pc:docMkLst>
        <pc:docMk/>
      </pc:docMkLst>
      <pc:sldChg chg="delSp modSp mod">
        <pc:chgData name="Hoor Fatima" userId="8f3a0386-cde8-4824-abbb-da106ff85ca6" providerId="ADAL" clId="{EEDEA048-40A0-4102-9473-E3FCCA9E4CCF}" dt="2025-07-21T19:03:54.910" v="26" actId="14100"/>
        <pc:sldMkLst>
          <pc:docMk/>
          <pc:sldMk cId="0" sldId="395"/>
        </pc:sldMkLst>
        <pc:spChg chg="mod">
          <ac:chgData name="Hoor Fatima" userId="8f3a0386-cde8-4824-abbb-da106ff85ca6" providerId="ADAL" clId="{EEDEA048-40A0-4102-9473-E3FCCA9E4CCF}" dt="2025-07-21T19:03:54.910" v="26" actId="14100"/>
          <ac:spMkLst>
            <pc:docMk/>
            <pc:sldMk cId="0" sldId="395"/>
            <ac:spMk id="2" creationId="{00000000-0000-0000-0000-000000000000}"/>
          </ac:spMkLst>
        </pc:spChg>
        <pc:spChg chg="del">
          <ac:chgData name="Hoor Fatima" userId="8f3a0386-cde8-4824-abbb-da106ff85ca6" providerId="ADAL" clId="{EEDEA048-40A0-4102-9473-E3FCCA9E4CCF}" dt="2025-07-21T19:03:28.832" v="6" actId="478"/>
          <ac:spMkLst>
            <pc:docMk/>
            <pc:sldMk cId="0" sldId="395"/>
            <ac:spMk id="4" creationId="{00000000-0000-0000-0000-000000000000}"/>
          </ac:spMkLst>
        </pc:spChg>
        <pc:spChg chg="del">
          <ac:chgData name="Hoor Fatima" userId="8f3a0386-cde8-4824-abbb-da106ff85ca6" providerId="ADAL" clId="{EEDEA048-40A0-4102-9473-E3FCCA9E4CCF}" dt="2025-07-21T19:03:26.127" v="5" actId="478"/>
          <ac:spMkLst>
            <pc:docMk/>
            <pc:sldMk cId="0" sldId="395"/>
            <ac:spMk id="10" creationId="{00000000-0000-0000-0000-000000000000}"/>
          </ac:spMkLst>
        </pc:spChg>
      </pc:sldChg>
      <pc:sldChg chg="add">
        <pc:chgData name="Hoor Fatima" userId="8f3a0386-cde8-4824-abbb-da106ff85ca6" providerId="ADAL" clId="{EEDEA048-40A0-4102-9473-E3FCCA9E4CCF}" dt="2025-07-21T19:04:14.283" v="27"/>
        <pc:sldMkLst>
          <pc:docMk/>
          <pc:sldMk cId="0" sldId="589"/>
        </pc:sldMkLst>
      </pc:sldChg>
    </pc:docChg>
  </pc:docChgLst>
  <pc:docChgLst>
    <pc:chgData name="Deepika Vatsa" userId="f7100972-27fe-4ee6-8fb4-ec9b7931b409" providerId="ADAL" clId="{7BBACB10-8586-4BCC-A476-38C462E71A11}"/>
    <pc:docChg chg="undo custSel addSld delSld modSld sldOrd">
      <pc:chgData name="Deepika Vatsa" userId="f7100972-27fe-4ee6-8fb4-ec9b7931b409" providerId="ADAL" clId="{7BBACB10-8586-4BCC-A476-38C462E71A11}" dt="2025-08-20T11:37:16.703" v="2620"/>
      <pc:docMkLst>
        <pc:docMk/>
      </pc:docMkLst>
      <pc:sldChg chg="modSp mod">
        <pc:chgData name="Deepika Vatsa" userId="f7100972-27fe-4ee6-8fb4-ec9b7931b409" providerId="ADAL" clId="{7BBACB10-8586-4BCC-A476-38C462E71A11}" dt="2025-08-18T12:29:45.278" v="20" actId="5793"/>
        <pc:sldMkLst>
          <pc:docMk/>
          <pc:sldMk cId="0" sldId="395"/>
        </pc:sldMkLst>
        <pc:spChg chg="mod">
          <ac:chgData name="Deepika Vatsa" userId="f7100972-27fe-4ee6-8fb4-ec9b7931b409" providerId="ADAL" clId="{7BBACB10-8586-4BCC-A476-38C462E71A11}" dt="2025-08-18T12:29:45.278" v="20" actId="5793"/>
          <ac:spMkLst>
            <pc:docMk/>
            <pc:sldMk cId="0" sldId="395"/>
            <ac:spMk id="2" creationId="{00000000-0000-0000-0000-000000000000}"/>
          </ac:spMkLst>
        </pc:spChg>
      </pc:sldChg>
      <pc:sldChg chg="modSp mod">
        <pc:chgData name="Deepika Vatsa" userId="f7100972-27fe-4ee6-8fb4-ec9b7931b409" providerId="ADAL" clId="{7BBACB10-8586-4BCC-A476-38C462E71A11}" dt="2025-08-18T12:31:36.988" v="182" actId="20577"/>
        <pc:sldMkLst>
          <pc:docMk/>
          <pc:sldMk cId="3439049211" sldId="591"/>
        </pc:sldMkLst>
        <pc:spChg chg="mod">
          <ac:chgData name="Deepika Vatsa" userId="f7100972-27fe-4ee6-8fb4-ec9b7931b409" providerId="ADAL" clId="{7BBACB10-8586-4BCC-A476-38C462E71A11}" dt="2025-08-18T12:31:36.988" v="182" actId="20577"/>
          <ac:spMkLst>
            <pc:docMk/>
            <pc:sldMk cId="3439049211" sldId="591"/>
            <ac:spMk id="11" creationId="{06381CCD-359B-D8A2-1997-A5B56A02FD41}"/>
          </ac:spMkLst>
        </pc:spChg>
      </pc:sldChg>
      <pc:sldChg chg="addSp delSp modSp mod">
        <pc:chgData name="Deepika Vatsa" userId="f7100972-27fe-4ee6-8fb4-ec9b7931b409" providerId="ADAL" clId="{7BBACB10-8586-4BCC-A476-38C462E71A11}" dt="2025-08-20T11:37:16.703" v="2620"/>
        <pc:sldMkLst>
          <pc:docMk/>
          <pc:sldMk cId="3198423911" sldId="593"/>
        </pc:sldMkLst>
        <pc:spChg chg="mod">
          <ac:chgData name="Deepika Vatsa" userId="f7100972-27fe-4ee6-8fb4-ec9b7931b409" providerId="ADAL" clId="{7BBACB10-8586-4BCC-A476-38C462E71A11}" dt="2025-08-18T12:33:31.379" v="207" actId="20577"/>
          <ac:spMkLst>
            <pc:docMk/>
            <pc:sldMk cId="3198423911" sldId="593"/>
            <ac:spMk id="2" creationId="{00000000-0000-0000-0000-000000000000}"/>
          </ac:spMkLst>
        </pc:spChg>
        <pc:spChg chg="add mod">
          <ac:chgData name="Deepika Vatsa" userId="f7100972-27fe-4ee6-8fb4-ec9b7931b409" providerId="ADAL" clId="{7BBACB10-8586-4BCC-A476-38C462E71A11}" dt="2025-08-20T05:22:36.788" v="398" actId="20577"/>
          <ac:spMkLst>
            <pc:docMk/>
            <pc:sldMk cId="3198423911" sldId="593"/>
            <ac:spMk id="5" creationId="{2461C6AC-CE12-CE55-1E34-C97C06A15181}"/>
          </ac:spMkLst>
        </pc:spChg>
        <pc:picChg chg="del">
          <ac:chgData name="Deepika Vatsa" userId="f7100972-27fe-4ee6-8fb4-ec9b7931b409" providerId="ADAL" clId="{7BBACB10-8586-4BCC-A476-38C462E71A11}" dt="2025-08-18T12:33:10.652" v="200" actId="478"/>
          <ac:picMkLst>
            <pc:docMk/>
            <pc:sldMk cId="3198423911" sldId="593"/>
            <ac:picMk id="9" creationId="{D35FFCD6-253F-CEEB-E0FE-880344B9FA65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3198423911" sldId="593"/>
            <ac:inkMk id="4" creationId="{F57AC4F4-9915-BC5C-2518-359ABAE0993A}"/>
          </ac:inkMkLst>
        </pc:inkChg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815781673" sldId="595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468002330" sldId="615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2334307004" sldId="616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542099841" sldId="617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991955979" sldId="618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912900456" sldId="619"/>
        </pc:sldMkLst>
      </pc:sldChg>
      <pc:sldChg chg="addSp delSp modSp mod">
        <pc:chgData name="Deepika Vatsa" userId="f7100972-27fe-4ee6-8fb4-ec9b7931b409" providerId="ADAL" clId="{7BBACB10-8586-4BCC-A476-38C462E71A11}" dt="2025-08-20T11:37:16.703" v="2620"/>
        <pc:sldMkLst>
          <pc:docMk/>
          <pc:sldMk cId="4060805478" sldId="620"/>
        </pc:sldMkLst>
        <pc:spChg chg="mod">
          <ac:chgData name="Deepika Vatsa" userId="f7100972-27fe-4ee6-8fb4-ec9b7931b409" providerId="ADAL" clId="{7BBACB10-8586-4BCC-A476-38C462E71A11}" dt="2025-08-18T12:37:05.603" v="344" actId="20577"/>
          <ac:spMkLst>
            <pc:docMk/>
            <pc:sldMk cId="4060805478" sldId="620"/>
            <ac:spMk id="2" creationId="{00000000-0000-0000-0000-000000000000}"/>
          </ac:spMkLst>
        </pc:spChg>
        <pc:picChg chg="add mod">
          <ac:chgData name="Deepika Vatsa" userId="f7100972-27fe-4ee6-8fb4-ec9b7931b409" providerId="ADAL" clId="{7BBACB10-8586-4BCC-A476-38C462E71A11}" dt="2025-08-18T12:37:12.312" v="348" actId="1076"/>
          <ac:picMkLst>
            <pc:docMk/>
            <pc:sldMk cId="4060805478" sldId="620"/>
            <ac:picMk id="5" creationId="{F8E1D368-D16A-C482-965F-806B8E4DF710}"/>
          </ac:picMkLst>
        </pc:picChg>
        <pc:picChg chg="del">
          <ac:chgData name="Deepika Vatsa" userId="f7100972-27fe-4ee6-8fb4-ec9b7931b409" providerId="ADAL" clId="{7BBACB10-8586-4BCC-A476-38C462E71A11}" dt="2025-08-18T12:37:07.625" v="345" actId="478"/>
          <ac:picMkLst>
            <pc:docMk/>
            <pc:sldMk cId="4060805478" sldId="620"/>
            <ac:picMk id="7" creationId="{31B87EC0-4ADE-A96C-B968-87A230E18EEA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4060805478" sldId="620"/>
            <ac:inkMk id="4" creationId="{ACC227A6-CFC9-FDCA-DD5F-F63A7A00289C}"/>
          </ac:inkMkLst>
        </pc:inkChg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334835650" sldId="621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976936197" sldId="622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1533333801" sldId="623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549948443" sldId="626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1492384228" sldId="627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339153089" sldId="628"/>
        </pc:sldMkLst>
      </pc:sldChg>
      <pc:sldChg chg="addSp modSp add mod ord">
        <pc:chgData name="Deepika Vatsa" userId="f7100972-27fe-4ee6-8fb4-ec9b7931b409" providerId="ADAL" clId="{7BBACB10-8586-4BCC-A476-38C462E71A11}" dt="2025-08-20T11:37:16.703" v="2620"/>
        <pc:sldMkLst>
          <pc:docMk/>
          <pc:sldMk cId="1948371539" sldId="629"/>
        </pc:sldMkLst>
        <pc:spChg chg="mod">
          <ac:chgData name="Deepika Vatsa" userId="f7100972-27fe-4ee6-8fb4-ec9b7931b409" providerId="ADAL" clId="{7BBACB10-8586-4BCC-A476-38C462E71A11}" dt="2025-08-18T12:38:15.420" v="373" actId="20577"/>
          <ac:spMkLst>
            <pc:docMk/>
            <pc:sldMk cId="1948371539" sldId="629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5:33:38.153" v="485" actId="13926"/>
          <ac:spMkLst>
            <pc:docMk/>
            <pc:sldMk cId="1948371539" sldId="629"/>
            <ac:spMk id="5" creationId="{2461C6AC-CE12-CE55-1E34-C97C06A15181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1948371539" sldId="629"/>
            <ac:inkMk id="4" creationId="{3DCBD848-C1DF-5289-60F8-FC7DAE9FFA5A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2752782814" sldId="630"/>
        </pc:sldMkLst>
        <pc:spChg chg="mod">
          <ac:chgData name="Deepika Vatsa" userId="f7100972-27fe-4ee6-8fb4-ec9b7931b409" providerId="ADAL" clId="{7BBACB10-8586-4BCC-A476-38C462E71A11}" dt="2025-08-20T05:34:15.312" v="502" actId="20577"/>
          <ac:spMkLst>
            <pc:docMk/>
            <pc:sldMk cId="2752782814" sldId="630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5:35:04.737" v="549" actId="113"/>
          <ac:spMkLst>
            <pc:docMk/>
            <pc:sldMk cId="2752782814" sldId="630"/>
            <ac:spMk id="5" creationId="{2461C6AC-CE12-CE55-1E34-C97C06A15181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2752782814" sldId="630"/>
            <ac:inkMk id="4" creationId="{3BFC01C0-E43D-4B22-D87F-9C76CE5CBFB7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4075029183" sldId="631"/>
        </pc:sldMkLst>
        <pc:spChg chg="mod">
          <ac:chgData name="Deepika Vatsa" userId="f7100972-27fe-4ee6-8fb4-ec9b7931b409" providerId="ADAL" clId="{7BBACB10-8586-4BCC-A476-38C462E71A11}" dt="2025-08-20T05:35:15.112" v="559" actId="20577"/>
          <ac:spMkLst>
            <pc:docMk/>
            <pc:sldMk cId="4075029183" sldId="631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6:28:50.083" v="1366"/>
          <ac:spMkLst>
            <pc:docMk/>
            <pc:sldMk cId="4075029183" sldId="631"/>
            <ac:spMk id="5" creationId="{2461C6AC-CE12-CE55-1E34-C97C06A15181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4075029183" sldId="631"/>
            <ac:inkMk id="4" creationId="{A5F1C993-15C5-7158-C15A-937A12C77E2B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1034070740" sldId="632"/>
        </pc:sldMkLst>
        <pc:spChg chg="mod">
          <ac:chgData name="Deepika Vatsa" userId="f7100972-27fe-4ee6-8fb4-ec9b7931b409" providerId="ADAL" clId="{7BBACB10-8586-4BCC-A476-38C462E71A11}" dt="2025-08-20T05:42:21.751" v="733" actId="20577"/>
          <ac:spMkLst>
            <pc:docMk/>
            <pc:sldMk cId="1034070740" sldId="632"/>
            <ac:spMk id="5" creationId="{2461C6AC-CE12-CE55-1E34-C97C06A15181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1034070740" sldId="632"/>
            <ac:inkMk id="4" creationId="{54B5AB7D-BE60-5CBD-D026-7C7EA9133A1C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482903048" sldId="633"/>
        </pc:sldMkLst>
        <pc:spChg chg="mod">
          <ac:chgData name="Deepika Vatsa" userId="f7100972-27fe-4ee6-8fb4-ec9b7931b409" providerId="ADAL" clId="{7BBACB10-8586-4BCC-A476-38C462E71A11}" dt="2025-08-20T05:42:58.411" v="741" actId="20577"/>
          <ac:spMkLst>
            <pc:docMk/>
            <pc:sldMk cId="482903048" sldId="633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6:49:27.421" v="1642" actId="114"/>
          <ac:spMkLst>
            <pc:docMk/>
            <pc:sldMk cId="482903048" sldId="633"/>
            <ac:spMk id="5" creationId="{2461C6AC-CE12-CE55-1E34-C97C06A15181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482903048" sldId="633"/>
            <ac:inkMk id="4" creationId="{AC239867-B705-D1F0-4231-DBCA68741015}"/>
          </ac:inkMkLst>
        </pc:ink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2046699416" sldId="634"/>
        </pc:sldMkLst>
        <pc:spChg chg="del">
          <ac:chgData name="Deepika Vatsa" userId="f7100972-27fe-4ee6-8fb4-ec9b7931b409" providerId="ADAL" clId="{7BBACB10-8586-4BCC-A476-38C462E71A11}" dt="2025-08-20T05:57:49.904" v="762" actId="478"/>
          <ac:spMkLst>
            <pc:docMk/>
            <pc:sldMk cId="2046699416" sldId="634"/>
            <ac:spMk id="5" creationId="{2461C6AC-CE12-CE55-1E34-C97C06A15181}"/>
          </ac:spMkLst>
        </pc:spChg>
        <pc:picChg chg="add del mod">
          <ac:chgData name="Deepika Vatsa" userId="f7100972-27fe-4ee6-8fb4-ec9b7931b409" providerId="ADAL" clId="{7BBACB10-8586-4BCC-A476-38C462E71A11}" dt="2025-08-20T06:48:20.647" v="1628" actId="478"/>
          <ac:picMkLst>
            <pc:docMk/>
            <pc:sldMk cId="2046699416" sldId="634"/>
            <ac:picMk id="6" creationId="{AD084D03-C36A-C512-DD48-5B3303E88AA0}"/>
          </ac:picMkLst>
        </pc:picChg>
        <pc:picChg chg="add mod modCrop">
          <ac:chgData name="Deepika Vatsa" userId="f7100972-27fe-4ee6-8fb4-ec9b7931b409" providerId="ADAL" clId="{7BBACB10-8586-4BCC-A476-38C462E71A11}" dt="2025-08-20T06:48:32.274" v="1634" actId="732"/>
          <ac:picMkLst>
            <pc:docMk/>
            <pc:sldMk cId="2046699416" sldId="634"/>
            <ac:picMk id="7" creationId="{4261722E-4B0F-C2A8-2B2E-D7283F121F24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2046699416" sldId="634"/>
            <ac:inkMk id="4" creationId="{D70D7400-B8DC-8405-E6B7-D5BD5C5C312A}"/>
          </ac:inkMkLst>
        </pc:ink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746225030" sldId="635"/>
        </pc:sldMkLst>
        <pc:spChg chg="mod">
          <ac:chgData name="Deepika Vatsa" userId="f7100972-27fe-4ee6-8fb4-ec9b7931b409" providerId="ADAL" clId="{7BBACB10-8586-4BCC-A476-38C462E71A11}" dt="2025-08-20T06:14:36.806" v="792" actId="20577"/>
          <ac:spMkLst>
            <pc:docMk/>
            <pc:sldMk cId="746225030" sldId="635"/>
            <ac:spMk id="2" creationId="{00000000-0000-0000-0000-000000000000}"/>
          </ac:spMkLst>
        </pc:spChg>
        <pc:spChg chg="add mod">
          <ac:chgData name="Deepika Vatsa" userId="f7100972-27fe-4ee6-8fb4-ec9b7931b409" providerId="ADAL" clId="{7BBACB10-8586-4BCC-A476-38C462E71A11}" dt="2025-08-20T06:50:11.173" v="1676" actId="20577"/>
          <ac:spMkLst>
            <pc:docMk/>
            <pc:sldMk cId="746225030" sldId="635"/>
            <ac:spMk id="5" creationId="{511D877E-D953-9EA2-2658-9866E6DD2D78}"/>
          </ac:spMkLst>
        </pc:spChg>
        <pc:picChg chg="del">
          <ac:chgData name="Deepika Vatsa" userId="f7100972-27fe-4ee6-8fb4-ec9b7931b409" providerId="ADAL" clId="{7BBACB10-8586-4BCC-A476-38C462E71A11}" dt="2025-08-20T06:14:38.527" v="793" actId="478"/>
          <ac:picMkLst>
            <pc:docMk/>
            <pc:sldMk cId="746225030" sldId="635"/>
            <ac:picMk id="6" creationId="{AD084D03-C36A-C512-DD48-5B3303E88AA0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746225030" sldId="635"/>
            <ac:inkMk id="4" creationId="{CCEDA677-310B-0312-E640-FD6E04D1E035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4132203484" sldId="636"/>
        </pc:sldMkLst>
        <pc:spChg chg="mod">
          <ac:chgData name="Deepika Vatsa" userId="f7100972-27fe-4ee6-8fb4-ec9b7931b409" providerId="ADAL" clId="{7BBACB10-8586-4BCC-A476-38C462E71A11}" dt="2025-08-20T06:18:26.202" v="827" actId="20577"/>
          <ac:spMkLst>
            <pc:docMk/>
            <pc:sldMk cId="4132203484" sldId="636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6:28:03.436" v="1357" actId="20577"/>
          <ac:spMkLst>
            <pc:docMk/>
            <pc:sldMk cId="4132203484" sldId="636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4132203484" sldId="636"/>
            <ac:inkMk id="4" creationId="{CDF80E7D-A0DD-A4B7-A5BA-90DC25623BB9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397641393" sldId="637"/>
        </pc:sldMkLst>
        <pc:spChg chg="mod">
          <ac:chgData name="Deepika Vatsa" userId="f7100972-27fe-4ee6-8fb4-ec9b7931b409" providerId="ADAL" clId="{7BBACB10-8586-4BCC-A476-38C462E71A11}" dt="2025-08-20T06:29:29.207" v="1372" actId="6549"/>
          <ac:spMkLst>
            <pc:docMk/>
            <pc:sldMk cId="397641393" sldId="637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397641393" sldId="637"/>
            <ac:inkMk id="4" creationId="{2C098E41-7132-B29B-C848-2D8B179D22D8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2040000702" sldId="638"/>
        </pc:sldMkLst>
        <pc:spChg chg="mod">
          <ac:chgData name="Deepika Vatsa" userId="f7100972-27fe-4ee6-8fb4-ec9b7931b409" providerId="ADAL" clId="{7BBACB10-8586-4BCC-A476-38C462E71A11}" dt="2025-08-20T06:29:40.570" v="1375" actId="15"/>
          <ac:spMkLst>
            <pc:docMk/>
            <pc:sldMk cId="2040000702" sldId="638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2040000702" sldId="638"/>
            <ac:inkMk id="4" creationId="{D186D7C2-3724-A0AC-3ADF-C23564D33B17}"/>
          </ac:inkMkLst>
        </pc:ink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97423181" sldId="639"/>
        </pc:sldMkLst>
        <pc:spChg chg="mod">
          <ac:chgData name="Deepika Vatsa" userId="f7100972-27fe-4ee6-8fb4-ec9b7931b409" providerId="ADAL" clId="{7BBACB10-8586-4BCC-A476-38C462E71A11}" dt="2025-08-20T06:33:55.765" v="1393" actId="20577"/>
          <ac:spMkLst>
            <pc:docMk/>
            <pc:sldMk cId="97423181" sldId="639"/>
            <ac:spMk id="2" creationId="{00000000-0000-0000-0000-000000000000}"/>
          </ac:spMkLst>
        </pc:spChg>
        <pc:spChg chg="del">
          <ac:chgData name="Deepika Vatsa" userId="f7100972-27fe-4ee6-8fb4-ec9b7931b409" providerId="ADAL" clId="{7BBACB10-8586-4BCC-A476-38C462E71A11}" dt="2025-08-20T06:33:50.792" v="1377" actId="478"/>
          <ac:spMkLst>
            <pc:docMk/>
            <pc:sldMk cId="97423181" sldId="639"/>
            <ac:spMk id="5" creationId="{511D877E-D953-9EA2-2658-9866E6DD2D78}"/>
          </ac:spMkLst>
        </pc:spChg>
        <pc:picChg chg="add mod">
          <ac:chgData name="Deepika Vatsa" userId="f7100972-27fe-4ee6-8fb4-ec9b7931b409" providerId="ADAL" clId="{7BBACB10-8586-4BCC-A476-38C462E71A11}" dt="2025-08-20T06:34:05.246" v="1395" actId="1076"/>
          <ac:picMkLst>
            <pc:docMk/>
            <pc:sldMk cId="97423181" sldId="639"/>
            <ac:picMk id="6" creationId="{47AF47F2-040F-11E0-0C79-A615D4B3B072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97423181" sldId="639"/>
            <ac:inkMk id="4" creationId="{C9E54979-83BE-2529-925B-8DF2C9EAAA51}"/>
          </ac:inkMkLst>
        </pc:ink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2583778159" sldId="640"/>
        </pc:sldMkLst>
        <pc:spChg chg="mod">
          <ac:chgData name="Deepika Vatsa" userId="f7100972-27fe-4ee6-8fb4-ec9b7931b409" providerId="ADAL" clId="{7BBACB10-8586-4BCC-A476-38C462E71A11}" dt="2025-08-20T06:34:31.767" v="1416" actId="20577"/>
          <ac:spMkLst>
            <pc:docMk/>
            <pc:sldMk cId="2583778159" sldId="640"/>
            <ac:spMk id="2" creationId="{00000000-0000-0000-0000-000000000000}"/>
          </ac:spMkLst>
        </pc:spChg>
        <pc:picChg chg="add mod">
          <ac:chgData name="Deepika Vatsa" userId="f7100972-27fe-4ee6-8fb4-ec9b7931b409" providerId="ADAL" clId="{7BBACB10-8586-4BCC-A476-38C462E71A11}" dt="2025-08-20T06:34:26.918" v="1400" actId="1076"/>
          <ac:picMkLst>
            <pc:docMk/>
            <pc:sldMk cId="2583778159" sldId="640"/>
            <ac:picMk id="5" creationId="{E3888E7E-B726-F87B-EE88-D7D101352222}"/>
          </ac:picMkLst>
        </pc:picChg>
        <pc:picChg chg="del">
          <ac:chgData name="Deepika Vatsa" userId="f7100972-27fe-4ee6-8fb4-ec9b7931b409" providerId="ADAL" clId="{7BBACB10-8586-4BCC-A476-38C462E71A11}" dt="2025-08-20T06:34:10.883" v="1397" actId="478"/>
          <ac:picMkLst>
            <pc:docMk/>
            <pc:sldMk cId="2583778159" sldId="640"/>
            <ac:picMk id="6" creationId="{47AF47F2-040F-11E0-0C79-A615D4B3B072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2583778159" sldId="640"/>
            <ac:inkMk id="4" creationId="{F9ADC63B-521A-A0E3-DF87-FF1EDDDDE33D}"/>
          </ac:inkMkLst>
        </pc:inkChg>
      </pc:sldChg>
      <pc:sldChg chg="delSp modSp add mod">
        <pc:chgData name="Deepika Vatsa" userId="f7100972-27fe-4ee6-8fb4-ec9b7931b409" providerId="ADAL" clId="{7BBACB10-8586-4BCC-A476-38C462E71A11}" dt="2025-08-20T06:35:22.387" v="1430" actId="403"/>
        <pc:sldMkLst>
          <pc:docMk/>
          <pc:sldMk cId="1325567634" sldId="641"/>
        </pc:sldMkLst>
        <pc:spChg chg="mod">
          <ac:chgData name="Deepika Vatsa" userId="f7100972-27fe-4ee6-8fb4-ec9b7931b409" providerId="ADAL" clId="{7BBACB10-8586-4BCC-A476-38C462E71A11}" dt="2025-08-20T06:35:22.387" v="1430" actId="403"/>
          <ac:spMkLst>
            <pc:docMk/>
            <pc:sldMk cId="1325567634" sldId="641"/>
            <ac:spMk id="2" creationId="{00000000-0000-0000-0000-000000000000}"/>
          </ac:spMkLst>
        </pc:spChg>
        <pc:spChg chg="del">
          <ac:chgData name="Deepika Vatsa" userId="f7100972-27fe-4ee6-8fb4-ec9b7931b409" providerId="ADAL" clId="{7BBACB10-8586-4BCC-A476-38C462E71A11}" dt="2025-08-20T06:34:59.107" v="1418" actId="478"/>
          <ac:spMkLst>
            <pc:docMk/>
            <pc:sldMk cId="1325567634" sldId="641"/>
            <ac:spMk id="5" creationId="{2461C6AC-CE12-CE55-1E34-C97C06A15181}"/>
          </ac:spMkLst>
        </pc:spChg>
      </pc:sldChg>
      <pc:sldChg chg="modSp add mod">
        <pc:chgData name="Deepika Vatsa" userId="f7100972-27fe-4ee6-8fb4-ec9b7931b409" providerId="ADAL" clId="{7BBACB10-8586-4BCC-A476-38C462E71A11}" dt="2025-08-20T06:35:35.150" v="1439" actId="20577"/>
        <pc:sldMkLst>
          <pc:docMk/>
          <pc:sldMk cId="3281371514" sldId="642"/>
        </pc:sldMkLst>
        <pc:spChg chg="mod">
          <ac:chgData name="Deepika Vatsa" userId="f7100972-27fe-4ee6-8fb4-ec9b7931b409" providerId="ADAL" clId="{7BBACB10-8586-4BCC-A476-38C462E71A11}" dt="2025-08-20T06:35:35.150" v="1439" actId="20577"/>
          <ac:spMkLst>
            <pc:docMk/>
            <pc:sldMk cId="3281371514" sldId="642"/>
            <ac:spMk id="2" creationId="{00000000-0000-0000-0000-000000000000}"/>
          </ac:spMkLst>
        </pc:spChg>
      </pc:sldChg>
      <pc:sldChg chg="addSp modSp add mod ord">
        <pc:chgData name="Deepika Vatsa" userId="f7100972-27fe-4ee6-8fb4-ec9b7931b409" providerId="ADAL" clId="{7BBACB10-8586-4BCC-A476-38C462E71A11}" dt="2025-08-20T11:37:16.703" v="2620"/>
        <pc:sldMkLst>
          <pc:docMk/>
          <pc:sldMk cId="1316392785" sldId="643"/>
        </pc:sldMkLst>
        <pc:spChg chg="mod">
          <ac:chgData name="Deepika Vatsa" userId="f7100972-27fe-4ee6-8fb4-ec9b7931b409" providerId="ADAL" clId="{7BBACB10-8586-4BCC-A476-38C462E71A11}" dt="2025-08-20T06:40:17.339" v="1516" actId="20577"/>
          <ac:spMkLst>
            <pc:docMk/>
            <pc:sldMk cId="1316392785" sldId="643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6:41:03.560" v="1542"/>
          <ac:spMkLst>
            <pc:docMk/>
            <pc:sldMk cId="1316392785" sldId="643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1316392785" sldId="643"/>
            <ac:inkMk id="4" creationId="{17BD0407-EA25-1277-BE98-C748946EB9BA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4154143070" sldId="644"/>
        </pc:sldMkLst>
        <pc:spChg chg="mod">
          <ac:chgData name="Deepika Vatsa" userId="f7100972-27fe-4ee6-8fb4-ec9b7931b409" providerId="ADAL" clId="{7BBACB10-8586-4BCC-A476-38C462E71A11}" dt="2025-08-20T06:42:52.692" v="1621" actId="20577"/>
          <ac:spMkLst>
            <pc:docMk/>
            <pc:sldMk cId="4154143070" sldId="644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4154143070" sldId="644"/>
            <ac:inkMk id="4" creationId="{9EF5BFCC-BBF3-4570-20A0-B67AED60275B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3731779941" sldId="645"/>
        </pc:sldMkLst>
        <pc:spChg chg="mod">
          <ac:chgData name="Deepika Vatsa" userId="f7100972-27fe-4ee6-8fb4-ec9b7931b409" providerId="ADAL" clId="{7BBACB10-8586-4BCC-A476-38C462E71A11}" dt="2025-08-20T06:41:22.338" v="1551" actId="113"/>
          <ac:spMkLst>
            <pc:docMk/>
            <pc:sldMk cId="3731779941" sldId="645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3731779941" sldId="645"/>
            <ac:inkMk id="4" creationId="{5AC419C3-8D99-A037-EC2C-A8289BDB7403}"/>
          </ac:inkMkLst>
        </pc:inkChg>
      </pc:sldChg>
      <pc:sldChg chg="addSp add">
        <pc:chgData name="Deepika Vatsa" userId="f7100972-27fe-4ee6-8fb4-ec9b7931b409" providerId="ADAL" clId="{7BBACB10-8586-4BCC-A476-38C462E71A11}" dt="2025-08-20T11:37:16.703" v="2620"/>
        <pc:sldMkLst>
          <pc:docMk/>
          <pc:sldMk cId="1825479687" sldId="646"/>
        </pc:sldMkLst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1825479687" sldId="646"/>
            <ac:inkMk id="4" creationId="{9ED57F5B-8592-4B94-68EF-6BE6EFC79E86}"/>
          </ac:inkMkLst>
        </pc:inkChg>
      </pc:sldChg>
      <pc:sldChg chg="addSp delSp modSp add del mod">
        <pc:chgData name="Deepika Vatsa" userId="f7100972-27fe-4ee6-8fb4-ec9b7931b409" providerId="ADAL" clId="{7BBACB10-8586-4BCC-A476-38C462E71A11}" dt="2025-08-20T06:48:10.187" v="1626" actId="47"/>
        <pc:sldMkLst>
          <pc:docMk/>
          <pc:sldMk cId="2823366148" sldId="646"/>
        </pc:sldMkLst>
        <pc:spChg chg="del">
          <ac:chgData name="Deepika Vatsa" userId="f7100972-27fe-4ee6-8fb4-ec9b7931b409" providerId="ADAL" clId="{7BBACB10-8586-4BCC-A476-38C462E71A11}" dt="2025-08-20T06:48:02.916" v="1623" actId="478"/>
          <ac:spMkLst>
            <pc:docMk/>
            <pc:sldMk cId="2823366148" sldId="646"/>
            <ac:spMk id="5" creationId="{2461C6AC-CE12-CE55-1E34-C97C06A15181}"/>
          </ac:spMkLst>
        </pc:spChg>
        <pc:picChg chg="add del mod">
          <ac:chgData name="Deepika Vatsa" userId="f7100972-27fe-4ee6-8fb4-ec9b7931b409" providerId="ADAL" clId="{7BBACB10-8586-4BCC-A476-38C462E71A11}" dt="2025-08-20T06:48:07.940" v="1625"/>
          <ac:picMkLst>
            <pc:docMk/>
            <pc:sldMk cId="2823366148" sldId="646"/>
            <ac:picMk id="4" creationId="{052E0D85-B66D-F88F-C54D-A8C608B9CB87}"/>
          </ac:picMkLst>
        </pc:pic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3536546870" sldId="647"/>
        </pc:sldMkLst>
        <pc:spChg chg="del">
          <ac:chgData name="Deepika Vatsa" userId="f7100972-27fe-4ee6-8fb4-ec9b7931b409" providerId="ADAL" clId="{7BBACB10-8586-4BCC-A476-38C462E71A11}" dt="2025-08-20T06:52:33.256" v="1678" actId="478"/>
          <ac:spMkLst>
            <pc:docMk/>
            <pc:sldMk cId="3536546870" sldId="647"/>
            <ac:spMk id="5" creationId="{511D877E-D953-9EA2-2658-9866E6DD2D78}"/>
          </ac:spMkLst>
        </pc:spChg>
        <pc:picChg chg="add mod modCrop">
          <ac:chgData name="Deepika Vatsa" userId="f7100972-27fe-4ee6-8fb4-ec9b7931b409" providerId="ADAL" clId="{7BBACB10-8586-4BCC-A476-38C462E71A11}" dt="2025-08-20T06:52:47.358" v="1682" actId="1076"/>
          <ac:picMkLst>
            <pc:docMk/>
            <pc:sldMk cId="3536546870" sldId="647"/>
            <ac:picMk id="4" creationId="{52826AD3-6F07-615F-2B72-E90F9DAE671E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3536546870" sldId="647"/>
            <ac:inkMk id="5" creationId="{48F69E82-123F-45EE-AF2E-934D2983316B}"/>
          </ac:inkMkLst>
        </pc:ink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3930264224" sldId="648"/>
        </pc:sldMkLst>
        <pc:spChg chg="mod">
          <ac:chgData name="Deepika Vatsa" userId="f7100972-27fe-4ee6-8fb4-ec9b7931b409" providerId="ADAL" clId="{7BBACB10-8586-4BCC-A476-38C462E71A11}" dt="2025-08-20T06:53:34.954" v="1695" actId="20577"/>
          <ac:spMkLst>
            <pc:docMk/>
            <pc:sldMk cId="3930264224" sldId="648"/>
            <ac:spMk id="2" creationId="{00000000-0000-0000-0000-000000000000}"/>
          </ac:spMkLst>
        </pc:spChg>
        <pc:spChg chg="add mod">
          <ac:chgData name="Deepika Vatsa" userId="f7100972-27fe-4ee6-8fb4-ec9b7931b409" providerId="ADAL" clId="{7BBACB10-8586-4BCC-A476-38C462E71A11}" dt="2025-08-20T07:07:56.937" v="2619" actId="1076"/>
          <ac:spMkLst>
            <pc:docMk/>
            <pc:sldMk cId="3930264224" sldId="648"/>
            <ac:spMk id="6" creationId="{FFD9A4DD-B5AB-E8DB-C496-231CC09E2328}"/>
          </ac:spMkLst>
        </pc:spChg>
        <pc:picChg chg="del">
          <ac:chgData name="Deepika Vatsa" userId="f7100972-27fe-4ee6-8fb4-ec9b7931b409" providerId="ADAL" clId="{7BBACB10-8586-4BCC-A476-38C462E71A11}" dt="2025-08-20T06:53:36.586" v="1696" actId="478"/>
          <ac:picMkLst>
            <pc:docMk/>
            <pc:sldMk cId="3930264224" sldId="648"/>
            <ac:picMk id="4" creationId="{52826AD3-6F07-615F-2B72-E90F9DAE671E}"/>
          </ac:picMkLst>
        </pc:picChg>
        <pc:picChg chg="add del mod">
          <ac:chgData name="Deepika Vatsa" userId="f7100972-27fe-4ee6-8fb4-ec9b7931b409" providerId="ADAL" clId="{7BBACB10-8586-4BCC-A476-38C462E71A11}" dt="2025-08-20T06:56:17.473" v="2015" actId="478"/>
          <ac:picMkLst>
            <pc:docMk/>
            <pc:sldMk cId="3930264224" sldId="648"/>
            <ac:picMk id="5" creationId="{90B69D6D-4D75-A08B-F30E-E6BF26ECD871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3930264224" sldId="648"/>
            <ac:inkMk id="4" creationId="{5B05BB2A-4A4F-9946-3A29-504DBDCFD2EB}"/>
          </ac:inkMkLst>
        </pc:inkChg>
      </pc:sldChg>
      <pc:sldChg chg="addSp delSp modSp add del mod">
        <pc:chgData name="Deepika Vatsa" userId="f7100972-27fe-4ee6-8fb4-ec9b7931b409" providerId="ADAL" clId="{7BBACB10-8586-4BCC-A476-38C462E71A11}" dt="2025-08-20T07:04:05.864" v="2494" actId="47"/>
        <pc:sldMkLst>
          <pc:docMk/>
          <pc:sldMk cId="1939606234" sldId="649"/>
        </pc:sldMkLst>
        <pc:picChg chg="add mod modCrop">
          <ac:chgData name="Deepika Vatsa" userId="f7100972-27fe-4ee6-8fb4-ec9b7931b409" providerId="ADAL" clId="{7BBACB10-8586-4BCC-A476-38C462E71A11}" dt="2025-08-20T06:54:29.380" v="1707" actId="1076"/>
          <ac:picMkLst>
            <pc:docMk/>
            <pc:sldMk cId="1939606234" sldId="649"/>
            <ac:picMk id="4" creationId="{8073A3DF-2A3E-5F66-4875-63C1D5E6A527}"/>
          </ac:picMkLst>
        </pc:picChg>
        <pc:picChg chg="del">
          <ac:chgData name="Deepika Vatsa" userId="f7100972-27fe-4ee6-8fb4-ec9b7931b409" providerId="ADAL" clId="{7BBACB10-8586-4BCC-A476-38C462E71A11}" dt="2025-08-20T06:53:48.007" v="1700" actId="478"/>
          <ac:picMkLst>
            <pc:docMk/>
            <pc:sldMk cId="1939606234" sldId="649"/>
            <ac:picMk id="5" creationId="{90B69D6D-4D75-A08B-F30E-E6BF26ECD871}"/>
          </ac:picMkLst>
        </pc:pic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2272648693" sldId="650"/>
        </pc:sldMkLst>
        <pc:spChg chg="mod">
          <ac:chgData name="Deepika Vatsa" userId="f7100972-27fe-4ee6-8fb4-ec9b7931b409" providerId="ADAL" clId="{7BBACB10-8586-4BCC-A476-38C462E71A11}" dt="2025-08-20T07:03:43.999" v="2452" actId="1076"/>
          <ac:spMkLst>
            <pc:docMk/>
            <pc:sldMk cId="2272648693" sldId="650"/>
            <ac:spMk id="6" creationId="{FFD9A4DD-B5AB-E8DB-C496-231CC09E2328}"/>
          </ac:spMkLst>
        </pc:spChg>
        <pc:spChg chg="add mod">
          <ac:chgData name="Deepika Vatsa" userId="f7100972-27fe-4ee6-8fb4-ec9b7931b409" providerId="ADAL" clId="{7BBACB10-8586-4BCC-A476-38C462E71A11}" dt="2025-08-20T07:03:54.092" v="2492" actId="1036"/>
          <ac:spMkLst>
            <pc:docMk/>
            <pc:sldMk cId="2272648693" sldId="650"/>
            <ac:spMk id="7" creationId="{E66E3315-B034-A861-26B7-161D840A9B8B}"/>
          </ac:spMkLst>
        </pc:spChg>
        <pc:spChg chg="add mod">
          <ac:chgData name="Deepika Vatsa" userId="f7100972-27fe-4ee6-8fb4-ec9b7931b409" providerId="ADAL" clId="{7BBACB10-8586-4BCC-A476-38C462E71A11}" dt="2025-08-20T07:03:54.092" v="2492" actId="1036"/>
          <ac:spMkLst>
            <pc:docMk/>
            <pc:sldMk cId="2272648693" sldId="650"/>
            <ac:spMk id="8" creationId="{128771D7-1DE7-3AC6-2294-0C18F21CB146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2272648693" sldId="650"/>
            <ac:inkMk id="4" creationId="{201305CA-103F-AE7E-F77A-F7E37CE5BB0E}"/>
          </ac:inkMkLst>
        </pc:inkChg>
        <pc:cxnChg chg="add mod">
          <ac:chgData name="Deepika Vatsa" userId="f7100972-27fe-4ee6-8fb4-ec9b7931b409" providerId="ADAL" clId="{7BBACB10-8586-4BCC-A476-38C462E71A11}" dt="2025-08-20T07:04:00.836" v="2493" actId="14100"/>
          <ac:cxnSpMkLst>
            <pc:docMk/>
            <pc:sldMk cId="2272648693" sldId="650"/>
            <ac:cxnSpMk id="5" creationId="{24B3BA2A-7D87-5D78-8A80-D0AF4570A12E}"/>
          </ac:cxnSpMkLst>
        </pc:cxnChg>
      </pc:sldChg>
    </pc:docChg>
  </pc:docChgLst>
  <pc:docChgLst>
    <pc:chgData name="Deepika Vatsa" userId="f7100972-27fe-4ee6-8fb4-ec9b7931b409" providerId="ADAL" clId="{35CE279D-91C4-4B88-8EE5-67ABEF48C7AB}"/>
    <pc:docChg chg="custSel addSld delSld modSld">
      <pc:chgData name="Deepika Vatsa" userId="f7100972-27fe-4ee6-8fb4-ec9b7931b409" providerId="ADAL" clId="{35CE279D-91C4-4B88-8EE5-67ABEF48C7AB}" dt="2025-11-14T06:59:13.191" v="206" actId="478"/>
      <pc:docMkLst>
        <pc:docMk/>
      </pc:docMkLst>
      <pc:sldChg chg="modSp mod">
        <pc:chgData name="Deepika Vatsa" userId="f7100972-27fe-4ee6-8fb4-ec9b7931b409" providerId="ADAL" clId="{35CE279D-91C4-4B88-8EE5-67ABEF48C7AB}" dt="2025-11-10T10:19:43.770" v="60" actId="20577"/>
        <pc:sldMkLst>
          <pc:docMk/>
          <pc:sldMk cId="0" sldId="395"/>
        </pc:sldMkLst>
        <pc:spChg chg="mod">
          <ac:chgData name="Deepika Vatsa" userId="f7100972-27fe-4ee6-8fb4-ec9b7931b409" providerId="ADAL" clId="{35CE279D-91C4-4B88-8EE5-67ABEF48C7AB}" dt="2025-11-10T10:19:43.770" v="60" actId="20577"/>
          <ac:spMkLst>
            <pc:docMk/>
            <pc:sldMk cId="0" sldId="395"/>
            <ac:spMk id="2" creationId="{00000000-0000-0000-0000-000000000000}"/>
          </ac:spMkLst>
        </pc:spChg>
      </pc:sldChg>
      <pc:sldChg chg="addSp delSp modSp mod">
        <pc:chgData name="Deepika Vatsa" userId="f7100972-27fe-4ee6-8fb4-ec9b7931b409" providerId="ADAL" clId="{35CE279D-91C4-4B88-8EE5-67ABEF48C7AB}" dt="2025-11-14T06:58:36.993" v="196" actId="478"/>
        <pc:sldMkLst>
          <pc:docMk/>
          <pc:sldMk cId="1086811776" sldId="593"/>
        </pc:sldMkLst>
        <pc:spChg chg="del">
          <ac:chgData name="Deepika Vatsa" userId="f7100972-27fe-4ee6-8fb4-ec9b7931b409" providerId="ADAL" clId="{35CE279D-91C4-4B88-8EE5-67ABEF48C7AB}" dt="2025-11-10T10:21:23.388" v="63" actId="478"/>
          <ac:spMkLst>
            <pc:docMk/>
            <pc:sldMk cId="1086811776" sldId="593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35CE279D-91C4-4B88-8EE5-67ABEF48C7AB}" dt="2025-11-10T10:21:25.385" v="64" actId="478"/>
          <ac:spMkLst>
            <pc:docMk/>
            <pc:sldMk cId="1086811776" sldId="593"/>
            <ac:spMk id="5" creationId="{2EA80111-BFD1-3A31-B732-2E70259CBB8A}"/>
          </ac:spMkLst>
        </pc:spChg>
        <pc:picChg chg="del">
          <ac:chgData name="Deepika Vatsa" userId="f7100972-27fe-4ee6-8fb4-ec9b7931b409" providerId="ADAL" clId="{35CE279D-91C4-4B88-8EE5-67ABEF48C7AB}" dt="2025-11-10T10:21:20.696" v="62" actId="478"/>
          <ac:picMkLst>
            <pc:docMk/>
            <pc:sldMk cId="1086811776" sldId="593"/>
            <ac:picMk id="7" creationId="{B5AF784B-50C4-3797-39E7-A06BEFD483F4}"/>
          </ac:picMkLst>
        </pc:picChg>
        <pc:picChg chg="add mod">
          <ac:chgData name="Deepika Vatsa" userId="f7100972-27fe-4ee6-8fb4-ec9b7931b409" providerId="ADAL" clId="{35CE279D-91C4-4B88-8EE5-67ABEF48C7AB}" dt="2025-11-10T10:21:41.535" v="71" actId="14100"/>
          <ac:picMkLst>
            <pc:docMk/>
            <pc:sldMk cId="1086811776" sldId="593"/>
            <ac:picMk id="8" creationId="{9130657F-3C8D-EFD4-2024-6708F2F167E5}"/>
          </ac:picMkLst>
        </pc:picChg>
        <pc:inkChg chg="add del">
          <ac:chgData name="Deepika Vatsa" userId="f7100972-27fe-4ee6-8fb4-ec9b7931b409" providerId="ADAL" clId="{35CE279D-91C4-4B88-8EE5-67ABEF48C7AB}" dt="2025-11-14T06:58:36.993" v="196" actId="478"/>
          <ac:inkMkLst>
            <pc:docMk/>
            <pc:sldMk cId="1086811776" sldId="593"/>
            <ac:inkMk id="2" creationId="{B68C968E-6FEB-8EA2-8440-8D74036279D9}"/>
          </ac:inkMkLst>
        </pc:inkChg>
        <pc:cxnChg chg="del">
          <ac:chgData name="Deepika Vatsa" userId="f7100972-27fe-4ee6-8fb4-ec9b7931b409" providerId="ADAL" clId="{35CE279D-91C4-4B88-8EE5-67ABEF48C7AB}" dt="2025-11-10T10:21:26.972" v="65" actId="478"/>
          <ac:cxnSpMkLst>
            <pc:docMk/>
            <pc:sldMk cId="1086811776" sldId="593"/>
            <ac:cxnSpMk id="3" creationId="{9FFC9232-0F3D-BF13-4461-6E51D2C9C5C7}"/>
          </ac:cxnSpMkLst>
        </pc:cxnChg>
      </pc:sldChg>
      <pc:sldChg chg="addSp delSp modSp add mod">
        <pc:chgData name="Deepika Vatsa" userId="f7100972-27fe-4ee6-8fb4-ec9b7931b409" providerId="ADAL" clId="{35CE279D-91C4-4B88-8EE5-67ABEF48C7AB}" dt="2025-11-14T06:58:39.951" v="197" actId="478"/>
        <pc:sldMkLst>
          <pc:docMk/>
          <pc:sldMk cId="366001016" sldId="594"/>
        </pc:sldMkLst>
        <pc:picChg chg="add mod">
          <ac:chgData name="Deepika Vatsa" userId="f7100972-27fe-4ee6-8fb4-ec9b7931b409" providerId="ADAL" clId="{35CE279D-91C4-4B88-8EE5-67ABEF48C7AB}" dt="2025-11-10T10:22:25.842" v="77" actId="1076"/>
          <ac:picMkLst>
            <pc:docMk/>
            <pc:sldMk cId="366001016" sldId="594"/>
            <ac:picMk id="3" creationId="{360A8F56-0CAC-1B75-6383-78CDA2D66359}"/>
          </ac:picMkLst>
        </pc:picChg>
        <pc:picChg chg="del">
          <ac:chgData name="Deepika Vatsa" userId="f7100972-27fe-4ee6-8fb4-ec9b7931b409" providerId="ADAL" clId="{35CE279D-91C4-4B88-8EE5-67ABEF48C7AB}" dt="2025-11-10T10:22:17.959" v="73" actId="478"/>
          <ac:picMkLst>
            <pc:docMk/>
            <pc:sldMk cId="366001016" sldId="594"/>
            <ac:picMk id="8" creationId="{9130657F-3C8D-EFD4-2024-6708F2F167E5}"/>
          </ac:picMkLst>
        </pc:picChg>
        <pc:inkChg chg="add del">
          <ac:chgData name="Deepika Vatsa" userId="f7100972-27fe-4ee6-8fb4-ec9b7931b409" providerId="ADAL" clId="{35CE279D-91C4-4B88-8EE5-67ABEF48C7AB}" dt="2025-11-14T06:58:39.951" v="197" actId="478"/>
          <ac:inkMkLst>
            <pc:docMk/>
            <pc:sldMk cId="366001016" sldId="594"/>
            <ac:inkMk id="2" creationId="{1394B5E9-D5C4-90A9-06CB-79ADB4CEE419}"/>
          </ac:inkMkLst>
        </pc:inkChg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3435346632" sldId="594"/>
        </pc:sldMkLst>
      </pc:sldChg>
      <pc:sldChg chg="addSp delSp modSp add mod">
        <pc:chgData name="Deepika Vatsa" userId="f7100972-27fe-4ee6-8fb4-ec9b7931b409" providerId="ADAL" clId="{35CE279D-91C4-4B88-8EE5-67ABEF48C7AB}" dt="2025-11-14T06:58:42.780" v="198" actId="478"/>
        <pc:sldMkLst>
          <pc:docMk/>
          <pc:sldMk cId="168034677" sldId="595"/>
        </pc:sldMkLst>
        <pc:picChg chg="del">
          <ac:chgData name="Deepika Vatsa" userId="f7100972-27fe-4ee6-8fb4-ec9b7931b409" providerId="ADAL" clId="{35CE279D-91C4-4B88-8EE5-67ABEF48C7AB}" dt="2025-11-10T10:22:49.110" v="79" actId="478"/>
          <ac:picMkLst>
            <pc:docMk/>
            <pc:sldMk cId="168034677" sldId="595"/>
            <ac:picMk id="3" creationId="{360A8F56-0CAC-1B75-6383-78CDA2D66359}"/>
          </ac:picMkLst>
        </pc:picChg>
        <pc:picChg chg="add mod">
          <ac:chgData name="Deepika Vatsa" userId="f7100972-27fe-4ee6-8fb4-ec9b7931b409" providerId="ADAL" clId="{35CE279D-91C4-4B88-8EE5-67ABEF48C7AB}" dt="2025-11-10T10:23:03.461" v="93" actId="1037"/>
          <ac:picMkLst>
            <pc:docMk/>
            <pc:sldMk cId="168034677" sldId="595"/>
            <ac:picMk id="4" creationId="{90C7C05E-A7FB-6D52-30A7-837BC39753C3}"/>
          </ac:picMkLst>
        </pc:picChg>
        <pc:inkChg chg="add del">
          <ac:chgData name="Deepika Vatsa" userId="f7100972-27fe-4ee6-8fb4-ec9b7931b409" providerId="ADAL" clId="{35CE279D-91C4-4B88-8EE5-67ABEF48C7AB}" dt="2025-11-14T06:58:42.780" v="198" actId="478"/>
          <ac:inkMkLst>
            <pc:docMk/>
            <pc:sldMk cId="168034677" sldId="595"/>
            <ac:inkMk id="2" creationId="{546378F5-88F5-E9C4-3AC6-37E14F15BE96}"/>
          </ac:inkMkLst>
        </pc:inkChg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3574283066" sldId="595"/>
        </pc:sldMkLst>
      </pc:sldChg>
      <pc:sldChg chg="addSp delSp modSp add mod">
        <pc:chgData name="Deepika Vatsa" userId="f7100972-27fe-4ee6-8fb4-ec9b7931b409" providerId="ADAL" clId="{35CE279D-91C4-4B88-8EE5-67ABEF48C7AB}" dt="2025-11-14T06:58:45.498" v="199" actId="478"/>
        <pc:sldMkLst>
          <pc:docMk/>
          <pc:sldMk cId="545531961" sldId="596"/>
        </pc:sldMkLst>
        <pc:picChg chg="add mod">
          <ac:chgData name="Deepika Vatsa" userId="f7100972-27fe-4ee6-8fb4-ec9b7931b409" providerId="ADAL" clId="{35CE279D-91C4-4B88-8EE5-67ABEF48C7AB}" dt="2025-11-10T10:23:29.658" v="99" actId="1076"/>
          <ac:picMkLst>
            <pc:docMk/>
            <pc:sldMk cId="545531961" sldId="596"/>
            <ac:picMk id="3" creationId="{DF82E294-6D55-57AC-EC23-0E8455B6C3FA}"/>
          </ac:picMkLst>
        </pc:picChg>
        <pc:picChg chg="del">
          <ac:chgData name="Deepika Vatsa" userId="f7100972-27fe-4ee6-8fb4-ec9b7931b409" providerId="ADAL" clId="{35CE279D-91C4-4B88-8EE5-67ABEF48C7AB}" dt="2025-11-10T10:23:24.033" v="95" actId="478"/>
          <ac:picMkLst>
            <pc:docMk/>
            <pc:sldMk cId="545531961" sldId="596"/>
            <ac:picMk id="4" creationId="{90C7C05E-A7FB-6D52-30A7-837BC39753C3}"/>
          </ac:picMkLst>
        </pc:picChg>
        <pc:inkChg chg="add del">
          <ac:chgData name="Deepika Vatsa" userId="f7100972-27fe-4ee6-8fb4-ec9b7931b409" providerId="ADAL" clId="{35CE279D-91C4-4B88-8EE5-67ABEF48C7AB}" dt="2025-11-14T06:58:45.498" v="199" actId="478"/>
          <ac:inkMkLst>
            <pc:docMk/>
            <pc:sldMk cId="545531961" sldId="596"/>
            <ac:inkMk id="2" creationId="{ACCC9B39-78BB-9B11-975E-BC88A15B7F99}"/>
          </ac:inkMkLst>
        </pc:inkChg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1543993561" sldId="596"/>
        </pc:sldMkLst>
      </pc:sldChg>
      <pc:sldChg chg="addSp delSp modSp add del mod">
        <pc:chgData name="Deepika Vatsa" userId="f7100972-27fe-4ee6-8fb4-ec9b7931b409" providerId="ADAL" clId="{35CE279D-91C4-4B88-8EE5-67ABEF48C7AB}" dt="2025-11-10T10:30:39.636" v="189" actId="2696"/>
        <pc:sldMkLst>
          <pc:docMk/>
          <pc:sldMk cId="55406440" sldId="597"/>
        </pc:sldMkLst>
        <pc:picChg chg="del">
          <ac:chgData name="Deepika Vatsa" userId="f7100972-27fe-4ee6-8fb4-ec9b7931b409" providerId="ADAL" clId="{35CE279D-91C4-4B88-8EE5-67ABEF48C7AB}" dt="2025-11-10T10:23:49.175" v="101" actId="478"/>
          <ac:picMkLst>
            <pc:docMk/>
            <pc:sldMk cId="55406440" sldId="597"/>
            <ac:picMk id="3" creationId="{DF82E294-6D55-57AC-EC23-0E8455B6C3FA}"/>
          </ac:picMkLst>
        </pc:picChg>
        <pc:picChg chg="add mod">
          <ac:chgData name="Deepika Vatsa" userId="f7100972-27fe-4ee6-8fb4-ec9b7931b409" providerId="ADAL" clId="{35CE279D-91C4-4B88-8EE5-67ABEF48C7AB}" dt="2025-11-10T10:24:16.551" v="106" actId="1076"/>
          <ac:picMkLst>
            <pc:docMk/>
            <pc:sldMk cId="55406440" sldId="597"/>
            <ac:picMk id="4" creationId="{2D86BC58-FD0C-DF8A-6910-5D6CE13DB2C3}"/>
          </ac:picMkLst>
        </pc:picChg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95095643" sldId="597"/>
        </pc:sldMkLst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3301389033" sldId="598"/>
        </pc:sldMkLst>
      </pc:sldChg>
      <pc:sldChg chg="addSp delSp modSp add mod">
        <pc:chgData name="Deepika Vatsa" userId="f7100972-27fe-4ee6-8fb4-ec9b7931b409" providerId="ADAL" clId="{35CE279D-91C4-4B88-8EE5-67ABEF48C7AB}" dt="2025-11-14T06:58:48.211" v="200" actId="478"/>
        <pc:sldMkLst>
          <pc:docMk/>
          <pc:sldMk cId="4106653740" sldId="598"/>
        </pc:sldMkLst>
        <pc:picChg chg="mod modCrop">
          <ac:chgData name="Deepika Vatsa" userId="f7100972-27fe-4ee6-8fb4-ec9b7931b409" providerId="ADAL" clId="{35CE279D-91C4-4B88-8EE5-67ABEF48C7AB}" dt="2025-11-10T10:24:41.692" v="108" actId="732"/>
          <ac:picMkLst>
            <pc:docMk/>
            <pc:sldMk cId="4106653740" sldId="598"/>
            <ac:picMk id="4" creationId="{2D86BC58-FD0C-DF8A-6910-5D6CE13DB2C3}"/>
          </ac:picMkLst>
        </pc:picChg>
        <pc:inkChg chg="add del">
          <ac:chgData name="Deepika Vatsa" userId="f7100972-27fe-4ee6-8fb4-ec9b7931b409" providerId="ADAL" clId="{35CE279D-91C4-4B88-8EE5-67ABEF48C7AB}" dt="2025-11-14T06:58:48.211" v="200" actId="478"/>
          <ac:inkMkLst>
            <pc:docMk/>
            <pc:sldMk cId="4106653740" sldId="598"/>
            <ac:inkMk id="2" creationId="{2F77CE5E-1338-DA0E-538B-C36864E5AC0F}"/>
          </ac:inkMkLst>
        </pc:inkChg>
      </pc:sldChg>
      <pc:sldChg chg="addSp delSp modSp add mod">
        <pc:chgData name="Deepika Vatsa" userId="f7100972-27fe-4ee6-8fb4-ec9b7931b409" providerId="ADAL" clId="{35CE279D-91C4-4B88-8EE5-67ABEF48C7AB}" dt="2025-11-14T06:58:51.011" v="201" actId="478"/>
        <pc:sldMkLst>
          <pc:docMk/>
          <pc:sldMk cId="1713552370" sldId="599"/>
        </pc:sldMkLst>
        <pc:picChg chg="add mod">
          <ac:chgData name="Deepika Vatsa" userId="f7100972-27fe-4ee6-8fb4-ec9b7931b409" providerId="ADAL" clId="{35CE279D-91C4-4B88-8EE5-67ABEF48C7AB}" dt="2025-11-10T10:25:12.149" v="114" actId="1076"/>
          <ac:picMkLst>
            <pc:docMk/>
            <pc:sldMk cId="1713552370" sldId="599"/>
            <ac:picMk id="3" creationId="{B41BA7D1-1DB2-ADCD-030E-77A48B9A3A35}"/>
          </ac:picMkLst>
        </pc:picChg>
        <pc:picChg chg="del">
          <ac:chgData name="Deepika Vatsa" userId="f7100972-27fe-4ee6-8fb4-ec9b7931b409" providerId="ADAL" clId="{35CE279D-91C4-4B88-8EE5-67ABEF48C7AB}" dt="2025-11-10T10:25:04.388" v="110" actId="478"/>
          <ac:picMkLst>
            <pc:docMk/>
            <pc:sldMk cId="1713552370" sldId="599"/>
            <ac:picMk id="4" creationId="{2D86BC58-FD0C-DF8A-6910-5D6CE13DB2C3}"/>
          </ac:picMkLst>
        </pc:picChg>
        <pc:inkChg chg="add del">
          <ac:chgData name="Deepika Vatsa" userId="f7100972-27fe-4ee6-8fb4-ec9b7931b409" providerId="ADAL" clId="{35CE279D-91C4-4B88-8EE5-67ABEF48C7AB}" dt="2025-11-14T06:58:51.011" v="201" actId="478"/>
          <ac:inkMkLst>
            <pc:docMk/>
            <pc:sldMk cId="1713552370" sldId="599"/>
            <ac:inkMk id="2" creationId="{49A9E88D-9E52-5BB5-14BC-539075B2A637}"/>
          </ac:inkMkLst>
        </pc:inkChg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3200296418" sldId="599"/>
        </pc:sldMkLst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1466069517" sldId="600"/>
        </pc:sldMkLst>
      </pc:sldChg>
      <pc:sldChg chg="addSp delSp modSp add mod">
        <pc:chgData name="Deepika Vatsa" userId="f7100972-27fe-4ee6-8fb4-ec9b7931b409" providerId="ADAL" clId="{35CE279D-91C4-4B88-8EE5-67ABEF48C7AB}" dt="2025-11-14T06:58:53.689" v="202" actId="478"/>
        <pc:sldMkLst>
          <pc:docMk/>
          <pc:sldMk cId="3981546827" sldId="600"/>
        </pc:sldMkLst>
        <pc:picChg chg="del">
          <ac:chgData name="Deepika Vatsa" userId="f7100972-27fe-4ee6-8fb4-ec9b7931b409" providerId="ADAL" clId="{35CE279D-91C4-4B88-8EE5-67ABEF48C7AB}" dt="2025-11-10T10:25:31.489" v="116" actId="478"/>
          <ac:picMkLst>
            <pc:docMk/>
            <pc:sldMk cId="3981546827" sldId="600"/>
            <ac:picMk id="3" creationId="{B41BA7D1-1DB2-ADCD-030E-77A48B9A3A35}"/>
          </ac:picMkLst>
        </pc:picChg>
        <pc:picChg chg="add mod">
          <ac:chgData name="Deepika Vatsa" userId="f7100972-27fe-4ee6-8fb4-ec9b7931b409" providerId="ADAL" clId="{35CE279D-91C4-4B88-8EE5-67ABEF48C7AB}" dt="2025-11-10T10:25:56.585" v="122" actId="1076"/>
          <ac:picMkLst>
            <pc:docMk/>
            <pc:sldMk cId="3981546827" sldId="600"/>
            <ac:picMk id="4" creationId="{0C325701-BFB2-B4AE-D607-279FD6E41680}"/>
          </ac:picMkLst>
        </pc:picChg>
        <pc:picChg chg="add mod">
          <ac:chgData name="Deepika Vatsa" userId="f7100972-27fe-4ee6-8fb4-ec9b7931b409" providerId="ADAL" clId="{35CE279D-91C4-4B88-8EE5-67ABEF48C7AB}" dt="2025-11-10T10:26:00.799" v="124" actId="1076"/>
          <ac:picMkLst>
            <pc:docMk/>
            <pc:sldMk cId="3981546827" sldId="600"/>
            <ac:picMk id="6" creationId="{27F0D521-CB12-CB98-B8FE-A0350C3F69EA}"/>
          </ac:picMkLst>
        </pc:picChg>
        <pc:inkChg chg="add del">
          <ac:chgData name="Deepika Vatsa" userId="f7100972-27fe-4ee6-8fb4-ec9b7931b409" providerId="ADAL" clId="{35CE279D-91C4-4B88-8EE5-67ABEF48C7AB}" dt="2025-11-14T06:58:53.689" v="202" actId="478"/>
          <ac:inkMkLst>
            <pc:docMk/>
            <pc:sldMk cId="3981546827" sldId="600"/>
            <ac:inkMk id="2" creationId="{EE6C7767-9AED-2E1A-2890-6E68EB36261F}"/>
          </ac:inkMkLst>
        </pc:inkChg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1248394865" sldId="601"/>
        </pc:sldMkLst>
      </pc:sldChg>
      <pc:sldChg chg="addSp delSp modSp add mod">
        <pc:chgData name="Deepika Vatsa" userId="f7100972-27fe-4ee6-8fb4-ec9b7931b409" providerId="ADAL" clId="{35CE279D-91C4-4B88-8EE5-67ABEF48C7AB}" dt="2025-11-11T06:34:17.696" v="195"/>
        <pc:sldMkLst>
          <pc:docMk/>
          <pc:sldMk cId="1313878530" sldId="601"/>
        </pc:sldMkLst>
        <pc:picChg chg="add mod">
          <ac:chgData name="Deepika Vatsa" userId="f7100972-27fe-4ee6-8fb4-ec9b7931b409" providerId="ADAL" clId="{35CE279D-91C4-4B88-8EE5-67ABEF48C7AB}" dt="2025-11-10T10:26:27.069" v="130" actId="14100"/>
          <ac:picMkLst>
            <pc:docMk/>
            <pc:sldMk cId="1313878530" sldId="601"/>
            <ac:picMk id="3" creationId="{172A29A0-212F-1588-83B4-CFA13EE1D361}"/>
          </ac:picMkLst>
        </pc:picChg>
        <pc:picChg chg="del">
          <ac:chgData name="Deepika Vatsa" userId="f7100972-27fe-4ee6-8fb4-ec9b7931b409" providerId="ADAL" clId="{35CE279D-91C4-4B88-8EE5-67ABEF48C7AB}" dt="2025-11-10T10:26:19.391" v="126" actId="478"/>
          <ac:picMkLst>
            <pc:docMk/>
            <pc:sldMk cId="1313878530" sldId="601"/>
            <ac:picMk id="4" creationId="{0C325701-BFB2-B4AE-D607-279FD6E41680}"/>
          </ac:picMkLst>
        </pc:picChg>
        <pc:picChg chg="del">
          <ac:chgData name="Deepika Vatsa" userId="f7100972-27fe-4ee6-8fb4-ec9b7931b409" providerId="ADAL" clId="{35CE279D-91C4-4B88-8EE5-67ABEF48C7AB}" dt="2025-11-10T10:26:20.743" v="127" actId="478"/>
          <ac:picMkLst>
            <pc:docMk/>
            <pc:sldMk cId="1313878530" sldId="601"/>
            <ac:picMk id="6" creationId="{27F0D521-CB12-CB98-B8FE-A0350C3F69EA}"/>
          </ac:picMkLst>
        </pc:picChg>
        <pc:inkChg chg="add">
          <ac:chgData name="Deepika Vatsa" userId="f7100972-27fe-4ee6-8fb4-ec9b7931b409" providerId="ADAL" clId="{35CE279D-91C4-4B88-8EE5-67ABEF48C7AB}" dt="2025-11-11T06:34:17.696" v="195"/>
          <ac:inkMkLst>
            <pc:docMk/>
            <pc:sldMk cId="1313878530" sldId="601"/>
            <ac:inkMk id="2" creationId="{3742AA19-A1D2-CFD1-8CD9-BA812A9B16BA}"/>
          </ac:inkMkLst>
        </pc:inkChg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1803781999" sldId="602"/>
        </pc:sldMkLst>
      </pc:sldChg>
      <pc:sldChg chg="addSp delSp modSp add mod">
        <pc:chgData name="Deepika Vatsa" userId="f7100972-27fe-4ee6-8fb4-ec9b7931b409" providerId="ADAL" clId="{35CE279D-91C4-4B88-8EE5-67ABEF48C7AB}" dt="2025-11-14T06:59:01.153" v="203" actId="478"/>
        <pc:sldMkLst>
          <pc:docMk/>
          <pc:sldMk cId="2333133582" sldId="602"/>
        </pc:sldMkLst>
        <pc:picChg chg="del">
          <ac:chgData name="Deepika Vatsa" userId="f7100972-27fe-4ee6-8fb4-ec9b7931b409" providerId="ADAL" clId="{35CE279D-91C4-4B88-8EE5-67ABEF48C7AB}" dt="2025-11-10T10:26:50.984" v="132" actId="478"/>
          <ac:picMkLst>
            <pc:docMk/>
            <pc:sldMk cId="2333133582" sldId="602"/>
            <ac:picMk id="3" creationId="{172A29A0-212F-1588-83B4-CFA13EE1D361}"/>
          </ac:picMkLst>
        </pc:picChg>
        <pc:picChg chg="add del mod">
          <ac:chgData name="Deepika Vatsa" userId="f7100972-27fe-4ee6-8fb4-ec9b7931b409" providerId="ADAL" clId="{35CE279D-91C4-4B88-8EE5-67ABEF48C7AB}" dt="2025-11-10T10:27:13.058" v="137" actId="478"/>
          <ac:picMkLst>
            <pc:docMk/>
            <pc:sldMk cId="2333133582" sldId="602"/>
            <ac:picMk id="4" creationId="{DE8BCA87-B7A0-5DF0-DB44-B4D39F3CE12B}"/>
          </ac:picMkLst>
        </pc:picChg>
        <pc:picChg chg="add mod">
          <ac:chgData name="Deepika Vatsa" userId="f7100972-27fe-4ee6-8fb4-ec9b7931b409" providerId="ADAL" clId="{35CE279D-91C4-4B88-8EE5-67ABEF48C7AB}" dt="2025-11-10T10:27:20.430" v="141" actId="1076"/>
          <ac:picMkLst>
            <pc:docMk/>
            <pc:sldMk cId="2333133582" sldId="602"/>
            <ac:picMk id="6" creationId="{E3F4E178-CD49-E92B-86A8-7281A3D3F6A9}"/>
          </ac:picMkLst>
        </pc:picChg>
        <pc:inkChg chg="add del">
          <ac:chgData name="Deepika Vatsa" userId="f7100972-27fe-4ee6-8fb4-ec9b7931b409" providerId="ADAL" clId="{35CE279D-91C4-4B88-8EE5-67ABEF48C7AB}" dt="2025-11-14T06:59:01.153" v="203" actId="478"/>
          <ac:inkMkLst>
            <pc:docMk/>
            <pc:sldMk cId="2333133582" sldId="602"/>
            <ac:inkMk id="2" creationId="{63EB559C-9535-1155-0022-23488D76BD3C}"/>
          </ac:inkMkLst>
        </pc:inkChg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123696861" sldId="603"/>
        </pc:sldMkLst>
      </pc:sldChg>
      <pc:sldChg chg="addSp delSp modSp add mod">
        <pc:chgData name="Deepika Vatsa" userId="f7100972-27fe-4ee6-8fb4-ec9b7931b409" providerId="ADAL" clId="{35CE279D-91C4-4B88-8EE5-67ABEF48C7AB}" dt="2025-11-14T06:59:03.662" v="204" actId="478"/>
        <pc:sldMkLst>
          <pc:docMk/>
          <pc:sldMk cId="3995660722" sldId="603"/>
        </pc:sldMkLst>
        <pc:picChg chg="add mod">
          <ac:chgData name="Deepika Vatsa" userId="f7100972-27fe-4ee6-8fb4-ec9b7931b409" providerId="ADAL" clId="{35CE279D-91C4-4B88-8EE5-67ABEF48C7AB}" dt="2025-11-10T10:27:55.945" v="147" actId="1076"/>
          <ac:picMkLst>
            <pc:docMk/>
            <pc:sldMk cId="3995660722" sldId="603"/>
            <ac:picMk id="3" creationId="{D25E2616-47BB-FF1F-7EE0-965A5B6CE115}"/>
          </ac:picMkLst>
        </pc:picChg>
        <pc:picChg chg="del">
          <ac:chgData name="Deepika Vatsa" userId="f7100972-27fe-4ee6-8fb4-ec9b7931b409" providerId="ADAL" clId="{35CE279D-91C4-4B88-8EE5-67ABEF48C7AB}" dt="2025-11-10T10:27:48.303" v="143" actId="478"/>
          <ac:picMkLst>
            <pc:docMk/>
            <pc:sldMk cId="3995660722" sldId="603"/>
            <ac:picMk id="6" creationId="{E3F4E178-CD49-E92B-86A8-7281A3D3F6A9}"/>
          </ac:picMkLst>
        </pc:picChg>
        <pc:inkChg chg="add del">
          <ac:chgData name="Deepika Vatsa" userId="f7100972-27fe-4ee6-8fb4-ec9b7931b409" providerId="ADAL" clId="{35CE279D-91C4-4B88-8EE5-67ABEF48C7AB}" dt="2025-11-14T06:59:03.662" v="204" actId="478"/>
          <ac:inkMkLst>
            <pc:docMk/>
            <pc:sldMk cId="3995660722" sldId="603"/>
            <ac:inkMk id="2" creationId="{F52619E8-54D1-D7DF-BA75-105ACA9092F8}"/>
          </ac:inkMkLst>
        </pc:inkChg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688498509" sldId="604"/>
        </pc:sldMkLst>
      </pc:sldChg>
      <pc:sldChg chg="addSp delSp modSp add mod">
        <pc:chgData name="Deepika Vatsa" userId="f7100972-27fe-4ee6-8fb4-ec9b7931b409" providerId="ADAL" clId="{35CE279D-91C4-4B88-8EE5-67ABEF48C7AB}" dt="2025-11-14T06:59:06.123" v="205" actId="478"/>
        <pc:sldMkLst>
          <pc:docMk/>
          <pc:sldMk cId="3879250470" sldId="604"/>
        </pc:sldMkLst>
        <pc:picChg chg="del">
          <ac:chgData name="Deepika Vatsa" userId="f7100972-27fe-4ee6-8fb4-ec9b7931b409" providerId="ADAL" clId="{35CE279D-91C4-4B88-8EE5-67ABEF48C7AB}" dt="2025-11-10T10:28:29.204" v="149" actId="478"/>
          <ac:picMkLst>
            <pc:docMk/>
            <pc:sldMk cId="3879250470" sldId="604"/>
            <ac:picMk id="3" creationId="{D25E2616-47BB-FF1F-7EE0-965A5B6CE115}"/>
          </ac:picMkLst>
        </pc:picChg>
        <pc:picChg chg="add mod">
          <ac:chgData name="Deepika Vatsa" userId="f7100972-27fe-4ee6-8fb4-ec9b7931b409" providerId="ADAL" clId="{35CE279D-91C4-4B88-8EE5-67ABEF48C7AB}" dt="2025-11-10T10:28:35.554" v="153" actId="1076"/>
          <ac:picMkLst>
            <pc:docMk/>
            <pc:sldMk cId="3879250470" sldId="604"/>
            <ac:picMk id="4" creationId="{2E2CFA69-84E3-532D-CDA8-233EE02B54E9}"/>
          </ac:picMkLst>
        </pc:picChg>
        <pc:inkChg chg="add del">
          <ac:chgData name="Deepika Vatsa" userId="f7100972-27fe-4ee6-8fb4-ec9b7931b409" providerId="ADAL" clId="{35CE279D-91C4-4B88-8EE5-67ABEF48C7AB}" dt="2025-11-14T06:59:06.123" v="205" actId="478"/>
          <ac:inkMkLst>
            <pc:docMk/>
            <pc:sldMk cId="3879250470" sldId="604"/>
            <ac:inkMk id="2" creationId="{C01E4FE0-C222-86A4-E283-168AFB408024}"/>
          </ac:inkMkLst>
        </pc:inkChg>
      </pc:sldChg>
      <pc:sldChg chg="addSp delSp modSp add mod">
        <pc:chgData name="Deepika Vatsa" userId="f7100972-27fe-4ee6-8fb4-ec9b7931b409" providerId="ADAL" clId="{35CE279D-91C4-4B88-8EE5-67ABEF48C7AB}" dt="2025-11-11T06:34:17.696" v="195"/>
        <pc:sldMkLst>
          <pc:docMk/>
          <pc:sldMk cId="2989836567" sldId="605"/>
        </pc:sldMkLst>
        <pc:picChg chg="add mod">
          <ac:chgData name="Deepika Vatsa" userId="f7100972-27fe-4ee6-8fb4-ec9b7931b409" providerId="ADAL" clId="{35CE279D-91C4-4B88-8EE5-67ABEF48C7AB}" dt="2025-11-10T10:29:05.536" v="159" actId="1076"/>
          <ac:picMkLst>
            <pc:docMk/>
            <pc:sldMk cId="2989836567" sldId="605"/>
            <ac:picMk id="3" creationId="{398C697B-5B3A-FD2C-03A1-46F912BC66E4}"/>
          </ac:picMkLst>
        </pc:picChg>
        <pc:picChg chg="del">
          <ac:chgData name="Deepika Vatsa" userId="f7100972-27fe-4ee6-8fb4-ec9b7931b409" providerId="ADAL" clId="{35CE279D-91C4-4B88-8EE5-67ABEF48C7AB}" dt="2025-11-10T10:28:56.516" v="155" actId="478"/>
          <ac:picMkLst>
            <pc:docMk/>
            <pc:sldMk cId="2989836567" sldId="605"/>
            <ac:picMk id="4" creationId="{2E2CFA69-84E3-532D-CDA8-233EE02B54E9}"/>
          </ac:picMkLst>
        </pc:picChg>
        <pc:inkChg chg="add">
          <ac:chgData name="Deepika Vatsa" userId="f7100972-27fe-4ee6-8fb4-ec9b7931b409" providerId="ADAL" clId="{35CE279D-91C4-4B88-8EE5-67ABEF48C7AB}" dt="2025-11-11T06:34:17.696" v="195"/>
          <ac:inkMkLst>
            <pc:docMk/>
            <pc:sldMk cId="2989836567" sldId="605"/>
            <ac:inkMk id="2" creationId="{6334B816-E55E-F2C3-01D3-D40EBCE68FB6}"/>
          </ac:inkMkLst>
        </pc:inkChg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3811806082" sldId="605"/>
        </pc:sldMkLst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558878766" sldId="606"/>
        </pc:sldMkLst>
      </pc:sldChg>
      <pc:sldChg chg="addSp delSp modSp add mod">
        <pc:chgData name="Deepika Vatsa" userId="f7100972-27fe-4ee6-8fb4-ec9b7931b409" providerId="ADAL" clId="{35CE279D-91C4-4B88-8EE5-67ABEF48C7AB}" dt="2025-11-11T06:34:17.696" v="195"/>
        <pc:sldMkLst>
          <pc:docMk/>
          <pc:sldMk cId="1400410033" sldId="606"/>
        </pc:sldMkLst>
        <pc:picChg chg="del">
          <ac:chgData name="Deepika Vatsa" userId="f7100972-27fe-4ee6-8fb4-ec9b7931b409" providerId="ADAL" clId="{35CE279D-91C4-4B88-8EE5-67ABEF48C7AB}" dt="2025-11-10T10:29:23.998" v="161" actId="478"/>
          <ac:picMkLst>
            <pc:docMk/>
            <pc:sldMk cId="1400410033" sldId="606"/>
            <ac:picMk id="3" creationId="{398C697B-5B3A-FD2C-03A1-46F912BC66E4}"/>
          </ac:picMkLst>
        </pc:picChg>
        <pc:picChg chg="add mod">
          <ac:chgData name="Deepika Vatsa" userId="f7100972-27fe-4ee6-8fb4-ec9b7931b409" providerId="ADAL" clId="{35CE279D-91C4-4B88-8EE5-67ABEF48C7AB}" dt="2025-11-10T10:29:30.433" v="165" actId="1076"/>
          <ac:picMkLst>
            <pc:docMk/>
            <pc:sldMk cId="1400410033" sldId="606"/>
            <ac:picMk id="4" creationId="{86087CA6-A66C-60E4-9FB5-C354EDCA2674}"/>
          </ac:picMkLst>
        </pc:picChg>
        <pc:inkChg chg="add">
          <ac:chgData name="Deepika Vatsa" userId="f7100972-27fe-4ee6-8fb4-ec9b7931b409" providerId="ADAL" clId="{35CE279D-91C4-4B88-8EE5-67ABEF48C7AB}" dt="2025-11-11T06:34:17.696" v="195"/>
          <ac:inkMkLst>
            <pc:docMk/>
            <pc:sldMk cId="1400410033" sldId="606"/>
            <ac:inkMk id="2" creationId="{2F49BC1D-457F-38DB-9E65-84619AB03D3A}"/>
          </ac:inkMkLst>
        </pc:inkChg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2192732003" sldId="607"/>
        </pc:sldMkLst>
      </pc:sldChg>
      <pc:sldChg chg="addSp delSp modSp add mod">
        <pc:chgData name="Deepika Vatsa" userId="f7100972-27fe-4ee6-8fb4-ec9b7931b409" providerId="ADAL" clId="{35CE279D-91C4-4B88-8EE5-67ABEF48C7AB}" dt="2025-11-10T10:30:19.887" v="188" actId="20577"/>
        <pc:sldMkLst>
          <pc:docMk/>
          <pc:sldMk cId="2598100404" sldId="607"/>
        </pc:sldMkLst>
        <pc:spChg chg="add mod">
          <ac:chgData name="Deepika Vatsa" userId="f7100972-27fe-4ee6-8fb4-ec9b7931b409" providerId="ADAL" clId="{35CE279D-91C4-4B88-8EE5-67ABEF48C7AB}" dt="2025-11-10T10:30:19.887" v="188" actId="20577"/>
          <ac:spMkLst>
            <pc:docMk/>
            <pc:sldMk cId="2598100404" sldId="607"/>
            <ac:spMk id="3" creationId="{57F3F8D3-015A-290B-596F-C050A7919FE7}"/>
          </ac:spMkLst>
        </pc:spChg>
        <pc:spChg chg="add mod">
          <ac:chgData name="Deepika Vatsa" userId="f7100972-27fe-4ee6-8fb4-ec9b7931b409" providerId="ADAL" clId="{35CE279D-91C4-4B88-8EE5-67ABEF48C7AB}" dt="2025-11-10T10:30:06.143" v="183" actId="20577"/>
          <ac:spMkLst>
            <pc:docMk/>
            <pc:sldMk cId="2598100404" sldId="607"/>
            <ac:spMk id="5" creationId="{1A271150-66A2-E776-79F1-AEDFF4928E1F}"/>
          </ac:spMkLst>
        </pc:spChg>
        <pc:picChg chg="del">
          <ac:chgData name="Deepika Vatsa" userId="f7100972-27fe-4ee6-8fb4-ec9b7931b409" providerId="ADAL" clId="{35CE279D-91C4-4B88-8EE5-67ABEF48C7AB}" dt="2025-11-10T10:29:49.675" v="167" actId="478"/>
          <ac:picMkLst>
            <pc:docMk/>
            <pc:sldMk cId="2598100404" sldId="607"/>
            <ac:picMk id="4" creationId="{86087CA6-A66C-60E4-9FB5-C354EDCA2674}"/>
          </ac:picMkLst>
        </pc:picChg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160900660" sldId="608"/>
        </pc:sldMkLst>
      </pc:sldChg>
      <pc:sldChg chg="addSp delSp modSp add mod">
        <pc:chgData name="Deepika Vatsa" userId="f7100972-27fe-4ee6-8fb4-ec9b7931b409" providerId="ADAL" clId="{35CE279D-91C4-4B88-8EE5-67ABEF48C7AB}" dt="2025-11-14T06:59:13.191" v="206" actId="478"/>
        <pc:sldMkLst>
          <pc:docMk/>
          <pc:sldMk cId="2682087942" sldId="608"/>
        </pc:sldMkLst>
        <pc:picChg chg="add mod">
          <ac:chgData name="Deepika Vatsa" userId="f7100972-27fe-4ee6-8fb4-ec9b7931b409" providerId="ADAL" clId="{35CE279D-91C4-4B88-8EE5-67ABEF48C7AB}" dt="2025-11-10T10:32:24.787" v="194" actId="1076"/>
          <ac:picMkLst>
            <pc:docMk/>
            <pc:sldMk cId="2682087942" sldId="608"/>
            <ac:picMk id="3" creationId="{788DC7CC-17A6-3F70-B163-3A537E865308}"/>
          </ac:picMkLst>
        </pc:picChg>
        <pc:picChg chg="del">
          <ac:chgData name="Deepika Vatsa" userId="f7100972-27fe-4ee6-8fb4-ec9b7931b409" providerId="ADAL" clId="{35CE279D-91C4-4B88-8EE5-67ABEF48C7AB}" dt="2025-11-10T10:32:19.277" v="191" actId="478"/>
          <ac:picMkLst>
            <pc:docMk/>
            <pc:sldMk cId="2682087942" sldId="608"/>
            <ac:picMk id="4" creationId="{86087CA6-A66C-60E4-9FB5-C354EDCA2674}"/>
          </ac:picMkLst>
        </pc:picChg>
        <pc:inkChg chg="add del">
          <ac:chgData name="Deepika Vatsa" userId="f7100972-27fe-4ee6-8fb4-ec9b7931b409" providerId="ADAL" clId="{35CE279D-91C4-4B88-8EE5-67ABEF48C7AB}" dt="2025-11-14T06:59:13.191" v="206" actId="478"/>
          <ac:inkMkLst>
            <pc:docMk/>
            <pc:sldMk cId="2682087942" sldId="608"/>
            <ac:inkMk id="2" creationId="{FDB105D1-3030-1A59-860B-0FAB6150CA10}"/>
          </ac:inkMkLst>
        </pc:inkChg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968836308" sldId="609"/>
        </pc:sldMkLst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3683881037" sldId="610"/>
        </pc:sldMkLst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1460220271" sldId="611"/>
        </pc:sldMkLst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3545377761" sldId="612"/>
        </pc:sldMkLst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774940088" sldId="613"/>
        </pc:sldMkLst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2976275128" sldId="614"/>
        </pc:sldMkLst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1691070638" sldId="615"/>
        </pc:sldMkLst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2722254237" sldId="616"/>
        </pc:sldMkLst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2381088735" sldId="617"/>
        </pc:sldMkLst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470659771" sldId="618"/>
        </pc:sldMkLst>
      </pc:sldChg>
      <pc:sldChg chg="del">
        <pc:chgData name="Deepika Vatsa" userId="f7100972-27fe-4ee6-8fb4-ec9b7931b409" providerId="ADAL" clId="{35CE279D-91C4-4B88-8EE5-67ABEF48C7AB}" dt="2025-11-10T10:20:13.003" v="61" actId="47"/>
        <pc:sldMkLst>
          <pc:docMk/>
          <pc:sldMk cId="4237102939" sldId="619"/>
        </pc:sldMkLst>
      </pc:sldChg>
    </pc:docChg>
  </pc:docChgLst>
  <pc:docChgLst>
    <pc:chgData name="Deepika Vatsa" userId="f7100972-27fe-4ee6-8fb4-ec9b7931b409" providerId="ADAL" clId="{43FC3250-EE2F-489E-970D-AD8C57589867}"/>
    <pc:docChg chg="undo redo custSel addSld delSld modSld sldOrd">
      <pc:chgData name="Deepika Vatsa" userId="f7100972-27fe-4ee6-8fb4-ec9b7931b409" providerId="ADAL" clId="{43FC3250-EE2F-489E-970D-AD8C57589867}" dt="2025-07-31T04:12:47.743" v="5160" actId="478"/>
      <pc:docMkLst>
        <pc:docMk/>
      </pc:docMkLst>
      <pc:sldChg chg="modSp add del mod">
        <pc:chgData name="Deepika Vatsa" userId="f7100972-27fe-4ee6-8fb4-ec9b7931b409" providerId="ADAL" clId="{43FC3250-EE2F-489E-970D-AD8C57589867}" dt="2025-07-23T11:06:41.949" v="98" actId="47"/>
        <pc:sldMkLst>
          <pc:docMk/>
          <pc:sldMk cId="0" sldId="263"/>
        </pc:sldMkLst>
        <pc:spChg chg="mod">
          <ac:chgData name="Deepika Vatsa" userId="f7100972-27fe-4ee6-8fb4-ec9b7931b409" providerId="ADAL" clId="{43FC3250-EE2F-489E-970D-AD8C57589867}" dt="2025-07-23T11:06:13.620" v="88" actId="2711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Deepika Vatsa" userId="f7100972-27fe-4ee6-8fb4-ec9b7931b409" providerId="ADAL" clId="{43FC3250-EE2F-489E-970D-AD8C57589867}" dt="2025-07-23T11:01:16.225" v="18" actId="20577"/>
        <pc:sldMkLst>
          <pc:docMk/>
          <pc:sldMk cId="0" sldId="395"/>
        </pc:sldMkLst>
        <pc:spChg chg="mod">
          <ac:chgData name="Deepika Vatsa" userId="f7100972-27fe-4ee6-8fb4-ec9b7931b409" providerId="ADAL" clId="{43FC3250-EE2F-489E-970D-AD8C57589867}" dt="2025-07-23T11:01:16.225" v="18" actId="20577"/>
          <ac:spMkLst>
            <pc:docMk/>
            <pc:sldMk cId="0" sldId="395"/>
            <ac:spMk id="2" creationId="{00000000-0000-0000-0000-000000000000}"/>
          </ac:spMkLst>
        </pc:spChg>
      </pc:sldChg>
      <pc:sldChg chg="addSp delSp modSp mod">
        <pc:chgData name="Deepika Vatsa" userId="f7100972-27fe-4ee6-8fb4-ec9b7931b409" providerId="ADAL" clId="{43FC3250-EE2F-489E-970D-AD8C57589867}" dt="2025-07-31T03:19:24.681" v="5124" actId="478"/>
        <pc:sldMkLst>
          <pc:docMk/>
          <pc:sldMk cId="3439049211" sldId="591"/>
        </pc:sldMkLst>
        <pc:spChg chg="mod">
          <ac:chgData name="Deepika Vatsa" userId="f7100972-27fe-4ee6-8fb4-ec9b7931b409" providerId="ADAL" clId="{43FC3250-EE2F-489E-970D-AD8C57589867}" dt="2025-07-23T11:02:03.827" v="49" actId="20577"/>
          <ac:spMkLst>
            <pc:docMk/>
            <pc:sldMk cId="3439049211" sldId="591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30T10:52:31" v="4788" actId="20577"/>
          <ac:spMkLst>
            <pc:docMk/>
            <pc:sldMk cId="3439049211" sldId="591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0T11:10:20.461" v="4872"/>
          <ac:grpSpMkLst>
            <pc:docMk/>
            <pc:sldMk cId="3439049211" sldId="591"/>
            <ac:grpSpMk id="20" creationId="{DC352B7A-AB12-6C8C-B40D-C7BFBFCE2B59}"/>
          </ac:grpSpMkLst>
        </pc:grpChg>
        <pc:grpChg chg="del mod">
          <ac:chgData name="Deepika Vatsa" userId="f7100972-27fe-4ee6-8fb4-ec9b7931b409" providerId="ADAL" clId="{43FC3250-EE2F-489E-970D-AD8C57589867}" dt="2025-07-30T11:10:21.647" v="4874"/>
          <ac:grpSpMkLst>
            <pc:docMk/>
            <pc:sldMk cId="3439049211" sldId="591"/>
            <ac:grpSpMk id="24" creationId="{219CEEA5-0BF5-D4C3-8297-46607827DC4A}"/>
          </ac:grpSpMkLst>
        </pc:grpChg>
        <pc:grpChg chg="del mod">
          <ac:chgData name="Deepika Vatsa" userId="f7100972-27fe-4ee6-8fb4-ec9b7931b409" providerId="ADAL" clId="{43FC3250-EE2F-489E-970D-AD8C57589867}" dt="2025-07-31T03:19:24.681" v="5124" actId="478"/>
          <ac:grpSpMkLst>
            <pc:docMk/>
            <pc:sldMk cId="3439049211" sldId="591"/>
            <ac:grpSpMk id="26" creationId="{CAF1A6F6-9C72-7932-F250-182C708B9874}"/>
          </ac:grpSpMkLst>
        </pc:grp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4" creationId="{3103EF01-424F-C304-D55F-BDF3B11BF7A7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5" creationId="{74B83C97-E185-AF86-0B13-73C5834EE652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6" creationId="{328FEBB9-E79F-0F6B-0E2D-C19663BB7662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7" creationId="{854F0EFD-4DD1-8150-FC71-7851EEFDCE9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8" creationId="{8B42F887-7A3C-9D5C-8DDA-FA4CA83409A1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9" creationId="{A6943454-225C-1AF3-8DB9-AFF7A45E73B2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10" creationId="{8996F264-38A7-CDB3-4869-47F5A899F28A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12" creationId="{04AE4E2F-8C9F-B7C2-9278-48AA8188A50D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3" creationId="{8755AB8D-3ED9-3C73-CDBA-025161D8B22A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4" creationId="{744EB10D-18B0-E11A-38DA-DDD55B06151C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5" creationId="{A918B39F-BAEB-1C9D-2B99-1738390BD99C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6" creationId="{3DABC3DD-1CED-B08C-CF0D-B611F020BD31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7" creationId="{CF1A4D57-586A-8CA6-97CA-6E29973C05CD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8" creationId="{5EE911C1-43D8-0D3F-1520-F0E2D8E90586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9" creationId="{6496225F-E2F3-5CBC-C0BB-B4434955C7F9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1" creationId="{883064B7-9A95-C7B8-4B00-475D3567FDCA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2" creationId="{9461E0D5-74C5-6752-1E58-BDC563173CE2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3" creationId="{BEB516DC-41B4-9003-26DB-CED7ABD1BD15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5" creationId="{95948E87-3F7C-4C2A-1D72-999FDCCE5A6B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27" creationId="{68154FC1-F8AD-9AAE-9DEC-DB372BB472F9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28" creationId="{75999692-1466-B909-05FB-F6CA12D7F31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29" creationId="{29F97E77-03ED-C129-B9D7-928CA7B60C7D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0" creationId="{CD80CB74-21BA-AA3D-B777-AA8CD0D161BB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1" creationId="{F01B7832-C789-7243-9649-E6B691B9630D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2" creationId="{22C8E466-96B9-296C-F3C3-326AE82D99F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3" creationId="{8C6FB7F6-78A9-ED6F-4BAF-841452B5FB9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4" creationId="{ED69AD48-2341-B5C4-5AE5-B79F5B3170B2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494535748" sldId="592"/>
        </pc:sldMkLst>
      </pc:sldChg>
      <pc:sldChg chg="addSp delSp modSp add mod">
        <pc:chgData name="Deepika Vatsa" userId="f7100972-27fe-4ee6-8fb4-ec9b7931b409" providerId="ADAL" clId="{43FC3250-EE2F-489E-970D-AD8C57589867}" dt="2025-07-31T04:12:34.873" v="5155" actId="478"/>
        <pc:sldMkLst>
          <pc:docMk/>
          <pc:sldMk cId="2432536662" sldId="592"/>
        </pc:sldMkLst>
        <pc:spChg chg="mod">
          <ac:chgData name="Deepika Vatsa" userId="f7100972-27fe-4ee6-8fb4-ec9b7931b409" providerId="ADAL" clId="{43FC3250-EE2F-489E-970D-AD8C57589867}" dt="2025-07-23T11:05:59.483" v="86" actId="20577"/>
          <ac:spMkLst>
            <pc:docMk/>
            <pc:sldMk cId="2432536662" sldId="592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3T11:06:35.616" v="97"/>
          <ac:spMkLst>
            <pc:docMk/>
            <pc:sldMk cId="2432536662" sldId="592"/>
            <ac:spMk id="11" creationId="{06381CCD-359B-D8A2-1997-A5B56A02FD41}"/>
          </ac:spMkLst>
        </pc:spChg>
        <pc:inkChg chg="add del">
          <ac:chgData name="Deepika Vatsa" userId="f7100972-27fe-4ee6-8fb4-ec9b7931b409" providerId="ADAL" clId="{43FC3250-EE2F-489E-970D-AD8C57589867}" dt="2025-07-31T04:12:34.873" v="5155" actId="478"/>
          <ac:inkMkLst>
            <pc:docMk/>
            <pc:sldMk cId="2432536662" sldId="592"/>
            <ac:inkMk id="4" creationId="{A364DE06-1238-648C-3CB4-BD520B86393F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19:29.401" v="5125" actId="478"/>
        <pc:sldMkLst>
          <pc:docMk/>
          <pc:sldMk cId="3198423911" sldId="593"/>
        </pc:sldMkLst>
        <pc:spChg chg="mod">
          <ac:chgData name="Deepika Vatsa" userId="f7100972-27fe-4ee6-8fb4-ec9b7931b409" providerId="ADAL" clId="{43FC3250-EE2F-489E-970D-AD8C57589867}" dt="2025-07-30T10:53:23.472" v="4795" actId="20577"/>
          <ac:spMkLst>
            <pc:docMk/>
            <pc:sldMk cId="3198423911" sldId="593"/>
            <ac:spMk id="11" creationId="{06381CCD-359B-D8A2-1997-A5B56A02FD41}"/>
          </ac:spMkLst>
        </pc:sp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4" creationId="{B799786D-6A20-6E7A-5142-4B7207D36D6F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5" creationId="{2148F28B-36BD-62CA-5BEB-869A041F88C3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6" creationId="{BE41BFAD-0CCD-E755-EB2A-3964B7EA02BE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7" creationId="{EBD33831-D62D-3D1A-A8D1-14BA50E7BBF2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8" creationId="{0CAB3322-00CB-2908-B9AC-36E821B60B02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9" creationId="{4246602E-3469-E998-6154-A1BBABCC8B77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10" creationId="{EBD11572-9FE6-7547-06B8-E669B1E2FF41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12" creationId="{708D7DD2-80E0-723C-3B27-D041F102AD6E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539443453" sldId="593"/>
        </pc:sldMkLst>
      </pc:sldChg>
      <pc:sldChg chg="addSp modSp add del mod">
        <pc:chgData name="Deepika Vatsa" userId="f7100972-27fe-4ee6-8fb4-ec9b7931b409" providerId="ADAL" clId="{43FC3250-EE2F-489E-970D-AD8C57589867}" dt="2025-07-24T08:34:45.342" v="1025" actId="2696"/>
        <pc:sldMkLst>
          <pc:docMk/>
          <pc:sldMk cId="48978311" sldId="594"/>
        </pc:sldMkLst>
        <pc:spChg chg="add mod">
          <ac:chgData name="Deepika Vatsa" userId="f7100972-27fe-4ee6-8fb4-ec9b7931b409" providerId="ADAL" clId="{43FC3250-EE2F-489E-970D-AD8C57589867}" dt="2025-07-24T08:22:49.480" v="841" actId="1076"/>
          <ac:spMkLst>
            <pc:docMk/>
            <pc:sldMk cId="48978311" sldId="594"/>
            <ac:spMk id="4" creationId="{9D01F8F6-E974-C5E7-0FB9-FA776F6EAD03}"/>
          </ac:spMkLst>
        </pc:spChg>
        <pc:spChg chg="mod">
          <ac:chgData name="Deepika Vatsa" userId="f7100972-27fe-4ee6-8fb4-ec9b7931b409" providerId="ADAL" clId="{43FC3250-EE2F-489E-970D-AD8C57589867}" dt="2025-07-24T08:18:11.348" v="809" actId="20577"/>
          <ac:spMkLst>
            <pc:docMk/>
            <pc:sldMk cId="48978311" sldId="594"/>
            <ac:spMk id="11" creationId="{06381CCD-359B-D8A2-1997-A5B56A02FD41}"/>
          </ac:spMkLst>
        </pc:spChg>
        <pc:picChg chg="add mod">
          <ac:chgData name="Deepika Vatsa" userId="f7100972-27fe-4ee6-8fb4-ec9b7931b409" providerId="ADAL" clId="{43FC3250-EE2F-489E-970D-AD8C57589867}" dt="2025-07-24T08:22:20.930" v="818" actId="1076"/>
          <ac:picMkLst>
            <pc:docMk/>
            <pc:sldMk cId="48978311" sldId="594"/>
            <ac:picMk id="1026" creationId="{A07EB3EA-E52A-11AF-3888-F41C75FA848D}"/>
          </ac:picMkLst>
        </pc:pic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249137657" sldId="594"/>
        </pc:sldMkLst>
      </pc:sldChg>
      <pc:sldChg chg="addSp delSp modSp add mod">
        <pc:chgData name="Deepika Vatsa" userId="f7100972-27fe-4ee6-8fb4-ec9b7931b409" providerId="ADAL" clId="{43FC3250-EE2F-489E-970D-AD8C57589867}" dt="2025-07-31T03:19:48.639" v="5127" actId="478"/>
        <pc:sldMkLst>
          <pc:docMk/>
          <pc:sldMk cId="815781673" sldId="595"/>
        </pc:sldMkLst>
        <pc:spChg chg="mod">
          <ac:chgData name="Deepika Vatsa" userId="f7100972-27fe-4ee6-8fb4-ec9b7931b409" providerId="ADAL" clId="{43FC3250-EE2F-489E-970D-AD8C57589867}" dt="2025-07-24T08:37:05.303" v="1251" actId="20577"/>
          <ac:spMkLst>
            <pc:docMk/>
            <pc:sldMk cId="815781673" sldId="595"/>
            <ac:spMk id="2" creationId="{00000000-0000-0000-0000-000000000000}"/>
          </ac:spMkLst>
        </pc:spChg>
        <pc:spChg chg="del">
          <ac:chgData name="Deepika Vatsa" userId="f7100972-27fe-4ee6-8fb4-ec9b7931b409" providerId="ADAL" clId="{43FC3250-EE2F-489E-970D-AD8C57589867}" dt="2025-07-24T08:32:14.278" v="865" actId="478"/>
          <ac:spMkLst>
            <pc:docMk/>
            <pc:sldMk cId="815781673" sldId="595"/>
            <ac:spMk id="4" creationId="{9D01F8F6-E974-C5E7-0FB9-FA776F6EAD03}"/>
          </ac:spMkLst>
        </pc:spChg>
        <pc:spChg chg="add mod">
          <ac:chgData name="Deepika Vatsa" userId="f7100972-27fe-4ee6-8fb4-ec9b7931b409" providerId="ADAL" clId="{43FC3250-EE2F-489E-970D-AD8C57589867}" dt="2025-07-24T08:40:38.696" v="1330" actId="403"/>
          <ac:spMkLst>
            <pc:docMk/>
            <pc:sldMk cId="815781673" sldId="595"/>
            <ac:spMk id="7" creationId="{BCBAFA03-3862-AA92-2365-76BF8A47DE8D}"/>
          </ac:spMkLst>
        </pc:spChg>
        <pc:spChg chg="mod">
          <ac:chgData name="Deepika Vatsa" userId="f7100972-27fe-4ee6-8fb4-ec9b7931b409" providerId="ADAL" clId="{43FC3250-EE2F-489E-970D-AD8C57589867}" dt="2025-07-24T08:39:06.013" v="1293" actId="6549"/>
          <ac:spMkLst>
            <pc:docMk/>
            <pc:sldMk cId="815781673" sldId="595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0T11:13:15.432" v="4906"/>
          <ac:grpSpMkLst>
            <pc:docMk/>
            <pc:sldMk cId="815781673" sldId="595"/>
            <ac:grpSpMk id="19" creationId="{3C1DA0E4-D11A-2BE9-C192-D6F0BC0FF255}"/>
          </ac:grpSpMkLst>
        </pc:grpChg>
        <pc:grpChg chg="del mod">
          <ac:chgData name="Deepika Vatsa" userId="f7100972-27fe-4ee6-8fb4-ec9b7931b409" providerId="ADAL" clId="{43FC3250-EE2F-489E-970D-AD8C57589867}" dt="2025-07-30T11:13:19.546" v="4908"/>
          <ac:grpSpMkLst>
            <pc:docMk/>
            <pc:sldMk cId="815781673" sldId="595"/>
            <ac:grpSpMk id="21" creationId="{8C9F124E-DB40-DAD2-C83A-121001926ED4}"/>
          </ac:grpSpMkLst>
        </pc:grpChg>
        <pc:grpChg chg="del mod">
          <ac:chgData name="Deepika Vatsa" userId="f7100972-27fe-4ee6-8fb4-ec9b7931b409" providerId="ADAL" clId="{43FC3250-EE2F-489E-970D-AD8C57589867}" dt="2025-07-30T11:13:22.839" v="4911"/>
          <ac:grpSpMkLst>
            <pc:docMk/>
            <pc:sldMk cId="815781673" sldId="595"/>
            <ac:grpSpMk id="23" creationId="{DE86DEFD-69AB-7AE6-BD3E-1BA7D61DF24D}"/>
          </ac:grpSpMkLst>
        </pc:grpChg>
        <pc:grpChg chg="del mod">
          <ac:chgData name="Deepika Vatsa" userId="f7100972-27fe-4ee6-8fb4-ec9b7931b409" providerId="ADAL" clId="{43FC3250-EE2F-489E-970D-AD8C57589867}" dt="2025-07-30T11:13:33.341" v="4915"/>
          <ac:grpSpMkLst>
            <pc:docMk/>
            <pc:sldMk cId="815781673" sldId="595"/>
            <ac:grpSpMk id="26" creationId="{FDF50693-1D53-4326-0417-3C5FFD7FA4EC}"/>
          </ac:grpSpMkLst>
        </pc:grpChg>
        <pc:grpChg chg="del mod">
          <ac:chgData name="Deepika Vatsa" userId="f7100972-27fe-4ee6-8fb4-ec9b7931b409" providerId="ADAL" clId="{43FC3250-EE2F-489E-970D-AD8C57589867}" dt="2025-07-30T11:13:40.875" v="4917"/>
          <ac:grpSpMkLst>
            <pc:docMk/>
            <pc:sldMk cId="815781673" sldId="595"/>
            <ac:grpSpMk id="30" creationId="{095FD8D9-6142-7FB0-AA65-2C7315886F71}"/>
          </ac:grpSpMkLst>
        </pc:grpChg>
        <pc:grpChg chg="del mod">
          <ac:chgData name="Deepika Vatsa" userId="f7100972-27fe-4ee6-8fb4-ec9b7931b409" providerId="ADAL" clId="{43FC3250-EE2F-489E-970D-AD8C57589867}" dt="2025-07-30T11:13:45.075" v="4920"/>
          <ac:grpSpMkLst>
            <pc:docMk/>
            <pc:sldMk cId="815781673" sldId="595"/>
            <ac:grpSpMk id="32" creationId="{A1527D73-3B78-69B9-8898-C5CA5786FE74}"/>
          </ac:grpSpMkLst>
        </pc:grpChg>
        <pc:grpChg chg="del mod">
          <ac:chgData name="Deepika Vatsa" userId="f7100972-27fe-4ee6-8fb4-ec9b7931b409" providerId="ADAL" clId="{43FC3250-EE2F-489E-970D-AD8C57589867}" dt="2025-07-31T03:19:48.639" v="5127" actId="478"/>
          <ac:grpSpMkLst>
            <pc:docMk/>
            <pc:sldMk cId="815781673" sldId="595"/>
            <ac:grpSpMk id="35" creationId="{FB3340CE-15F7-EBE9-BF2E-3E8AAFC42BBB}"/>
          </ac:grpSpMkLst>
        </pc:grpChg>
        <pc:picChg chg="add del mod">
          <ac:chgData name="Deepika Vatsa" userId="f7100972-27fe-4ee6-8fb4-ec9b7931b409" providerId="ADAL" clId="{43FC3250-EE2F-489E-970D-AD8C57589867}" dt="2025-07-24T08:39:13.843" v="1295" actId="478"/>
          <ac:picMkLst>
            <pc:docMk/>
            <pc:sldMk cId="815781673" sldId="595"/>
            <ac:picMk id="6" creationId="{06CDD532-FD42-2A67-1E0A-4C898A463CCC}"/>
          </ac:picMkLst>
        </pc:picChg>
        <pc:picChg chg="del">
          <ac:chgData name="Deepika Vatsa" userId="f7100972-27fe-4ee6-8fb4-ec9b7931b409" providerId="ADAL" clId="{43FC3250-EE2F-489E-970D-AD8C57589867}" dt="2025-07-24T08:32:11.817" v="864" actId="478"/>
          <ac:picMkLst>
            <pc:docMk/>
            <pc:sldMk cId="815781673" sldId="595"/>
            <ac:picMk id="1026" creationId="{A07EB3EA-E52A-11AF-3888-F41C75FA848D}"/>
          </ac:picMkLst>
        </pc:picChg>
        <pc:picChg chg="add mod">
          <ac:chgData name="Deepika Vatsa" userId="f7100972-27fe-4ee6-8fb4-ec9b7931b409" providerId="ADAL" clId="{43FC3250-EE2F-489E-970D-AD8C57589867}" dt="2025-07-24T08:39:36.667" v="1301" actId="1076"/>
          <ac:picMkLst>
            <pc:docMk/>
            <pc:sldMk cId="815781673" sldId="595"/>
            <ac:picMk id="2050" creationId="{0B7501EB-9B8B-1F43-B280-F1F29C89922A}"/>
          </ac:picMkLst>
        </pc:picChg>
        <pc:inkChg chg="add del">
          <ac:chgData name="Deepika Vatsa" userId="f7100972-27fe-4ee6-8fb4-ec9b7931b409" providerId="ADAL" clId="{43FC3250-EE2F-489E-970D-AD8C57589867}" dt="2025-07-31T03:19:45.741" v="5126" actId="478"/>
          <ac:inkMkLst>
            <pc:docMk/>
            <pc:sldMk cId="815781673" sldId="595"/>
            <ac:inkMk id="4" creationId="{62800112-A9D4-C752-A45C-955B82029571}"/>
          </ac:inkMkLst>
        </pc:inkChg>
        <pc:inkChg chg="add del">
          <ac:chgData name="Deepika Vatsa" userId="f7100972-27fe-4ee6-8fb4-ec9b7931b409" providerId="ADAL" clId="{43FC3250-EE2F-489E-970D-AD8C57589867}" dt="2025-07-31T03:19:45.741" v="5126" actId="478"/>
          <ac:inkMkLst>
            <pc:docMk/>
            <pc:sldMk cId="815781673" sldId="595"/>
            <ac:inkMk id="5" creationId="{FF5D786E-AD0A-98B2-5F3F-141BC9C6FF5E}"/>
          </ac:inkMkLst>
        </pc:inkChg>
        <pc:inkChg chg="add del">
          <ac:chgData name="Deepika Vatsa" userId="f7100972-27fe-4ee6-8fb4-ec9b7931b409" providerId="ADAL" clId="{43FC3250-EE2F-489E-970D-AD8C57589867}" dt="2025-07-31T03:19:45.741" v="5126" actId="478"/>
          <ac:inkMkLst>
            <pc:docMk/>
            <pc:sldMk cId="815781673" sldId="595"/>
            <ac:inkMk id="6" creationId="{B9741922-A1E1-A8CF-CEB0-8CACF16AB1B0}"/>
          </ac:inkMkLst>
        </pc:inkChg>
        <pc:inkChg chg="add">
          <ac:chgData name="Deepika Vatsa" userId="f7100972-27fe-4ee6-8fb4-ec9b7931b409" providerId="ADAL" clId="{43FC3250-EE2F-489E-970D-AD8C57589867}" dt="2025-07-30T11:12:50.664" v="4894" actId="9405"/>
          <ac:inkMkLst>
            <pc:docMk/>
            <pc:sldMk cId="815781673" sldId="595"/>
            <ac:inkMk id="8" creationId="{EEACF910-633C-AE8B-0642-C71E5B84C041}"/>
          </ac:inkMkLst>
        </pc:inkChg>
        <pc:inkChg chg="add">
          <ac:chgData name="Deepika Vatsa" userId="f7100972-27fe-4ee6-8fb4-ec9b7931b409" providerId="ADAL" clId="{43FC3250-EE2F-489E-970D-AD8C57589867}" dt="2025-07-30T11:12:54.368" v="4895" actId="9405"/>
          <ac:inkMkLst>
            <pc:docMk/>
            <pc:sldMk cId="815781673" sldId="595"/>
            <ac:inkMk id="9" creationId="{C39F76D6-5DCC-CD24-131E-897F8204AFE4}"/>
          </ac:inkMkLst>
        </pc:inkChg>
        <pc:inkChg chg="add">
          <ac:chgData name="Deepika Vatsa" userId="f7100972-27fe-4ee6-8fb4-ec9b7931b409" providerId="ADAL" clId="{43FC3250-EE2F-489E-970D-AD8C57589867}" dt="2025-07-30T11:12:55.413" v="4896" actId="9405"/>
          <ac:inkMkLst>
            <pc:docMk/>
            <pc:sldMk cId="815781673" sldId="595"/>
            <ac:inkMk id="10" creationId="{2BFED832-E34E-9A8D-7B76-1D5566960974}"/>
          </ac:inkMkLst>
        </pc:inkChg>
        <pc:inkChg chg="add">
          <ac:chgData name="Deepika Vatsa" userId="f7100972-27fe-4ee6-8fb4-ec9b7931b409" providerId="ADAL" clId="{43FC3250-EE2F-489E-970D-AD8C57589867}" dt="2025-07-30T11:12:57.306" v="4897" actId="9405"/>
          <ac:inkMkLst>
            <pc:docMk/>
            <pc:sldMk cId="815781673" sldId="595"/>
            <ac:inkMk id="12" creationId="{CD91F783-8135-9CCE-7DBA-385AF0289E46}"/>
          </ac:inkMkLst>
        </pc:inkChg>
        <pc:inkChg chg="add">
          <ac:chgData name="Deepika Vatsa" userId="f7100972-27fe-4ee6-8fb4-ec9b7931b409" providerId="ADAL" clId="{43FC3250-EE2F-489E-970D-AD8C57589867}" dt="2025-07-30T11:13:04.529" v="4898" actId="9405"/>
          <ac:inkMkLst>
            <pc:docMk/>
            <pc:sldMk cId="815781673" sldId="595"/>
            <ac:inkMk id="13" creationId="{20D17564-0F72-D4C2-BF4A-7D9EDF592976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4" creationId="{BF0FB1BF-6672-A09D-C8BF-ED96E5A813FA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5" creationId="{0278F548-5B7B-E4B3-08EB-475D19578604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6" creationId="{4FEAB99A-C6B3-51B7-DF61-34E315783C82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7" creationId="{6DAB6236-C481-B03A-0733-4BCE02EA7857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8" creationId="{E575BA2F-0107-B035-CE32-6573CBBBEDB9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0" creationId="{4F26A695-6666-9B76-E329-3E22823C64C2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2" creationId="{0411668C-F121-9B95-6EE9-A5A60806149A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4" creationId="{7B9548A8-2E09-F900-F574-51BDCDC93A5B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5" creationId="{8427FA7C-FFC2-A54D-1800-41C485422DA4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7" creationId="{08313E9B-A8C1-E1F4-626F-D66F69DDC567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8" creationId="{EA9F5BEC-A998-3854-B749-3A0510FBFCE4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9" creationId="{36800E10-7045-C26E-65FF-B8E8FB824212}"/>
          </ac:inkMkLst>
        </pc:inkChg>
        <pc:inkChg chg="add del mod">
          <ac:chgData name="Deepika Vatsa" userId="f7100972-27fe-4ee6-8fb4-ec9b7931b409" providerId="ADAL" clId="{43FC3250-EE2F-489E-970D-AD8C57589867}" dt="2025-07-31T03:19:48.639" v="5127" actId="478"/>
          <ac:inkMkLst>
            <pc:docMk/>
            <pc:sldMk cId="815781673" sldId="595"/>
            <ac:inkMk id="31" creationId="{41F0F6EA-74DF-D407-8184-6363BC58D3B8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33" creationId="{36BDD940-2F76-5EF4-D3B2-4C692FF43FB3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34" creationId="{EEBFAEFE-31B8-C959-6F75-0F3E25C0956B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043304788" sldId="595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365471124" sldId="596"/>
        </pc:sldMkLst>
      </pc:sldChg>
      <pc:sldChg chg="addSp delSp modSp add mod">
        <pc:chgData name="Deepika Vatsa" userId="f7100972-27fe-4ee6-8fb4-ec9b7931b409" providerId="ADAL" clId="{43FC3250-EE2F-489E-970D-AD8C57589867}" dt="2025-07-31T03:20:03.516" v="5129" actId="478"/>
        <pc:sldMkLst>
          <pc:docMk/>
          <pc:sldMk cId="2532030908" sldId="596"/>
        </pc:sldMkLst>
        <pc:spChg chg="add mod">
          <ac:chgData name="Deepika Vatsa" userId="f7100972-27fe-4ee6-8fb4-ec9b7931b409" providerId="ADAL" clId="{43FC3250-EE2F-489E-970D-AD8C57589867}" dt="2025-07-24T08:41:15.866" v="1336"/>
          <ac:spMkLst>
            <pc:docMk/>
            <pc:sldMk cId="2532030908" sldId="596"/>
            <ac:spMk id="4" creationId="{D5F2722A-AC7A-5522-5F87-F46E0F06E45B}"/>
          </ac:spMkLst>
        </pc:spChg>
        <pc:spChg chg="add mod">
          <ac:chgData name="Deepika Vatsa" userId="f7100972-27fe-4ee6-8fb4-ec9b7931b409" providerId="ADAL" clId="{43FC3250-EE2F-489E-970D-AD8C57589867}" dt="2025-07-24T08:41:20.226" v="1340"/>
          <ac:spMkLst>
            <pc:docMk/>
            <pc:sldMk cId="2532030908" sldId="596"/>
            <ac:spMk id="7" creationId="{D5F2722A-AC7A-5522-5F87-F46E0F06E45B}"/>
          </ac:spMkLst>
        </pc:spChg>
        <pc:spChg chg="add del mod">
          <ac:chgData name="Deepika Vatsa" userId="f7100972-27fe-4ee6-8fb4-ec9b7931b409" providerId="ADAL" clId="{43FC3250-EE2F-489E-970D-AD8C57589867}" dt="2025-07-24T08:41:24.986" v="1342" actId="478"/>
          <ac:spMkLst>
            <pc:docMk/>
            <pc:sldMk cId="2532030908" sldId="596"/>
            <ac:spMk id="8" creationId="{D5F2722A-AC7A-5522-5F87-F46E0F06E45B}"/>
          </ac:spMkLst>
        </pc:spChg>
        <pc:spChg chg="add del mod ord">
          <ac:chgData name="Deepika Vatsa" userId="f7100972-27fe-4ee6-8fb4-ec9b7931b409" providerId="ADAL" clId="{43FC3250-EE2F-489E-970D-AD8C57589867}" dt="2025-07-31T03:19:55.785" v="5128" actId="478"/>
          <ac:spMkLst>
            <pc:docMk/>
            <pc:sldMk cId="2532030908" sldId="596"/>
            <ac:spMk id="9" creationId="{201B0A84-744C-23F6-4528-9945FC0EFECC}"/>
          </ac:spMkLst>
        </pc:spChg>
        <pc:spChg chg="add del mod">
          <ac:chgData name="Deepika Vatsa" userId="f7100972-27fe-4ee6-8fb4-ec9b7931b409" providerId="ADAL" clId="{43FC3250-EE2F-489E-970D-AD8C57589867}" dt="2025-07-24T09:04:57.952" v="2074" actId="478"/>
          <ac:spMkLst>
            <pc:docMk/>
            <pc:sldMk cId="2532030908" sldId="596"/>
            <ac:spMk id="10" creationId="{F18DCF59-2D3F-A81C-CBA3-6B10A9A86DE5}"/>
          </ac:spMkLst>
        </pc:spChg>
        <pc:spChg chg="mod">
          <ac:chgData name="Deepika Vatsa" userId="f7100972-27fe-4ee6-8fb4-ec9b7931b409" providerId="ADAL" clId="{43FC3250-EE2F-489E-970D-AD8C57589867}" dt="2025-07-24T08:44:31.133" v="1423" actId="20577"/>
          <ac:spMkLst>
            <pc:docMk/>
            <pc:sldMk cId="2532030908" sldId="596"/>
            <ac:spMk id="11" creationId="{06381CCD-359B-D8A2-1997-A5B56A02FD41}"/>
          </ac:spMkLst>
        </pc:spChg>
        <pc:spChg chg="add del mod">
          <ac:chgData name="Deepika Vatsa" userId="f7100972-27fe-4ee6-8fb4-ec9b7931b409" providerId="ADAL" clId="{43FC3250-EE2F-489E-970D-AD8C57589867}" dt="2025-07-24T09:05:02.995" v="2075" actId="1076"/>
          <ac:spMkLst>
            <pc:docMk/>
            <pc:sldMk cId="2532030908" sldId="596"/>
            <ac:spMk id="12" creationId="{054E186B-0053-1ADA-9448-E99069A759EF}"/>
          </ac:spMkLst>
        </pc:s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15" creationId="{4A103530-BACA-816B-4CBE-A0207BAB39B7}"/>
          </ac:grpSpMkLst>
        </pc:grpChg>
        <pc:grpChg chg="del mod">
          <ac:chgData name="Deepika Vatsa" userId="f7100972-27fe-4ee6-8fb4-ec9b7931b409" providerId="ADAL" clId="{43FC3250-EE2F-489E-970D-AD8C57589867}" dt="2025-07-30T11:15:53.623" v="4942"/>
          <ac:grpSpMkLst>
            <pc:docMk/>
            <pc:sldMk cId="2532030908" sldId="596"/>
            <ac:grpSpMk id="27" creationId="{93C68A5C-E0E9-8654-8062-34A20133655C}"/>
          </ac:grpSpMkLst>
        </pc:grpChg>
        <pc:grpChg chg="del mod">
          <ac:chgData name="Deepika Vatsa" userId="f7100972-27fe-4ee6-8fb4-ec9b7931b409" providerId="ADAL" clId="{43FC3250-EE2F-489E-970D-AD8C57589867}" dt="2025-07-30T11:15:55.544" v="4946"/>
          <ac:grpSpMkLst>
            <pc:docMk/>
            <pc:sldMk cId="2532030908" sldId="596"/>
            <ac:grpSpMk id="29" creationId="{40EEEC29-DEBD-46BD-CEB4-A1F8FFA071AC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33" creationId="{94AC4CAD-ABA6-4A1B-8CB5-5EF7BFF292F7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38" creationId="{9049384C-553B-F830-2EF4-29690621E7AF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46" creationId="{05410D5A-8BC4-DE30-7319-F20BBF28C9D9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47" creationId="{9CF44EBE-3E61-0ECE-5406-E1258B3A6CF2}"/>
          </ac:grpSpMkLst>
        </pc:grpChg>
        <pc:grpChg chg="del mod">
          <ac:chgData name="Deepika Vatsa" userId="f7100972-27fe-4ee6-8fb4-ec9b7931b409" providerId="ADAL" clId="{43FC3250-EE2F-489E-970D-AD8C57589867}" dt="2025-07-31T03:19:55.785" v="5128" actId="478"/>
          <ac:grpSpMkLst>
            <pc:docMk/>
            <pc:sldMk cId="2532030908" sldId="596"/>
            <ac:grpSpMk id="53" creationId="{C3CA9B47-E57F-198C-F289-F1340CF10A9A}"/>
          </ac:grpSpMkLst>
        </pc:grpChg>
        <pc:graphicFrameChg chg="add del">
          <ac:chgData name="Deepika Vatsa" userId="f7100972-27fe-4ee6-8fb4-ec9b7931b409" providerId="ADAL" clId="{43FC3250-EE2F-489E-970D-AD8C57589867}" dt="2025-07-24T09:04:52.788" v="2073" actId="26606"/>
          <ac:graphicFrameMkLst>
            <pc:docMk/>
            <pc:sldMk cId="2532030908" sldId="596"/>
            <ac:graphicFrameMk id="15" creationId="{6CFDDA4F-D95F-67BC-99D8-585C9530E5D3}"/>
          </ac:graphicFrameMkLst>
        </pc:graphicFrameChg>
        <pc:picChg chg="add del">
          <ac:chgData name="Deepika Vatsa" userId="f7100972-27fe-4ee6-8fb4-ec9b7931b409" providerId="ADAL" clId="{43FC3250-EE2F-489E-970D-AD8C57589867}" dt="2025-07-24T08:41:18.314" v="1338"/>
          <ac:picMkLst>
            <pc:docMk/>
            <pc:sldMk cId="2532030908" sldId="596"/>
            <ac:picMk id="5" creationId="{CAD75397-8298-4658-F474-42286115F8BF}"/>
          </ac:picMkLst>
        </pc:picChg>
        <pc:picChg chg="del mod">
          <ac:chgData name="Deepika Vatsa" userId="f7100972-27fe-4ee6-8fb4-ec9b7931b409" providerId="ADAL" clId="{43FC3250-EE2F-489E-970D-AD8C57589867}" dt="2025-07-24T08:42:40.373" v="1364" actId="478"/>
          <ac:picMkLst>
            <pc:docMk/>
            <pc:sldMk cId="2532030908" sldId="596"/>
            <ac:picMk id="6" creationId="{06CDD532-FD42-2A67-1E0A-4C898A463CCC}"/>
          </ac:picMkLst>
        </pc:picChg>
        <pc:picChg chg="add mod">
          <ac:chgData name="Deepika Vatsa" userId="f7100972-27fe-4ee6-8fb4-ec9b7931b409" providerId="ADAL" clId="{43FC3250-EE2F-489E-970D-AD8C57589867}" dt="2025-07-24T09:04:49.283" v="2071" actId="1076"/>
          <ac:picMkLst>
            <pc:docMk/>
            <pc:sldMk cId="2532030908" sldId="596"/>
            <ac:picMk id="13" creationId="{5AB04AA3-C013-8EAC-2039-79F8E810ADD7}"/>
          </ac:picMkLst>
        </pc:picChg>
        <pc:picChg chg="del">
          <ac:chgData name="Deepika Vatsa" userId="f7100972-27fe-4ee6-8fb4-ec9b7931b409" providerId="ADAL" clId="{43FC3250-EE2F-489E-970D-AD8C57589867}" dt="2025-07-24T08:38:51.487" v="1289" actId="478"/>
          <ac:picMkLst>
            <pc:docMk/>
            <pc:sldMk cId="2532030908" sldId="596"/>
            <ac:picMk id="2050" creationId="{0B7501EB-9B8B-1F43-B280-F1F29C89922A}"/>
          </ac:picMkLst>
        </pc:pic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4" creationId="{88B8B8E3-DA3B-EE8E-8DA8-422C56013049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5" creationId="{9CBA7F43-E72A-7281-4516-69C983FB24F0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6" creationId="{24307FDE-4C9C-86FB-5366-7E118AD4AA03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7" creationId="{7B04A9E6-333B-43E3-4D80-CF154610806F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8" creationId="{3570D878-EE74-BF8E-4A55-416FEBD1583E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10" creationId="{1FD16809-5891-7573-BCDC-CBF2E3DF518D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14" creationId="{638074A3-275B-B13C-AD8F-7937834D2F27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6" creationId="{FD8B3306-3590-4B9D-B54E-F5FA6ADB8E5F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7" creationId="{4FA37EAD-7CA9-0812-2AA6-007F6AF3CF35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8" creationId="{FD724568-A393-C882-F883-DFA674DED7E9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9" creationId="{DC0E876A-CE60-5AEC-D27B-5A67E6862B82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20" creationId="{82B82D16-DEE8-66CA-D3D5-6B8ECF344BB1}"/>
          </ac:inkMkLst>
        </pc:inkChg>
        <pc:inkChg chg="add del">
          <ac:chgData name="Deepika Vatsa" userId="f7100972-27fe-4ee6-8fb4-ec9b7931b409" providerId="ADAL" clId="{43FC3250-EE2F-489E-970D-AD8C57589867}" dt="2025-07-31T03:20:03.516" v="5129" actId="478"/>
          <ac:inkMkLst>
            <pc:docMk/>
            <pc:sldMk cId="2532030908" sldId="596"/>
            <ac:inkMk id="21" creationId="{6BEFAB12-5590-7F06-7B25-8B9CCA70BD5D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2" creationId="{3DF19026-066D-02A0-C382-DBDEB1C7E1D0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3" creationId="{D6BE9C7C-E612-8826-80B1-6D9958BC7220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4" creationId="{6A066C8A-5E3C-5B66-25E0-82887BACB9F4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5" creationId="{814606A0-B2E1-BE7C-CAD3-22F1C0E5E1B7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6" creationId="{0ED57A37-39FB-A980-BB74-93D2F94B566E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8" creationId="{2AF07CE3-852F-ACE8-F399-66F9DF879B24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30" creationId="{2F62BCAB-CBAE-0C39-F5E3-9799BD3C169D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31" creationId="{BD6B7FD5-D0A3-DFA4-B7C7-D5B0E8EFB46C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32" creationId="{2E6E19DA-278D-256E-F9E2-BCCAAEB04261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4" creationId="{F17ACEF0-72FA-321A-CD3D-E082D7B59059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5" creationId="{B50E9606-004A-F61A-5BDA-D8D7534E0EC4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6" creationId="{050455ED-C390-BFA9-A9B4-A3B41A5E8AEB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7" creationId="{4DF8C8C8-5D58-1DCE-7491-623572C539F5}"/>
          </ac:inkMkLst>
        </pc:inkChg>
        <pc:inkChg chg="add del">
          <ac:chgData name="Deepika Vatsa" userId="f7100972-27fe-4ee6-8fb4-ec9b7931b409" providerId="ADAL" clId="{43FC3250-EE2F-489E-970D-AD8C57589867}" dt="2025-07-31T03:20:03.516" v="5129" actId="478"/>
          <ac:inkMkLst>
            <pc:docMk/>
            <pc:sldMk cId="2532030908" sldId="596"/>
            <ac:inkMk id="39" creationId="{FE09A62C-DECB-44C1-967F-7B314A16BB46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0" creationId="{7AC53162-5FE8-7761-5332-7D80C8DDC312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1" creationId="{C3E175DA-FA37-4A39-5887-2D43EA06F1A3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2" creationId="{C93CDB0D-902F-4DAC-542E-CD7856545CBA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3" creationId="{34A54093-00DF-2606-7948-24AFA7BDE8E8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4" creationId="{AF6B3135-3D23-B14A-EE3A-0438FA826E5A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5" creationId="{10127614-7D82-759D-C69F-7F81509E63D8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48" creationId="{6C3D8949-3295-D523-B194-146A672CB68B}"/>
          </ac:inkMkLst>
        </pc:inkChg>
        <pc:inkChg chg="add del">
          <ac:chgData name="Deepika Vatsa" userId="f7100972-27fe-4ee6-8fb4-ec9b7931b409" providerId="ADAL" clId="{43FC3250-EE2F-489E-970D-AD8C57589867}" dt="2025-07-31T03:20:03.516" v="5129" actId="478"/>
          <ac:inkMkLst>
            <pc:docMk/>
            <pc:sldMk cId="2532030908" sldId="596"/>
            <ac:inkMk id="49" creationId="{6CB31BCF-E3B4-98A5-D05E-75969C687A31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50" creationId="{9F644C68-5272-E707-EB3E-3EE1AF593258}"/>
          </ac:inkMkLst>
        </pc:inkChg>
        <pc:inkChg chg="add mod">
          <ac:chgData name="Deepika Vatsa" userId="f7100972-27fe-4ee6-8fb4-ec9b7931b409" providerId="ADAL" clId="{43FC3250-EE2F-489E-970D-AD8C57589867}" dt="2025-07-30T11:16:26.344" v="4965"/>
          <ac:inkMkLst>
            <pc:docMk/>
            <pc:sldMk cId="2532030908" sldId="596"/>
            <ac:inkMk id="51" creationId="{102E9271-8E6E-9A94-BBE6-9CB6939AD904}"/>
          </ac:inkMkLst>
        </pc:inkChg>
        <pc:inkChg chg="add mod">
          <ac:chgData name="Deepika Vatsa" userId="f7100972-27fe-4ee6-8fb4-ec9b7931b409" providerId="ADAL" clId="{43FC3250-EE2F-489E-970D-AD8C57589867}" dt="2025-07-30T11:16:26.344" v="4965"/>
          <ac:inkMkLst>
            <pc:docMk/>
            <pc:sldMk cId="2532030908" sldId="596"/>
            <ac:inkMk id="52" creationId="{492EE3C8-136B-3F72-415F-B56C36D301D2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54" creationId="{913B29BD-D233-DD99-1331-5ECCF0662FD5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613863550" sldId="597"/>
        </pc:sldMkLst>
      </pc:sldChg>
      <pc:sldChg chg="addSp delSp modSp add mod">
        <pc:chgData name="Deepika Vatsa" userId="f7100972-27fe-4ee6-8fb4-ec9b7931b409" providerId="ADAL" clId="{43FC3250-EE2F-489E-970D-AD8C57589867}" dt="2025-07-31T03:20:39.266" v="5137" actId="478"/>
        <pc:sldMkLst>
          <pc:docMk/>
          <pc:sldMk cId="3825282558" sldId="597"/>
        </pc:sldMkLst>
        <pc:spChg chg="add mod">
          <ac:chgData name="Deepika Vatsa" userId="f7100972-27fe-4ee6-8fb4-ec9b7931b409" providerId="ADAL" clId="{43FC3250-EE2F-489E-970D-AD8C57589867}" dt="2025-07-24T09:13:49.188" v="2128" actId="1036"/>
          <ac:spMkLst>
            <pc:docMk/>
            <pc:sldMk cId="3825282558" sldId="597"/>
            <ac:spMk id="4" creationId="{4D157D1B-7F8A-9A8B-D14E-A8A739CD19A9}"/>
          </ac:spMkLst>
        </pc:spChg>
        <pc:spChg chg="add del mod">
          <ac:chgData name="Deepika Vatsa" userId="f7100972-27fe-4ee6-8fb4-ec9b7931b409" providerId="ADAL" clId="{43FC3250-EE2F-489E-970D-AD8C57589867}" dt="2025-07-31T03:20:27.430" v="5133" actId="478"/>
          <ac:spMkLst>
            <pc:docMk/>
            <pc:sldMk cId="3825282558" sldId="597"/>
            <ac:spMk id="5" creationId="{68009DD6-B443-C5DB-F60A-21FC1529A21C}"/>
          </ac:spMkLst>
        </pc:spChg>
        <pc:spChg chg="add del mod">
          <ac:chgData name="Deepika Vatsa" userId="f7100972-27fe-4ee6-8fb4-ec9b7931b409" providerId="ADAL" clId="{43FC3250-EE2F-489E-970D-AD8C57589867}" dt="2025-07-24T09:13:41.392" v="2107" actId="478"/>
          <ac:spMkLst>
            <pc:docMk/>
            <pc:sldMk cId="3825282558" sldId="597"/>
            <ac:spMk id="6" creationId="{E4445506-10DA-6C8E-B875-EB21FB0E8E0C}"/>
          </ac:spMkLst>
        </pc:spChg>
        <pc:spChg chg="add del mod">
          <ac:chgData name="Deepika Vatsa" userId="f7100972-27fe-4ee6-8fb4-ec9b7931b409" providerId="ADAL" clId="{43FC3250-EE2F-489E-970D-AD8C57589867}" dt="2025-07-24T09:13:38.721" v="2106" actId="478"/>
          <ac:spMkLst>
            <pc:docMk/>
            <pc:sldMk cId="3825282558" sldId="597"/>
            <ac:spMk id="7" creationId="{17E1BA5B-066B-4677-2290-A7CE14E52D1D}"/>
          </ac:spMkLst>
        </pc:spChg>
        <pc:spChg chg="mod">
          <ac:chgData name="Deepika Vatsa" userId="f7100972-27fe-4ee6-8fb4-ec9b7931b409" providerId="ADAL" clId="{43FC3250-EE2F-489E-970D-AD8C57589867}" dt="2025-07-24T09:04:02.549" v="2060" actId="1076"/>
          <ac:spMkLst>
            <pc:docMk/>
            <pc:sldMk cId="3825282558" sldId="597"/>
            <ac:spMk id="9" creationId="{201B0A84-744C-23F6-4528-9945FC0EFECC}"/>
          </ac:spMkLst>
        </pc:spChg>
        <pc:spChg chg="mod">
          <ac:chgData name="Deepika Vatsa" userId="f7100972-27fe-4ee6-8fb4-ec9b7931b409" providerId="ADAL" clId="{43FC3250-EE2F-489E-970D-AD8C57589867}" dt="2025-07-24T09:03:59.228" v="2059" actId="14100"/>
          <ac:spMkLst>
            <pc:docMk/>
            <pc:sldMk cId="3825282558" sldId="597"/>
            <ac:spMk id="10" creationId="{F18DCF59-2D3F-A81C-CBA3-6B10A9A86DE5}"/>
          </ac:spMkLst>
        </pc:spChg>
        <pc:spChg chg="del">
          <ac:chgData name="Deepika Vatsa" userId="f7100972-27fe-4ee6-8fb4-ec9b7931b409" providerId="ADAL" clId="{43FC3250-EE2F-489E-970D-AD8C57589867}" dt="2025-07-24T08:49:11.071" v="1579" actId="478"/>
          <ac:spMkLst>
            <pc:docMk/>
            <pc:sldMk cId="3825282558" sldId="597"/>
            <ac:spMk id="11" creationId="{06381CCD-359B-D8A2-1997-A5B56A02FD41}"/>
          </ac:spMkLst>
        </pc:spChg>
        <pc:spChg chg="del">
          <ac:chgData name="Deepika Vatsa" userId="f7100972-27fe-4ee6-8fb4-ec9b7931b409" providerId="ADAL" clId="{43FC3250-EE2F-489E-970D-AD8C57589867}" dt="2025-07-24T08:48:12.464" v="1578" actId="478"/>
          <ac:spMkLst>
            <pc:docMk/>
            <pc:sldMk cId="3825282558" sldId="597"/>
            <ac:spMk id="12" creationId="{054E186B-0053-1ADA-9448-E99069A759EF}"/>
          </ac:spMkLst>
        </pc:spChg>
        <pc:picChg chg="add del mod">
          <ac:chgData name="Deepika Vatsa" userId="f7100972-27fe-4ee6-8fb4-ec9b7931b409" providerId="ADAL" clId="{43FC3250-EE2F-489E-970D-AD8C57589867}" dt="2025-07-24T09:05:12.136" v="2078" actId="478"/>
          <ac:picMkLst>
            <pc:docMk/>
            <pc:sldMk cId="3825282558" sldId="597"/>
            <ac:picMk id="8" creationId="{C104A89E-73F1-AA4B-A2A5-CBD2CE60339C}"/>
          </ac:picMkLst>
        </pc:picChg>
        <pc:picChg chg="add del mod">
          <ac:chgData name="Deepika Vatsa" userId="f7100972-27fe-4ee6-8fb4-ec9b7931b409" providerId="ADAL" clId="{43FC3250-EE2F-489E-970D-AD8C57589867}" dt="2025-07-24T09:04:44.148" v="2069" actId="21"/>
          <ac:picMkLst>
            <pc:docMk/>
            <pc:sldMk cId="3825282558" sldId="597"/>
            <ac:picMk id="3074" creationId="{B5DD1E7F-B07A-CCFA-C5FC-5F4DAD97F7CD}"/>
          </ac:picMkLst>
        </pc:picChg>
        <pc:picChg chg="add mod">
          <ac:chgData name="Deepika Vatsa" userId="f7100972-27fe-4ee6-8fb4-ec9b7931b409" providerId="ADAL" clId="{43FC3250-EE2F-489E-970D-AD8C57589867}" dt="2025-07-24T09:13:54.523" v="2130" actId="1076"/>
          <ac:picMkLst>
            <pc:docMk/>
            <pc:sldMk cId="3825282558" sldId="597"/>
            <ac:picMk id="3076" creationId="{80DDF492-098F-EB7B-7E26-A66FD8A4540E}"/>
          </ac:picMkLst>
        </pc:picChg>
        <pc:picChg chg="add mod">
          <ac:chgData name="Deepika Vatsa" userId="f7100972-27fe-4ee6-8fb4-ec9b7931b409" providerId="ADAL" clId="{43FC3250-EE2F-489E-970D-AD8C57589867}" dt="2025-07-24T09:14:04.564" v="2133" actId="1076"/>
          <ac:picMkLst>
            <pc:docMk/>
            <pc:sldMk cId="3825282558" sldId="597"/>
            <ac:picMk id="3078" creationId="{BCA46BE0-3C05-716C-D675-114ECEF84416}"/>
          </ac:picMkLst>
        </pc:picChg>
        <pc:picChg chg="add del mod">
          <ac:chgData name="Deepika Vatsa" userId="f7100972-27fe-4ee6-8fb4-ec9b7931b409" providerId="ADAL" clId="{43FC3250-EE2F-489E-970D-AD8C57589867}" dt="2025-07-24T09:13:42.976" v="2108" actId="478"/>
          <ac:picMkLst>
            <pc:docMk/>
            <pc:sldMk cId="3825282558" sldId="597"/>
            <ac:picMk id="3080" creationId="{1A6E8503-1601-E61F-B38C-39D893FE2DC7}"/>
          </ac:picMkLst>
        </pc:picChg>
        <pc:inkChg chg="add del">
          <ac:chgData name="Deepika Vatsa" userId="f7100972-27fe-4ee6-8fb4-ec9b7931b409" providerId="ADAL" clId="{43FC3250-EE2F-489E-970D-AD8C57589867}" dt="2025-07-31T03:20:23.271" v="5132" actId="478"/>
          <ac:inkMkLst>
            <pc:docMk/>
            <pc:sldMk cId="3825282558" sldId="597"/>
            <ac:inkMk id="6" creationId="{999200CD-978C-E2F6-1CA1-7EF516E1897D}"/>
          </ac:inkMkLst>
        </pc:inkChg>
        <pc:inkChg chg="add del">
          <ac:chgData name="Deepika Vatsa" userId="f7100972-27fe-4ee6-8fb4-ec9b7931b409" providerId="ADAL" clId="{43FC3250-EE2F-489E-970D-AD8C57589867}" dt="2025-07-31T03:20:23.271" v="5132" actId="478"/>
          <ac:inkMkLst>
            <pc:docMk/>
            <pc:sldMk cId="3825282558" sldId="597"/>
            <ac:inkMk id="7" creationId="{A07BEA58-C8E9-7B1A-D1B3-5893CD9D989C}"/>
          </ac:inkMkLst>
        </pc:inkChg>
        <pc:inkChg chg="add del">
          <ac:chgData name="Deepika Vatsa" userId="f7100972-27fe-4ee6-8fb4-ec9b7931b409" providerId="ADAL" clId="{43FC3250-EE2F-489E-970D-AD8C57589867}" dt="2025-07-31T03:20:35.165" v="5135" actId="478"/>
          <ac:inkMkLst>
            <pc:docMk/>
            <pc:sldMk cId="3825282558" sldId="597"/>
            <ac:inkMk id="8" creationId="{310DD96E-FCDF-F076-16AA-5EA3391BE485}"/>
          </ac:inkMkLst>
        </pc:inkChg>
        <pc:inkChg chg="add del">
          <ac:chgData name="Deepika Vatsa" userId="f7100972-27fe-4ee6-8fb4-ec9b7931b409" providerId="ADAL" clId="{43FC3250-EE2F-489E-970D-AD8C57589867}" dt="2025-07-31T03:20:39.266" v="5137" actId="478"/>
          <ac:inkMkLst>
            <pc:docMk/>
            <pc:sldMk cId="3825282558" sldId="597"/>
            <ac:inkMk id="11" creationId="{6D38D8B6-F907-29F6-E38A-5763CF45E596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2" creationId="{EFD82AA0-1443-9158-C0FE-E9728BBE9C06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3" creationId="{3AF1140C-C15E-5B04-196C-B51336B95A0C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4" creationId="{8C12726E-40EA-2B3D-1368-0091B1CD799C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5" creationId="{46A73556-14AB-10C2-AE39-3687A2DF415D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6" creationId="{2C6B9FC8-5BEC-0A20-E5AF-C5F10C9C8A49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7" creationId="{A34E1CC3-3041-3C44-0A63-43E80C7574C9}"/>
          </ac:inkMkLst>
        </pc:inkChg>
        <pc:inkChg chg="add del">
          <ac:chgData name="Deepika Vatsa" userId="f7100972-27fe-4ee6-8fb4-ec9b7931b409" providerId="ADAL" clId="{43FC3250-EE2F-489E-970D-AD8C57589867}" dt="2025-07-31T03:20:37.434" v="5136" actId="478"/>
          <ac:inkMkLst>
            <pc:docMk/>
            <pc:sldMk cId="3825282558" sldId="597"/>
            <ac:inkMk id="18" creationId="{D1E10D15-1BBB-4BAA-E930-8DB7FC7E22BF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9" creationId="{CDF3216D-E2AE-7B18-D8ED-4ED6B4930E77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20" creationId="{876ED603-470D-6FC2-6EC9-5EE979905F6C}"/>
          </ac:inkMkLst>
        </pc:inkChg>
        <pc:inkChg chg="add del">
          <ac:chgData name="Deepika Vatsa" userId="f7100972-27fe-4ee6-8fb4-ec9b7931b409" providerId="ADAL" clId="{43FC3250-EE2F-489E-970D-AD8C57589867}" dt="2025-07-31T03:20:35.165" v="5135" actId="478"/>
          <ac:inkMkLst>
            <pc:docMk/>
            <pc:sldMk cId="3825282558" sldId="597"/>
            <ac:inkMk id="21" creationId="{10432B06-8F85-5BAC-7F1A-0274E186B66D}"/>
          </ac:inkMkLst>
        </pc:inkChg>
        <pc:inkChg chg="add del">
          <ac:chgData name="Deepika Vatsa" userId="f7100972-27fe-4ee6-8fb4-ec9b7931b409" providerId="ADAL" clId="{43FC3250-EE2F-489E-970D-AD8C57589867}" dt="2025-07-31T03:20:35.165" v="5135" actId="478"/>
          <ac:inkMkLst>
            <pc:docMk/>
            <pc:sldMk cId="3825282558" sldId="597"/>
            <ac:inkMk id="22" creationId="{FC8308A0-D516-EAA1-45F5-639D95C99A3C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23" creationId="{EE4C7723-97EE-2288-770E-E828AEBAC14E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0T11:18:53.748" v="4983" actId="9405"/>
        <pc:sldMkLst>
          <pc:docMk/>
          <pc:sldMk cId="1827776172" sldId="598"/>
        </pc:sldMkLst>
        <pc:spChg chg="del">
          <ac:chgData name="Deepika Vatsa" userId="f7100972-27fe-4ee6-8fb4-ec9b7931b409" providerId="ADAL" clId="{43FC3250-EE2F-489E-970D-AD8C57589867}" dt="2025-07-24T09:14:13.047" v="2135" actId="478"/>
          <ac:spMkLst>
            <pc:docMk/>
            <pc:sldMk cId="1827776172" sldId="598"/>
            <ac:spMk id="4" creationId="{4D157D1B-7F8A-9A8B-D14E-A8A739CD19A9}"/>
          </ac:spMkLst>
        </pc:spChg>
        <pc:spChg chg="del">
          <ac:chgData name="Deepika Vatsa" userId="f7100972-27fe-4ee6-8fb4-ec9b7931b409" providerId="ADAL" clId="{43FC3250-EE2F-489E-970D-AD8C57589867}" dt="2025-07-24T09:14:10.996" v="2134" actId="478"/>
          <ac:spMkLst>
            <pc:docMk/>
            <pc:sldMk cId="1827776172" sldId="598"/>
            <ac:spMk id="5" creationId="{68009DD6-B443-C5DB-F60A-21FC1529A21C}"/>
          </ac:spMkLst>
        </pc:spChg>
        <pc:spChg chg="mod">
          <ac:chgData name="Deepika Vatsa" userId="f7100972-27fe-4ee6-8fb4-ec9b7931b409" providerId="ADAL" clId="{43FC3250-EE2F-489E-970D-AD8C57589867}" dt="2025-07-30T10:57:17.523" v="4841" actId="113"/>
          <ac:spMkLst>
            <pc:docMk/>
            <pc:sldMk cId="1827776172" sldId="598"/>
            <ac:spMk id="6" creationId="{E4445506-10DA-6C8E-B875-EB21FB0E8E0C}"/>
          </ac:spMkLst>
        </pc:spChg>
        <pc:spChg chg="mod">
          <ac:chgData name="Deepika Vatsa" userId="f7100972-27fe-4ee6-8fb4-ec9b7931b409" providerId="ADAL" clId="{43FC3250-EE2F-489E-970D-AD8C57589867}" dt="2025-07-24T09:14:58.360" v="2206" actId="1076"/>
          <ac:spMkLst>
            <pc:docMk/>
            <pc:sldMk cId="1827776172" sldId="598"/>
            <ac:spMk id="7" creationId="{17E1BA5B-066B-4677-2290-A7CE14E52D1D}"/>
          </ac:spMkLst>
        </pc:spChg>
        <pc:spChg chg="del">
          <ac:chgData name="Deepika Vatsa" userId="f7100972-27fe-4ee6-8fb4-ec9b7931b409" providerId="ADAL" clId="{43FC3250-EE2F-489E-970D-AD8C57589867}" dt="2025-07-24T09:14:14.640" v="2136" actId="478"/>
          <ac:spMkLst>
            <pc:docMk/>
            <pc:sldMk cId="1827776172" sldId="598"/>
            <ac:spMk id="9" creationId="{201B0A84-744C-23F6-4528-9945FC0EFECC}"/>
          </ac:spMkLst>
        </pc:spChg>
        <pc:spChg chg="del">
          <ac:chgData name="Deepika Vatsa" userId="f7100972-27fe-4ee6-8fb4-ec9b7931b409" providerId="ADAL" clId="{43FC3250-EE2F-489E-970D-AD8C57589867}" dt="2025-07-24T09:14:16.720" v="2137" actId="478"/>
          <ac:spMkLst>
            <pc:docMk/>
            <pc:sldMk cId="1827776172" sldId="598"/>
            <ac:spMk id="10" creationId="{F18DCF59-2D3F-A81C-CBA3-6B10A9A86DE5}"/>
          </ac:spMkLst>
        </pc:spChg>
        <pc:graphicFrameChg chg="add del mod">
          <ac:chgData name="Deepika Vatsa" userId="f7100972-27fe-4ee6-8fb4-ec9b7931b409" providerId="ADAL" clId="{43FC3250-EE2F-489E-970D-AD8C57589867}" dt="2025-07-24T10:08:22.316" v="2237"/>
          <ac:graphicFrameMkLst>
            <pc:docMk/>
            <pc:sldMk cId="1827776172" sldId="598"/>
            <ac:graphicFrameMk id="8" creationId="{E356FF6A-B294-E281-97B6-2D36BACF6538}"/>
          </ac:graphicFrameMkLst>
        </pc:graphicFrameChg>
        <pc:picChg chg="del">
          <ac:chgData name="Deepika Vatsa" userId="f7100972-27fe-4ee6-8fb4-ec9b7931b409" providerId="ADAL" clId="{43FC3250-EE2F-489E-970D-AD8C57589867}" dt="2025-07-24T09:14:20.172" v="2139" actId="478"/>
          <ac:picMkLst>
            <pc:docMk/>
            <pc:sldMk cId="1827776172" sldId="598"/>
            <ac:picMk id="3076" creationId="{80DDF492-098F-EB7B-7E26-A66FD8A4540E}"/>
          </ac:picMkLst>
        </pc:picChg>
        <pc:picChg chg="del">
          <ac:chgData name="Deepika Vatsa" userId="f7100972-27fe-4ee6-8fb4-ec9b7931b409" providerId="ADAL" clId="{43FC3250-EE2F-489E-970D-AD8C57589867}" dt="2025-07-24T09:14:18.273" v="2138" actId="478"/>
          <ac:picMkLst>
            <pc:docMk/>
            <pc:sldMk cId="1827776172" sldId="598"/>
            <ac:picMk id="3078" creationId="{BCA46BE0-3C05-716C-D675-114ECEF84416}"/>
          </ac:picMkLst>
        </pc:picChg>
        <pc:picChg chg="mod">
          <ac:chgData name="Deepika Vatsa" userId="f7100972-27fe-4ee6-8fb4-ec9b7931b409" providerId="ADAL" clId="{43FC3250-EE2F-489E-970D-AD8C57589867}" dt="2025-07-24T09:15:01.091" v="2207" actId="1076"/>
          <ac:picMkLst>
            <pc:docMk/>
            <pc:sldMk cId="1827776172" sldId="598"/>
            <ac:picMk id="3080" creationId="{1A6E8503-1601-E61F-B38C-39D893FE2DC7}"/>
          </ac:picMkLst>
        </pc:picChg>
        <pc:inkChg chg="add">
          <ac:chgData name="Deepika Vatsa" userId="f7100972-27fe-4ee6-8fb4-ec9b7931b409" providerId="ADAL" clId="{43FC3250-EE2F-489E-970D-AD8C57589867}" dt="2025-07-30T11:18:53.748" v="4983" actId="9405"/>
          <ac:inkMkLst>
            <pc:docMk/>
            <pc:sldMk cId="1827776172" sldId="598"/>
            <ac:inkMk id="4" creationId="{EC4B8F28-29C4-817B-4659-5F543CC7866D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4006034928" sldId="598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158759759" sldId="599"/>
        </pc:sldMkLst>
      </pc:sldChg>
      <pc:sldChg chg="addSp delSp modSp add mod">
        <pc:chgData name="Deepika Vatsa" userId="f7100972-27fe-4ee6-8fb4-ec9b7931b409" providerId="ADAL" clId="{43FC3250-EE2F-489E-970D-AD8C57589867}" dt="2025-07-31T03:20:49.462" v="5138" actId="478"/>
        <pc:sldMkLst>
          <pc:docMk/>
          <pc:sldMk cId="3105522451" sldId="599"/>
        </pc:sldMkLst>
        <pc:spChg chg="add del mod">
          <ac:chgData name="Deepika Vatsa" userId="f7100972-27fe-4ee6-8fb4-ec9b7931b409" providerId="ADAL" clId="{43FC3250-EE2F-489E-970D-AD8C57589867}" dt="2025-07-24T10:16:50.783" v="2596" actId="478"/>
          <ac:spMkLst>
            <pc:docMk/>
            <pc:sldMk cId="3105522451" sldId="599"/>
            <ac:spMk id="4" creationId="{5C722B7B-45D8-F737-2062-6EFF58819A4B}"/>
          </ac:spMkLst>
        </pc:spChg>
        <pc:spChg chg="mod">
          <ac:chgData name="Deepika Vatsa" userId="f7100972-27fe-4ee6-8fb4-ec9b7931b409" providerId="ADAL" clId="{43FC3250-EE2F-489E-970D-AD8C57589867}" dt="2025-07-24T10:16:48.325" v="2595" actId="6549"/>
          <ac:spMkLst>
            <pc:docMk/>
            <pc:sldMk cId="3105522451" sldId="599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0T11:20:37.040" v="5029"/>
          <ac:grpSpMkLst>
            <pc:docMk/>
            <pc:sldMk cId="3105522451" sldId="599"/>
            <ac:grpSpMk id="20" creationId="{284B770F-47B1-681C-B0D9-FB4909D358B4}"/>
          </ac:grpSpMkLst>
        </pc:grpChg>
        <pc:grpChg chg="del mod">
          <ac:chgData name="Deepika Vatsa" userId="f7100972-27fe-4ee6-8fb4-ec9b7931b409" providerId="ADAL" clId="{43FC3250-EE2F-489E-970D-AD8C57589867}" dt="2025-07-30T11:19:50.513" v="5015"/>
          <ac:grpSpMkLst>
            <pc:docMk/>
            <pc:sldMk cId="3105522451" sldId="599"/>
            <ac:grpSpMk id="36" creationId="{3B465D9F-F600-5251-1BB9-14A183D2ABF7}"/>
          </ac:grpSpMkLst>
        </pc:grpChg>
        <pc:grpChg chg="del mod">
          <ac:chgData name="Deepika Vatsa" userId="f7100972-27fe-4ee6-8fb4-ec9b7931b409" providerId="ADAL" clId="{43FC3250-EE2F-489E-970D-AD8C57589867}" dt="2025-07-30T11:19:50.513" v="5015"/>
          <ac:grpSpMkLst>
            <pc:docMk/>
            <pc:sldMk cId="3105522451" sldId="599"/>
            <ac:grpSpMk id="37" creationId="{020F0B03-19BF-1152-0769-067D8C327187}"/>
          </ac:grpSpMkLst>
        </pc:grpChg>
        <pc:grpChg chg="del mod">
          <ac:chgData name="Deepika Vatsa" userId="f7100972-27fe-4ee6-8fb4-ec9b7931b409" providerId="ADAL" clId="{43FC3250-EE2F-489E-970D-AD8C57589867}" dt="2025-07-30T11:19:58.527" v="5017"/>
          <ac:grpSpMkLst>
            <pc:docMk/>
            <pc:sldMk cId="3105522451" sldId="599"/>
            <ac:grpSpMk id="38" creationId="{AFAEB07E-D2DB-17EB-F288-7A6B2A18D45E}"/>
          </ac:grpSpMkLst>
        </pc:grpChg>
        <pc:grpChg chg="del mod">
          <ac:chgData name="Deepika Vatsa" userId="f7100972-27fe-4ee6-8fb4-ec9b7931b409" providerId="ADAL" clId="{43FC3250-EE2F-489E-970D-AD8C57589867}" dt="2025-07-30T11:20:04.241" v="5019"/>
          <ac:grpSpMkLst>
            <pc:docMk/>
            <pc:sldMk cId="3105522451" sldId="599"/>
            <ac:grpSpMk id="40" creationId="{C19E343C-CD15-101D-248D-16C868B15F2A}"/>
          </ac:grpSpMkLst>
        </pc:grpChg>
        <pc:grpChg chg="del mod">
          <ac:chgData name="Deepika Vatsa" userId="f7100972-27fe-4ee6-8fb4-ec9b7931b409" providerId="ADAL" clId="{43FC3250-EE2F-489E-970D-AD8C57589867}" dt="2025-07-30T11:20:11.834" v="5023"/>
          <ac:grpSpMkLst>
            <pc:docMk/>
            <pc:sldMk cId="3105522451" sldId="599"/>
            <ac:grpSpMk id="42" creationId="{CDE169BE-E1AA-50BF-EB38-ABFE78BFBABD}"/>
          </ac:grpSpMkLst>
        </pc:grpChg>
        <pc:grpChg chg="del mod">
          <ac:chgData name="Deepika Vatsa" userId="f7100972-27fe-4ee6-8fb4-ec9b7931b409" providerId="ADAL" clId="{43FC3250-EE2F-489E-970D-AD8C57589867}" dt="2025-07-31T03:20:49.462" v="5138" actId="478"/>
          <ac:grpSpMkLst>
            <pc:docMk/>
            <pc:sldMk cId="3105522451" sldId="599"/>
            <ac:grpSpMk id="46" creationId="{CB7E83CE-FBF9-F914-92F8-2E67EC587951}"/>
          </ac:grpSpMkLst>
        </pc:grpChg>
        <pc:grpChg chg="del mod">
          <ac:chgData name="Deepika Vatsa" userId="f7100972-27fe-4ee6-8fb4-ec9b7931b409" providerId="ADAL" clId="{43FC3250-EE2F-489E-970D-AD8C57589867}" dt="2025-07-31T03:20:49.462" v="5138" actId="478"/>
          <ac:grpSpMkLst>
            <pc:docMk/>
            <pc:sldMk cId="3105522451" sldId="599"/>
            <ac:grpSpMk id="52" creationId="{AC6AE8C3-F487-23B0-C556-A90964344A1B}"/>
          </ac:grpSpMkLst>
        </pc:grp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" creationId="{F1C285B7-D4F3-C355-86F8-02CB1C66E234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5" creationId="{5C9E8FFE-B9FC-03B2-C440-9BC4DDC79A94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6" creationId="{234F7554-F1AC-CF21-C72C-1239393ABA68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7" creationId="{A0A6DD59-251E-420A-D8DF-6826AF831365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8" creationId="{95770007-C3BF-1FCC-88D1-D41429B12E82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9" creationId="{CA17CDE4-33EA-5CD8-33EA-A3C5549FA482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0" creationId="{DB90DB2E-B25C-FC49-078C-E1102F9257F0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2" creationId="{2C5F0FB0-46EF-F23C-645F-59E5EFE486C7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3" creationId="{E11157EC-A25E-9304-11CD-B19FC92B8D79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4" creationId="{A928B8AC-042A-3EAE-8B06-4FE4709DE0E2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5" creationId="{9B648765-8054-5FBB-682E-FB5F85CFF2C6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6" creationId="{7EC0A28D-ECAA-27C8-5B88-B0FD4E4E3C3E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7" creationId="{15C226DE-4B7C-4E2F-AF2F-EE1EFA67C6FB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8" creationId="{5D170D60-FD50-71C5-0931-670FE5E46BD1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9" creationId="{73D1F84F-12AA-986C-D649-40C7E692FFE0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1" creationId="{AB3E0678-4EA1-C410-A008-6C6F68C58A4A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2" creationId="{E7E0B240-C491-5F6E-F631-00E7C9B109C3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3" creationId="{74C158E0-D26C-9CB9-311D-CA96FA37EAF0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4" creationId="{AE5CB2AD-6663-E407-184A-6DB8637E01D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5" creationId="{C459A8BF-C796-0E7B-96EE-16D1CB530C3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6" creationId="{37FC827F-8731-D503-9FD4-B5CB1C34B06F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7" creationId="{2E95D460-A152-9DC2-67FA-999EE1F83D4A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8" creationId="{A7FAC3C3-B558-6638-D49D-673CE940F121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9" creationId="{0EE25888-87D1-5107-0044-83F868C801D8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0" creationId="{F8C48800-6796-7EBB-4483-9EA440826E67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1" creationId="{738ED591-29ED-9ED1-1713-1C407B374A6E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2" creationId="{D68C2328-5CC9-7C2A-4412-41200D3FC30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3" creationId="{BFA758BA-2E06-6B7E-5F96-F91150F4ACE0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4" creationId="{40995FC2-5F51-92F8-E8A2-2B638BAFF788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5" creationId="{C5A7F857-F0D9-239B-C587-9EE2E3820F75}"/>
          </ac:inkMkLst>
        </pc:inkChg>
        <pc:inkChg chg="add del mod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39" creationId="{287A6455-BADF-D527-1ADF-F0F6C57B4000}"/>
          </ac:inkMkLst>
        </pc:inkChg>
        <pc:inkChg chg="add del mod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1" creationId="{88EFCC5B-B72D-A027-0C48-F0486B1B73D6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43" creationId="{AAC772A9-2165-0C4E-88BB-C2E77D07D402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44" creationId="{54CABE5B-361A-2B4A-AD1A-9D15E8FF1C8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45" creationId="{A8E29502-0F9F-DBC9-F6C0-E1126867D8DD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7" creationId="{B8A50735-1B9B-889F-FDA6-186515852983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8" creationId="{6127F1CF-B0F6-B361-3ACE-2CD42D71D06F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9" creationId="{EE4A0F2D-BD99-1B14-4765-53247406ED99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50" creationId="{79093C57-6275-9169-0B34-E320614144A5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51" creationId="{FA3C1E58-125C-7E20-8111-5C347C6F6409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53" creationId="{9906CB26-66E7-149B-AEE5-C5D56D23BF23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20:59.956" v="5142" actId="478"/>
        <pc:sldMkLst>
          <pc:docMk/>
          <pc:sldMk cId="1298333677" sldId="600"/>
        </pc:sldMkLst>
        <pc:spChg chg="mod">
          <ac:chgData name="Deepika Vatsa" userId="f7100972-27fe-4ee6-8fb4-ec9b7931b409" providerId="ADAL" clId="{43FC3250-EE2F-489E-970D-AD8C57589867}" dt="2025-07-24T10:38:34.676" v="2879"/>
          <ac:spMkLst>
            <pc:docMk/>
            <pc:sldMk cId="1298333677" sldId="600"/>
            <ac:spMk id="4" creationId="{5C722B7B-45D8-F737-2062-6EFF58819A4B}"/>
          </ac:spMkLst>
        </pc:spChg>
        <pc:spChg chg="add mod">
          <ac:chgData name="Deepika Vatsa" userId="f7100972-27fe-4ee6-8fb4-ec9b7931b409" providerId="ADAL" clId="{43FC3250-EE2F-489E-970D-AD8C57589867}" dt="2025-07-24T10:16:31.563" v="2592" actId="1076"/>
          <ac:spMkLst>
            <pc:docMk/>
            <pc:sldMk cId="1298333677" sldId="600"/>
            <ac:spMk id="5" creationId="{076FCB26-F3DF-4A0C-4391-0D8C0697F42E}"/>
          </ac:spMkLst>
        </pc:spChg>
        <pc:spChg chg="add del mod">
          <ac:chgData name="Deepika Vatsa" userId="f7100972-27fe-4ee6-8fb4-ec9b7931b409" providerId="ADAL" clId="{43FC3250-EE2F-489E-970D-AD8C57589867}" dt="2025-07-24T10:18:04.909" v="2630" actId="21"/>
          <ac:spMkLst>
            <pc:docMk/>
            <pc:sldMk cId="1298333677" sldId="600"/>
            <ac:spMk id="7" creationId="{C829D528-F908-BA66-0E41-6FD3B9A67A16}"/>
          </ac:spMkLst>
        </pc:spChg>
        <pc:spChg chg="mod">
          <ac:chgData name="Deepika Vatsa" userId="f7100972-27fe-4ee6-8fb4-ec9b7931b409" providerId="ADAL" clId="{43FC3250-EE2F-489E-970D-AD8C57589867}" dt="2025-07-24T10:13:49.702" v="2436" actId="6549"/>
          <ac:spMkLst>
            <pc:docMk/>
            <pc:sldMk cId="1298333677" sldId="600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1T03:20:53.510" v="5139" actId="478"/>
          <ac:grpSpMkLst>
            <pc:docMk/>
            <pc:sldMk cId="1298333677" sldId="600"/>
            <ac:grpSpMk id="12" creationId="{B7159BD2-EEAB-D706-7082-87CF8B4F6777}"/>
          </ac:grpSpMkLst>
        </pc:grpChg>
        <pc:grpChg chg="del mod">
          <ac:chgData name="Deepika Vatsa" userId="f7100972-27fe-4ee6-8fb4-ec9b7931b409" providerId="ADAL" clId="{43FC3250-EE2F-489E-970D-AD8C57589867}" dt="2025-07-31T03:20:53.510" v="5139" actId="478"/>
          <ac:grpSpMkLst>
            <pc:docMk/>
            <pc:sldMk cId="1298333677" sldId="600"/>
            <ac:grpSpMk id="21" creationId="{BC2900EE-11DA-43BF-042E-1CC056121D20}"/>
          </ac:grpSpMkLst>
        </pc:grpChg>
        <pc:inkChg chg="add del">
          <ac:chgData name="Deepika Vatsa" userId="f7100972-27fe-4ee6-8fb4-ec9b7931b409" providerId="ADAL" clId="{43FC3250-EE2F-489E-970D-AD8C57589867}" dt="2025-07-31T03:20:58.077" v="5141" actId="478"/>
          <ac:inkMkLst>
            <pc:docMk/>
            <pc:sldMk cId="1298333677" sldId="600"/>
            <ac:inkMk id="6" creationId="{C11BE904-865B-F6CC-CDDA-496CBE97A1D7}"/>
          </ac:inkMkLst>
        </pc:inkChg>
        <pc:inkChg chg="add mod">
          <ac:chgData name="Deepika Vatsa" userId="f7100972-27fe-4ee6-8fb4-ec9b7931b409" providerId="ADAL" clId="{43FC3250-EE2F-489E-970D-AD8C57589867}" dt="2025-07-30T11:21:26.448" v="5036"/>
          <ac:inkMkLst>
            <pc:docMk/>
            <pc:sldMk cId="1298333677" sldId="600"/>
            <ac:inkMk id="7" creationId="{8D85C4E3-7A1A-8069-C03A-85191545A3A0}"/>
          </ac:inkMkLst>
        </pc:inkChg>
        <pc:inkChg chg="add mod">
          <ac:chgData name="Deepika Vatsa" userId="f7100972-27fe-4ee6-8fb4-ec9b7931b409" providerId="ADAL" clId="{43FC3250-EE2F-489E-970D-AD8C57589867}" dt="2025-07-30T11:21:26.448" v="5036"/>
          <ac:inkMkLst>
            <pc:docMk/>
            <pc:sldMk cId="1298333677" sldId="600"/>
            <ac:inkMk id="8" creationId="{C0C06274-B730-4BD9-D0AC-E3568D8D1350}"/>
          </ac:inkMkLst>
        </pc:inkChg>
        <pc:inkChg chg="add mod">
          <ac:chgData name="Deepika Vatsa" userId="f7100972-27fe-4ee6-8fb4-ec9b7931b409" providerId="ADAL" clId="{43FC3250-EE2F-489E-970D-AD8C57589867}" dt="2025-07-30T11:21:26.448" v="5036"/>
          <ac:inkMkLst>
            <pc:docMk/>
            <pc:sldMk cId="1298333677" sldId="600"/>
            <ac:inkMk id="9" creationId="{0C21C965-798A-7368-4E80-5103B44E9F6C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0" creationId="{44E40ECE-1677-98AA-F5A3-0B9ED4EC0BDE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3" creationId="{C2BA873B-7D3F-64A4-D78B-7F25D1645616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4" creationId="{E4AA5845-3244-7746-EAE6-2A26846550EC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5" creationId="{A079FDBD-769B-1DF9-A5A6-C86173E28638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6" creationId="{C2E41533-8E23-6D8C-4917-9F587902B45B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7" creationId="{A52CD522-41AE-318D-91E8-17C7B47407FF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8" creationId="{242A4BFB-AF5B-EF22-9DB2-314E873A8EF7}"/>
          </ac:inkMkLst>
        </pc:inkChg>
        <pc:inkChg chg="add mod">
          <ac:chgData name="Deepika Vatsa" userId="f7100972-27fe-4ee6-8fb4-ec9b7931b409" providerId="ADAL" clId="{43FC3250-EE2F-489E-970D-AD8C57589867}" dt="2025-07-30T11:21:41.909" v="5045"/>
          <ac:inkMkLst>
            <pc:docMk/>
            <pc:sldMk cId="1298333677" sldId="600"/>
            <ac:inkMk id="19" creationId="{AACDE439-A57A-DFD2-7942-9E5162C57831}"/>
          </ac:inkMkLst>
        </pc:inkChg>
        <pc:inkChg chg="add mod">
          <ac:chgData name="Deepika Vatsa" userId="f7100972-27fe-4ee6-8fb4-ec9b7931b409" providerId="ADAL" clId="{43FC3250-EE2F-489E-970D-AD8C57589867}" dt="2025-07-30T11:21:41.909" v="5045"/>
          <ac:inkMkLst>
            <pc:docMk/>
            <pc:sldMk cId="1298333677" sldId="600"/>
            <ac:inkMk id="20" creationId="{B0851B7A-D5E9-417C-807F-E9D8D3B21C05}"/>
          </ac:inkMkLst>
        </pc:inkChg>
        <pc:inkChg chg="add">
          <ac:chgData name="Deepika Vatsa" userId="f7100972-27fe-4ee6-8fb4-ec9b7931b409" providerId="ADAL" clId="{43FC3250-EE2F-489E-970D-AD8C57589867}" dt="2025-07-30T11:22:00.812" v="5046" actId="9405"/>
          <ac:inkMkLst>
            <pc:docMk/>
            <pc:sldMk cId="1298333677" sldId="600"/>
            <ac:inkMk id="22" creationId="{F830007A-45E3-94D1-1107-EF9ADCB6EFE7}"/>
          </ac:inkMkLst>
        </pc:inkChg>
        <pc:inkChg chg="add">
          <ac:chgData name="Deepika Vatsa" userId="f7100972-27fe-4ee6-8fb4-ec9b7931b409" providerId="ADAL" clId="{43FC3250-EE2F-489E-970D-AD8C57589867}" dt="2025-07-30T11:22:01.216" v="5047" actId="9405"/>
          <ac:inkMkLst>
            <pc:docMk/>
            <pc:sldMk cId="1298333677" sldId="600"/>
            <ac:inkMk id="23" creationId="{051FD77A-1470-B5F5-BBEE-8BA362EF6342}"/>
          </ac:inkMkLst>
        </pc:inkChg>
        <pc:inkChg chg="add del">
          <ac:chgData name="Deepika Vatsa" userId="f7100972-27fe-4ee6-8fb4-ec9b7931b409" providerId="ADAL" clId="{43FC3250-EE2F-489E-970D-AD8C57589867}" dt="2025-07-31T03:20:59.956" v="5142" actId="478"/>
          <ac:inkMkLst>
            <pc:docMk/>
            <pc:sldMk cId="1298333677" sldId="600"/>
            <ac:inkMk id="24" creationId="{E9BDE784-9631-D040-27D7-085C4989FEE1}"/>
          </ac:inkMkLst>
        </pc:inkChg>
        <pc:inkChg chg="add del">
          <ac:chgData name="Deepika Vatsa" userId="f7100972-27fe-4ee6-8fb4-ec9b7931b409" providerId="ADAL" clId="{43FC3250-EE2F-489E-970D-AD8C57589867}" dt="2025-07-31T03:20:56.417" v="5140" actId="478"/>
          <ac:inkMkLst>
            <pc:docMk/>
            <pc:sldMk cId="1298333677" sldId="600"/>
            <ac:inkMk id="25" creationId="{61655763-B18B-429E-A152-62D1108A61E1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407172059" sldId="600"/>
        </pc:sldMkLst>
      </pc:sldChg>
      <pc:sldChg chg="addSp delSp modSp add mod delAnim modAnim">
        <pc:chgData name="Deepika Vatsa" userId="f7100972-27fe-4ee6-8fb4-ec9b7931b409" providerId="ADAL" clId="{43FC3250-EE2F-489E-970D-AD8C57589867}" dt="2025-07-31T03:21:47.687" v="5144" actId="478"/>
        <pc:sldMkLst>
          <pc:docMk/>
          <pc:sldMk cId="2345028146" sldId="601"/>
        </pc:sldMkLst>
        <pc:spChg chg="del">
          <ac:chgData name="Deepika Vatsa" userId="f7100972-27fe-4ee6-8fb4-ec9b7931b409" providerId="ADAL" clId="{43FC3250-EE2F-489E-970D-AD8C57589867}" dt="2025-07-24T10:18:10.560" v="2632" actId="478"/>
          <ac:spMkLst>
            <pc:docMk/>
            <pc:sldMk cId="2345028146" sldId="601"/>
            <ac:spMk id="4" creationId="{5C722B7B-45D8-F737-2062-6EFF58819A4B}"/>
          </ac:spMkLst>
        </pc:spChg>
        <pc:spChg chg="del">
          <ac:chgData name="Deepika Vatsa" userId="f7100972-27fe-4ee6-8fb4-ec9b7931b409" providerId="ADAL" clId="{43FC3250-EE2F-489E-970D-AD8C57589867}" dt="2025-07-24T10:18:15.750" v="2634" actId="478"/>
          <ac:spMkLst>
            <pc:docMk/>
            <pc:sldMk cId="2345028146" sldId="601"/>
            <ac:spMk id="5" creationId="{076FCB26-F3DF-4A0C-4391-0D8C0697F42E}"/>
          </ac:spMkLst>
        </pc:spChg>
        <pc:spChg chg="add mod">
          <ac:chgData name="Deepika Vatsa" userId="f7100972-27fe-4ee6-8fb4-ec9b7931b409" providerId="ADAL" clId="{43FC3250-EE2F-489E-970D-AD8C57589867}" dt="2025-07-24T10:27:35.459" v="2829" actId="404"/>
          <ac:spMkLst>
            <pc:docMk/>
            <pc:sldMk cId="2345028146" sldId="601"/>
            <ac:spMk id="6" creationId="{1CEA8935-B2D0-3E5F-8357-3E29E96704C1}"/>
          </ac:spMkLst>
        </pc:spChg>
        <pc:spChg chg="add mod">
          <ac:chgData name="Deepika Vatsa" userId="f7100972-27fe-4ee6-8fb4-ec9b7931b409" providerId="ADAL" clId="{43FC3250-EE2F-489E-970D-AD8C57589867}" dt="2025-07-24T11:21:54.065" v="3292" actId="1076"/>
          <ac:spMkLst>
            <pc:docMk/>
            <pc:sldMk cId="2345028146" sldId="601"/>
            <ac:spMk id="7" creationId="{39BE2E7A-CD69-318B-C09C-711CA44B4A0B}"/>
          </ac:spMkLst>
        </pc:spChg>
        <pc:spChg chg="add mod">
          <ac:chgData name="Deepika Vatsa" userId="f7100972-27fe-4ee6-8fb4-ec9b7931b409" providerId="ADAL" clId="{43FC3250-EE2F-489E-970D-AD8C57589867}" dt="2025-07-24T11:21:35.313" v="3289" actId="20577"/>
          <ac:spMkLst>
            <pc:docMk/>
            <pc:sldMk cId="2345028146" sldId="601"/>
            <ac:spMk id="9" creationId="{0845D9B1-899B-55E5-A6D1-4AEEC958CFBC}"/>
          </ac:spMkLst>
        </pc:spChg>
        <pc:spChg chg="del">
          <ac:chgData name="Deepika Vatsa" userId="f7100972-27fe-4ee6-8fb4-ec9b7931b409" providerId="ADAL" clId="{43FC3250-EE2F-489E-970D-AD8C57589867}" dt="2025-07-24T10:18:19.726" v="2635" actId="478"/>
          <ac:spMkLst>
            <pc:docMk/>
            <pc:sldMk cId="2345028146" sldId="601"/>
            <ac:spMk id="11" creationId="{06381CCD-359B-D8A2-1997-A5B56A02FD41}"/>
          </ac:spMkLst>
        </pc:spChg>
        <pc:spChg chg="add mod">
          <ac:chgData name="Deepika Vatsa" userId="f7100972-27fe-4ee6-8fb4-ec9b7931b409" providerId="ADAL" clId="{43FC3250-EE2F-489E-970D-AD8C57589867}" dt="2025-07-24T11:21:44.591" v="3290" actId="1076"/>
          <ac:spMkLst>
            <pc:docMk/>
            <pc:sldMk cId="2345028146" sldId="601"/>
            <ac:spMk id="12" creationId="{306ACACD-7D5F-A652-89BC-479AE734681A}"/>
          </ac:spMkLst>
        </pc:spChg>
        <pc:spChg chg="add del mod">
          <ac:chgData name="Deepika Vatsa" userId="f7100972-27fe-4ee6-8fb4-ec9b7931b409" providerId="ADAL" clId="{43FC3250-EE2F-489E-970D-AD8C57589867}" dt="2025-07-24T10:45:28.493" v="2993" actId="478"/>
          <ac:spMkLst>
            <pc:docMk/>
            <pc:sldMk cId="2345028146" sldId="601"/>
            <ac:spMk id="14" creationId="{079250D1-8AC1-6400-4452-23FDE7B1E140}"/>
          </ac:spMkLst>
        </pc:spChg>
        <pc:grpChg chg="del mod">
          <ac:chgData name="Deepika Vatsa" userId="f7100972-27fe-4ee6-8fb4-ec9b7931b409" providerId="ADAL" clId="{43FC3250-EE2F-489E-970D-AD8C57589867}" dt="2025-07-31T03:21:36.567" v="5143" actId="478"/>
          <ac:grpSpMkLst>
            <pc:docMk/>
            <pc:sldMk cId="2345028146" sldId="601"/>
            <ac:grpSpMk id="19" creationId="{2868F3B0-82BB-5ABF-F02D-7AD10B060A26}"/>
          </ac:grpSpMkLst>
        </pc:grpChg>
        <pc:grpChg chg="del mod">
          <ac:chgData name="Deepika Vatsa" userId="f7100972-27fe-4ee6-8fb4-ec9b7931b409" providerId="ADAL" clId="{43FC3250-EE2F-489E-970D-AD8C57589867}" dt="2025-07-30T11:23:37.026" v="5067"/>
          <ac:grpSpMkLst>
            <pc:docMk/>
            <pc:sldMk cId="2345028146" sldId="601"/>
            <ac:grpSpMk id="23" creationId="{9F930B31-BE19-CE06-683C-E4BD0F149D73}"/>
          </ac:grpSpMkLst>
        </pc:grpChg>
        <pc:grpChg chg="del mod">
          <ac:chgData name="Deepika Vatsa" userId="f7100972-27fe-4ee6-8fb4-ec9b7931b409" providerId="ADAL" clId="{43FC3250-EE2F-489E-970D-AD8C57589867}" dt="2025-07-31T03:21:36.567" v="5143" actId="478"/>
          <ac:grpSpMkLst>
            <pc:docMk/>
            <pc:sldMk cId="2345028146" sldId="601"/>
            <ac:grpSpMk id="25" creationId="{92DBC0BC-3859-FB0C-EF3F-9D0F91C25FD3}"/>
          </ac:grpSpMkLst>
        </pc:grpChg>
        <pc:graphicFrameChg chg="add del mod">
          <ac:chgData name="Deepika Vatsa" userId="f7100972-27fe-4ee6-8fb4-ec9b7931b409" providerId="ADAL" clId="{43FC3250-EE2F-489E-970D-AD8C57589867}" dt="2025-07-24T10:45:31.107" v="2994" actId="478"/>
          <ac:graphicFrameMkLst>
            <pc:docMk/>
            <pc:sldMk cId="2345028146" sldId="601"/>
            <ac:graphicFrameMk id="10" creationId="{B37B5B77-07F8-EE65-399A-DBD323BE9ACE}"/>
          </ac:graphicFrameMkLst>
        </pc:graphicFrame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4" creationId="{17E0AA1B-A00E-9939-FE0C-B4F97381E5B6}"/>
          </ac:inkMkLst>
        </pc:ink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5" creationId="{050DC591-9626-1CBE-6BFD-3B2D6762F39A}"/>
          </ac:inkMkLst>
        </pc:ink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8" creationId="{6777923C-A292-6DE5-9A9B-EAEFE10590F1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0" creationId="{EF195895-F360-0DA9-5255-151E46B2A359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1" creationId="{50288B3F-EEAE-2FA1-BB2B-C7C7D73A858B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3" creationId="{AF155DAD-AFEF-4DDF-C5AA-9176B5EE58FE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4" creationId="{FED45222-BDCB-53A1-7929-4EA5D0F61817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5" creationId="{A604115D-AC37-071B-3591-CB1024F26CBD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6" creationId="{D4061A2B-B78E-81C4-6E9B-DDC0AFC31A64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7" creationId="{5640C931-07BC-26E5-D427-959985B3393C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8" creationId="{BD47D964-5B9E-D281-9860-341536BD1BB1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0" creationId="{D1F4202E-EA34-0E02-952E-525D2454E5C9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1" creationId="{58453868-6D91-9F6F-F14E-3226E62987EE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2" creationId="{FCD14E34-F08C-93B7-CC28-817AB4EE9AC1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4" creationId="{ECAE878F-E40C-3A24-7BCE-2801FF76363F}"/>
          </ac:inkMkLst>
        </pc:ink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26" creationId="{4D35CE20-BB6B-B42F-1755-67FB31D6461B}"/>
          </ac:inkMkLst>
        </pc:inkChg>
        <pc:inkChg chg="add del">
          <ac:chgData name="Deepika Vatsa" userId="f7100972-27fe-4ee6-8fb4-ec9b7931b409" providerId="ADAL" clId="{43FC3250-EE2F-489E-970D-AD8C57589867}" dt="2025-07-31T03:21:47.687" v="5144" actId="478"/>
          <ac:inkMkLst>
            <pc:docMk/>
            <pc:sldMk cId="2345028146" sldId="601"/>
            <ac:inkMk id="27" creationId="{314EF62E-D385-111A-5B5B-07EE0CCA285F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854070128" sldId="601"/>
        </pc:sldMkLst>
      </pc:sldChg>
      <pc:sldChg chg="addSp delSp modSp add mod">
        <pc:chgData name="Deepika Vatsa" userId="f7100972-27fe-4ee6-8fb4-ec9b7931b409" providerId="ADAL" clId="{43FC3250-EE2F-489E-970D-AD8C57589867}" dt="2025-07-31T03:22:01.683" v="5147" actId="478"/>
        <pc:sldMkLst>
          <pc:docMk/>
          <pc:sldMk cId="886010047" sldId="602"/>
        </pc:sldMkLst>
        <pc:spChg chg="mod">
          <ac:chgData name="Deepika Vatsa" userId="f7100972-27fe-4ee6-8fb4-ec9b7931b409" providerId="ADAL" clId="{43FC3250-EE2F-489E-970D-AD8C57589867}" dt="2025-07-24T10:51:10.545" v="3021" actId="20577"/>
          <ac:spMkLst>
            <pc:docMk/>
            <pc:sldMk cId="886010047" sldId="602"/>
            <ac:spMk id="2" creationId="{00000000-0000-0000-0000-000000000000}"/>
          </ac:spMkLst>
        </pc:spChg>
        <pc:spChg chg="add mod">
          <ac:chgData name="Deepika Vatsa" userId="f7100972-27fe-4ee6-8fb4-ec9b7931b409" providerId="ADAL" clId="{43FC3250-EE2F-489E-970D-AD8C57589867}" dt="2025-07-25T06:46:25.396" v="4283" actId="20577"/>
          <ac:spMkLst>
            <pc:docMk/>
            <pc:sldMk cId="886010047" sldId="602"/>
            <ac:spMk id="5" creationId="{CC1083D5-B7AF-045F-7EAB-FD1411E3B290}"/>
          </ac:spMkLst>
        </pc:spChg>
        <pc:spChg chg="del">
          <ac:chgData name="Deepika Vatsa" userId="f7100972-27fe-4ee6-8fb4-ec9b7931b409" providerId="ADAL" clId="{43FC3250-EE2F-489E-970D-AD8C57589867}" dt="2025-07-24T10:50:47.777" v="3001" actId="478"/>
          <ac:spMkLst>
            <pc:docMk/>
            <pc:sldMk cId="886010047" sldId="602"/>
            <ac:spMk id="6" creationId="{1CEA8935-B2D0-3E5F-8357-3E29E96704C1}"/>
          </ac:spMkLst>
        </pc:spChg>
        <pc:spChg chg="add mod">
          <ac:chgData name="Deepika Vatsa" userId="f7100972-27fe-4ee6-8fb4-ec9b7931b409" providerId="ADAL" clId="{43FC3250-EE2F-489E-970D-AD8C57589867}" dt="2025-07-30T11:02:20.632" v="4852" actId="14100"/>
          <ac:spMkLst>
            <pc:docMk/>
            <pc:sldMk cId="886010047" sldId="602"/>
            <ac:spMk id="6" creationId="{6DB03E6E-EA1C-451F-4077-B842B37F02F6}"/>
          </ac:spMkLst>
        </pc:spChg>
        <pc:spChg chg="del">
          <ac:chgData name="Deepika Vatsa" userId="f7100972-27fe-4ee6-8fb4-ec9b7931b409" providerId="ADAL" clId="{43FC3250-EE2F-489E-970D-AD8C57589867}" dt="2025-07-24T10:50:45.305" v="3000" actId="478"/>
          <ac:spMkLst>
            <pc:docMk/>
            <pc:sldMk cId="886010047" sldId="602"/>
            <ac:spMk id="7" creationId="{39BE2E7A-CD69-318B-C09C-711CA44B4A0B}"/>
          </ac:spMkLst>
        </pc:spChg>
        <pc:spChg chg="del">
          <ac:chgData name="Deepika Vatsa" userId="f7100972-27fe-4ee6-8fb4-ec9b7931b409" providerId="ADAL" clId="{43FC3250-EE2F-489E-970D-AD8C57589867}" dt="2025-07-24T10:50:43.730" v="2999" actId="478"/>
          <ac:spMkLst>
            <pc:docMk/>
            <pc:sldMk cId="886010047" sldId="602"/>
            <ac:spMk id="9" creationId="{0845D9B1-899B-55E5-A6D1-4AEEC958CFBC}"/>
          </ac:spMkLst>
        </pc:spChg>
        <pc:spChg chg="del">
          <ac:chgData name="Deepika Vatsa" userId="f7100972-27fe-4ee6-8fb4-ec9b7931b409" providerId="ADAL" clId="{43FC3250-EE2F-489E-970D-AD8C57589867}" dt="2025-07-24T10:50:41.212" v="2998" actId="478"/>
          <ac:spMkLst>
            <pc:docMk/>
            <pc:sldMk cId="886010047" sldId="602"/>
            <ac:spMk id="12" creationId="{306ACACD-7D5F-A652-89BC-479AE734681A}"/>
          </ac:spMkLst>
        </pc:spChg>
        <pc:grpChg chg="del mod">
          <ac:chgData name="Deepika Vatsa" userId="f7100972-27fe-4ee6-8fb4-ec9b7931b409" providerId="ADAL" clId="{43FC3250-EE2F-489E-970D-AD8C57589867}" dt="2025-07-30T11:24:28.365" v="5080"/>
          <ac:grpSpMkLst>
            <pc:docMk/>
            <pc:sldMk cId="886010047" sldId="602"/>
            <ac:grpSpMk id="11" creationId="{737102C5-EF64-DDFE-3ACA-FB9F8874D89F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19" creationId="{57AD2E92-1B0B-C4C8-AF8E-2E9783CE6731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23" creationId="{C7135A48-2D13-6EDE-C944-C3CCD8EBF6A4}"/>
          </ac:grpSpMkLst>
        </pc:grpChg>
        <pc:grpChg chg="del mod">
          <ac:chgData name="Deepika Vatsa" userId="f7100972-27fe-4ee6-8fb4-ec9b7931b409" providerId="ADAL" clId="{43FC3250-EE2F-489E-970D-AD8C57589867}" dt="2025-07-30T11:24:43.654" v="5109"/>
          <ac:grpSpMkLst>
            <pc:docMk/>
            <pc:sldMk cId="886010047" sldId="602"/>
            <ac:grpSpMk id="48" creationId="{2AABFA85-755A-345B-520C-8883410498BF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49" creationId="{40F91D93-8F93-9FE6-A525-7C8DB7505EB6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0" creationId="{D2B7336C-F815-6E74-9FBD-CAAF5312B7A5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1" creationId="{08FCAA17-28B6-7E71-2ACC-54C4F42A50EC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2" creationId="{A54B38DB-BFDC-8083-126A-8F4B528C7286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3" creationId="{ED4BCEFD-121D-6D01-D014-9B1C08EF0B69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8" creationId="{98A069EE-A0D7-A5F3-0AF7-6CCBBCCD9F1B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65" creationId="{14A6B570-75DE-29DC-2893-3E7318ECD850}"/>
          </ac:grpSpMkLst>
        </pc:grpChg>
        <pc:picChg chg="add mod">
          <ac:chgData name="Deepika Vatsa" userId="f7100972-27fe-4ee6-8fb4-ec9b7931b409" providerId="ADAL" clId="{43FC3250-EE2F-489E-970D-AD8C57589867}" dt="2025-07-24T10:53:22.664" v="3084" actId="14100"/>
          <ac:picMkLst>
            <pc:docMk/>
            <pc:sldMk cId="886010047" sldId="602"/>
            <ac:picMk id="10" creationId="{2C8F8A8C-4CBE-F873-6787-5EB3002F5B68}"/>
          </ac:picMkLst>
        </pc:pic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7" creationId="{77D1D47C-CE25-0C95-1A4A-F0090A00AC2F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8" creationId="{FE679162-5C59-6FC5-C595-C65BAD04A524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9" creationId="{A070C18D-DF9A-184E-C6AC-3C7FFCA14C65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12" creationId="{80AF8BC1-F5A1-7375-9F2A-52845D4F1593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13" creationId="{8BAFE205-9EC6-EFAC-4EAD-DA68895B64F0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14" creationId="{53BE260A-26B5-5C57-AC1D-2E88D7B5008E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15" creationId="{7F9D9B28-DB20-AE45-A6B0-8A79D27E96B2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16" creationId="{CD3359BC-70E7-82A9-13AA-F66B7C0E93B7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17" creationId="{D57FC0D9-24AA-F250-99F0-29CF581CAAED}"/>
          </ac:inkMkLst>
        </pc:inkChg>
        <pc:inkChg chg="add del">
          <ac:chgData name="Deepika Vatsa" userId="f7100972-27fe-4ee6-8fb4-ec9b7931b409" providerId="ADAL" clId="{43FC3250-EE2F-489E-970D-AD8C57589867}" dt="2025-07-31T03:21:58.456" v="5146" actId="478"/>
          <ac:inkMkLst>
            <pc:docMk/>
            <pc:sldMk cId="886010047" sldId="602"/>
            <ac:inkMk id="18" creationId="{C40CF86F-E017-AD7A-3C4A-E8FA1FD694A6}"/>
          </ac:inkMkLst>
        </pc:inkChg>
        <pc:inkChg chg="add mod">
          <ac:chgData name="Deepika Vatsa" userId="f7100972-27fe-4ee6-8fb4-ec9b7931b409" providerId="ADAL" clId="{43FC3250-EE2F-489E-970D-AD8C57589867}" dt="2025-07-30T11:24:30.348" v="5084"/>
          <ac:inkMkLst>
            <pc:docMk/>
            <pc:sldMk cId="886010047" sldId="602"/>
            <ac:inkMk id="20" creationId="{8DC9ACA1-897A-97C6-34C5-C756D90D8BEC}"/>
          </ac:inkMkLst>
        </pc:inkChg>
        <pc:inkChg chg="add del">
          <ac:chgData name="Deepika Vatsa" userId="f7100972-27fe-4ee6-8fb4-ec9b7931b409" providerId="ADAL" clId="{43FC3250-EE2F-489E-970D-AD8C57589867}" dt="2025-07-31T03:21:58.456" v="5146" actId="478"/>
          <ac:inkMkLst>
            <pc:docMk/>
            <pc:sldMk cId="886010047" sldId="602"/>
            <ac:inkMk id="21" creationId="{A209531D-BB15-BE98-81ED-903ADCAB5918}"/>
          </ac:inkMkLst>
        </pc:inkChg>
        <pc:inkChg chg="add mod">
          <ac:chgData name="Deepika Vatsa" userId="f7100972-27fe-4ee6-8fb4-ec9b7931b409" providerId="ADAL" clId="{43FC3250-EE2F-489E-970D-AD8C57589867}" dt="2025-07-30T11:24:30.348" v="5084"/>
          <ac:inkMkLst>
            <pc:docMk/>
            <pc:sldMk cId="886010047" sldId="602"/>
            <ac:inkMk id="22" creationId="{E22ED568-A691-7EB8-9165-7CFAAB46786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4" creationId="{DD5BCBFF-B6E2-0AB1-0A8F-342E8E2A2A99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5" creationId="{ED65A6BC-72BE-DADB-4D48-A0D10FEC65A0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6" creationId="{ADAE34F3-22F1-8A1B-312B-505E61953B27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7" creationId="{B9BA2E96-0F59-D4AA-739F-5229C4B751F8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8" creationId="{6365523F-C913-A39C-729D-38766D50FA07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9" creationId="{B9AFED4D-6D8A-E1D3-C7A8-0C0957D40200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0" creationId="{38DA219B-49AA-FB1A-FC60-F23D29D85DA5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1" creationId="{F4B46658-4F39-55F3-22EC-B58047D316BF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2" creationId="{29ADBD88-7BF5-3963-EB39-80D3596BCCBE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3" creationId="{4E4252B8-1F19-6D56-621B-4C4AC04C63D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4" creationId="{5CA1F1A7-3610-7C4B-50D6-70D8D1841E61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5" creationId="{B60F7734-7A1F-733E-B7EB-11092EC27D64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6" creationId="{53AB7C3E-B660-5610-C7AC-0538CBEEEE6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7" creationId="{8173337F-8EB2-3F94-0D23-8AF9F43A374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8" creationId="{8ACE3C35-3E82-FEC5-4B2F-2878A7944C9C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9" creationId="{08EB2709-F3E8-996D-580E-21BA0545FDAA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0" creationId="{2CA79349-A185-63E0-CE35-7975D0330F95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1" creationId="{733809BB-8EC1-C2DF-197A-E23243DFA498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2" creationId="{60699C46-1D91-0053-A00E-BF8BDCD90B03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3" creationId="{6782598E-FD65-876A-3824-404BF77DE9C5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4" creationId="{BF7257EE-EE49-ED62-4634-F0AD201CA77A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5" creationId="{93946685-08B6-CB78-B9B2-740B5BB02A86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6" creationId="{A145CD41-4BAC-C341-F925-B3251ECE9D79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7" creationId="{13EBBA59-AC09-37C9-F0AB-51DAA1037325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4" creationId="{A594385C-1DC0-FE5D-7A25-548AA5D88FFB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5" creationId="{E0639422-4B7E-6A64-6F67-92733F77D231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6" creationId="{D3FAD631-5FCF-7F4D-9CEA-D0A3DB2F9AC5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7" creationId="{EE3A3A6A-2B8F-4ABE-778F-82E977D0C616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59" creationId="{073A5B15-6E25-301E-9F5C-DC6461BF6FC6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0" creationId="{2AA6E4AD-39FE-9896-BFA1-391A730AB93E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1" creationId="{EA7B69A7-F83E-5981-BFCB-C39A3413198B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2" creationId="{19A1C645-2016-482C-303C-E640143464D0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3" creationId="{538E2AE8-3A25-B752-D408-5E529DDA7B76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4" creationId="{756F2833-E6E1-287C-80D6-B02A90F45EE1}"/>
          </ac:inkMkLst>
        </pc:inkChg>
        <pc:inkChg chg="add del">
          <ac:chgData name="Deepika Vatsa" userId="f7100972-27fe-4ee6-8fb4-ec9b7931b409" providerId="ADAL" clId="{43FC3250-EE2F-489E-970D-AD8C57589867}" dt="2025-07-31T03:21:54.415" v="5145" actId="478"/>
          <ac:inkMkLst>
            <pc:docMk/>
            <pc:sldMk cId="886010047" sldId="602"/>
            <ac:inkMk id="66" creationId="{6E958762-7A95-9562-3E5C-CC1F2380AA41}"/>
          </ac:inkMkLst>
        </pc:inkChg>
        <pc:inkChg chg="add del">
          <ac:chgData name="Deepika Vatsa" userId="f7100972-27fe-4ee6-8fb4-ec9b7931b409" providerId="ADAL" clId="{43FC3250-EE2F-489E-970D-AD8C57589867}" dt="2025-07-31T03:22:01.683" v="5147" actId="478"/>
          <ac:inkMkLst>
            <pc:docMk/>
            <pc:sldMk cId="886010047" sldId="602"/>
            <ac:inkMk id="67" creationId="{DD7A5BBF-E577-3B0F-0EB2-45B5BED67247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816700751" sldId="602"/>
        </pc:sldMkLst>
      </pc:sldChg>
      <pc:sldChg chg="addSp delSp modSp add mod">
        <pc:chgData name="Deepika Vatsa" userId="f7100972-27fe-4ee6-8fb4-ec9b7931b409" providerId="ADAL" clId="{43FC3250-EE2F-489E-970D-AD8C57589867}" dt="2025-07-31T03:22:07.067" v="5148" actId="478"/>
        <pc:sldMkLst>
          <pc:docMk/>
          <pc:sldMk cId="1900874624" sldId="603"/>
        </pc:sldMkLst>
        <pc:spChg chg="mod">
          <ac:chgData name="Deepika Vatsa" userId="f7100972-27fe-4ee6-8fb4-ec9b7931b409" providerId="ADAL" clId="{43FC3250-EE2F-489E-970D-AD8C57589867}" dt="2025-07-24T10:55:48.527" v="3140" actId="2711"/>
          <ac:spMkLst>
            <pc:docMk/>
            <pc:sldMk cId="1900874624" sldId="603"/>
            <ac:spMk id="5" creationId="{CC1083D5-B7AF-045F-7EAB-FD1411E3B290}"/>
          </ac:spMkLst>
        </pc:spChg>
        <pc:spChg chg="add mod">
          <ac:chgData name="Deepika Vatsa" userId="f7100972-27fe-4ee6-8fb4-ec9b7931b409" providerId="ADAL" clId="{43FC3250-EE2F-489E-970D-AD8C57589867}" dt="2025-07-24T11:52:37.966" v="3628" actId="1076"/>
          <ac:spMkLst>
            <pc:docMk/>
            <pc:sldMk cId="1900874624" sldId="603"/>
            <ac:spMk id="9" creationId="{CCAC1D88-4F5A-C1DF-D1C4-11D9B4B06BA5}"/>
          </ac:spMkLst>
        </pc:spChg>
        <pc:picChg chg="add mod">
          <ac:chgData name="Deepika Vatsa" userId="f7100972-27fe-4ee6-8fb4-ec9b7931b409" providerId="ADAL" clId="{43FC3250-EE2F-489E-970D-AD8C57589867}" dt="2025-07-24T11:51:59.171" v="3599" actId="1076"/>
          <ac:picMkLst>
            <pc:docMk/>
            <pc:sldMk cId="1900874624" sldId="603"/>
            <ac:picMk id="6" creationId="{5E347412-CBFA-DA73-915B-E742041667EB}"/>
          </ac:picMkLst>
        </pc:picChg>
        <pc:picChg chg="add mod">
          <ac:chgData name="Deepika Vatsa" userId="f7100972-27fe-4ee6-8fb4-ec9b7931b409" providerId="ADAL" clId="{43FC3250-EE2F-489E-970D-AD8C57589867}" dt="2025-07-24T11:52:07.262" v="3602" actId="14100"/>
          <ac:picMkLst>
            <pc:docMk/>
            <pc:sldMk cId="1900874624" sldId="603"/>
            <ac:picMk id="8" creationId="{A25986A4-FC58-2B08-DF6B-EC64FFFDFCA5}"/>
          </ac:picMkLst>
        </pc:picChg>
        <pc:picChg chg="del">
          <ac:chgData name="Deepika Vatsa" userId="f7100972-27fe-4ee6-8fb4-ec9b7931b409" providerId="ADAL" clId="{43FC3250-EE2F-489E-970D-AD8C57589867}" dt="2025-07-24T10:55:16.265" v="3133" actId="478"/>
          <ac:picMkLst>
            <pc:docMk/>
            <pc:sldMk cId="1900874624" sldId="603"/>
            <ac:picMk id="10" creationId="{2C8F8A8C-4CBE-F873-6787-5EB3002F5B68}"/>
          </ac:picMkLst>
        </pc:picChg>
        <pc:inkChg chg="add del">
          <ac:chgData name="Deepika Vatsa" userId="f7100972-27fe-4ee6-8fb4-ec9b7931b409" providerId="ADAL" clId="{43FC3250-EE2F-489E-970D-AD8C57589867}" dt="2025-07-31T03:22:07.067" v="5148" actId="478"/>
          <ac:inkMkLst>
            <pc:docMk/>
            <pc:sldMk cId="1900874624" sldId="603"/>
            <ac:inkMk id="4" creationId="{F3BB0138-CCD1-0C0C-A067-F41D030F9149}"/>
          </ac:inkMkLst>
        </pc:inkChg>
        <pc:cxnChg chg="add mod">
          <ac:chgData name="Deepika Vatsa" userId="f7100972-27fe-4ee6-8fb4-ec9b7931b409" providerId="ADAL" clId="{43FC3250-EE2F-489E-970D-AD8C57589867}" dt="2025-07-24T11:53:00.665" v="3631" actId="1582"/>
          <ac:cxnSpMkLst>
            <pc:docMk/>
            <pc:sldMk cId="1900874624" sldId="603"/>
            <ac:cxnSpMk id="12" creationId="{57242450-156C-9942-E006-2331D09B8452}"/>
          </ac:cxnSpMkLst>
        </pc:cxn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109653638" sldId="603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649285932" sldId="604"/>
        </pc:sldMkLst>
      </pc:sldChg>
      <pc:sldChg chg="addSp delSp modSp add mod">
        <pc:chgData name="Deepika Vatsa" userId="f7100972-27fe-4ee6-8fb4-ec9b7931b409" providerId="ADAL" clId="{43FC3250-EE2F-489E-970D-AD8C57589867}" dt="2025-07-31T03:22:13.276" v="5149" actId="478"/>
        <pc:sldMkLst>
          <pc:docMk/>
          <pc:sldMk cId="1874286721" sldId="604"/>
        </pc:sldMkLst>
        <pc:spChg chg="mod">
          <ac:chgData name="Deepika Vatsa" userId="f7100972-27fe-4ee6-8fb4-ec9b7931b409" providerId="ADAL" clId="{43FC3250-EE2F-489E-970D-AD8C57589867}" dt="2025-07-25T06:26:21.166" v="3770" actId="1076"/>
          <ac:spMkLst>
            <pc:docMk/>
            <pc:sldMk cId="1874286721" sldId="604"/>
            <ac:spMk id="5" creationId="{CC1083D5-B7AF-045F-7EAB-FD1411E3B290}"/>
          </ac:spMkLst>
        </pc:spChg>
        <pc:picChg chg="del">
          <ac:chgData name="Deepika Vatsa" userId="f7100972-27fe-4ee6-8fb4-ec9b7931b409" providerId="ADAL" clId="{43FC3250-EE2F-489E-970D-AD8C57589867}" dt="2025-07-24T10:56:32.938" v="3141" actId="478"/>
          <ac:picMkLst>
            <pc:docMk/>
            <pc:sldMk cId="1874286721" sldId="604"/>
            <ac:picMk id="6" creationId="{5E347412-CBFA-DA73-915B-E742041667EB}"/>
          </ac:picMkLst>
        </pc:picChg>
        <pc:picChg chg="add mod">
          <ac:chgData name="Deepika Vatsa" userId="f7100972-27fe-4ee6-8fb4-ec9b7931b409" providerId="ADAL" clId="{43FC3250-EE2F-489E-970D-AD8C57589867}" dt="2025-07-24T10:56:44.883" v="3149" actId="1037"/>
          <ac:picMkLst>
            <pc:docMk/>
            <pc:sldMk cId="1874286721" sldId="604"/>
            <ac:picMk id="7" creationId="{97F75AB9-1D31-DE6E-BC70-6217AEB8A431}"/>
          </ac:picMkLst>
        </pc:picChg>
        <pc:inkChg chg="add del">
          <ac:chgData name="Deepika Vatsa" userId="f7100972-27fe-4ee6-8fb4-ec9b7931b409" providerId="ADAL" clId="{43FC3250-EE2F-489E-970D-AD8C57589867}" dt="2025-07-31T03:22:13.276" v="5149" actId="478"/>
          <ac:inkMkLst>
            <pc:docMk/>
            <pc:sldMk cId="1874286721" sldId="604"/>
            <ac:inkMk id="4" creationId="{5E73F207-02B2-3CFF-A74D-A904062BDB9C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22:16.699" v="5150" actId="478"/>
        <pc:sldMkLst>
          <pc:docMk/>
          <pc:sldMk cId="2436058904" sldId="605"/>
        </pc:sldMkLst>
        <pc:spChg chg="mod">
          <ac:chgData name="Deepika Vatsa" userId="f7100972-27fe-4ee6-8fb4-ec9b7931b409" providerId="ADAL" clId="{43FC3250-EE2F-489E-970D-AD8C57589867}" dt="2025-07-24T11:22:06.459" v="3293" actId="58"/>
          <ac:spMkLst>
            <pc:docMk/>
            <pc:sldMk cId="2436058904" sldId="605"/>
            <ac:spMk id="5" creationId="{CC1083D5-B7AF-045F-7EAB-FD1411E3B290}"/>
          </ac:spMkLst>
        </pc:spChg>
        <pc:picChg chg="add mod">
          <ac:chgData name="Deepika Vatsa" userId="f7100972-27fe-4ee6-8fb4-ec9b7931b409" providerId="ADAL" clId="{43FC3250-EE2F-489E-970D-AD8C57589867}" dt="2025-07-24T11:00:25.218" v="3196" actId="1037"/>
          <ac:picMkLst>
            <pc:docMk/>
            <pc:sldMk cId="2436058904" sldId="605"/>
            <ac:picMk id="6" creationId="{9542A4B5-39E6-D2FB-47CE-3134BB4938FC}"/>
          </ac:picMkLst>
        </pc:picChg>
        <pc:picChg chg="del">
          <ac:chgData name="Deepika Vatsa" userId="f7100972-27fe-4ee6-8fb4-ec9b7931b409" providerId="ADAL" clId="{43FC3250-EE2F-489E-970D-AD8C57589867}" dt="2025-07-24T11:00:13.287" v="3188" actId="478"/>
          <ac:picMkLst>
            <pc:docMk/>
            <pc:sldMk cId="2436058904" sldId="605"/>
            <ac:picMk id="7" creationId="{97F75AB9-1D31-DE6E-BC70-6217AEB8A431}"/>
          </ac:picMkLst>
        </pc:picChg>
        <pc:inkChg chg="add del">
          <ac:chgData name="Deepika Vatsa" userId="f7100972-27fe-4ee6-8fb4-ec9b7931b409" providerId="ADAL" clId="{43FC3250-EE2F-489E-970D-AD8C57589867}" dt="2025-07-31T03:22:16.699" v="5150" actId="478"/>
          <ac:inkMkLst>
            <pc:docMk/>
            <pc:sldMk cId="2436058904" sldId="605"/>
            <ac:inkMk id="4" creationId="{40C20B08-60C7-D9BE-41DF-56B84582B374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666969699" sldId="605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055965943" sldId="606"/>
        </pc:sldMkLst>
      </pc:sldChg>
      <pc:sldChg chg="addSp delSp modSp add mod ord">
        <pc:chgData name="Deepika Vatsa" userId="f7100972-27fe-4ee6-8fb4-ec9b7931b409" providerId="ADAL" clId="{43FC3250-EE2F-489E-970D-AD8C57589867}" dt="2025-07-31T03:22:28.263" v="5152" actId="478"/>
        <pc:sldMkLst>
          <pc:docMk/>
          <pc:sldMk cId="2038364896" sldId="606"/>
        </pc:sldMkLst>
        <pc:spChg chg="mod">
          <ac:chgData name="Deepika Vatsa" userId="f7100972-27fe-4ee6-8fb4-ec9b7931b409" providerId="ADAL" clId="{43FC3250-EE2F-489E-970D-AD8C57589867}" dt="2025-07-24T11:37:55.586" v="3337" actId="20577"/>
          <ac:spMkLst>
            <pc:docMk/>
            <pc:sldMk cId="2038364896" sldId="606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5T06:42:50.194" v="4069" actId="20577"/>
          <ac:spMkLst>
            <pc:docMk/>
            <pc:sldMk cId="2038364896" sldId="606"/>
            <ac:spMk id="5" creationId="{CC1083D5-B7AF-045F-7EAB-FD1411E3B290}"/>
          </ac:spMkLst>
        </pc:spChg>
        <pc:picChg chg="del">
          <ac:chgData name="Deepika Vatsa" userId="f7100972-27fe-4ee6-8fb4-ec9b7931b409" providerId="ADAL" clId="{43FC3250-EE2F-489E-970D-AD8C57589867}" dt="2025-07-24T11:22:43.873" v="3313" actId="478"/>
          <ac:picMkLst>
            <pc:docMk/>
            <pc:sldMk cId="2038364896" sldId="606"/>
            <ac:picMk id="6" creationId="{9542A4B5-39E6-D2FB-47CE-3134BB4938FC}"/>
          </ac:picMkLst>
        </pc:picChg>
        <pc:picChg chg="add mod">
          <ac:chgData name="Deepika Vatsa" userId="f7100972-27fe-4ee6-8fb4-ec9b7931b409" providerId="ADAL" clId="{43FC3250-EE2F-489E-970D-AD8C57589867}" dt="2025-07-25T06:42:58.032" v="4071" actId="14100"/>
          <ac:picMkLst>
            <pc:docMk/>
            <pc:sldMk cId="2038364896" sldId="606"/>
            <ac:picMk id="7" creationId="{BB5D4909-C339-2D76-23A3-98B71B053D48}"/>
          </ac:picMkLst>
        </pc:picChg>
        <pc:inkChg chg="add del">
          <ac:chgData name="Deepika Vatsa" userId="f7100972-27fe-4ee6-8fb4-ec9b7931b409" providerId="ADAL" clId="{43FC3250-EE2F-489E-970D-AD8C57589867}" dt="2025-07-31T03:22:28.263" v="5152" actId="478"/>
          <ac:inkMkLst>
            <pc:docMk/>
            <pc:sldMk cId="2038364896" sldId="606"/>
            <ac:inkMk id="4" creationId="{D5FEF06F-B2C7-E97B-EF06-31BC0097C5D3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22:20.269" v="5151" actId="478"/>
        <pc:sldMkLst>
          <pc:docMk/>
          <pc:sldMk cId="1748403446" sldId="607"/>
        </pc:sldMkLst>
        <pc:spChg chg="mod">
          <ac:chgData name="Deepika Vatsa" userId="f7100972-27fe-4ee6-8fb4-ec9b7931b409" providerId="ADAL" clId="{43FC3250-EE2F-489E-970D-AD8C57589867}" dt="2025-07-25T06:42:05.894" v="4034" actId="20577"/>
          <ac:spMkLst>
            <pc:docMk/>
            <pc:sldMk cId="1748403446" sldId="607"/>
            <ac:spMk id="5" creationId="{CC1083D5-B7AF-045F-7EAB-FD1411E3B290}"/>
          </ac:spMkLst>
        </pc:spChg>
        <pc:spChg chg="add del mod">
          <ac:chgData name="Deepika Vatsa" userId="f7100972-27fe-4ee6-8fb4-ec9b7931b409" providerId="ADAL" clId="{43FC3250-EE2F-489E-970D-AD8C57589867}" dt="2025-07-25T06:34:02.491" v="3909" actId="478"/>
          <ac:spMkLst>
            <pc:docMk/>
            <pc:sldMk cId="1748403446" sldId="607"/>
            <ac:spMk id="10" creationId="{3FAE005D-3CFC-EEAA-ED2D-EF813024F8F8}"/>
          </ac:spMkLst>
        </pc:spChg>
        <pc:spChg chg="add del">
          <ac:chgData name="Deepika Vatsa" userId="f7100972-27fe-4ee6-8fb4-ec9b7931b409" providerId="ADAL" clId="{43FC3250-EE2F-489E-970D-AD8C57589867}" dt="2025-07-25T06:33:30.051" v="3874"/>
          <ac:spMkLst>
            <pc:docMk/>
            <pc:sldMk cId="1748403446" sldId="607"/>
            <ac:spMk id="11" creationId="{654270B0-BB9E-6673-8A23-2D85A649ACB1}"/>
          </ac:spMkLst>
        </pc:spChg>
        <pc:spChg chg="add del mod">
          <ac:chgData name="Deepika Vatsa" userId="f7100972-27fe-4ee6-8fb4-ec9b7931b409" providerId="ADAL" clId="{43FC3250-EE2F-489E-970D-AD8C57589867}" dt="2025-07-25T06:33:27.820" v="3872"/>
          <ac:spMkLst>
            <pc:docMk/>
            <pc:sldMk cId="1748403446" sldId="607"/>
            <ac:spMk id="12" creationId="{CE854B7F-AD17-A879-172B-CDFB83F08EF0}"/>
          </ac:spMkLst>
        </pc:spChg>
        <pc:spChg chg="add mod">
          <ac:chgData name="Deepika Vatsa" userId="f7100972-27fe-4ee6-8fb4-ec9b7931b409" providerId="ADAL" clId="{43FC3250-EE2F-489E-970D-AD8C57589867}" dt="2025-07-25T06:42:18.768" v="4035" actId="1076"/>
          <ac:spMkLst>
            <pc:docMk/>
            <pc:sldMk cId="1748403446" sldId="607"/>
            <ac:spMk id="13" creationId="{70986103-B215-563E-7363-18E61472D0F6}"/>
          </ac:spMkLst>
        </pc:spChg>
        <pc:picChg chg="add del mod">
          <ac:chgData name="Deepika Vatsa" userId="f7100972-27fe-4ee6-8fb4-ec9b7931b409" providerId="ADAL" clId="{43FC3250-EE2F-489E-970D-AD8C57589867}" dt="2025-07-24T11:47:07.172" v="3598" actId="478"/>
          <ac:picMkLst>
            <pc:docMk/>
            <pc:sldMk cId="1748403446" sldId="607"/>
            <ac:picMk id="6" creationId="{A13E8D7B-4A52-0721-BC59-29B338739EB1}"/>
          </ac:picMkLst>
        </pc:picChg>
        <pc:picChg chg="del">
          <ac:chgData name="Deepika Vatsa" userId="f7100972-27fe-4ee6-8fb4-ec9b7931b409" providerId="ADAL" clId="{43FC3250-EE2F-489E-970D-AD8C57589867}" dt="2025-07-24T11:42:49.039" v="3485" actId="478"/>
          <ac:picMkLst>
            <pc:docMk/>
            <pc:sldMk cId="1748403446" sldId="607"/>
            <ac:picMk id="7" creationId="{BB5D4909-C339-2D76-23A3-98B71B053D48}"/>
          </ac:picMkLst>
        </pc:picChg>
        <pc:picChg chg="add mod">
          <ac:chgData name="Deepika Vatsa" userId="f7100972-27fe-4ee6-8fb4-ec9b7931b409" providerId="ADAL" clId="{43FC3250-EE2F-489E-970D-AD8C57589867}" dt="2025-07-25T06:43:04.276" v="4072" actId="14100"/>
          <ac:picMkLst>
            <pc:docMk/>
            <pc:sldMk cId="1748403446" sldId="607"/>
            <ac:picMk id="9" creationId="{32F6E1FF-15F1-A1E0-E331-2C1F8A441D0A}"/>
          </ac:picMkLst>
        </pc:picChg>
        <pc:inkChg chg="add del">
          <ac:chgData name="Deepika Vatsa" userId="f7100972-27fe-4ee6-8fb4-ec9b7931b409" providerId="ADAL" clId="{43FC3250-EE2F-489E-970D-AD8C57589867}" dt="2025-07-31T03:22:20.269" v="5151" actId="478"/>
          <ac:inkMkLst>
            <pc:docMk/>
            <pc:sldMk cId="1748403446" sldId="607"/>
            <ac:inkMk id="4" creationId="{6D2DAF5D-2AD8-9F3A-AD48-2DA240DA9DB6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928892522" sldId="607"/>
        </pc:sldMkLst>
      </pc:sldChg>
      <pc:sldChg chg="addSp delSp modSp add mod">
        <pc:chgData name="Deepika Vatsa" userId="f7100972-27fe-4ee6-8fb4-ec9b7931b409" providerId="ADAL" clId="{43FC3250-EE2F-489E-970D-AD8C57589867}" dt="2025-07-31T04:12:32.264" v="5154" actId="478"/>
        <pc:sldMkLst>
          <pc:docMk/>
          <pc:sldMk cId="875425397" sldId="608"/>
        </pc:sldMkLst>
        <pc:spChg chg="mod">
          <ac:chgData name="Deepika Vatsa" userId="f7100972-27fe-4ee6-8fb4-ec9b7931b409" providerId="ADAL" clId="{43FC3250-EE2F-489E-970D-AD8C57589867}" dt="2025-07-24T11:46:24.653" v="3538" actId="20577"/>
          <ac:spMkLst>
            <pc:docMk/>
            <pc:sldMk cId="875425397" sldId="608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4T11:46:33.897" v="3541" actId="1076"/>
          <ac:spMkLst>
            <pc:docMk/>
            <pc:sldMk cId="875425397" sldId="608"/>
            <ac:spMk id="5" creationId="{CC1083D5-B7AF-045F-7EAB-FD1411E3B290}"/>
          </ac:spMkLst>
        </pc:spChg>
        <pc:picChg chg="del">
          <ac:chgData name="Deepika Vatsa" userId="f7100972-27fe-4ee6-8fb4-ec9b7931b409" providerId="ADAL" clId="{43FC3250-EE2F-489E-970D-AD8C57589867}" dt="2025-07-24T11:46:28.740" v="3540" actId="478"/>
          <ac:picMkLst>
            <pc:docMk/>
            <pc:sldMk cId="875425397" sldId="608"/>
            <ac:picMk id="6" creationId="{A13E8D7B-4A52-0721-BC59-29B338739EB1}"/>
          </ac:picMkLst>
        </pc:picChg>
        <pc:inkChg chg="add del">
          <ac:chgData name="Deepika Vatsa" userId="f7100972-27fe-4ee6-8fb4-ec9b7931b409" providerId="ADAL" clId="{43FC3250-EE2F-489E-970D-AD8C57589867}" dt="2025-07-31T04:12:32.264" v="5154" actId="478"/>
          <ac:inkMkLst>
            <pc:docMk/>
            <pc:sldMk cId="875425397" sldId="608"/>
            <ac:inkMk id="4" creationId="{A403426F-F021-3620-E64C-72BB553D3F80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914318388" sldId="608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726719763" sldId="609"/>
        </pc:sldMkLst>
      </pc:sldChg>
      <pc:sldChg chg="addSp delSp modSp add mod">
        <pc:chgData name="Deepika Vatsa" userId="f7100972-27fe-4ee6-8fb4-ec9b7931b409" providerId="ADAL" clId="{43FC3250-EE2F-489E-970D-AD8C57589867}" dt="2025-07-31T03:22:31.345" v="5153" actId="478"/>
        <pc:sldMkLst>
          <pc:docMk/>
          <pc:sldMk cId="2661033047" sldId="609"/>
        </pc:sldMkLst>
        <pc:spChg chg="mod">
          <ac:chgData name="Deepika Vatsa" userId="f7100972-27fe-4ee6-8fb4-ec9b7931b409" providerId="ADAL" clId="{43FC3250-EE2F-489E-970D-AD8C57589867}" dt="2025-07-25T06:43:18.452" v="4073" actId="20577"/>
          <ac:spMkLst>
            <pc:docMk/>
            <pc:sldMk cId="2661033047" sldId="609"/>
            <ac:spMk id="5" creationId="{CC1083D5-B7AF-045F-7EAB-FD1411E3B290}"/>
          </ac:spMkLst>
        </pc:spChg>
        <pc:picChg chg="mod">
          <ac:chgData name="Deepika Vatsa" userId="f7100972-27fe-4ee6-8fb4-ec9b7931b409" providerId="ADAL" clId="{43FC3250-EE2F-489E-970D-AD8C57589867}" dt="2025-07-25T06:43:23.529" v="4075" actId="14100"/>
          <ac:picMkLst>
            <pc:docMk/>
            <pc:sldMk cId="2661033047" sldId="609"/>
            <ac:picMk id="6" creationId="{A13E8D7B-4A52-0721-BC59-29B338739EB1}"/>
          </ac:picMkLst>
        </pc:picChg>
        <pc:inkChg chg="add del">
          <ac:chgData name="Deepika Vatsa" userId="f7100972-27fe-4ee6-8fb4-ec9b7931b409" providerId="ADAL" clId="{43FC3250-EE2F-489E-970D-AD8C57589867}" dt="2025-07-31T03:22:31.345" v="5153" actId="478"/>
          <ac:inkMkLst>
            <pc:docMk/>
            <pc:sldMk cId="2661033047" sldId="609"/>
            <ac:inkMk id="4" creationId="{62AE56D4-FC9A-0AEB-43A7-FAE9356B9CDA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4:12:42.796" v="5158" actId="478"/>
        <pc:sldMkLst>
          <pc:docMk/>
          <pc:sldMk cId="1244221787" sldId="610"/>
        </pc:sldMkLst>
        <pc:spChg chg="mod">
          <ac:chgData name="Deepika Vatsa" userId="f7100972-27fe-4ee6-8fb4-ec9b7931b409" providerId="ADAL" clId="{43FC3250-EE2F-489E-970D-AD8C57589867}" dt="2025-07-29T09:26:29.034" v="4318" actId="20577"/>
          <ac:spMkLst>
            <pc:docMk/>
            <pc:sldMk cId="1244221787" sldId="610"/>
            <ac:spMk id="2" creationId="{00000000-0000-0000-0000-000000000000}"/>
          </ac:spMkLst>
        </pc:spChg>
        <pc:spChg chg="add mod">
          <ac:chgData name="Deepika Vatsa" userId="f7100972-27fe-4ee6-8fb4-ec9b7931b409" providerId="ADAL" clId="{43FC3250-EE2F-489E-970D-AD8C57589867}" dt="2025-07-29T09:36:07.618" v="4601" actId="403"/>
          <ac:spMkLst>
            <pc:docMk/>
            <pc:sldMk cId="1244221787" sldId="610"/>
            <ac:spMk id="5" creationId="{1310D0E2-75BF-6154-37D8-B2D38B76B72D}"/>
          </ac:spMkLst>
        </pc:spChg>
        <pc:spChg chg="add mod">
          <ac:chgData name="Deepika Vatsa" userId="f7100972-27fe-4ee6-8fb4-ec9b7931b409" providerId="ADAL" clId="{43FC3250-EE2F-489E-970D-AD8C57589867}" dt="2025-07-29T09:36:25.546" v="4604" actId="1076"/>
          <ac:spMkLst>
            <pc:docMk/>
            <pc:sldMk cId="1244221787" sldId="610"/>
            <ac:spMk id="10" creationId="{9B627254-09D3-20DB-9C07-F8310D90C8F0}"/>
          </ac:spMkLst>
        </pc:spChg>
        <pc:spChg chg="del mod">
          <ac:chgData name="Deepika Vatsa" userId="f7100972-27fe-4ee6-8fb4-ec9b7931b409" providerId="ADAL" clId="{43FC3250-EE2F-489E-970D-AD8C57589867}" dt="2025-07-29T09:27:42.845" v="4340"/>
          <ac:spMkLst>
            <pc:docMk/>
            <pc:sldMk cId="1244221787" sldId="610"/>
            <ac:spMk id="11" creationId="{06381CCD-359B-D8A2-1997-A5B56A02FD41}"/>
          </ac:spMkLst>
        </pc:spChg>
        <pc:graphicFrameChg chg="add mod modGraphic">
          <ac:chgData name="Deepika Vatsa" userId="f7100972-27fe-4ee6-8fb4-ec9b7931b409" providerId="ADAL" clId="{43FC3250-EE2F-489E-970D-AD8C57589867}" dt="2025-07-29T09:36:02.277" v="4600" actId="403"/>
          <ac:graphicFrameMkLst>
            <pc:docMk/>
            <pc:sldMk cId="1244221787" sldId="610"/>
            <ac:graphicFrameMk id="4" creationId="{9A61CFB2-8DA7-5321-4636-0B27883190EC}"/>
          </ac:graphicFrameMkLst>
        </pc:graphicFrameChg>
        <pc:picChg chg="add mod">
          <ac:chgData name="Deepika Vatsa" userId="f7100972-27fe-4ee6-8fb4-ec9b7931b409" providerId="ADAL" clId="{43FC3250-EE2F-489E-970D-AD8C57589867}" dt="2025-07-29T09:36:17.650" v="4602" actId="1076"/>
          <ac:picMkLst>
            <pc:docMk/>
            <pc:sldMk cId="1244221787" sldId="610"/>
            <ac:picMk id="7" creationId="{EB1BC7D7-2A8B-FDFE-19D5-5060E82A5057}"/>
          </ac:picMkLst>
        </pc:picChg>
        <pc:picChg chg="add mod">
          <ac:chgData name="Deepika Vatsa" userId="f7100972-27fe-4ee6-8fb4-ec9b7931b409" providerId="ADAL" clId="{43FC3250-EE2F-489E-970D-AD8C57589867}" dt="2025-07-29T09:31:32.976" v="4489" actId="1076"/>
          <ac:picMkLst>
            <pc:docMk/>
            <pc:sldMk cId="1244221787" sldId="610"/>
            <ac:picMk id="9" creationId="{2225503A-7575-0D3B-5B98-909C48A2EA7C}"/>
          </ac:picMkLst>
        </pc:picChg>
        <pc:inkChg chg="add del">
          <ac:chgData name="Deepika Vatsa" userId="f7100972-27fe-4ee6-8fb4-ec9b7931b409" providerId="ADAL" clId="{43FC3250-EE2F-489E-970D-AD8C57589867}" dt="2025-07-31T04:12:42.796" v="5158" actId="478"/>
          <ac:inkMkLst>
            <pc:docMk/>
            <pc:sldMk cId="1244221787" sldId="610"/>
            <ac:inkMk id="6" creationId="{17296517-C49C-BE35-E114-9B88F69E82AE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648386067" sldId="610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440736019" sldId="611"/>
        </pc:sldMkLst>
      </pc:sldChg>
      <pc:sldChg chg="addSp delSp modSp add mod">
        <pc:chgData name="Deepika Vatsa" userId="f7100972-27fe-4ee6-8fb4-ec9b7931b409" providerId="ADAL" clId="{43FC3250-EE2F-489E-970D-AD8C57589867}" dt="2025-07-31T04:12:45.263" v="5159" actId="478"/>
        <pc:sldMkLst>
          <pc:docMk/>
          <pc:sldMk cId="2742127447" sldId="611"/>
        </pc:sldMkLst>
        <pc:spChg chg="del">
          <ac:chgData name="Deepika Vatsa" userId="f7100972-27fe-4ee6-8fb4-ec9b7931b409" providerId="ADAL" clId="{43FC3250-EE2F-489E-970D-AD8C57589867}" dt="2025-07-29T09:32:25.211" v="4503" actId="478"/>
          <ac:spMkLst>
            <pc:docMk/>
            <pc:sldMk cId="2742127447" sldId="611"/>
            <ac:spMk id="5" creationId="{1310D0E2-75BF-6154-37D8-B2D38B76B72D}"/>
          </ac:spMkLst>
        </pc:spChg>
        <pc:spChg chg="del">
          <ac:chgData name="Deepika Vatsa" userId="f7100972-27fe-4ee6-8fb4-ec9b7931b409" providerId="ADAL" clId="{43FC3250-EE2F-489E-970D-AD8C57589867}" dt="2025-07-29T09:34:11.259" v="4534" actId="478"/>
          <ac:spMkLst>
            <pc:docMk/>
            <pc:sldMk cId="2742127447" sldId="611"/>
            <ac:spMk id="10" creationId="{9B627254-09D3-20DB-9C07-F8310D90C8F0}"/>
          </ac:spMkLst>
        </pc:spChg>
        <pc:spChg chg="add mod">
          <ac:chgData name="Deepika Vatsa" userId="f7100972-27fe-4ee6-8fb4-ec9b7931b409" providerId="ADAL" clId="{43FC3250-EE2F-489E-970D-AD8C57589867}" dt="2025-07-29T09:35:34.289" v="4592" actId="1076"/>
          <ac:spMkLst>
            <pc:docMk/>
            <pc:sldMk cId="2742127447" sldId="611"/>
            <ac:spMk id="13" creationId="{23851624-7BA7-D9E9-9B51-6B881D7FA9DF}"/>
          </ac:spMkLst>
        </pc:spChg>
        <pc:spChg chg="add mod">
          <ac:chgData name="Deepika Vatsa" userId="f7100972-27fe-4ee6-8fb4-ec9b7931b409" providerId="ADAL" clId="{43FC3250-EE2F-489E-970D-AD8C57589867}" dt="2025-07-29T09:37:49.194" v="4654" actId="207"/>
          <ac:spMkLst>
            <pc:docMk/>
            <pc:sldMk cId="2742127447" sldId="611"/>
            <ac:spMk id="14" creationId="{43B25EF5-3577-32AA-6B1A-D68FD42FC287}"/>
          </ac:spMkLst>
        </pc:spChg>
        <pc:spChg chg="add ord">
          <ac:chgData name="Deepika Vatsa" userId="f7100972-27fe-4ee6-8fb4-ec9b7931b409" providerId="ADAL" clId="{43FC3250-EE2F-489E-970D-AD8C57589867}" dt="2025-07-29T09:37:36.859" v="4653" actId="167"/>
          <ac:spMkLst>
            <pc:docMk/>
            <pc:sldMk cId="2742127447" sldId="611"/>
            <ac:spMk id="15" creationId="{2CE8AD81-DD82-EE2A-E8D7-0BB3644121DD}"/>
          </ac:spMkLst>
        </pc:spChg>
        <pc:spChg chg="add mod">
          <ac:chgData name="Deepika Vatsa" userId="f7100972-27fe-4ee6-8fb4-ec9b7931b409" providerId="ADAL" clId="{43FC3250-EE2F-489E-970D-AD8C57589867}" dt="2025-07-29T09:41:36.752" v="4730" actId="1035"/>
          <ac:spMkLst>
            <pc:docMk/>
            <pc:sldMk cId="2742127447" sldId="611"/>
            <ac:spMk id="17" creationId="{6655A525-0B6E-1B3B-7EA3-03ED36A9FA6E}"/>
          </ac:spMkLst>
        </pc:spChg>
        <pc:graphicFrameChg chg="mod modGraphic">
          <ac:chgData name="Deepika Vatsa" userId="f7100972-27fe-4ee6-8fb4-ec9b7931b409" providerId="ADAL" clId="{43FC3250-EE2F-489E-970D-AD8C57589867}" dt="2025-07-29T09:41:45.078" v="4734" actId="20577"/>
          <ac:graphicFrameMkLst>
            <pc:docMk/>
            <pc:sldMk cId="2742127447" sldId="611"/>
            <ac:graphicFrameMk id="4" creationId="{9A61CFB2-8DA7-5321-4636-0B27883190EC}"/>
          </ac:graphicFrameMkLst>
        </pc:graphicFrameChg>
        <pc:picChg chg="del mod">
          <ac:chgData name="Deepika Vatsa" userId="f7100972-27fe-4ee6-8fb4-ec9b7931b409" providerId="ADAL" clId="{43FC3250-EE2F-489E-970D-AD8C57589867}" dt="2025-07-29T09:34:31.428" v="4536" actId="478"/>
          <ac:picMkLst>
            <pc:docMk/>
            <pc:sldMk cId="2742127447" sldId="611"/>
            <ac:picMk id="7" creationId="{EB1BC7D7-2A8B-FDFE-19D5-5060E82A5057}"/>
          </ac:picMkLst>
        </pc:picChg>
        <pc:picChg chg="add mod">
          <ac:chgData name="Deepika Vatsa" userId="f7100972-27fe-4ee6-8fb4-ec9b7931b409" providerId="ADAL" clId="{43FC3250-EE2F-489E-970D-AD8C57589867}" dt="2025-07-29T09:36:40.742" v="4605" actId="1076"/>
          <ac:picMkLst>
            <pc:docMk/>
            <pc:sldMk cId="2742127447" sldId="611"/>
            <ac:picMk id="8" creationId="{FA071716-76D5-8A2B-8EE9-A42CAE268218}"/>
          </ac:picMkLst>
        </pc:picChg>
        <pc:picChg chg="del">
          <ac:chgData name="Deepika Vatsa" userId="f7100972-27fe-4ee6-8fb4-ec9b7931b409" providerId="ADAL" clId="{43FC3250-EE2F-489E-970D-AD8C57589867}" dt="2025-07-29T09:34:50.527" v="4541" actId="478"/>
          <ac:picMkLst>
            <pc:docMk/>
            <pc:sldMk cId="2742127447" sldId="611"/>
            <ac:picMk id="9" creationId="{2225503A-7575-0D3B-5B98-909C48A2EA7C}"/>
          </ac:picMkLst>
        </pc:picChg>
        <pc:picChg chg="add mod">
          <ac:chgData name="Deepika Vatsa" userId="f7100972-27fe-4ee6-8fb4-ec9b7931b409" providerId="ADAL" clId="{43FC3250-EE2F-489E-970D-AD8C57589867}" dt="2025-07-29T09:36:44.087" v="4606" actId="1076"/>
          <ac:picMkLst>
            <pc:docMk/>
            <pc:sldMk cId="2742127447" sldId="611"/>
            <ac:picMk id="12" creationId="{9671BB86-45FA-B811-5C54-C67DFC998E03}"/>
          </ac:picMkLst>
        </pc:picChg>
        <pc:inkChg chg="add del">
          <ac:chgData name="Deepika Vatsa" userId="f7100972-27fe-4ee6-8fb4-ec9b7931b409" providerId="ADAL" clId="{43FC3250-EE2F-489E-970D-AD8C57589867}" dt="2025-07-31T04:12:45.263" v="5159" actId="478"/>
          <ac:inkMkLst>
            <pc:docMk/>
            <pc:sldMk cId="2742127447" sldId="611"/>
            <ac:inkMk id="5" creationId="{E08C7AAA-E092-49E6-4948-4A81A952906A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106724558" sldId="612"/>
        </pc:sldMkLst>
      </pc:sldChg>
      <pc:sldChg chg="addSp delSp modSp add mod ord">
        <pc:chgData name="Deepika Vatsa" userId="f7100972-27fe-4ee6-8fb4-ec9b7931b409" providerId="ADAL" clId="{43FC3250-EE2F-489E-970D-AD8C57589867}" dt="2025-07-31T04:12:47.743" v="5160" actId="478"/>
        <pc:sldMkLst>
          <pc:docMk/>
          <pc:sldMk cId="4043674681" sldId="612"/>
        </pc:sldMkLst>
        <pc:spChg chg="mod">
          <ac:chgData name="Deepika Vatsa" userId="f7100972-27fe-4ee6-8fb4-ec9b7931b409" providerId="ADAL" clId="{43FC3250-EE2F-489E-970D-AD8C57589867}" dt="2025-07-29T09:38:28.921" v="4685" actId="20577"/>
          <ac:spMkLst>
            <pc:docMk/>
            <pc:sldMk cId="4043674681" sldId="612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9T09:39:44.773" v="4710" actId="33524"/>
          <ac:spMkLst>
            <pc:docMk/>
            <pc:sldMk cId="4043674681" sldId="612"/>
            <ac:spMk id="11" creationId="{06381CCD-359B-D8A2-1997-A5B56A02FD41}"/>
          </ac:spMkLst>
        </pc:spChg>
        <pc:picChg chg="add mod">
          <ac:chgData name="Deepika Vatsa" userId="f7100972-27fe-4ee6-8fb4-ec9b7931b409" providerId="ADAL" clId="{43FC3250-EE2F-489E-970D-AD8C57589867}" dt="2025-07-29T09:39:19.646" v="4703" actId="14100"/>
          <ac:picMkLst>
            <pc:docMk/>
            <pc:sldMk cId="4043674681" sldId="612"/>
            <ac:picMk id="5" creationId="{AD39B31F-221A-4EE5-E9C0-CA98D418592E}"/>
          </ac:picMkLst>
        </pc:picChg>
        <pc:inkChg chg="add del">
          <ac:chgData name="Deepika Vatsa" userId="f7100972-27fe-4ee6-8fb4-ec9b7931b409" providerId="ADAL" clId="{43FC3250-EE2F-489E-970D-AD8C57589867}" dt="2025-07-31T04:12:47.743" v="5160" actId="478"/>
          <ac:inkMkLst>
            <pc:docMk/>
            <pc:sldMk cId="4043674681" sldId="612"/>
            <ac:inkMk id="4" creationId="{A8043A15-5AAE-0CE7-99FB-3682E96C3B02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4:12:37.373" v="5156" actId="478"/>
        <pc:sldMkLst>
          <pc:docMk/>
          <pc:sldMk cId="1338937673" sldId="613"/>
        </pc:sldMkLst>
        <pc:spChg chg="mod">
          <ac:chgData name="Deepika Vatsa" userId="f7100972-27fe-4ee6-8fb4-ec9b7931b409" providerId="ADAL" clId="{43FC3250-EE2F-489E-970D-AD8C57589867}" dt="2025-07-29T10:27:18.134" v="4759" actId="20577"/>
          <ac:spMkLst>
            <pc:docMk/>
            <pc:sldMk cId="1338937673" sldId="613"/>
            <ac:spMk id="2" creationId="{00000000-0000-0000-0000-000000000000}"/>
          </ac:spMkLst>
        </pc:spChg>
        <pc:spChg chg="del">
          <ac:chgData name="Deepika Vatsa" userId="f7100972-27fe-4ee6-8fb4-ec9b7931b409" providerId="ADAL" clId="{43FC3250-EE2F-489E-970D-AD8C57589867}" dt="2025-07-29T10:27:04.458" v="4736" actId="478"/>
          <ac:spMkLst>
            <pc:docMk/>
            <pc:sldMk cId="1338937673" sldId="613"/>
            <ac:spMk id="11" creationId="{06381CCD-359B-D8A2-1997-A5B56A02FD41}"/>
          </ac:spMkLst>
        </pc:spChg>
        <pc:picChg chg="add mod">
          <ac:chgData name="Deepika Vatsa" userId="f7100972-27fe-4ee6-8fb4-ec9b7931b409" providerId="ADAL" clId="{43FC3250-EE2F-489E-970D-AD8C57589867}" dt="2025-07-29T10:27:12.530" v="4740" actId="1076"/>
          <ac:picMkLst>
            <pc:docMk/>
            <pc:sldMk cId="1338937673" sldId="613"/>
            <ac:picMk id="5" creationId="{509DEF52-9B59-357F-07A6-14702C7BE81D}"/>
          </ac:picMkLst>
        </pc:picChg>
        <pc:inkChg chg="add del">
          <ac:chgData name="Deepika Vatsa" userId="f7100972-27fe-4ee6-8fb4-ec9b7931b409" providerId="ADAL" clId="{43FC3250-EE2F-489E-970D-AD8C57589867}" dt="2025-07-31T04:12:37.373" v="5156" actId="478"/>
          <ac:inkMkLst>
            <pc:docMk/>
            <pc:sldMk cId="1338937673" sldId="613"/>
            <ac:inkMk id="4" creationId="{1066EE53-2164-F1CA-3C63-294ED66450CC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4:12:40.251" v="5157" actId="478"/>
        <pc:sldMkLst>
          <pc:docMk/>
          <pc:sldMk cId="1180035275" sldId="614"/>
        </pc:sldMkLst>
        <pc:picChg chg="del">
          <ac:chgData name="Deepika Vatsa" userId="f7100972-27fe-4ee6-8fb4-ec9b7931b409" providerId="ADAL" clId="{43FC3250-EE2F-489E-970D-AD8C57589867}" dt="2025-07-29T10:27:41.297" v="4761" actId="478"/>
          <ac:picMkLst>
            <pc:docMk/>
            <pc:sldMk cId="1180035275" sldId="614"/>
            <ac:picMk id="5" creationId="{509DEF52-9B59-357F-07A6-14702C7BE81D}"/>
          </ac:picMkLst>
        </pc:picChg>
        <pc:picChg chg="add mod">
          <ac:chgData name="Deepika Vatsa" userId="f7100972-27fe-4ee6-8fb4-ec9b7931b409" providerId="ADAL" clId="{43FC3250-EE2F-489E-970D-AD8C57589867}" dt="2025-07-29T10:27:46.511" v="4764" actId="1076"/>
          <ac:picMkLst>
            <pc:docMk/>
            <pc:sldMk cId="1180035275" sldId="614"/>
            <ac:picMk id="6" creationId="{7241F030-7566-2C7C-08F8-43ECA3E40FF6}"/>
          </ac:picMkLst>
        </pc:picChg>
        <pc:inkChg chg="add del">
          <ac:chgData name="Deepika Vatsa" userId="f7100972-27fe-4ee6-8fb4-ec9b7931b409" providerId="ADAL" clId="{43FC3250-EE2F-489E-970D-AD8C57589867}" dt="2025-07-31T04:12:40.251" v="5157" actId="478"/>
          <ac:inkMkLst>
            <pc:docMk/>
            <pc:sldMk cId="1180035275" sldId="614"/>
            <ac:inkMk id="4" creationId="{BD21F7C1-37DA-B6FC-4346-1E7E5ABBB1B3}"/>
          </ac:inkMkLst>
        </pc:inkChg>
      </pc:sldChg>
    </pc:docChg>
  </pc:docChgLst>
  <pc:docChgLst>
    <pc:chgData name="Deepika Vatsa" userId="f7100972-27fe-4ee6-8fb4-ec9b7931b409" providerId="ADAL" clId="{FECAADD6-485A-4B66-AEA2-DF6E35DB16E2}"/>
    <pc:docChg chg="custSel addSld delSld modSld sldOrd">
      <pc:chgData name="Deepika Vatsa" userId="f7100972-27fe-4ee6-8fb4-ec9b7931b409" providerId="ADAL" clId="{FECAADD6-485A-4B66-AEA2-DF6E35DB16E2}" dt="2025-08-18T12:27:52.721" v="556" actId="20577"/>
      <pc:docMkLst>
        <pc:docMk/>
      </pc:docMkLst>
      <pc:sldChg chg="modSp mod">
        <pc:chgData name="Deepika Vatsa" userId="f7100972-27fe-4ee6-8fb4-ec9b7931b409" providerId="ADAL" clId="{FECAADD6-485A-4B66-AEA2-DF6E35DB16E2}" dt="2025-08-18T12:07:10.708" v="25" actId="20577"/>
        <pc:sldMkLst>
          <pc:docMk/>
          <pc:sldMk cId="0" sldId="395"/>
        </pc:sldMkLst>
        <pc:spChg chg="mod">
          <ac:chgData name="Deepika Vatsa" userId="f7100972-27fe-4ee6-8fb4-ec9b7931b409" providerId="ADAL" clId="{FECAADD6-485A-4B66-AEA2-DF6E35DB16E2}" dt="2025-08-18T12:07:10.708" v="25" actId="20577"/>
          <ac:spMkLst>
            <pc:docMk/>
            <pc:sldMk cId="0" sldId="395"/>
            <ac:spMk id="2" creationId="{00000000-0000-0000-0000-000000000000}"/>
          </ac:spMkLst>
        </pc:spChg>
      </pc:sldChg>
      <pc:sldChg chg="modSp mod">
        <pc:chgData name="Deepika Vatsa" userId="f7100972-27fe-4ee6-8fb4-ec9b7931b409" providerId="ADAL" clId="{FECAADD6-485A-4B66-AEA2-DF6E35DB16E2}" dt="2025-08-18T12:27:52.721" v="556" actId="20577"/>
        <pc:sldMkLst>
          <pc:docMk/>
          <pc:sldMk cId="3439049211" sldId="591"/>
        </pc:sldMkLst>
        <pc:spChg chg="mod">
          <ac:chgData name="Deepika Vatsa" userId="f7100972-27fe-4ee6-8fb4-ec9b7931b409" providerId="ADAL" clId="{FECAADD6-485A-4B66-AEA2-DF6E35DB16E2}" dt="2025-08-18T12:07:52.149" v="101" actId="20577"/>
          <ac:spMkLst>
            <pc:docMk/>
            <pc:sldMk cId="3439049211" sldId="591"/>
            <ac:spMk id="2" creationId="{00000000-0000-0000-0000-000000000000}"/>
          </ac:spMkLst>
        </pc:spChg>
        <pc:spChg chg="mod">
          <ac:chgData name="Deepika Vatsa" userId="f7100972-27fe-4ee6-8fb4-ec9b7931b409" providerId="ADAL" clId="{FECAADD6-485A-4B66-AEA2-DF6E35DB16E2}" dt="2025-08-18T12:27:52.721" v="556" actId="20577"/>
          <ac:spMkLst>
            <pc:docMk/>
            <pc:sldMk cId="3439049211" sldId="591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432536662" sldId="592"/>
        </pc:sldMkLst>
      </pc:sldChg>
      <pc:sldChg chg="addSp delSp modSp mod">
        <pc:chgData name="Deepika Vatsa" userId="f7100972-27fe-4ee6-8fb4-ec9b7931b409" providerId="ADAL" clId="{FECAADD6-485A-4B66-AEA2-DF6E35DB16E2}" dt="2025-08-18T12:21:57.865" v="418" actId="14100"/>
        <pc:sldMkLst>
          <pc:docMk/>
          <pc:sldMk cId="3198423911" sldId="593"/>
        </pc:sldMkLst>
        <pc:spChg chg="mod">
          <ac:chgData name="Deepika Vatsa" userId="f7100972-27fe-4ee6-8fb4-ec9b7931b409" providerId="ADAL" clId="{FECAADD6-485A-4B66-AEA2-DF6E35DB16E2}" dt="2025-08-18T12:21:40.079" v="415" actId="20577"/>
          <ac:spMkLst>
            <pc:docMk/>
            <pc:sldMk cId="3198423911" sldId="593"/>
            <ac:spMk id="2" creationId="{00000000-0000-0000-0000-000000000000}"/>
          </ac:spMkLst>
        </pc:spChg>
        <pc:spChg chg="del">
          <ac:chgData name="Deepika Vatsa" userId="f7100972-27fe-4ee6-8fb4-ec9b7931b409" providerId="ADAL" clId="{FECAADD6-485A-4B66-AEA2-DF6E35DB16E2}" dt="2025-08-18T12:08:46.420" v="140" actId="478"/>
          <ac:spMkLst>
            <pc:docMk/>
            <pc:sldMk cId="3198423911" sldId="593"/>
            <ac:spMk id="11" creationId="{06381CCD-359B-D8A2-1997-A5B56A02FD41}"/>
          </ac:spMkLst>
        </pc:spChg>
        <pc:picChg chg="add del mod">
          <ac:chgData name="Deepika Vatsa" userId="f7100972-27fe-4ee6-8fb4-ec9b7931b409" providerId="ADAL" clId="{FECAADD6-485A-4B66-AEA2-DF6E35DB16E2}" dt="2025-08-18T12:09:17.408" v="144" actId="478"/>
          <ac:picMkLst>
            <pc:docMk/>
            <pc:sldMk cId="3198423911" sldId="593"/>
            <ac:picMk id="5" creationId="{0A24C55F-7A92-6287-5865-B01B27F658BA}"/>
          </ac:picMkLst>
        </pc:picChg>
        <pc:picChg chg="add del mod">
          <ac:chgData name="Deepika Vatsa" userId="f7100972-27fe-4ee6-8fb4-ec9b7931b409" providerId="ADAL" clId="{FECAADD6-485A-4B66-AEA2-DF6E35DB16E2}" dt="2025-08-18T12:20:44.843" v="380" actId="478"/>
          <ac:picMkLst>
            <pc:docMk/>
            <pc:sldMk cId="3198423911" sldId="593"/>
            <ac:picMk id="7" creationId="{31B87EC0-4ADE-A96C-B968-87A230E18EEA}"/>
          </ac:picMkLst>
        </pc:picChg>
        <pc:picChg chg="add mod">
          <ac:chgData name="Deepika Vatsa" userId="f7100972-27fe-4ee6-8fb4-ec9b7931b409" providerId="ADAL" clId="{FECAADD6-485A-4B66-AEA2-DF6E35DB16E2}" dt="2025-08-18T12:21:57.865" v="418" actId="14100"/>
          <ac:picMkLst>
            <pc:docMk/>
            <pc:sldMk cId="3198423911" sldId="593"/>
            <ac:picMk id="9" creationId="{D35FFCD6-253F-CEEB-E0FE-880344B9FA65}"/>
          </ac:picMkLst>
        </pc:picChg>
      </pc:sldChg>
      <pc:sldChg chg="addSp delSp modSp mod">
        <pc:chgData name="Deepika Vatsa" userId="f7100972-27fe-4ee6-8fb4-ec9b7931b409" providerId="ADAL" clId="{FECAADD6-485A-4B66-AEA2-DF6E35DB16E2}" dt="2025-08-18T12:18:33.216" v="347" actId="1076"/>
        <pc:sldMkLst>
          <pc:docMk/>
          <pc:sldMk cId="815781673" sldId="595"/>
        </pc:sldMkLst>
        <pc:spChg chg="mod">
          <ac:chgData name="Deepika Vatsa" userId="f7100972-27fe-4ee6-8fb4-ec9b7931b409" providerId="ADAL" clId="{FECAADD6-485A-4B66-AEA2-DF6E35DB16E2}" dt="2025-08-18T12:18:18.990" v="340" actId="20577"/>
          <ac:spMkLst>
            <pc:docMk/>
            <pc:sldMk cId="815781673" sldId="595"/>
            <ac:spMk id="2" creationId="{00000000-0000-0000-0000-000000000000}"/>
          </ac:spMkLst>
        </pc:spChg>
        <pc:spChg chg="del">
          <ac:chgData name="Deepika Vatsa" userId="f7100972-27fe-4ee6-8fb4-ec9b7931b409" providerId="ADAL" clId="{FECAADD6-485A-4B66-AEA2-DF6E35DB16E2}" dt="2025-08-18T12:18:27.905" v="344" actId="478"/>
          <ac:spMkLst>
            <pc:docMk/>
            <pc:sldMk cId="815781673" sldId="595"/>
            <ac:spMk id="7" creationId="{BCBAFA03-3862-AA92-2365-76BF8A47DE8D}"/>
          </ac:spMkLst>
        </pc:spChg>
        <pc:spChg chg="del">
          <ac:chgData name="Deepika Vatsa" userId="f7100972-27fe-4ee6-8fb4-ec9b7931b409" providerId="ADAL" clId="{FECAADD6-485A-4B66-AEA2-DF6E35DB16E2}" dt="2025-08-18T12:18:23.748" v="342" actId="478"/>
          <ac:spMkLst>
            <pc:docMk/>
            <pc:sldMk cId="815781673" sldId="595"/>
            <ac:spMk id="11" creationId="{06381CCD-359B-D8A2-1997-A5B56A02FD41}"/>
          </ac:spMkLst>
        </pc:spChg>
        <pc:picChg chg="add mod">
          <ac:chgData name="Deepika Vatsa" userId="f7100972-27fe-4ee6-8fb4-ec9b7931b409" providerId="ADAL" clId="{FECAADD6-485A-4B66-AEA2-DF6E35DB16E2}" dt="2025-08-18T12:18:33.216" v="347" actId="1076"/>
          <ac:picMkLst>
            <pc:docMk/>
            <pc:sldMk cId="815781673" sldId="595"/>
            <ac:picMk id="5" creationId="{CBB23C75-79E3-DF1C-D40A-D199F6F0FF07}"/>
          </ac:picMkLst>
        </pc:picChg>
        <pc:picChg chg="del">
          <ac:chgData name="Deepika Vatsa" userId="f7100972-27fe-4ee6-8fb4-ec9b7931b409" providerId="ADAL" clId="{FECAADD6-485A-4B66-AEA2-DF6E35DB16E2}" dt="2025-08-18T12:18:21.201" v="341" actId="478"/>
          <ac:picMkLst>
            <pc:docMk/>
            <pc:sldMk cId="815781673" sldId="595"/>
            <ac:picMk id="2050" creationId="{0B7501EB-9B8B-1F43-B280-F1F29C89922A}"/>
          </ac:picMkLst>
        </pc:picChg>
        <pc:inkChg chg="del">
          <ac:chgData name="Deepika Vatsa" userId="f7100972-27fe-4ee6-8fb4-ec9b7931b409" providerId="ADAL" clId="{FECAADD6-485A-4B66-AEA2-DF6E35DB16E2}" dt="2025-08-18T12:18:27.905" v="344" actId="478"/>
          <ac:inkMkLst>
            <pc:docMk/>
            <pc:sldMk cId="815781673" sldId="595"/>
            <ac:inkMk id="8" creationId="{EEACF910-633C-AE8B-0642-C71E5B84C041}"/>
          </ac:inkMkLst>
        </pc:inkChg>
        <pc:inkChg chg="del">
          <ac:chgData name="Deepika Vatsa" userId="f7100972-27fe-4ee6-8fb4-ec9b7931b409" providerId="ADAL" clId="{FECAADD6-485A-4B66-AEA2-DF6E35DB16E2}" dt="2025-08-18T12:18:27.905" v="344" actId="478"/>
          <ac:inkMkLst>
            <pc:docMk/>
            <pc:sldMk cId="815781673" sldId="595"/>
            <ac:inkMk id="9" creationId="{C39F76D6-5DCC-CD24-131E-897F8204AFE4}"/>
          </ac:inkMkLst>
        </pc:inkChg>
        <pc:inkChg chg="del">
          <ac:chgData name="Deepika Vatsa" userId="f7100972-27fe-4ee6-8fb4-ec9b7931b409" providerId="ADAL" clId="{FECAADD6-485A-4B66-AEA2-DF6E35DB16E2}" dt="2025-08-18T12:18:27.905" v="344" actId="478"/>
          <ac:inkMkLst>
            <pc:docMk/>
            <pc:sldMk cId="815781673" sldId="595"/>
            <ac:inkMk id="10" creationId="{2BFED832-E34E-9A8D-7B76-1D5566960974}"/>
          </ac:inkMkLst>
        </pc:inkChg>
        <pc:inkChg chg="del">
          <ac:chgData name="Deepika Vatsa" userId="f7100972-27fe-4ee6-8fb4-ec9b7931b409" providerId="ADAL" clId="{FECAADD6-485A-4B66-AEA2-DF6E35DB16E2}" dt="2025-08-18T12:18:25.586" v="343" actId="478"/>
          <ac:inkMkLst>
            <pc:docMk/>
            <pc:sldMk cId="815781673" sldId="595"/>
            <ac:inkMk id="12" creationId="{CD91F783-8135-9CCE-7DBA-385AF0289E46}"/>
          </ac:inkMkLst>
        </pc:inkChg>
        <pc:inkChg chg="del">
          <ac:chgData name="Deepika Vatsa" userId="f7100972-27fe-4ee6-8fb4-ec9b7931b409" providerId="ADAL" clId="{FECAADD6-485A-4B66-AEA2-DF6E35DB16E2}" dt="2025-08-18T12:18:27.905" v="344" actId="478"/>
          <ac:inkMkLst>
            <pc:docMk/>
            <pc:sldMk cId="815781673" sldId="595"/>
            <ac:inkMk id="13" creationId="{20D17564-0F72-D4C2-BF4A-7D9EDF592976}"/>
          </ac:inkMkLst>
        </pc:inkChg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532030908" sldId="596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3825282558" sldId="597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827776172" sldId="598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3105522451" sldId="599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298333677" sldId="600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345028146" sldId="601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886010047" sldId="602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900874624" sldId="603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874286721" sldId="604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436058904" sldId="605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038364896" sldId="606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748403446" sldId="607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875425397" sldId="608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661033047" sldId="609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244221787" sldId="610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742127447" sldId="611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4043674681" sldId="612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338937673" sldId="613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180035275" sldId="614"/>
        </pc:sldMkLst>
      </pc:sldChg>
      <pc:sldChg chg="addSp delSp modSp add mod">
        <pc:chgData name="Deepika Vatsa" userId="f7100972-27fe-4ee6-8fb4-ec9b7931b409" providerId="ADAL" clId="{FECAADD6-485A-4B66-AEA2-DF6E35DB16E2}" dt="2025-08-18T12:15:37.578" v="278" actId="1076"/>
        <pc:sldMkLst>
          <pc:docMk/>
          <pc:sldMk cId="3468002330" sldId="615"/>
        </pc:sldMkLst>
        <pc:spChg chg="mod">
          <ac:chgData name="Deepika Vatsa" userId="f7100972-27fe-4ee6-8fb4-ec9b7931b409" providerId="ADAL" clId="{FECAADD6-485A-4B66-AEA2-DF6E35DB16E2}" dt="2025-08-18T12:10:28.116" v="217" actId="20577"/>
          <ac:spMkLst>
            <pc:docMk/>
            <pc:sldMk cId="3468002330" sldId="615"/>
            <ac:spMk id="2" creationId="{00000000-0000-0000-0000-000000000000}"/>
          </ac:spMkLst>
        </pc:spChg>
        <pc:picChg chg="add mod modCrop">
          <ac:chgData name="Deepika Vatsa" userId="f7100972-27fe-4ee6-8fb4-ec9b7931b409" providerId="ADAL" clId="{FECAADD6-485A-4B66-AEA2-DF6E35DB16E2}" dt="2025-08-18T12:12:44.301" v="244" actId="1076"/>
          <ac:picMkLst>
            <pc:docMk/>
            <pc:sldMk cId="3468002330" sldId="615"/>
            <ac:picMk id="5" creationId="{2CC44FAA-E59D-50D6-3358-2471E4514BBB}"/>
          </ac:picMkLst>
        </pc:picChg>
        <pc:picChg chg="del">
          <ac:chgData name="Deepika Vatsa" userId="f7100972-27fe-4ee6-8fb4-ec9b7931b409" providerId="ADAL" clId="{FECAADD6-485A-4B66-AEA2-DF6E35DB16E2}" dt="2025-08-18T12:10:04.152" v="165" actId="478"/>
          <ac:picMkLst>
            <pc:docMk/>
            <pc:sldMk cId="3468002330" sldId="615"/>
            <ac:picMk id="7" creationId="{31B87EC0-4ADE-A96C-B968-87A230E18EEA}"/>
          </ac:picMkLst>
        </pc:picChg>
        <pc:picChg chg="add mod">
          <ac:chgData name="Deepika Vatsa" userId="f7100972-27fe-4ee6-8fb4-ec9b7931b409" providerId="ADAL" clId="{FECAADD6-485A-4B66-AEA2-DF6E35DB16E2}" dt="2025-08-18T12:12:52.958" v="246" actId="1076"/>
          <ac:picMkLst>
            <pc:docMk/>
            <pc:sldMk cId="3468002330" sldId="615"/>
            <ac:picMk id="8" creationId="{AC26D618-238D-B539-BF07-568502E06F15}"/>
          </ac:picMkLst>
        </pc:picChg>
        <pc:picChg chg="add mod">
          <ac:chgData name="Deepika Vatsa" userId="f7100972-27fe-4ee6-8fb4-ec9b7931b409" providerId="ADAL" clId="{FECAADD6-485A-4B66-AEA2-DF6E35DB16E2}" dt="2025-08-18T12:12:56.495" v="247" actId="1076"/>
          <ac:picMkLst>
            <pc:docMk/>
            <pc:sldMk cId="3468002330" sldId="615"/>
            <ac:picMk id="10" creationId="{51273CA3-0887-342D-F8FA-5EDE2B21A557}"/>
          </ac:picMkLst>
        </pc:picChg>
        <pc:picChg chg="add mod">
          <ac:chgData name="Deepika Vatsa" userId="f7100972-27fe-4ee6-8fb4-ec9b7931b409" providerId="ADAL" clId="{FECAADD6-485A-4B66-AEA2-DF6E35DB16E2}" dt="2025-08-18T12:13:13.361" v="251" actId="14100"/>
          <ac:picMkLst>
            <pc:docMk/>
            <pc:sldMk cId="3468002330" sldId="615"/>
            <ac:picMk id="12" creationId="{AEA0B93D-A73B-22B4-5A61-8B5DBA7A0C9E}"/>
          </ac:picMkLst>
        </pc:picChg>
        <pc:picChg chg="add mod">
          <ac:chgData name="Deepika Vatsa" userId="f7100972-27fe-4ee6-8fb4-ec9b7931b409" providerId="ADAL" clId="{FECAADD6-485A-4B66-AEA2-DF6E35DB16E2}" dt="2025-08-18T12:13:20.601" v="252" actId="14100"/>
          <ac:picMkLst>
            <pc:docMk/>
            <pc:sldMk cId="3468002330" sldId="615"/>
            <ac:picMk id="14" creationId="{19067CCF-8C03-819F-576B-A43A43E1791D}"/>
          </ac:picMkLst>
        </pc:picChg>
        <pc:picChg chg="add mod">
          <ac:chgData name="Deepika Vatsa" userId="f7100972-27fe-4ee6-8fb4-ec9b7931b409" providerId="ADAL" clId="{FECAADD6-485A-4B66-AEA2-DF6E35DB16E2}" dt="2025-08-18T12:13:28.539" v="259" actId="1037"/>
          <ac:picMkLst>
            <pc:docMk/>
            <pc:sldMk cId="3468002330" sldId="615"/>
            <ac:picMk id="16" creationId="{CC9484A8-7883-649E-C20B-8A897E7B6116}"/>
          </ac:picMkLst>
        </pc:picChg>
        <pc:cxnChg chg="add mod">
          <ac:chgData name="Deepika Vatsa" userId="f7100972-27fe-4ee6-8fb4-ec9b7931b409" providerId="ADAL" clId="{FECAADD6-485A-4B66-AEA2-DF6E35DB16E2}" dt="2025-08-18T12:14:58.033" v="264" actId="14100"/>
          <ac:cxnSpMkLst>
            <pc:docMk/>
            <pc:sldMk cId="3468002330" sldId="615"/>
            <ac:cxnSpMk id="18" creationId="{C7CA4674-FCF8-F505-2833-DDDACC470EEC}"/>
          </ac:cxnSpMkLst>
        </pc:cxnChg>
        <pc:cxnChg chg="add mod">
          <ac:chgData name="Deepika Vatsa" userId="f7100972-27fe-4ee6-8fb4-ec9b7931b409" providerId="ADAL" clId="{FECAADD6-485A-4B66-AEA2-DF6E35DB16E2}" dt="2025-08-18T12:15:05.495" v="266" actId="1076"/>
          <ac:cxnSpMkLst>
            <pc:docMk/>
            <pc:sldMk cId="3468002330" sldId="615"/>
            <ac:cxnSpMk id="20" creationId="{FBCE1A6C-EA7A-A3BB-E665-CC14CC750C1D}"/>
          </ac:cxnSpMkLst>
        </pc:cxnChg>
        <pc:cxnChg chg="add mod">
          <ac:chgData name="Deepika Vatsa" userId="f7100972-27fe-4ee6-8fb4-ec9b7931b409" providerId="ADAL" clId="{FECAADD6-485A-4B66-AEA2-DF6E35DB16E2}" dt="2025-08-18T12:15:17.877" v="270" actId="1076"/>
          <ac:cxnSpMkLst>
            <pc:docMk/>
            <pc:sldMk cId="3468002330" sldId="615"/>
            <ac:cxnSpMk id="21" creationId="{DF8FE725-8023-6324-8D77-E557C4114EF8}"/>
          </ac:cxnSpMkLst>
        </pc:cxnChg>
        <pc:cxnChg chg="add mod">
          <ac:chgData name="Deepika Vatsa" userId="f7100972-27fe-4ee6-8fb4-ec9b7931b409" providerId="ADAL" clId="{FECAADD6-485A-4B66-AEA2-DF6E35DB16E2}" dt="2025-08-18T12:15:30.511" v="276" actId="1076"/>
          <ac:cxnSpMkLst>
            <pc:docMk/>
            <pc:sldMk cId="3468002330" sldId="615"/>
            <ac:cxnSpMk id="23" creationId="{06F46995-D9EE-AB0E-2F95-9B01A574D060}"/>
          </ac:cxnSpMkLst>
        </pc:cxnChg>
        <pc:cxnChg chg="add mod">
          <ac:chgData name="Deepika Vatsa" userId="f7100972-27fe-4ee6-8fb4-ec9b7931b409" providerId="ADAL" clId="{FECAADD6-485A-4B66-AEA2-DF6E35DB16E2}" dt="2025-08-18T12:15:37.578" v="278" actId="1076"/>
          <ac:cxnSpMkLst>
            <pc:docMk/>
            <pc:sldMk cId="3468002330" sldId="615"/>
            <ac:cxnSpMk id="26" creationId="{5D1B6595-BDA8-94AC-023D-22A548C4E7B3}"/>
          </ac:cxnSpMkLst>
        </pc:cxnChg>
      </pc:sldChg>
      <pc:sldChg chg="addSp delSp modSp add mod ord">
        <pc:chgData name="Deepika Vatsa" userId="f7100972-27fe-4ee6-8fb4-ec9b7931b409" providerId="ADAL" clId="{FECAADD6-485A-4B66-AEA2-DF6E35DB16E2}" dt="2025-08-18T12:16:40.109" v="303" actId="1076"/>
        <pc:sldMkLst>
          <pc:docMk/>
          <pc:sldMk cId="2334307004" sldId="616"/>
        </pc:sldMkLst>
        <pc:spChg chg="mod">
          <ac:chgData name="Deepika Vatsa" userId="f7100972-27fe-4ee6-8fb4-ec9b7931b409" providerId="ADAL" clId="{FECAADD6-485A-4B66-AEA2-DF6E35DB16E2}" dt="2025-08-18T12:16:02.793" v="290" actId="20577"/>
          <ac:spMkLst>
            <pc:docMk/>
            <pc:sldMk cId="2334307004" sldId="616"/>
            <ac:spMk id="2" creationId="{00000000-0000-0000-0000-000000000000}"/>
          </ac:spMkLst>
        </pc:spChg>
        <pc:picChg chg="add del mod">
          <ac:chgData name="Deepika Vatsa" userId="f7100972-27fe-4ee6-8fb4-ec9b7931b409" providerId="ADAL" clId="{FECAADD6-485A-4B66-AEA2-DF6E35DB16E2}" dt="2025-08-18T12:16:34.659" v="300" actId="478"/>
          <ac:picMkLst>
            <pc:docMk/>
            <pc:sldMk cId="2334307004" sldId="616"/>
            <ac:picMk id="5" creationId="{FCF334FB-A364-8AF1-7656-34923DFBE8FE}"/>
          </ac:picMkLst>
        </pc:picChg>
        <pc:picChg chg="del">
          <ac:chgData name="Deepika Vatsa" userId="f7100972-27fe-4ee6-8fb4-ec9b7931b409" providerId="ADAL" clId="{FECAADD6-485A-4B66-AEA2-DF6E35DB16E2}" dt="2025-08-18T12:16:04.377" v="291" actId="478"/>
          <ac:picMkLst>
            <pc:docMk/>
            <pc:sldMk cId="2334307004" sldId="616"/>
            <ac:picMk id="7" creationId="{31B87EC0-4ADE-A96C-B968-87A230E18EEA}"/>
          </ac:picMkLst>
        </pc:picChg>
        <pc:picChg chg="add mod">
          <ac:chgData name="Deepika Vatsa" userId="f7100972-27fe-4ee6-8fb4-ec9b7931b409" providerId="ADAL" clId="{FECAADD6-485A-4B66-AEA2-DF6E35DB16E2}" dt="2025-08-18T12:16:40.109" v="303" actId="1076"/>
          <ac:picMkLst>
            <pc:docMk/>
            <pc:sldMk cId="2334307004" sldId="616"/>
            <ac:picMk id="8" creationId="{6D806ACB-E7DB-68C3-CB5F-56E2EA8890DA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2:31.378" v="419" actId="478"/>
        <pc:sldMkLst>
          <pc:docMk/>
          <pc:sldMk cId="3542099841" sldId="617"/>
        </pc:sldMkLst>
        <pc:spChg chg="del">
          <ac:chgData name="Deepika Vatsa" userId="f7100972-27fe-4ee6-8fb4-ec9b7931b409" providerId="ADAL" clId="{FECAADD6-485A-4B66-AEA2-DF6E35DB16E2}" dt="2025-08-18T12:17:24.988" v="309" actId="478"/>
          <ac:spMkLst>
            <pc:docMk/>
            <pc:sldMk cId="3542099841" sldId="617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FECAADD6-485A-4B66-AEA2-DF6E35DB16E2}" dt="2025-08-18T12:22:31.378" v="419" actId="478"/>
          <ac:spMkLst>
            <pc:docMk/>
            <pc:sldMk cId="3542099841" sldId="617"/>
            <ac:spMk id="7" creationId="{91DEEBB9-3AC3-4A9E-CF86-989F90816E47}"/>
          </ac:spMkLst>
        </pc:spChg>
        <pc:spChg chg="add mod">
          <ac:chgData name="Deepika Vatsa" userId="f7100972-27fe-4ee6-8fb4-ec9b7931b409" providerId="ADAL" clId="{FECAADD6-485A-4B66-AEA2-DF6E35DB16E2}" dt="2025-08-18T12:17:30.462" v="319" actId="20577"/>
          <ac:spMkLst>
            <pc:docMk/>
            <pc:sldMk cId="3542099841" sldId="617"/>
            <ac:spMk id="9" creationId="{C253D9F7-5718-29E9-229A-BBDE1A6BAEC3}"/>
          </ac:spMkLst>
        </pc:spChg>
        <pc:picChg chg="add mod">
          <ac:chgData name="Deepika Vatsa" userId="f7100972-27fe-4ee6-8fb4-ec9b7931b409" providerId="ADAL" clId="{FECAADD6-485A-4B66-AEA2-DF6E35DB16E2}" dt="2025-08-18T12:17:17.761" v="308" actId="1076"/>
          <ac:picMkLst>
            <pc:docMk/>
            <pc:sldMk cId="3542099841" sldId="617"/>
            <ac:picMk id="5" creationId="{2112331D-2B54-394C-1B8B-69BDD8D2D700}"/>
          </ac:picMkLst>
        </pc:picChg>
        <pc:picChg chg="del">
          <ac:chgData name="Deepika Vatsa" userId="f7100972-27fe-4ee6-8fb4-ec9b7931b409" providerId="ADAL" clId="{FECAADD6-485A-4B66-AEA2-DF6E35DB16E2}" dt="2025-08-18T12:17:12.224" v="305" actId="478"/>
          <ac:picMkLst>
            <pc:docMk/>
            <pc:sldMk cId="3542099841" sldId="617"/>
            <ac:picMk id="8" creationId="{6D806ACB-E7DB-68C3-CB5F-56E2EA8890DA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19:35.605" v="371" actId="1076"/>
        <pc:sldMkLst>
          <pc:docMk/>
          <pc:sldMk cId="3991955979" sldId="618"/>
        </pc:sldMkLst>
        <pc:spChg chg="mod">
          <ac:chgData name="Deepika Vatsa" userId="f7100972-27fe-4ee6-8fb4-ec9b7931b409" providerId="ADAL" clId="{FECAADD6-485A-4B66-AEA2-DF6E35DB16E2}" dt="2025-08-18T12:19:10.680" v="364" actId="20577"/>
          <ac:spMkLst>
            <pc:docMk/>
            <pc:sldMk cId="3991955979" sldId="618"/>
            <ac:spMk id="2" creationId="{00000000-0000-0000-0000-000000000000}"/>
          </ac:spMkLst>
        </pc:spChg>
        <pc:picChg chg="del">
          <ac:chgData name="Deepika Vatsa" userId="f7100972-27fe-4ee6-8fb4-ec9b7931b409" providerId="ADAL" clId="{FECAADD6-485A-4B66-AEA2-DF6E35DB16E2}" dt="2025-08-18T12:19:12.145" v="365" actId="478"/>
          <ac:picMkLst>
            <pc:docMk/>
            <pc:sldMk cId="3991955979" sldId="618"/>
            <ac:picMk id="5" creationId="{CBB23C75-79E3-DF1C-D40A-D199F6F0FF07}"/>
          </ac:picMkLst>
        </pc:picChg>
        <pc:picChg chg="add mod">
          <ac:chgData name="Deepika Vatsa" userId="f7100972-27fe-4ee6-8fb4-ec9b7931b409" providerId="ADAL" clId="{FECAADD6-485A-4B66-AEA2-DF6E35DB16E2}" dt="2025-08-18T12:19:18.708" v="369" actId="14100"/>
          <ac:picMkLst>
            <pc:docMk/>
            <pc:sldMk cId="3991955979" sldId="618"/>
            <ac:picMk id="6" creationId="{7F5BB2CF-D3D0-72A8-63E3-727EEFD25493}"/>
          </ac:picMkLst>
        </pc:picChg>
        <pc:picChg chg="add mod">
          <ac:chgData name="Deepika Vatsa" userId="f7100972-27fe-4ee6-8fb4-ec9b7931b409" providerId="ADAL" clId="{FECAADD6-485A-4B66-AEA2-DF6E35DB16E2}" dt="2025-08-18T12:19:35.605" v="371" actId="1076"/>
          <ac:picMkLst>
            <pc:docMk/>
            <pc:sldMk cId="3991955979" sldId="618"/>
            <ac:picMk id="8" creationId="{B9A0C6AF-A876-1DCD-2348-A7B28B921520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0:13.153" v="378" actId="1076"/>
        <pc:sldMkLst>
          <pc:docMk/>
          <pc:sldMk cId="3912900456" sldId="619"/>
        </pc:sldMkLst>
        <pc:picChg chg="add mod">
          <ac:chgData name="Deepika Vatsa" userId="f7100972-27fe-4ee6-8fb4-ec9b7931b409" providerId="ADAL" clId="{FECAADD6-485A-4B66-AEA2-DF6E35DB16E2}" dt="2025-08-18T12:20:03.557" v="376" actId="14100"/>
          <ac:picMkLst>
            <pc:docMk/>
            <pc:sldMk cId="3912900456" sldId="619"/>
            <ac:picMk id="5" creationId="{B9D85BF9-2634-8C6B-1C54-FA92545D2984}"/>
          </ac:picMkLst>
        </pc:picChg>
        <pc:picChg chg="del">
          <ac:chgData name="Deepika Vatsa" userId="f7100972-27fe-4ee6-8fb4-ec9b7931b409" providerId="ADAL" clId="{FECAADD6-485A-4B66-AEA2-DF6E35DB16E2}" dt="2025-08-18T12:19:57.897" v="373" actId="478"/>
          <ac:picMkLst>
            <pc:docMk/>
            <pc:sldMk cId="3912900456" sldId="619"/>
            <ac:picMk id="6" creationId="{7F5BB2CF-D3D0-72A8-63E3-727EEFD25493}"/>
          </ac:picMkLst>
        </pc:picChg>
        <pc:picChg chg="add mod">
          <ac:chgData name="Deepika Vatsa" userId="f7100972-27fe-4ee6-8fb4-ec9b7931b409" providerId="ADAL" clId="{FECAADD6-485A-4B66-AEA2-DF6E35DB16E2}" dt="2025-08-18T12:20:13.153" v="378" actId="1076"/>
          <ac:picMkLst>
            <pc:docMk/>
            <pc:sldMk cId="3912900456" sldId="619"/>
            <ac:picMk id="9" creationId="{6C68254F-11DA-AC9D-812C-5397EBBEA39E}"/>
          </ac:picMkLst>
        </pc:picChg>
      </pc:sldChg>
      <pc:sldChg chg="add">
        <pc:chgData name="Deepika Vatsa" userId="f7100972-27fe-4ee6-8fb4-ec9b7931b409" providerId="ADAL" clId="{FECAADD6-485A-4B66-AEA2-DF6E35DB16E2}" dt="2025-08-18T12:20:43.270" v="379" actId="2890"/>
        <pc:sldMkLst>
          <pc:docMk/>
          <pc:sldMk cId="4060805478" sldId="620"/>
        </pc:sldMkLst>
      </pc:sldChg>
      <pc:sldChg chg="addSp delSp modSp add mod">
        <pc:chgData name="Deepika Vatsa" userId="f7100972-27fe-4ee6-8fb4-ec9b7931b409" providerId="ADAL" clId="{FECAADD6-485A-4B66-AEA2-DF6E35DB16E2}" dt="2025-08-18T12:23:33.340" v="453" actId="14100"/>
        <pc:sldMkLst>
          <pc:docMk/>
          <pc:sldMk cId="3334835650" sldId="621"/>
        </pc:sldMkLst>
        <pc:spChg chg="mod">
          <ac:chgData name="Deepika Vatsa" userId="f7100972-27fe-4ee6-8fb4-ec9b7931b409" providerId="ADAL" clId="{FECAADD6-485A-4B66-AEA2-DF6E35DB16E2}" dt="2025-08-18T12:23:26.085" v="449" actId="5793"/>
          <ac:spMkLst>
            <pc:docMk/>
            <pc:sldMk cId="3334835650" sldId="621"/>
            <ac:spMk id="2" creationId="{00000000-0000-0000-0000-000000000000}"/>
          </ac:spMkLst>
        </pc:spChg>
        <pc:picChg chg="del">
          <ac:chgData name="Deepika Vatsa" userId="f7100972-27fe-4ee6-8fb4-ec9b7931b409" providerId="ADAL" clId="{FECAADD6-485A-4B66-AEA2-DF6E35DB16E2}" dt="2025-08-18T12:23:27.827" v="450" actId="478"/>
          <ac:picMkLst>
            <pc:docMk/>
            <pc:sldMk cId="3334835650" sldId="621"/>
            <ac:picMk id="5" creationId="{B9D85BF9-2634-8C6B-1C54-FA92545D2984}"/>
          </ac:picMkLst>
        </pc:picChg>
        <pc:picChg chg="add mod">
          <ac:chgData name="Deepika Vatsa" userId="f7100972-27fe-4ee6-8fb4-ec9b7931b409" providerId="ADAL" clId="{FECAADD6-485A-4B66-AEA2-DF6E35DB16E2}" dt="2025-08-18T12:23:33.340" v="453" actId="14100"/>
          <ac:picMkLst>
            <pc:docMk/>
            <pc:sldMk cId="3334835650" sldId="621"/>
            <ac:picMk id="6" creationId="{45AC247E-DBE5-6911-F887-A62BC46F4370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3:58.850" v="458" actId="14100"/>
        <pc:sldMkLst>
          <pc:docMk/>
          <pc:sldMk cId="3976936197" sldId="622"/>
        </pc:sldMkLst>
        <pc:picChg chg="add mod">
          <ac:chgData name="Deepika Vatsa" userId="f7100972-27fe-4ee6-8fb4-ec9b7931b409" providerId="ADAL" clId="{FECAADD6-485A-4B66-AEA2-DF6E35DB16E2}" dt="2025-08-18T12:23:58.850" v="458" actId="14100"/>
          <ac:picMkLst>
            <pc:docMk/>
            <pc:sldMk cId="3976936197" sldId="622"/>
            <ac:picMk id="5" creationId="{FC06E42A-5E65-5F01-9A82-45CA807E2DDE}"/>
          </ac:picMkLst>
        </pc:picChg>
        <pc:picChg chg="del">
          <ac:chgData name="Deepika Vatsa" userId="f7100972-27fe-4ee6-8fb4-ec9b7931b409" providerId="ADAL" clId="{FECAADD6-485A-4B66-AEA2-DF6E35DB16E2}" dt="2025-08-18T12:23:51.057" v="455" actId="478"/>
          <ac:picMkLst>
            <pc:docMk/>
            <pc:sldMk cId="3976936197" sldId="622"/>
            <ac:picMk id="6" creationId="{45AC247E-DBE5-6911-F887-A62BC46F4370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7:36.423" v="551" actId="14100"/>
        <pc:sldMkLst>
          <pc:docMk/>
          <pc:sldMk cId="1533333801" sldId="623"/>
        </pc:sldMkLst>
        <pc:spChg chg="mod">
          <ac:chgData name="Deepika Vatsa" userId="f7100972-27fe-4ee6-8fb4-ec9b7931b409" providerId="ADAL" clId="{FECAADD6-485A-4B66-AEA2-DF6E35DB16E2}" dt="2025-08-18T12:24:18.547" v="476" actId="20577"/>
          <ac:spMkLst>
            <pc:docMk/>
            <pc:sldMk cId="1533333801" sldId="623"/>
            <ac:spMk id="2" creationId="{00000000-0000-0000-0000-000000000000}"/>
          </ac:spMkLst>
        </pc:spChg>
        <pc:picChg chg="del">
          <ac:chgData name="Deepika Vatsa" userId="f7100972-27fe-4ee6-8fb4-ec9b7931b409" providerId="ADAL" clId="{FECAADD6-485A-4B66-AEA2-DF6E35DB16E2}" dt="2025-08-18T12:24:20.167" v="477" actId="478"/>
          <ac:picMkLst>
            <pc:docMk/>
            <pc:sldMk cId="1533333801" sldId="623"/>
            <ac:picMk id="5" creationId="{FC06E42A-5E65-5F01-9A82-45CA807E2DDE}"/>
          </ac:picMkLst>
        </pc:picChg>
        <pc:picChg chg="add mod">
          <ac:chgData name="Deepika Vatsa" userId="f7100972-27fe-4ee6-8fb4-ec9b7931b409" providerId="ADAL" clId="{FECAADD6-485A-4B66-AEA2-DF6E35DB16E2}" dt="2025-08-18T12:27:36.423" v="551" actId="14100"/>
          <ac:picMkLst>
            <pc:docMk/>
            <pc:sldMk cId="1533333801" sldId="623"/>
            <ac:picMk id="6" creationId="{7F10BE66-5BD9-07F6-1AA0-14F9ADA14CAD}"/>
          </ac:picMkLst>
        </pc:picChg>
      </pc:sldChg>
      <pc:sldChg chg="delSp add del mod">
        <pc:chgData name="Deepika Vatsa" userId="f7100972-27fe-4ee6-8fb4-ec9b7931b409" providerId="ADAL" clId="{FECAADD6-485A-4B66-AEA2-DF6E35DB16E2}" dt="2025-08-18T12:26:38.626" v="522" actId="2696"/>
        <pc:sldMkLst>
          <pc:docMk/>
          <pc:sldMk cId="2367265284" sldId="624"/>
        </pc:sldMkLst>
        <pc:picChg chg="del">
          <ac:chgData name="Deepika Vatsa" userId="f7100972-27fe-4ee6-8fb4-ec9b7931b409" providerId="ADAL" clId="{FECAADD6-485A-4B66-AEA2-DF6E35DB16E2}" dt="2025-08-18T12:25:27.883" v="487" actId="478"/>
          <ac:picMkLst>
            <pc:docMk/>
            <pc:sldMk cId="2367265284" sldId="624"/>
            <ac:picMk id="6" creationId="{7F10BE66-5BD9-07F6-1AA0-14F9ADA14CAD}"/>
          </ac:picMkLst>
        </pc:picChg>
      </pc:sldChg>
      <pc:sldChg chg="delSp add del mod">
        <pc:chgData name="Deepika Vatsa" userId="f7100972-27fe-4ee6-8fb4-ec9b7931b409" providerId="ADAL" clId="{FECAADD6-485A-4B66-AEA2-DF6E35DB16E2}" dt="2025-08-18T12:26:38.626" v="522" actId="2696"/>
        <pc:sldMkLst>
          <pc:docMk/>
          <pc:sldMk cId="1967559052" sldId="625"/>
        </pc:sldMkLst>
        <pc:picChg chg="del">
          <ac:chgData name="Deepika Vatsa" userId="f7100972-27fe-4ee6-8fb4-ec9b7931b409" providerId="ADAL" clId="{FECAADD6-485A-4B66-AEA2-DF6E35DB16E2}" dt="2025-08-18T12:25:30.077" v="488" actId="478"/>
          <ac:picMkLst>
            <pc:docMk/>
            <pc:sldMk cId="1967559052" sldId="625"/>
            <ac:picMk id="6" creationId="{7F10BE66-5BD9-07F6-1AA0-14F9ADA14CAD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6:34.745" v="521" actId="20577"/>
        <pc:sldMkLst>
          <pc:docMk/>
          <pc:sldMk cId="3549948443" sldId="626"/>
        </pc:sldMkLst>
        <pc:spChg chg="mod">
          <ac:chgData name="Deepika Vatsa" userId="f7100972-27fe-4ee6-8fb4-ec9b7931b409" providerId="ADAL" clId="{FECAADD6-485A-4B66-AEA2-DF6E35DB16E2}" dt="2025-08-18T12:26:34.745" v="521" actId="20577"/>
          <ac:spMkLst>
            <pc:docMk/>
            <pc:sldMk cId="3549948443" sldId="626"/>
            <ac:spMk id="2" creationId="{00000000-0000-0000-0000-000000000000}"/>
          </ac:spMkLst>
        </pc:spChg>
        <pc:picChg chg="add mod">
          <ac:chgData name="Deepika Vatsa" userId="f7100972-27fe-4ee6-8fb4-ec9b7931b409" providerId="ADAL" clId="{FECAADD6-485A-4B66-AEA2-DF6E35DB16E2}" dt="2025-08-18T12:25:59.255" v="494" actId="1076"/>
          <ac:picMkLst>
            <pc:docMk/>
            <pc:sldMk cId="3549948443" sldId="626"/>
            <ac:picMk id="5" creationId="{9F257CC6-C275-8610-3C49-0F57B9EED705}"/>
          </ac:picMkLst>
        </pc:picChg>
        <pc:picChg chg="del">
          <ac:chgData name="Deepika Vatsa" userId="f7100972-27fe-4ee6-8fb4-ec9b7931b409" providerId="ADAL" clId="{FECAADD6-485A-4B66-AEA2-DF6E35DB16E2}" dt="2025-08-18T12:25:32.117" v="489" actId="478"/>
          <ac:picMkLst>
            <pc:docMk/>
            <pc:sldMk cId="3549948443" sldId="626"/>
            <ac:picMk id="6" creationId="{7F10BE66-5BD9-07F6-1AA0-14F9ADA14CAD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6:29.619" v="508" actId="14100"/>
        <pc:sldMkLst>
          <pc:docMk/>
          <pc:sldMk cId="1492384228" sldId="627"/>
        </pc:sldMkLst>
        <pc:spChg chg="mod">
          <ac:chgData name="Deepika Vatsa" userId="f7100972-27fe-4ee6-8fb4-ec9b7931b409" providerId="ADAL" clId="{FECAADD6-485A-4B66-AEA2-DF6E35DB16E2}" dt="2025-08-18T12:26:23.477" v="504" actId="20577"/>
          <ac:spMkLst>
            <pc:docMk/>
            <pc:sldMk cId="1492384228" sldId="627"/>
            <ac:spMk id="2" creationId="{00000000-0000-0000-0000-000000000000}"/>
          </ac:spMkLst>
        </pc:spChg>
        <pc:picChg chg="del">
          <ac:chgData name="Deepika Vatsa" userId="f7100972-27fe-4ee6-8fb4-ec9b7931b409" providerId="ADAL" clId="{FECAADD6-485A-4B66-AEA2-DF6E35DB16E2}" dt="2025-08-18T12:26:24.903" v="505" actId="478"/>
          <ac:picMkLst>
            <pc:docMk/>
            <pc:sldMk cId="1492384228" sldId="627"/>
            <ac:picMk id="5" creationId="{9F257CC6-C275-8610-3C49-0F57B9EED705}"/>
          </ac:picMkLst>
        </pc:picChg>
        <pc:picChg chg="add mod">
          <ac:chgData name="Deepika Vatsa" userId="f7100972-27fe-4ee6-8fb4-ec9b7931b409" providerId="ADAL" clId="{FECAADD6-485A-4B66-AEA2-DF6E35DB16E2}" dt="2025-08-18T12:26:29.619" v="508" actId="14100"/>
          <ac:picMkLst>
            <pc:docMk/>
            <pc:sldMk cId="1492384228" sldId="627"/>
            <ac:picMk id="6" creationId="{83230359-2DED-4BBB-12AD-ED524BA268FF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7:28.341" v="550" actId="14100"/>
        <pc:sldMkLst>
          <pc:docMk/>
          <pc:sldMk cId="3339153089" sldId="628"/>
        </pc:sldMkLst>
        <pc:spChg chg="mod">
          <ac:chgData name="Deepika Vatsa" userId="f7100972-27fe-4ee6-8fb4-ec9b7931b409" providerId="ADAL" clId="{FECAADD6-485A-4B66-AEA2-DF6E35DB16E2}" dt="2025-08-18T12:27:21.792" v="546" actId="20577"/>
          <ac:spMkLst>
            <pc:docMk/>
            <pc:sldMk cId="3339153089" sldId="628"/>
            <ac:spMk id="2" creationId="{00000000-0000-0000-0000-000000000000}"/>
          </ac:spMkLst>
        </pc:spChg>
        <pc:picChg chg="add mod">
          <ac:chgData name="Deepika Vatsa" userId="f7100972-27fe-4ee6-8fb4-ec9b7931b409" providerId="ADAL" clId="{FECAADD6-485A-4B66-AEA2-DF6E35DB16E2}" dt="2025-08-18T12:27:28.341" v="550" actId="14100"/>
          <ac:picMkLst>
            <pc:docMk/>
            <pc:sldMk cId="3339153089" sldId="628"/>
            <ac:picMk id="5" creationId="{E774913A-6257-8DCF-186F-01DAC8BBA23F}"/>
          </ac:picMkLst>
        </pc:picChg>
        <pc:picChg chg="del">
          <ac:chgData name="Deepika Vatsa" userId="f7100972-27fe-4ee6-8fb4-ec9b7931b409" providerId="ADAL" clId="{FECAADD6-485A-4B66-AEA2-DF6E35DB16E2}" dt="2025-08-18T12:27:23.518" v="547" actId="478"/>
          <ac:picMkLst>
            <pc:docMk/>
            <pc:sldMk cId="3339153089" sldId="628"/>
            <ac:picMk id="6" creationId="{83230359-2DED-4BBB-12AD-ED524BA268FF}"/>
          </ac:picMkLst>
        </pc:picChg>
      </pc:sldChg>
    </pc:docChg>
  </pc:docChgLst>
  <pc:docChgLst>
    <pc:chgData name="Deepika Vatsa" userId="f7100972-27fe-4ee6-8fb4-ec9b7931b409" providerId="ADAL" clId="{6239CB49-E84F-455D-9502-06F26594D634}"/>
    <pc:docChg chg="undo redo custSel addSld delSld modSld">
      <pc:chgData name="Deepika Vatsa" userId="f7100972-27fe-4ee6-8fb4-ec9b7931b409" providerId="ADAL" clId="{6239CB49-E84F-455D-9502-06F26594D634}" dt="2025-09-24T11:38:14.986" v="988"/>
      <pc:docMkLst>
        <pc:docMk/>
      </pc:docMkLst>
      <pc:sldChg chg="modSp mod">
        <pc:chgData name="Deepika Vatsa" userId="f7100972-27fe-4ee6-8fb4-ec9b7931b409" providerId="ADAL" clId="{6239CB49-E84F-455D-9502-06F26594D634}" dt="2025-09-23T05:00:24.344" v="22" actId="6549"/>
        <pc:sldMkLst>
          <pc:docMk/>
          <pc:sldMk cId="0" sldId="395"/>
        </pc:sldMkLst>
        <pc:spChg chg="mod">
          <ac:chgData name="Deepika Vatsa" userId="f7100972-27fe-4ee6-8fb4-ec9b7931b409" providerId="ADAL" clId="{6239CB49-E84F-455D-9502-06F26594D634}" dt="2025-09-23T05:00:24.344" v="22" actId="6549"/>
          <ac:spMkLst>
            <pc:docMk/>
            <pc:sldMk cId="0" sldId="395"/>
            <ac:spMk id="2" creationId="{00000000-0000-0000-0000-000000000000}"/>
          </ac:spMkLst>
        </pc:spChg>
      </pc:sldChg>
      <pc:sldChg chg="addSp delSp modSp mod">
        <pc:chgData name="Deepika Vatsa" userId="f7100972-27fe-4ee6-8fb4-ec9b7931b409" providerId="ADAL" clId="{6239CB49-E84F-455D-9502-06F26594D634}" dt="2025-09-24T11:38:14.986" v="988"/>
        <pc:sldMkLst>
          <pc:docMk/>
          <pc:sldMk cId="3439049211" sldId="591"/>
        </pc:sldMkLst>
        <pc:spChg chg="mod">
          <ac:chgData name="Deepika Vatsa" userId="f7100972-27fe-4ee6-8fb4-ec9b7931b409" providerId="ADAL" clId="{6239CB49-E84F-455D-9502-06F26594D634}" dt="2025-09-23T05:01:54.305" v="50" actId="20577"/>
          <ac:spMkLst>
            <pc:docMk/>
            <pc:sldMk cId="3439049211" sldId="591"/>
            <ac:spMk id="2" creationId="{00000000-0000-0000-0000-000000000000}"/>
          </ac:spMkLst>
        </pc:spChg>
        <pc:spChg chg="del">
          <ac:chgData name="Deepika Vatsa" userId="f7100972-27fe-4ee6-8fb4-ec9b7931b409" providerId="ADAL" clId="{6239CB49-E84F-455D-9502-06F26594D634}" dt="2025-09-23T05:01:57.561" v="51" actId="478"/>
          <ac:spMkLst>
            <pc:docMk/>
            <pc:sldMk cId="3439049211" sldId="591"/>
            <ac:spMk id="11" creationId="{06381CCD-359B-D8A2-1997-A5B56A02FD41}"/>
          </ac:spMkLst>
        </pc:spChg>
        <pc:picChg chg="add mod">
          <ac:chgData name="Deepika Vatsa" userId="f7100972-27fe-4ee6-8fb4-ec9b7931b409" providerId="ADAL" clId="{6239CB49-E84F-455D-9502-06F26594D634}" dt="2025-09-23T05:02:06.229" v="55" actId="1076"/>
          <ac:picMkLst>
            <pc:docMk/>
            <pc:sldMk cId="3439049211" sldId="591"/>
            <ac:picMk id="5" creationId="{F98F73F8-C2F2-9586-D160-14BB95EFB7D9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3439049211" sldId="591"/>
            <ac:inkMk id="4" creationId="{C523678A-28E9-7F5B-8EA3-DFE9E3E1126F}"/>
          </ac:inkMkLst>
        </pc:inkChg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1039897715" sldId="592"/>
        </pc:sldMkLst>
        <pc:spChg chg="mod">
          <ac:chgData name="Deepika Vatsa" userId="f7100972-27fe-4ee6-8fb4-ec9b7931b409" providerId="ADAL" clId="{6239CB49-E84F-455D-9502-06F26594D634}" dt="2025-09-23T05:02:32.249" v="66" actId="20577"/>
          <ac:spMkLst>
            <pc:docMk/>
            <pc:sldMk cId="1039897715" sldId="592"/>
            <ac:spMk id="2" creationId="{00000000-0000-0000-0000-000000000000}"/>
          </ac:spMkLst>
        </pc:spChg>
        <pc:spChg chg="add mod">
          <ac:chgData name="Deepika Vatsa" userId="f7100972-27fe-4ee6-8fb4-ec9b7931b409" providerId="ADAL" clId="{6239CB49-E84F-455D-9502-06F26594D634}" dt="2025-09-23T05:03:18.885" v="88" actId="1076"/>
          <ac:spMkLst>
            <pc:docMk/>
            <pc:sldMk cId="1039897715" sldId="592"/>
            <ac:spMk id="6" creationId="{2D96D569-F1C4-581F-A747-3ECF879181E9}"/>
          </ac:spMkLst>
        </pc:spChg>
        <pc:picChg chg="del">
          <ac:chgData name="Deepika Vatsa" userId="f7100972-27fe-4ee6-8fb4-ec9b7931b409" providerId="ADAL" clId="{6239CB49-E84F-455D-9502-06F26594D634}" dt="2025-09-23T05:02:33.830" v="67" actId="478"/>
          <ac:picMkLst>
            <pc:docMk/>
            <pc:sldMk cId="1039897715" sldId="592"/>
            <ac:picMk id="5" creationId="{F98F73F8-C2F2-9586-D160-14BB95EFB7D9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1039897715" sldId="592"/>
            <ac:inkMk id="4" creationId="{CFB530EA-1842-E88D-A7C6-B1F846ADEC27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562163225" sldId="593"/>
        </pc:sldMkLst>
        <pc:spChg chg="mod">
          <ac:chgData name="Deepika Vatsa" userId="f7100972-27fe-4ee6-8fb4-ec9b7931b409" providerId="ADAL" clId="{6239CB49-E84F-455D-9502-06F26594D634}" dt="2025-09-23T05:03:33.368" v="97" actId="20577"/>
          <ac:spMkLst>
            <pc:docMk/>
            <pc:sldMk cId="562163225" sldId="593"/>
            <ac:spMk id="2" creationId="{00000000-0000-0000-0000-000000000000}"/>
          </ac:spMkLst>
        </pc:spChg>
        <pc:spChg chg="mod">
          <ac:chgData name="Deepika Vatsa" userId="f7100972-27fe-4ee6-8fb4-ec9b7931b409" providerId="ADAL" clId="{6239CB49-E84F-455D-9502-06F26594D634}" dt="2025-09-23T05:04:48.939" v="122" actId="20577"/>
          <ac:spMkLst>
            <pc:docMk/>
            <pc:sldMk cId="562163225" sldId="593"/>
            <ac:spMk id="6" creationId="{2D96D569-F1C4-581F-A747-3ECF879181E9}"/>
          </ac:spMkLst>
        </pc:sp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562163225" sldId="593"/>
            <ac:inkMk id="4" creationId="{1DBEC47D-F5D3-EFAA-FB6E-5423FBFEEA5E}"/>
          </ac:inkMkLst>
        </pc:inkChg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3198423911" sldId="593"/>
        </pc:sldMkLst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2093314508" sldId="594"/>
        </pc:sldMkLst>
        <pc:spChg chg="del">
          <ac:chgData name="Deepika Vatsa" userId="f7100972-27fe-4ee6-8fb4-ec9b7931b409" providerId="ADAL" clId="{6239CB49-E84F-455D-9502-06F26594D634}" dt="2025-09-23T05:05:11.136" v="124" actId="478"/>
          <ac:spMkLst>
            <pc:docMk/>
            <pc:sldMk cId="2093314508" sldId="594"/>
            <ac:spMk id="6" creationId="{2D96D569-F1C4-581F-A747-3ECF879181E9}"/>
          </ac:spMkLst>
        </pc:spChg>
        <pc:picChg chg="add mod">
          <ac:chgData name="Deepika Vatsa" userId="f7100972-27fe-4ee6-8fb4-ec9b7931b409" providerId="ADAL" clId="{6239CB49-E84F-455D-9502-06F26594D634}" dt="2025-09-23T05:05:17.800" v="127" actId="1076"/>
          <ac:picMkLst>
            <pc:docMk/>
            <pc:sldMk cId="2093314508" sldId="594"/>
            <ac:picMk id="5" creationId="{63ACB760-E1BD-2804-5E4F-1E5C596738E5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2093314508" sldId="594"/>
            <ac:inkMk id="4" creationId="{1A6CE765-C64A-ED5A-7DD8-7EC29646D713}"/>
          </ac:inkMkLst>
        </pc:inkChg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1095908878" sldId="595"/>
        </pc:sldMkLst>
        <pc:spChg chg="mod">
          <ac:chgData name="Deepika Vatsa" userId="f7100972-27fe-4ee6-8fb4-ec9b7931b409" providerId="ADAL" clId="{6239CB49-E84F-455D-9502-06F26594D634}" dt="2025-09-23T05:07:45.008" v="165" actId="20577"/>
          <ac:spMkLst>
            <pc:docMk/>
            <pc:sldMk cId="1095908878" sldId="595"/>
            <ac:spMk id="2" creationId="{00000000-0000-0000-0000-000000000000}"/>
          </ac:spMkLst>
        </pc:spChg>
        <pc:spChg chg="add mod">
          <ac:chgData name="Deepika Vatsa" userId="f7100972-27fe-4ee6-8fb4-ec9b7931b409" providerId="ADAL" clId="{6239CB49-E84F-455D-9502-06F26594D634}" dt="2025-09-23T05:07:10.493" v="155" actId="58"/>
          <ac:spMkLst>
            <pc:docMk/>
            <pc:sldMk cId="1095908878" sldId="595"/>
            <ac:spMk id="6" creationId="{A57DF021-6CBA-BB58-54F5-51C886D111EF}"/>
          </ac:spMkLst>
        </pc:spChg>
        <pc:picChg chg="del">
          <ac:chgData name="Deepika Vatsa" userId="f7100972-27fe-4ee6-8fb4-ec9b7931b409" providerId="ADAL" clId="{6239CB49-E84F-455D-9502-06F26594D634}" dt="2025-09-23T05:06:06.580" v="129" actId="478"/>
          <ac:picMkLst>
            <pc:docMk/>
            <pc:sldMk cId="1095908878" sldId="595"/>
            <ac:picMk id="5" creationId="{63ACB760-E1BD-2804-5E4F-1E5C596738E5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1095908878" sldId="595"/>
            <ac:inkMk id="4" creationId="{BF25FA2D-9FB6-4A91-F6B8-CB3CD6563545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3673669300" sldId="596"/>
        </pc:sldMkLst>
        <pc:spChg chg="mod">
          <ac:chgData name="Deepika Vatsa" userId="f7100972-27fe-4ee6-8fb4-ec9b7931b409" providerId="ADAL" clId="{6239CB49-E84F-455D-9502-06F26594D634}" dt="2025-09-23T05:37:19.003" v="633" actId="20577"/>
          <ac:spMkLst>
            <pc:docMk/>
            <pc:sldMk cId="3673669300" sldId="596"/>
            <ac:spMk id="2" creationId="{00000000-0000-0000-0000-000000000000}"/>
          </ac:spMkLst>
        </pc:spChg>
        <pc:spChg chg="mod">
          <ac:chgData name="Deepika Vatsa" userId="f7100972-27fe-4ee6-8fb4-ec9b7931b409" providerId="ADAL" clId="{6239CB49-E84F-455D-9502-06F26594D634}" dt="2025-09-23T05:08:47.627" v="226" actId="20577"/>
          <ac:spMkLst>
            <pc:docMk/>
            <pc:sldMk cId="3673669300" sldId="596"/>
            <ac:spMk id="6" creationId="{A57DF021-6CBA-BB58-54F5-51C886D111EF}"/>
          </ac:spMkLst>
        </pc:sp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3673669300" sldId="596"/>
            <ac:inkMk id="4" creationId="{7C8DC4E5-014C-B6A2-7A76-CE4C3D5BFE4F}"/>
          </ac:inkMkLst>
        </pc:inkChg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3645432103" sldId="597"/>
        </pc:sldMkLst>
        <pc:spChg chg="del">
          <ac:chgData name="Deepika Vatsa" userId="f7100972-27fe-4ee6-8fb4-ec9b7931b409" providerId="ADAL" clId="{6239CB49-E84F-455D-9502-06F26594D634}" dt="2025-09-23T05:09:11.516" v="228" actId="478"/>
          <ac:spMkLst>
            <pc:docMk/>
            <pc:sldMk cId="3645432103" sldId="597"/>
            <ac:spMk id="6" creationId="{A57DF021-6CBA-BB58-54F5-51C886D111EF}"/>
          </ac:spMkLst>
        </pc:spChg>
        <pc:picChg chg="add mod">
          <ac:chgData name="Deepika Vatsa" userId="f7100972-27fe-4ee6-8fb4-ec9b7931b409" providerId="ADAL" clId="{6239CB49-E84F-455D-9502-06F26594D634}" dt="2025-09-23T05:09:18.885" v="231" actId="1076"/>
          <ac:picMkLst>
            <pc:docMk/>
            <pc:sldMk cId="3645432103" sldId="597"/>
            <ac:picMk id="5" creationId="{68452FC3-C3AC-A385-E0A8-32ECC118BB7E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3645432103" sldId="597"/>
            <ac:inkMk id="4" creationId="{6DA3101D-71FA-5F08-A4F5-7FADE9CADC9E}"/>
          </ac:inkMkLst>
        </pc:inkChg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1267582242" sldId="598"/>
        </pc:sldMkLst>
        <pc:spChg chg="mod">
          <ac:chgData name="Deepika Vatsa" userId="f7100972-27fe-4ee6-8fb4-ec9b7931b409" providerId="ADAL" clId="{6239CB49-E84F-455D-9502-06F26594D634}" dt="2025-09-23T05:09:36.192" v="243" actId="20577"/>
          <ac:spMkLst>
            <pc:docMk/>
            <pc:sldMk cId="1267582242" sldId="598"/>
            <ac:spMk id="2" creationId="{00000000-0000-0000-0000-000000000000}"/>
          </ac:spMkLst>
        </pc:spChg>
        <pc:spChg chg="add del">
          <ac:chgData name="Deepika Vatsa" userId="f7100972-27fe-4ee6-8fb4-ec9b7931b409" providerId="ADAL" clId="{6239CB49-E84F-455D-9502-06F26594D634}" dt="2025-09-23T05:09:41.776" v="246" actId="22"/>
          <ac:spMkLst>
            <pc:docMk/>
            <pc:sldMk cId="1267582242" sldId="598"/>
            <ac:spMk id="6" creationId="{931BB006-AE97-67D5-1919-6FD6D4E5B0BB}"/>
          </ac:spMkLst>
        </pc:spChg>
        <pc:spChg chg="add mod">
          <ac:chgData name="Deepika Vatsa" userId="f7100972-27fe-4ee6-8fb4-ec9b7931b409" providerId="ADAL" clId="{6239CB49-E84F-455D-9502-06F26594D634}" dt="2025-09-23T05:43:17.517" v="986" actId="20577"/>
          <ac:spMkLst>
            <pc:docMk/>
            <pc:sldMk cId="1267582242" sldId="598"/>
            <ac:spMk id="8" creationId="{ADD2156E-BF86-4EB0-F764-8DDE1DA3BB30}"/>
          </ac:spMkLst>
        </pc:spChg>
        <pc:spChg chg="add del">
          <ac:chgData name="Deepika Vatsa" userId="f7100972-27fe-4ee6-8fb4-ec9b7931b409" providerId="ADAL" clId="{6239CB49-E84F-455D-9502-06F26594D634}" dt="2025-09-23T05:39:26.122" v="674"/>
          <ac:spMkLst>
            <pc:docMk/>
            <pc:sldMk cId="1267582242" sldId="598"/>
            <ac:spMk id="9" creationId="{D4D3E6B4-96FF-E93B-B9E6-5F760A2113E2}"/>
          </ac:spMkLst>
        </pc:spChg>
        <pc:picChg chg="del">
          <ac:chgData name="Deepika Vatsa" userId="f7100972-27fe-4ee6-8fb4-ec9b7931b409" providerId="ADAL" clId="{6239CB49-E84F-455D-9502-06F26594D634}" dt="2025-09-23T05:09:37.923" v="244" actId="478"/>
          <ac:picMkLst>
            <pc:docMk/>
            <pc:sldMk cId="1267582242" sldId="598"/>
            <ac:picMk id="5" creationId="{68452FC3-C3AC-A385-E0A8-32ECC118BB7E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1267582242" sldId="598"/>
            <ac:inkMk id="4" creationId="{5DCD4186-BF64-E1C8-76B7-39320EB33812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662555880" sldId="599"/>
        </pc:sldMkLst>
        <pc:spChg chg="mod">
          <ac:chgData name="Deepika Vatsa" userId="f7100972-27fe-4ee6-8fb4-ec9b7931b409" providerId="ADAL" clId="{6239CB49-E84F-455D-9502-06F26594D634}" dt="2025-09-23T05:10:55.159" v="274" actId="20577"/>
          <ac:spMkLst>
            <pc:docMk/>
            <pc:sldMk cId="662555880" sldId="599"/>
            <ac:spMk id="2" creationId="{00000000-0000-0000-0000-000000000000}"/>
          </ac:spMkLst>
        </pc:spChg>
        <pc:spChg chg="mod">
          <ac:chgData name="Deepika Vatsa" userId="f7100972-27fe-4ee6-8fb4-ec9b7931b409" providerId="ADAL" clId="{6239CB49-E84F-455D-9502-06F26594D634}" dt="2025-09-23T05:11:15.376" v="287" actId="5793"/>
          <ac:spMkLst>
            <pc:docMk/>
            <pc:sldMk cId="662555880" sldId="599"/>
            <ac:spMk id="8" creationId="{ADD2156E-BF86-4EB0-F764-8DDE1DA3BB30}"/>
          </ac:spMkLst>
        </pc:sp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662555880" sldId="599"/>
            <ac:inkMk id="4" creationId="{F0AFC773-4AC8-9CBE-B979-86EA04A225CC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977754488" sldId="600"/>
        </pc:sldMkLst>
        <pc:spChg chg="mod">
          <ac:chgData name="Deepika Vatsa" userId="f7100972-27fe-4ee6-8fb4-ec9b7931b409" providerId="ADAL" clId="{6239CB49-E84F-455D-9502-06F26594D634}" dt="2025-09-23T05:18:32.930" v="306" actId="20577"/>
          <ac:spMkLst>
            <pc:docMk/>
            <pc:sldMk cId="977754488" sldId="600"/>
            <ac:spMk id="2" creationId="{00000000-0000-0000-0000-000000000000}"/>
          </ac:spMkLst>
        </pc:spChg>
        <pc:spChg chg="mod">
          <ac:chgData name="Deepika Vatsa" userId="f7100972-27fe-4ee6-8fb4-ec9b7931b409" providerId="ADAL" clId="{6239CB49-E84F-455D-9502-06F26594D634}" dt="2025-09-23T05:43:30.337" v="987" actId="20577"/>
          <ac:spMkLst>
            <pc:docMk/>
            <pc:sldMk cId="977754488" sldId="600"/>
            <ac:spMk id="8" creationId="{ADD2156E-BF86-4EB0-F764-8DDE1DA3BB30}"/>
          </ac:spMkLst>
        </pc:sp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977754488" sldId="600"/>
            <ac:inkMk id="4" creationId="{8645E977-DA97-F3C6-E96F-38162F2A0428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4167924417" sldId="601"/>
        </pc:sldMkLst>
        <pc:spChg chg="mod">
          <ac:chgData name="Deepika Vatsa" userId="f7100972-27fe-4ee6-8fb4-ec9b7931b409" providerId="ADAL" clId="{6239CB49-E84F-455D-9502-06F26594D634}" dt="2025-09-23T05:19:19.907" v="346" actId="20577"/>
          <ac:spMkLst>
            <pc:docMk/>
            <pc:sldMk cId="4167924417" sldId="601"/>
            <ac:spMk id="2" creationId="{00000000-0000-0000-0000-000000000000}"/>
          </ac:spMkLst>
        </pc:spChg>
        <pc:spChg chg="mod">
          <ac:chgData name="Deepika Vatsa" userId="f7100972-27fe-4ee6-8fb4-ec9b7931b409" providerId="ADAL" clId="{6239CB49-E84F-455D-9502-06F26594D634}" dt="2025-09-23T05:29:28.159" v="524" actId="20577"/>
          <ac:spMkLst>
            <pc:docMk/>
            <pc:sldMk cId="4167924417" sldId="601"/>
            <ac:spMk id="8" creationId="{ADD2156E-BF86-4EB0-F764-8DDE1DA3BB30}"/>
          </ac:spMkLst>
        </pc:sp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4167924417" sldId="601"/>
            <ac:inkMk id="4" creationId="{0A89287E-9334-5064-8E8F-305CDAC3CEED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1041999212" sldId="602"/>
        </pc:sldMkLst>
        <pc:spChg chg="mod">
          <ac:chgData name="Deepika Vatsa" userId="f7100972-27fe-4ee6-8fb4-ec9b7931b409" providerId="ADAL" clId="{6239CB49-E84F-455D-9502-06F26594D634}" dt="2025-09-23T05:19:56.039" v="368" actId="20577"/>
          <ac:spMkLst>
            <pc:docMk/>
            <pc:sldMk cId="1041999212" sldId="602"/>
            <ac:spMk id="2" creationId="{00000000-0000-0000-0000-000000000000}"/>
          </ac:spMkLst>
        </pc:spChg>
        <pc:spChg chg="mod">
          <ac:chgData name="Deepika Vatsa" userId="f7100972-27fe-4ee6-8fb4-ec9b7931b409" providerId="ADAL" clId="{6239CB49-E84F-455D-9502-06F26594D634}" dt="2025-09-23T05:20:56.568" v="385" actId="12"/>
          <ac:spMkLst>
            <pc:docMk/>
            <pc:sldMk cId="1041999212" sldId="602"/>
            <ac:spMk id="8" creationId="{ADD2156E-BF86-4EB0-F764-8DDE1DA3BB30}"/>
          </ac:spMkLst>
        </pc:sp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1041999212" sldId="602"/>
            <ac:inkMk id="4" creationId="{157DB3BD-E76B-3584-C7F2-A3BA57F5B55F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3644617542" sldId="603"/>
        </pc:sldMkLst>
        <pc:spChg chg="add mod">
          <ac:chgData name="Deepika Vatsa" userId="f7100972-27fe-4ee6-8fb4-ec9b7931b409" providerId="ADAL" clId="{6239CB49-E84F-455D-9502-06F26594D634}" dt="2025-09-23T05:24:33.927" v="457" actId="20577"/>
          <ac:spMkLst>
            <pc:docMk/>
            <pc:sldMk cId="3644617542" sldId="603"/>
            <ac:spMk id="7" creationId="{832FBBC9-A94E-3F4A-2A86-BE3EBF693A31}"/>
          </ac:spMkLst>
        </pc:spChg>
        <pc:spChg chg="mod">
          <ac:chgData name="Deepika Vatsa" userId="f7100972-27fe-4ee6-8fb4-ec9b7931b409" providerId="ADAL" clId="{6239CB49-E84F-455D-9502-06F26594D634}" dt="2025-09-23T05:21:58.786" v="418" actId="20577"/>
          <ac:spMkLst>
            <pc:docMk/>
            <pc:sldMk cId="3644617542" sldId="603"/>
            <ac:spMk id="8" creationId="{ADD2156E-BF86-4EB0-F764-8DDE1DA3BB30}"/>
          </ac:spMkLst>
        </pc:spChg>
        <pc:picChg chg="add mod">
          <ac:chgData name="Deepika Vatsa" userId="f7100972-27fe-4ee6-8fb4-ec9b7931b409" providerId="ADAL" clId="{6239CB49-E84F-455D-9502-06F26594D634}" dt="2025-09-23T05:22:11.354" v="423" actId="14100"/>
          <ac:picMkLst>
            <pc:docMk/>
            <pc:sldMk cId="3644617542" sldId="603"/>
            <ac:picMk id="5" creationId="{ABF1ED44-8B8E-356D-0E04-7974A0F67AD2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3644617542" sldId="603"/>
            <ac:inkMk id="4" creationId="{1FCDC588-E88D-99DB-C77D-6C8FFF2D902C}"/>
          </ac:inkMkLst>
        </pc:inkChg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1957157253" sldId="604"/>
        </pc:sldMkLst>
        <pc:spChg chg="add mod">
          <ac:chgData name="Deepika Vatsa" userId="f7100972-27fe-4ee6-8fb4-ec9b7931b409" providerId="ADAL" clId="{6239CB49-E84F-455D-9502-06F26594D634}" dt="2025-09-23T05:25:43.053" v="491" actId="20577"/>
          <ac:spMkLst>
            <pc:docMk/>
            <pc:sldMk cId="1957157253" sldId="604"/>
            <ac:spMk id="6" creationId="{42189904-3A30-D33D-DCDB-DF8AD64E4848}"/>
          </ac:spMkLst>
        </pc:spChg>
        <pc:spChg chg="del">
          <ac:chgData name="Deepika Vatsa" userId="f7100972-27fe-4ee6-8fb4-ec9b7931b409" providerId="ADAL" clId="{6239CB49-E84F-455D-9502-06F26594D634}" dt="2025-09-23T05:24:52.503" v="459" actId="478"/>
          <ac:spMkLst>
            <pc:docMk/>
            <pc:sldMk cId="1957157253" sldId="604"/>
            <ac:spMk id="7" creationId="{832FBBC9-A94E-3F4A-2A86-BE3EBF693A31}"/>
          </ac:spMkLst>
        </pc:spChg>
        <pc:spChg chg="del mod">
          <ac:chgData name="Deepika Vatsa" userId="f7100972-27fe-4ee6-8fb4-ec9b7931b409" providerId="ADAL" clId="{6239CB49-E84F-455D-9502-06F26594D634}" dt="2025-09-23T05:25:06.455" v="466" actId="478"/>
          <ac:spMkLst>
            <pc:docMk/>
            <pc:sldMk cId="1957157253" sldId="604"/>
            <ac:spMk id="8" creationId="{ADD2156E-BF86-4EB0-F764-8DDE1DA3BB30}"/>
          </ac:spMkLst>
        </pc:spChg>
        <pc:picChg chg="del">
          <ac:chgData name="Deepika Vatsa" userId="f7100972-27fe-4ee6-8fb4-ec9b7931b409" providerId="ADAL" clId="{6239CB49-E84F-455D-9502-06F26594D634}" dt="2025-09-23T05:24:53.839" v="460" actId="478"/>
          <ac:picMkLst>
            <pc:docMk/>
            <pc:sldMk cId="1957157253" sldId="604"/>
            <ac:picMk id="5" creationId="{ABF1ED44-8B8E-356D-0E04-7974A0F67AD2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1957157253" sldId="604"/>
            <ac:inkMk id="4" creationId="{C1426D86-C313-12A2-FA7B-E47CCFCF4106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1016007616" sldId="605"/>
        </pc:sldMkLst>
        <pc:spChg chg="mod">
          <ac:chgData name="Deepika Vatsa" userId="f7100972-27fe-4ee6-8fb4-ec9b7931b409" providerId="ADAL" clId="{6239CB49-E84F-455D-9502-06F26594D634}" dt="2025-09-23T05:26:20.104" v="505" actId="20577"/>
          <ac:spMkLst>
            <pc:docMk/>
            <pc:sldMk cId="1016007616" sldId="605"/>
            <ac:spMk id="6" creationId="{42189904-3A30-D33D-DCDB-DF8AD64E4848}"/>
          </ac:spMkLst>
        </pc:spChg>
        <pc:picChg chg="add mod">
          <ac:chgData name="Deepika Vatsa" userId="f7100972-27fe-4ee6-8fb4-ec9b7931b409" providerId="ADAL" clId="{6239CB49-E84F-455D-9502-06F26594D634}" dt="2025-09-23T05:27:51.105" v="507" actId="1076"/>
          <ac:picMkLst>
            <pc:docMk/>
            <pc:sldMk cId="1016007616" sldId="605"/>
            <ac:picMk id="5" creationId="{9BB5B329-15CC-504F-E3C7-77CBED5C9628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1016007616" sldId="605"/>
            <ac:inkMk id="4" creationId="{32FF24A9-FC5B-BB70-821B-AC142CFC7D0F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3159525374" sldId="606"/>
        </pc:sldMkLst>
        <pc:spChg chg="mod">
          <ac:chgData name="Deepika Vatsa" userId="f7100972-27fe-4ee6-8fb4-ec9b7931b409" providerId="ADAL" clId="{6239CB49-E84F-455D-9502-06F26594D634}" dt="2025-09-23T05:32:35.722" v="607" actId="20577"/>
          <ac:spMkLst>
            <pc:docMk/>
            <pc:sldMk cId="3159525374" sldId="606"/>
            <ac:spMk id="8" creationId="{ADD2156E-BF86-4EB0-F764-8DDE1DA3BB30}"/>
          </ac:spMkLst>
        </pc:spChg>
        <pc:picChg chg="add mod">
          <ac:chgData name="Deepika Vatsa" userId="f7100972-27fe-4ee6-8fb4-ec9b7931b409" providerId="ADAL" clId="{6239CB49-E84F-455D-9502-06F26594D634}" dt="2025-09-23T05:32:40.251" v="608" actId="1076"/>
          <ac:picMkLst>
            <pc:docMk/>
            <pc:sldMk cId="3159525374" sldId="606"/>
            <ac:picMk id="5" creationId="{3732AA7D-FE53-F982-4435-668FDD00F9CC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3159525374" sldId="606"/>
            <ac:inkMk id="4" creationId="{25CA90CB-61FC-525D-233C-A589EA19AC5C}"/>
          </ac:inkMkLst>
        </pc:inkChg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3564807532" sldId="607"/>
        </pc:sldMkLst>
        <pc:spChg chg="mod">
          <ac:chgData name="Deepika Vatsa" userId="f7100972-27fe-4ee6-8fb4-ec9b7931b409" providerId="ADAL" clId="{6239CB49-E84F-455D-9502-06F26594D634}" dt="2025-09-23T05:34:32.617" v="631" actId="1076"/>
          <ac:spMkLst>
            <pc:docMk/>
            <pc:sldMk cId="3564807532" sldId="607"/>
            <ac:spMk id="8" creationId="{ADD2156E-BF86-4EB0-F764-8DDE1DA3BB30}"/>
          </ac:spMkLst>
        </pc:spChg>
        <pc:picChg chg="del">
          <ac:chgData name="Deepika Vatsa" userId="f7100972-27fe-4ee6-8fb4-ec9b7931b409" providerId="ADAL" clId="{6239CB49-E84F-455D-9502-06F26594D634}" dt="2025-09-23T05:33:08.273" v="611" actId="478"/>
          <ac:picMkLst>
            <pc:docMk/>
            <pc:sldMk cId="3564807532" sldId="607"/>
            <ac:picMk id="5" creationId="{3732AA7D-FE53-F982-4435-668FDD00F9CC}"/>
          </ac:picMkLst>
        </pc:picChg>
        <pc:picChg chg="add mod modCrop">
          <ac:chgData name="Deepika Vatsa" userId="f7100972-27fe-4ee6-8fb4-ec9b7931b409" providerId="ADAL" clId="{6239CB49-E84F-455D-9502-06F26594D634}" dt="2025-09-23T05:34:00.119" v="621" actId="14100"/>
          <ac:picMkLst>
            <pc:docMk/>
            <pc:sldMk cId="3564807532" sldId="607"/>
            <ac:picMk id="6" creationId="{0B6E03FC-F062-81B8-8786-3C1C8DC56C74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3564807532" sldId="607"/>
            <ac:inkMk id="4" creationId="{3B9C988B-65A9-7181-F367-DBAE1636B181}"/>
          </ac:inkMkLst>
        </pc:inkChg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4060805478" sldId="620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1948371539" sldId="629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2752782814" sldId="630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4075029183" sldId="631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1034070740" sldId="632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482903048" sldId="633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2046699416" sldId="634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746225030" sldId="635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4132203484" sldId="636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397641393" sldId="637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2040000702" sldId="638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97423181" sldId="639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2583778159" sldId="640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1325567634" sldId="641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3281371514" sldId="642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1316392785" sldId="643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4154143070" sldId="644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3731779941" sldId="645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1825479687" sldId="646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3536546870" sldId="647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3930264224" sldId="648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2272648693" sldId="650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1T06:22:10.2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10137 3339 330 0,'0'0'215'0,"0"0"-88"0,0 0 6 16,0 0-1-16,0 0-16 15,0 0-40-15,0 0-8 16,0 0-17-16,-120 11-20 16,120-11-16-16,0 2-8 15,72 5-2-15,55-5 40 16,49-2 0-16,35 0-20 0,23 0 1 16,13 0-18-1,-4 0 5-15,-8 0-12 0,-4 7 2 16,-40 9 1-16,-8 3 3 15,-39-3-6-15,-29-3-1 16,-7-4 6-16,-41 0 2 16,-7-3 1-16,-28 4 3 15,-20-6-1-15,-8-4 0 16,-4 3 6-16,0-3-2 16,0 0-1-16,0 0 5 15,0 0-19-15,0 0 16 16,0 0-12-16,0 0-4 0,0 0 0 15,0 0 0 1,0 0 6-16,0 0-6 0,0 0-1 16,0 2-39-16,-4 15-85 15,-76-4-181-15,-27-4-451 16</inkml:trace>
  <inkml:trace contextRef="#ctx0" brushRef="#br0" timeOffset="2184.19">15870 3507 700 0,'0'0'92'0,"0"0"18"0,0 0-4 0,0 0-25 16,0 0-19-16,0 0-16 15,0 0-24-15,-79-17-12 0,90 17-10 16,81 0 0-16,39 0 7 16,53 0 32-16,27 0-9 15,24-4-20-15,7 1-7 16,5-1-3-16,-12 4 5 16,-16 0 4-16,-44 0-9 15,-55 0 5-15,-29 13 4 16,-43-4-5-16,-24-3 2 15,-12 1 6-15,-12-5-2 16,0 3 2-16,0-5-3 16,0 3 3-16,0-3-1 15,0 0-1-15,0 0-3 16,0 0-6-16,0 0-1 16,0 6-1-16,0 10-33 15,12 6-50-15,12 4-84 0,12-8-240 16</inkml:trace>
  <inkml:trace contextRef="#ctx0" brushRef="#br0" timeOffset="3187.69">23057 3450 529 0,'0'0'102'0,"0"0"8"0,0 0-29 16,0 0 12-16,0 0 4 15,0 0-19-15,-243 0-10 16,227 0-13-16,8 0-21 0,8 0-8 16,0 0-8-1,0 0-10-15,0 0 3 0,0 0-2 16,12 0-5-16,80 0-2 15,47 0 28-15,60 4 15 16,44-2-14-16,40 5-18 16,43 0-3-16,17 2-7 15,27 2 9-15,8-4-5 16,4 3-4-16,5-3 1 16,7-5-2-16,-8-2 5 15,-8 0 5-15,-8 0-3 16,-31 0-1-16,-25 0 3 15,-31 0-1-15,-28 0 8 16,-56 0-9-16,-56 0 0 16,-63 0-6-16,-44 0 2 0,-24 0-3 15,-12 0 3-15,0-2-2 16,0 0-3 0,0-3-2-16,0 3 1 0,-12-6-20 15,-24 6-28-15,-20 2-74 16,-27 0-106-16,-1 0-279 15</inkml:trace>
  <inkml:trace contextRef="#ctx0" brushRef="#br0" timeOffset="6134.99">23336 8778 694 0,'0'0'276'0,"0"0"-90"0,0 0-75 0,0 0-22 15,0 0-42-15,0 0-23 16,-104-6-9-16,56 50 5 16,5 14 3-16,7 2-6 15,12 0 1-15,24-2-4 16,0-7-7-16,0-11-4 15,12-7-2-15,43-11-1 16,-7-10 0-16,0-6 0 0,12-6-4 16,-1 0-40-1,9 0-100-15,4-4-114 0,-1-16-223 16</inkml:trace>
  <inkml:trace contextRef="#ctx0" brushRef="#br0" timeOffset="6867.64">23853 9048 474 0,'0'0'264'16,"0"0"-108"-16,0 0-41 15,0 0-29-15,0 0-20 16,0 0-5-16,104-54-4 16,-80 37 2-16,-12 0-8 15,-12 0 0-15,0 5-1 0,0-1-8 16,0 4-10-16,0 2-6 15,-12 4-1-15,0 3-8 16,-12 0-5-16,-8 0-11 16,-4 17-1-16,0 20 0 15,12 11 1-15,12-1-1 16,12 1 0-16,0-1 2 16,0-5-4-16,32-5 2 15,16-7 0-15,0-15-2 16,20-12-1-16,3-3 3 15,1 0 7-15,0-34-4 16,-5-14 6-16,-7-10-4 16,-16-2-2-16,4-6-3 0,-21-4 0 15,-7 7 0-15,4 3 1 16,-24 9 0-16,0 12 3 16,0 11 14-16,0 15 13 15,0 13 6-15,0 0-8 16,0 0-15-16,0 29-14 15,-12 18 0-15,-12 17 0 16,24 9 2-16,-12 6-1 16,12 3 3-16,0-9-4 15,0-8 0-15,0-14-6 16,36-17 2-16,20-19-2 16,-8-12 1-16,0-3 4 15,-1-3 1-15,-3-36 0 0,-4-4 2 16,4-17-2-1,-8-7 1-15,-1-9 0 0,-11-5-1 16,-4 9 2-16,-20 11 0 16,0 20 2-16,0 20-4 15,0 11 7-15,0 10 6 16,0 0-7-16,0 10-6 16,0 28-9-16,0 13 9 15,-8 4 2-15,8 6-2 16,0-3-1-16,12-10-7 15,24-3-9-15,8-12-36 16,0-3-53-16,3-11-11 0,5 0-58 16,4-9-99-16,24-7-282 15</inkml:trace>
  <inkml:trace contextRef="#ctx0" brushRef="#br0" timeOffset="8183.31">25872 9192 680 0,'0'0'306'0,"0"0"-118"16,0 0-52-16,0 0-23 0,131-224-45 15,-83 155-5-15,-4 4-26 0,-12 14-14 16,-20 24 13-16,-8 14-1 15,-4 13-3-15,0 0-12 16,0 0-20-16,0 29-4 16,-4 10-4-16,-8 13 8 15,12 3-1-15,0-1 3 16,24-7-8-16,27-7 9 16,5 0-7-16,-8-9 3 15,-12-1-1-15,-12-12 2 16,-16-4 7-16,-8-5-7 15,0-8-2-15,-20 7-2 0,-40-6 3 16,-12 6-2 0,13-6-5-16,15 2-3 0,8-1-2 15,24-3-2-15,12 0 1 16,0 0 2-16,0-9-5 16,56-17-1-16,15-7-7 15,1-3 4-15,24-13-1 16,-17 0 22-16,5-6-1 15,-5-8 1-15,-11-2 0 16,-20 3 7-16,-20 1-7 16,-4 14 18-16,-16 15 13 15,-8 16 2-15,0 9 17 16,0 7-17-16,0 0-33 16,0 40-2-16,0 19 2 15,0 14 11-15,-24 7-7 0,12 2 0 16,0-3-3-1,4-2 0-15,8-17-1 0,0-17-2 16,8-12-9-16,32-16-6 16,15-12 2-16,1-3-7 15,-4 0 7-15,4-25 2 16,11-13 1-16,-7 0-4 16,0-6 8-16,-4 2 6 15,-21 4 2-15,-19 3 1 16,-4 10 2-16,-12 5-2 0,0 10 4 15,0 4 1 1,-28 2-3-16,-15 4-3 0,-5 0 0 16,4 0-4-1,16 14 2-15,4 12-2 0,4-5 3 16,4 1-5-16,8 1 4 16,8-6-5-16,0 0 2 15,0-5-6-15,0-1 2 16,8 0 2-16,20-3 3 15,-4 1 4-15,0-2 3 16,-4-3-3-16,4-1-1 16,12-1 0-16,-12-2 2 15,-1 0 1-15,1 0-2 16,8 0 2-16,-8-9 1 16,20-20 4-16,-8-6-3 15,0-7 5-15,-1-9 3 16,1-1 1-16,-4-6-4 0,-8 2-8 15,-8 6 21-15,-8 14-5 16,-8 11-1-16,0 14 5 16,0 11 11-16,0 0-16 15,0 0-5-15,0 20-11 16,-20 20-4-16,-4 18 1 16,0 6 3-16,12 8 2 15,12-1-2-15,0 2 0 16,0-10-1-16,12-6-1 15,44-16-8-15,8-12 6 16,-9-11-12-16,5-14 0 0,-4-4 14 16,-8 0-1-16,7-22 3 15,-7-16 3-15,-12 0 1 16,-12 2-2-16,-12 9 4 16,-12 5 0-16,0 5 1 15,0 14 7-15,0 3 0 16,0 0-12-16,0 0-2 15,-20 3-7-15,4 18 5 16,8 9-4-16,8-4 1 16,0-1 1-16,0-4-1 15,24 0-8-15,8-12-4 16,23-8 6-16,-7-1-13 16,-8 0-19-16,4 0-26 15,4-24-61-15,-16-4-98 0,-17-8-243 16</inkml:trace>
  <inkml:trace contextRef="#ctx0" brushRef="#br0" timeOffset="8367.83">27648 8800 732 0,'0'0'303'0,"0"0"-160"0,0 0-96 0,0 0-33 0,0 0-7 15,0 0 2-15,247-34-9 16,-212 34 0-16,-11 0-39 0,-16-5-148 16,-8 5-212-16</inkml:trace>
  <inkml:trace contextRef="#ctx0" brushRef="#br0" timeOffset="8520.51">26608 8752 164 0,'0'0'672'0,"0"0"-388"16,0 0-108-16,0 0-37 16,0 0-85-16,0 0-40 15,-19-25-14-15,106 19-3 16,9 3-22-16,23-5-180 16,5-6-443-16</inkml:trace>
  <inkml:trace contextRef="#ctx0" brushRef="#br0" timeOffset="11234">12721 4736 796 0,'0'0'173'0,"0"0"5"0,0 0-63 0,0 0-21 0,0 0-18 16,0 0-23-16,-120 0-26 15,120 0-11-15,44 0-15 16,107 0 0-16,88 0 22 15,88-2-2-15,31-5-10 16,-4 3-7-16,-19-1-1 16,-40 0 0-16,-25 3 2 15,-51 2-3-15,-51 0-2 16,-41 0 2-16,-55 0-2 16,-41 0 0-16,-7 0 6 15,-24 0-5-15,12-2 2 0,-12-4 3 16,0 5-4-1,0-3 2-15,0 4-8 0,0 0-1 16,0 0-38-16,0 0-69 16,0 0-102-16,0 0-148 15</inkml:trace>
  <inkml:trace contextRef="#ctx0" brushRef="#br0" timeOffset="15338.38">7648 6051 838 0,'0'0'130'0,"0"0"-48"0,0 0 24 0,0 0-20 0,0 0 10 16,0 0-40-16,0 0-28 15,-119-22-8-15,167 22-17 16,67 0 5-16,48 2 0 16,36 9 5-16,24-11-3 15,12 1-10-15,8 4 11 16,-32 0-6-16,-24 5-1 15,-31 7 2-15,-29 2-3 16,-24-4-2-16,-23 4 2 16,-28-2 3-16,-20-8-3 15,-20-3-3-15,-12-2 4 16,0-4 4-16,0 0-4 16,0 0 0-16,0 0 0 0,0 0-2 15,0 3-2-15,0-3-13 16,0 0-29-16,0 4-21 15,0 11-85-15,0-2-111 16,0-1-262-16</inkml:trace>
  <inkml:trace contextRef="#ctx0" brushRef="#br0" timeOffset="17818.36">18394 5893 476 0,'0'0'145'0,"0"0"-26"0,0 0-28 0,0 0-6 0,0 0 8 16,0 0-2-16,-195 0-3 16,195 0-21-16,0 0 4 15,0 0-29-15,0 0-18 16,0 0-15-16,56 0-3 16,64 0 10-16,51 0 7 15,32 0 4-15,28 0-15 16,-8 0-7-16,-16 0 3 15,-28 0-6-15,-40 2 6 0,-43 9 5 16,-52-5-5 0,-20-1-2-16,-24-2 1 0,0 1-7 15,0 0 8-15,0-3 1 16,0-1-5-16,0 0-2 16,-12 0 0-16,-12 0-4 15,4 0-8-15,-4 0-27 16,8 0-74-16,8 8-91 15,8-8-293-15</inkml:trace>
  <inkml:trace contextRef="#ctx0" brushRef="#br0" timeOffset="18800.5">22488 5920 746 0,'0'0'124'0,"0"0"-32"0,0 0-8 0,0 0-57 16,0 0 51-16,0 0-29 16,-16-8-14-16,99 8-19 15,57 0 4-15,35 0 5 16,36 0-3-16,12 0-6 0,-4 0-13 16,-8 0 4-16,-24 0 3 15,-36 0-1-15,-43 0 2 16,-41 0-2-16,-31 0 0 15,-24 0 2-15,-12 0 1 16,0 0 3-16,0 0 2 16,0 0-13-16,0 0 8 15,0 0-12-15,0 0-2 16,-12 0-20-16,0 0-46 16,0 5-59-16,12 6-111 15,0 1-180-15</inkml:trace>
  <inkml:trace contextRef="#ctx0" brushRef="#br0" timeOffset="19335.84">27206 5971 500 0,'0'0'209'0,"0"0"-35"0,0 0 18 0,0 0-70 16,0 0-1-16,0 0-14 15,-175-3-33-15,175 3-28 16,0 0-28-16,11 0-3 15,85 0-5-15,43 0-7 16,21 0 3-16,-17 0-3 16,-16 0-3-16,-7 0 3 0,-17 0-3 15,-19 0 0-15,-16 0 0 16,-25 0 0-16,-27 0 0 16,-4 0 0-16,-12 0 0 15,0 0-12-15,0 0-5 16,0 0-30-16,-12 0-64 15,-59 0-50-15,-9 0-126 16,-8 0-519-16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1T06:28:04.7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15508 2308 547 0,'0'0'135'0,"0"0"-17"0,0 0-37 0,0 0-30 0,0 0-10 16,0 0-11-16,0 0-18 15,167 0 16-15,-95 0 0 16,15-4-8-16,1 4-8 16,15-4 1-16,25 4 2 15,11-2 17-15,16-1-28 16,9 1 3-16,7 2 6 16,4 0-12-16,0 0 3 15,1 0-4-15,-25 0 5 16,-20 0 4-16,-15 5-9 15,-13-3 0-15,-31 2 2 0,0 0-2 16,-25 3 4-16,-11-5 3 16,-4 1-10-16,-20-3 12 15,0 0-8-15,-12 0 4 16,0 0 1-16,0 4 5 16,0-4 19-16,0 0-14 15,0 0-5-15,0 0-6 16,0 0-3-16,0 0-2 15,0 0 1-15,0 0-3 16,0 3 2-16,0 2-73 16,-24 9-124-16,0-9-49 15,0-1-243-15</inkml:trace>
  <inkml:trace contextRef="#ctx0" brushRef="#br0" timeOffset="10882.62">18211 15705 794 0,'0'0'138'0,"0"0"-6"0,0 0-1 0,0 0-42 16,0 0 5-16,0 0-18 15,0 0-21-15,-51 7-24 16,66-14-17-16,65-25-9 16,59-19 19-16,37-9-12 15,23-12-7-15,12-1-4 16,0 1 4-16,-16 5-2 15,-40 16-3-15,-47 13 7 16,-41 16-5-16,-43 11-2 16,-16 8 2-16,-8 3-3 0,0 0 6 15,0 0 2-15,-8-6 6 16,-40 2-10-16,1 2-3 16,-9 2 0-16,-4 0 3 15,4 0-3-15,-3 0 0 16,11 0 1-16,12 0 4 15,24 0-2-15,0 0 5 16,12 0-7-16,0 0 6 16,0-3-7-16,0-6-7 15,12-9 7-15,56-3 0 16,16 0 3-16,-5 1 0 16,-3 5-3-16,3 5 0 0,-11 4-1 15,-20 6 1 1,-24 0 0-16,0 0-1 0,0 12-9 15,-13 16 10-15,-11 10 0 16,0 9 0-16,0 8-2 16,-23 9-13-16,-21 11-58 15,-8 15-78-15,-16 4-75 16,1-3-183-16</inkml:trace>
  <inkml:trace contextRef="#ctx0" brushRef="#br0" timeOffset="12066.59">18303 16233 575 0,'0'0'370'0,"0"0"-157"0,0 0-71 0,0 0-27 16,0 0-26-16,0 0-54 0,0-51-26 15,0 112-5 1,36 11 13-16,-4-1-12 0,-5-8-2 16,5-12 5-16,-8-17-6 15,8-11-1-15,-8-9-1 16,0-14 0-16,0 0 1 15,12 0 1-15,11-20 0 16,-3-19 2-16,4-8-4 16,-8-8 3-16,-8 14-2 15,-9 10 1-15,-11 15-2 16,-12 12 0-16,0 4 1 16,8 0-1-16,4 31-19 0,4 6 19 15,8 1 3-15,0-7 5 16,8 5-15-16,-8-11 7 15,24-7-21-15,-13-1-7 16,9-8 0-16,-20-6-11 16,12-3 13-16,-24 0 10 15,12 0 5-15,-12-3 6 16,8-26 4-16,-8-5 0 16,3-8 1-16,-7-13 8 15,-8 4-3-15,4 8 9 16,-4 13 13-16,0 20 8 15,0 10 22-15,0 0-26 16,0 0-9-16,0 32-20 16,0 25-2-16,0 19 13 15,0 15 1-15,0 18-10 0,0 18 2 16,0 16 2-16,-12 14-1 16,-3-7-3-16,-5-10 0 15,8-29 0-15,0-41-4 16,8-29 3-16,4-28-3 15,0-13 0-15,-20-8 14 16,8-38-2-16,0-31-3 16,-12-27-6-16,16-23 0 15,8-20-1-15,0 2-1 16,0 2-1-16,32 16 1 16,36 22 0-16,-5 19-2 15,-7 28-1-15,0 29 2 0,-20 25-1 16,-12 4-5-16,-1 9-1 15,-11 32 5-15,-12 10 2 16,0 2 0-16,0 1 0 16,-23-3 1-16,-25-11-1 15,0 0 0-15,4-11-24 16,20-6-20-16,4-3-39 16,16-10-29-16,4-6-30 15,0-4-82-15,12 0 18 16,36 0-24-16,8-4 10 15</inkml:trace>
  <inkml:trace contextRef="#ctx0" brushRef="#br0" timeOffset="13149.44">19959 16640 323 0,'0'0'362'0,"0"0"-134"0,0 0-57 0,0 0-36 0,0 0-48 0,0 0-16 16,-8-162 17-16,-20 152-30 15,-15 10-9-15,-13 0-22 16,8 10-22-16,0 24-3 16,1 8-1-16,27-3-1 15,8-1-1-15,12-10-1 16,0-5 0-16,0-12 2 16,8 0-1-16,16-11-5 15,23 0 6-15,-11 0-1 16,12-28 1-16,-4-12 1 0,3-16 6 15,-11-18-5-15,-12-8-1 16,-12-10 1-16,-12 7-2 16,0 20 0-16,0 21 9 15,0 25 2-15,0 14 24 16,0 5-3-16,0 8-18 16,-16 35-14-16,-4 17 0 15,8 12 2-15,8 4 4 16,4 2-6-16,0 2-3 15,0-6 3-15,16-8 3 16,32-10-3-16,8-10-4 16,16-14-8-16,-5-13 7 15,-7-13-16-15,12-6 15 0,-5 0-11 16,13-20 10-16,-8-14 2 16,-13-5-7-16,1 2 10 15,-24 2 1-15,-16 3 1 16,-16 13-4-16,-4 7 4 15,0 4 6-15,0 7-4 16,0 1-2-16,-4 0 0 16,-28 0 0-16,4 1-2 15,-4 23 2-15,8-2 0 16,12-3-1-16,12-2-1 0,0 0 1 16,0 3 1-1,0-8-4-15,0 0 3 0,0-2 0 16,12 1-1-1,12-5 1-15,0-3 1 0,0-3-1 16,8 0 1-16,4 0-6 16,-1-20 12-16,21-11-11 15,-4-9 9-15,-8-11-8 16,16-7 8-16,-17-12 0 16,-15-10-4-16,-4-5 4 15,-4 8 1-15,-20 21 1 16,0 12-5-16,0 23 12 15,0 15 14-15,0 6 7 16,0 0-12-16,0 20-21 16,-36 24 6-16,4 19-11 15,16 11 9-15,8-3-2 16,8 7-2-16,0-13-1 16,0-3 1-16,32-8-5 0,20-13 4 15,-8-14-6-15,16-9-10 16,-5-12 6-16,-19-6 4 15,20 0-3-15,-4-16 2 16,-5-19 5-16,-3-6 0 16,0 6 0-16,-20 9-2 15,-20 17 4-15,-4 5 8 16,0 4-8-16,0 0 0 16,0 13-4-16,-16 14 4 15,-4 10 1-15,16-6-1 0,4-2 0 16,0-4-5-16,0-5 2 15,52-8 3 1,15-9-12-16,17-3-39 0,-4 0 12 16,-13-14-56-16,-3-12 28 15,-16-9-40-15,-16-1-69 16,-20-4-131-16,-12-2-299 16</inkml:trace>
  <inkml:trace contextRef="#ctx0" brushRef="#br0" timeOffset="13318.62">20847 16417 600 0,'0'0'283'0,"0"0"-54"0,0 0-61 0,0 0-81 0,0 0-71 16,0 0-13-16,-44 0 2 16,124-9 9-16,16-4-13 15,7-1-1-15,13 10-59 16,3 0-134-16,0 4-315 15</inkml:trace>
  <inkml:trace contextRef="#ctx0" brushRef="#br0" timeOffset="14450.35">22519 16492 549 0,'0'0'399'0,"0"0"-164"0,0 0-88 16,0 0-14-16,0 0-41 15,0 0-50-15,-139-52-16 16,91 99-18-16,16 8-1 15,5 8-1-15,19-3-4 16,8-3 0-16,0-3 0 16,23-12-4-16,33-11-5 15,12-10-14-15,4-10-33 16,-1-11-48-16,9 0-13 16,-20 0-10-16,11-32-77 15,-11-7 66-15,-16 5-80 16,-8 5 66-16,-16 7 52 0,-17 13 98 15,-3 6 77-15,0 3 69 16,0 0 43-16,0 0-69 16,0 0-29-16,0 0-9 15,0 0-29-15,8-5-1 16,4-7-17-16,4-2 3 16,4-15 12-16,-8-6-3 15,-8 2 3-15,-4-1-9 16,0 5-6-16,0 7 0 15,0 5 5-15,0 16-12 16,-16 1-3-16,-16 0-13 16,-3 9-12-16,-13 29-2 15,16 7 2-15,8 12 0 0,20-4 2 16,4-2-2-16,0-7 0 16,4-5-2-16,44-10-3 15,16-7-7-15,-13-13-12 16,9-6 13-16,-4-3-6 15,11 0 9-15,-7-28 7 16,8-15 1-16,-16-9 4 16,-9-15-4-16,-7-10 3 15,-24-15 0-15,0 7 10 16,-12 5-9-16,0 21 22 16,0 28-5-16,0 19 24 15,-12 12-22-15,0 0 10 0,-8 20-31 16,4 34 2-16,-8 17-4 15,5 11 0-15,19-7 3 16,0 1-3-16,0-9-1 16,31-9-1-16,17-18-13 15,12-19-11-15,0-7 1 16,-5-14 5-16,13 0 9 16,-16-24 5-16,4-26 6 15,-9-9 0-15,-3-10 1 16,-20-14-1-16,-8-4 8 15,-8 15-3-15,-8 18-2 16,0 25 8-16,0 27 22 16,0 2-6-16,0 2-12 0,0 40-15 15,-24 8 0 1,0 11 0-16,16 9 1 0,8 3-1 16,0 1-2-16,0 4-34 15,0-2-66-15,24-5-82 16,32-5 6-16,12-22-251 15</inkml:trace>
  <inkml:trace contextRef="#ctx0" brushRef="#br0" timeOffset="14850.22">24554 16907 98 0,'0'0'944'0,"0"0"-787"0,0 0-3 0,0 0-31 15,48-232-60-15,19 150-19 16,-19 1-25-16,-4 10-7 16,-28 19 12-16,-16 12 14 15,0 23-10-15,0 11-7 16,0 6 0-16,-16 3-21 16,-16 34 0-16,16 21 0 15,-4 5 1-15,20 7 0 16,0-3 1-16,24-5-2 15,24 3 1-15,0-14-2 16,-4-14 4-16,-13-7-3 16,-19-18 4-16,-12-3-4 15,0 1-6-15,-79-1 6 0,-13 2 3 16,-3-6-1-16,15 5 0 16,20-3-2-16,24-7-11 15,24 0-1-15,12 0-11 16,0 0-10-16,0 0-12 15,24-7-30-15,56-12-73 16,4-7-83-16,7-6-204 16,5-2-259-16</inkml:trace>
  <inkml:trace contextRef="#ctx0" brushRef="#br0" timeOffset="15066.22">25302 16215 846 0,'0'0'215'16,"0"0"2"-16,0 0-39 15,0 0-50-15,0 0-53 16,0 0-43-16,0 78 14 16,0 9-9-16,0 4-1 15,0-5-18-15,0-3-12 16,0-10-4-16,0-10-4 16,0-15-38-16,0-14-44 15,32-14-42-15,4-14-26 16,-12-6-134-16,0 0-133 15</inkml:trace>
  <inkml:trace contextRef="#ctx0" brushRef="#br0" timeOffset="15900.61">25151 16649 715 0,'0'0'246'0,"0"0"-26"0,0 0-60 16,0 0-40-16,0 0-53 15,0 0-65-15,-48-24 2 16,120 17-4-16,20-3 12 15,-1-5-8-15,-7 2-2 16,7-10-4-16,-19-3 2 16,0-5-1-16,-16-1 1 15,-13 1 4-15,-19 4 0 16,-20 15 5-16,-4 7-4 16,0 5 33-16,-4 0 0 0,-52 17-36 15,9 28 2 1,-1 9 0-16,12 4-3 0,16-7-1 15,8-4 1-15,12-8-1 16,0-16-2-16,0-3-5 16,44-16-9-16,-4-4 5 15,4 0-4-15,-9-24 15 16,13-12 0-16,-12-2-1 16,-12 3 1-16,-4 11 2 15,-16 12-1-15,-4 12-1 16,0 0 0-16,0 0-11 15,0 29 8-15,8 5 3 16,4 3 8-16,24-11-8 16,7-3 1-16,17-9-2 15,0-8 1-15,19-6 0 0,-7 0-1 16,0-24-6-16,-12-17 4 16,-5-14 3-16,-7-9-1 15,-16-20 3-15,-8-6 2 16,-12-5 0-16,-8 12 2 15,-4 23-3-15,0 19 19 16,0 27 8-16,0 14 9 16,-4 0 0-16,-28 14-33 15,-16 37 4-15,12 20-9 16,12 8 0-16,16 1 0 16,8 0 4-16,0-12-4 15,0-6-1-15,32-11-8 0,40-11-1 16,0-14-3-16,7-13-8 15,1-13 9-15,-8 0-6 16,-5-4 10-16,-7-34 3 16,-12-6 2-16,-16-3 2 15,-16 2 0-15,-9 10 1 16,-7 13 0-16,0 13 1 16,0 9 5-16,-7 0 2 15,-29 15-7-15,0 21-1 16,16 7 2-16,16-4 2 15,4-4-3-15,0-3-2 16,16-10-1-16,52-4 0 16,15-12 2-16,21-6-2 15,-1 0-11-15,-11 0-10 16,-17-21-51-16,-7-11-85 16,-12-10-73-16,-20 2-164 0</inkml:trace>
  <inkml:trace contextRef="#ctx0" brushRef="#br0" timeOffset="16083.57">26664 16271 795 0,'0'0'238'0,"0"0"-83"0,0 0-46 0,0 0-63 0,0 0-24 15,0 0-8-15,263-89-4 16,-159 72-9-16,-13 3-1 0,-7 1-32 15,-17-1-150-15,-19 0-332 16</inkml:trace>
  <inkml:trace contextRef="#ctx0" brushRef="#br0" timeOffset="21484.01">5076 14322 414 0,'0'0'186'0,"0"0"-109"0,0 0 9 0,0 0-13 16,0 0-2-16,0 0-1 15,0 0-14-15,116-17 13 16,-21-17-13-16,33-7-14 15,15-10-6-15,8-2-12 16,-11-4-2-16,-1 5-9 16,-32 1 12-16,-27 7-12 0,-24 6-9 15,-28 15 3-15,-20 10 14 16,-8 4-9-16,0 7 8 16,0-5-3-16,-20 3-6 15,-28-1-1-15,0-3 4 16,16 8-9-16,-8 0-3 15,9 0 15-15,7 0-13 16,24-3 13-16,0 1-5 16,0 2-4-16,0 0-5 15,0 0-3-15,12 0-6 0,35 0 3 16,9 0 4 0,16 0-1-16,-4 9 3 0,-21 13-1 15,-11 7-2-15,-4 6 0 16,-20 3 1-16,-12 8-1 15,0 13-6-15,-32 4-32 16,-28 9-122-16,-23 1-28 16,-29-2-301-16</inkml:trace>
  <inkml:trace contextRef="#ctx0" brushRef="#br0" timeOffset="22134.09">3898 14088 225 0,'0'0'378'0,"0"0"-202"0,0 0-83 0,0 0 7 0,0 0-6 15,0 0-31-15,-60-166-11 16,16 125 12-16,-8 3 2 16,-3 3 2-16,7 6-12 15,0 16-16-15,4 8-14 16,8 5 13-16,1 0-34 15,-1 31 8-15,4 31-11 0,4 25 9 16,8 27-10 0,8 26 20-16,0 25-2 0,0 13 10 15,0 4-4-15,0-11-15 16,12-21 26-16,-12-12-16 16,12-23-5-16,-8-31 8 15,4-23-15-15,4-26-7 16,-8-19 2-16,8-9-1 15,0-7-1-15,0 0-1 16,0 0-24-16,-23-14-28 16,-5-23-60-16,-4-12-65 15,8-3-55-15,0-12-102 16,12-10-421-16</inkml:trace>
  <inkml:trace contextRef="#ctx0" brushRef="#br0" timeOffset="23617.51">2902 14985 362 0,'0'0'361'0,"0"0"-185"16,0 0-46-16,0 0-37 16,0 0-57-16,0 0 4 15,116-54 2-15,-41 31-12 16,17 6-20-16,-9-9 3 16,-3 4-10-16,-12-1-3 15,-20 1 7-15,-13 4-5 16,1-5-1-16,-16 9 4 15,-8 9 0-15,-12-2-4 16,0 7-1-16,0 0 0 16,0 0-1-16,0 0-5 0,0 0-4 15,0 23 10-15,0 12 0 16,0 5 5-16,0 2 2 16,0-5-4-16,4-4-2 15,8-6 2-15,12-6 0 16,0-12-3-16,-4-2-4 15,4-7 4-15,0 0 0 16,-1 0 4-16,-3 0 1 16,-8-16 5-16,-12-6 3 15,0 2-1-15,0-2-2 16,0 4-4-16,-20-3 3 0,-15 0 14 16,11-4-3-1,12-1-9-15,12-4 17 0,0 3-26 16,0-1 7-16,0 5-15 15,24 8 14-15,23 7-8 16,9 8 0-16,4 0 0 16,7 8 0-16,-15 21-6 15,-8 5 14-15,4 1-10 16,-36 5 2-16,8 2-5 16,-16-10 0-16,-4-7 0 15,0-12 5-15,0-9 0 16,0-4 10-16,0 0 31 15,-4-23-1-15,-16-8-25 16,8-4 7-16,12 5-17 16,0 2-2-16,0 10-3 0,0 3-8 15,36 4 6-15,7 4-20 16,17 3 2-16,8-1-30 16,4-4-6-16,-1 2-23 15,-11 1 14-15,-16-1 33 16,-20 4 16-16,0 0 16 15,-24-3 0-15,0 0 2 16,0-7 21-16,0-4 16 16,0 2 13-16,0 1-9 15,0 9-2-15,0 2-5 0,-24 3-22 16,4 0-14-16,-4 12 0 16,0 13 0-16,20 5 3 15,4-5-6-15,0-3 3 16,0-6-1-16,0-5-2 15,12-3-4-15,4-6 1 16,-4-2 2-16,0 0 2 16,-4 0 0-16,4 0 2 15,0-10 9-15,0-8-3 16,-1 5-5-16,-11 2 5 16,12 11-1-16,-12 0-5 15,12 0 0-15,8 37 0 16,8 19 10-16,8 14 16 15,8 12-4-15,-8 11-1 16,11-1-4-16,-15-1-7 16,-8-6-4-16,-12-17-1 15,-12-19-2-15,0-21-3 0,0-15 0 16,0-10 0-16,-24-3 12 16,-44 0 7-16,9-7-5 15,-1-28 0-15,-8-5-9 16,21-11-2-16,15-3-3 15,20 3 0-15,12-7-2 16,0 2-2-16,12-4-1 16,32 0 5-16,11 0-1 15,-7 2-5-15,0 1-2 16,-12 6-6-16,-1 2 5 0,-3 12 8 16,-28 2 1-1,4 13 2-15,-8 9 1 0,0 8 2 16,0 5-3-16,0 0-2 15,0 0-18-15,0 15-7 16,0 17 23-16,0 3 2 16,0-1 2-16,0-8-1 15,16-10-2-15,8-7 0 16,8-9-3-16,16 0 1 16,-1 0 3-16,-3-29 9 15,-8-11-7-15,0-14-2 16,-12-7 0-16,-24-6 8 15,0-5-6-15,0-1-1 16,0-1 0-16,-24 14 1 16,-12 12 8-16,12 19 3 0,4 19-3 15,8 10 8-15,0 0-17 16,8 17-1-16,-7 34 0 16,11 14 7-16,0 16-6 15,0 3-2-15,23 6 3 16,17-10 0-16,4-20-2 15,12-18-5-15,-16-20-44 16,7-13-21-16,-3-9-39 16,0 0-63-16,-16-22-111 15,-4-22-201-15</inkml:trace>
  <inkml:trace contextRef="#ctx0" brushRef="#br0" timeOffset="23800.42">5032 14455 582 0,'0'0'472'0,"0"0"-256"0,0 0-84 0,0 0-67 16,0 0-34-16,0 0-14 15,152-62-7-15,-93 48-9 16,-3 0 0-16,0 9-1 16,-16-2-6-16,3 7-93 15,-7-2-111-15,20-1-175 16</inkml:trace>
  <inkml:trace contextRef="#ctx0" brushRef="#br0" timeOffset="25917.6">11096 11792 603 0,'0'0'201'16,"0"0"-62"-16,0 0-3 0,0 0-42 0,0 0 6 16,0 0-21-16,-75 12-39 15,75-12-6-15,23-12-19 16,49-23 13-16,36-12-6 16,31-17-7-16,24-10-15 15,12-7 3-15,1-3 5 16,-13 2-8-16,-24 14-4 0,-47 8 4 15,-40 23 4 1,-40 15-4-16,-12 2 0 16,0 11-6-16,-24 0 5 0,-24 1 1 15,0 6 0-15,0-5 2 16,5 2 4-16,15-2-3 16,8 3 0-16,8 4 2 15,12-4-3-15,0 4 7 16,0 0-9-16,0-2-6 15,0 2 3-15,0 0-7 16,44 0 0-16,3 0 10 16,1 2 5-16,12 18-3 15,-16 9-1-15,-9 6-1 16,-19 0-2-16,-8 9-16 16,-8 1-50-16,0 1-74 0,0 3-34 15,-20-15-238-15</inkml:trace>
  <inkml:trace contextRef="#ctx0" brushRef="#br0" timeOffset="27784.1">13465 10544 423 0,'0'0'194'0,"0"0"17"0,0 0-37 0,0 0-31 16,0 0-23-16,0 0-23 15,0-162-7-15,-32 153-23 16,-3 2-5-16,-1 7-26 16,-12 0-19-16,0 12-17 15,4 29 4-15,-3 8-1 16,11-2-3-16,24-6 7 0,12-6-14 16,0-9 16-16,0-14-12 15,0-1 3-15,0-11-6 16,44 0 6-16,-9 0 10 15,13-20-2-15,0-17-4 16,12 1-2-16,-16-2-1 16,-17 13 0-16,-19 11-1 15,4 14-7-15,-12 0 5 16,12 0-6-16,0 9-13 16,0 18 21-16,12 5 5 15,-4-10-5-15,-4 0-27 16,8-6-2-16,0-7-31 15,8 1 6-15,3-10-5 0,25 0 9 16,0 0 27 0,-4-14-20-16,-1-13 39 0,-19 2 4 15,-12-2 10-15,-12 3 5 16,-12 1 22-16,0 1 9 16,0 9-4-16,0 4-2 15,-12 4-3-15,-24 5-13 16,-12 0-17-16,-7 10-3 15,7 20-3-15,4 3 3 16,16 4-4-16,8-9 0 16,20-3-6-16,0-5 4 15,0-8 2-15,8-2 3 16,32-10-3-16,8 0-7 16,8-13 6-16,3-31 1 0,-11-11 1 15,-4-8 5-15,-20-4-6 16,-24-2 2-16,0-5-1 15,0 8 8-15,0 3-5 16,0 15 7-16,-24 16 9 16,12 19 6-16,4 10 3 15,-4 3-10-15,8 0-19 16,-4 12-2-16,4 33-1 16,4 16 1-16,0 11 2 15,0 11 14-15,0-4-14 16,36-5-21-16,12-13-12 15,11-19-29-15,9-12 3 16,4-14-28-16,-12-14 18 16,7-2-10-16,-11 0 40 15,-8-18 28-15,-8-20 7 0,-9-5 4 16,-19 0 5-16,0-2 11 16,-12 5 35-16,0 3 9 15,0 10-2-15,0 8-1 16,0 9 4-16,-24 6-12 15,5 4-14-15,-9 0-31 16,-4 8-4-16,-4 23 0 16,0 7-1-16,24 4 1 15,12-4 0-15,0-7-1 16,0-6-2-16,0-8-6 0,12-8-6 16,24-9-4-16,8 0 5 15,-4 0 10-15,3-36 4 16,13-7-4-16,-16-15 2 15,-4-5 2-15,-16-7 2 16,-20-6 2-16,0-11-4 16,0 5 1-16,0 9 9 15,0 20 3-15,-8 18 6 16,-4 19 12-16,0 8-6 16,0 8 6-16,8 0-14 15,-16 15-17-15,16 29 0 16,4 13 0-16,0 16 1 15,0 3 3-15,0 4 1 0,24-6-4 16,16-9-1-16,4-13 0 16,11-18-4-16,-7-15-6 15,-12-6-2-15,0-13-15 16,11 0 12-16,-11 0 10 16,8-10 4-16,-8-12 1 15,0-5 0-15,0 9-1 16,-13 9 1-16,-3 5-1 15,-8 4-5-15,4 0 0 16,16 0-1-16,-8 0 6 16,20 0-1-16,4 8 4 15,-1 4-4-15,1-6 2 16,-4 3-11-16,-8-5-3 0,0-2-3 16,-12-2 5-16,-1 0 12 15,13 0 1-15,-4 0 1 16,4-21-2-16,-8 5 1 15,-8 1 1-15,4 8-3 16,-1 0 1-16,9 1 0 16,-4-5-1-16,16 6 0 15,4-2 1-15,19-2 1 16,5-7 0-16,0 1 2 16,-1-1-2-16,-15 0-1 15,4 3 0-15,-24 4 1 16,-4-8-2-16,-8-4 2 15,-13-5 2-15,-11-3 3 16,0 3-6-16,0 12 8 0,0 1 2 16,-23 6 2-16,3 7-4 15,-4 0-8-15,0 0 7 16,0 9-7-16,-12 27-1 16,24 12 1-16,-12 15 4 15,4 19 3-15,8 16 7 16,-3 13-8-16,-5 14-4 15,4-9-2-15,-4-3-4 16,8-22 4-16,0-20 8 16,0-28-8-16,0-19-9 15,12-24 1-15,-20 0-28 16,8-17-55-16,-16-33-84 16,-16-29-113-16,-15-27-472 0</inkml:trace>
  <inkml:trace contextRef="#ctx0" brushRef="#br0" timeOffset="27934.31">14982 9597 392 0,'0'0'673'0,"0"0"-461"0,0 0-67 0,0 0-81 16,0 0-63-16,0 0-1 15,-127 22-57-15,127 36-103 16,24 9-236-16</inkml:trace>
  <inkml:trace contextRef="#ctx0" brushRef="#br0" timeOffset="29353.99">17658 10224 162 0,'0'0'424'0,"0"0"-234"0,0 0-14 0,0 0-45 16,0 0-40-16,0 0 3 15,-56-21-13-15,56 19-9 16,-4-2 0-16,-4-2-2 16,-4-6 3-16,12-7-28 15,-12-4-27-15,12-5 4 16,0-4-3-16,0 1-12 0,0-6-5 16,32 6-1-16,4 6-1 15,-8 13-1-15,4 6 0 16,4 6-6-16,7 0 0 15,-3 18 6-15,8 18 1 16,-16 8 1-16,-8 0 2 16,0-2-3-16,-24-9 2 15,0-11-2-15,0-8 1 16,0-8-1-16,0-6 2 16,0 0 5-16,0 0 0 15,0-21 4-15,12-21-11 16,7-7-4-16,5 6 2 15,4 8 2-15,-4 17-7 0,-12 7 3 16,-4 11 4 0,-8 0-5-16,24 0-13 0,0 14 13 15,12 14-3-15,-1-6 8 16,-3-4-23-16,-8 0-5 16,0-13 6-16,-12-3 3 15,20-2 2-15,-8 0 9 16,4 0 3-16,7-14 5 15,-3-14 2-15,-8 1 2 16,-12-4 10-16,-12 6-14 16,0-1 1-16,0 2-1 15,0 14 18-15,0-1-11 0,0 9-4 16,-12 2-1 0,-12 0 0-16,-8 9-2 0,-7 22-12 15,7 8 12-15,20-2 0 16,8 2 0-16,4-10-10 15,0 0 10-15,0-4 8 16,12-6-8-16,24-3-4 16,3-11 2-16,5-1-4 15,0-4 0-15,-4 0 4 16,8-9 1-16,7-20 2 16,-11-2 5-16,-8 5-1 15,-8 10-6-15,-16 9 2 16,-4 7-2-16,-4 0 1 15,4 0 0-15,4 0-21 0,12 12 21 16,7 8 0 0,-3-8 1-16,-4 2 0 0,-4-9 0 15,-4-1 3-15,-4 0-3 16,-4-4 4-16,4 0-10 16,0 0 7-16,0 0-2 15,12 0 2-15,8 0-2 16,-9 0 1-16,1 0-2 15,4 0-2-15,4 0 3 16,4 0 0-16,8 0 4 16,-9 0-2-16,1 0-2 15,0-13 2-15,-12-3 3 16,0-10-2-16,-4-3 0 0,-20-9 10 16,0-2 0-1,0-5 8-15,0 3-4 0,0 11-9 16,-32 6-6-16,-4 7-2 15,4 17-2-15,-8 1-21 16,-7 0-85-16,-9 35-112 16,8 11-287-16</inkml:trace>
  <inkml:trace contextRef="#ctx0" brushRef="#br0" timeOffset="29718.52">17773 10855 288 0,'0'0'685'0,"0"0"-425"0,0 0-101 0,0 0-80 0,0 0-59 0,0 0-20 16,0 0 0 0,4 50 13-16,16-8-7 0,-4 0-2 15,-8-2-4-15,-8-8-3 16,0-3-50-16,0-7-133 15,0-16-117-15,0-6-295 16</inkml:trace>
  <inkml:trace contextRef="#ctx0" brushRef="#br0" timeOffset="29853.84">17634 10484 642 0,'0'0'333'16,"0"0"-74"-16,0 0-146 15,0 0-66-15,0 0-47 16,0 0-25-16,24-5-69 0,24 50-121 16,-1 7-241-16</inkml:trace>
  <inkml:trace contextRef="#ctx0" brushRef="#br0" timeOffset="31052.66">18152 11032 577 0,'0'0'198'0,"0"0"-58"0,0 0-25 16,0 0-41-16,0 0-10 15,0 0 27-15,-4 4-14 16,4-4 5-16,0-9-15 15,0-7-18-15,0-10-24 16,0-3-12-16,0 0-9 16,12 5 2-16,23 0-2 15,-7 10-4-15,4 4-4 16,-8 10 3-16,20 0-2 16,-16 0-5-16,-4 19 6 15,-1 12 2-15,-3 8-1 16,-8-5 2-16,-12-1-1 15,12-12 1-15,-12-4-1 16,0-10-3-16,0-7 3 0,12 0 4 16,-12 0 3-16,0-15 9 15,0-15-14-15,12-10-2 16,12-1-2-16,0 10-4 16,0 10-1-16,-16 8 13 15,-4 7-8-15,4 6 2 16,-8 0-8-16,12 6-2 15,12 17 8-15,-1 5 1 16,1-5 1-16,12-6-19 16,-4-6-41-16,-4-9-6 15,4-2 11-15,4 0-10 16,-5-9 30-16,-3-21 24 16,4-7 11-16,-16-8 10 0,-4-6-2 15,-4-2-4-15,-8-2 9 16,0 0 20-16,0 19 23 15,0 7-2-15,0 12-9 16,0 16 7-16,0 1-9 16,0 0-25-16,-12 0-18 15,4 32-7-15,4 27 7 16,-4 17 2-16,8 26 4 16,0 25-1-16,0 22-2 15,0 16-3-15,0 1 2 16,20-12-2-16,16-25 1 15,0-35-1-15,8-38-5 16,-9-36-1-16,13-20-11 16,0-16 17-16,20-40 20 0,-9-18-15 15,-23-8-5-15,-24 0 0 16,-12 2 0-16,0 0 2 16,-56 4 5-16,-15 8-5 15,-13 16-1-15,4 7-2 16,9 14-2-16,3 11 1 15,16 6 2-15,9 10 4 16,31-4-2-16,0 8 7 16,12-2-4-16,0 2-3 0,0 0-4 15,0 0-15 1,24 0 9-16,43 0 6 16,5-10 2-16,19-7 6 15,-7-1-6-15,8-11-22 0,-17-6 16 16,-7 1-1-16,-12 3 2 15,-32 3 6-15,-8 14-1 16,-8 7 0-16,-8 7 13 16,0 0 2-16,0 0-15 15,0 7-12-15,0 15 8 16,0 7 2-16,0 0 2 16,15-5 0-16,5-1 0 15,4-13 0-15,8-9-4 16,-8-1 4-16,0 0 0 15,4-11 5-15,-4-21 2 16,-16-7 1-16,-8 5 2 0,0-3 4 16,0 6 14-16,-32 7-7 15,-20 5-13-15,-16 3-8 16,21 12-3-16,-1 4-11 16,4 0-77-16,8 12-72 15,12 18-116-15,24 0-379 16</inkml:trace>
  <inkml:trace contextRef="#ctx0" brushRef="#br0" timeOffset="31219.3">20126 10981 718 0,'0'0'372'15,"0"0"-125"-15,0 0-88 0,0 0-40 0,0 0-52 0,0 0-49 16,0 0-18-16,0 0-18 15,0 0-115-15,0 0-202 16</inkml:trace>
  <inkml:trace contextRef="#ctx0" brushRef="#br0" timeOffset="40786.81">11865 4769 509 0,'0'0'57'0,"0"0"-19"0,0 0-11 0,0 0 13 16,0 0 28-16,0 0 24 16,0 0 5-16,0 0 0 15,-84 12-55-15,84-12-4 16,0 0-32-16,0 0 8 15,0 0-7-15,4 0-5 16,28 0 7-16,16 0-7 16,11 0 0-16,21 0 7 15,0 0-7-15,15 0 5 16,-11 0-1-16,-5 0-6 16,-7-3 0-16,0-1 6 15,-16 4-5-15,3 0-1 16,-15-3 2-16,-4 1 5 15,4-3-7-15,-8 3 1 16,-5-6 1-16,-7 7 2 0,-20 1-4 16,-4-4 0-16,0 4-2 15,0 0 1-15,0 0 1 16,0 0-2-16,0 0-21 16,0 0-68-16,0 0-158 15,0 0-36-15</inkml:trace>
  <inkml:trace contextRef="#ctx0" brushRef="#br0" timeOffset="42801.15">24100 4709 734 0,'0'0'85'0,"0"0"3"0,0 0-42 0,0 0-10 15,0 0 17-15,0 0-16 0,-191 0 6 16,191 0-25-1,0 2-18-15,72 5 0 0,59-2 25 16,44 3 21 0,32-5-20-16,16-3-8 0,32 0 8 15,12 0-17-15,4 0-2 16,-13 0-2-16,-35 0-1 16,-28 0 10-16,-39 0-13 15,-29 0 0-15,-23 0 11 16,-33 0-4-16,-11 0 0 15,-24-7 4-15,-16 0 2 16,-16 0 7-16,-4 3-11 16,0-2-10-16,0 1 5 15,0 3-3-15,0-2 2 0,0 1-4 16,0 0-4-16,0 3-4 16,0 0-39-16,0 0-70 15,0 0-69-15,0-10-225 16</inkml:trace>
  <inkml:trace contextRef="#ctx0" brushRef="#br0" timeOffset="47652.94">13979 5606 567 0,'0'0'115'16,"0"0"-20"-16,0 0-12 0,0 0 17 0,0 0-13 15,0 0-30-15,0 0-3 16,-127 0-34-16,127 0 11 0,0 0-9 15,47 4 14 1,57 2 29-16,35-3-12 0,24-3-22 16,13 0-12-16,-1 0-12 15,4 0 6-15,-16 0-8 16,-4 0 4-16,-19 0-2 16,-21 0-6-16,-3 0-2 15,-45 0 2-15,-23 0-4 16,-28 0 6-16,-16 0-3 15,-4 0 0-15,0 0-8 16,0 0 7-16,0 0 1 16,0 0-1-16,0 0-1 0,0 0-9 15,0 0-25 1,0 4-42-16,-4 1-22 0,-16 6-53 16,16-11-179-16</inkml:trace>
  <inkml:trace contextRef="#ctx0" brushRef="#br0" timeOffset="49984.93">29077 5702 637 0,'0'0'95'0,"0"0"24"0,0 0-30 0,0 0 1 16,0 0-16-16,0 0 5 15,-199 0-28-15,199 0-27 16,0 0-1-16,0 0-3 16,0 0 6-16,0 0 1 15,44 0-5-15,51 0-4 16,21 0 6-16,15 0 5 15,-7 0-28-15,-9 2 2 16,5 2-2-16,-5 3 3 16,-8-6-2-16,-11 7-1 0,-16 2-2 15,-1-1 0 1,-19 1 1-16,-12-4 2 0,-12 1 1 16,-12-6-4-16,-13-1 1 15,-11 5-6-15,0-5 1 16,0 0 1-16,0 0-19 15,0 3-22-15,0-1-69 16,-11 5-21-16,-49-1-122 16,-8-6-334-16</inkml:trace>
  <inkml:trace contextRef="#ctx0" brushRef="#br0" timeOffset="50884.53">3687 6813 764 0,'0'0'130'0,"0"0"-6"0,0 0-88 0,0 0 52 16,0 0-18-16,0 0-20 16,-12 0-26-16,36 0-11 15,71 0-9-15,17 0 13 16,7-6 12-16,24-3-18 16,5-4-3-16,7 0 0 15,-8-3-7-15,-15 3 2 16,-17 8-2-16,-31-2 1 15,-25 3-1-15,-23 1 0 0,-16 3-2 16,-8-3 0-16,-12 3 0 16,0 0-23-16,12 0-63 15,-12 0-69-15,0 0-178 16</inkml:trace>
  <inkml:trace contextRef="#ctx0" brushRef="#br0" timeOffset="55502">2205 5568 665 0,'0'0'283'0,"0"0"-109"0,0 0-56 0,0 0-22 15,0 0-9-15,0 0-41 0,0 0-18 16,-95 0-18-16,95 0-5 15,0-9-1-15,36 0 20 16,23-13-6-16,21 2 4 16,0-5-20-16,-21-4 4 15,-11 1 1-15,-12-4-5 16,-4 5 5-16,-20 10-5 16,-8 1 10-16,-4 5-4 15,0 5 4-15,0 1-1 16,0-2 5-16,-12 1-10 15,-12 3-2-15,8-1 0 16,8 4-3-16,4 0 4 0,4 0-1 16,0 0-4-1,0 0-6-15,0 0 4 0,0 0-5 16,0 0-6-16,0 0 13 16,28 0-2-16,8 0 2 15,-4 9 0-15,3 7-1 16,1 4 0-16,-16 0 0 15,-4 11-2-15,-8 4-2 16,-8 5-18-16,0 15-43 16,-8 6-91-16,-40 4-107 15,-23 12-237-15</inkml:trace>
  <inkml:trace contextRef="#ctx0" brushRef="#br0" timeOffset="61504.33">12171 8106 458 0,'0'0'123'0,"0"0"-10"0,0 0 14 0,0 0-17 16,0 0 9-16,0 0-41 16,0 0-8-16,-235 0-28 0,235 0-11 15,0 0-12 1,92 0 5-16,39 0 0 0,45 0 7 15,11-4-10-15,-4 0-18 16,-16 1 4-16,4 1 4 16,-19 2-10-16,-13 0 0 15,-32 0 5-15,-35 0-3 16,-28 0-3-16,-28 0 7 16,-16 0-3-16,0 0 4 15,0 0 0-15,0 0 0 16,0 0-7-16,0 0 9 15,0 0-10-15,0 0 0 16,0 0-6-16,0 0-30 0,0 0-37 16,-24 0-55-1,0 19-4-15,24-2-113 16,0-2-41-16</inkml:trace>
  <inkml:trace contextRef="#ctx0" brushRef="#br0" timeOffset="63552.62">26035 8051 546 0,'0'0'92'0,"0"0"70"0,0 0-52 0,0 0 8 0,0 0-34 15,0 0-21-15,-115-46-8 16,115 46-44-16,0 0 15 15,0 0-13-15,0 0 1 16,0 0-14-16,67 0 4 0,41 8-1 16,31 2 12-16,24-7-11 15,17-3 6 1,19 0-10-16,8 0 6 0,-8 0-6 16,-12 0 0-16,-36-10 6 15,-19-1-6-15,-21 2 0 16,-27 4 4-16,-17 2-4 15,-15 3 1-15,-28 0-1 16,-12-4 0-16,-4 2 1 16,-8-1-2-16,0 3 0 15,0-5-1-15,0 3-3 16,0 2-16-16,0 0-69 16,0 0-22-16,0 10-79 0,4 3-81 15,16-4-268 1</inkml:trace>
  <inkml:trace contextRef="#ctx0" brushRef="#br0" timeOffset="65034.78">4762 9457 737 0,'0'0'101'0,"0"0"-74"0,0 0-27 16,0 0 6-16,0 0 38 15,0 0 54-15,0 0-38 16,254 90-14-16,-74-88-8 16,27-2-24-16,16 0-8 15,55 0 6-15,-7 0-3 16,12 0-9-16,-28 0-3 16,-36 0-101-16,-52-6-239 15</inkml:trace>
  <inkml:trace contextRef="#ctx0" brushRef="#br0" timeOffset="66552.09">13079 9324 420 0,'0'0'112'0,"0"0"-6"0,0 0 34 0,0 0-32 0,0 0-8 16,0 0-13-16,0 0-22 16,0 0-16-16,-127-47-21 15,127 47-26-15,79 0 9 16,61 0 6-16,51 0 4 16,32 0-8-16,8 0-5 15,-8 0-5-15,-16 0-3 16,-32 0 2-16,-44 0-1 0,-35 6 3 15,-40-6-3-15,-33 4 0 16,-11-1-1-16,-12-1-6 16,0 1 6-16,0-3-1 15,0 8-1-15,0-2-5 16,-35 6-10-16,-13 8-19 16,-24 3-43-16,-8 7-71 15,13-7-112-15,19-10-252 16</inkml:trace>
  <inkml:trace contextRef="#ctx0" brushRef="#br0" timeOffset="67419.07">22344 9150 29 0,'0'0'563'0,"0"0"-440"0,0 0-2 16,0 0-38-16,0 0-4 16,0 0-10-16,-115 0-18 15,115 0-7-15,0 0 4 16,0 0-4-16,95 0-6 16,76 0 16-16,64-7-15 15,68-6-20-15,12 1-6 16,-1-1-9-16,-7-4-4 15,-25 5 3-15,-51-5 3 16,-67 6-6-16,-57 0 1 0,-63 10 0 16,-32-3 11-16,-12 4 14 15,0 0-20-15,0 0 4 16,0 0-10-16,0 0-8 16,-44 0-21-16,-52 0-128 15,-67 0-171-15</inkml:trace>
  <inkml:trace contextRef="#ctx0" brushRef="#br0" timeOffset="71936.2">22217 15061 520 0,'0'0'314'0,"0"0"-109"0,0 0-62 0,0 0-32 0,0 0-24 0,0 0-29 16,0 0-23-16,-24-21-14 15,24 21-2-15,0 0-5 0,0 0-5 16,0 25-3-16,0 10 14 15,0-2-3-15,0 6 4 16,0 0-13-16,0-6 8 16,0-5-13-16,0-10 2 15,0-5-5-15,0-6 0 16,0-7 0-16,0 2 5 16,0-2 11-16,0 0 0 15,0 0-1-15,0 0 1 16,36 0-2-16,19 0-2 0,5-9-11 15,24 0 7 1,-1 0-8-16,9-2-4 0,12 2 4 16,-1-1 1-1,-7-1-1-15,-1 2 2 0,-3 1 6 16,15 2-6-16,-7-4-2 16,-25 3 0-16,-7 4 0 15,-20 3-5-15,-16 0 5 16,4 0-2-16,-1 0 2 15,9 0 0-15,-4 0 2 16,16 0-1-16,3 0-1 16,13 0 0-16,-4 0 2 15,-20 0-2-15,-5 0 0 16,-19 0 0-16,-12 0 2 16,-12 0-2-16,4 0 0 0,-4 0 3 15,0 0 2 1,0 0 5-16,0-7 27 0,0-15-27 15,0-7 9-15,0 2-3 16,-12-8-3-16,-4 1 1 16,-8-6-9-16,5 9-1 15,7 0-2-15,-12 3-2 16,12 7 2-16,12 5-2 16,-12 7-20-16,12 5-56 15,0 4-61-15,0 0-144 16,0 10-347-16</inkml:trace>
  <inkml:trace contextRef="#ctx0" brushRef="#br0" timeOffset="77385.6">20150 13742 309 0,'0'0'357'0,"0"0"-205"0,0 0-30 0,0 0-60 15,0 0 18-15,0 0-34 0,0 0 0 16,0 0-3-16,0 0 15 16,0 0-23-16,0 0 11 15,0 0-1-15,0 0-9 16,0 0 6-16,0 0 0 15,0 0-3-15,0 0-5 16,0-14-5-16,0-15-14 16,0-10-14-16,12-7 10 0,12-11-6 15,8-5-3 1,4 2 9-16,0 9 3 16,0 10-2-16,-5 10-6 0,-7 15 1 15,-12 2-1-15,-12 13 4 16,0 1-6-16,0 0-4 15,0 0 0-15,0 0-2 16,12 0 1-16,20 0-3 16,-4 0 0-16,16 15 1 15,3 8 3-15,1-9 0 16,0 6 2-16,-4-3-1 16,4-3 0-16,-1 0-1 15,9-4 0-15,-16-4 1 16,4 1 2-16,11-7-3 15,-15 0 0-15,-4 0 0 16,-4 0 1-16,16-20 3 16,-12-2-1-16,7-4-2 0,-15-2 1 15,-8 9 0-15,4 3-2 16,-24 7 0-16,0 6 1 16,0 3 0-16,0 0-1 15,0 0-6-15,0 0-1 16,0 22-5-16,0 16 10 15,0 13-1-15,12 4 5 16,0 13-4-16,-12-2 1 16,0 6-20-16,0-6-72 15,0-3-43-15,0 1-92 0,-12-19-164 16</inkml:trace>
  <inkml:trace contextRef="#ctx0" brushRef="#br0" timeOffset="78221.25">19577 12351 635 0,'0'0'255'0,"0"0"-12"0,0 0-97 0,0 0-29 15,0 0-74-15,0 0-31 16,-72-11-10-16,52 43-3 16,16 8 2-16,4 1 0 15,0-3 5-15,0-7-5 16,0-7 1-16,24-7-2 15,24-7 1-15,-4-7 6 16,-4-3-5-16,4 0 8 16,-9-3-4-16,-3-24 18 15,-20-5 3-15,-12-5 5 0,0 2-5 16,-20-4-5-16,-39 8-7 16,15 6-14-16,-4 8-1 15,12 11-1-15,-12 6-10 16,24 0-14-16,-7 0-52 15,19 23-74-15,12 2-121 16,0-6-138-16</inkml:trace>
  <inkml:trace contextRef="#ctx0" brushRef="#br0" timeOffset="78469.05">20126 12458 662 0,'0'0'279'16,"0"0"-65"-16,0 0-53 0,0 0-26 16,0 0-56-16,0 0-15 15,24 0-15-15,32 0-21 16,12 0-7-16,-16-5-8 16,-5 1-5-16,-3 1-6 15,4-1-2-15,-4 4-7 16,-4 0-36-16,-9 0-47 15,5 0-73-15,-16 0-81 16,4 0-136-16</inkml:trace>
  <inkml:trace contextRef="#ctx0" brushRef="#br0" timeOffset="78725">20931 12262 695 0,'0'0'350'16,"0"0"-110"-16,0 0-61 16,0 0-68-16,0 0-40 15,0 0-17-15,-24-20-31 16,24 20-13-16,0 10-6 16,0 24-2-16,0 8 7 15,0 5-5-15,0 8-1 16,0-1 1-16,0 2-4 15,0 1-32-15,0 3-59 16,12 1-58-16,0-6-117 16,12-10-251-16</inkml:trace>
  <inkml:trace contextRef="#ctx0" brushRef="#br0" timeOffset="81219.25">20580 15227 286 0,'0'0'184'0,"0"0"-46"0,0 0-27 0,0 0-4 16,0 0 3-16,0 0 5 16,0 0-28-16,0-29-25 15,0 29 36-15,0 0-37 16,0 0-5-16,0 0-27 16,0 0-6-16,0 0-15 15,0 0-8-15,0 25 0 16,0 10-1-16,0 10 2 15,0 6-1-15,0 3 0 0,0-6 2 16,0-1-1 0,0-9-1-16,0-9 2 0,0-10-2 15,0-7 1-15,0-5-1 16,0-7 1-16,0 0-1 16,0 0 0-16,0 0 8 15,12 0-16-15,12 4 14 16,8-3-6-16,16-1 8 15,23 0 3-15,9 0-7 16,16 0 4-16,-1 0-2 16,-3 0-4-16,15 0-1 0,-7 0-1 15,-1 0 4 1,13 0-5-16,-5 0 2 0,13 0-1 16,-5 0 3-16,1 0-2 15,-9 0-1-15,-3-5 0 16,-9-2 2-16,-7 5-2 15,-4-5 0-15,-13 4 0 16,1-4 0-16,-4 4 0 16,3 3 4-16,-3-3-3 15,4-2 7-15,-5 4-7 16,-3 1 2-16,-8-3-1 16,-1 3 6-16,-3 0-8 15,-8 0-4-15,12 0 4 16,-8 0 0-16,-1-5 1 0,1 4-1 15,0-6 2 1,8 3 1-16,-9-1 0 0,9-2-1 16,-8 4-2-16,-8-4 1 15,-8 4 3-15,11-1-4 16,-7 2 0-16,-8-1 0 16,4-3 0-16,-16 2 0 15,-8 1 5-15,-8 3-1 16,12 0-2-16,-12 0-2 15,12-9 19-15,-12-2-1 16,12-7 6-16,12-4-3 16,-12-7-9-16,-5-2-1 0,-3-1 4 15,4-3-5 1,-4 5 4-16,4-1 4 0,-8 6-3 16,0 2-6-16,0 8-7 15,0 2-1-15,0 6-1 16,0 5-12-16,0 2-74 15,0 0-97-15,0 0-344 16</inkml:trace>
  <inkml:trace contextRef="#ctx0" brushRef="#br0" timeOffset="87488.62">24729 15189 172 0,'0'0'218'0,"0"0"-84"0,0 0-35 0,0 0-6 16,0 0-6-16,0 0-37 15,0 0 2-15,-12-42 6 16,12 28 17-16,0 0 17 16,0-3-10-16,0 0-21 15,0 2 2-15,0 3-13 16,0 1-3-16,0 4-7 0,0 3-13 16,0 2-8-1,0 2 1-15,0 0-4 0,-4 0-9 16,-4 0 4-1,8 0-10-15,0 0-1 0,0 17-2 16,0 13 2-16,0 5 5 16,0 2-4-16,0 4-1 15,0 8 1-15,0-2 0 16,0-3 1-16,0 0-3 16,0-3 1-16,0-1 0 15,0-5 1-15,0-8 1 16,0-10 1-16,0-1 0 15,0-9-2-15,0-1-1 16,0-3 4-16,0-3-4 16,0 0 1-16,0 0 0 0,0 0-1 15,0 0-2 1,0 0 1-16,0 0 1 0,0 0 0 16,20 0 0-16,8 0 2 15,8 1 2-15,8-1-3 16,11 5 3-16,-15-2-3 15,8-3-1-15,8 0 1 16,3 0 0-16,1 0-1 16,-4 0 0-16,16 0-2 15,-5 0 2-15,13 0 1 16,4 0-1-16,-1-8 0 16,-11 4 1-16,-4 4-1 0,-1-5 1 15,-3 5 3 1,4 0-4-16,15-1-3 0,-3 1 3 15,-9-4 6-15,-3 1-6 16,0-3 0-16,-8 3-4 16,-1-1 6-16,1 1-4 15,0 0 3-15,7-1-1 16,1 1 0-16,4 3 0 16,-12-3 1-16,7-1-1 15,-3-1 0-15,-8 0 0 16,11 4 0-16,-15-3 0 15,-8 1 3-15,4-1-2 16,-16 2 5-16,-9-1-6 16,-11 3 0-16,-8-4 0 15,8 4 0-15,-4-3 1 0,-4 3-1 16,4-4 0-16,-8 4 2 16,4 0-1-16,4-3 1 15,4 1-1-15,0-6 2 16,12 3 0-16,-12-1 1 15,-4 3 1-15,-4-1-4 16,4 4 13-16,-8-4 0 16,4-1 6-16,4-4-4 15,-4-6 0-15,-4 4-1 16,8-9-3-16,-4 0-1 16,-4 3-4-16,0-9-1 15,0 1 7-15,0-3-11 0,0 5 0 16,8-3-1-16,-8 4-1 15,4 5 0-15,-4 5-6 16,0 2-9-16,0 10-86 16,23-6-97-16,21-9-311 15</inkml:trace>
  <inkml:trace contextRef="#ctx0" brushRef="#br0" timeOffset="90519.33">24681 13481 461 0,'0'0'163'0,"0"0"-23"0,0 0-64 0,0 0-28 0,0 0-8 16,0 0 21-16,0 0-10 16,-12 18-6-16,12-18-8 15,0 0 10-15,0 0-16 16,0 0 7-16,0 0-12 16,0 0 8-16,0 0 4 15,0 0-2-15,0-16 4 0,0-8-6 16,0-12-16-1,0-3-10-15,0 2 4 16,0 2 5-16,0-3-7 0,0 3 4 16,0 6-8-16,0 8 2 15,0 8-3-15,0 9-5 16,0 0 1-16,0 4 1 16,0 0-2-16,0 0-1 15,0 0-5-15,0 0 5 16,0 0 0-16,12 0 1 15,36 0 0-15,-4 8 0 16,-4 1 1-16,4 0 0 16,3-3-1-16,-3 1 0 15,4 0 0-15,-12-4 0 16,-4-1 1-16,-5-2-1 0,-7 0 0 16,-4 0 1-16,4 0-1 15,-4 0 1-15,-4 0 0 16,8 0 2-16,-8 0 0 15,12 0-2-15,-12-5-1 16,0 1 0-16,-4 1 0 16,-4 1-2-16,-4 2 6 15,0 0-8-15,0 0 7 16,0 0-6-16,0 0 3 16,0 0-9-16,0 5 6 15,12 21-8-15,8 12 6 16,-9 7 5-16,1 6 0 15,-8 2 3-15,4-2-2 16,-8 2 0-16,4-4-1 0,-4-6-1 16,0-11-3-1,8-9-9-15,-8-13-78 0,0-7-48 16,4-3-83-16,-4 0-153 16</inkml:trace>
  <inkml:trace contextRef="#ctx0" brushRef="#br0" timeOffset="91108.2">24542 12436 721 0,'0'0'216'0,"0"0"-60"0,0 0-61 0,0 0-38 16,0 0-54-16,0 0 3 16,-48 26-4-16,48 6 3 15,0 5-1-15,0-8-1 16,0-2-3-16,0-8-2 15,32-1 2-15,-4-6 2 16,8-10-1-16,-4 2-2 16,-8-4 2-16,11 0 0 15,-11-18 11-15,-12-15-7 16,0 2 5-16,-12-1 2 0,0 4-2 16,0 5 2-1,-4 8-2-15,-40 6-4 0,9 5-6 16,3 4-8-16,-4 0-13 15,8 0 20-15,-4 5-72 16,20 18-90-16,0 0-48 16,12-5-243-16</inkml:trace>
  <inkml:trace contextRef="#ctx0" brushRef="#br0" timeOffset="91323.16">24988 12565 737 0,'0'0'173'0,"0"0"-53"15,0 0-15-15,0 0-37 16,0 0-21-16,0 0-18 16,303-19-15-16,-256 13-11 15,-15 4-3-15,16-5-5 16,8 4-48-16,-9-3-167 15,1-2-233-15</inkml:trace>
  <inkml:trace contextRef="#ctx0" brushRef="#br0" timeOffset="91553.12">25744 12324 582 0,'0'0'326'0,"0"0"-135"16,0 0-59-16,0 0-35 15,0 0-30-15,0 0-48 16,-23-24-13-16,23 30-2 16,0 18 5-16,0 6 4 15,0 5-9-15,0 2-8 16,0 8 4-16,0 3-5 16,-12 3-83-16,-12 1-83 15,4 4-140-15,16-5-353 0</inkml:trace>
  <inkml:trace contextRef="#ctx0" brushRef="#br0" timeOffset="92770.04">26071 13674 507 0,'0'0'165'0,"0"0"-42"0,0 0-45 0,0 0-13 16,0 0-10-16,0 0 5 15,0-9 13-15,0 4-6 16,0-4-20-16,0 1 22 15,0-8-26-15,0-6-34 0,0-5 13 16,0-5-18-16,0-2 16 16,24-2-7-16,-12-1-1 15,12-1-11-15,0 0 10 16,7 0-7-16,-7 3 5 16,12 3-5-16,-12 8 1 15,8 4-5-15,-8 6 0 16,0 8 5-16,0 1-12 15,11 1 5-15,1 4-2 16,32 0 4-16,-4 0 1 16,15 0-1-16,1 0-1 0,3 0 1 15,9 0 2 1,-20 0 0-16,7 0-4 16,-19 0-2-16,-24 0 2 15,8 0 1-15,-28 0 1 0,4 0 7 16,-9 0-7-16,-7 0 0 15,4 0-5-15,-8 0 11 16,0 0-6-16,0 0 6 16,0 0-6-16,0 0-7 15,0 0 7-15,0 4-16 16,0 17 3-16,0 14 13 16,4 10 3-16,8 15 9 15,0 5-12-15,-4 6 5 16,-4 0-8-16,4-9 8 0,-8-4-6 15,0-10 2-15,4-12 5 16,4-15-6-16,-8-10-9 16,0-5 4-16,12-6-103 15,-12 0-33-15,12 0-104 16,0-33-177-16</inkml:trace>
  <inkml:trace contextRef="#ctx0" brushRef="#br0" timeOffset="93353.62">27042 13066 516 0,'0'0'200'0,"0"0"-34"16,0 0-40-16,0 0-20 0,0 0-30 0,0 0-13 15,-131-74-21-15,131 67-4 16,0 0-10-16,0-2-4 16,48-9-6-16,67-11-7 15,25-6 0-15,23 0-7 16,12 1 8-16,0 1-12 15,-7 5-5-15,-17 9 5 0,-20 3 3 16,-39 7-1-16,-44 2-4 16,-29 3-2-16,-19 4 0 15,0 0-2-15,0 0 6 16,0-3 0-16,-23-7 2 16,-21-1 1-16,-4-5 3 15,4-8-2-15,4 6-2 16,5 0 7-16,3 1-5 15,20 8 6-15,0 6-2 16,12-1 11-16,0 4 8 16,0 0-21-16,0 0-6 15,0 0-4-15,12 0 2 16,43 7 2-16,9 12 2 0,-20 6-2 16,12 6-2-1,-28 5 1-15,-8 6 1 0,-20 5-1 16,0 4-3-16,0 5-7 15,-44-6-56-15,-4-1-78 16,12-8-81-16,12-8-189 16</inkml:trace>
  <inkml:trace contextRef="#ctx0" brushRef="#br0" timeOffset="94986.68">28854 12646 625 0,'0'0'256'0,"0"0"-67"0,0 0-66 0,0 0 7 15,0 0-61-15,0 0-15 16,-4-35-33-16,-4 35-7 15,-4 0-14-15,-4 0-6 16,-8 17 6-16,-7 6 5 16,7 0-2-16,0-1-1 15,4 0-2-15,16-5 2 16,-4-8 2-16,8-3-4 16,0-6 0-16,0 0-1 15,0 0 1-15,0 3 0 0,0-3 0 16,0 0 1-1,0 0 4-15,0 4-2 0,0-4 4 16,0 0-1-16,0 0 12 16,0 0 1-16,0 0-3 15,0 0-4-15,0 0-2 16,0 0-7-16,0 0 3 16,0 0-6-16,0 0 3 15,0 0-3-15,0 0 2 16,0 0 1-16,0 0-2 15,0 0 0-15,0 0 4 16,0 0-4-16,0 0 2 16,0 0-1-16,0 0-1 15,0-4 3-15,0-10-2 0,12 0-2 16,12-9 2-16,8 5-3 16,3-4 1-16,1 6-2 15,8 6 2-15,-8 2-1 16,-12 8 0-16,12 0-2 15,-5 0-2-15,5 20 2 16,-8 16-2-16,-8-2 5 16,-8 8-4-16,-12-1 3 15,0-6 1-15,0-8 1 16,0-3-1-16,0-15 0 16,0-2-2-16,0-7 4 15,0 0-1-15,0 0 5 16,0 0 1-16,0-16 0 0,0-13-7 15,12 0 0 1,0 1 0-16,12 0 0 0,-4 8-2 16,-4 5 0-16,-4 6 2 15,-1 2 0-15,-3 7-1 16,-4 0-3-16,16 0-4 16,-4 16 5-16,4 13 2 15,-4 2-2-15,-8-2 3 16,4 2 4-16,0-6-4 15,0-5 0-15,0-5 1 16,0-4-2-16,-4-9 1 16,-4-2-1-16,16 0-1 15,-4 0 0-15,7 0 2 16,9 0 0-16,-8-17 4 16,0-1-1-16,-4-7-3 0,-4-5 2 15,-4 1-1-15,0-2-1 16,0 0 3-16,-12 6-2 15,0 9 1-15,0 6-1 16,0 10-1-16,0 0-6 16,0 0-2-16,-28 14-6 15,4 11 14-15,-8 6 0 16,20 1 3-16,12 3-2 16,0-4-1-16,0-2 0 15,0-7-5-15,0-7 1 16,36-5-6-16,-4-6-8 15,4-4 14-15,-8 0-5 16,3 0 9-16,5-16 4 0,0-12-3 16,-4-2 2-16,-8 9 0 15,-12 9-2-15,-12 4-1 16,0 8 2-16,0 0-2 16,0 0 0-16,0 0-6 15,4 17 1-15,20 1 5 16,-4 2 2-16,23 2-1 15,-7-2 0-15,-8-6 0 16,16-3-1-16,-8-5 3 16,-4-6-3-16,3 0 0 0,5 0 0 15,4 0 3-15,-8 0-3 16,-12-13 3-16,-4-10 3 16,-16-5-4-16,-4-5 1 15,0-1 20-15,0-5-6 16,0 9 3-16,0 5-5 15,0 8-7-15,0 8 6 16,0 9-2-16,0 0-5 16,0 0-7-16,0 0-3 15,0 0 0-15,0 0-4 16,0 0 6-16,0 0-1 16,0 0-1-16,0 7-1 15,0 2 2-15,0-4-4 16,0 0 1-16,0-2-5 0,0-2-8 15,0 4-8-15,0 4-36 16,0 1-74-16,0 7-94 16,12-2-180-16</inkml:trace>
  <inkml:trace contextRef="#ctx0" brushRef="#br0" timeOffset="95487.25">30264 12858 511 0,'0'0'280'0,"0"0"-70"0,0 0-43 16,0 0-40-16,0 0-42 15,0 0-38-15,-44-29-36 0,44 58-5 16,0 9-2-1,0-1 6-15,0-1-3 0,20 0-4 16,4-15-1-16,11-4-2 16,13-11 1-16,-4-6 1 15,8 0-2-15,-5 0 13 16,-3-29 0-16,4-9 0 16,-16-6 9-16,-16-11-4 15,-4 4 4-15,-12 4-10 16,0 9-9-16,0 13-2 15,0 16 0-15,0 5-2 16,0 4-47-16,0 0-122 16,0 9-76-16,0 17-130 0</inkml:trace>
  <inkml:trace contextRef="#ctx0" brushRef="#br0" timeOffset="95887.01">31060 12725 827 0,'0'0'305'15,"0"0"-122"-15,0 0-53 16,0 0-75-16,0 0-41 16,0 0-14-16,36 13 0 15,7 25 2-15,-3-7-2 16,-8 2 5-16,4-10-2 0,-12-3-6 15,8-7 8 1,-8-6-5-16,-8-7 0 0,15 0 0 16,-3 0 2-16,4-36 13 15,12-11-9-15,-16-10-5 16,-4 0 13-16,-12 2 9 16,-4 8-7-16,-8 16-1 15,0 9 7-15,0 11-10 16,0 9-12-16,0 2 0 15,0 0-6-15,0 0-11 16,0 22-24-16,0 9-15 16,0 6-60-16,16 9-44 15,-5-7-55-15,9-5-92 0,4-1-166 16</inkml:trace>
  <inkml:trace contextRef="#ctx0" brushRef="#br0" timeOffset="97086.4">31940 12767 420 0,'0'0'156'0,"0"0"-48"15,0 0 25-15,0 0-28 16,0 0 0-16,0 0 1 16,52-121-28-16,-52 103-17 15,0 4 2-15,-20 4-2 0,-4 3-45 16,4 5-9-1,-8 2-7-15,-4 0 0 0,-8 16 5 16,8 19-4-16,1 3 0 16,15 0-1-16,16-3-6 15,0-2 5-15,0-5-23 16,0-6-8-16,0-13 5 16,24-2-6-16,-1-7 15 15,13 0 18-15,-12-11 1 16,8-16-1-16,-8-2 3 15,-8 3 2-15,-4 10-3 16,-12 8 24-16,0 8-5 16,0 0-11-16,0 0-10 15,0 5 3-15,0 18-3 16,0-1 2-16,8 0 1 16,16-4-2-16,0-7 0 15,11-6-1-15,9-5 1 0,-4 0-1 16,12 0 12-16,-4-13-11 15,-9-18 4-15,-3-10-5 16,-4-10 3-16,4-7-1 16,-16-6 1-16,-4-9 2 15,-8 1-4-15,-4 2 24 16,-4 9 15-16,0 14-3 16,0 12-9-16,0 17 18 15,0 8-21-15,-16 7 6 16,-4 3-7-16,-4 0-15 0,-12 26-9 15,12 19 0 1,0 14 4-16,12 8-3 0,4 6-1 16,8-1 0-16,0 2-5 15,0-9 5-15,0-9 0 16,20-15-12-16,8-12-10 16,4-16-11-16,4-9 4 15,-4-4 11-15,-4 0 12 16,3-11 3-16,5-27 6 15,8 0-3-15,-8-1 5 16,-12 14-2-16,-12 9-3 16,-8 9 3-16,-4 7 14 15,0 0-6-15,0 0-11 16,0 0-4-16,0 9-2 16,0 12 6-16,12 0 2 0,8 2 0 15,-5-6-4-15,-7 1 2 16,16-6-3-16,0-5-4 15,0-7-2-15,8 0 0 16,-8 0 9-16,4-7 8 16,4-18-6-16,-1 3-1 15,-15 6-1-15,-4 6 1 16,0 7 2-16,-12 3-1 16,0 0-2-16,0 0-1 15,12 0-7-15,8 3 8 16,4 10 0-16,0-4 0 0,0 3 2 15,20-4 5-15,-17-7-10 16,5-1 3-16,8 0-1 16,-8 0 1-16,12-4 2 15,-16-22 3-15,-4 1-3 16,-13-2-1-16,-11 6 2 16,0 9-2-16,0 2 10 15,-23 7-11-15,-17 3 0 16,-12 0 1-16,12 0 5 15,4 13-6-15,1 11-3 16,3 2 2-16,20 2 1 16,12 5 0-16,0-5 0 15,0-6 0-15,24 4 0 16,35-15-2-16,9-1-9 16,-8-6-14-16,-1-4-16 15,-3 0-10-15,-8 0-3 0,-12 0-10 16,-12-16-46-16,-24-3-67 15,0-2-140-15</inkml:trace>
  <inkml:trace contextRef="#ctx0" brushRef="#br0" timeOffset="99470.42">29822 12738 375 0,'0'0'188'0,"0"0"-49"0,0 0-14 0,0 0-17 0,0 0-27 16,0 0 10-16,23-81-24 16,-23 70-11-16,12 3 0 15,-12 3 12-15,0 0-15 16,0 5-6-16,0 0-2 16,0 0-21-16,0 0-6 15,0 0-6-15,0 0-8 16,0 0-3-16,0 0-1 0,0 0 1 15,0 0-1 1,0 0 2-16,0 0-4 0,0 0 5 16,0 0-3-16,0 0 0 15,0 0-7-15,0 0 5 16,0 8 0-16,12 11 2 16,-4 0-2-16,-8 3 2 15,0 4-1-15,0-4 2 16,0 3-2-16,0 4 2 15,0 0-3-15,0 0 4 16,0-2 0-16,0-1-1 16,0-4-2-16,0 1 2 0,4-4 3 15,16 0-4 1,4-6 1-16,0-4-1 0,0 3 1 16,0-5-1-16,12 0 3 15,-13-4-3-15,-3-3 0 16,8 0 2-16,4 0-1 15,16 0 2-15,0-14-2 16,-5-1 1-16,9-5-2 16,-20 4 0-16,12-7 2 15,-16 6 0-15,-16-3-2 16,0-2 0-16,-12 4 2 16,0-4-1-16,0-2 0 15,0 3-1-15,0-1 4 0,0 2-3 16,0 4-1-1,0 2 1-15,0 10 3 0,0-1 4 16,0 5 4-16,0 0-5 16,0 0-6-16,0 0 1 15,0 0-4-15,-4 0 2 16,4 0-9-16,0 9 9 16,0 12 0-16,0 4 2 15,0 1-2-15,0 3 1 16,0-6 0-16,0 4-1 15,0-3 0-15,24 0 0 16,-9 1 0-16,9-6 0 16,8 4 1-16,-8-5 0 15,8-1-1-15,-4-5-1 16,-8-2 1-16,8-6 0 0,-8-4-1 16,3 0-1-1,13 0 2-15,0 0 1 0,-4-10-1 16,4-3-4-16,-12-10 4 15,0 1 1-15,-1-1 2 16,-11-9 0-16,-12 1-2 16,0-3-1-16,0-4 2 15,0-7 3-15,0 7-4 16,-24 3 4-16,1 2 0 16,11 15 0-16,4 2-5 15,-4 7 0-15,8 5 0 16,-4 4 0-16,8 0-20 0,0 0-76 15,0 0-173 1,0 4-54-16,0 7-457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1T06:29:53.3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17331 1336 610 0,'0'0'144'0,"0"0"-2"0,0 0-29 0,0 0-36 16,0 0-2-16,0 0-32 16,0 0-3-16,0 0-10 0,-127-13-19 15,234 13 17-15,45 0 34 16,31 0-23-16,-4 0-27 16,-4 0-3-16,-11 0-2 15,-13 4-1-15,-24 7-6 16,-7-1 4-16,-41 2-4 15,-11-4 4-15,-32-2-5 16,-12-6 2-16,-24 0-2 16,0 3 1-16,0-3 0 15,0 3-6-15,0 7-33 0,-12 6-90 16,-60 6-38 0,-19-2-208-16</inkml:trace>
  <inkml:trace contextRef="#ctx0" brushRef="#br0" timeOffset="19018.66">4168 17157 499 0,'0'0'171'0,"0"0"-11"0,0 0-28 0,0 0 4 0,0 0-51 16,0 0-2-16,0 0-16 15,0 0-9-15,-59 17-10 16,59-17-2-16,-4 0 0 15,4 2-8-15,0-2-10 16,0 0-4-16,0 0-1 16,0 0-11-16,51 0-12 0,29 0 6 15,39 0 7 1,9 0-11-16,-1 0 5 16,-11 0-3-16,3 0 0 15,-27 0-5-15,3 0 2 0,-27 0 2 16,-12 0-3-16,-32 0 0 15,-12 0 0-15,-8 0 0 16,-4 0 0-16,0 0-3 16,0 0 3-16,0 0-8 15,0 0-5-15,0 0-28 16,0 0-38-16,0 0-46 16,0 9-132-16,0-6-255 15</inkml:trace>
  <inkml:trace contextRef="#ctx0" brushRef="#br0" timeOffset="22668.32">15802 17648 409 0,'0'0'305'0,"0"0"-173"0,0 0 38 0,0 0-64 15,0 0-19-15,-318-31 5 16,306 31-29-16,12 0-30 16,0-3-17-16,48 1-6 15,95-9 5-15,52-4 14 16,44-5-9-16,-8 0-13 16,4 3-5-16,-36-2 0 15,-36 3-1-15,-35 3-1 16,-57 5 7-16,-35 3-3 0,-28 5-3 15,-8-4 6 1,0 3 2-16,-32-10-7 0,-63 2 11 16,-13-7-12-16,-7 1 1 15,23-1 0-15,21-4 17 16,23 5-12-16,16 4 29 16,20 1-8-16,12 8 8 15,0 2-14-15,0 0-10 16,0 0-12-16,0 0-2 15,44 0 1-15,27 0-3 16,37 0 8-16,-5 0-4 16,-11 0 3-16,-12 7-3 15,-33 6-2-15,-19-1-4 16,-20 7 5-16,-8 13 0 0,0 10 0 16,-8 10-6-1,-67 19-21-15,-41 18-77 0,-23 7-54 16,-12 12-110-16,-13 3-282 15</inkml:trace>
  <inkml:trace contextRef="#ctx0" brushRef="#br0" timeOffset="28835.5">8898 2631 458 0,'0'0'180'0,"0"0"-63"0,0 0-1 0,0 0 21 16,0 0-41-16,0 0-30 15,0 0-11-15,0 0-16 16,-71 0 11-16,71 0 4 0,0 0-5 16,0 0-10-16,0 0-1 15,0 0-11-15,56 0-5 16,51 0-8-16,60-4 1 16,16-3-2-16,5 0-6 15,-1 2-4-15,12 5-1 16,-12 0-1-16,32 0 2 15,-28 0 2-15,-28 0-5 16,-23 0-3-16,-37 8 2 16,-31 1-2-16,-13-3 3 15,-23 0-2-15,-16-6 2 16,-8 5 6-16,-12-5-5 16,0 0 11-16,0 0 6 0,0 0-10 15,0 0 5 1,0 0-13-16,0 0 4 0,0 0-4 15,0 0-1-15,0 2-51 16,0 1-66-16,-20 1-142 16,-32-4-306-16</inkml:trace>
  <inkml:trace contextRef="#ctx0" brushRef="#br0" timeOffset="66601.78">13151 15252 301 0,'0'0'338'0,"0"0"-114"0,0 0-30 0,0 0-86 15,0 0 8-15,0 0-30 16,0 0-8-16,0 0-25 15,-24 0-17-15,24 0 3 0,0 0-22 16,0 0 7 0,0 0 3-16,-12 0-23 0,12 0 11 15,0 3-14-15,0 0 5 16,-12-3-7-16,12 4 7 16,0-1 0-16,0-3-6 15,0 1 3-15,0-1-3 16,-12 0 1-16,12 0-4 15,0 6 10-15,0-6-5 16,0 0 0-16,0 0-2 16,0 0-2-16,0 0-4 15,0 0 4-15,12 0-8 16,24 0 10-16,0 0 9 0,7 0-9 16,-7 0-4-16,-12 0 4 15,0 0-1-15,-24 0 1 16,0 0 2-16,0 0 1 15,0 0-4-15,0 0 1 16,0 0-3-16,-24 0 1 16,-20 9 2-16,-3 4 3 15,-13-1 0-15,12-2-3 16,4-1 2-16,8 0-2 16,9-2 8-16,7-2-7 15,8 0-2-15,12-5-2 16,0 0 3-16,0 0 3 15,0 0-3-15,12 0-14 16,35 0 14-16,13-5 0 0,8 0 6 16,-8-4-6-16,-5 2-5 15,-19-1 5-15,-12 7 0 16,-12 1 0-16,-12 0 0 16,0 0 5-16,0 0-2 15,0 0 2-15,0 0 0 16,-12 0 5-16,-12 0-10 15,-12 0-7-15,0 0 7 16,1 1-1-16,3 7-3 16,8-4-49-16,24-1-89 15,0-3-172-15,0 0-532 16</inkml:trace>
  <inkml:trace contextRef="#ctx0" brushRef="#br0" timeOffset="73288.06">12096 16686 555 0,'0'0'246'0,"0"0"-45"0,0 0-77 15,0 0-14-15,0 0-18 16,0 0-38-16,0 0 0 16,-44-4-24-16,32 4-6 0,12 0-19 15,-12 0-5-15,12 2-4 16,0 21 4-16,0 1 14 15,0 3-11-15,0-6 14 16,0-8-15-16,0 0 5 16,0-9-4-16,0-4 1 15,0 0 17-15,12 0 14 16,56-36-5-16,3-6-19 16,21-5-11-16,-5 3-4 15,5 12-23-15,0 4-120 16,15 2-176-16,-3-6-426 15</inkml:trace>
  <inkml:trace contextRef="#ctx0" brushRef="#br0" timeOffset="97752.47">7505 5861 558 0,'0'0'164'15,"0"0"-48"-15,0 0 5 0,0 0-41 0,0 0 3 16,0 0-40-16,0 0-4 15,0 0 3-15,-279-10-5 16,279 10-1-16,0 0 9 16,0 0 18-16,92 0-17 15,75-3-2-15,64-22-11 16,48 3-19-16,-21 2-6 16,-35 5-6-16,-47 8 2 0,-33 7 2 15,-28 0-5 1,-35 0 0-16,-20 0-1 0,-24 0 0 15,-17 0 1-15,-15 0 0 16,-4 0-1-16,0 0-3 16,0 0-1-16,0 0-16 15,0 0-36-15,-71 16-31 16,-33 10-47-16,-39 8-138 16,-8-8-368-16</inkml:trace>
  <inkml:trace contextRef="#ctx0" brushRef="#br0" timeOffset="102553.98">16909 7165 551 0,'0'0'76'0,"0"0"5"0,0 0 0 0,0 0-14 0,0 0 14 15,0 0-26-15,0 0-13 16,-24 0-32-16,108-2 12 15,55-7 24-15,49-5-7 16,23 0-19-16,24 2-4 16,7 0-3-16,5 2-5 15,-12 7-6-15,-24 3 4 16,-24 0 3-16,-23 0-8 16,-37 0-1-16,-12 0 6 0,-43 6 0 15,-12 1-5 1,-36-4 10-16,-12 1-9 0,-12-1 19 15,0-3-5-15,0 2-1 16,0-2 3-16,0 0-4 16,0 0-7-16,0 0 4 15,0 0-9-15,0 0 2 16,0 0-4-16,0 0-2 16,0 0 0-16,0 0-5 15,0 0-60-15,0 11-75 16,0-1-63-16,0 1-74 15,0-11-192-15</inkml:trace>
  <inkml:trace contextRef="#ctx0" brushRef="#br0" timeOffset="105754.08">6748 7940 581 0,'0'0'161'0,"0"0"-69"0,0 0 12 0,0 0-25 0,0 0-10 16,0 0-22-16,0 0-25 15,-83 0-13-15,83 0-5 16,0 0 0-16,24 0 1 0,47 0 14 16,13 0 29-1,27 5-25-15,-3 5-18 16,19-3 9-16,13 3-4 0,-9 0-5 16,-15-1-2-16,-1 1-3 15,-43-6 0-15,-5 1 1 16,-27-2 6-16,-16-3-4 15,-16 0-6-15,-4 0 8 16,-4 0-2-16,0 0-3 16,0 0 0-16,0 0 7 15,0 0-3-15,0 0-8 16,0 0-38-16,0 6-80 16,8-2-151-16,16-4-161 15</inkml:trace>
  <inkml:trace contextRef="#ctx0" brushRef="#br0" timeOffset="108387.33">16678 8129 332 0,'0'0'295'0,"0"0"-136"0,0 0-38 0,0 0-16 15,0 0-22-15,0 0-17 16,-59-27-17-16,59 27-9 15,0 0-15-15,-8-7-6 16,8 5 0-16,0-1-6 16,0 3-11-16,67 0 11 0,53 0 15 15,39 0-14 1,4 0 0-16,-7 0-4 0,-9 0-9 16,-16 0 0-16,-15 0-1 15,-33 0 0-15,-11 0 4 16,-36 0-3-16,-16 0-1 15,-20 3 3-15,0-3 3 16,0 0-6-16,0 0 0 16,0 0-5-16,0 0 5 15,0 0 0-15,0 0-26 16,0 5-50-16,0 9-84 16,0-4-162-16,12-8-105 0</inkml:trace>
  <inkml:trace contextRef="#ctx0" brushRef="#br0" timeOffset="111301.3">6386 9001 532 0,'0'0'150'0,"0"0"-48"0,0 0 5 0,0 0-26 15,0 0-7-15,0 0-16 16,0 0-30-16,-115 18-21 16,115-9-4-16,67-1 8 15,49 1 22-15,15-2 5 16,20-1-21-16,1-6-11 15,11 1 5-15,-12 7-10 16,-11-5-1-16,-33 3 3 16,-27-3-5-16,-32 1 2 0,-13-4 0 15,-23 4 0 1,-12-3 4-16,0-1 3 0,0 0-7 16,0 0-6-16,0 0-7 15,12 8-47-15,8 1-54 16,16 6-45-16,24 3-75 15,23-13-73-15</inkml:trace>
  <inkml:trace contextRef="#ctx0" brushRef="#br0" timeOffset="111802.38">9958 9088 655 0,'0'0'123'0,"0"0"19"0,0 0-45 0,0 0-11 0,0 0-28 0,0 0-25 16,-124 0-15-16,124 0-18 16,24 0-4-16,44 0 4 15,51 0 16-15,9 0-8 16,7 0 5-16,-4 0-7 15,-11 0-5-15,-5 0 1 16,-31 0 1-16,-40 0-3 16,-20 0 1-16,-13 0-1 15,-11 0 4-15,0 0-2 16,0 0 3-16,0 0-3 0,0 0-4 16,0 0-3-1,-35 5-32-15,-13 12-27 0,-8 11-81 16,8-10-156-16,36-5-237 15</inkml:trace>
  <inkml:trace contextRef="#ctx0" brushRef="#br0" timeOffset="114385.2">20756 9313 689 0,'0'0'97'0,"0"0"58"0,0 0-79 0,0 0 3 16,0 0-6-16,0 0-12 16,83 8-19-16,57-16-27 15,35-6-7-15,12-2-8 16,-4 3 4-16,-16 1 0 0,-4 6-1 16,-11-2 5-16,-25 3-8 15,-31 2 2-15,-37-1 2 16,-27 1-4-16,-28 0-1 15,4-1 1-15,-8 2-2 16,0 2 2-16,0-4 0 16,0 4-1-16,0 0-1 15,0 0 1-15,0 0-16 16,0 0-58-16,0 0-56 16,0 16-62-16,12-5-127 15</inkml:trace>
  <inkml:trace contextRef="#ctx0" brushRef="#br0" timeOffset="115268.43">26270 9154 331 0,'0'0'407'0,"0"0"-240"15,0 0-20-15,0 0-97 0,0 0 26 16,0 0-28-16,-127 6-15 15,127-5-12-15,0-1 0 16,0 4-16-16,71 0-4 16,57-2 10-16,47 3 0 15,32-5-11-15,-8 0 7 16,-12 0-4-16,-24 0-4 16,-23 0 9-16,-33 0-7 15,-27 0 0-15,-32 0 1 0,-32 0 0 16,-8 0 5-16,-8 0-2 15,0 0-1-15,0 0-2 16,0 0 5-16,0 0-5 16,0 0 0-16,0 0-2 15,0 0 2-15,0 0-2 16,0 0-28-16,0 0-96 16,35 0-117-16,9 0-162 15</inkml:trace>
  <inkml:trace contextRef="#ctx0" brushRef="#br0" timeOffset="117335.53">4200 10271 501 0,'0'0'68'0,"0"0"14"0,0 0-1 0,0 0-21 0,0 0-16 15,0 0-9-15,0 0-16 16,36-9 12-16,72 23 29 16,19-5-23-16,32 5-21 15,8 2-3-15,29-4 4 16,15 5-1-16,12-4-10 15,11-2 8-15,45 3-5 16,-32-5-9-16,-4 2 3 16,-44-4-3-16,-60 8 7 15,-43-3-7-15,-24-2 0 16,-37-6 0-16,-15 4 11 0,-20-8-9 16,0 0 6-16,0 0 5 15,0 0 5-15,0 0 2 16,0 0 3-16,0 0-16 15,0 0-6-15,-8 0-2 16,-39 0-36-16,-13 0-202 16,-12 0-331-16</inkml:trace>
  <inkml:trace contextRef="#ctx0" brushRef="#br0" timeOffset="120302.6">28747 13367 812 0,'0'0'167'0,"0"0"-33"0,0 0-43 0,0 0-10 0,0 0-41 16,0 0-19-16,0 0-11 15,0 0 1-15,223-35-5 16,-188 35 13-16,-11 0-2 15,-4 0-7-15,-8 0-9 16,4 0 12-16,4 0-11 16,-8 21-1-16,12 9 2 15,-12 2 7-15,-12 18-4 16,0 6 10-16,0 11 1 16,0 5-3-16,0 9 2 15,0 2-2-15,-12 3-6 16,12 5-2-16,-12 5 0 15,12 10 3-15,-12 5 1 0,0 8-3 16,12-5 3 0,0-3-6-16,0-4-1 0,0-1-1 15,0-1 1-15,0 0 0 16,0-2-2-16,12 7 0 16,12-7 0-16,0 3-1 15,-4-8 1-15,-8 2-1 16,3-6 1-16,5-1 2 15,-4-4-2-15,-4-11 3 16,-4-9 1-16,-8-18 2 16,0-19-7-16,0-9 4 15,-20-7 1-15,-31-4 6 0,-29-3 2 16,8-5-5 0,-19-4-6-16,-5 0-2 0,-19 0 0 15,-25-5-21 1,-11-6-69-16,-16 3-122 0,-20 7-316 15</inkml:trace>
  <inkml:trace contextRef="#ctx0" brushRef="#br0" timeOffset="121436.38">18104 13066 42 0,'0'0'615'0,"0"0"-476"0,0 0-22 16,0 0 2-16,0 0-21 15,0 0-29-15,0 0 7 16,0 0-39-16,-24 0-27 15,-24 0 2-15,-8 0-2 16,-3 0-4-16,3 0-2 16,4 0-1-16,-4 0 3 15,21 8-4-15,-1-1-1 16,4 0 2-16,8 5 0 16,8 0-3-16,-4 1 0 0,8 0-2 15,0 3 2-15,0 9 2 16,0 1 15-16,0 8-7 15,1 8-8-15,-9 5 9 16,8 14 10-16,8 9-9 16,-4 5-2-16,8 5 3 15,0 3 0-15,0-1-5 16,0 0 1-16,0 1 5 16,0-3-13-16,0 5 5 15,0 4 7-15,0 10-10 16,0 6 4-16,0-1-6 15,0 0 6-15,0 2-1 16,-28-2 3-16,-4-2-7 16,8 0 0-16,-12-5 1 0,16 3 9 15,4-4-11-15,-3 1 7 16,7-5 8-16,0-5-11 16,8-2-4-16,4-7 3 15,0-1 2-15,0-1 7 16,-8 6-6-16,8 0-7 15,-4 1 4-15,4-6-4 16,0-12 3-16,0-4 0 16,0-16-3-16,4-9 0 15,20-11 0-15,-1-7 1 16,9-4 1-16,4-5-1 0,8-3 1 16,4-6-1-1,11 0-1-15,25 0 1 0,20-15-1 16,23-31-31-16,12-10-87 15,-7-13-180-15,-5-4-642 16</inkml:trace>
  <inkml:trace contextRef="#ctx0" brushRef="#br0" timeOffset="135702.49">23674 16449 459 0,'0'0'205'0,"0"0"-4"0,0 0-63 0,0 0-23 0,0 0-22 15,0 0-21-15,0 0 3 16,0 0 5-16,-56-123-26 16,44 123-6-16,12 0-19 15,0 0-10-15,-12 0-10 16,12 0-9-16,0 6-1 15,0 19 0-15,0 11 1 16,0 11 1-16,0 4 1 16,0 6 3-16,0 3-5 15,0 3 2-15,12 1 2 16,0-3-4-16,-12 1 0 16,20-8 2-16,-20-6 0 15,4-14 1-15,-4-7-3 16,8-13 0-16,-8-6 0 0,0-8 0 15,0 0 2-15,0 0 1 16,0 0 4-16,0 0 2 16,0-20 1-16,0-14-10 15,0-8 0-15,-8-7 0 16,-4-10 0-16,0-1 0 16,12-11 0-16,0-4 1 15,-12-7-1-15,12 2 0 16,0 7 1-16,-12 17 0 15,12 11 0-15,-12 19-2 16,4 17 2-16,5 5-1 0,-5 4 0 16,-4 0-6-16,-16 9-5 15,-16 30 4-15,-4 4 7 16,0 12 0-16,5-10-1 16,15-7 1-16,4-13 4 15,4-8-4-15,20-15-1 16,0-2 1-16,0 0 1 15,0 0 5-15,0-19 1 16,24-15 0-16,12-4-6 16,7-4-2-16,5 3 1 15,-4 6 0-15,-8 11-2 16,-12 9 3-16,0 6-2 16,3 7-3-16,5 0-3 0,16 14 4 15,-4 20 3 1,4 7-3-16,-1 10-2 0,1 3-5 15,0 6-28-15,-4 4-76 16,-8 3-59-16,-4 1-80 16,-9 5-174-16</inkml:trace>
  <inkml:trace contextRef="#ctx0" brushRef="#br0" timeOffset="136834.91">23535 17879 616 0,'0'0'285'0,"0"0"-49"0,0 0-95 0,0 0-15 0,0 0-29 0,0 0-31 0,-92-115-35 16,48 142-16-16,-7 21-7 15,3 10 1-15,16 6-2 16,20 1 1-16,12-4-3 16,0-10-3-16,0-12-2 15,0-16 0-15,48-3-3 16,0-3-23-16,7-14-28 16,1-3-52-16,-4 0-36 15,4-7 7-15,-9-27-23 16,1-5 42-16,-12 1 31 15,-16 7 66-15,-16 7 19 16,4 19 51-16,-8 2 41 0,0 3 19 16,0 0-30-16,0 0-25 15,0 0-13-15,0 0-6 16,0 0 6-16,0 0 2 16,12-4 0-16,0-5 1 15,12-7-10-15,7-2-2 16,-15-4-9-16,-8 2-9 15,-8 3 4-15,0 12-3 16,0 1 11-16,0 4-6 16,0 0-16-16,-8 0-6 15,-28 13-1-15,13 20-6 16,11 3 7-16,4 10 0 16,8-1 0-16,0-5 0 15,0-4 0-15,32-1-2 16,11-12-3-16,9-3-1 0,4-7-1 15,-8-6-2-15,-1-7 2 16,-3 0 3-16,-4-9 4 16,-8-27 1-16,16-11 1 15,-17-14 1-15,-7-5-1 16,-20-7 2-16,4 6 4 16,-8 14 2-16,0 13-1 15,0 23 8-15,0 12 3 16,0 5 5-16,0 0-14 15,0 0-11-15,0 34 0 16,-12 16 1-16,0 10 0 16,4 3-1-16,8-3 1 0,0-6-1 15,0-9-1-15,0-11-1 16,32-7-3-16,4-12-5 16,0-8-3-16,8-7-6 15,-8 0 14-15,-1-11 2 16,-11-24 3-16,0-16 2 15,8-9-1-15,-8-13 3 16,0 5-2-16,-12 6-1 16,-8 18 1-16,-4 24 2 15,0 15 15-15,0 5-1 16,0 0-12-16,0 9-6 16,0 28-2-16,-12 14 2 15,8 7 3-15,-4 5-3 0,4 8 0 16,4-4-2-1,0-9-13-15,0 1-56 0,0-16-63 16,4-14-70-16,40-12-106 16,3-17-186-16</inkml:trace>
  <inkml:trace contextRef="#ctx0" brushRef="#br0" timeOffset="138384.99">25147 18255 651 0,'0'0'267'0,"0"0"-59"0,0 0-49 0,0 0-23 0,0 0-29 16,0 0-68-1,24-133-14-15,12 78 0 0,-4 12-5 16,-16 11 1-16,-8 15-12 16,-8 15 14-16,0 2-7 15,0 0-11-15,0 0-5 16,0 19-10-16,4 13 10 15,20 3 1-15,11 4-1 16,9 5 1-16,4-8-1 16,0 1 0-16,-16-6 0 15,-16-6 0-15,-9-1 0 16,-7-9-4-16,0-3 2 16,-23-12 2-16,-33 0 5 15,-4 0 3-15,12 0-5 0,24 0-3 16,13 0 3-16,3 0-3 15,8-3-5-15,0-10-7 16,0-2 1-16,55-10-1 16,17-4-6-16,0-2 0 15,7-11 3-15,-7-4 7 16,0-6 5-16,-9-12 3 16,-11-4 0-16,-8 0 0 15,-20 7 2-15,0 5 2 16,-24 23 13-16,0 11 12 15,0 16-1-15,0 6 0 0,0 0-23 16,0 21-3 0,0 24-2-16,0 16 5 0,-12 5-4 15,12 6 1-15,0-1 2 16,0-4-2-16,24-16-2 16,11-10 0-16,1-14-7 15,-4-9 1-15,-4-13-6 16,4-5-27-16,4 0 2 15,-4 0 1-15,3-16-10 16,1-2-41-16,-20-3-4 16,-8 7 1-16,-8-1 4 15,0 8-3-15,0-3-14 16,-36-4 16-16,-12 0 58 16,1-3 25-16,3-3 4 15,-4 6 9-15,12-3 42 0,4 2 24 16,9 9 23-16,-1-5-25 15,24 6 0-15,0-2 8 16,0 0-5-16,0-3-36 16,0 5-16-16,0-4-10 15,0 1-14-15,24 6 2 16,19 2-3-16,-7 0 1 16,4 0 0-16,4-7 2 15,4 2-2-15,-13-6 0 16,9 0 4-16,-20-4-3 15,0 3 6-15,-12 1 2 16,-4 4-9-16,-8 1 17 0,0 6 5 16,0 0-3-16,0 0-8 15,0 0-11-15,-32 0-7 16,8 13 5-16,-8 10 2 16,16 3 0-16,-4-1 2 15,20 1-2-15,0-10-3 16,0 4-9-16,0-9 2 15,0-1-7-15,8-3-6 16,16-7 7-16,12 0 13 16,-12 0 3-16,12-19 5 15,-4-3-5-15,-4-1 1 16,-9 8 3-16,-15 8 4 16,4 7-4-16,-8 0 0 15,0 0-4-15,0 7-6 0,0 14 6 16,0 2 0-1,16-5 2-15,4-4-3 16,16-8 1-16,0-2 0 0,12-4-2 16,-1 0-2-16,9-14 4 15,0-20 1-15,4-11-1 16,-13-2 2-16,-3-13-1 16,-16-4 0-16,-8-6 0 15,-16 2 9-15,-4 12 8 16,0 10-1-16,0 19 4 15,0 15 9-15,-12 8 2 0,0 4-10 16,-12 0-15-16,-4 20-5 16,-3 20-3-16,7 14 2 15,4 10 2-15,16 0-1 16,4 2 1-16,0-5-6 16,0-9-1-16,24-6 0 15,11-17-3-15,13-7 0 16,-4-13-11-16,-4-9-1 15,4 0 10-15,-8 0 5 16,7-26 4-16,-7-10 0 16,0 0 0-16,-12 1 0 15,-12 10 4-15,-12 9-3 16,0 6 1-16,0 10 5 16,0 0 1-16,0 0-8 15,-24 0-1-15,4 20-2 16,8 2 2-16,8 0 0 0,4 2 1 15,0-5-1-15,0-4-5 16,24-8-3-16,32-3-7 16,7-4-17-16,5 0-38 15,0 0-22-15,-8-18-25 16,-13-9-45-16,-11 3-133 16,-16-7-228-16</inkml:trace>
  <inkml:trace contextRef="#ctx0" brushRef="#br0" timeOffset="138552.91">26959 17663 423 0,'0'0'381'0,"0"0"-240"0,0 0-46 15,0 0-61-15,0 0-29 0,0 0-2 0,362-117-3 16,-306 110-84-16,-20-8-118 15,-24 3-288-15</inkml:trace>
  <inkml:trace contextRef="#ctx0" brushRef="#br0" timeOffset="141551.72">17873 14826 615 0,'0'0'275'0,"0"0"-66"0,0 0-109 15,0 0-46-15,0 0-16 16,0 0-1-16,103 0 4 0,1-2-16 16,15-17-3-1,-7 3-13-15,-13 2-7 0,-11 2 8 16,-24 6-8-16,-20 0 5 16,-9-2-7-16,-23 8 0 15,-4 0-5-15,-4 0-24 16,8 0-106-16,-4 0-120 15,8 20-111-15</inkml:trace>
  <inkml:trace contextRef="#ctx0" brushRef="#br0" timeOffset="142118.19">19633 16649 757 0,'0'0'223'0,"0"0"6"0,0 0-83 0,0 0-3 0,0 0-58 15,0 0-34-15,-44-31-26 0,76 24-23 16,63-6 11-16,33-3-7 15,11 5-3-15,0-3 0 16,-7 5-3-16,-5 4-8 16,-23 5-37-16,-21 0-57 15,-15 0-116-15,-32 0-120 16,-20 0-279-16</inkml:trace>
  <inkml:trace contextRef="#ctx0" brushRef="#br0" timeOffset="143408.64">18195 16542 176 0,'0'0'504'0,"0"0"-291"0,0 0-40 0,0 0-27 0,0 0-43 16,0 0-13-16,0-147 3 15,0 147-43-15,0 0-18 16,0 0-24-16,0 20-8 0,0 24 0 16,0 17 5-1,0 13 4-15,0 18 2 0,0 10 2 16,0 8-2-16,0-4-5 16,0-1 1-1,0-9-5-15,0-7 0 0,0-13 0 16,0-19 3-16,0-16-5 15,0-19 4-15,0-11-4 16,0-9 0-16,0-2 1 16,0 0 0-16,0 0 6 15,0 0 3-15,0 0 1 16,-8-22-7-16,-19-9-3 16,-17-6-1-16,8-4 2 15,0-6-2-15,-8 0 0 0,8 5 0 16,13 11 2-16,-1 6-2 15,12 12 6-15,0 3 4 16,0 10 0-16,12 0 5 16,0 0-15-16,0 3-15 15,0 33 7-15,0 11 7 16,0 4 1-16,0 0 3 16,12-11-3-16,24-4 1 15,7-7-1-15,-7-11 0 16,0-2 0-16,-12-10 0 15,0-1 1-15,-12-5 0 0,0 0-1 16,20 0 1 0,-5-17 3-16,5-11-3 0,-4-9-1 15,-8 0 0-15,4-1-3 16,0 3-17-16,-4 6-24 16,4 3-26-16,4 5-30 15,15-1-41-15,5 0-166 16,12-1-194-16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7309F-D4B8-452D-BC77-DEB69A8603D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A75701-B17A-4AA0-909E-FBEBBC4DE6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027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6BDB1-8E0A-45C9-A0E9-4C66032D1CF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25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256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34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310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794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43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14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245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32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982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76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570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3D751-62FC-4A0B-831A-83C45D59534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578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h.github.io/posts/2015-08-Understanding-LSTMs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1524000" y="1371600"/>
            <a:ext cx="9144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946179" y="408087"/>
            <a:ext cx="10000743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CSET301 – AI-ML</a:t>
            </a:r>
          </a:p>
          <a:p>
            <a:pPr algn="ctr"/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Lecture 29</a:t>
            </a:r>
            <a:r>
              <a:rPr lang="en-US" sz="4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Long Short-term Memory (LSTM)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ctr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415"/>
    </mc:Choice>
    <mc:Fallback xmlns="">
      <p:transition advTm="241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30657F-3C8D-EFD4-2024-6708F2F16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491" y="0"/>
            <a:ext cx="100868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11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0A8F56-0CAC-1B75-6383-78CDA2D66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150" y="318541"/>
            <a:ext cx="10349966" cy="622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01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C7C05E-A7FB-6D52-30A7-837BC3975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772" y="14989"/>
            <a:ext cx="10367773" cy="683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34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82E294-6D55-57AC-EC23-0E8455B6C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64" y="620820"/>
            <a:ext cx="10822472" cy="539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531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86BC58-FD0C-DF8A-6910-5D6CE13DB2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221"/>
          <a:stretch/>
        </p:blipFill>
        <p:spPr>
          <a:xfrm>
            <a:off x="503619" y="758252"/>
            <a:ext cx="11184762" cy="375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653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1BA7D1-1DB2-ADCD-030E-77A48B9A3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065" y="444083"/>
            <a:ext cx="11347020" cy="596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552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325701-BFB2-B4AE-D607-279FD6E41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803" y="0"/>
            <a:ext cx="10616394" cy="51365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F0D521-CB12-CB98-B8FE-A0350C3F6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354" y="5697986"/>
            <a:ext cx="5277587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546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2A29A0-212F-1588-83B4-CFA13EE1D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056" y="0"/>
            <a:ext cx="10357547" cy="53864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742AA19-A1D2-CFD1-8CD9-BA812A9B16BA}"/>
                  </a:ext>
                </a:extLst>
              </p14:cNvPr>
              <p14:cNvContentPartPr/>
              <p14:nvPr/>
            </p14:nvContentPartPr>
            <p14:xfrm>
              <a:off x="2710440" y="1202040"/>
              <a:ext cx="7777800" cy="2145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742AA19-A1D2-CFD1-8CD9-BA812A9B16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1080" y="1192680"/>
                <a:ext cx="7796520" cy="216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3878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3F4E178-CD49-E92B-86A8-7281A3D3F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72" y="548257"/>
            <a:ext cx="11191686" cy="576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133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5E2616-47BB-FF1F-7EE0-965A5B6CE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66" y="0"/>
            <a:ext cx="10122467" cy="683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660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2CFA69-84E3-532D-CDA8-233EE02B5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012" y="443747"/>
            <a:ext cx="10971681" cy="597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50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8C697B-5B3A-FD2C-03A1-46F912BC6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448" y="286381"/>
            <a:ext cx="10760880" cy="62852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334B816-E55E-F2C3-01D3-D40EBCE68FB6}"/>
                  </a:ext>
                </a:extLst>
              </p14:cNvPr>
              <p14:cNvContentPartPr/>
              <p14:nvPr/>
            </p14:nvContentPartPr>
            <p14:xfrm>
              <a:off x="759600" y="825480"/>
              <a:ext cx="11289600" cy="5504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334B816-E55E-F2C3-01D3-D40EBCE68FB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0240" y="816120"/>
                <a:ext cx="11308320" cy="552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9836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087CA6-A66C-60E4-9FB5-C354EDCA2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83" y="127416"/>
            <a:ext cx="10526633" cy="67305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F49BC1D-457F-38DB-9E65-84619AB03D3A}"/>
                  </a:ext>
                </a:extLst>
              </p14:cNvPr>
              <p14:cNvContentPartPr/>
              <p14:nvPr/>
            </p14:nvContentPartPr>
            <p14:xfrm>
              <a:off x="1477800" y="476280"/>
              <a:ext cx="9056160" cy="6147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F49BC1D-457F-38DB-9E65-84619AB03D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68440" y="466920"/>
                <a:ext cx="9074880" cy="616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0410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8DC7CC-17A6-3F70-B163-3A537E865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989" y="921892"/>
            <a:ext cx="9902021" cy="501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087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F3F8D3-015A-290B-596F-C050A7919FE7}"/>
              </a:ext>
            </a:extLst>
          </p:cNvPr>
          <p:cNvSpPr txBox="1"/>
          <p:nvPr/>
        </p:nvSpPr>
        <p:spPr>
          <a:xfrm>
            <a:off x="884420" y="1580426"/>
            <a:ext cx="84544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2"/>
              </a:rPr>
              <a:t>https://colah.github.io/posts/2015-08-Understanding-LSTMs/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271150-66A2-E776-79F1-AEDFF4928E1F}"/>
              </a:ext>
            </a:extLst>
          </p:cNvPr>
          <p:cNvSpPr txBox="1"/>
          <p:nvPr/>
        </p:nvSpPr>
        <p:spPr>
          <a:xfrm>
            <a:off x="884420" y="749508"/>
            <a:ext cx="6093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2598100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 rot="20995170">
            <a:off x="2045159" y="2362983"/>
            <a:ext cx="7793037" cy="146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11100" b="1" i="1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Thank You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4446</TotalTime>
  <Words>29</Words>
  <Application>Microsoft Office PowerPoint</Application>
  <PresentationFormat>Widescreen</PresentationFormat>
  <Paragraphs>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Monotype Corsiva</vt:lpstr>
      <vt:lpstr>Times New Roman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Hoor Fatima</dc:creator>
  <cp:lastModifiedBy>Deepika Vatsa</cp:lastModifiedBy>
  <cp:revision>1</cp:revision>
  <dcterms:created xsi:type="dcterms:W3CDTF">2025-07-21T17:24:10Z</dcterms:created>
  <dcterms:modified xsi:type="dcterms:W3CDTF">2025-11-14T06:59:14Z</dcterms:modified>
</cp:coreProperties>
</file>